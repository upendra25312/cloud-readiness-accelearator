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3.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1.xml" ContentType="application/vnd.openxmlformats-officedocument.themeOverr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1" r:id="rId4"/>
  </p:sldMasterIdLst>
  <p:notesMasterIdLst>
    <p:notesMasterId r:id="rId24"/>
  </p:notesMasterIdLst>
  <p:sldIdLst>
    <p:sldId id="2123258617" r:id="rId5"/>
    <p:sldId id="2123258616" r:id="rId6"/>
    <p:sldId id="2123258823" r:id="rId7"/>
    <p:sldId id="2123258605" r:id="rId8"/>
    <p:sldId id="2123258803" r:id="rId9"/>
    <p:sldId id="2123258804" r:id="rId10"/>
    <p:sldId id="2123258805" r:id="rId11"/>
    <p:sldId id="2123258807" r:id="rId12"/>
    <p:sldId id="2123258806" r:id="rId13"/>
    <p:sldId id="2123258843" r:id="rId14"/>
    <p:sldId id="2123258853" r:id="rId15"/>
    <p:sldId id="2076137670" r:id="rId16"/>
    <p:sldId id="2123258842" r:id="rId17"/>
    <p:sldId id="2123258847" r:id="rId18"/>
    <p:sldId id="2123258840" r:id="rId19"/>
    <p:sldId id="2076136995" r:id="rId20"/>
    <p:sldId id="2123258850" r:id="rId21"/>
    <p:sldId id="2123258825" r:id="rId22"/>
    <p:sldId id="212325859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E1F2"/>
    <a:srgbClr val="00D25F"/>
    <a:srgbClr val="3883CE"/>
    <a:srgbClr val="E9FA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6667" autoAdjust="0"/>
  </p:normalViewPr>
  <p:slideViewPr>
    <p:cSldViewPr snapToGrid="0">
      <p:cViewPr varScale="1">
        <p:scale>
          <a:sx n="105" d="100"/>
          <a:sy n="105" d="100"/>
        </p:scale>
        <p:origin x="52"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dallah Al Kurdi" userId="6d7fe6ad-604e-4725-8fa4-bbefb8f1d1e3" providerId="ADAL" clId="{4B3FE2EB-2D1B-4791-AF52-8EB9CCC5BADC}"/>
    <pc:docChg chg="modSld">
      <pc:chgData name="Abdallah Al Kurdi" userId="6d7fe6ad-604e-4725-8fa4-bbefb8f1d1e3" providerId="ADAL" clId="{4B3FE2EB-2D1B-4791-AF52-8EB9CCC5BADC}" dt="2023-12-22T08:17:23.487" v="5" actId="6549"/>
      <pc:docMkLst>
        <pc:docMk/>
      </pc:docMkLst>
      <pc:sldChg chg="modSp mod">
        <pc:chgData name="Abdallah Al Kurdi" userId="6d7fe6ad-604e-4725-8fa4-bbefb8f1d1e3" providerId="ADAL" clId="{4B3FE2EB-2D1B-4791-AF52-8EB9CCC5BADC}" dt="2023-12-22T08:17:23.487" v="5" actId="6549"/>
        <pc:sldMkLst>
          <pc:docMk/>
          <pc:sldMk cId="182423943" sldId="2123258850"/>
        </pc:sldMkLst>
        <pc:graphicFrameChg chg="modGraphic">
          <ac:chgData name="Abdallah Al Kurdi" userId="6d7fe6ad-604e-4725-8fa4-bbefb8f1d1e3" providerId="ADAL" clId="{4B3FE2EB-2D1B-4791-AF52-8EB9CCC5BADC}" dt="2023-12-22T08:17:23.487" v="5" actId="6549"/>
          <ac:graphicFrameMkLst>
            <pc:docMk/>
            <pc:sldMk cId="182423943" sldId="2123258850"/>
            <ac:graphicFrameMk id="11" creationId="{AC9BC096-670B-B868-0AB4-DAF67921AB6A}"/>
          </ac:graphicFrameMkLst>
        </pc:graphicFrameChg>
      </pc:sldChg>
    </pc:docChg>
  </pc:docChgLst>
  <pc:docChgLst>
    <pc:chgData name="Abdallah Al Kurdi" userId="6d7fe6ad-604e-4725-8fa4-bbefb8f1d1e3" providerId="ADAL" clId="{4EC2A5B7-D7EF-426C-AD93-1E665B4B2F0D}"/>
    <pc:docChg chg="delSld modSld">
      <pc:chgData name="Abdallah Al Kurdi" userId="6d7fe6ad-604e-4725-8fa4-bbefb8f1d1e3" providerId="ADAL" clId="{4EC2A5B7-D7EF-426C-AD93-1E665B4B2F0D}" dt="2023-11-29T14:52:34.130" v="68" actId="47"/>
      <pc:docMkLst>
        <pc:docMk/>
      </pc:docMkLst>
      <pc:sldChg chg="del">
        <pc:chgData name="Abdallah Al Kurdi" userId="6d7fe6ad-604e-4725-8fa4-bbefb8f1d1e3" providerId="ADAL" clId="{4EC2A5B7-D7EF-426C-AD93-1E665B4B2F0D}" dt="2023-11-29T14:52:34.130" v="68" actId="47"/>
        <pc:sldMkLst>
          <pc:docMk/>
          <pc:sldMk cId="628236161" sldId="2123258598"/>
        </pc:sldMkLst>
      </pc:sldChg>
      <pc:sldChg chg="modSp mod">
        <pc:chgData name="Abdallah Al Kurdi" userId="6d7fe6ad-604e-4725-8fa4-bbefb8f1d1e3" providerId="ADAL" clId="{4EC2A5B7-D7EF-426C-AD93-1E665B4B2F0D}" dt="2023-11-29T14:50:57.092" v="65" actId="20577"/>
        <pc:sldMkLst>
          <pc:docMk/>
          <pc:sldMk cId="2048336210" sldId="2123258840"/>
        </pc:sldMkLst>
        <pc:graphicFrameChg chg="modGraphic">
          <ac:chgData name="Abdallah Al Kurdi" userId="6d7fe6ad-604e-4725-8fa4-bbefb8f1d1e3" providerId="ADAL" clId="{4EC2A5B7-D7EF-426C-AD93-1E665B4B2F0D}" dt="2023-11-29T14:50:51.507" v="54" actId="20577"/>
          <ac:graphicFrameMkLst>
            <pc:docMk/>
            <pc:sldMk cId="2048336210" sldId="2123258840"/>
            <ac:graphicFrameMk id="4" creationId="{809B6A1B-F79D-C231-9C94-2D53448F8F61}"/>
          </ac:graphicFrameMkLst>
        </pc:graphicFrameChg>
        <pc:graphicFrameChg chg="modGraphic">
          <ac:chgData name="Abdallah Al Kurdi" userId="6d7fe6ad-604e-4725-8fa4-bbefb8f1d1e3" providerId="ADAL" clId="{4EC2A5B7-D7EF-426C-AD93-1E665B4B2F0D}" dt="2023-11-29T14:50:57.092" v="65" actId="20577"/>
          <ac:graphicFrameMkLst>
            <pc:docMk/>
            <pc:sldMk cId="2048336210" sldId="2123258840"/>
            <ac:graphicFrameMk id="6" creationId="{A3CA1CB1-00B5-4601-F3C8-B6399D467740}"/>
          </ac:graphicFrameMkLst>
        </pc:graphicFrameChg>
      </pc:sldChg>
      <pc:sldChg chg="modSp mod">
        <pc:chgData name="Abdallah Al Kurdi" userId="6d7fe6ad-604e-4725-8fa4-bbefb8f1d1e3" providerId="ADAL" clId="{4EC2A5B7-D7EF-426C-AD93-1E665B4B2F0D}" dt="2023-11-29T14:51:18.695" v="66" actId="20577"/>
        <pc:sldMkLst>
          <pc:docMk/>
          <pc:sldMk cId="1091167877" sldId="2123258847"/>
        </pc:sldMkLst>
        <pc:graphicFrameChg chg="modGraphic">
          <ac:chgData name="Abdallah Al Kurdi" userId="6d7fe6ad-604e-4725-8fa4-bbefb8f1d1e3" providerId="ADAL" clId="{4EC2A5B7-D7EF-426C-AD93-1E665B4B2F0D}" dt="2023-11-29T14:50:17.156" v="10" actId="20577"/>
          <ac:graphicFrameMkLst>
            <pc:docMk/>
            <pc:sldMk cId="1091167877" sldId="2123258847"/>
            <ac:graphicFrameMk id="3" creationId="{1B627293-0463-3906-15F3-6669658AE31C}"/>
          </ac:graphicFrameMkLst>
        </pc:graphicFrameChg>
        <pc:graphicFrameChg chg="modGraphic">
          <ac:chgData name="Abdallah Al Kurdi" userId="6d7fe6ad-604e-4725-8fa4-bbefb8f1d1e3" providerId="ADAL" clId="{4EC2A5B7-D7EF-426C-AD93-1E665B4B2F0D}" dt="2023-11-29T14:51:18.695" v="66" actId="20577"/>
          <ac:graphicFrameMkLst>
            <pc:docMk/>
            <pc:sldMk cId="1091167877" sldId="2123258847"/>
            <ac:graphicFrameMk id="4" creationId="{79FA0D4A-B4D7-3EEF-C5BE-18A48CDC2F5D}"/>
          </ac:graphicFrameMkLst>
        </pc:graphicFrameChg>
      </pc:sldChg>
      <pc:sldChg chg="del">
        <pc:chgData name="Abdallah Al Kurdi" userId="6d7fe6ad-604e-4725-8fa4-bbefb8f1d1e3" providerId="ADAL" clId="{4EC2A5B7-D7EF-426C-AD93-1E665B4B2F0D}" dt="2023-11-29T14:52:13.930" v="67" actId="47"/>
        <pc:sldMkLst>
          <pc:docMk/>
          <pc:sldMk cId="219200477" sldId="2123258854"/>
        </pc:sldMkLst>
      </pc:sldChg>
      <pc:sldChg chg="del">
        <pc:chgData name="Abdallah Al Kurdi" userId="6d7fe6ad-604e-4725-8fa4-bbefb8f1d1e3" providerId="ADAL" clId="{4EC2A5B7-D7EF-426C-AD93-1E665B4B2F0D}" dt="2023-11-29T14:52:13.930" v="67" actId="47"/>
        <pc:sldMkLst>
          <pc:docMk/>
          <pc:sldMk cId="2270852382" sldId="2123258855"/>
        </pc:sldMkLst>
      </pc:sldChg>
      <pc:sldChg chg="del">
        <pc:chgData name="Abdallah Al Kurdi" userId="6d7fe6ad-604e-4725-8fa4-bbefb8f1d1e3" providerId="ADAL" clId="{4EC2A5B7-D7EF-426C-AD93-1E665B4B2F0D}" dt="2023-11-29T14:52:13.930" v="67" actId="47"/>
        <pc:sldMkLst>
          <pc:docMk/>
          <pc:sldMk cId="972369610" sldId="2123258857"/>
        </pc:sldMkLst>
      </pc:sldChg>
      <pc:sldChg chg="del">
        <pc:chgData name="Abdallah Al Kurdi" userId="6d7fe6ad-604e-4725-8fa4-bbefb8f1d1e3" providerId="ADAL" clId="{4EC2A5B7-D7EF-426C-AD93-1E665B4B2F0D}" dt="2023-11-29T14:52:13.930" v="67" actId="47"/>
        <pc:sldMkLst>
          <pc:docMk/>
          <pc:sldMk cId="3136016840" sldId="2141411442"/>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v-hanisami\Downloads\adcoops\Adcoops%20final.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v-hanisami\Downloads\ADNEC%20-%2016%20feb\Assessment_Collector\ADNEC.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v-hanisami\Downloads\ADNEC%20-%2016%20feb\Assessment_Collector\ADNEC.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v-hanisami\Downloads\adcoops\Adcoops%20final.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v-hanisami\Downloads\ADNEC%20-%2016%20feb\Assessment_Collector\ADNEC.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v-hanisami\Downloads\ADNEC%20-%2016%20feb\Assessment_Collector\ADNEC.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v-hanisami\Downloads\ADNEC%20-%2016%20feb\Assessment_Collector\ADNEC.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v-hanisami\Downloads\ADNEC%20-%2016%20feb\Assessment_Collector\ADNEC.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[Adcoops final.xlsx]Operating system Analysis!PivotTable1</c:name>
    <c:fmtId val="3"/>
  </c:pivotSource>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a:t>Win Vs. Linux</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spPr>
          <a:solidFill>
            <a:schemeClr val="accent2"/>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1"/>
        <c:spPr>
          <a:solidFill>
            <a:schemeClr val="accent2"/>
          </a:solidFill>
          <a:ln>
            <a:noFill/>
          </a:ln>
          <a:effectLst>
            <a:outerShdw blurRad="254000" sx="102000" sy="102000" algn="ctr" rotWithShape="0">
              <a:prstClr val="black">
                <a:alpha val="20000"/>
              </a:prstClr>
            </a:outerShdw>
          </a:effectLst>
        </c:spPr>
      </c:pivotFmt>
      <c:pivotFmt>
        <c:idx val="2"/>
        <c:spPr>
          <a:solidFill>
            <a:schemeClr val="accent2"/>
          </a:solidFill>
          <a:ln>
            <a:noFill/>
          </a:ln>
          <a:effectLst>
            <a:outerShdw blurRad="254000" sx="102000" sy="102000" algn="ctr" rotWithShape="0">
              <a:prstClr val="black">
                <a:alpha val="20000"/>
              </a:prstClr>
            </a:outerShdw>
          </a:effectLst>
        </c:spPr>
      </c:pivotFmt>
      <c:pivotFmt>
        <c:idx val="3"/>
        <c:spPr>
          <a:solidFill>
            <a:schemeClr val="accent2"/>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4"/>
        <c:spPr>
          <a:solidFill>
            <a:schemeClr val="accent2"/>
          </a:solidFill>
          <a:ln>
            <a:noFill/>
          </a:ln>
          <a:effectLst>
            <a:outerShdw blurRad="254000" sx="102000" sy="102000" algn="ctr" rotWithShape="0">
              <a:prstClr val="black">
                <a:alpha val="20000"/>
              </a:prstClr>
            </a:outerShdw>
          </a:effectLst>
        </c:spPr>
      </c:pivotFmt>
      <c:pivotFmt>
        <c:idx val="5"/>
        <c:spPr>
          <a:solidFill>
            <a:schemeClr val="accent2"/>
          </a:solidFill>
          <a:ln>
            <a:noFill/>
          </a:ln>
          <a:effectLst>
            <a:outerShdw blurRad="254000" sx="102000" sy="102000" algn="ctr" rotWithShape="0">
              <a:prstClr val="black">
                <a:alpha val="20000"/>
              </a:prstClr>
            </a:outerShdw>
          </a:effectLst>
        </c:spPr>
      </c:pivotFmt>
      <c:pivotFmt>
        <c:idx val="6"/>
        <c:spPr>
          <a:solidFill>
            <a:schemeClr val="accent2"/>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7"/>
        <c:spPr>
          <a:solidFill>
            <a:schemeClr val="accent2"/>
          </a:solidFill>
          <a:ln>
            <a:noFill/>
          </a:ln>
          <a:effectLst>
            <a:outerShdw blurRad="254000" sx="102000" sy="102000" algn="ctr" rotWithShape="0">
              <a:prstClr val="black">
                <a:alpha val="20000"/>
              </a:prstClr>
            </a:outerShdw>
          </a:effectLst>
        </c:spPr>
      </c:pivotFmt>
      <c:pivotFmt>
        <c:idx val="8"/>
        <c:spPr>
          <a:solidFill>
            <a:schemeClr val="accent2"/>
          </a:solidFill>
          <a:ln>
            <a:noFill/>
          </a:ln>
          <a:effectLst>
            <a:outerShdw blurRad="254000" sx="102000" sy="102000" algn="ctr" rotWithShape="0">
              <a:prstClr val="black">
                <a:alpha val="20000"/>
              </a:prstClr>
            </a:outerShdw>
          </a:effectLst>
        </c:spPr>
      </c:pivotFmt>
    </c:pivotFmts>
    <c:plotArea>
      <c:layout/>
      <c:pieChart>
        <c:varyColors val="1"/>
        <c:dLbls>
          <c:dLblPos val="ctr"/>
          <c:showLegendKey val="0"/>
          <c:showVal val="0"/>
          <c:showCatName val="0"/>
          <c:showSerName val="0"/>
          <c:showPercent val="1"/>
          <c:showBubbleSize val="0"/>
          <c:showLeaderLines val="0"/>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[ADNEC.xlsx]Operating system Analysis!PivotTable1</c:name>
    <c:fmtId val="6"/>
  </c:pivotSource>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a:t>Win Vs. Linux</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spPr>
          <a:solidFill>
            <a:schemeClr val="accent2"/>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1"/>
        <c:spPr>
          <a:solidFill>
            <a:schemeClr val="accent2"/>
          </a:solidFill>
          <a:ln>
            <a:noFill/>
          </a:ln>
          <a:effectLst>
            <a:outerShdw blurRad="254000" sx="102000" sy="102000" algn="ctr" rotWithShape="0">
              <a:prstClr val="black">
                <a:alpha val="20000"/>
              </a:prstClr>
            </a:outerShdw>
          </a:effectLst>
        </c:spPr>
      </c:pivotFmt>
      <c:pivotFmt>
        <c:idx val="2"/>
        <c:spPr>
          <a:solidFill>
            <a:schemeClr val="accent2"/>
          </a:solidFill>
          <a:ln>
            <a:noFill/>
          </a:ln>
          <a:effectLst>
            <a:outerShdw blurRad="254000" sx="102000" sy="102000" algn="ctr" rotWithShape="0">
              <a:prstClr val="black">
                <a:alpha val="20000"/>
              </a:prstClr>
            </a:outerShdw>
          </a:effectLst>
        </c:spPr>
      </c:pivotFmt>
      <c:pivotFmt>
        <c:idx val="3"/>
        <c:spPr>
          <a:solidFill>
            <a:schemeClr val="accent2"/>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4"/>
        <c:spPr>
          <a:solidFill>
            <a:schemeClr val="accent2"/>
          </a:solidFill>
          <a:ln>
            <a:noFill/>
          </a:ln>
          <a:effectLst>
            <a:outerShdw blurRad="254000" sx="102000" sy="102000" algn="ctr" rotWithShape="0">
              <a:prstClr val="black">
                <a:alpha val="20000"/>
              </a:prstClr>
            </a:outerShdw>
          </a:effectLst>
        </c:spPr>
      </c:pivotFmt>
      <c:pivotFmt>
        <c:idx val="5"/>
        <c:spPr>
          <a:solidFill>
            <a:schemeClr val="accent2"/>
          </a:solidFill>
          <a:ln>
            <a:noFill/>
          </a:ln>
          <a:effectLst>
            <a:outerShdw blurRad="254000" sx="102000" sy="102000" algn="ctr" rotWithShape="0">
              <a:prstClr val="black">
                <a:alpha val="20000"/>
              </a:prstClr>
            </a:outerShdw>
          </a:effectLst>
        </c:spPr>
      </c:pivotFmt>
      <c:pivotFmt>
        <c:idx val="6"/>
        <c:spPr>
          <a:solidFill>
            <a:schemeClr val="accent2"/>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7"/>
        <c:spPr>
          <a:solidFill>
            <a:schemeClr val="accent2"/>
          </a:solidFill>
          <a:ln>
            <a:noFill/>
          </a:ln>
          <a:effectLst>
            <a:outerShdw blurRad="254000" sx="102000" sy="102000" algn="ctr" rotWithShape="0">
              <a:prstClr val="black">
                <a:alpha val="20000"/>
              </a:prstClr>
            </a:outerShdw>
          </a:effectLst>
        </c:spPr>
      </c:pivotFmt>
      <c:pivotFmt>
        <c:idx val="8"/>
        <c:spPr>
          <a:solidFill>
            <a:schemeClr val="accent2"/>
          </a:solidFill>
          <a:ln>
            <a:noFill/>
          </a:ln>
          <a:effectLst>
            <a:outerShdw blurRad="254000" sx="102000" sy="102000" algn="ctr" rotWithShape="0">
              <a:prstClr val="black">
                <a:alpha val="20000"/>
              </a:prstClr>
            </a:outerShdw>
          </a:effectLst>
        </c:spPr>
      </c:pivotFmt>
    </c:pivotFmts>
    <c:plotArea>
      <c:layout/>
      <c:pieChart>
        <c:varyColors val="1"/>
        <c:ser>
          <c:idx val="0"/>
          <c:order val="0"/>
          <c:tx>
            <c:strRef>
              <c:f>'Operating system Analysis'!$B$7</c:f>
              <c:strCache>
                <c:ptCount val="1"/>
                <c:pt idx="0">
                  <c:v>Total</c:v>
                </c:pt>
              </c:strCache>
            </c:strRef>
          </c:tx>
          <c:dPt>
            <c:idx val="0"/>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46EA-468F-A72F-2257C764A108}"/>
              </c:ext>
            </c:extLst>
          </c:dPt>
          <c:dPt>
            <c:idx val="1"/>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46EA-468F-A72F-2257C764A108}"/>
              </c:ext>
            </c:extLst>
          </c:dPt>
          <c:dLbls>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'Operating system Analysis'!$A$8:$A$10</c:f>
              <c:strCache>
                <c:ptCount val="2"/>
                <c:pt idx="0">
                  <c:v>Linux</c:v>
                </c:pt>
                <c:pt idx="1">
                  <c:v>Windows</c:v>
                </c:pt>
              </c:strCache>
            </c:strRef>
          </c:cat>
          <c:val>
            <c:numRef>
              <c:f>'Operating system Analysis'!$B$8:$B$10</c:f>
              <c:numCache>
                <c:formatCode>General</c:formatCode>
                <c:ptCount val="2"/>
                <c:pt idx="0">
                  <c:v>10</c:v>
                </c:pt>
                <c:pt idx="1">
                  <c:v>69</c:v>
                </c:pt>
              </c:numCache>
            </c:numRef>
          </c:val>
          <c:extLst>
            <c:ext xmlns:c16="http://schemas.microsoft.com/office/drawing/2014/chart" uri="{C3380CC4-5D6E-409C-BE32-E72D297353CC}">
              <c16:uniqueId val="{00000004-46EA-468F-A72F-2257C764A108}"/>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[ADNEC.xlsx]Operating system Analysis!PivotTable2</c:name>
    <c:fmtId val="6"/>
  </c:pivotSource>
  <c:chart>
    <c:title>
      <c:tx>
        <c:rich>
          <a:bodyPr rot="0" spcFirstLastPara="1" vertOverflow="ellipsis" vert="horz" wrap="square" anchor="ctr" anchorCtr="1"/>
          <a:lstStyle/>
          <a:p>
            <a:pPr>
              <a:defRPr b="0" i="0" u="none" strike="noStrike" kern="1200" baseline="0">
                <a:solidFill>
                  <a:schemeClr val="dk1">
                    <a:lumMod val="65000"/>
                    <a:lumOff val="35000"/>
                  </a:schemeClr>
                </a:solidFill>
                <a:effectLst/>
                <a:latin typeface="+mn-lt"/>
                <a:ea typeface="+mn-ea"/>
                <a:cs typeface="+mn-cs"/>
              </a:defRPr>
            </a:pPr>
            <a:r>
              <a:rPr lang="en-US"/>
              <a:t>OS Distribution</a:t>
            </a:r>
          </a:p>
        </c:rich>
      </c:tx>
      <c:overlay val="0"/>
      <c:spPr>
        <a:noFill/>
        <a:ln>
          <a:noFill/>
        </a:ln>
        <a:effectLst/>
      </c:spPr>
      <c:txPr>
        <a:bodyPr rot="0" spcFirstLastPara="1" vertOverflow="ellipsis" vert="horz" wrap="square" anchor="ctr" anchorCtr="1"/>
        <a:lstStyle/>
        <a:p>
          <a:pPr>
            <a:defRPr b="0" i="0" u="none" strike="noStrike" kern="1200" baseline="0">
              <a:solidFill>
                <a:schemeClr val="dk1">
                  <a:lumMod val="65000"/>
                  <a:lumOff val="35000"/>
                </a:schemeClr>
              </a:solidFill>
              <a:effectLst/>
              <a:latin typeface="+mn-lt"/>
              <a:ea typeface="+mn-ea"/>
              <a:cs typeface="+mn-cs"/>
            </a:defRPr>
          </a:pPr>
          <a:endParaRPr lang="en-US"/>
        </a:p>
      </c:txPr>
    </c:title>
    <c:autoTitleDeleted val="0"/>
    <c:pivotFmts>
      <c:pivotFmt>
        <c:idx val="0"/>
        <c:spPr>
          <a:gradFill>
            <a:gsLst>
              <a:gs pos="0">
                <a:schemeClr val="accent4"/>
              </a:gs>
              <a:gs pos="100000">
                <a:schemeClr val="accent4">
                  <a:lumMod val="84000"/>
                </a:schemeClr>
              </a:gs>
            </a:gsLst>
            <a:lin ang="5400000" scaled="1"/>
          </a:gradFill>
          <a:ln>
            <a:noFill/>
          </a:ln>
          <a:effectLst>
            <a:outerShdw blurRad="76200" dir="18900000" sy="23000" kx="-1200000" algn="bl" rotWithShape="0">
              <a:prstClr val="black">
                <a:alpha val="2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
        <c:spPr>
          <a:gradFill>
            <a:gsLst>
              <a:gs pos="0">
                <a:schemeClr val="accent4"/>
              </a:gs>
              <a:gs pos="100000">
                <a:schemeClr val="accent4">
                  <a:lumMod val="84000"/>
                </a:schemeClr>
              </a:gs>
            </a:gsLst>
            <a:lin ang="5400000" scaled="1"/>
          </a:gradFill>
          <a:ln>
            <a:noFill/>
          </a:ln>
          <a:effectLst>
            <a:outerShdw blurRad="76200" dir="18900000" sy="23000" kx="-1200000" algn="bl" rotWithShape="0">
              <a:prstClr val="black">
                <a:alpha val="2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2"/>
        <c:spPr>
          <a:gradFill>
            <a:gsLst>
              <a:gs pos="0">
                <a:schemeClr val="accent4"/>
              </a:gs>
              <a:gs pos="100000">
                <a:schemeClr val="accent4">
                  <a:lumMod val="84000"/>
                </a:schemeClr>
              </a:gs>
            </a:gsLst>
            <a:lin ang="5400000" scaled="1"/>
          </a:gradFill>
          <a:ln>
            <a:noFill/>
          </a:ln>
          <a:effectLst>
            <a:outerShdw blurRad="76200" dir="18900000" sy="23000" kx="-1200000" algn="bl" rotWithShape="0">
              <a:prstClr val="black">
                <a:alpha val="2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'Operating system Analysis'!$B$21</c:f>
              <c:strCache>
                <c:ptCount val="1"/>
                <c:pt idx="0">
                  <c:v>Total</c:v>
                </c:pt>
              </c:strCache>
            </c:strRef>
          </c:tx>
          <c:spPr>
            <a:gradFill>
              <a:gsLst>
                <a:gs pos="0">
                  <a:schemeClr val="accent4"/>
                </a:gs>
                <a:gs pos="100000">
                  <a:schemeClr val="accent4">
                    <a:lumMod val="84000"/>
                  </a:schemeClr>
                </a:gs>
              </a:gsLst>
              <a:lin ang="5400000" scaled="1"/>
            </a:gradFill>
            <a:ln>
              <a:noFill/>
            </a:ln>
            <a:effectLst>
              <a:outerShdw blurRad="76200" dir="18900000" sy="23000" kx="-1200000" algn="bl" rotWithShape="0">
                <a:prstClr val="black">
                  <a:alpha val="20000"/>
                </a:prstClr>
              </a:outerShdw>
            </a:effectLst>
          </c:spPr>
          <c:invertIfNegative val="0"/>
          <c:dLbls>
            <c:dLbl>
              <c:idx val="1"/>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extLst>
                <c:ext xmlns:c16="http://schemas.microsoft.com/office/drawing/2014/chart" uri="{C3380CC4-5D6E-409C-BE32-E72D297353CC}">
                  <c16:uniqueId val="{00000000-D832-41EA-A3E2-EB9EF5FE79D2}"/>
                </c:ext>
              </c:extLst>
            </c:dLbl>
            <c:dLbl>
              <c:idx val="2"/>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extLst>
                <c:ext xmlns:c16="http://schemas.microsoft.com/office/drawing/2014/chart" uri="{C3380CC4-5D6E-409C-BE32-E72D297353CC}">
                  <c16:uniqueId val="{00000001-D832-41EA-A3E2-EB9EF5FE79D2}"/>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'Operating system Analysis'!$A$22:$A$36</c:f>
              <c:strCache>
                <c:ptCount val="14"/>
                <c:pt idx="0">
                  <c:v>CentOS 7 (64-bit)</c:v>
                </c:pt>
                <c:pt idx="1">
                  <c:v>Microsoft Windows Server 2012 (64-bit)</c:v>
                </c:pt>
                <c:pt idx="2">
                  <c:v>Microsoft Windows Server 2016 or later (64-bit)</c:v>
                </c:pt>
                <c:pt idx="3">
                  <c:v>Red Hat Enterprise Linux 6 (64-bit)</c:v>
                </c:pt>
                <c:pt idx="4">
                  <c:v>Ubuntu Linux (64-bit)</c:v>
                </c:pt>
                <c:pt idx="5">
                  <c:v>SUSE Linux Enterprise 12 (64-bit)</c:v>
                </c:pt>
                <c:pt idx="6">
                  <c:v>SUSE Linux Enterprise 11 (64-bit)</c:v>
                </c:pt>
                <c:pt idx="7">
                  <c:v>Microsoft Windows Server 2016 (64-bit)</c:v>
                </c:pt>
                <c:pt idx="8">
                  <c:v>Microsoft Windows Server 2019 Standard</c:v>
                </c:pt>
                <c:pt idx="9">
                  <c:v>Microsoft Windows Server 2019 (64-bit)</c:v>
                </c:pt>
                <c:pt idx="10">
                  <c:v>Microsoft Windows Server 2012 R2 Standard</c:v>
                </c:pt>
                <c:pt idx="11">
                  <c:v>Windows Server 2016, 64-bit (Build 14393.5648)</c:v>
                </c:pt>
                <c:pt idx="12">
                  <c:v>SUSE openSUSE (64-bit)</c:v>
                </c:pt>
                <c:pt idx="13">
                  <c:v>CentOS 4/5/6/7 (64-bit)</c:v>
                </c:pt>
              </c:strCache>
            </c:strRef>
          </c:cat>
          <c:val>
            <c:numRef>
              <c:f>'Operating system Analysis'!$B$22:$B$36</c:f>
              <c:numCache>
                <c:formatCode>General</c:formatCode>
                <c:ptCount val="14"/>
                <c:pt idx="0">
                  <c:v>2</c:v>
                </c:pt>
                <c:pt idx="1">
                  <c:v>45</c:v>
                </c:pt>
                <c:pt idx="2">
                  <c:v>11</c:v>
                </c:pt>
                <c:pt idx="3">
                  <c:v>1</c:v>
                </c:pt>
                <c:pt idx="4">
                  <c:v>1</c:v>
                </c:pt>
                <c:pt idx="5">
                  <c:v>1</c:v>
                </c:pt>
                <c:pt idx="6">
                  <c:v>3</c:v>
                </c:pt>
                <c:pt idx="7">
                  <c:v>5</c:v>
                </c:pt>
                <c:pt idx="8">
                  <c:v>3</c:v>
                </c:pt>
                <c:pt idx="9">
                  <c:v>2</c:v>
                </c:pt>
                <c:pt idx="10">
                  <c:v>2</c:v>
                </c:pt>
                <c:pt idx="11">
                  <c:v>1</c:v>
                </c:pt>
                <c:pt idx="12">
                  <c:v>1</c:v>
                </c:pt>
                <c:pt idx="13">
                  <c:v>1</c:v>
                </c:pt>
              </c:numCache>
            </c:numRef>
          </c:val>
          <c:extLst>
            <c:ext xmlns:c16="http://schemas.microsoft.com/office/drawing/2014/chart" uri="{C3380CC4-5D6E-409C-BE32-E72D297353CC}">
              <c16:uniqueId val="{00000000-3B21-4443-8707-C66840D2999C}"/>
            </c:ext>
          </c:extLst>
        </c:ser>
        <c:dLbls>
          <c:dLblPos val="inEnd"/>
          <c:showLegendKey val="0"/>
          <c:showVal val="1"/>
          <c:showCatName val="0"/>
          <c:showSerName val="0"/>
          <c:showPercent val="0"/>
          <c:showBubbleSize val="0"/>
        </c:dLbls>
        <c:gapWidth val="41"/>
        <c:axId val="150647648"/>
        <c:axId val="150672608"/>
      </c:barChart>
      <c:catAx>
        <c:axId val="150647648"/>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65000"/>
                    <a:lumOff val="35000"/>
                  </a:schemeClr>
                </a:solidFill>
                <a:effectLst/>
                <a:latin typeface="+mn-lt"/>
                <a:ea typeface="+mn-ea"/>
                <a:cs typeface="+mn-cs"/>
              </a:defRPr>
            </a:pPr>
            <a:endParaRPr lang="en-US"/>
          </a:p>
        </c:txPr>
        <c:crossAx val="150672608"/>
        <c:crosses val="autoZero"/>
        <c:auto val="1"/>
        <c:lblAlgn val="ctr"/>
        <c:lblOffset val="100"/>
        <c:noMultiLvlLbl val="0"/>
      </c:catAx>
      <c:valAx>
        <c:axId val="150672608"/>
        <c:scaling>
          <c:orientation val="minMax"/>
        </c:scaling>
        <c:delete val="1"/>
        <c:axPos val="l"/>
        <c:numFmt formatCode="General" sourceLinked="1"/>
        <c:majorTickMark val="none"/>
        <c:minorTickMark val="none"/>
        <c:tickLblPos val="nextTo"/>
        <c:crossAx val="15064764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[Adcoops final.xlsx]Operating system Analysis!PivotTable3</c:name>
    <c:fmtId val="3"/>
  </c:pivotSource>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a:t>Win</a:t>
            </a:r>
            <a:r>
              <a:rPr lang="en-US" baseline="0"/>
              <a:t> Support Status</a:t>
            </a:r>
            <a:endParaRPr lang="en-US"/>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spPr>
          <a:solidFill>
            <a:schemeClr val="accent4"/>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1"/>
        <c:spPr>
          <a:solidFill>
            <a:schemeClr val="accent4"/>
          </a:solidFill>
          <a:ln>
            <a:noFill/>
          </a:ln>
          <a:effectLst>
            <a:outerShdw blurRad="254000" sx="102000" sy="102000" algn="ctr" rotWithShape="0">
              <a:prstClr val="black">
                <a:alpha val="20000"/>
              </a:prstClr>
            </a:outerShdw>
          </a:effectLst>
        </c:spPr>
      </c:pivotFmt>
      <c:pivotFmt>
        <c:idx val="2"/>
        <c:spPr>
          <a:solidFill>
            <a:schemeClr val="accent4"/>
          </a:solidFill>
          <a:ln>
            <a:noFill/>
          </a:ln>
          <a:effectLst>
            <a:outerShdw blurRad="254000" sx="102000" sy="102000" algn="ctr" rotWithShape="0">
              <a:prstClr val="black">
                <a:alpha val="20000"/>
              </a:prstClr>
            </a:outerShdw>
          </a:effectLst>
        </c:spPr>
      </c:pivotFmt>
      <c:pivotFmt>
        <c:idx val="3"/>
        <c:spPr>
          <a:solidFill>
            <a:schemeClr val="accent4"/>
          </a:solidFill>
          <a:ln>
            <a:noFill/>
          </a:ln>
          <a:effectLst>
            <a:outerShdw blurRad="254000" sx="102000" sy="102000" algn="ctr" rotWithShape="0">
              <a:prstClr val="black">
                <a:alpha val="20000"/>
              </a:prstClr>
            </a:outerShdw>
          </a:effectLst>
        </c:spPr>
      </c:pivotFmt>
      <c:pivotFmt>
        <c:idx val="4"/>
        <c:spPr>
          <a:solidFill>
            <a:schemeClr val="accent4"/>
          </a:solidFill>
          <a:ln>
            <a:noFill/>
          </a:ln>
          <a:effectLst>
            <a:outerShdw blurRad="254000" sx="102000" sy="102000" algn="ctr" rotWithShape="0">
              <a:prstClr val="black">
                <a:alpha val="20000"/>
              </a:prstClr>
            </a:outerShdw>
          </a:effectLst>
        </c:spPr>
      </c:pivotFmt>
      <c:pivotFmt>
        <c:idx val="5"/>
        <c:spPr>
          <a:solidFill>
            <a:schemeClr val="accent4"/>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6"/>
        <c:spPr>
          <a:solidFill>
            <a:schemeClr val="accent4"/>
          </a:solidFill>
          <a:ln>
            <a:noFill/>
          </a:ln>
          <a:effectLst>
            <a:outerShdw blurRad="254000" sx="102000" sy="102000" algn="ctr" rotWithShape="0">
              <a:prstClr val="black">
                <a:alpha val="20000"/>
              </a:prstClr>
            </a:outerShdw>
          </a:effectLst>
        </c:spPr>
      </c:pivotFmt>
      <c:pivotFmt>
        <c:idx val="7"/>
        <c:spPr>
          <a:solidFill>
            <a:schemeClr val="accent4"/>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8"/>
        <c:spPr>
          <a:solidFill>
            <a:schemeClr val="accent4"/>
          </a:solidFill>
          <a:ln>
            <a:noFill/>
          </a:ln>
          <a:effectLst>
            <a:outerShdw blurRad="254000" sx="102000" sy="102000" algn="ctr" rotWithShape="0">
              <a:prstClr val="black">
                <a:alpha val="20000"/>
              </a:prstClr>
            </a:outerShdw>
          </a:effectLst>
        </c:spPr>
      </c:pivotFmt>
    </c:pivotFmts>
    <c:plotArea>
      <c:layout/>
      <c:pieChart>
        <c:varyColors val="1"/>
        <c:dLbls>
          <c:dLblPos val="ctr"/>
          <c:showLegendKey val="0"/>
          <c:showVal val="0"/>
          <c:showCatName val="0"/>
          <c:showSerName val="0"/>
          <c:showPercent val="1"/>
          <c:showBubbleSize val="0"/>
          <c:showLeaderLines val="0"/>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[ADNEC.xlsx]Operating system Analysis!PivotTable3</c:name>
    <c:fmtId val="6"/>
  </c:pivotSource>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a:t>Win</a:t>
            </a:r>
            <a:r>
              <a:rPr lang="en-US" baseline="0"/>
              <a:t> Support Status</a:t>
            </a:r>
            <a:endParaRPr lang="en-US"/>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spPr>
          <a:solidFill>
            <a:schemeClr val="accent2"/>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1"/>
        <c:spPr>
          <a:solidFill>
            <a:schemeClr val="accent2"/>
          </a:solidFill>
          <a:ln>
            <a:noFill/>
          </a:ln>
          <a:effectLst>
            <a:outerShdw blurRad="254000" sx="102000" sy="102000" algn="ctr" rotWithShape="0">
              <a:prstClr val="black">
                <a:alpha val="20000"/>
              </a:prstClr>
            </a:outerShdw>
          </a:effectLst>
        </c:spPr>
      </c:pivotFmt>
      <c:pivotFmt>
        <c:idx val="2"/>
        <c:spPr>
          <a:solidFill>
            <a:schemeClr val="accent2"/>
          </a:solidFill>
          <a:ln>
            <a:noFill/>
          </a:ln>
          <a:effectLst>
            <a:outerShdw blurRad="254000" sx="102000" sy="102000" algn="ctr" rotWithShape="0">
              <a:prstClr val="black">
                <a:alpha val="20000"/>
              </a:prstClr>
            </a:outerShdw>
          </a:effectLst>
        </c:spPr>
      </c:pivotFmt>
      <c:pivotFmt>
        <c:idx val="3"/>
        <c:spPr>
          <a:solidFill>
            <a:schemeClr val="accent2"/>
          </a:solidFill>
          <a:ln>
            <a:noFill/>
          </a:ln>
          <a:effectLst>
            <a:outerShdw blurRad="254000" sx="102000" sy="102000" algn="ctr" rotWithShape="0">
              <a:prstClr val="black">
                <a:alpha val="20000"/>
              </a:prstClr>
            </a:outerShdw>
          </a:effectLst>
        </c:spPr>
      </c:pivotFmt>
      <c:pivotFmt>
        <c:idx val="4"/>
        <c:spPr>
          <a:solidFill>
            <a:schemeClr val="accent2"/>
          </a:solidFill>
          <a:ln>
            <a:noFill/>
          </a:ln>
          <a:effectLst>
            <a:outerShdw blurRad="254000" sx="102000" sy="102000" algn="ctr" rotWithShape="0">
              <a:prstClr val="black">
                <a:alpha val="20000"/>
              </a:prstClr>
            </a:outerShdw>
          </a:effectLst>
        </c:spPr>
      </c:pivotFmt>
      <c:pivotFmt>
        <c:idx val="5"/>
        <c:spPr>
          <a:solidFill>
            <a:schemeClr val="accent2"/>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6"/>
        <c:spPr>
          <a:solidFill>
            <a:schemeClr val="accent2"/>
          </a:solidFill>
          <a:ln>
            <a:noFill/>
          </a:ln>
          <a:effectLst>
            <a:outerShdw blurRad="254000" sx="102000" sy="102000" algn="ctr" rotWithShape="0">
              <a:prstClr val="black">
                <a:alpha val="20000"/>
              </a:prstClr>
            </a:outerShdw>
          </a:effectLst>
        </c:spPr>
      </c:pivotFmt>
      <c:pivotFmt>
        <c:idx val="7"/>
        <c:spPr>
          <a:solidFill>
            <a:schemeClr val="accent2"/>
          </a:solidFill>
          <a:ln>
            <a:noFill/>
          </a:ln>
          <a:effectLst>
            <a:outerShdw blurRad="254000" sx="102000" sy="102000" algn="ctr" rotWithShape="0">
              <a:prstClr val="black">
                <a:alpha val="20000"/>
              </a:prstClr>
            </a:outerShdw>
          </a:effectLst>
        </c:spPr>
      </c:pivotFmt>
      <c:pivotFmt>
        <c:idx val="8"/>
        <c:spPr>
          <a:solidFill>
            <a:schemeClr val="accent2"/>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9"/>
        <c:spPr>
          <a:solidFill>
            <a:schemeClr val="accent2"/>
          </a:solidFill>
          <a:ln>
            <a:noFill/>
          </a:ln>
          <a:effectLst>
            <a:outerShdw blurRad="254000" sx="102000" sy="102000" algn="ctr" rotWithShape="0">
              <a:prstClr val="black">
                <a:alpha val="20000"/>
              </a:prstClr>
            </a:outerShdw>
          </a:effectLst>
        </c:spPr>
      </c:pivotFmt>
      <c:pivotFmt>
        <c:idx val="10"/>
        <c:spPr>
          <a:solidFill>
            <a:schemeClr val="accent2"/>
          </a:solidFill>
          <a:ln>
            <a:noFill/>
          </a:ln>
          <a:effectLst>
            <a:outerShdw blurRad="254000" sx="102000" sy="102000" algn="ctr" rotWithShape="0">
              <a:prstClr val="black">
                <a:alpha val="20000"/>
              </a:prstClr>
            </a:outerShdw>
          </a:effectLst>
        </c:spPr>
      </c:pivotFmt>
    </c:pivotFmts>
    <c:plotArea>
      <c:layout/>
      <c:pieChart>
        <c:varyColors val="1"/>
        <c:ser>
          <c:idx val="0"/>
          <c:order val="0"/>
          <c:tx>
            <c:strRef>
              <c:f>'Operating system Analysis'!$B$56</c:f>
              <c:strCache>
                <c:ptCount val="1"/>
                <c:pt idx="0">
                  <c:v>Total</c:v>
                </c:pt>
              </c:strCache>
            </c:strRef>
          </c:tx>
          <c:dPt>
            <c:idx val="0"/>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0D1F-46F3-848E-33A938A7843E}"/>
              </c:ext>
            </c:extLst>
          </c:dPt>
          <c:dPt>
            <c:idx val="1"/>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0D1F-46F3-848E-33A938A7843E}"/>
              </c:ext>
            </c:extLst>
          </c:dPt>
          <c:dPt>
            <c:idx val="2"/>
            <c:bubble3D val="0"/>
            <c:spPr>
              <a:solidFill>
                <a:schemeClr val="accent6"/>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0D1F-46F3-848E-33A938A7843E}"/>
              </c:ext>
            </c:extLst>
          </c:dPt>
          <c:dLbls>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'Operating system Analysis'!$A$57:$A$59</c:f>
              <c:strCache>
                <c:ptCount val="2"/>
                <c:pt idx="0">
                  <c:v>Extended Support</c:v>
                </c:pt>
                <c:pt idx="1">
                  <c:v>Supported</c:v>
                </c:pt>
              </c:strCache>
            </c:strRef>
          </c:cat>
          <c:val>
            <c:numRef>
              <c:f>'Operating system Analysis'!$B$57:$B$59</c:f>
              <c:numCache>
                <c:formatCode>General</c:formatCode>
                <c:ptCount val="2"/>
                <c:pt idx="0">
                  <c:v>64</c:v>
                </c:pt>
                <c:pt idx="1">
                  <c:v>8</c:v>
                </c:pt>
              </c:numCache>
            </c:numRef>
          </c:val>
          <c:extLst>
            <c:ext xmlns:c16="http://schemas.microsoft.com/office/drawing/2014/chart" uri="{C3380CC4-5D6E-409C-BE32-E72D297353CC}">
              <c16:uniqueId val="{00000006-0D1F-46F3-848E-33A938A7843E}"/>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[ADNEC.xlsx]Readiness Analysis!PivotTable4</c:name>
    <c:fmtId val="6"/>
  </c:pivotSource>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a:t>VM Readiness</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spPr>
          <a:solidFill>
            <a:schemeClr val="accent4"/>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1"/>
        <c:spPr>
          <a:solidFill>
            <a:schemeClr val="accent4"/>
          </a:solidFill>
          <a:ln>
            <a:noFill/>
          </a:ln>
          <a:effectLst>
            <a:outerShdw blurRad="254000" sx="102000" sy="102000" algn="ctr" rotWithShape="0">
              <a:prstClr val="black">
                <a:alpha val="20000"/>
              </a:prstClr>
            </a:outerShdw>
          </a:effectLst>
        </c:spPr>
      </c:pivotFmt>
      <c:pivotFmt>
        <c:idx val="2"/>
        <c:spPr>
          <a:solidFill>
            <a:schemeClr val="accent4"/>
          </a:solidFill>
          <a:ln>
            <a:noFill/>
          </a:ln>
          <a:effectLst>
            <a:outerShdw blurRad="254000" sx="102000" sy="102000" algn="ctr" rotWithShape="0">
              <a:prstClr val="black">
                <a:alpha val="20000"/>
              </a:prstClr>
            </a:outerShdw>
          </a:effectLst>
        </c:spPr>
      </c:pivotFmt>
      <c:pivotFmt>
        <c:idx val="3"/>
        <c:spPr>
          <a:solidFill>
            <a:schemeClr val="accent4"/>
          </a:solidFill>
          <a:ln>
            <a:noFill/>
          </a:ln>
          <a:effectLst>
            <a:outerShdw blurRad="254000" sx="102000" sy="102000" algn="ctr" rotWithShape="0">
              <a:prstClr val="black">
                <a:alpha val="20000"/>
              </a:prstClr>
            </a:outerShdw>
          </a:effectLst>
        </c:spPr>
      </c:pivotFmt>
      <c:pivotFmt>
        <c:idx val="4"/>
        <c:spPr>
          <a:solidFill>
            <a:schemeClr val="accent4"/>
          </a:solidFill>
          <a:ln>
            <a:noFill/>
          </a:ln>
          <a:effectLst>
            <a:outerShdw blurRad="254000" sx="102000" sy="102000" algn="ctr" rotWithShape="0">
              <a:prstClr val="black">
                <a:alpha val="20000"/>
              </a:prstClr>
            </a:outerShdw>
          </a:effectLst>
        </c:spPr>
      </c:pivotFmt>
      <c:pivotFmt>
        <c:idx val="5"/>
        <c:spPr>
          <a:solidFill>
            <a:schemeClr val="accent4"/>
          </a:solidFill>
          <a:ln>
            <a:noFill/>
          </a:ln>
          <a:effectLst>
            <a:outerShdw blurRad="254000" sx="102000" sy="102000" algn="ctr" rotWithShape="0">
              <a:prstClr val="black">
                <a:alpha val="20000"/>
              </a:prstClr>
            </a:outerShdw>
          </a:effectLst>
        </c:spPr>
      </c:pivotFmt>
      <c:pivotFmt>
        <c:idx val="6"/>
        <c:spPr>
          <a:solidFill>
            <a:schemeClr val="accent4"/>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7"/>
        <c:spPr>
          <a:solidFill>
            <a:schemeClr val="accent4"/>
          </a:solidFill>
          <a:ln>
            <a:noFill/>
          </a:ln>
          <a:effectLst>
            <a:outerShdw blurRad="254000" sx="102000" sy="102000" algn="ctr" rotWithShape="0">
              <a:prstClr val="black">
                <a:alpha val="20000"/>
              </a:prstClr>
            </a:outerShdw>
          </a:effectLst>
        </c:spPr>
      </c:pivotFmt>
      <c:pivotFmt>
        <c:idx val="8"/>
        <c:spPr>
          <a:solidFill>
            <a:schemeClr val="accent4"/>
          </a:solidFill>
          <a:ln>
            <a:noFill/>
          </a:ln>
          <a:effectLst>
            <a:outerShdw blurRad="254000" sx="102000" sy="102000" algn="ctr" rotWithShape="0">
              <a:prstClr val="black">
                <a:alpha val="20000"/>
              </a:prstClr>
            </a:outerShdw>
          </a:effectLst>
        </c:spPr>
      </c:pivotFmt>
      <c:pivotFmt>
        <c:idx val="9"/>
        <c:spPr>
          <a:solidFill>
            <a:schemeClr val="accent4"/>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10"/>
        <c:spPr>
          <a:solidFill>
            <a:schemeClr val="accent4"/>
          </a:solidFill>
          <a:ln>
            <a:noFill/>
          </a:ln>
          <a:effectLst>
            <a:outerShdw blurRad="254000" sx="102000" sy="102000" algn="ctr" rotWithShape="0">
              <a:prstClr val="black">
                <a:alpha val="20000"/>
              </a:prstClr>
            </a:outerShdw>
          </a:effectLst>
        </c:spPr>
      </c:pivotFmt>
      <c:pivotFmt>
        <c:idx val="11"/>
        <c:spPr>
          <a:solidFill>
            <a:schemeClr val="accent4"/>
          </a:solidFill>
          <a:ln>
            <a:noFill/>
          </a:ln>
          <a:effectLst>
            <a:outerShdw blurRad="254000" sx="102000" sy="102000" algn="ctr" rotWithShape="0">
              <a:prstClr val="black">
                <a:alpha val="20000"/>
              </a:prstClr>
            </a:outerShdw>
          </a:effectLst>
        </c:spPr>
      </c:pivotFmt>
    </c:pivotFmts>
    <c:plotArea>
      <c:layout/>
      <c:pieChart>
        <c:varyColors val="1"/>
        <c:ser>
          <c:idx val="0"/>
          <c:order val="0"/>
          <c:tx>
            <c:strRef>
              <c:f>'Readiness Analysis'!$B$7</c:f>
              <c:strCache>
                <c:ptCount val="1"/>
                <c:pt idx="0">
                  <c:v>Total</c:v>
                </c:pt>
              </c:strCache>
            </c:strRef>
          </c:tx>
          <c:dPt>
            <c:idx val="0"/>
            <c:bubble3D val="0"/>
            <c:spPr>
              <a:solidFill>
                <a:schemeClr val="accent4">
                  <a:shade val="76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E20C-4BE3-8249-62632DD0C887}"/>
              </c:ext>
            </c:extLst>
          </c:dPt>
          <c:dPt>
            <c:idx val="1"/>
            <c:bubble3D val="0"/>
            <c:spPr>
              <a:solidFill>
                <a:schemeClr val="accent4">
                  <a:tint val="77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E20C-4BE3-8249-62632DD0C887}"/>
              </c:ext>
            </c:extLst>
          </c:dPt>
          <c:dPt>
            <c:idx val="2"/>
            <c:bubble3D val="0"/>
            <c:spPr>
              <a:solidFill>
                <a:schemeClr val="accent4">
                  <a:tint val="3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E20C-4BE3-8249-62632DD0C887}"/>
              </c:ext>
            </c:extLst>
          </c:dPt>
          <c:dPt>
            <c:idx val="3"/>
            <c:bubble3D val="0"/>
            <c:spPr>
              <a:solidFill>
                <a:schemeClr val="accent4">
                  <a:tint val="84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E20C-4BE3-8249-62632DD0C887}"/>
              </c:ext>
            </c:extLst>
          </c:dPt>
          <c:dLbls>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'Readiness Analysis'!$A$8:$A$10</c:f>
              <c:strCache>
                <c:ptCount val="2"/>
                <c:pt idx="0">
                  <c:v>Ready</c:v>
                </c:pt>
                <c:pt idx="1">
                  <c:v>Ready With Conditions</c:v>
                </c:pt>
              </c:strCache>
            </c:strRef>
          </c:cat>
          <c:val>
            <c:numRef>
              <c:f>'Readiness Analysis'!$B$8:$B$10</c:f>
              <c:numCache>
                <c:formatCode>General</c:formatCode>
                <c:ptCount val="2"/>
                <c:pt idx="0">
                  <c:v>76</c:v>
                </c:pt>
                <c:pt idx="1">
                  <c:v>3</c:v>
                </c:pt>
              </c:numCache>
            </c:numRef>
          </c:val>
          <c:extLst>
            <c:ext xmlns:c16="http://schemas.microsoft.com/office/drawing/2014/chart" uri="{C3380CC4-5D6E-409C-BE32-E72D297353CC}">
              <c16:uniqueId val="{00000008-E20C-4BE3-8249-62632DD0C887}"/>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On premises </c:v>
                </c:pt>
              </c:strCache>
            </c:strRef>
          </c:tx>
          <c:spPr>
            <a:solidFill>
              <a:schemeClr val="accent2">
                <a:shade val="80000"/>
                <a:satMod val="18000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RAM Size (GB)</c:v>
                </c:pt>
                <c:pt idx="1">
                  <c:v>Processor core </c:v>
                </c:pt>
              </c:strCache>
            </c:strRef>
          </c:cat>
          <c:val>
            <c:numRef>
              <c:f>Sheet1!$B$2:$B$3</c:f>
              <c:numCache>
                <c:formatCode>General</c:formatCode>
                <c:ptCount val="2"/>
                <c:pt idx="0">
                  <c:v>978</c:v>
                </c:pt>
                <c:pt idx="1">
                  <c:v>419</c:v>
                </c:pt>
              </c:numCache>
            </c:numRef>
          </c:val>
          <c:extLst>
            <c:ext xmlns:c16="http://schemas.microsoft.com/office/drawing/2014/chart" uri="{C3380CC4-5D6E-409C-BE32-E72D297353CC}">
              <c16:uniqueId val="{00000000-4EC1-45CA-B1CB-86920FACFCBF}"/>
            </c:ext>
          </c:extLst>
        </c:ser>
        <c:ser>
          <c:idx val="1"/>
          <c:order val="1"/>
          <c:tx>
            <c:strRef>
              <c:f>Sheet1!$C$1</c:f>
              <c:strCache>
                <c:ptCount val="1"/>
                <c:pt idx="0">
                  <c:v>on Azure </c:v>
                </c:pt>
              </c:strCache>
            </c:strRef>
          </c:tx>
          <c:spPr>
            <a:solidFill>
              <a:schemeClr val="accent4">
                <a:shade val="80000"/>
                <a:satMod val="18000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RAM Size (GB)</c:v>
                </c:pt>
                <c:pt idx="1">
                  <c:v>Processor core </c:v>
                </c:pt>
              </c:strCache>
            </c:strRef>
          </c:cat>
          <c:val>
            <c:numRef>
              <c:f>Sheet1!$C$2:$C$3</c:f>
              <c:numCache>
                <c:formatCode>General</c:formatCode>
                <c:ptCount val="2"/>
                <c:pt idx="0">
                  <c:v>517</c:v>
                </c:pt>
                <c:pt idx="1">
                  <c:v>212</c:v>
                </c:pt>
              </c:numCache>
            </c:numRef>
          </c:val>
          <c:extLst>
            <c:ext xmlns:c16="http://schemas.microsoft.com/office/drawing/2014/chart" uri="{C3380CC4-5D6E-409C-BE32-E72D297353CC}">
              <c16:uniqueId val="{00000001-4EC1-45CA-B1CB-86920FACFCBF}"/>
            </c:ext>
          </c:extLst>
        </c:ser>
        <c:ser>
          <c:idx val="2"/>
          <c:order val="2"/>
          <c:tx>
            <c:strRef>
              <c:f>Sheet1!$D$1</c:f>
              <c:strCache>
                <c:ptCount val="1"/>
                <c:pt idx="0">
                  <c:v>Column1</c:v>
                </c:pt>
              </c:strCache>
            </c:strRef>
          </c:tx>
          <c:spPr>
            <a:solidFill>
              <a:schemeClr val="accent6">
                <a:shade val="80000"/>
                <a:satMod val="18000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RAM Size (GB)</c:v>
                </c:pt>
                <c:pt idx="1">
                  <c:v>Processor core </c:v>
                </c:pt>
              </c:strCache>
            </c:strRef>
          </c:cat>
          <c:val>
            <c:numRef>
              <c:f>Sheet1!$D$2:$D$3</c:f>
              <c:numCache>
                <c:formatCode>General</c:formatCode>
                <c:ptCount val="2"/>
              </c:numCache>
            </c:numRef>
          </c:val>
          <c:extLst>
            <c:ext xmlns:c16="http://schemas.microsoft.com/office/drawing/2014/chart" uri="{C3380CC4-5D6E-409C-BE32-E72D297353CC}">
              <c16:uniqueId val="{00000002-4EC1-45CA-B1CB-86920FACFCBF}"/>
            </c:ext>
          </c:extLst>
        </c:ser>
        <c:dLbls>
          <c:dLblPos val="outEnd"/>
          <c:showLegendKey val="0"/>
          <c:showVal val="1"/>
          <c:showCatName val="0"/>
          <c:showSerName val="0"/>
          <c:showPercent val="0"/>
          <c:showBubbleSize val="0"/>
        </c:dLbls>
        <c:gapWidth val="100"/>
        <c:overlap val="-24"/>
        <c:axId val="370993007"/>
        <c:axId val="371274383"/>
      </c:barChart>
      <c:catAx>
        <c:axId val="370993007"/>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71274383"/>
        <c:crosses val="autoZero"/>
        <c:auto val="1"/>
        <c:lblAlgn val="ctr"/>
        <c:lblOffset val="100"/>
        <c:noMultiLvlLbl val="0"/>
      </c:catAx>
      <c:valAx>
        <c:axId val="37127438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70993007"/>
        <c:crosses val="autoZero"/>
        <c:crossBetween val="between"/>
      </c:valAx>
      <c:spPr>
        <a:noFill/>
        <a:ln>
          <a:noFill/>
        </a:ln>
        <a:effectLst/>
      </c:spPr>
    </c:plotArea>
    <c:legend>
      <c:legendPos val="b"/>
      <c:legendEntry>
        <c:idx val="2"/>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[ADNEC.xlsx]Performance Analysis!PivotTable1</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CPU Usage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'Performance Analysis'!$B$9</c:f>
              <c:strCache>
                <c:ptCount val="1"/>
                <c:pt idx="0">
                  <c:v>Total</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'Performance Analysis'!$A$10:$A$15</c:f>
              <c:strCache>
                <c:ptCount val="5"/>
                <c:pt idx="0">
                  <c:v>0% to 20%</c:v>
                </c:pt>
                <c:pt idx="1">
                  <c:v>20% to 40%</c:v>
                </c:pt>
                <c:pt idx="2">
                  <c:v>40% to 60%</c:v>
                </c:pt>
                <c:pt idx="3">
                  <c:v>60% to 80%</c:v>
                </c:pt>
                <c:pt idx="4">
                  <c:v>80% to 100%</c:v>
                </c:pt>
              </c:strCache>
            </c:strRef>
          </c:cat>
          <c:val>
            <c:numRef>
              <c:f>'Performance Analysis'!$B$10:$B$15</c:f>
              <c:numCache>
                <c:formatCode>General</c:formatCode>
                <c:ptCount val="5"/>
                <c:pt idx="0">
                  <c:v>32</c:v>
                </c:pt>
                <c:pt idx="1">
                  <c:v>24</c:v>
                </c:pt>
                <c:pt idx="2">
                  <c:v>13</c:v>
                </c:pt>
                <c:pt idx="3">
                  <c:v>4</c:v>
                </c:pt>
                <c:pt idx="4">
                  <c:v>6</c:v>
                </c:pt>
              </c:numCache>
            </c:numRef>
          </c:val>
          <c:extLst>
            <c:ext xmlns:c16="http://schemas.microsoft.com/office/drawing/2014/chart" uri="{C3380CC4-5D6E-409C-BE32-E72D297353CC}">
              <c16:uniqueId val="{00000000-3F56-405A-8DC7-8F6F06899AF1}"/>
            </c:ext>
          </c:extLst>
        </c:ser>
        <c:dLbls>
          <c:dLblPos val="outEnd"/>
          <c:showLegendKey val="0"/>
          <c:showVal val="1"/>
          <c:showCatName val="0"/>
          <c:showSerName val="0"/>
          <c:showPercent val="0"/>
          <c:showBubbleSize val="0"/>
        </c:dLbls>
        <c:gapWidth val="219"/>
        <c:overlap val="-27"/>
        <c:axId val="1366750687"/>
        <c:axId val="1366748191"/>
      </c:barChart>
      <c:catAx>
        <c:axId val="13667506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66748191"/>
        <c:crosses val="autoZero"/>
        <c:auto val="1"/>
        <c:lblAlgn val="ctr"/>
        <c:lblOffset val="100"/>
        <c:noMultiLvlLbl val="0"/>
      </c:catAx>
      <c:valAx>
        <c:axId val="136674819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6675068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[ADNEC.xlsx]Performance Analysis!PivotTable2</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Mem Usage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'Performance Analysis'!$B$29</c:f>
              <c:strCache>
                <c:ptCount val="1"/>
                <c:pt idx="0">
                  <c:v>Total</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'Performance Analysis'!$A$30:$A$34</c:f>
              <c:strCache>
                <c:ptCount val="4"/>
                <c:pt idx="0">
                  <c:v>0% to 20%</c:v>
                </c:pt>
                <c:pt idx="1">
                  <c:v>20% to 40%</c:v>
                </c:pt>
                <c:pt idx="2">
                  <c:v>40% to 60%</c:v>
                </c:pt>
                <c:pt idx="3">
                  <c:v>60% to 80%</c:v>
                </c:pt>
              </c:strCache>
            </c:strRef>
          </c:cat>
          <c:val>
            <c:numRef>
              <c:f>'Performance Analysis'!$B$30:$B$34</c:f>
              <c:numCache>
                <c:formatCode>General</c:formatCode>
                <c:ptCount val="4"/>
                <c:pt idx="0">
                  <c:v>31</c:v>
                </c:pt>
                <c:pt idx="1">
                  <c:v>30</c:v>
                </c:pt>
                <c:pt idx="2">
                  <c:v>14</c:v>
                </c:pt>
                <c:pt idx="3">
                  <c:v>4</c:v>
                </c:pt>
              </c:numCache>
            </c:numRef>
          </c:val>
          <c:extLst>
            <c:ext xmlns:c16="http://schemas.microsoft.com/office/drawing/2014/chart" uri="{C3380CC4-5D6E-409C-BE32-E72D297353CC}">
              <c16:uniqueId val="{00000000-2DAB-48A1-B866-B3645094E437}"/>
            </c:ext>
          </c:extLst>
        </c:ser>
        <c:dLbls>
          <c:dLblPos val="outEnd"/>
          <c:showLegendKey val="0"/>
          <c:showVal val="1"/>
          <c:showCatName val="0"/>
          <c:showSerName val="0"/>
          <c:showPercent val="0"/>
          <c:showBubbleSize val="0"/>
        </c:dLbls>
        <c:gapWidth val="219"/>
        <c:overlap val="-27"/>
        <c:axId val="1403976975"/>
        <c:axId val="1403971567"/>
      </c:barChart>
      <c:catAx>
        <c:axId val="14039769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03971567"/>
        <c:crosses val="autoZero"/>
        <c:auto val="1"/>
        <c:lblAlgn val="ctr"/>
        <c:lblOffset val="100"/>
        <c:noMultiLvlLbl val="0"/>
      </c:catAx>
      <c:valAx>
        <c:axId val="140397156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03976975"/>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baseline="0" dirty="0"/>
              <a:t>Azure TCO</a:t>
            </a:r>
            <a:endParaRPr 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1"/>
          <c:order val="0"/>
          <c:tx>
            <c:strRef>
              <c:f>Sheet1!$H$22</c:f>
              <c:strCache>
                <c:ptCount val="1"/>
                <c:pt idx="0">
                  <c:v>PAYG</c:v>
                </c:pt>
              </c:strCache>
            </c:strRef>
          </c:tx>
          <c:spPr>
            <a:solidFill>
              <a:schemeClr val="accent1">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Sheet1!$H$23</c:f>
              <c:numCache>
                <c:formatCode>#,##0</c:formatCode>
                <c:ptCount val="1"/>
                <c:pt idx="0">
                  <c:v>17713</c:v>
                </c:pt>
              </c:numCache>
            </c:numRef>
          </c:val>
          <c:extLst>
            <c:ext xmlns:c16="http://schemas.microsoft.com/office/drawing/2014/chart" uri="{C3380CC4-5D6E-409C-BE32-E72D297353CC}">
              <c16:uniqueId val="{00000000-CEB7-4833-872D-4E6FF7127C4B}"/>
            </c:ext>
          </c:extLst>
        </c:ser>
        <c:ser>
          <c:idx val="0"/>
          <c:order val="1"/>
          <c:tx>
            <c:strRef>
              <c:f>Sheet1!$I$22</c:f>
              <c:strCache>
                <c:ptCount val="1"/>
                <c:pt idx="0">
                  <c:v>1Y RI</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Sheet1!$I$23</c:f>
              <c:numCache>
                <c:formatCode>#,##0</c:formatCode>
                <c:ptCount val="1"/>
                <c:pt idx="0">
                  <c:v>15119</c:v>
                </c:pt>
              </c:numCache>
            </c:numRef>
          </c:val>
          <c:extLst>
            <c:ext xmlns:c16="http://schemas.microsoft.com/office/drawing/2014/chart" uri="{C3380CC4-5D6E-409C-BE32-E72D297353CC}">
              <c16:uniqueId val="{00000001-CEB7-4833-872D-4E6FF7127C4B}"/>
            </c:ext>
          </c:extLst>
        </c:ser>
        <c:ser>
          <c:idx val="2"/>
          <c:order val="2"/>
          <c:tx>
            <c:strRef>
              <c:f>Sheet1!$J$22</c:f>
              <c:strCache>
                <c:ptCount val="1"/>
                <c:pt idx="0">
                  <c:v>3Ys RI</c:v>
                </c:pt>
              </c:strCache>
            </c:strRef>
          </c:tx>
          <c:spPr>
            <a:solidFill>
              <a:schemeClr val="accent1">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Sheet1!$J$23</c:f>
              <c:numCache>
                <c:formatCode>#,##0</c:formatCode>
                <c:ptCount val="1"/>
                <c:pt idx="0">
                  <c:v>13300</c:v>
                </c:pt>
              </c:numCache>
            </c:numRef>
          </c:val>
          <c:extLst>
            <c:ext xmlns:c16="http://schemas.microsoft.com/office/drawing/2014/chart" uri="{C3380CC4-5D6E-409C-BE32-E72D297353CC}">
              <c16:uniqueId val="{00000002-CEB7-4833-872D-4E6FF7127C4B}"/>
            </c:ext>
          </c:extLst>
        </c:ser>
        <c:dLbls>
          <c:dLblPos val="outEnd"/>
          <c:showLegendKey val="0"/>
          <c:showVal val="1"/>
          <c:showCatName val="0"/>
          <c:showSerName val="0"/>
          <c:showPercent val="0"/>
          <c:showBubbleSize val="0"/>
        </c:dLbls>
        <c:gapWidth val="219"/>
        <c:overlap val="-27"/>
        <c:axId val="1648678399"/>
        <c:axId val="1648670911"/>
      </c:barChart>
      <c:catAx>
        <c:axId val="1648678399"/>
        <c:scaling>
          <c:orientation val="minMax"/>
        </c:scaling>
        <c:delete val="1"/>
        <c:axPos val="b"/>
        <c:numFmt formatCode="General" sourceLinked="1"/>
        <c:majorTickMark val="none"/>
        <c:minorTickMark val="none"/>
        <c:tickLblPos val="nextTo"/>
        <c:crossAx val="1648670911"/>
        <c:crosses val="autoZero"/>
        <c:auto val="1"/>
        <c:lblAlgn val="ctr"/>
        <c:lblOffset val="100"/>
        <c:noMultiLvlLbl val="0"/>
      </c:catAx>
      <c:valAx>
        <c:axId val="1648670911"/>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4867839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withinLinear" id="17">
  <a:schemeClr val="accent4"/>
</cs:colorStyle>
</file>

<file path=ppt/charts/colors4.xml><?xml version="1.0" encoding="utf-8"?>
<cs:colorStyle xmlns:cs="http://schemas.microsoft.com/office/drawing/2012/chartStyle" xmlns:a="http://schemas.openxmlformats.org/drawingml/2006/main" meth="withinLinear" id="17">
  <a:schemeClr val="accent4"/>
</cs:colorStyle>
</file>

<file path=ppt/charts/colors5.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withinLinear" id="17">
  <a:schemeClr val="accent4"/>
</cs:colorStyle>
</file>

<file path=ppt/charts/colors7.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withinLinear" id="17">
  <a:schemeClr val="accent4"/>
</cs:colorStyle>
</file>

<file path=ppt/charts/colors9.xml><?xml version="1.0" encoding="utf-8"?>
<cs:colorStyle xmlns:cs="http://schemas.microsoft.com/office/drawing/2012/chartStyle" xmlns:a="http://schemas.openxmlformats.org/drawingml/2006/main" meth="withinLinear" id="17">
  <a:schemeClr val="accent4"/>
</cs:colorStyle>
</file>

<file path=ppt/charts/colors10.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43D9E2-7041-458F-9D09-DCA33EBDC8C5}" type="datetimeFigureOut">
              <a:rPr lang="en-GB" smtClean="0"/>
              <a:t>22/12/2023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8DEE1D-A14F-4593-B34A-245D88E6E79C}" type="slidenum">
              <a:rPr lang="en-GB" smtClean="0"/>
              <a:t>‹#›</a:t>
            </a:fld>
            <a:endParaRPr lang="en-GB"/>
          </a:p>
        </p:txBody>
      </p:sp>
    </p:spTree>
    <p:extLst>
      <p:ext uri="{BB962C8B-B14F-4D97-AF65-F5344CB8AC3E}">
        <p14:creationId xmlns:p14="http://schemas.microsoft.com/office/powerpoint/2010/main" val="3644793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ktiv Grotesk" panose="020B0604020202020204" pitchFamily="34" charset="0"/>
              <a:buChar char="•"/>
            </a:pPr>
            <a:endParaRPr lang="en-US" dirty="0"/>
          </a:p>
        </p:txBody>
      </p:sp>
      <p:sp>
        <p:nvSpPr>
          <p:cNvPr id="4" name="Header Placeholder 3"/>
          <p:cNvSpPr>
            <a:spLocks noGrp="1"/>
          </p:cNvSpPr>
          <p:nvPr>
            <p:ph type="hd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Aktiv Grotesk"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0" cap="none" spc="0" normalizeH="0" baseline="0" noProof="0" dirty="0">
                <a:ln>
                  <a:noFill/>
                </a:ln>
                <a:gradFill>
                  <a:gsLst>
                    <a:gs pos="0">
                      <a:prstClr val="black"/>
                    </a:gs>
                    <a:gs pos="100000">
                      <a:prstClr val="black"/>
                    </a:gs>
                  </a:gsLst>
                  <a:lin ang="5400000" scaled="0"/>
                </a:gradFill>
                <a:effectLst/>
                <a:uLnTx/>
                <a:uFillTx/>
                <a:latin typeface="Aktiv Grotesk" pitchFamily="34" charset="0"/>
                <a:ea typeface="Aktiv Grotesk" pitchFamily="34" charset="0"/>
                <a:cs typeface="Aktiv Grotesk" pitchFamily="34" charset="0"/>
              </a:rPr>
              <a:t>© 2012 Microsoft Corporation. All rights reserved. Microsoft, Windows, and other product names are or may be registered trademarks and/or trademarks in the U.S. and/or other countries.</a:t>
            </a:r>
          </a:p>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0" cap="none" spc="0" normalizeH="0" baseline="0" noProof="0" dirty="0">
                <a:ln>
                  <a:noFill/>
                </a:ln>
                <a:gradFill>
                  <a:gsLst>
                    <a:gs pos="0">
                      <a:prstClr val="black"/>
                    </a:gs>
                    <a:gs pos="100000">
                      <a:prstClr val="black"/>
                    </a:gs>
                  </a:gsLst>
                  <a:lin ang="5400000" scaled="0"/>
                </a:gradFill>
                <a:effectLst/>
                <a:uLnTx/>
                <a:uFillTx/>
                <a:latin typeface="Aktiv Grotesk" pitchFamily="34" charset="0"/>
                <a:ea typeface="Aktiv Grotesk" pitchFamily="34" charset="0"/>
                <a:cs typeface="Aktiv Grotesk"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E77F58F-3990-4201-AF4D-2B7ABE6D1BA0}" type="datetime1">
              <a:rPr kumimoji="0" lang="en-US" sz="1800" b="0" i="0" u="none" strike="noStrike" kern="0" cap="none" spc="0" normalizeH="0" baseline="0" noProof="0" smtClean="0">
                <a:ln>
                  <a:noFill/>
                </a:ln>
                <a:solidFill>
                  <a:sysClr val="windowText" lastClr="000000"/>
                </a:solidFill>
                <a:effectLst/>
                <a:uLnTx/>
                <a:uFillTx/>
                <a:latin typeface="Aktiv Grotesk"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12/22/2023</a:t>
            </a:fld>
            <a:endParaRPr kumimoji="0" lang="en-US" sz="1800" b="0" i="0" u="none" strike="noStrike" kern="0" cap="none" spc="0" normalizeH="0" baseline="0" noProof="0" dirty="0">
              <a:ln>
                <a:noFill/>
              </a:ln>
              <a:solidFill>
                <a:sysClr val="windowText" lastClr="000000"/>
              </a:solidFill>
              <a:effectLst/>
              <a:uLnTx/>
              <a:uFillTx/>
              <a:latin typeface="Aktiv Grotesk" panose="020F0502020204030204"/>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800" b="0" i="0" u="none" strike="noStrike" kern="0" cap="none" spc="0" normalizeH="0" baseline="0" noProof="0" smtClean="0">
                <a:ln>
                  <a:noFill/>
                </a:ln>
                <a:solidFill>
                  <a:sysClr val="windowText" lastClr="000000"/>
                </a:solidFill>
                <a:effectLst/>
                <a:uLnTx/>
                <a:uFillTx/>
                <a:latin typeface="Aktiv Grotesk"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0" cap="none" spc="0" normalizeH="0" baseline="0" noProof="0" dirty="0">
              <a:ln>
                <a:noFill/>
              </a:ln>
              <a:solidFill>
                <a:sysClr val="windowText" lastClr="000000"/>
              </a:solidFill>
              <a:effectLst/>
              <a:uLnTx/>
              <a:uFillTx/>
              <a:latin typeface="Aktiv Grotesk" panose="020F0502020204030204"/>
              <a:ea typeface="+mn-ea"/>
              <a:cs typeface="+mn-cs"/>
            </a:endParaRPr>
          </a:p>
        </p:txBody>
      </p:sp>
    </p:spTree>
    <p:extLst>
      <p:ext uri="{BB962C8B-B14F-4D97-AF65-F5344CB8AC3E}">
        <p14:creationId xmlns:p14="http://schemas.microsoft.com/office/powerpoint/2010/main" val="34450543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typical delivery model</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1AC63E5-560D-4DBF-8E08-C2759A05A61D}" type="slidenum">
              <a:rPr kumimoji="0" lang="en-US" sz="1200" b="0" i="0" u="none" strike="noStrike" kern="1200" cap="none" spc="0" normalizeH="0" baseline="0" noProof="0" smtClean="0">
                <a:ln>
                  <a:noFill/>
                </a:ln>
                <a:solidFill>
                  <a:prstClr val="black"/>
                </a:solidFill>
                <a:effectLst/>
                <a:uLnTx/>
                <a:uFillTx/>
                <a:latin typeface="Aktiv Grotesk"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Aktiv Grotesk" panose="020F0502020204030204"/>
              <a:ea typeface="+mn-ea"/>
              <a:cs typeface="+mn-cs"/>
            </a:endParaRPr>
          </a:p>
        </p:txBody>
      </p:sp>
    </p:spTree>
    <p:extLst>
      <p:ext uri="{BB962C8B-B14F-4D97-AF65-F5344CB8AC3E}">
        <p14:creationId xmlns:p14="http://schemas.microsoft.com/office/powerpoint/2010/main" val="27690015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88DEE1D-A14F-4593-B34A-245D88E6E79C}" type="slidenum">
              <a:rPr lang="en-GB" smtClean="0"/>
              <a:t>9</a:t>
            </a:fld>
            <a:endParaRPr lang="en-GB"/>
          </a:p>
        </p:txBody>
      </p:sp>
    </p:spTree>
    <p:extLst>
      <p:ext uri="{BB962C8B-B14F-4D97-AF65-F5344CB8AC3E}">
        <p14:creationId xmlns:p14="http://schemas.microsoft.com/office/powerpoint/2010/main" val="5318958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understand that it’s not always easy to know where to start, so we’ve created this simplified flow chart with some key features of each database offering to help you choose the best destination for your needs. </a:t>
            </a:r>
          </a:p>
          <a:p>
            <a:endParaRPr lang="en-US" dirty="0"/>
          </a:p>
          <a:p>
            <a:r>
              <a:rPr lang="en-US" dirty="0"/>
              <a:t>If you know you’ll need OS level access and don’t want to make changes to your existing codebase, then SQL Server on Azure VM is the right option for you. </a:t>
            </a:r>
          </a:p>
          <a:p>
            <a:endParaRPr lang="en-US" dirty="0"/>
          </a:p>
          <a:p>
            <a:r>
              <a:rPr lang="en-US" dirty="0"/>
              <a:t>If your goal is to modernize an existing application, and want to take advantage of all the features of Azure PaaS, then Azure SQL MI may be the right fit. With a few tweaks to your existing application, you should be able to run on MI and take advantage of your instance easily.</a:t>
            </a:r>
          </a:p>
          <a:p>
            <a:endParaRPr lang="en-US" dirty="0"/>
          </a:p>
          <a:p>
            <a:r>
              <a:rPr lang="en-US" dirty="0"/>
              <a:t>If you’re looking to begin building cloud-native applications on Azure, or are looking for the flexibility to automatically pause and resume intermittent workloads, then Azure SQL Database is the perfect choice.</a:t>
            </a:r>
          </a:p>
          <a:p>
            <a:endParaRPr lang="en-US" dirty="0"/>
          </a:p>
          <a:p>
            <a:r>
              <a:rPr lang="en-US" dirty="0"/>
              <a:t>And finally, if you are looking to process data on the edge and need a small-footprint database to stream, store, and perform analytics, then Azure SQL Edge is the solution.  </a:t>
            </a:r>
          </a:p>
          <a:p>
            <a:endParaRPr lang="en-US" dirty="0"/>
          </a:p>
          <a:p>
            <a:r>
              <a:rPr lang="en-US" dirty="0"/>
              <a:t>Once on Azure, take advantage of all Azure SQL has to offer.  (suggest strike this)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6EF678-834A-48C3-A149-68FB38FF4BB0}" type="slidenum">
              <a:rPr kumimoji="0" lang="en-US" sz="1200" b="0" i="0" u="none" strike="noStrike" kern="1200" cap="none" spc="0" normalizeH="0" baseline="0" noProof="0" smtClean="0">
                <a:ln>
                  <a:noFill/>
                </a:ln>
                <a:solidFill>
                  <a:prstClr val="black"/>
                </a:solidFill>
                <a:effectLst/>
                <a:uLnTx/>
                <a:uFillTx/>
                <a:latin typeface="Aktiv Grotesk"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ktiv Grotesk" panose="020F0502020204030204"/>
              <a:ea typeface="+mn-ea"/>
              <a:cs typeface="+mn-cs"/>
            </a:endParaRPr>
          </a:p>
        </p:txBody>
      </p:sp>
    </p:spTree>
    <p:extLst>
      <p:ext uri="{BB962C8B-B14F-4D97-AF65-F5344CB8AC3E}">
        <p14:creationId xmlns:p14="http://schemas.microsoft.com/office/powerpoint/2010/main" val="35727728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Azure SQL Edge the operating system is that of the container holding the database software not of the edge device.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A4612C5-913E-4946-A2C0-FF4C5105F01D}" type="slidenum">
              <a:rPr kumimoji="0" lang="en-US" sz="1200" b="0" i="0" u="none" strike="noStrike" kern="1200" cap="none" spc="0" normalizeH="0" baseline="0" noProof="0" smtClean="0">
                <a:ln>
                  <a:noFill/>
                </a:ln>
                <a:solidFill>
                  <a:prstClr val="black"/>
                </a:solidFill>
                <a:effectLst/>
                <a:uLnTx/>
                <a:uFillTx/>
                <a:latin typeface="Aktiv Grotesk"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ktiv Grotesk" panose="020F0502020204030204"/>
              <a:ea typeface="+mn-ea"/>
              <a:cs typeface="+mn-cs"/>
            </a:endParaRPr>
          </a:p>
        </p:txBody>
      </p:sp>
    </p:spTree>
    <p:extLst>
      <p:ext uri="{BB962C8B-B14F-4D97-AF65-F5344CB8AC3E}">
        <p14:creationId xmlns:p14="http://schemas.microsoft.com/office/powerpoint/2010/main" val="11947460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Azure SQL Edge the operating system is that of the container holding the database software not of the edge device.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A4612C5-913E-4946-A2C0-FF4C5105F01D}" type="slidenum">
              <a:rPr kumimoji="0" lang="en-US" sz="1200" b="0" i="0" u="none" strike="noStrike" kern="1200" cap="none" spc="0" normalizeH="0" baseline="0" noProof="0" smtClean="0">
                <a:ln>
                  <a:noFill/>
                </a:ln>
                <a:solidFill>
                  <a:prstClr val="black"/>
                </a:solidFill>
                <a:effectLst/>
                <a:uLnTx/>
                <a:uFillTx/>
                <a:latin typeface="Aktiv Grotesk"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ktiv Grotesk" panose="020F0502020204030204"/>
              <a:ea typeface="+mn-ea"/>
              <a:cs typeface="+mn-cs"/>
            </a:endParaRPr>
          </a:p>
        </p:txBody>
      </p:sp>
    </p:spTree>
    <p:extLst>
      <p:ext uri="{BB962C8B-B14F-4D97-AF65-F5344CB8AC3E}">
        <p14:creationId xmlns:p14="http://schemas.microsoft.com/office/powerpoint/2010/main" val="20803583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Azure SQL Edge the operating system is that of the container holding the database software not of the edge device.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A4612C5-913E-4946-A2C0-FF4C5105F01D}" type="slidenum">
              <a:rPr kumimoji="0" lang="en-US" sz="1200" b="0" i="0" u="none" strike="noStrike" kern="1200" cap="none" spc="0" normalizeH="0" baseline="0" noProof="0" smtClean="0">
                <a:ln>
                  <a:noFill/>
                </a:ln>
                <a:solidFill>
                  <a:prstClr val="black"/>
                </a:solidFill>
                <a:effectLst/>
                <a:uLnTx/>
                <a:uFillTx/>
                <a:latin typeface="Aktiv Grotesk"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Aktiv Grotesk" panose="020F0502020204030204"/>
              <a:ea typeface="+mn-ea"/>
              <a:cs typeface="+mn-cs"/>
            </a:endParaRPr>
          </a:p>
        </p:txBody>
      </p:sp>
    </p:spTree>
    <p:extLst>
      <p:ext uri="{BB962C8B-B14F-4D97-AF65-F5344CB8AC3E}">
        <p14:creationId xmlns:p14="http://schemas.microsoft.com/office/powerpoint/2010/main" val="38083705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88DEE1D-A14F-4593-B34A-245D88E6E79C}" type="slidenum">
              <a:rPr lang="en-GB" smtClean="0"/>
              <a:t>17</a:t>
            </a:fld>
            <a:endParaRPr lang="en-GB"/>
          </a:p>
        </p:txBody>
      </p:sp>
    </p:spTree>
    <p:extLst>
      <p:ext uri="{BB962C8B-B14F-4D97-AF65-F5344CB8AC3E}">
        <p14:creationId xmlns:p14="http://schemas.microsoft.com/office/powerpoint/2010/main" val="14222822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Master" Target="../slideMasters/slideMaster1.xml"/><Relationship Id="rId4" Type="http://schemas.openxmlformats.org/officeDocument/2006/relationships/image" Target="../media/image15.jpe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Master" Target="../slideMasters/slideMaster1.xml"/><Relationship Id="rId4" Type="http://schemas.openxmlformats.org/officeDocument/2006/relationships/image" Target="../media/image26.jpeg"/></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Master" Target="../slideMasters/slideMaster1.xml"/><Relationship Id="rId1" Type="http://schemas.openxmlformats.org/officeDocument/2006/relationships/tags" Target="../tags/tag1.xml"/><Relationship Id="rId5" Type="http://schemas.openxmlformats.org/officeDocument/2006/relationships/image" Target="../media/image32.emf"/><Relationship Id="rId4" Type="http://schemas.openxmlformats.org/officeDocument/2006/relationships/oleObject" Target="../embeddings/oleObject1.bin"/></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Master" Target="../slideMasters/slideMaster1.xml"/><Relationship Id="rId1" Type="http://schemas.openxmlformats.org/officeDocument/2006/relationships/tags" Target="../tags/tag2.xml"/><Relationship Id="rId5" Type="http://schemas.openxmlformats.org/officeDocument/2006/relationships/image" Target="../media/image32.emf"/><Relationship Id="rId4" Type="http://schemas.openxmlformats.org/officeDocument/2006/relationships/oleObject" Target="../embeddings/oleObject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bg>
      <p:bgPr>
        <a:solidFill>
          <a:schemeClr val="bg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147B7F7-3EAA-3540-BC65-00BDB110EAC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8681" y="472516"/>
            <a:ext cx="1335673" cy="190278"/>
          </a:xfrm>
          <a:prstGeom prst="rect">
            <a:avLst/>
          </a:prstGeom>
        </p:spPr>
      </p:pic>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2" y="2532448"/>
            <a:ext cx="9630389" cy="1793104"/>
          </a:xfrm>
          <a:prstGeom prst="rect">
            <a:avLst/>
          </a:prstGeom>
          <a:noFill/>
        </p:spPr>
        <p:txBody>
          <a:bodyPr lIns="0" tIns="0" rIns="0" bIns="182880" anchor="b" anchorCtr="0"/>
          <a:lstStyle>
            <a:lvl1pPr>
              <a:defRPr sz="4704" strike="noStrike" spc="-49" baseline="0">
                <a:solidFill>
                  <a:schemeClr val="tx2"/>
                </a:solidFill>
              </a:defRPr>
            </a:lvl1pPr>
          </a:lstStyle>
          <a:p>
            <a:r>
              <a:rPr lang="en-US"/>
              <a:t>Azure presentation title </a:t>
            </a:r>
            <a:br>
              <a:rPr lang="en-US"/>
            </a:br>
            <a:r>
              <a:rPr lang="en-US"/>
              <a:t>or event name</a:t>
            </a:r>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7" y="4350114"/>
            <a:ext cx="9602819" cy="724246"/>
          </a:xfrm>
          <a:prstGeom prst="rect">
            <a:avLst/>
          </a:prstGeom>
        </p:spPr>
        <p:txBody>
          <a:bodyPr/>
          <a:lstStyle>
            <a:lvl1pPr>
              <a:defRPr sz="1765">
                <a:solidFill>
                  <a:srgbClr val="000000"/>
                </a:solidFill>
              </a:defRPr>
            </a:lvl1pPr>
            <a:lvl2pPr>
              <a:defRPr sz="1765">
                <a:solidFill>
                  <a:srgbClr val="000000"/>
                </a:solidFill>
              </a:defRPr>
            </a:lvl2pPr>
            <a:lvl3pPr>
              <a:defRPr sz="1371"/>
            </a:lvl3pPr>
            <a:lvl4pPr>
              <a:defRPr sz="1371"/>
            </a:lvl4pPr>
            <a:lvl5pPr>
              <a:defRPr sz="1028"/>
            </a:lvl5pPr>
          </a:lstStyle>
          <a:p>
            <a:pPr lvl="0"/>
            <a:r>
              <a:rPr lang="en-US"/>
              <a:t>Author name</a:t>
            </a:r>
            <a:br>
              <a:rPr lang="en-US"/>
            </a:br>
            <a:r>
              <a:rPr lang="en-US"/>
              <a:t>Date</a:t>
            </a:r>
          </a:p>
        </p:txBody>
      </p:sp>
    </p:spTree>
    <p:extLst>
      <p:ext uri="{BB962C8B-B14F-4D97-AF65-F5344CB8AC3E}">
        <p14:creationId xmlns:p14="http://schemas.microsoft.com/office/powerpoint/2010/main" val="33292979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bg>
      <p:bgPr>
        <a:solidFill>
          <a:schemeClr val="tx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1F9C5D-BBFD-AE42-A1D5-DA2C27C2E90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31184" y="473796"/>
            <a:ext cx="1335673" cy="190278"/>
          </a:xfrm>
          <a:prstGeom prst="rect">
            <a:avLst/>
          </a:prstGeom>
        </p:spPr>
      </p:pic>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2" y="2532448"/>
            <a:ext cx="9630389" cy="1793104"/>
          </a:xfrm>
          <a:prstGeom prst="rect">
            <a:avLst/>
          </a:prstGeom>
          <a:noFill/>
        </p:spPr>
        <p:txBody>
          <a:bodyPr lIns="0" tIns="0" rIns="0" bIns="182880" anchor="b" anchorCtr="0"/>
          <a:lstStyle>
            <a:lvl1pPr>
              <a:defRPr sz="4704" strike="noStrike" spc="-49" baseline="0">
                <a:solidFill>
                  <a:schemeClr val="bg2"/>
                </a:solidFill>
              </a:defRPr>
            </a:lvl1pPr>
          </a:lstStyle>
          <a:p>
            <a:r>
              <a:rPr lang="en-US"/>
              <a:t>Azure presentation title </a:t>
            </a:r>
            <a:br>
              <a:rPr lang="en-US"/>
            </a:br>
            <a:r>
              <a:rPr lang="en-US"/>
              <a:t>or event name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7" y="4350114"/>
            <a:ext cx="9602819" cy="724246"/>
          </a:xfrm>
          <a:prstGeom prst="rect">
            <a:avLst/>
          </a:prstGeom>
        </p:spPr>
        <p:txBody>
          <a:bodyPr/>
          <a:lstStyle>
            <a:lvl1pPr>
              <a:defRPr sz="1765">
                <a:solidFill>
                  <a:schemeClr val="bg2"/>
                </a:solidFill>
              </a:defRPr>
            </a:lvl1pPr>
            <a:lvl2pPr>
              <a:defRPr sz="1765">
                <a:solidFill>
                  <a:srgbClr val="000000"/>
                </a:solidFill>
              </a:defRPr>
            </a:lvl2pPr>
            <a:lvl3pPr>
              <a:defRPr sz="1371"/>
            </a:lvl3pPr>
            <a:lvl4pPr>
              <a:defRPr sz="1371"/>
            </a:lvl4pPr>
            <a:lvl5pPr>
              <a:defRPr sz="1028"/>
            </a:lvl5pPr>
          </a:lstStyle>
          <a:p>
            <a:pPr lvl="0"/>
            <a:r>
              <a:rPr lang="en-US"/>
              <a:t>Author name</a:t>
            </a:r>
            <a:br>
              <a:rPr lang="en-US"/>
            </a:br>
            <a:r>
              <a:rPr lang="en-US"/>
              <a:t>Date</a:t>
            </a:r>
          </a:p>
        </p:txBody>
      </p:sp>
    </p:spTree>
    <p:extLst>
      <p:ext uri="{BB962C8B-B14F-4D97-AF65-F5344CB8AC3E}">
        <p14:creationId xmlns:p14="http://schemas.microsoft.com/office/powerpoint/2010/main" val="7023989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bg>
      <p:bgPr>
        <a:solidFill>
          <a:srgbClr val="000000"/>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C1F9C5D-BBFD-AE42-A1D5-DA2C27C2E90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31184" y="473796"/>
            <a:ext cx="1335673" cy="190278"/>
          </a:xfrm>
          <a:prstGeom prst="rect">
            <a:avLst/>
          </a:prstGeom>
        </p:spPr>
      </p:pic>
      <p:sp>
        <p:nvSpPr>
          <p:cNvPr id="11" name="Title 1">
            <a:extLst>
              <a:ext uri="{FF2B5EF4-FFF2-40B4-BE49-F238E27FC236}">
                <a16:creationId xmlns:a16="http://schemas.microsoft.com/office/drawing/2014/main" id="{302B9254-503D-8F44-9D4B-18675DFDE809}"/>
              </a:ext>
            </a:extLst>
          </p:cNvPr>
          <p:cNvSpPr>
            <a:spLocks noGrp="1"/>
          </p:cNvSpPr>
          <p:nvPr>
            <p:ph type="title" hasCustomPrompt="1"/>
          </p:nvPr>
        </p:nvSpPr>
        <p:spPr>
          <a:xfrm>
            <a:off x="428682" y="2532448"/>
            <a:ext cx="9630389" cy="1793104"/>
          </a:xfrm>
          <a:prstGeom prst="rect">
            <a:avLst/>
          </a:prstGeom>
          <a:noFill/>
        </p:spPr>
        <p:txBody>
          <a:bodyPr lIns="0" tIns="0" rIns="0" bIns="182880" anchor="b" anchorCtr="0"/>
          <a:lstStyle>
            <a:lvl1pPr>
              <a:defRPr sz="4704" strike="noStrike" spc="-49" baseline="0">
                <a:solidFill>
                  <a:schemeClr val="bg2"/>
                </a:solidFill>
              </a:defRPr>
            </a:lvl1pPr>
          </a:lstStyle>
          <a:p>
            <a:r>
              <a:rPr lang="en-US"/>
              <a:t>Azure presentation title </a:t>
            </a:r>
            <a:br>
              <a:rPr lang="en-US"/>
            </a:br>
            <a:r>
              <a:rPr lang="en-US"/>
              <a:t>or event name</a:t>
            </a:r>
          </a:p>
        </p:txBody>
      </p:sp>
      <p:sp>
        <p:nvSpPr>
          <p:cNvPr id="12" name="Text Placeholder 10">
            <a:extLst>
              <a:ext uri="{FF2B5EF4-FFF2-40B4-BE49-F238E27FC236}">
                <a16:creationId xmlns:a16="http://schemas.microsoft.com/office/drawing/2014/main" id="{2D6C119F-8C39-DF40-90FE-09B7E3ECDBE0}"/>
              </a:ext>
            </a:extLst>
          </p:cNvPr>
          <p:cNvSpPr>
            <a:spLocks noGrp="1"/>
          </p:cNvSpPr>
          <p:nvPr>
            <p:ph type="body" sz="quarter" idx="15" hasCustomPrompt="1"/>
          </p:nvPr>
        </p:nvSpPr>
        <p:spPr>
          <a:xfrm>
            <a:off x="442467" y="4350114"/>
            <a:ext cx="9602819" cy="724246"/>
          </a:xfrm>
          <a:prstGeom prst="rect">
            <a:avLst/>
          </a:prstGeom>
        </p:spPr>
        <p:txBody>
          <a:bodyPr/>
          <a:lstStyle>
            <a:lvl1pPr>
              <a:defRPr sz="1765">
                <a:solidFill>
                  <a:schemeClr val="bg2"/>
                </a:solidFill>
              </a:defRPr>
            </a:lvl1pPr>
            <a:lvl2pPr>
              <a:defRPr sz="1765">
                <a:solidFill>
                  <a:srgbClr val="000000"/>
                </a:solidFill>
              </a:defRPr>
            </a:lvl2pPr>
            <a:lvl3pPr>
              <a:defRPr sz="1371"/>
            </a:lvl3pPr>
            <a:lvl4pPr>
              <a:defRPr sz="1371"/>
            </a:lvl4pPr>
            <a:lvl5pPr>
              <a:defRPr sz="1028"/>
            </a:lvl5pPr>
          </a:lstStyle>
          <a:p>
            <a:pPr lvl="0"/>
            <a:r>
              <a:rPr lang="en-US"/>
              <a:t>Author name</a:t>
            </a:r>
            <a:br>
              <a:rPr lang="en-US"/>
            </a:br>
            <a:r>
              <a:rPr lang="en-US"/>
              <a:t>Date</a:t>
            </a:r>
          </a:p>
        </p:txBody>
      </p:sp>
    </p:spTree>
    <p:extLst>
      <p:ext uri="{BB962C8B-B14F-4D97-AF65-F5344CB8AC3E}">
        <p14:creationId xmlns:p14="http://schemas.microsoft.com/office/powerpoint/2010/main" val="3770063107"/>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4">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F83EBA8-9428-5042-A6AB-BA1563CB95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8681" y="472516"/>
            <a:ext cx="1335673" cy="190278"/>
          </a:xfrm>
          <a:prstGeom prst="rect">
            <a:avLst/>
          </a:prstGeom>
        </p:spPr>
      </p:pic>
      <p:pic>
        <p:nvPicPr>
          <p:cNvPr id="5" name="Picture 4">
            <a:extLst>
              <a:ext uri="{FF2B5EF4-FFF2-40B4-BE49-F238E27FC236}">
                <a16:creationId xmlns:a16="http://schemas.microsoft.com/office/drawing/2014/main" id="{B0419340-DB0C-B34E-84FE-2AA1A19A58C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857617" y="0"/>
            <a:ext cx="5973790" cy="6858000"/>
          </a:xfrm>
          <a:prstGeom prst="rect">
            <a:avLst/>
          </a:prstGeom>
        </p:spPr>
      </p:pic>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4" strike="noStrike" spc="-49"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1"/>
            </a:lvl3pPr>
            <a:lvl4pPr>
              <a:defRPr sz="1371"/>
            </a:lvl4pPr>
            <a:lvl5pPr>
              <a:defRPr sz="1028"/>
            </a:lvl5pPr>
          </a:lstStyle>
          <a:p>
            <a:pPr lvl="0"/>
            <a:r>
              <a:rPr lang="en-US"/>
              <a:t>Author name</a:t>
            </a:r>
            <a:br>
              <a:rPr lang="en-US"/>
            </a:br>
            <a:r>
              <a:rPr lang="en-US"/>
              <a:t>Date</a:t>
            </a:r>
          </a:p>
        </p:txBody>
      </p:sp>
    </p:spTree>
    <p:extLst>
      <p:ext uri="{BB962C8B-B14F-4D97-AF65-F5344CB8AC3E}">
        <p14:creationId xmlns:p14="http://schemas.microsoft.com/office/powerpoint/2010/main" val="2693027446"/>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5">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4"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1"/>
            </a:lvl3pPr>
            <a:lvl4pPr>
              <a:defRPr sz="1371"/>
            </a:lvl4pPr>
            <a:lvl5pPr>
              <a:defRPr sz="1028"/>
            </a:lvl5pPr>
          </a:lstStyle>
          <a:p>
            <a:pPr lvl="0"/>
            <a:r>
              <a:rPr lang="en-US"/>
              <a:t>Author name</a:t>
            </a:r>
            <a:br>
              <a:rPr lang="en-US"/>
            </a:br>
            <a:r>
              <a:rPr lang="en-US"/>
              <a:t>Date</a:t>
            </a:r>
          </a:p>
        </p:txBody>
      </p:sp>
      <p:pic>
        <p:nvPicPr>
          <p:cNvPr id="7" name="Picture 6">
            <a:extLst>
              <a:ext uri="{FF2B5EF4-FFF2-40B4-BE49-F238E27FC236}">
                <a16:creationId xmlns:a16="http://schemas.microsoft.com/office/drawing/2014/main" id="{F64BDF03-4137-9B4F-811A-B300BDF9B2A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286468" y="206106"/>
            <a:ext cx="5583404" cy="6409831"/>
          </a:xfrm>
          <a:prstGeom prst="rect">
            <a:avLst/>
          </a:prstGeom>
        </p:spPr>
      </p:pic>
    </p:spTree>
    <p:extLst>
      <p:ext uri="{BB962C8B-B14F-4D97-AF65-F5344CB8AC3E}">
        <p14:creationId xmlns:p14="http://schemas.microsoft.com/office/powerpoint/2010/main" val="2263761661"/>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6">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4"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1"/>
            </a:lvl3pPr>
            <a:lvl4pPr>
              <a:defRPr sz="1371"/>
            </a:lvl4pPr>
            <a:lvl5pPr>
              <a:defRPr sz="1028"/>
            </a:lvl5pPr>
          </a:lstStyle>
          <a:p>
            <a:pPr lvl="0"/>
            <a:r>
              <a:rPr lang="en-US"/>
              <a:t>Author name</a:t>
            </a:r>
            <a:br>
              <a:rPr lang="en-US"/>
            </a:br>
            <a:r>
              <a:rPr lang="en-US"/>
              <a:t>Date</a:t>
            </a:r>
          </a:p>
        </p:txBody>
      </p:sp>
      <p:pic>
        <p:nvPicPr>
          <p:cNvPr id="8" name="Picture 7">
            <a:extLst>
              <a:ext uri="{FF2B5EF4-FFF2-40B4-BE49-F238E27FC236}">
                <a16:creationId xmlns:a16="http://schemas.microsoft.com/office/drawing/2014/main" id="{67DB9C92-5B22-1645-98AA-DEA153351D4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445183" y="321590"/>
            <a:ext cx="5413537" cy="6214821"/>
          </a:xfrm>
          <a:prstGeom prst="rect">
            <a:avLst/>
          </a:prstGeom>
        </p:spPr>
      </p:pic>
    </p:spTree>
    <p:extLst>
      <p:ext uri="{BB962C8B-B14F-4D97-AF65-F5344CB8AC3E}">
        <p14:creationId xmlns:p14="http://schemas.microsoft.com/office/powerpoint/2010/main" val="3979109006"/>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7">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4"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1"/>
            </a:lvl3pPr>
            <a:lvl4pPr>
              <a:defRPr sz="1371"/>
            </a:lvl4pPr>
            <a:lvl5pPr>
              <a:defRPr sz="1028"/>
            </a:lvl5pPr>
          </a:lstStyle>
          <a:p>
            <a:pPr lvl="0"/>
            <a:r>
              <a:rPr lang="en-US"/>
              <a:t>Author name</a:t>
            </a:r>
            <a:br>
              <a:rPr lang="en-US"/>
            </a:br>
            <a:r>
              <a:rPr lang="en-US"/>
              <a:t>Date</a:t>
            </a:r>
          </a:p>
        </p:txBody>
      </p:sp>
      <p:sp>
        <p:nvSpPr>
          <p:cNvPr id="7" name="Rectangle 6">
            <a:extLst>
              <a:ext uri="{FF2B5EF4-FFF2-40B4-BE49-F238E27FC236}">
                <a16:creationId xmlns:a16="http://schemas.microsoft.com/office/drawing/2014/main" id="{7507D490-6D76-184D-B20A-2C0F2F3DD099}"/>
              </a:ext>
            </a:extLst>
          </p:cNvPr>
          <p:cNvSpPr/>
          <p:nvPr userDrawn="1"/>
        </p:nvSpPr>
        <p:spPr bwMode="auto">
          <a:xfrm>
            <a:off x="6111902" y="0"/>
            <a:ext cx="6080099" cy="6858000"/>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3927" fontAlgn="base">
              <a:lnSpc>
                <a:spcPct val="90000"/>
              </a:lnSpc>
              <a:spcBef>
                <a:spcPct val="0"/>
              </a:spcBef>
              <a:spcAft>
                <a:spcPct val="0"/>
              </a:spcAft>
            </a:pPr>
            <a:endParaRPr lang="en-US" sz="2353" err="1">
              <a:solidFill>
                <a:schemeClr val="tx1"/>
              </a:solidFill>
              <a:ea typeface="Aktiv Grotesk" pitchFamily="34" charset="0"/>
              <a:cs typeface="Aktiv Grotesk" pitchFamily="34" charset="0"/>
            </a:endParaRPr>
          </a:p>
        </p:txBody>
      </p:sp>
      <p:pic>
        <p:nvPicPr>
          <p:cNvPr id="9" name="Picture 8">
            <a:extLst>
              <a:ext uri="{FF2B5EF4-FFF2-40B4-BE49-F238E27FC236}">
                <a16:creationId xmlns:a16="http://schemas.microsoft.com/office/drawing/2014/main" id="{04B63C3A-8B21-B940-BD1D-D9281E6DD25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165055" y="0"/>
            <a:ext cx="5973790" cy="6858000"/>
          </a:xfrm>
          <a:prstGeom prst="rect">
            <a:avLst/>
          </a:prstGeom>
        </p:spPr>
      </p:pic>
    </p:spTree>
    <p:extLst>
      <p:ext uri="{BB962C8B-B14F-4D97-AF65-F5344CB8AC3E}">
        <p14:creationId xmlns:p14="http://schemas.microsoft.com/office/powerpoint/2010/main" val="1950745920"/>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8">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4"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1"/>
            </a:lvl3pPr>
            <a:lvl4pPr>
              <a:defRPr sz="1371"/>
            </a:lvl4pPr>
            <a:lvl5pPr>
              <a:defRPr sz="1028"/>
            </a:lvl5pPr>
          </a:lstStyle>
          <a:p>
            <a:pPr lvl="0"/>
            <a:r>
              <a:rPr lang="en-US"/>
              <a:t>Author name</a:t>
            </a:r>
            <a:br>
              <a:rPr lang="en-US"/>
            </a:br>
            <a:r>
              <a:rPr lang="en-US"/>
              <a:t>Date</a:t>
            </a:r>
          </a:p>
        </p:txBody>
      </p:sp>
      <p:sp>
        <p:nvSpPr>
          <p:cNvPr id="7" name="Rectangle 6">
            <a:extLst>
              <a:ext uri="{FF2B5EF4-FFF2-40B4-BE49-F238E27FC236}">
                <a16:creationId xmlns:a16="http://schemas.microsoft.com/office/drawing/2014/main" id="{D76228DA-C78B-F44C-94F8-7128E0B2D7A7}"/>
              </a:ext>
            </a:extLst>
          </p:cNvPr>
          <p:cNvSpPr/>
          <p:nvPr userDrawn="1"/>
        </p:nvSpPr>
        <p:spPr bwMode="auto">
          <a:xfrm>
            <a:off x="6111902" y="0"/>
            <a:ext cx="6080099" cy="6858000"/>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3927" fontAlgn="base">
              <a:lnSpc>
                <a:spcPct val="90000"/>
              </a:lnSpc>
              <a:spcBef>
                <a:spcPct val="0"/>
              </a:spcBef>
              <a:spcAft>
                <a:spcPct val="0"/>
              </a:spcAft>
            </a:pPr>
            <a:endParaRPr lang="en-US" sz="2353" err="1">
              <a:solidFill>
                <a:schemeClr val="tx1"/>
              </a:solidFill>
              <a:ea typeface="Aktiv Grotesk" pitchFamily="34" charset="0"/>
              <a:cs typeface="Aktiv Grotesk" pitchFamily="34" charset="0"/>
            </a:endParaRPr>
          </a:p>
        </p:txBody>
      </p:sp>
      <p:pic>
        <p:nvPicPr>
          <p:cNvPr id="8" name="Picture 7">
            <a:extLst>
              <a:ext uri="{FF2B5EF4-FFF2-40B4-BE49-F238E27FC236}">
                <a16:creationId xmlns:a16="http://schemas.microsoft.com/office/drawing/2014/main" id="{942E84EF-6F95-A646-8F37-FD94FE90797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6111902" y="0"/>
            <a:ext cx="6080099" cy="6858000"/>
          </a:xfrm>
          <a:prstGeom prst="rect">
            <a:avLst/>
          </a:prstGeom>
        </p:spPr>
      </p:pic>
    </p:spTree>
    <p:extLst>
      <p:ext uri="{BB962C8B-B14F-4D97-AF65-F5344CB8AC3E}">
        <p14:creationId xmlns:p14="http://schemas.microsoft.com/office/powerpoint/2010/main" val="2793434573"/>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9">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4"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1"/>
            </a:lvl3pPr>
            <a:lvl4pPr>
              <a:defRPr sz="1371"/>
            </a:lvl4pPr>
            <a:lvl5pPr>
              <a:defRPr sz="1028"/>
            </a:lvl5pPr>
          </a:lstStyle>
          <a:p>
            <a:pPr lvl="0"/>
            <a:r>
              <a:rPr lang="en-US"/>
              <a:t>Author name</a:t>
            </a:r>
            <a:br>
              <a:rPr lang="en-US"/>
            </a:br>
            <a:r>
              <a:rPr lang="en-US"/>
              <a:t>Date</a:t>
            </a:r>
          </a:p>
        </p:txBody>
      </p:sp>
      <p:sp>
        <p:nvSpPr>
          <p:cNvPr id="7" name="Rectangle 6">
            <a:extLst>
              <a:ext uri="{FF2B5EF4-FFF2-40B4-BE49-F238E27FC236}">
                <a16:creationId xmlns:a16="http://schemas.microsoft.com/office/drawing/2014/main" id="{01443AB1-0CDE-B44D-8883-27DEB7B914EA}"/>
              </a:ext>
            </a:extLst>
          </p:cNvPr>
          <p:cNvSpPr/>
          <p:nvPr userDrawn="1"/>
        </p:nvSpPr>
        <p:spPr bwMode="auto">
          <a:xfrm>
            <a:off x="6111902" y="0"/>
            <a:ext cx="6080099" cy="6858000"/>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3927" fontAlgn="base">
              <a:lnSpc>
                <a:spcPct val="90000"/>
              </a:lnSpc>
              <a:spcBef>
                <a:spcPct val="0"/>
              </a:spcBef>
              <a:spcAft>
                <a:spcPct val="0"/>
              </a:spcAft>
            </a:pPr>
            <a:endParaRPr lang="en-US" sz="2353" err="1">
              <a:solidFill>
                <a:schemeClr val="tx1"/>
              </a:solidFill>
              <a:ea typeface="Aktiv Grotesk" pitchFamily="34" charset="0"/>
              <a:cs typeface="Aktiv Grotesk" pitchFamily="34" charset="0"/>
            </a:endParaRPr>
          </a:p>
        </p:txBody>
      </p:sp>
      <p:pic>
        <p:nvPicPr>
          <p:cNvPr id="8" name="Picture 7">
            <a:extLst>
              <a:ext uri="{FF2B5EF4-FFF2-40B4-BE49-F238E27FC236}">
                <a16:creationId xmlns:a16="http://schemas.microsoft.com/office/drawing/2014/main" id="{64E0159D-061E-A640-B0A5-C7A703E35A9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99097" y="0"/>
            <a:ext cx="5973790" cy="6858000"/>
          </a:xfrm>
          <a:prstGeom prst="rect">
            <a:avLst/>
          </a:prstGeom>
        </p:spPr>
      </p:pic>
    </p:spTree>
    <p:extLst>
      <p:ext uri="{BB962C8B-B14F-4D97-AF65-F5344CB8AC3E}">
        <p14:creationId xmlns:p14="http://schemas.microsoft.com/office/powerpoint/2010/main" val="1018187795"/>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10">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4"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1"/>
            </a:lvl3pPr>
            <a:lvl4pPr>
              <a:defRPr sz="1371"/>
            </a:lvl4pPr>
            <a:lvl5pPr>
              <a:defRPr sz="1028"/>
            </a:lvl5pPr>
          </a:lstStyle>
          <a:p>
            <a:pPr lvl="0"/>
            <a:r>
              <a:rPr lang="en-US"/>
              <a:t>Author name</a:t>
            </a:r>
            <a:br>
              <a:rPr lang="en-US"/>
            </a:br>
            <a:r>
              <a:rPr lang="en-US"/>
              <a:t>Date</a:t>
            </a:r>
          </a:p>
        </p:txBody>
      </p:sp>
      <p:pic>
        <p:nvPicPr>
          <p:cNvPr id="9" name="Picture 8">
            <a:extLst>
              <a:ext uri="{FF2B5EF4-FFF2-40B4-BE49-F238E27FC236}">
                <a16:creationId xmlns:a16="http://schemas.microsoft.com/office/drawing/2014/main" id="{92E2926B-CE4C-8042-8EAB-E69CCC77CEF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218210" y="0"/>
            <a:ext cx="5973790" cy="6858000"/>
          </a:xfrm>
          <a:prstGeom prst="rect">
            <a:avLst/>
          </a:prstGeom>
        </p:spPr>
      </p:pic>
    </p:spTree>
    <p:extLst>
      <p:ext uri="{BB962C8B-B14F-4D97-AF65-F5344CB8AC3E}">
        <p14:creationId xmlns:p14="http://schemas.microsoft.com/office/powerpoint/2010/main" val="3704209618"/>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1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4"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1"/>
            </a:lvl3pPr>
            <a:lvl4pPr>
              <a:defRPr sz="1371"/>
            </a:lvl4pPr>
            <a:lvl5pPr>
              <a:defRPr sz="1028"/>
            </a:lvl5pPr>
          </a:lstStyle>
          <a:p>
            <a:pPr lvl="0"/>
            <a:r>
              <a:rPr lang="en-US"/>
              <a:t>Author name</a:t>
            </a:r>
            <a:br>
              <a:rPr lang="en-US"/>
            </a:br>
            <a:r>
              <a:rPr lang="en-US"/>
              <a:t>Date</a:t>
            </a:r>
          </a:p>
        </p:txBody>
      </p:sp>
      <p:pic>
        <p:nvPicPr>
          <p:cNvPr id="7" name="Picture 6">
            <a:extLst>
              <a:ext uri="{FF2B5EF4-FFF2-40B4-BE49-F238E27FC236}">
                <a16:creationId xmlns:a16="http://schemas.microsoft.com/office/drawing/2014/main" id="{F5B5B5AE-3FA2-9E4F-A2B8-042B9D355724}"/>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6218210" y="0"/>
            <a:ext cx="5973790" cy="6858000"/>
          </a:xfrm>
          <a:prstGeom prst="rect">
            <a:avLst/>
          </a:prstGeom>
        </p:spPr>
      </p:pic>
    </p:spTree>
    <p:extLst>
      <p:ext uri="{BB962C8B-B14F-4D97-AF65-F5344CB8AC3E}">
        <p14:creationId xmlns:p14="http://schemas.microsoft.com/office/powerpoint/2010/main" val="3134765914"/>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1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4"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1"/>
            </a:lvl3pPr>
            <a:lvl4pPr>
              <a:defRPr sz="1371"/>
            </a:lvl4pPr>
            <a:lvl5pPr>
              <a:defRPr sz="1028"/>
            </a:lvl5pPr>
          </a:lstStyle>
          <a:p>
            <a:pPr lvl="0"/>
            <a:r>
              <a:rPr lang="en-US"/>
              <a:t>Author name</a:t>
            </a:r>
            <a:br>
              <a:rPr lang="en-US"/>
            </a:br>
            <a:r>
              <a:rPr lang="en-US"/>
              <a:t>Date</a:t>
            </a:r>
          </a:p>
        </p:txBody>
      </p:sp>
      <p:pic>
        <p:nvPicPr>
          <p:cNvPr id="7" name="Picture 6">
            <a:extLst>
              <a:ext uri="{FF2B5EF4-FFF2-40B4-BE49-F238E27FC236}">
                <a16:creationId xmlns:a16="http://schemas.microsoft.com/office/drawing/2014/main" id="{8B6D3BFF-96E5-A945-99DA-8C69FBFC85B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218210" y="0"/>
            <a:ext cx="5973790" cy="6858000"/>
          </a:xfrm>
          <a:prstGeom prst="rect">
            <a:avLst/>
          </a:prstGeom>
        </p:spPr>
      </p:pic>
    </p:spTree>
    <p:extLst>
      <p:ext uri="{BB962C8B-B14F-4D97-AF65-F5344CB8AC3E}">
        <p14:creationId xmlns:p14="http://schemas.microsoft.com/office/powerpoint/2010/main" val="1549021142"/>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6" y="1168944"/>
            <a:ext cx="3618381" cy="899665"/>
          </a:xfrm>
          <a:prstGeom prst="rect">
            <a:avLst/>
          </a:prstGeom>
        </p:spPr>
        <p:txBody>
          <a:bodyPr lIns="0" tIns="0" rIns="0" bIns="0"/>
          <a:lstStyle>
            <a:lvl1pPr>
              <a:defRPr sz="1765" spc="0" baseline="0">
                <a:solidFill>
                  <a:srgbClr val="000000"/>
                </a:solidFill>
              </a:defRPr>
            </a:lvl1pPr>
          </a:lstStyle>
          <a:p>
            <a:r>
              <a:rPr lang="en-US"/>
              <a:t>Contents</a:t>
            </a:r>
          </a:p>
        </p:txBody>
      </p:sp>
      <p:sp>
        <p:nvSpPr>
          <p:cNvPr id="4" name="Text Placeholder 3"/>
          <p:cNvSpPr>
            <a:spLocks noGrp="1"/>
          </p:cNvSpPr>
          <p:nvPr>
            <p:ph type="body" sz="quarter" idx="10" hasCustomPrompt="1"/>
          </p:nvPr>
        </p:nvSpPr>
        <p:spPr>
          <a:xfrm>
            <a:off x="6229844" y="1168944"/>
            <a:ext cx="547437" cy="3786998"/>
          </a:xfrm>
          <a:prstGeom prst="rect">
            <a:avLst/>
          </a:prstGeom>
        </p:spPr>
        <p:txBody>
          <a:bodyPr wrap="square" lIns="0" tIns="0" rIns="0" bIns="0">
            <a:noAutofit/>
          </a:bodyPr>
          <a:lstStyle>
            <a:lvl1pPr marL="0" indent="0" defTabSz="507233">
              <a:spcAft>
                <a:spcPts val="490"/>
              </a:spcAft>
              <a:buNone/>
              <a:defRPr sz="1765" spc="0" baseline="0">
                <a:solidFill>
                  <a:schemeClr val="tx2"/>
                </a:solidFill>
              </a:defRPr>
            </a:lvl1pPr>
            <a:lvl2pPr marL="224054" indent="0">
              <a:buNone/>
              <a:defRPr sz="1765"/>
            </a:lvl2pPr>
            <a:lvl3pPr marL="448107" indent="0">
              <a:buNone/>
              <a:defRPr sz="1765"/>
            </a:lvl3pPr>
            <a:lvl4pPr marL="672161" indent="0">
              <a:buNone/>
              <a:defRPr sz="1765"/>
            </a:lvl4pPr>
            <a:lvl5pPr marL="896214" indent="0">
              <a:buNone/>
              <a:defRPr sz="1765"/>
            </a:lvl5pPr>
          </a:lstStyle>
          <a:p>
            <a:pPr lvl="0"/>
            <a:r>
              <a:rPr lang="en-US"/>
              <a:t>##</a:t>
            </a:r>
            <a:br>
              <a:rPr lang="en-US"/>
            </a:br>
            <a:r>
              <a:rPr lang="en-US"/>
              <a:t>##</a:t>
            </a:r>
            <a:br>
              <a:rPr lang="en-US"/>
            </a:br>
            <a:r>
              <a:rPr lang="en-US"/>
              <a:t>##</a:t>
            </a:r>
            <a:br>
              <a:rPr lang="en-US"/>
            </a:br>
            <a:r>
              <a:rPr lang="en-US"/>
              <a:t>##</a:t>
            </a:r>
            <a:br>
              <a:rPr lang="en-US"/>
            </a:br>
            <a:r>
              <a:rPr lang="en-US"/>
              <a:t>##</a:t>
            </a:r>
          </a:p>
        </p:txBody>
      </p:sp>
      <p:sp>
        <p:nvSpPr>
          <p:cNvPr id="11" name="Text Placeholder 3">
            <a:extLst>
              <a:ext uri="{FF2B5EF4-FFF2-40B4-BE49-F238E27FC236}">
                <a16:creationId xmlns:a16="http://schemas.microsoft.com/office/drawing/2014/main" id="{FF941B29-79EC-DD49-A767-757BAE16FCDB}"/>
              </a:ext>
            </a:extLst>
          </p:cNvPr>
          <p:cNvSpPr>
            <a:spLocks noGrp="1"/>
          </p:cNvSpPr>
          <p:nvPr>
            <p:ph type="body" sz="quarter" idx="11" hasCustomPrompt="1"/>
          </p:nvPr>
        </p:nvSpPr>
        <p:spPr>
          <a:xfrm>
            <a:off x="6777281" y="1168943"/>
            <a:ext cx="3290380" cy="3786998"/>
          </a:xfrm>
          <a:prstGeom prst="rect">
            <a:avLst/>
          </a:prstGeom>
        </p:spPr>
        <p:txBody>
          <a:bodyPr wrap="square" lIns="0" tIns="0" rIns="0" bIns="0">
            <a:noAutofit/>
          </a:bodyPr>
          <a:lstStyle>
            <a:lvl1pPr marL="0" indent="0" defTabSz="507233">
              <a:spcAft>
                <a:spcPts val="490"/>
              </a:spcAft>
              <a:buNone/>
              <a:defRPr sz="1765" spc="0" baseline="0">
                <a:solidFill>
                  <a:srgbClr val="000000"/>
                </a:solidFill>
              </a:defRPr>
            </a:lvl1pPr>
            <a:lvl2pPr marL="224054" indent="0">
              <a:buNone/>
              <a:defRPr sz="1765"/>
            </a:lvl2pPr>
            <a:lvl3pPr marL="448107" indent="0">
              <a:buNone/>
              <a:defRPr sz="1765"/>
            </a:lvl3pPr>
            <a:lvl4pPr marL="672161" indent="0">
              <a:buNone/>
              <a:defRPr sz="1765"/>
            </a:lvl4pPr>
            <a:lvl5pPr marL="896214" indent="0">
              <a:buNone/>
              <a:defRPr sz="1765"/>
            </a:lvl5pPr>
          </a:lstStyle>
          <a:p>
            <a:pPr lvl="0"/>
            <a:r>
              <a:rPr lang="en-US"/>
              <a:t>Section Title</a:t>
            </a:r>
            <a:br>
              <a:rPr lang="en-US"/>
            </a:br>
            <a:r>
              <a:rPr lang="en-US"/>
              <a:t>Section Title</a:t>
            </a:r>
            <a:br>
              <a:rPr lang="en-US"/>
            </a:br>
            <a:r>
              <a:rPr lang="en-US"/>
              <a:t>Section Title</a:t>
            </a:r>
            <a:br>
              <a:rPr lang="en-US"/>
            </a:br>
            <a:r>
              <a:rPr lang="en-US"/>
              <a:t>Section Title</a:t>
            </a:r>
            <a:br>
              <a:rPr lang="en-US"/>
            </a:br>
            <a:r>
              <a:rPr lang="en-US"/>
              <a:t>Section Title</a:t>
            </a:r>
          </a:p>
        </p:txBody>
      </p:sp>
      <p:sp>
        <p:nvSpPr>
          <p:cNvPr id="16" name="Text Box 3">
            <a:extLst>
              <a:ext uri="{FF2B5EF4-FFF2-40B4-BE49-F238E27FC236}">
                <a16:creationId xmlns:a16="http://schemas.microsoft.com/office/drawing/2014/main" id="{A2F7DAD6-99FA-B74A-87E5-BFA3CB237070}"/>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Aktiv Grotesk" pitchFamily="34" charset="0"/>
              </a:rPr>
              <a:t>©Microsoft Corporation									                                                                                                                                             Azure </a:t>
            </a:r>
          </a:p>
        </p:txBody>
      </p:sp>
    </p:spTree>
    <p:extLst>
      <p:ext uri="{BB962C8B-B14F-4D97-AF65-F5344CB8AC3E}">
        <p14:creationId xmlns:p14="http://schemas.microsoft.com/office/powerpoint/2010/main" val="1237571220"/>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Heading Segoe UI </a:t>
            </a:r>
            <a:r>
              <a:rPr lang="en-US" err="1"/>
              <a:t>Semibold</a:t>
            </a:r>
            <a:r>
              <a:rPr lang="en-US"/>
              <a:t> 28/32</a:t>
            </a:r>
          </a:p>
        </p:txBody>
      </p:sp>
      <p:sp>
        <p:nvSpPr>
          <p:cNvPr id="4" name="Text Placeholder 3"/>
          <p:cNvSpPr>
            <a:spLocks noGrp="1"/>
          </p:cNvSpPr>
          <p:nvPr>
            <p:ph type="body" sz="quarter" idx="10" hasCustomPrompt="1"/>
          </p:nvPr>
        </p:nvSpPr>
        <p:spPr>
          <a:xfrm>
            <a:off x="455996" y="1922801"/>
            <a:ext cx="11306469" cy="287771"/>
          </a:xfrm>
          <a:prstGeom prst="rect">
            <a:avLst/>
          </a:prstGeom>
        </p:spPr>
        <p:txBody>
          <a:bodyPr wrap="square" lIns="0" tIns="0" rIns="0" bIns="0">
            <a:spAutoFit/>
          </a:bodyPr>
          <a:lstStyle>
            <a:lvl1pPr marL="0" indent="0">
              <a:lnSpc>
                <a:spcPts val="2353"/>
              </a:lnSpc>
              <a:buNone/>
              <a:defRPr sz="1961" b="0" i="0" spc="0">
                <a:solidFill>
                  <a:srgbClr val="000000"/>
                </a:solidFill>
                <a:latin typeface="+mj-lt"/>
              </a:defRPr>
            </a:lvl1pPr>
            <a:lvl2pPr marL="0" indent="0">
              <a:lnSpc>
                <a:spcPts val="2353"/>
              </a:lnSpc>
              <a:buNone/>
              <a:defRPr spc="0">
                <a:solidFill>
                  <a:srgbClr val="000000"/>
                </a:solidFill>
                <a:latin typeface="+mn-lt"/>
              </a:defRPr>
            </a:lvl2pPr>
            <a:lvl3pPr marL="448107" indent="0">
              <a:buNone/>
              <a:defRPr/>
            </a:lvl3pPr>
            <a:lvl4pPr marL="672161" indent="0">
              <a:buNone/>
              <a:defRPr/>
            </a:lvl4pPr>
            <a:lvl5pPr marL="896214" indent="0">
              <a:buNone/>
              <a:defRPr/>
            </a:lvl5pPr>
          </a:lstStyle>
          <a:p>
            <a:pPr lvl="1"/>
            <a:r>
              <a:rPr lang="en-US"/>
              <a:t>Large: subhead Segoe UI Regular 20/24</a:t>
            </a:r>
          </a:p>
        </p:txBody>
      </p:sp>
      <p:sp>
        <p:nvSpPr>
          <p:cNvPr id="5" name="Text Placeholder 4"/>
          <p:cNvSpPr>
            <a:spLocks noGrp="1"/>
          </p:cNvSpPr>
          <p:nvPr>
            <p:ph type="body" sz="quarter" idx="11" hasCustomPrompt="1"/>
          </p:nvPr>
        </p:nvSpPr>
        <p:spPr>
          <a:xfrm>
            <a:off x="455996" y="3015704"/>
            <a:ext cx="11306469" cy="216206"/>
          </a:xfrm>
          <a:prstGeom prst="rect">
            <a:avLst/>
          </a:prstGeom>
        </p:spPr>
        <p:txBody>
          <a:bodyPr lIns="0" tIns="0" rIns="0" bIns="0"/>
          <a:lstStyle>
            <a:lvl1pPr marL="0" indent="0">
              <a:lnSpc>
                <a:spcPts val="1765"/>
              </a:lnSpc>
              <a:spcBef>
                <a:spcPts val="0"/>
              </a:spcBef>
              <a:buNone/>
              <a:defRPr sz="1371" b="0" spc="0">
                <a:solidFill>
                  <a:schemeClr val="tx2"/>
                </a:solidFill>
                <a:latin typeface="+mj-lt"/>
              </a:defRPr>
            </a:lvl1pPr>
            <a:lvl2pPr marL="0" indent="0">
              <a:lnSpc>
                <a:spcPts val="1765"/>
              </a:lnSpc>
              <a:spcBef>
                <a:spcPts val="0"/>
              </a:spcBef>
              <a:buNone/>
              <a:defRPr sz="1371" spc="0">
                <a:solidFill>
                  <a:srgbClr val="000000"/>
                </a:solidFill>
              </a:defRPr>
            </a:lvl2pPr>
            <a:lvl3pPr marL="448107" indent="0">
              <a:buNone/>
              <a:defRPr/>
            </a:lvl3pPr>
            <a:lvl4pPr marL="672161" indent="0">
              <a:buNone/>
              <a:defRPr/>
            </a:lvl4pPr>
            <a:lvl5pPr marL="896214" indent="0">
              <a:buNone/>
              <a:defRPr/>
            </a:lvl5pPr>
          </a:lstStyle>
          <a:p>
            <a:pPr lvl="0"/>
            <a:r>
              <a:rPr lang="en-US"/>
              <a:t>Medium: paragraph heading Segoe UI </a:t>
            </a:r>
            <a:r>
              <a:rPr lang="en-US" err="1"/>
              <a:t>Semibold</a:t>
            </a:r>
            <a:r>
              <a:rPr lang="en-US"/>
              <a:t> 14/18</a:t>
            </a:r>
          </a:p>
        </p:txBody>
      </p:sp>
      <p:sp>
        <p:nvSpPr>
          <p:cNvPr id="10" name="Text Placeholder 6">
            <a:extLst>
              <a:ext uri="{FF2B5EF4-FFF2-40B4-BE49-F238E27FC236}">
                <a16:creationId xmlns:a16="http://schemas.microsoft.com/office/drawing/2014/main" id="{76E35749-090F-0542-9B4B-BF37EFC334BC}"/>
              </a:ext>
            </a:extLst>
          </p:cNvPr>
          <p:cNvSpPr>
            <a:spLocks noGrp="1"/>
          </p:cNvSpPr>
          <p:nvPr>
            <p:ph type="body" sz="quarter" idx="14" hasCustomPrompt="1"/>
          </p:nvPr>
        </p:nvSpPr>
        <p:spPr>
          <a:xfrm>
            <a:off x="455996" y="4503832"/>
            <a:ext cx="11306469" cy="150884"/>
          </a:xfrm>
          <a:prstGeom prst="rect">
            <a:avLst/>
          </a:prstGeom>
        </p:spPr>
        <p:txBody>
          <a:bodyPr lIns="0" tIns="0" rIns="0" bIns="0"/>
          <a:lstStyle>
            <a:lvl1pPr marL="0" indent="0">
              <a:lnSpc>
                <a:spcPts val="1175"/>
              </a:lnSpc>
              <a:spcBef>
                <a:spcPts val="0"/>
              </a:spcBef>
              <a:buNone/>
              <a:defRPr sz="980" spc="0">
                <a:solidFill>
                  <a:schemeClr val="tx1"/>
                </a:solidFill>
              </a:defRPr>
            </a:lvl1pPr>
            <a:lvl2pPr marL="0" indent="0">
              <a:lnSpc>
                <a:spcPct val="100000"/>
              </a:lnSpc>
              <a:spcBef>
                <a:spcPts val="0"/>
              </a:spcBef>
              <a:buNone/>
              <a:defRPr sz="980" spc="0">
                <a:solidFill>
                  <a:srgbClr val="000000"/>
                </a:solidFill>
              </a:defRPr>
            </a:lvl2pPr>
            <a:lvl3pPr marL="448107" indent="0">
              <a:buNone/>
              <a:defRPr/>
            </a:lvl3pPr>
            <a:lvl4pPr marL="672161" indent="0">
              <a:buNone/>
              <a:defRPr/>
            </a:lvl4pPr>
            <a:lvl5pPr marL="0" indent="0">
              <a:lnSpc>
                <a:spcPct val="100000"/>
              </a:lnSpc>
              <a:buNone/>
              <a:defRPr>
                <a:solidFill>
                  <a:srgbClr val="000000"/>
                </a:solidFill>
              </a:defRPr>
            </a:lvl5pPr>
          </a:lstStyle>
          <a:p>
            <a:pPr lvl="1"/>
            <a:r>
              <a:rPr lang="en-US"/>
              <a:t>Small: caption body copy Segoe Regular 10/12</a:t>
            </a:r>
          </a:p>
        </p:txBody>
      </p:sp>
      <p:sp>
        <p:nvSpPr>
          <p:cNvPr id="18" name="Text Box 3">
            <a:extLst>
              <a:ext uri="{FF2B5EF4-FFF2-40B4-BE49-F238E27FC236}">
                <a16:creationId xmlns:a16="http://schemas.microsoft.com/office/drawing/2014/main" id="{19F02595-114B-2D46-ABDC-5E65D166807C}"/>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Aktiv Grotesk" pitchFamily="34" charset="0"/>
              </a:rPr>
              <a:t>©Microsoft Corporation									                                                                                                                                             Azure </a:t>
            </a:r>
          </a:p>
        </p:txBody>
      </p:sp>
      <p:sp>
        <p:nvSpPr>
          <p:cNvPr id="19" name="Text Placeholder 3">
            <a:extLst>
              <a:ext uri="{FF2B5EF4-FFF2-40B4-BE49-F238E27FC236}">
                <a16:creationId xmlns:a16="http://schemas.microsoft.com/office/drawing/2014/main" id="{68F32AD9-0E33-284C-8468-E63BF69AF2EB}"/>
              </a:ext>
            </a:extLst>
          </p:cNvPr>
          <p:cNvSpPr>
            <a:spLocks noGrp="1"/>
          </p:cNvSpPr>
          <p:nvPr>
            <p:ph type="body" sz="quarter" idx="24" hasCustomPrompt="1"/>
          </p:nvPr>
        </p:nvSpPr>
        <p:spPr>
          <a:xfrm>
            <a:off x="454170" y="4299925"/>
            <a:ext cx="11306469" cy="243143"/>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a:t>Small: caption title Segoe UI Bold 10/12. </a:t>
            </a:r>
          </a:p>
        </p:txBody>
      </p:sp>
      <p:sp>
        <p:nvSpPr>
          <p:cNvPr id="21" name="Text Placeholder 4">
            <a:extLst>
              <a:ext uri="{FF2B5EF4-FFF2-40B4-BE49-F238E27FC236}">
                <a16:creationId xmlns:a16="http://schemas.microsoft.com/office/drawing/2014/main" id="{BA46FDB1-D336-7C45-BF92-D58B6C550364}"/>
              </a:ext>
            </a:extLst>
          </p:cNvPr>
          <p:cNvSpPr>
            <a:spLocks noGrp="1"/>
          </p:cNvSpPr>
          <p:nvPr>
            <p:ph type="body" sz="quarter" idx="18" hasCustomPrompt="1"/>
          </p:nvPr>
        </p:nvSpPr>
        <p:spPr>
          <a:xfrm>
            <a:off x="454170" y="3258992"/>
            <a:ext cx="11306469" cy="216142"/>
          </a:xfrm>
          <a:prstGeom prst="rect">
            <a:avLst/>
          </a:prstGeom>
        </p:spPr>
        <p:txBody>
          <a:bodyPr lIns="0" tIns="0" rIns="0" bIns="0"/>
          <a:lstStyle>
            <a:lvl1pPr marL="0" indent="0">
              <a:lnSpc>
                <a:spcPts val="1765"/>
              </a:lnSpc>
              <a:spcBef>
                <a:spcPts val="0"/>
              </a:spcBef>
              <a:buFont typeface="Aktiv Grotesk"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Medium: body copy Segoe UI Regular 14/18</a:t>
            </a:r>
          </a:p>
        </p:txBody>
      </p:sp>
    </p:spTree>
    <p:extLst>
      <p:ext uri="{BB962C8B-B14F-4D97-AF65-F5344CB8AC3E}">
        <p14:creationId xmlns:p14="http://schemas.microsoft.com/office/powerpoint/2010/main" val="4128369241"/>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option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Text option 1: three column bulleted list</a:t>
            </a:r>
          </a:p>
        </p:txBody>
      </p:sp>
      <p:sp>
        <p:nvSpPr>
          <p:cNvPr id="4" name="Text Placeholder 3"/>
          <p:cNvSpPr>
            <a:spLocks noGrp="1"/>
          </p:cNvSpPr>
          <p:nvPr>
            <p:ph type="body" sz="quarter" idx="10" hasCustomPrompt="1"/>
          </p:nvPr>
        </p:nvSpPr>
        <p:spPr>
          <a:xfrm>
            <a:off x="455996" y="1922588"/>
            <a:ext cx="9384447" cy="603538"/>
          </a:xfrm>
          <a:prstGeom prst="rect">
            <a:avLst/>
          </a:prstGeom>
        </p:spPr>
        <p:txBody>
          <a:bodyPr wrap="square" lIns="0" tIns="0" rIns="0" bIns="0">
            <a:spAutoFit/>
          </a:bodyPr>
          <a:lstStyle>
            <a:lvl1pPr marL="0" indent="0">
              <a:lnSpc>
                <a:spcPts val="2353"/>
              </a:lnSpc>
              <a:buNone/>
              <a:defRPr lang="en-US" sz="1961" kern="1200" spc="0" baseline="0" dirty="0">
                <a:solidFill>
                  <a:srgbClr val="000000"/>
                </a:solidFill>
                <a:latin typeface="+mn-lt"/>
                <a:ea typeface="+mn-ea"/>
                <a:cs typeface="+mn-cs"/>
              </a:defRPr>
            </a:lvl1pPr>
            <a:lvl2pPr marL="224054" indent="0">
              <a:buNone/>
              <a:defRPr/>
            </a:lvl2pPr>
            <a:lvl3pPr marL="448107" indent="0">
              <a:buNone/>
              <a:defRPr/>
            </a:lvl3pPr>
            <a:lvl4pPr marL="672161" indent="0">
              <a:buNone/>
              <a:defRPr/>
            </a:lvl4pPr>
            <a:lvl5pPr marL="896214" indent="0">
              <a:buNone/>
              <a:defRPr/>
            </a:lvl5pPr>
          </a:lstStyle>
          <a:p>
            <a:pPr lvl="0"/>
            <a:r>
              <a:rPr lang="en-US"/>
              <a:t>Subhead Segoe UI Regular 20/24. Dis </a:t>
            </a:r>
            <a:r>
              <a:rPr lang="en-US" err="1"/>
              <a:t>apid</a:t>
            </a:r>
            <a:r>
              <a:rPr lang="en-US"/>
              <a:t> </a:t>
            </a:r>
            <a:r>
              <a:rPr lang="en-US" err="1"/>
              <a:t>es</a:t>
            </a:r>
            <a:r>
              <a:rPr lang="en-US"/>
              <a:t>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a:t>
            </a:r>
            <a:r>
              <a:rPr lang="en-US" err="1"/>
              <a:t>vit</a:t>
            </a:r>
            <a:r>
              <a:rPr lang="en-US"/>
              <a: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r>
              <a:rPr lang="en-US"/>
              <a:t>.</a:t>
            </a:r>
          </a:p>
        </p:txBody>
      </p:sp>
      <p:sp>
        <p:nvSpPr>
          <p:cNvPr id="5" name="Text Placeholder 4"/>
          <p:cNvSpPr>
            <a:spLocks noGrp="1"/>
          </p:cNvSpPr>
          <p:nvPr>
            <p:ph type="body" sz="quarter" idx="11" hasCustomPrompt="1"/>
          </p:nvPr>
        </p:nvSpPr>
        <p:spPr>
          <a:xfrm>
            <a:off x="455996" y="3151388"/>
            <a:ext cx="3618381" cy="216206"/>
          </a:xfrm>
          <a:prstGeom prst="rect">
            <a:avLst/>
          </a:prstGeom>
        </p:spPr>
        <p:txBody>
          <a:bodyPr lIns="0" tIns="0" rIns="0" bIns="0"/>
          <a:lstStyle>
            <a:lvl1pPr marL="0" indent="0">
              <a:lnSpc>
                <a:spcPts val="1765"/>
              </a:lnSpc>
              <a:spcBef>
                <a:spcPts val="0"/>
              </a:spcBef>
              <a:spcAft>
                <a:spcPts val="588"/>
              </a:spcAft>
              <a:buNone/>
              <a:defRPr sz="1371" b="0" spc="0" baseline="0">
                <a:solidFill>
                  <a:schemeClr val="tx2"/>
                </a:solidFill>
                <a:latin typeface="+mj-lt"/>
              </a:defRPr>
            </a:lvl1pPr>
            <a:lvl2pPr marL="280067" marR="0" indent="-280067" algn="l" defTabSz="914192" rtl="0" eaLnBrk="1" fontAlgn="auto" latinLnBrk="0" hangingPunct="1">
              <a:lnSpc>
                <a:spcPts val="1765"/>
              </a:lnSpc>
              <a:spcBef>
                <a:spcPts val="0"/>
              </a:spcBef>
              <a:spcAft>
                <a:spcPts val="588"/>
              </a:spcAft>
              <a:buClrTx/>
              <a:buSzPct val="90000"/>
              <a:buFont typeface="Aktiv Grotesk" panose="020B0604020202020204" pitchFamily="34" charset="0"/>
              <a:buChar char="•"/>
              <a:tabLst/>
              <a:defRPr lang="en-US" sz="1371" kern="1200" spc="0" baseline="0" dirty="0">
                <a:solidFill>
                  <a:srgbClr val="000000"/>
                </a:solidFill>
                <a:latin typeface="+mn-lt"/>
                <a:ea typeface="+mn-ea"/>
                <a:cs typeface="+mn-cs"/>
              </a:defRPr>
            </a:lvl2pPr>
            <a:lvl3pPr marL="448107" indent="0">
              <a:buNone/>
              <a:defRPr/>
            </a:lvl3pPr>
            <a:lvl4pPr marL="672161" indent="0">
              <a:buNone/>
              <a:defRPr/>
            </a:lvl4pPr>
            <a:lvl5pPr marL="896214" indent="0">
              <a:buNone/>
              <a:defRPr/>
            </a:lvl5pPr>
          </a:lstStyle>
          <a:p>
            <a:pPr lvl="0"/>
            <a:r>
              <a:rPr lang="en-US"/>
              <a:t>Paragraph title Segoe UI </a:t>
            </a:r>
            <a:r>
              <a:rPr lang="en-US" err="1"/>
              <a:t>Semibold</a:t>
            </a:r>
            <a:r>
              <a:rPr lang="en-US"/>
              <a:t> 14/18</a:t>
            </a:r>
          </a:p>
        </p:txBody>
      </p:sp>
      <p:sp>
        <p:nvSpPr>
          <p:cNvPr id="21" name="Text Placeholder 4">
            <a:extLst>
              <a:ext uri="{FF2B5EF4-FFF2-40B4-BE49-F238E27FC236}">
                <a16:creationId xmlns:a16="http://schemas.microsoft.com/office/drawing/2014/main" id="{03383CEA-4FEB-4C9E-B7D6-3B36BC8EB75A}"/>
              </a:ext>
            </a:extLst>
          </p:cNvPr>
          <p:cNvSpPr>
            <a:spLocks noGrp="1"/>
          </p:cNvSpPr>
          <p:nvPr>
            <p:ph type="body" sz="quarter" idx="12" hasCustomPrompt="1"/>
          </p:nvPr>
        </p:nvSpPr>
        <p:spPr>
          <a:xfrm>
            <a:off x="4318450" y="3151388"/>
            <a:ext cx="3618381" cy="216206"/>
          </a:xfrm>
          <a:prstGeom prst="rect">
            <a:avLst/>
          </a:prstGeom>
        </p:spPr>
        <p:txBody>
          <a:bodyPr lIns="0" tIns="0" rIns="0" bIns="0"/>
          <a:lstStyle>
            <a:lvl1pPr marL="0" indent="0">
              <a:lnSpc>
                <a:spcPts val="1765"/>
              </a:lnSpc>
              <a:spcBef>
                <a:spcPts val="0"/>
              </a:spcBef>
              <a:spcAft>
                <a:spcPts val="588"/>
              </a:spcAft>
              <a:buNone/>
              <a:defRPr sz="1371" b="0" spc="0" baseline="0">
                <a:solidFill>
                  <a:schemeClr val="tx2"/>
                </a:solidFill>
                <a:latin typeface="+mj-lt"/>
              </a:defRPr>
            </a:lvl1pPr>
            <a:lvl2pPr marL="280067" marR="0" indent="-280067" algn="l" defTabSz="914192" rtl="0" eaLnBrk="1" fontAlgn="auto" latinLnBrk="0" hangingPunct="1">
              <a:lnSpc>
                <a:spcPts val="1765"/>
              </a:lnSpc>
              <a:spcBef>
                <a:spcPts val="0"/>
              </a:spcBef>
              <a:spcAft>
                <a:spcPts val="588"/>
              </a:spcAft>
              <a:buClrTx/>
              <a:buSzPct val="90000"/>
              <a:buFont typeface="Aktiv Grotesk" panose="020B0604020202020204" pitchFamily="34" charset="0"/>
              <a:buChar char="•"/>
              <a:tabLst/>
              <a:defRPr lang="en-US" sz="1371" kern="1200" spc="0" baseline="0" dirty="0">
                <a:solidFill>
                  <a:srgbClr val="000000"/>
                </a:solidFill>
                <a:latin typeface="+mn-lt"/>
                <a:ea typeface="+mn-ea"/>
                <a:cs typeface="+mn-cs"/>
              </a:defRPr>
            </a:lvl2pPr>
            <a:lvl3pPr marL="448107" indent="0">
              <a:buNone/>
              <a:defRPr/>
            </a:lvl3pPr>
            <a:lvl4pPr marL="672161" indent="0">
              <a:buNone/>
              <a:defRPr/>
            </a:lvl4pPr>
            <a:lvl5pPr marL="896214" indent="0">
              <a:buNone/>
              <a:defRPr/>
            </a:lvl5pPr>
          </a:lstStyle>
          <a:p>
            <a:pPr lvl="0"/>
            <a:r>
              <a:rPr lang="en-US"/>
              <a:t>Paragraph title Segoe UI </a:t>
            </a:r>
            <a:r>
              <a:rPr lang="en-US" err="1"/>
              <a:t>Semibold</a:t>
            </a:r>
            <a:r>
              <a:rPr lang="en-US"/>
              <a:t> 14/18</a:t>
            </a:r>
          </a:p>
        </p:txBody>
      </p:sp>
      <p:sp>
        <p:nvSpPr>
          <p:cNvPr id="22" name="Text Placeholder 4">
            <a:extLst>
              <a:ext uri="{FF2B5EF4-FFF2-40B4-BE49-F238E27FC236}">
                <a16:creationId xmlns:a16="http://schemas.microsoft.com/office/drawing/2014/main" id="{35007055-7118-477F-B301-DB401591FA27}"/>
              </a:ext>
            </a:extLst>
          </p:cNvPr>
          <p:cNvSpPr>
            <a:spLocks noGrp="1"/>
          </p:cNvSpPr>
          <p:nvPr>
            <p:ph type="body" sz="quarter" idx="13" hasCustomPrompt="1"/>
          </p:nvPr>
        </p:nvSpPr>
        <p:spPr>
          <a:xfrm>
            <a:off x="8149961" y="3151388"/>
            <a:ext cx="3618381" cy="216206"/>
          </a:xfrm>
          <a:prstGeom prst="rect">
            <a:avLst/>
          </a:prstGeom>
        </p:spPr>
        <p:txBody>
          <a:bodyPr lIns="0" tIns="0" rIns="0" bIns="0"/>
          <a:lstStyle>
            <a:lvl1pPr marL="0" indent="0">
              <a:lnSpc>
                <a:spcPts val="1765"/>
              </a:lnSpc>
              <a:spcBef>
                <a:spcPts val="0"/>
              </a:spcBef>
              <a:spcAft>
                <a:spcPts val="588"/>
              </a:spcAft>
              <a:buNone/>
              <a:defRPr sz="1371" b="0" spc="0" baseline="0">
                <a:solidFill>
                  <a:schemeClr val="tx2"/>
                </a:solidFill>
                <a:latin typeface="+mj-lt"/>
              </a:defRPr>
            </a:lvl1pPr>
            <a:lvl2pPr marL="280067" marR="0" indent="-280067" algn="l" defTabSz="914192" rtl="0" eaLnBrk="1" fontAlgn="auto" latinLnBrk="0" hangingPunct="1">
              <a:lnSpc>
                <a:spcPts val="1765"/>
              </a:lnSpc>
              <a:spcBef>
                <a:spcPts val="0"/>
              </a:spcBef>
              <a:spcAft>
                <a:spcPts val="588"/>
              </a:spcAft>
              <a:buClrTx/>
              <a:buSzPct val="90000"/>
              <a:buFont typeface="Aktiv Grotesk" panose="020B0604020202020204" pitchFamily="34" charset="0"/>
              <a:buChar char="•"/>
              <a:tabLst/>
              <a:defRPr lang="en-US" sz="1371" kern="1200" spc="0" baseline="0" dirty="0">
                <a:solidFill>
                  <a:srgbClr val="000000"/>
                </a:solidFill>
                <a:latin typeface="+mn-lt"/>
                <a:ea typeface="+mn-ea"/>
                <a:cs typeface="+mn-cs"/>
              </a:defRPr>
            </a:lvl2pPr>
            <a:lvl3pPr marL="448107" indent="0">
              <a:buNone/>
              <a:defRPr/>
            </a:lvl3pPr>
            <a:lvl4pPr marL="672161" indent="0">
              <a:buNone/>
              <a:defRPr/>
            </a:lvl4pPr>
            <a:lvl5pPr marL="896214" indent="0">
              <a:buNone/>
              <a:defRPr/>
            </a:lvl5pPr>
          </a:lstStyle>
          <a:p>
            <a:pPr lvl="0"/>
            <a:r>
              <a:rPr lang="en-US"/>
              <a:t>Paragraph title Segoe UI </a:t>
            </a:r>
            <a:r>
              <a:rPr lang="en-US" err="1"/>
              <a:t>Semibold</a:t>
            </a:r>
            <a:r>
              <a:rPr lang="en-US"/>
              <a:t> 14/18</a:t>
            </a:r>
          </a:p>
        </p:txBody>
      </p:sp>
      <p:sp>
        <p:nvSpPr>
          <p:cNvPr id="23" name="Text Box 3">
            <a:extLst>
              <a:ext uri="{FF2B5EF4-FFF2-40B4-BE49-F238E27FC236}">
                <a16:creationId xmlns:a16="http://schemas.microsoft.com/office/drawing/2014/main" id="{DD31BD93-DFDF-4C46-8FDE-B1B55850B6B2}"/>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Aktiv Grotesk" pitchFamily="34" charset="0"/>
              </a:rPr>
              <a:t>©Microsoft Corporation									                                                                                                                                             Azure </a:t>
            </a:r>
          </a:p>
        </p:txBody>
      </p:sp>
      <p:sp>
        <p:nvSpPr>
          <p:cNvPr id="24" name="Text Placeholder 4">
            <a:extLst>
              <a:ext uri="{FF2B5EF4-FFF2-40B4-BE49-F238E27FC236}">
                <a16:creationId xmlns:a16="http://schemas.microsoft.com/office/drawing/2014/main" id="{2951A14E-1D63-9E44-9361-FD57A8BD812A}"/>
              </a:ext>
            </a:extLst>
          </p:cNvPr>
          <p:cNvSpPr>
            <a:spLocks noGrp="1"/>
          </p:cNvSpPr>
          <p:nvPr>
            <p:ph type="body" sz="quarter" idx="17" hasCustomPrompt="1"/>
          </p:nvPr>
        </p:nvSpPr>
        <p:spPr>
          <a:xfrm>
            <a:off x="454170" y="3378440"/>
            <a:ext cx="3618381" cy="2059666"/>
          </a:xfrm>
          <a:prstGeom prst="rect">
            <a:avLst/>
          </a:prstGeom>
        </p:spPr>
        <p:txBody>
          <a:bodyPr lIns="0" tIns="0" rIns="0" bIns="0"/>
          <a:lstStyle>
            <a:lvl1pPr marL="280067" indent="-280067">
              <a:lnSpc>
                <a:spcPts val="1765"/>
              </a:lnSpc>
              <a:spcBef>
                <a:spcPts val="0"/>
              </a:spcBef>
              <a:buFont typeface="Aktiv Grotesk" panose="020B0604020202020204" pitchFamily="34" charset="0"/>
              <a:buChar char="•"/>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25" name="Text Placeholder 4">
            <a:extLst>
              <a:ext uri="{FF2B5EF4-FFF2-40B4-BE49-F238E27FC236}">
                <a16:creationId xmlns:a16="http://schemas.microsoft.com/office/drawing/2014/main" id="{1C3BF983-4009-1049-9AD7-C94BE3AA193C}"/>
              </a:ext>
            </a:extLst>
          </p:cNvPr>
          <p:cNvSpPr>
            <a:spLocks noGrp="1"/>
          </p:cNvSpPr>
          <p:nvPr>
            <p:ph type="body" sz="quarter" idx="18" hasCustomPrompt="1"/>
          </p:nvPr>
        </p:nvSpPr>
        <p:spPr>
          <a:xfrm>
            <a:off x="4318450" y="3378440"/>
            <a:ext cx="3618381" cy="2059666"/>
          </a:xfrm>
          <a:prstGeom prst="rect">
            <a:avLst/>
          </a:prstGeom>
        </p:spPr>
        <p:txBody>
          <a:bodyPr lIns="0" tIns="0" rIns="0" bIns="0"/>
          <a:lstStyle>
            <a:lvl1pPr marL="280067" indent="-280067">
              <a:lnSpc>
                <a:spcPts val="1765"/>
              </a:lnSpc>
              <a:spcBef>
                <a:spcPts val="0"/>
              </a:spcBef>
              <a:buFont typeface="Aktiv Grotesk" panose="020B0604020202020204" pitchFamily="34" charset="0"/>
              <a:buChar char="•"/>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26" name="Text Placeholder 4">
            <a:extLst>
              <a:ext uri="{FF2B5EF4-FFF2-40B4-BE49-F238E27FC236}">
                <a16:creationId xmlns:a16="http://schemas.microsoft.com/office/drawing/2014/main" id="{2361C016-E331-F44F-ACAE-52E4AE73469E}"/>
              </a:ext>
            </a:extLst>
          </p:cNvPr>
          <p:cNvSpPr>
            <a:spLocks noGrp="1"/>
          </p:cNvSpPr>
          <p:nvPr>
            <p:ph type="body" sz="quarter" idx="19" hasCustomPrompt="1"/>
          </p:nvPr>
        </p:nvSpPr>
        <p:spPr>
          <a:xfrm>
            <a:off x="8156767" y="3378440"/>
            <a:ext cx="3618381" cy="2059666"/>
          </a:xfrm>
          <a:prstGeom prst="rect">
            <a:avLst/>
          </a:prstGeom>
        </p:spPr>
        <p:txBody>
          <a:bodyPr lIns="0" tIns="0" rIns="0" bIns="0"/>
          <a:lstStyle>
            <a:lvl1pPr marL="280067" indent="-280067">
              <a:lnSpc>
                <a:spcPts val="1765"/>
              </a:lnSpc>
              <a:spcBef>
                <a:spcPts val="0"/>
              </a:spcBef>
              <a:buFont typeface="Aktiv Grotesk" panose="020B0604020202020204" pitchFamily="34" charset="0"/>
              <a:buChar char="•"/>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Tree>
    <p:extLst>
      <p:ext uri="{BB962C8B-B14F-4D97-AF65-F5344CB8AC3E}">
        <p14:creationId xmlns:p14="http://schemas.microsoft.com/office/powerpoint/2010/main" val="1760829906"/>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option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Text option 2: two columns copy heavy</a:t>
            </a:r>
          </a:p>
        </p:txBody>
      </p:sp>
      <p:sp>
        <p:nvSpPr>
          <p:cNvPr id="16" name="Text Placeholder 4">
            <a:extLst>
              <a:ext uri="{FF2B5EF4-FFF2-40B4-BE49-F238E27FC236}">
                <a16:creationId xmlns:a16="http://schemas.microsoft.com/office/drawing/2014/main" id="{99E39B6D-21AF-485C-B606-D6EA248988A6}"/>
              </a:ext>
            </a:extLst>
          </p:cNvPr>
          <p:cNvSpPr>
            <a:spLocks noGrp="1"/>
          </p:cNvSpPr>
          <p:nvPr>
            <p:ph type="body" sz="quarter" idx="13" hasCustomPrompt="1"/>
          </p:nvPr>
        </p:nvSpPr>
        <p:spPr>
          <a:xfrm>
            <a:off x="455996" y="2363622"/>
            <a:ext cx="3618381" cy="216206"/>
          </a:xfrm>
          <a:prstGeom prst="rect">
            <a:avLst/>
          </a:prstGeom>
        </p:spPr>
        <p:txBody>
          <a:bodyPr lIns="0" tIns="0" rIns="0" bIns="0"/>
          <a:lstStyle>
            <a:lvl1pPr marL="0" indent="0">
              <a:lnSpc>
                <a:spcPts val="1765"/>
              </a:lnSpc>
              <a:spcBef>
                <a:spcPts val="1176"/>
              </a:spcBef>
              <a:buNone/>
              <a:defRPr lang="en-US" sz="1371" b="0" kern="1200" spc="0" baseline="0" dirty="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ktiv Grotesk"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7" name="Text Placeholder 4">
            <a:extLst>
              <a:ext uri="{FF2B5EF4-FFF2-40B4-BE49-F238E27FC236}">
                <a16:creationId xmlns:a16="http://schemas.microsoft.com/office/drawing/2014/main" id="{D0D85DDD-B7EA-4D73-BA98-A5ACF1DB2D33}"/>
              </a:ext>
            </a:extLst>
          </p:cNvPr>
          <p:cNvSpPr>
            <a:spLocks noGrp="1"/>
          </p:cNvSpPr>
          <p:nvPr>
            <p:ph type="body" sz="quarter" idx="14" hasCustomPrompt="1"/>
          </p:nvPr>
        </p:nvSpPr>
        <p:spPr>
          <a:xfrm>
            <a:off x="4303152" y="2363622"/>
            <a:ext cx="3618381" cy="216206"/>
          </a:xfrm>
          <a:prstGeom prst="rect">
            <a:avLst/>
          </a:prstGeom>
        </p:spPr>
        <p:txBody>
          <a:bodyPr lIns="0" tIns="0" rIns="0" bIns="0"/>
          <a:lstStyle>
            <a:lvl1pPr marL="0" indent="0">
              <a:lnSpc>
                <a:spcPts val="1765"/>
              </a:lnSpc>
              <a:spcBef>
                <a:spcPts val="1176"/>
              </a:spcBef>
              <a:buNone/>
              <a:defRPr lang="en-US" sz="1371" b="0" kern="1200" spc="0" baseline="0" dirty="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ktiv Grotesk"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3" name="Text Box 3">
            <a:extLst>
              <a:ext uri="{FF2B5EF4-FFF2-40B4-BE49-F238E27FC236}">
                <a16:creationId xmlns:a16="http://schemas.microsoft.com/office/drawing/2014/main" id="{CCDF1654-4D2D-794C-BBB7-E1447C036FDB}"/>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Aktiv Grotesk" pitchFamily="34" charset="0"/>
              </a:rPr>
              <a:t>©Microsoft Corporation									                                                                                                                                             Azure </a:t>
            </a:r>
          </a:p>
        </p:txBody>
      </p:sp>
      <p:sp>
        <p:nvSpPr>
          <p:cNvPr id="18" name="Text Placeholder 4">
            <a:extLst>
              <a:ext uri="{FF2B5EF4-FFF2-40B4-BE49-F238E27FC236}">
                <a16:creationId xmlns:a16="http://schemas.microsoft.com/office/drawing/2014/main" id="{82A6E05B-C65A-8C44-AC8B-AA08746E6668}"/>
              </a:ext>
            </a:extLst>
          </p:cNvPr>
          <p:cNvSpPr>
            <a:spLocks noGrp="1"/>
          </p:cNvSpPr>
          <p:nvPr>
            <p:ph type="body" sz="quarter" idx="17" hasCustomPrompt="1"/>
          </p:nvPr>
        </p:nvSpPr>
        <p:spPr>
          <a:xfrm>
            <a:off x="455996" y="2593750"/>
            <a:ext cx="3618381" cy="2059666"/>
          </a:xfrm>
          <a:prstGeom prst="rect">
            <a:avLst/>
          </a:prstGeom>
        </p:spPr>
        <p:txBody>
          <a:bodyPr lIns="0" tIns="0" rIns="0" bIns="0"/>
          <a:lstStyle>
            <a:lvl1pPr marL="0" indent="0">
              <a:lnSpc>
                <a:spcPts val="1765"/>
              </a:lnSpc>
              <a:spcBef>
                <a:spcPts val="0"/>
              </a:spcBef>
              <a:buFont typeface="Aktiv Grotesk"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19" name="Text Placeholder 4">
            <a:extLst>
              <a:ext uri="{FF2B5EF4-FFF2-40B4-BE49-F238E27FC236}">
                <a16:creationId xmlns:a16="http://schemas.microsoft.com/office/drawing/2014/main" id="{D52482AC-A354-B546-9AAD-B3E028512046}"/>
              </a:ext>
            </a:extLst>
          </p:cNvPr>
          <p:cNvSpPr>
            <a:spLocks noGrp="1"/>
          </p:cNvSpPr>
          <p:nvPr>
            <p:ph type="body" sz="quarter" idx="18" hasCustomPrompt="1"/>
          </p:nvPr>
        </p:nvSpPr>
        <p:spPr>
          <a:xfrm>
            <a:off x="4286810" y="2593750"/>
            <a:ext cx="3618381" cy="2059666"/>
          </a:xfrm>
          <a:prstGeom prst="rect">
            <a:avLst/>
          </a:prstGeom>
        </p:spPr>
        <p:txBody>
          <a:bodyPr lIns="0" tIns="0" rIns="0" bIns="0"/>
          <a:lstStyle>
            <a:lvl1pPr marL="0" indent="0">
              <a:lnSpc>
                <a:spcPts val="1765"/>
              </a:lnSpc>
              <a:spcBef>
                <a:spcPts val="0"/>
              </a:spcBef>
              <a:buFont typeface="Aktiv Grotesk"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Tree>
    <p:extLst>
      <p:ext uri="{BB962C8B-B14F-4D97-AF65-F5344CB8AC3E}">
        <p14:creationId xmlns:p14="http://schemas.microsoft.com/office/powerpoint/2010/main" val="3922647708"/>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b="-1"/>
          <a:stretch/>
        </p:blipFill>
        <p:spPr>
          <a:xfrm>
            <a:off x="8144084" y="1599720"/>
            <a:ext cx="3609417" cy="3103720"/>
          </a:xfrm>
          <a:prstGeom prst="rect">
            <a:avLst/>
          </a:prstGeom>
        </p:spPr>
      </p:pic>
      <p:pic>
        <p:nvPicPr>
          <p:cNvPr id="6" name="Picture 5"/>
          <p:cNvPicPr>
            <a:picLocks noChangeAspect="1"/>
          </p:cNvPicPr>
          <p:nvPr userDrawn="1"/>
        </p:nvPicPr>
        <p:blipFill rotWithShape="1">
          <a:blip r:embed="rId3" cstate="print">
            <a:extLst>
              <a:ext uri="{28A0092B-C50C-407E-A947-70E740481C1C}">
                <a14:useLocalDpi xmlns:a14="http://schemas.microsoft.com/office/drawing/2010/main" val="0"/>
              </a:ext>
            </a:extLst>
          </a:blip>
          <a:srcRect b="-1"/>
          <a:stretch/>
        </p:blipFill>
        <p:spPr>
          <a:xfrm>
            <a:off x="4309003" y="1599721"/>
            <a:ext cx="3612531" cy="3099394"/>
          </a:xfrm>
          <a:prstGeom prst="rect">
            <a:avLst/>
          </a:prstGeom>
        </p:spPr>
      </p:pic>
      <p:pic>
        <p:nvPicPr>
          <p:cNvPr id="3" name="Picture 2"/>
          <p:cNvPicPr>
            <a:picLocks noChangeAspect="1"/>
          </p:cNvPicPr>
          <p:nvPr userDrawn="1"/>
        </p:nvPicPr>
        <p:blipFill rotWithShape="1">
          <a:blip r:embed="rId4" cstate="print">
            <a:extLst>
              <a:ext uri="{28A0092B-C50C-407E-A947-70E740481C1C}">
                <a14:useLocalDpi xmlns:a14="http://schemas.microsoft.com/office/drawing/2010/main" val="0"/>
              </a:ext>
            </a:extLst>
          </a:blip>
          <a:srcRect/>
          <a:stretch/>
        </p:blipFill>
        <p:spPr>
          <a:xfrm>
            <a:off x="464958" y="1599723"/>
            <a:ext cx="3609417" cy="3108047"/>
          </a:xfrm>
          <a:prstGeom prst="rect">
            <a:avLst/>
          </a:prstGeom>
        </p:spPr>
      </p:pic>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Text option 3: three columns images and text</a:t>
            </a:r>
          </a:p>
        </p:txBody>
      </p:sp>
      <p:sp>
        <p:nvSpPr>
          <p:cNvPr id="5" name="Text Placeholder 4"/>
          <p:cNvSpPr>
            <a:spLocks noGrp="1"/>
          </p:cNvSpPr>
          <p:nvPr>
            <p:ph type="body" sz="quarter" idx="11" hasCustomPrompt="1"/>
          </p:nvPr>
        </p:nvSpPr>
        <p:spPr>
          <a:xfrm>
            <a:off x="455996" y="4927922"/>
            <a:ext cx="3618381" cy="216206"/>
          </a:xfrm>
          <a:prstGeom prst="rect">
            <a:avLst/>
          </a:prstGeom>
        </p:spPr>
        <p:txBody>
          <a:bodyPr lIns="0" tIns="0" rIns="0" bIns="0"/>
          <a:lstStyle>
            <a:lvl1pPr marL="0" indent="0">
              <a:lnSpc>
                <a:spcPts val="1765"/>
              </a:lnSpc>
              <a:spcBef>
                <a:spcPts val="1176"/>
              </a:spcBef>
              <a:buNone/>
              <a:defRPr lang="en-US" sz="1371" b="0" kern="1200" spc="0" baseline="0" dirty="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ktiv Grotesk"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0" name="Text Placeholder 4"/>
          <p:cNvSpPr>
            <a:spLocks noGrp="1"/>
          </p:cNvSpPr>
          <p:nvPr>
            <p:ph type="body" sz="quarter" idx="13" hasCustomPrompt="1"/>
          </p:nvPr>
        </p:nvSpPr>
        <p:spPr>
          <a:xfrm>
            <a:off x="8144084" y="4927922"/>
            <a:ext cx="3618381" cy="216206"/>
          </a:xfrm>
          <a:prstGeom prst="rect">
            <a:avLst/>
          </a:prstGeom>
        </p:spPr>
        <p:txBody>
          <a:bodyPr lIns="0" tIns="0" rIns="0" bIns="0"/>
          <a:lstStyle>
            <a:lvl1pPr marL="0" indent="0">
              <a:lnSpc>
                <a:spcPts val="1765"/>
              </a:lnSpc>
              <a:spcBef>
                <a:spcPts val="1176"/>
              </a:spcBef>
              <a:buNone/>
              <a:defRPr lang="en-US" sz="1371" b="0" kern="1200" spc="0" baseline="0" dirty="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ktiv Grotesk"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4303152" y="4927922"/>
            <a:ext cx="3618381" cy="216206"/>
          </a:xfrm>
          <a:prstGeom prst="rect">
            <a:avLst/>
          </a:prstGeom>
        </p:spPr>
        <p:txBody>
          <a:bodyPr lIns="0" tIns="0" rIns="0" bIns="0"/>
          <a:lstStyle>
            <a:lvl1pPr marL="0" indent="0">
              <a:lnSpc>
                <a:spcPts val="1765"/>
              </a:lnSpc>
              <a:spcBef>
                <a:spcPts val="1176"/>
              </a:spcBef>
              <a:buNone/>
              <a:defRPr lang="en-US" sz="1371" b="0" kern="1200" spc="0" baseline="0" dirty="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ktiv Grotesk"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65332" y="2882154"/>
            <a:ext cx="3609043" cy="543185"/>
          </a:xfrm>
          <a:prstGeom prst="rect">
            <a:avLst/>
          </a:prstGeom>
        </p:spPr>
        <p:txBody>
          <a:bodyPr/>
          <a:lstStyle>
            <a:lvl1pPr algn="ctr">
              <a:defRPr>
                <a:solidFill>
                  <a:schemeClr val="bg1"/>
                </a:solidFill>
              </a:defRPr>
            </a:lvl1pPr>
          </a:lstStyle>
          <a:p>
            <a:r>
              <a:rPr lang="en-US"/>
              <a:t>Drop photo here</a:t>
            </a:r>
          </a:p>
        </p:txBody>
      </p:sp>
      <p:sp>
        <p:nvSpPr>
          <p:cNvPr id="11" name="Picture Placeholder 10">
            <a:extLst>
              <a:ext uri="{FF2B5EF4-FFF2-40B4-BE49-F238E27FC236}">
                <a16:creationId xmlns:a16="http://schemas.microsoft.com/office/drawing/2014/main" id="{5877AA6F-F5D0-8349-8D7F-7A036C53AFEC}"/>
              </a:ext>
            </a:extLst>
          </p:cNvPr>
          <p:cNvSpPr>
            <a:spLocks noGrp="1"/>
          </p:cNvSpPr>
          <p:nvPr>
            <p:ph type="pic" sz="quarter" idx="22" hasCustomPrompt="1"/>
          </p:nvPr>
        </p:nvSpPr>
        <p:spPr>
          <a:xfrm>
            <a:off x="4303152" y="2875700"/>
            <a:ext cx="3618381" cy="543185"/>
          </a:xfrm>
          <a:prstGeom prst="rect">
            <a:avLst/>
          </a:prstGeom>
        </p:spPr>
        <p:txBody>
          <a:bodyPr/>
          <a:lstStyle>
            <a:lvl1pPr algn="ctr">
              <a:defRPr>
                <a:solidFill>
                  <a:schemeClr val="bg1"/>
                </a:solidFill>
              </a:defRPr>
            </a:lvl1pPr>
          </a:lstStyle>
          <a:p>
            <a:r>
              <a:rPr lang="en-US"/>
              <a:t>Drop photo here</a:t>
            </a:r>
          </a:p>
        </p:txBody>
      </p:sp>
      <p:sp>
        <p:nvSpPr>
          <p:cNvPr id="14" name="Picture Placeholder 13">
            <a:extLst>
              <a:ext uri="{FF2B5EF4-FFF2-40B4-BE49-F238E27FC236}">
                <a16:creationId xmlns:a16="http://schemas.microsoft.com/office/drawing/2014/main" id="{983A4321-3796-F044-9126-51A6AA308B77}"/>
              </a:ext>
            </a:extLst>
          </p:cNvPr>
          <p:cNvSpPr>
            <a:spLocks noGrp="1"/>
          </p:cNvSpPr>
          <p:nvPr>
            <p:ph type="pic" sz="quarter" idx="23" hasCustomPrompt="1"/>
          </p:nvPr>
        </p:nvSpPr>
        <p:spPr>
          <a:xfrm>
            <a:off x="8144082" y="2888936"/>
            <a:ext cx="3609043" cy="543185"/>
          </a:xfrm>
          <a:prstGeom prst="rect">
            <a:avLst/>
          </a:prstGeom>
        </p:spPr>
        <p:txBody>
          <a:bodyPr/>
          <a:lstStyle>
            <a:lvl1pPr algn="ctr">
              <a:defRPr>
                <a:solidFill>
                  <a:schemeClr val="bg1"/>
                </a:solidFill>
              </a:defRPr>
            </a:lvl1pPr>
          </a:lstStyle>
          <a:p>
            <a:r>
              <a:rPr lang="en-US"/>
              <a:t>Drop photo here</a:t>
            </a:r>
          </a:p>
        </p:txBody>
      </p:sp>
      <p:sp>
        <p:nvSpPr>
          <p:cNvPr id="18" name="Text Box 3">
            <a:extLst>
              <a:ext uri="{FF2B5EF4-FFF2-40B4-BE49-F238E27FC236}">
                <a16:creationId xmlns:a16="http://schemas.microsoft.com/office/drawing/2014/main" id="{06DC0489-95B2-B74C-8FE4-80E75D67DE41}"/>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Aktiv Grotesk" pitchFamily="34" charset="0"/>
              </a:rPr>
              <a:t>©Microsoft Corporation									                                                                                                                                             Azure </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64958" y="5157653"/>
            <a:ext cx="3618381" cy="905504"/>
          </a:xfrm>
          <a:prstGeom prst="rect">
            <a:avLst/>
          </a:prstGeom>
        </p:spPr>
        <p:txBody>
          <a:bodyPr lIns="0" tIns="0" rIns="0" bIns="0"/>
          <a:lstStyle>
            <a:lvl1pPr marL="0" indent="0">
              <a:lnSpc>
                <a:spcPts val="1765"/>
              </a:lnSpc>
              <a:spcBef>
                <a:spcPts val="0"/>
              </a:spcBef>
              <a:buFont typeface="Aktiv Grotesk"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306078" y="5157653"/>
            <a:ext cx="3618381" cy="905504"/>
          </a:xfrm>
          <a:prstGeom prst="rect">
            <a:avLst/>
          </a:prstGeom>
        </p:spPr>
        <p:txBody>
          <a:bodyPr lIns="0" tIns="0" rIns="0" bIns="0"/>
          <a:lstStyle>
            <a:lvl1pPr marL="0" indent="0">
              <a:lnSpc>
                <a:spcPts val="1765"/>
              </a:lnSpc>
              <a:spcBef>
                <a:spcPts val="0"/>
              </a:spcBef>
              <a:buFont typeface="Aktiv Grotesk"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4" y="5157653"/>
            <a:ext cx="3618381" cy="905504"/>
          </a:xfrm>
          <a:prstGeom prst="rect">
            <a:avLst/>
          </a:prstGeom>
        </p:spPr>
        <p:txBody>
          <a:bodyPr lIns="0" tIns="0" rIns="0" bIns="0"/>
          <a:lstStyle>
            <a:lvl1pPr marL="0" indent="0">
              <a:lnSpc>
                <a:spcPts val="1765"/>
              </a:lnSpc>
              <a:spcBef>
                <a:spcPts val="0"/>
              </a:spcBef>
              <a:buFont typeface="Aktiv Grotesk"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Tree>
    <p:extLst>
      <p:ext uri="{BB962C8B-B14F-4D97-AF65-F5344CB8AC3E}">
        <p14:creationId xmlns:p14="http://schemas.microsoft.com/office/powerpoint/2010/main" val="225603439"/>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option 4">
    <p:spTree>
      <p:nvGrpSpPr>
        <p:cNvPr id="1" name=""/>
        <p:cNvGrpSpPr/>
        <p:nvPr/>
      </p:nvGrpSpPr>
      <p:grpSpPr>
        <a:xfrm>
          <a:off x="0" y="0"/>
          <a:ext cx="0" cy="0"/>
          <a:chOff x="0" y="0"/>
          <a:chExt cx="0" cy="0"/>
        </a:xfrm>
      </p:grpSpPr>
      <p:sp>
        <p:nvSpPr>
          <p:cNvPr id="24" name="Content Placeholder 15"/>
          <p:cNvSpPr>
            <a:spLocks noGrp="1"/>
          </p:cNvSpPr>
          <p:nvPr>
            <p:ph sz="quarter" idx="25" hasCustomPrompt="1"/>
          </p:nvPr>
        </p:nvSpPr>
        <p:spPr>
          <a:xfrm>
            <a:off x="455995" y="2158887"/>
            <a:ext cx="1693247" cy="895855"/>
          </a:xfrm>
          <a:prstGeom prst="rect">
            <a:avLst/>
          </a:prstGeom>
        </p:spPr>
        <p:txBody>
          <a:bodyPr>
            <a:noAutofit/>
          </a:bodyPr>
          <a:lstStyle>
            <a:lvl1pPr marL="0" indent="0">
              <a:buNone/>
              <a:defRPr sz="1961">
                <a:solidFill>
                  <a:srgbClr val="000000"/>
                </a:solidFill>
              </a:defRPr>
            </a:lvl1pPr>
          </a:lstStyle>
          <a:p>
            <a:pPr lvl="0"/>
            <a:r>
              <a:rPr lang="en-US"/>
              <a:t>Picture</a:t>
            </a:r>
          </a:p>
        </p:txBody>
      </p:sp>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Text option 4: Six columns (numbered list)</a:t>
            </a:r>
          </a:p>
        </p:txBody>
      </p:sp>
      <p:sp>
        <p:nvSpPr>
          <p:cNvPr id="5" name="Text Placeholder 4"/>
          <p:cNvSpPr>
            <a:spLocks noGrp="1"/>
          </p:cNvSpPr>
          <p:nvPr>
            <p:ph type="body" sz="quarter" idx="11" hasCustomPrompt="1"/>
          </p:nvPr>
        </p:nvSpPr>
        <p:spPr>
          <a:xfrm>
            <a:off x="455995" y="3167817"/>
            <a:ext cx="1693247" cy="442532"/>
          </a:xfrm>
          <a:prstGeom prst="rect">
            <a:avLst/>
          </a:prstGeom>
        </p:spPr>
        <p:txBody>
          <a:bodyPr lIns="0" tIns="0" rIns="0" bIns="0"/>
          <a:lstStyle>
            <a:lvl1pPr marL="0" indent="0">
              <a:lnSpc>
                <a:spcPts val="1765"/>
              </a:lnSpc>
              <a:spcBef>
                <a:spcPts val="882"/>
              </a:spcBef>
              <a:buNone/>
              <a:defRPr lang="en-US" sz="1371" b="0" kern="1200" spc="0" baseline="0" dirty="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ktiv Grotesk"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marL="0" marR="0" lvl="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a:t>
            </a:r>
            <a:r>
              <a:rPr lang="en-US" err="1"/>
              <a:t>Semibold</a:t>
            </a:r>
            <a:r>
              <a:rPr lang="en-US"/>
              <a:t> 14</a:t>
            </a:r>
          </a:p>
        </p:txBody>
      </p:sp>
      <p:sp>
        <p:nvSpPr>
          <p:cNvPr id="14" name="Text Placeholder 4"/>
          <p:cNvSpPr>
            <a:spLocks noGrp="1"/>
          </p:cNvSpPr>
          <p:nvPr>
            <p:ph type="body" sz="quarter" idx="15" hasCustomPrompt="1"/>
          </p:nvPr>
        </p:nvSpPr>
        <p:spPr>
          <a:xfrm>
            <a:off x="2378328" y="3167817"/>
            <a:ext cx="1693247" cy="442532"/>
          </a:xfrm>
          <a:prstGeom prst="rect">
            <a:avLst/>
          </a:prstGeom>
        </p:spPr>
        <p:txBody>
          <a:bodyPr lIns="0" tIns="0" rIns="0" bIns="0"/>
          <a:lstStyle>
            <a:lvl1pPr marL="0" marR="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1" b="0" kern="1200" spc="0" baseline="0" dirty="0" smtClean="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ktiv Grotesk"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marL="0" marR="0" lvl="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a:t>
            </a:r>
            <a:r>
              <a:rPr lang="en-US" err="1"/>
              <a:t>Semibold</a:t>
            </a:r>
            <a:r>
              <a:rPr lang="en-US"/>
              <a:t> 14</a:t>
            </a:r>
          </a:p>
        </p:txBody>
      </p:sp>
      <p:sp>
        <p:nvSpPr>
          <p:cNvPr id="16" name="Text Placeholder 4"/>
          <p:cNvSpPr>
            <a:spLocks noGrp="1"/>
          </p:cNvSpPr>
          <p:nvPr>
            <p:ph type="body" sz="quarter" idx="17" hasCustomPrompt="1"/>
          </p:nvPr>
        </p:nvSpPr>
        <p:spPr>
          <a:xfrm>
            <a:off x="4300663" y="3167817"/>
            <a:ext cx="1693247" cy="442532"/>
          </a:xfrm>
          <a:prstGeom prst="rect">
            <a:avLst/>
          </a:prstGeom>
        </p:spPr>
        <p:txBody>
          <a:bodyPr lIns="0" tIns="0" rIns="0" bIns="0"/>
          <a:lstStyle>
            <a:lvl1pPr marL="0" marR="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1" b="0" kern="1200" spc="0" baseline="0" dirty="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ktiv Grotesk"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marL="0" marR="0" lvl="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a:t>
            </a:r>
            <a:r>
              <a:rPr lang="en-US" err="1"/>
              <a:t>Semibold</a:t>
            </a:r>
            <a:r>
              <a:rPr lang="en-US"/>
              <a:t> 14</a:t>
            </a:r>
          </a:p>
        </p:txBody>
      </p:sp>
      <p:sp>
        <p:nvSpPr>
          <p:cNvPr id="18" name="Text Placeholder 4"/>
          <p:cNvSpPr>
            <a:spLocks noGrp="1"/>
          </p:cNvSpPr>
          <p:nvPr>
            <p:ph type="body" sz="quarter" idx="19" hasCustomPrompt="1"/>
          </p:nvPr>
        </p:nvSpPr>
        <p:spPr>
          <a:xfrm>
            <a:off x="6222996" y="3167817"/>
            <a:ext cx="1693247" cy="442532"/>
          </a:xfrm>
          <a:prstGeom prst="rect">
            <a:avLst/>
          </a:prstGeom>
        </p:spPr>
        <p:txBody>
          <a:bodyPr lIns="0" tIns="0" rIns="0" bIns="0"/>
          <a:lstStyle>
            <a:lvl1pPr marL="0" marR="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1" b="0" kern="1200" spc="0" baseline="0" dirty="0" smtClean="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ktiv Grotesk"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marL="0" marR="0" lvl="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a:t>
            </a:r>
            <a:r>
              <a:rPr lang="en-US" err="1"/>
              <a:t>Semibold</a:t>
            </a:r>
            <a:r>
              <a:rPr lang="en-US"/>
              <a:t> 14</a:t>
            </a:r>
          </a:p>
        </p:txBody>
      </p:sp>
      <p:sp>
        <p:nvSpPr>
          <p:cNvPr id="20" name="Text Placeholder 4"/>
          <p:cNvSpPr>
            <a:spLocks noGrp="1"/>
          </p:cNvSpPr>
          <p:nvPr>
            <p:ph type="body" sz="quarter" idx="21" hasCustomPrompt="1"/>
          </p:nvPr>
        </p:nvSpPr>
        <p:spPr>
          <a:xfrm>
            <a:off x="8145328" y="3167817"/>
            <a:ext cx="1693247" cy="442532"/>
          </a:xfrm>
          <a:prstGeom prst="rect">
            <a:avLst/>
          </a:prstGeom>
        </p:spPr>
        <p:txBody>
          <a:bodyPr lIns="0" tIns="0" rIns="0" bIns="0"/>
          <a:lstStyle>
            <a:lvl1pPr marL="0" marR="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1" b="0" kern="1200" spc="0" baseline="0" dirty="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ktiv Grotesk"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marL="0" marR="0" lvl="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a:t>
            </a:r>
            <a:r>
              <a:rPr lang="en-US" err="1"/>
              <a:t>Semibold</a:t>
            </a:r>
            <a:r>
              <a:rPr lang="en-US"/>
              <a:t> 14</a:t>
            </a:r>
          </a:p>
        </p:txBody>
      </p:sp>
      <p:sp>
        <p:nvSpPr>
          <p:cNvPr id="22" name="Text Placeholder 4"/>
          <p:cNvSpPr>
            <a:spLocks noGrp="1"/>
          </p:cNvSpPr>
          <p:nvPr>
            <p:ph type="body" sz="quarter" idx="23" hasCustomPrompt="1"/>
          </p:nvPr>
        </p:nvSpPr>
        <p:spPr>
          <a:xfrm>
            <a:off x="10067660" y="3167817"/>
            <a:ext cx="1693247" cy="442532"/>
          </a:xfrm>
          <a:prstGeom prst="rect">
            <a:avLst/>
          </a:prstGeom>
        </p:spPr>
        <p:txBody>
          <a:bodyPr lIns="0" tIns="0" rIns="0" bIns="0"/>
          <a:lstStyle>
            <a:lvl1pPr marL="0" marR="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1" b="0" kern="1200" spc="0" baseline="0" dirty="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ktiv Grotesk"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marL="0" marR="0" lvl="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a:t>
            </a:r>
            <a:r>
              <a:rPr lang="en-US" err="1"/>
              <a:t>Semibold</a:t>
            </a:r>
            <a:r>
              <a:rPr lang="en-US"/>
              <a:t> 14</a:t>
            </a:r>
          </a:p>
        </p:txBody>
      </p:sp>
      <p:sp>
        <p:nvSpPr>
          <p:cNvPr id="25" name="Content Placeholder 15"/>
          <p:cNvSpPr>
            <a:spLocks noGrp="1"/>
          </p:cNvSpPr>
          <p:nvPr>
            <p:ph sz="quarter" idx="26" hasCustomPrompt="1"/>
          </p:nvPr>
        </p:nvSpPr>
        <p:spPr>
          <a:xfrm>
            <a:off x="2378328" y="2158887"/>
            <a:ext cx="1693247" cy="895855"/>
          </a:xfrm>
          <a:prstGeom prst="rect">
            <a:avLst/>
          </a:prstGeom>
        </p:spPr>
        <p:txBody>
          <a:bodyPr>
            <a:noAutofit/>
          </a:bodyPr>
          <a:lstStyle>
            <a:lvl1pPr marL="0" indent="0">
              <a:buNone/>
              <a:defRPr sz="1961">
                <a:solidFill>
                  <a:srgbClr val="000000"/>
                </a:solidFill>
              </a:defRPr>
            </a:lvl1pPr>
          </a:lstStyle>
          <a:p>
            <a:pPr lvl="0"/>
            <a:r>
              <a:rPr lang="en-US"/>
              <a:t>Picture</a:t>
            </a:r>
          </a:p>
        </p:txBody>
      </p:sp>
      <p:sp>
        <p:nvSpPr>
          <p:cNvPr id="26" name="Content Placeholder 15"/>
          <p:cNvSpPr>
            <a:spLocks noGrp="1"/>
          </p:cNvSpPr>
          <p:nvPr>
            <p:ph sz="quarter" idx="27" hasCustomPrompt="1"/>
          </p:nvPr>
        </p:nvSpPr>
        <p:spPr>
          <a:xfrm>
            <a:off x="4300663" y="2158887"/>
            <a:ext cx="1693247" cy="895855"/>
          </a:xfrm>
          <a:prstGeom prst="rect">
            <a:avLst/>
          </a:prstGeom>
        </p:spPr>
        <p:txBody>
          <a:bodyPr>
            <a:noAutofit/>
          </a:bodyPr>
          <a:lstStyle>
            <a:lvl1pPr marL="0" indent="0">
              <a:buNone/>
              <a:defRPr sz="1961">
                <a:solidFill>
                  <a:srgbClr val="000000"/>
                </a:solidFill>
              </a:defRPr>
            </a:lvl1pPr>
          </a:lstStyle>
          <a:p>
            <a:pPr lvl="0"/>
            <a:r>
              <a:rPr lang="en-US"/>
              <a:t>Picture</a:t>
            </a:r>
          </a:p>
        </p:txBody>
      </p:sp>
      <p:sp>
        <p:nvSpPr>
          <p:cNvPr id="27" name="Content Placeholder 15"/>
          <p:cNvSpPr>
            <a:spLocks noGrp="1"/>
          </p:cNvSpPr>
          <p:nvPr>
            <p:ph sz="quarter" idx="28" hasCustomPrompt="1"/>
          </p:nvPr>
        </p:nvSpPr>
        <p:spPr>
          <a:xfrm>
            <a:off x="6222996" y="2158887"/>
            <a:ext cx="1693247" cy="895855"/>
          </a:xfrm>
          <a:prstGeom prst="rect">
            <a:avLst/>
          </a:prstGeom>
        </p:spPr>
        <p:txBody>
          <a:bodyPr>
            <a:noAutofit/>
          </a:bodyPr>
          <a:lstStyle>
            <a:lvl1pPr marL="0" indent="0">
              <a:buNone/>
              <a:defRPr sz="1961">
                <a:solidFill>
                  <a:srgbClr val="000000"/>
                </a:solidFill>
              </a:defRPr>
            </a:lvl1pPr>
          </a:lstStyle>
          <a:p>
            <a:pPr lvl="0"/>
            <a:r>
              <a:rPr lang="en-US"/>
              <a:t>Picture</a:t>
            </a:r>
          </a:p>
        </p:txBody>
      </p:sp>
      <p:sp>
        <p:nvSpPr>
          <p:cNvPr id="28" name="Content Placeholder 15"/>
          <p:cNvSpPr>
            <a:spLocks noGrp="1"/>
          </p:cNvSpPr>
          <p:nvPr>
            <p:ph sz="quarter" idx="29" hasCustomPrompt="1"/>
          </p:nvPr>
        </p:nvSpPr>
        <p:spPr>
          <a:xfrm>
            <a:off x="8145328" y="2158887"/>
            <a:ext cx="1693247" cy="895855"/>
          </a:xfrm>
          <a:prstGeom prst="rect">
            <a:avLst/>
          </a:prstGeom>
        </p:spPr>
        <p:txBody>
          <a:bodyPr>
            <a:noAutofit/>
          </a:bodyPr>
          <a:lstStyle>
            <a:lvl1pPr marL="0" indent="0">
              <a:buNone/>
              <a:defRPr sz="1961">
                <a:solidFill>
                  <a:srgbClr val="000000"/>
                </a:solidFill>
              </a:defRPr>
            </a:lvl1pPr>
          </a:lstStyle>
          <a:p>
            <a:pPr lvl="0"/>
            <a:r>
              <a:rPr lang="en-US"/>
              <a:t>Picture</a:t>
            </a:r>
          </a:p>
        </p:txBody>
      </p:sp>
      <p:sp>
        <p:nvSpPr>
          <p:cNvPr id="29" name="Content Placeholder 15"/>
          <p:cNvSpPr>
            <a:spLocks noGrp="1"/>
          </p:cNvSpPr>
          <p:nvPr>
            <p:ph sz="quarter" idx="30" hasCustomPrompt="1"/>
          </p:nvPr>
        </p:nvSpPr>
        <p:spPr>
          <a:xfrm>
            <a:off x="10067660" y="2158887"/>
            <a:ext cx="1693247" cy="895855"/>
          </a:xfrm>
          <a:prstGeom prst="rect">
            <a:avLst/>
          </a:prstGeom>
        </p:spPr>
        <p:txBody>
          <a:bodyPr>
            <a:noAutofit/>
          </a:bodyPr>
          <a:lstStyle>
            <a:lvl1pPr marL="0" indent="0">
              <a:buNone/>
              <a:defRPr sz="1961">
                <a:solidFill>
                  <a:srgbClr val="000000"/>
                </a:solidFill>
              </a:defRPr>
            </a:lvl1pPr>
          </a:lstStyle>
          <a:p>
            <a:pPr lvl="0"/>
            <a:r>
              <a:rPr lang="en-US"/>
              <a:t>Picture</a:t>
            </a:r>
          </a:p>
        </p:txBody>
      </p:sp>
      <p:sp>
        <p:nvSpPr>
          <p:cNvPr id="4" name="Text Placeholder 3">
            <a:extLst>
              <a:ext uri="{FF2B5EF4-FFF2-40B4-BE49-F238E27FC236}">
                <a16:creationId xmlns:a16="http://schemas.microsoft.com/office/drawing/2014/main" id="{44FF16C0-0541-41AD-98F7-A469609E8DC6}"/>
              </a:ext>
            </a:extLst>
          </p:cNvPr>
          <p:cNvSpPr>
            <a:spLocks noGrp="1"/>
          </p:cNvSpPr>
          <p:nvPr>
            <p:ph type="body" sz="quarter" idx="31" hasCustomPrompt="1"/>
          </p:nvPr>
        </p:nvSpPr>
        <p:spPr>
          <a:xfrm>
            <a:off x="455995" y="2025027"/>
            <a:ext cx="256787" cy="258381"/>
          </a:xfrm>
          <a:prstGeom prst="rect">
            <a:avLst/>
          </a:prstGeom>
        </p:spPr>
        <p:txBody>
          <a:bodyPr tIns="0" bIns="0"/>
          <a:lstStyle>
            <a:lvl1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Aktiv Grotesk" pitchFamily="34" charset="0"/>
                <a:cs typeface="Aktiv Grotesk" pitchFamily="34" charset="0"/>
              </a:defRPr>
            </a:lvl1pPr>
            <a:lvl2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Aktiv Grotesk" pitchFamily="34" charset="0"/>
                <a:cs typeface="Aktiv Grotesk" pitchFamily="34" charset="0"/>
              </a:defRPr>
            </a:lvl2pPr>
            <a:lvl3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Aktiv Grotesk" pitchFamily="34" charset="0"/>
                <a:cs typeface="Aktiv Grotesk" pitchFamily="34" charset="0"/>
              </a:defRPr>
            </a:lvl3pPr>
            <a:lvl4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Aktiv Grotesk" pitchFamily="34" charset="0"/>
                <a:cs typeface="Aktiv Grotesk" pitchFamily="34" charset="0"/>
              </a:defRPr>
            </a:lvl4pPr>
            <a:lvl5pPr marL="0" algn="l" defTabSz="913927" rtl="0" eaLnBrk="1" fontAlgn="base" latinLnBrk="0" hangingPunct="1">
              <a:lnSpc>
                <a:spcPts val="2353"/>
              </a:lnSpc>
              <a:spcBef>
                <a:spcPct val="0"/>
              </a:spcBef>
              <a:spcAft>
                <a:spcPct val="0"/>
              </a:spcAft>
              <a:defRPr lang="en-US" sz="980" kern="1200" dirty="0">
                <a:solidFill>
                  <a:schemeClr val="tx1"/>
                </a:solidFill>
                <a:latin typeface="+mj-lt"/>
                <a:ea typeface="Aktiv Grotesk" pitchFamily="34" charset="0"/>
                <a:cs typeface="Aktiv Grotesk" pitchFamily="34" charset="0"/>
              </a:defRPr>
            </a:lvl5pPr>
          </a:lstStyle>
          <a:p>
            <a:pPr lvl="0"/>
            <a:r>
              <a:rPr lang="en-US"/>
              <a:t>1.</a:t>
            </a:r>
          </a:p>
        </p:txBody>
      </p:sp>
      <p:sp>
        <p:nvSpPr>
          <p:cNvPr id="37" name="Text Placeholder 3">
            <a:extLst>
              <a:ext uri="{FF2B5EF4-FFF2-40B4-BE49-F238E27FC236}">
                <a16:creationId xmlns:a16="http://schemas.microsoft.com/office/drawing/2014/main" id="{95171A5B-905D-4832-B11A-13594619F33F}"/>
              </a:ext>
            </a:extLst>
          </p:cNvPr>
          <p:cNvSpPr>
            <a:spLocks noGrp="1"/>
          </p:cNvSpPr>
          <p:nvPr>
            <p:ph type="body" sz="quarter" idx="32" hasCustomPrompt="1"/>
          </p:nvPr>
        </p:nvSpPr>
        <p:spPr>
          <a:xfrm>
            <a:off x="2379574" y="2025027"/>
            <a:ext cx="256787" cy="258381"/>
          </a:xfrm>
          <a:prstGeom prst="rect">
            <a:avLst/>
          </a:prstGeom>
        </p:spPr>
        <p:txBody>
          <a:bodyPr tIns="0" bIns="0"/>
          <a:lstStyle>
            <a:lvl1pPr marL="0" algn="l" defTabSz="913927" rtl="0" eaLnBrk="1" fontAlgn="base" latinLnBrk="0" hangingPunct="1">
              <a:lnSpc>
                <a:spcPts val="2353"/>
              </a:lnSpc>
              <a:spcBef>
                <a:spcPct val="0"/>
              </a:spcBef>
              <a:spcAft>
                <a:spcPct val="0"/>
              </a:spcAft>
              <a:defRPr lang="en-US" sz="980" kern="1200" dirty="0" smtClean="0">
                <a:solidFill>
                  <a:srgbClr val="000000"/>
                </a:solidFill>
                <a:latin typeface="+mj-lt"/>
                <a:ea typeface="Aktiv Grotesk" pitchFamily="34" charset="0"/>
                <a:cs typeface="Aktiv Grotesk" pitchFamily="34" charset="0"/>
              </a:defRPr>
            </a:lvl1pPr>
            <a:lvl2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Aktiv Grotesk" pitchFamily="34" charset="0"/>
                <a:cs typeface="Aktiv Grotesk" pitchFamily="34" charset="0"/>
              </a:defRPr>
            </a:lvl2pPr>
            <a:lvl3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Aktiv Grotesk" pitchFamily="34" charset="0"/>
                <a:cs typeface="Aktiv Grotesk" pitchFamily="34" charset="0"/>
              </a:defRPr>
            </a:lvl3pPr>
            <a:lvl4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Aktiv Grotesk" pitchFamily="34" charset="0"/>
                <a:cs typeface="Aktiv Grotesk" pitchFamily="34" charset="0"/>
              </a:defRPr>
            </a:lvl4pPr>
            <a:lvl5pPr marL="0" algn="l" defTabSz="913927" rtl="0" eaLnBrk="1" fontAlgn="base" latinLnBrk="0" hangingPunct="1">
              <a:lnSpc>
                <a:spcPts val="2353"/>
              </a:lnSpc>
              <a:spcBef>
                <a:spcPct val="0"/>
              </a:spcBef>
              <a:spcAft>
                <a:spcPct val="0"/>
              </a:spcAft>
              <a:defRPr lang="en-US" sz="980" kern="1200" dirty="0">
                <a:solidFill>
                  <a:schemeClr val="tx1"/>
                </a:solidFill>
                <a:latin typeface="+mj-lt"/>
                <a:ea typeface="Aktiv Grotesk" pitchFamily="34" charset="0"/>
                <a:cs typeface="Aktiv Grotesk" pitchFamily="34" charset="0"/>
              </a:defRPr>
            </a:lvl5pPr>
          </a:lstStyle>
          <a:p>
            <a:pPr lvl="0"/>
            <a:r>
              <a:rPr lang="en-US"/>
              <a:t>2.</a:t>
            </a:r>
          </a:p>
        </p:txBody>
      </p:sp>
      <p:sp>
        <p:nvSpPr>
          <p:cNvPr id="38" name="Text Placeholder 3">
            <a:extLst>
              <a:ext uri="{FF2B5EF4-FFF2-40B4-BE49-F238E27FC236}">
                <a16:creationId xmlns:a16="http://schemas.microsoft.com/office/drawing/2014/main" id="{DDBE933A-166C-4934-8425-2A89AAA211E9}"/>
              </a:ext>
            </a:extLst>
          </p:cNvPr>
          <p:cNvSpPr>
            <a:spLocks noGrp="1"/>
          </p:cNvSpPr>
          <p:nvPr>
            <p:ph type="body" sz="quarter" idx="33" hasCustomPrompt="1"/>
          </p:nvPr>
        </p:nvSpPr>
        <p:spPr>
          <a:xfrm>
            <a:off x="4303152" y="2025027"/>
            <a:ext cx="256787" cy="258381"/>
          </a:xfrm>
          <a:prstGeom prst="rect">
            <a:avLst/>
          </a:prstGeom>
        </p:spPr>
        <p:txBody>
          <a:bodyPr tIns="0" bIns="0"/>
          <a:lstStyle>
            <a:lvl1pPr marL="0" algn="l" defTabSz="913927" rtl="0" eaLnBrk="1" fontAlgn="base" latinLnBrk="0" hangingPunct="1">
              <a:lnSpc>
                <a:spcPts val="2353"/>
              </a:lnSpc>
              <a:spcBef>
                <a:spcPct val="0"/>
              </a:spcBef>
              <a:spcAft>
                <a:spcPct val="0"/>
              </a:spcAft>
              <a:defRPr lang="en-US" sz="980" kern="1200" dirty="0" smtClean="0">
                <a:solidFill>
                  <a:srgbClr val="000000"/>
                </a:solidFill>
                <a:latin typeface="+mj-lt"/>
                <a:ea typeface="Aktiv Grotesk" pitchFamily="34" charset="0"/>
                <a:cs typeface="Aktiv Grotesk" pitchFamily="34" charset="0"/>
              </a:defRPr>
            </a:lvl1pPr>
            <a:lvl2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Aktiv Grotesk" pitchFamily="34" charset="0"/>
                <a:cs typeface="Aktiv Grotesk" pitchFamily="34" charset="0"/>
              </a:defRPr>
            </a:lvl2pPr>
            <a:lvl3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Aktiv Grotesk" pitchFamily="34" charset="0"/>
                <a:cs typeface="Aktiv Grotesk" pitchFamily="34" charset="0"/>
              </a:defRPr>
            </a:lvl3pPr>
            <a:lvl4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Aktiv Grotesk" pitchFamily="34" charset="0"/>
                <a:cs typeface="Aktiv Grotesk" pitchFamily="34" charset="0"/>
              </a:defRPr>
            </a:lvl4pPr>
            <a:lvl5pPr marL="0" algn="l" defTabSz="913927" rtl="0" eaLnBrk="1" fontAlgn="base" latinLnBrk="0" hangingPunct="1">
              <a:lnSpc>
                <a:spcPts val="2353"/>
              </a:lnSpc>
              <a:spcBef>
                <a:spcPct val="0"/>
              </a:spcBef>
              <a:spcAft>
                <a:spcPct val="0"/>
              </a:spcAft>
              <a:defRPr lang="en-US" sz="980" kern="1200" dirty="0">
                <a:solidFill>
                  <a:schemeClr val="tx1"/>
                </a:solidFill>
                <a:latin typeface="+mj-lt"/>
                <a:ea typeface="Aktiv Grotesk" pitchFamily="34" charset="0"/>
                <a:cs typeface="Aktiv Grotesk" pitchFamily="34" charset="0"/>
              </a:defRPr>
            </a:lvl5pPr>
          </a:lstStyle>
          <a:p>
            <a:pPr lvl="0"/>
            <a:r>
              <a:rPr lang="en-US"/>
              <a:t>3.</a:t>
            </a:r>
          </a:p>
        </p:txBody>
      </p:sp>
      <p:sp>
        <p:nvSpPr>
          <p:cNvPr id="39" name="Text Placeholder 3">
            <a:extLst>
              <a:ext uri="{FF2B5EF4-FFF2-40B4-BE49-F238E27FC236}">
                <a16:creationId xmlns:a16="http://schemas.microsoft.com/office/drawing/2014/main" id="{171069D2-CF68-4D89-9134-20A61AFA10DD}"/>
              </a:ext>
            </a:extLst>
          </p:cNvPr>
          <p:cNvSpPr>
            <a:spLocks noGrp="1"/>
          </p:cNvSpPr>
          <p:nvPr>
            <p:ph type="body" sz="quarter" idx="34" hasCustomPrompt="1"/>
          </p:nvPr>
        </p:nvSpPr>
        <p:spPr>
          <a:xfrm>
            <a:off x="6229843" y="2025027"/>
            <a:ext cx="256787" cy="258381"/>
          </a:xfrm>
          <a:prstGeom prst="rect">
            <a:avLst/>
          </a:prstGeom>
        </p:spPr>
        <p:txBody>
          <a:bodyPr tIns="0" bIns="0"/>
          <a:lstStyle>
            <a:lvl1pPr marL="0" algn="l" defTabSz="913927" rtl="0" eaLnBrk="1" fontAlgn="base" latinLnBrk="0" hangingPunct="1">
              <a:lnSpc>
                <a:spcPts val="2353"/>
              </a:lnSpc>
              <a:spcBef>
                <a:spcPct val="0"/>
              </a:spcBef>
              <a:spcAft>
                <a:spcPct val="0"/>
              </a:spcAft>
              <a:defRPr lang="en-US" sz="980" kern="1200" dirty="0" smtClean="0">
                <a:solidFill>
                  <a:srgbClr val="000000"/>
                </a:solidFill>
                <a:latin typeface="+mj-lt"/>
                <a:ea typeface="Aktiv Grotesk" pitchFamily="34" charset="0"/>
                <a:cs typeface="Aktiv Grotesk" pitchFamily="34" charset="0"/>
              </a:defRPr>
            </a:lvl1pPr>
            <a:lvl2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Aktiv Grotesk" pitchFamily="34" charset="0"/>
                <a:cs typeface="Aktiv Grotesk" pitchFamily="34" charset="0"/>
              </a:defRPr>
            </a:lvl2pPr>
            <a:lvl3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Aktiv Grotesk" pitchFamily="34" charset="0"/>
                <a:cs typeface="Aktiv Grotesk" pitchFamily="34" charset="0"/>
              </a:defRPr>
            </a:lvl3pPr>
            <a:lvl4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Aktiv Grotesk" pitchFamily="34" charset="0"/>
                <a:cs typeface="Aktiv Grotesk" pitchFamily="34" charset="0"/>
              </a:defRPr>
            </a:lvl4pPr>
            <a:lvl5pPr marL="0" algn="l" defTabSz="913927" rtl="0" eaLnBrk="1" fontAlgn="base" latinLnBrk="0" hangingPunct="1">
              <a:lnSpc>
                <a:spcPts val="2353"/>
              </a:lnSpc>
              <a:spcBef>
                <a:spcPct val="0"/>
              </a:spcBef>
              <a:spcAft>
                <a:spcPct val="0"/>
              </a:spcAft>
              <a:defRPr lang="en-US" sz="980" kern="1200" dirty="0">
                <a:solidFill>
                  <a:schemeClr val="tx1"/>
                </a:solidFill>
                <a:latin typeface="+mj-lt"/>
                <a:ea typeface="Aktiv Grotesk" pitchFamily="34" charset="0"/>
                <a:cs typeface="Aktiv Grotesk" pitchFamily="34" charset="0"/>
              </a:defRPr>
            </a:lvl5pPr>
          </a:lstStyle>
          <a:p>
            <a:pPr lvl="0"/>
            <a:r>
              <a:rPr lang="en-US"/>
              <a:t>4.</a:t>
            </a:r>
          </a:p>
        </p:txBody>
      </p:sp>
      <p:sp>
        <p:nvSpPr>
          <p:cNvPr id="40" name="Text Placeholder 3">
            <a:extLst>
              <a:ext uri="{FF2B5EF4-FFF2-40B4-BE49-F238E27FC236}">
                <a16:creationId xmlns:a16="http://schemas.microsoft.com/office/drawing/2014/main" id="{77858A5B-7408-41FF-9369-C0F9B773A308}"/>
              </a:ext>
            </a:extLst>
          </p:cNvPr>
          <p:cNvSpPr>
            <a:spLocks noGrp="1"/>
          </p:cNvSpPr>
          <p:nvPr>
            <p:ph type="body" sz="quarter" idx="35" hasCustomPrompt="1"/>
          </p:nvPr>
        </p:nvSpPr>
        <p:spPr>
          <a:xfrm>
            <a:off x="8139414" y="2025027"/>
            <a:ext cx="256787" cy="258381"/>
          </a:xfrm>
          <a:prstGeom prst="rect">
            <a:avLst/>
          </a:prstGeom>
        </p:spPr>
        <p:txBody>
          <a:bodyPr tIns="0" bIns="0"/>
          <a:lstStyle>
            <a:lvl1pPr marL="0" algn="l" defTabSz="913927" rtl="0" eaLnBrk="1" fontAlgn="base" latinLnBrk="0" hangingPunct="1">
              <a:lnSpc>
                <a:spcPts val="2353"/>
              </a:lnSpc>
              <a:spcBef>
                <a:spcPct val="0"/>
              </a:spcBef>
              <a:spcAft>
                <a:spcPct val="0"/>
              </a:spcAft>
              <a:defRPr lang="en-US" sz="980" kern="1200" dirty="0" smtClean="0">
                <a:solidFill>
                  <a:srgbClr val="000000"/>
                </a:solidFill>
                <a:latin typeface="+mj-lt"/>
                <a:ea typeface="Aktiv Grotesk" pitchFamily="34" charset="0"/>
                <a:cs typeface="Aktiv Grotesk" pitchFamily="34" charset="0"/>
              </a:defRPr>
            </a:lvl1pPr>
            <a:lvl2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Aktiv Grotesk" pitchFamily="34" charset="0"/>
                <a:cs typeface="Aktiv Grotesk" pitchFamily="34" charset="0"/>
              </a:defRPr>
            </a:lvl2pPr>
            <a:lvl3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Aktiv Grotesk" pitchFamily="34" charset="0"/>
                <a:cs typeface="Aktiv Grotesk" pitchFamily="34" charset="0"/>
              </a:defRPr>
            </a:lvl3pPr>
            <a:lvl4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Aktiv Grotesk" pitchFamily="34" charset="0"/>
                <a:cs typeface="Aktiv Grotesk" pitchFamily="34" charset="0"/>
              </a:defRPr>
            </a:lvl4pPr>
            <a:lvl5pPr marL="0" algn="l" defTabSz="913927" rtl="0" eaLnBrk="1" fontAlgn="base" latinLnBrk="0" hangingPunct="1">
              <a:lnSpc>
                <a:spcPts val="2353"/>
              </a:lnSpc>
              <a:spcBef>
                <a:spcPct val="0"/>
              </a:spcBef>
              <a:spcAft>
                <a:spcPct val="0"/>
              </a:spcAft>
              <a:defRPr lang="en-US" sz="980" kern="1200" dirty="0">
                <a:solidFill>
                  <a:schemeClr val="tx1"/>
                </a:solidFill>
                <a:latin typeface="+mj-lt"/>
                <a:ea typeface="Aktiv Grotesk" pitchFamily="34" charset="0"/>
                <a:cs typeface="Aktiv Grotesk" pitchFamily="34" charset="0"/>
              </a:defRPr>
            </a:lvl5pPr>
          </a:lstStyle>
          <a:p>
            <a:pPr lvl="0"/>
            <a:r>
              <a:rPr lang="en-US"/>
              <a:t>5.</a:t>
            </a:r>
          </a:p>
        </p:txBody>
      </p:sp>
      <p:sp>
        <p:nvSpPr>
          <p:cNvPr id="41" name="Text Placeholder 3">
            <a:extLst>
              <a:ext uri="{FF2B5EF4-FFF2-40B4-BE49-F238E27FC236}">
                <a16:creationId xmlns:a16="http://schemas.microsoft.com/office/drawing/2014/main" id="{AF637A76-D1E1-49A2-AF33-3521BBC721C4}"/>
              </a:ext>
            </a:extLst>
          </p:cNvPr>
          <p:cNvSpPr>
            <a:spLocks noGrp="1"/>
          </p:cNvSpPr>
          <p:nvPr>
            <p:ph type="body" sz="quarter" idx="36" hasCustomPrompt="1"/>
          </p:nvPr>
        </p:nvSpPr>
        <p:spPr>
          <a:xfrm>
            <a:off x="10067660" y="2025027"/>
            <a:ext cx="256787" cy="258381"/>
          </a:xfrm>
          <a:prstGeom prst="rect">
            <a:avLst/>
          </a:prstGeom>
        </p:spPr>
        <p:txBody>
          <a:bodyPr tIns="0" bIns="0"/>
          <a:lstStyle>
            <a:lvl1pPr marL="0" algn="l" defTabSz="913927" rtl="0" eaLnBrk="1" fontAlgn="base" latinLnBrk="0" hangingPunct="1">
              <a:lnSpc>
                <a:spcPts val="2353"/>
              </a:lnSpc>
              <a:spcBef>
                <a:spcPct val="0"/>
              </a:spcBef>
              <a:spcAft>
                <a:spcPct val="0"/>
              </a:spcAft>
              <a:defRPr lang="en-US" sz="980" kern="1200" dirty="0" smtClean="0">
                <a:solidFill>
                  <a:srgbClr val="000000"/>
                </a:solidFill>
                <a:latin typeface="+mj-lt"/>
                <a:ea typeface="Aktiv Grotesk" pitchFamily="34" charset="0"/>
                <a:cs typeface="Aktiv Grotesk" pitchFamily="34" charset="0"/>
              </a:defRPr>
            </a:lvl1pPr>
            <a:lvl2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Aktiv Grotesk" pitchFamily="34" charset="0"/>
                <a:cs typeface="Aktiv Grotesk" pitchFamily="34" charset="0"/>
              </a:defRPr>
            </a:lvl2pPr>
            <a:lvl3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Aktiv Grotesk" pitchFamily="34" charset="0"/>
                <a:cs typeface="Aktiv Grotesk" pitchFamily="34" charset="0"/>
              </a:defRPr>
            </a:lvl3pPr>
            <a:lvl4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Aktiv Grotesk" pitchFamily="34" charset="0"/>
                <a:cs typeface="Aktiv Grotesk" pitchFamily="34" charset="0"/>
              </a:defRPr>
            </a:lvl4pPr>
            <a:lvl5pPr marL="0" algn="l" defTabSz="913927" rtl="0" eaLnBrk="1" fontAlgn="base" latinLnBrk="0" hangingPunct="1">
              <a:lnSpc>
                <a:spcPts val="2353"/>
              </a:lnSpc>
              <a:spcBef>
                <a:spcPct val="0"/>
              </a:spcBef>
              <a:spcAft>
                <a:spcPct val="0"/>
              </a:spcAft>
              <a:defRPr lang="en-US" sz="980" kern="1200" dirty="0">
                <a:solidFill>
                  <a:schemeClr val="tx1"/>
                </a:solidFill>
                <a:latin typeface="+mj-lt"/>
                <a:ea typeface="Aktiv Grotesk" pitchFamily="34" charset="0"/>
                <a:cs typeface="Aktiv Grotesk" pitchFamily="34" charset="0"/>
              </a:defRPr>
            </a:lvl5pPr>
          </a:lstStyle>
          <a:p>
            <a:pPr lvl="0"/>
            <a:r>
              <a:rPr lang="en-US"/>
              <a:t>6.</a:t>
            </a:r>
          </a:p>
        </p:txBody>
      </p:sp>
      <p:sp>
        <p:nvSpPr>
          <p:cNvPr id="33" name="Text Box 3">
            <a:extLst>
              <a:ext uri="{FF2B5EF4-FFF2-40B4-BE49-F238E27FC236}">
                <a16:creationId xmlns:a16="http://schemas.microsoft.com/office/drawing/2014/main" id="{75395D73-9049-014E-BEF9-A35587DB4139}"/>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Aktiv Grotesk" pitchFamily="34" charset="0"/>
              </a:rPr>
              <a:t>©Microsoft Corporation									                                                                                                                                             Azure </a:t>
            </a:r>
          </a:p>
        </p:txBody>
      </p:sp>
      <p:sp>
        <p:nvSpPr>
          <p:cNvPr id="34" name="Text Placeholder 4">
            <a:extLst>
              <a:ext uri="{FF2B5EF4-FFF2-40B4-BE49-F238E27FC236}">
                <a16:creationId xmlns:a16="http://schemas.microsoft.com/office/drawing/2014/main" id="{3CC09D91-3BB7-5C4A-98CF-F87FD6AACD86}"/>
              </a:ext>
            </a:extLst>
          </p:cNvPr>
          <p:cNvSpPr>
            <a:spLocks noGrp="1"/>
          </p:cNvSpPr>
          <p:nvPr>
            <p:ph type="body" sz="quarter" idx="24" hasCustomPrompt="1"/>
          </p:nvPr>
        </p:nvSpPr>
        <p:spPr>
          <a:xfrm>
            <a:off x="454169" y="3622293"/>
            <a:ext cx="1693248" cy="2290499"/>
          </a:xfrm>
          <a:prstGeom prst="rect">
            <a:avLst/>
          </a:prstGeom>
        </p:spPr>
        <p:txBody>
          <a:bodyPr lIns="0" tIns="0" rIns="0" bIns="0"/>
          <a:lstStyle>
            <a:lvl1pPr marL="0" indent="0">
              <a:lnSpc>
                <a:spcPts val="1765"/>
              </a:lnSpc>
              <a:spcBef>
                <a:spcPts val="0"/>
              </a:spcBef>
              <a:buFont typeface="Aktiv Grotesk"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35" name="Text Placeholder 4">
            <a:extLst>
              <a:ext uri="{FF2B5EF4-FFF2-40B4-BE49-F238E27FC236}">
                <a16:creationId xmlns:a16="http://schemas.microsoft.com/office/drawing/2014/main" id="{90A489FF-470D-734F-9769-61F47A78897E}"/>
              </a:ext>
            </a:extLst>
          </p:cNvPr>
          <p:cNvSpPr>
            <a:spLocks noGrp="1"/>
          </p:cNvSpPr>
          <p:nvPr>
            <p:ph type="body" sz="quarter" idx="37" hasCustomPrompt="1"/>
          </p:nvPr>
        </p:nvSpPr>
        <p:spPr>
          <a:xfrm>
            <a:off x="2378330" y="3622293"/>
            <a:ext cx="1693248" cy="2290499"/>
          </a:xfrm>
          <a:prstGeom prst="rect">
            <a:avLst/>
          </a:prstGeom>
        </p:spPr>
        <p:txBody>
          <a:bodyPr lIns="0" tIns="0" rIns="0" bIns="0"/>
          <a:lstStyle>
            <a:lvl1pPr marL="0" indent="0">
              <a:lnSpc>
                <a:spcPts val="1765"/>
              </a:lnSpc>
              <a:spcBef>
                <a:spcPts val="0"/>
              </a:spcBef>
              <a:buFont typeface="Aktiv Grotesk"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36" name="Text Placeholder 4">
            <a:extLst>
              <a:ext uri="{FF2B5EF4-FFF2-40B4-BE49-F238E27FC236}">
                <a16:creationId xmlns:a16="http://schemas.microsoft.com/office/drawing/2014/main" id="{6F43AC1C-4836-034C-B18E-A886EB0A0954}"/>
              </a:ext>
            </a:extLst>
          </p:cNvPr>
          <p:cNvSpPr>
            <a:spLocks noGrp="1"/>
          </p:cNvSpPr>
          <p:nvPr>
            <p:ph type="body" sz="quarter" idx="38" hasCustomPrompt="1"/>
          </p:nvPr>
        </p:nvSpPr>
        <p:spPr>
          <a:xfrm>
            <a:off x="4300662" y="3622293"/>
            <a:ext cx="1693248" cy="2290499"/>
          </a:xfrm>
          <a:prstGeom prst="rect">
            <a:avLst/>
          </a:prstGeom>
        </p:spPr>
        <p:txBody>
          <a:bodyPr lIns="0" tIns="0" rIns="0" bIns="0"/>
          <a:lstStyle>
            <a:lvl1pPr marL="0" indent="0">
              <a:lnSpc>
                <a:spcPts val="1765"/>
              </a:lnSpc>
              <a:spcBef>
                <a:spcPts val="0"/>
              </a:spcBef>
              <a:buFont typeface="Aktiv Grotesk"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42" name="Text Placeholder 4">
            <a:extLst>
              <a:ext uri="{FF2B5EF4-FFF2-40B4-BE49-F238E27FC236}">
                <a16:creationId xmlns:a16="http://schemas.microsoft.com/office/drawing/2014/main" id="{9221C77D-8F08-6C49-9011-B244AD138F0B}"/>
              </a:ext>
            </a:extLst>
          </p:cNvPr>
          <p:cNvSpPr>
            <a:spLocks noGrp="1"/>
          </p:cNvSpPr>
          <p:nvPr>
            <p:ph type="body" sz="quarter" idx="39" hasCustomPrompt="1"/>
          </p:nvPr>
        </p:nvSpPr>
        <p:spPr>
          <a:xfrm>
            <a:off x="6229842" y="3622293"/>
            <a:ext cx="1693248" cy="2290499"/>
          </a:xfrm>
          <a:prstGeom prst="rect">
            <a:avLst/>
          </a:prstGeom>
        </p:spPr>
        <p:txBody>
          <a:bodyPr lIns="0" tIns="0" rIns="0" bIns="0"/>
          <a:lstStyle>
            <a:lvl1pPr marL="0" indent="0">
              <a:lnSpc>
                <a:spcPts val="1765"/>
              </a:lnSpc>
              <a:spcBef>
                <a:spcPts val="0"/>
              </a:spcBef>
              <a:buFont typeface="Aktiv Grotesk"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43" name="Text Placeholder 4">
            <a:extLst>
              <a:ext uri="{FF2B5EF4-FFF2-40B4-BE49-F238E27FC236}">
                <a16:creationId xmlns:a16="http://schemas.microsoft.com/office/drawing/2014/main" id="{F3776908-857F-F24D-9AF6-14CF938B5693}"/>
              </a:ext>
            </a:extLst>
          </p:cNvPr>
          <p:cNvSpPr>
            <a:spLocks noGrp="1"/>
          </p:cNvSpPr>
          <p:nvPr>
            <p:ph type="body" sz="quarter" idx="40" hasCustomPrompt="1"/>
          </p:nvPr>
        </p:nvSpPr>
        <p:spPr>
          <a:xfrm>
            <a:off x="8139413" y="3622293"/>
            <a:ext cx="1693248" cy="2290499"/>
          </a:xfrm>
          <a:prstGeom prst="rect">
            <a:avLst/>
          </a:prstGeom>
        </p:spPr>
        <p:txBody>
          <a:bodyPr lIns="0" tIns="0" rIns="0" bIns="0"/>
          <a:lstStyle>
            <a:lvl1pPr marL="0" indent="0">
              <a:lnSpc>
                <a:spcPts val="1765"/>
              </a:lnSpc>
              <a:spcBef>
                <a:spcPts val="0"/>
              </a:spcBef>
              <a:buFont typeface="Aktiv Grotesk"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44" name="Text Placeholder 4">
            <a:extLst>
              <a:ext uri="{FF2B5EF4-FFF2-40B4-BE49-F238E27FC236}">
                <a16:creationId xmlns:a16="http://schemas.microsoft.com/office/drawing/2014/main" id="{EFB7F2E6-D12A-0A47-939B-737BAD817601}"/>
              </a:ext>
            </a:extLst>
          </p:cNvPr>
          <p:cNvSpPr>
            <a:spLocks noGrp="1"/>
          </p:cNvSpPr>
          <p:nvPr>
            <p:ph type="body" sz="quarter" idx="41" hasCustomPrompt="1"/>
          </p:nvPr>
        </p:nvSpPr>
        <p:spPr>
          <a:xfrm>
            <a:off x="10044585" y="3622293"/>
            <a:ext cx="1693248" cy="2290499"/>
          </a:xfrm>
          <a:prstGeom prst="rect">
            <a:avLst/>
          </a:prstGeom>
        </p:spPr>
        <p:txBody>
          <a:bodyPr lIns="0" tIns="0" rIns="0" bIns="0"/>
          <a:lstStyle>
            <a:lvl1pPr marL="0" indent="0">
              <a:lnSpc>
                <a:spcPts val="1765"/>
              </a:lnSpc>
              <a:spcBef>
                <a:spcPts val="0"/>
              </a:spcBef>
              <a:buFont typeface="Aktiv Grotesk"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pic>
        <p:nvPicPr>
          <p:cNvPr id="46" name="Picture 45">
            <a:extLst>
              <a:ext uri="{FF2B5EF4-FFF2-40B4-BE49-F238E27FC236}">
                <a16:creationId xmlns:a16="http://schemas.microsoft.com/office/drawing/2014/main" id="{15EF402B-0A39-4444-AF7E-380A1C25739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82637" y="2301518"/>
            <a:ext cx="647418" cy="647510"/>
          </a:xfrm>
          <a:prstGeom prst="rect">
            <a:avLst/>
          </a:prstGeom>
        </p:spPr>
      </p:pic>
      <p:pic>
        <p:nvPicPr>
          <p:cNvPr id="47" name="Picture 46">
            <a:extLst>
              <a:ext uri="{FF2B5EF4-FFF2-40B4-BE49-F238E27FC236}">
                <a16:creationId xmlns:a16="http://schemas.microsoft.com/office/drawing/2014/main" id="{3E2F996C-B451-5D43-A1A7-18659348D8D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67498" y="2301518"/>
            <a:ext cx="647418" cy="647510"/>
          </a:xfrm>
          <a:prstGeom prst="rect">
            <a:avLst/>
          </a:prstGeom>
        </p:spPr>
      </p:pic>
      <p:pic>
        <p:nvPicPr>
          <p:cNvPr id="48" name="Picture 47">
            <a:extLst>
              <a:ext uri="{FF2B5EF4-FFF2-40B4-BE49-F238E27FC236}">
                <a16:creationId xmlns:a16="http://schemas.microsoft.com/office/drawing/2014/main" id="{2164D954-D4BE-604E-A1FA-5D4A16CC776D}"/>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686028" y="2301518"/>
            <a:ext cx="647418" cy="647510"/>
          </a:xfrm>
          <a:prstGeom prst="rect">
            <a:avLst/>
          </a:prstGeom>
        </p:spPr>
      </p:pic>
      <p:pic>
        <p:nvPicPr>
          <p:cNvPr id="49" name="Picture 48">
            <a:extLst>
              <a:ext uri="{FF2B5EF4-FFF2-40B4-BE49-F238E27FC236}">
                <a16:creationId xmlns:a16="http://schemas.microsoft.com/office/drawing/2014/main" id="{5FC96516-B0E2-964A-9976-F62D8A3CA035}"/>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752756" y="2301518"/>
            <a:ext cx="647418" cy="647510"/>
          </a:xfrm>
          <a:prstGeom prst="rect">
            <a:avLst/>
          </a:prstGeom>
        </p:spPr>
      </p:pic>
      <p:pic>
        <p:nvPicPr>
          <p:cNvPr id="50" name="Picture 49">
            <a:extLst>
              <a:ext uri="{FF2B5EF4-FFF2-40B4-BE49-F238E27FC236}">
                <a16:creationId xmlns:a16="http://schemas.microsoft.com/office/drawing/2014/main" id="{C42970E5-3D59-6D4C-802D-2A054118D505}"/>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802988" y="2301518"/>
            <a:ext cx="647418" cy="647510"/>
          </a:xfrm>
          <a:prstGeom prst="rect">
            <a:avLst/>
          </a:prstGeom>
        </p:spPr>
      </p:pic>
      <p:pic>
        <p:nvPicPr>
          <p:cNvPr id="51" name="Picture 50">
            <a:extLst>
              <a:ext uri="{FF2B5EF4-FFF2-40B4-BE49-F238E27FC236}">
                <a16:creationId xmlns:a16="http://schemas.microsoft.com/office/drawing/2014/main" id="{32F713FA-C34D-0546-BEC6-2429F7B462C9}"/>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02611" y="2301518"/>
            <a:ext cx="647418" cy="647510"/>
          </a:xfrm>
          <a:prstGeom prst="rect">
            <a:avLst/>
          </a:prstGeom>
        </p:spPr>
      </p:pic>
    </p:spTree>
    <p:extLst>
      <p:ext uri="{BB962C8B-B14F-4D97-AF65-F5344CB8AC3E}">
        <p14:creationId xmlns:p14="http://schemas.microsoft.com/office/powerpoint/2010/main" val="1519900515"/>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strike="noStrike">
                <a:solidFill>
                  <a:srgbClr val="000000"/>
                </a:solidFill>
              </a:defRPr>
            </a:lvl1pPr>
          </a:lstStyle>
          <a:p>
            <a:r>
              <a:rPr lang="en-US"/>
              <a:t>Title</a:t>
            </a:r>
          </a:p>
        </p:txBody>
      </p:sp>
    </p:spTree>
    <p:extLst>
      <p:ext uri="{BB962C8B-B14F-4D97-AF65-F5344CB8AC3E}">
        <p14:creationId xmlns:p14="http://schemas.microsoft.com/office/powerpoint/2010/main" val="1916274486"/>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title 1">
    <p:bg>
      <p:bgPr>
        <a:solidFill>
          <a:schemeClr val="bg1"/>
        </a:solidFill>
        <a:effectLst/>
      </p:bgPr>
    </p:bg>
    <p:spTree>
      <p:nvGrpSpPr>
        <p:cNvPr id="1" name=""/>
        <p:cNvGrpSpPr/>
        <p:nvPr/>
      </p:nvGrpSpPr>
      <p:grpSpPr>
        <a:xfrm>
          <a:off x="0" y="0"/>
          <a:ext cx="0" cy="0"/>
          <a:chOff x="0" y="0"/>
          <a:chExt cx="0" cy="0"/>
        </a:xfrm>
      </p:grpSpPr>
      <p:sp>
        <p:nvSpPr>
          <p:cNvPr id="4" name="Title 35"/>
          <p:cNvSpPr>
            <a:spLocks noGrp="1"/>
          </p:cNvSpPr>
          <p:nvPr>
            <p:ph type="title" hasCustomPrompt="1"/>
          </p:nvPr>
        </p:nvSpPr>
        <p:spPr>
          <a:xfrm>
            <a:off x="455994" y="941693"/>
            <a:ext cx="7454643" cy="3558191"/>
          </a:xfrm>
          <a:prstGeom prst="rect">
            <a:avLst/>
          </a:prstGeom>
          <a:noFill/>
        </p:spPr>
        <p:txBody>
          <a:bodyPr vert="horz" wrap="square" lIns="0" tIns="0" rIns="0" bIns="0" rtlCol="0" anchor="t" anchorCtr="0">
            <a:noAutofit/>
          </a:bodyPr>
          <a:lstStyle>
            <a:lvl1pPr>
              <a:defRPr lang="en-US" sz="4704" spc="-49" baseline="0" dirty="0">
                <a:solidFill>
                  <a:srgbClr val="000000"/>
                </a:solidFill>
              </a:defRPr>
            </a:lvl1pPr>
          </a:lstStyle>
          <a:p>
            <a:pPr marL="0" lvl="0">
              <a:lnSpc>
                <a:spcPts val="5489"/>
              </a:lnSpc>
            </a:pPr>
            <a:r>
              <a:rPr lang="en-US"/>
              <a:t>Section title</a:t>
            </a:r>
          </a:p>
        </p:txBody>
      </p:sp>
    </p:spTree>
    <p:extLst>
      <p:ext uri="{BB962C8B-B14F-4D97-AF65-F5344CB8AC3E}">
        <p14:creationId xmlns:p14="http://schemas.microsoft.com/office/powerpoint/2010/main" val="3906368390"/>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455994" y="941693"/>
            <a:ext cx="7454643" cy="3558191"/>
          </a:xfrm>
          <a:prstGeom prst="rect">
            <a:avLst/>
          </a:prstGeom>
          <a:noFill/>
        </p:spPr>
        <p:txBody>
          <a:bodyPr vert="horz" wrap="square" lIns="0" tIns="0" rIns="0" bIns="0" rtlCol="0" anchor="t" anchorCtr="0">
            <a:noAutofit/>
          </a:bodyPr>
          <a:lstStyle>
            <a:lvl1pPr>
              <a:defRPr lang="en-US" sz="4704" spc="-49" baseline="0" dirty="0">
                <a:solidFill>
                  <a:srgbClr val="FFFFFF"/>
                </a:solidFill>
              </a:defRPr>
            </a:lvl1pPr>
          </a:lstStyle>
          <a:p>
            <a:pPr marL="0" lvl="0">
              <a:lnSpc>
                <a:spcPts val="5489"/>
              </a:lnSpc>
            </a:pPr>
            <a:r>
              <a:rPr lang="en-US"/>
              <a:t>Section title</a:t>
            </a:r>
          </a:p>
        </p:txBody>
      </p:sp>
    </p:spTree>
    <p:extLst>
      <p:ext uri="{BB962C8B-B14F-4D97-AF65-F5344CB8AC3E}">
        <p14:creationId xmlns:p14="http://schemas.microsoft.com/office/powerpoint/2010/main" val="117825538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rgbClr val="FFFFFF"/>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5" name="Title 35">
            <a:extLst>
              <a:ext uri="{FF2B5EF4-FFF2-40B4-BE49-F238E27FC236}">
                <a16:creationId xmlns:a16="http://schemas.microsoft.com/office/drawing/2014/main" id="{60388DA1-8C2D-4FFD-88BD-DE4D7CEFD0D2}"/>
              </a:ext>
            </a:extLst>
          </p:cNvPr>
          <p:cNvSpPr>
            <a:spLocks noGrp="1"/>
          </p:cNvSpPr>
          <p:nvPr>
            <p:ph type="title" hasCustomPrompt="1"/>
          </p:nvPr>
        </p:nvSpPr>
        <p:spPr>
          <a:xfrm>
            <a:off x="455994" y="941693"/>
            <a:ext cx="7454643" cy="3558191"/>
          </a:xfrm>
          <a:prstGeom prst="rect">
            <a:avLst/>
          </a:prstGeom>
          <a:noFill/>
        </p:spPr>
        <p:txBody>
          <a:bodyPr vert="horz" wrap="square" lIns="0" tIns="0" rIns="0" bIns="0" rtlCol="0" anchor="t" anchorCtr="0">
            <a:noAutofit/>
          </a:bodyPr>
          <a:lstStyle>
            <a:lvl1pPr>
              <a:defRPr lang="en-US" sz="4704" spc="-49" baseline="0" dirty="0">
                <a:solidFill>
                  <a:schemeClr val="tx1"/>
                </a:solidFill>
              </a:defRPr>
            </a:lvl1pPr>
          </a:lstStyle>
          <a:p>
            <a:pPr marL="0" lvl="0">
              <a:lnSpc>
                <a:spcPts val="5489"/>
              </a:lnSpc>
            </a:pPr>
            <a:r>
              <a:rPr lang="en-US"/>
              <a:t>Section title</a:t>
            </a:r>
          </a:p>
        </p:txBody>
      </p:sp>
    </p:spTree>
    <p:extLst>
      <p:ext uri="{BB962C8B-B14F-4D97-AF65-F5344CB8AC3E}">
        <p14:creationId xmlns:p14="http://schemas.microsoft.com/office/powerpoint/2010/main" val="57432379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hoto layout 1">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29841" y="0"/>
            <a:ext cx="5973790" cy="6858000"/>
          </a:xfrm>
          <a:prstGeom prst="rect">
            <a:avLst/>
          </a:prstGeom>
        </p:spPr>
      </p:pic>
      <p:sp>
        <p:nvSpPr>
          <p:cNvPr id="2" name="Title 1"/>
          <p:cNvSpPr>
            <a:spLocks noGrp="1"/>
          </p:cNvSpPr>
          <p:nvPr>
            <p:ph type="title" hasCustomPrompt="1"/>
          </p:nvPr>
        </p:nvSpPr>
        <p:spPr>
          <a:xfrm>
            <a:off x="455996" y="620429"/>
            <a:ext cx="5541959" cy="403137"/>
          </a:xfrm>
          <a:prstGeom prst="rect">
            <a:avLst/>
          </a:prstGeom>
        </p:spPr>
        <p:txBody>
          <a:bodyPr wrap="square" lIns="0" tIns="0" rIns="0" bIns="0">
            <a:spAutoFit/>
          </a:bodyPr>
          <a:lstStyle>
            <a:lvl1pPr>
              <a:lnSpc>
                <a:spcPts val="3136"/>
              </a:lnSpc>
              <a:defRPr sz="2745" baseline="0">
                <a:solidFill>
                  <a:srgbClr val="000000"/>
                </a:solidFill>
              </a:defRPr>
            </a:lvl1pPr>
          </a:lstStyle>
          <a:p>
            <a:r>
              <a:rPr lang="en-US"/>
              <a:t>Photo layout 1</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455994" y="2363622"/>
            <a:ext cx="4822952" cy="495072"/>
          </a:xfrm>
          <a:prstGeom prst="rect">
            <a:avLst/>
          </a:prstGeom>
        </p:spPr>
        <p:txBody>
          <a:bodyPr lIns="0" tIns="0" rIns="0" bIns="0"/>
          <a:lstStyle>
            <a:lvl1pPr marL="0" indent="0">
              <a:lnSpc>
                <a:spcPts val="1765"/>
              </a:lnSpc>
              <a:spcBef>
                <a:spcPts val="1176"/>
              </a:spcBef>
              <a:buNone/>
              <a:defRPr lang="en-US" sz="1371" b="0" kern="1200" spc="0" baseline="0" dirty="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ktiv Grotesk"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a:p>
            <a:pPr lvl="1"/>
            <a:endParaRPr lang="en-US"/>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55996" y="1922588"/>
            <a:ext cx="4822951" cy="287771"/>
          </a:xfrm>
          <a:prstGeom prst="rect">
            <a:avLst/>
          </a:prstGeom>
        </p:spPr>
        <p:txBody>
          <a:bodyPr wrap="square" lIns="0" tIns="0" rIns="0" bIns="0">
            <a:spAutoFit/>
          </a:bodyPr>
          <a:lstStyle>
            <a:lvl1pPr marL="0" indent="0">
              <a:lnSpc>
                <a:spcPts val="2353"/>
              </a:lnSpc>
              <a:buNone/>
              <a:defRPr lang="en-US" sz="1961" kern="1200" spc="0" baseline="0" dirty="0">
                <a:solidFill>
                  <a:srgbClr val="000000"/>
                </a:solidFill>
                <a:latin typeface="+mn-lt"/>
                <a:ea typeface="+mn-ea"/>
                <a:cs typeface="+mn-cs"/>
              </a:defRPr>
            </a:lvl1pPr>
            <a:lvl2pPr marL="224054" indent="0">
              <a:buNone/>
              <a:defRPr/>
            </a:lvl2pPr>
            <a:lvl3pPr marL="448107" indent="0">
              <a:buNone/>
              <a:defRPr/>
            </a:lvl3pPr>
            <a:lvl4pPr marL="672161" indent="0">
              <a:buNone/>
              <a:defRPr/>
            </a:lvl4pPr>
            <a:lvl5pPr marL="896214" indent="0">
              <a:buNone/>
              <a:defRPr/>
            </a:lvl5pPr>
          </a:lstStyle>
          <a:p>
            <a:pPr lvl="0"/>
            <a:r>
              <a:rPr lang="en-US"/>
              <a:t>Subhead Segoe UI Regular 20/24.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3" y="3121485"/>
            <a:ext cx="5973053" cy="543185"/>
          </a:xfrm>
          <a:prstGeom prst="rect">
            <a:avLst/>
          </a:prstGeom>
        </p:spPr>
        <p:txBody>
          <a:bodyPr/>
          <a:lstStyle>
            <a:lvl1pPr algn="ctr">
              <a:defRPr>
                <a:solidFill>
                  <a:schemeClr val="bg1"/>
                </a:solidFill>
              </a:defRPr>
            </a:lvl1pPr>
          </a:lstStyle>
          <a:p>
            <a:r>
              <a:rPr lang="en-US"/>
              <a:t>Drop photo here</a:t>
            </a:r>
          </a:p>
        </p:txBody>
      </p:sp>
      <p:sp>
        <p:nvSpPr>
          <p:cNvPr id="13" name="Text Box 3">
            <a:extLst>
              <a:ext uri="{FF2B5EF4-FFF2-40B4-BE49-F238E27FC236}">
                <a16:creationId xmlns:a16="http://schemas.microsoft.com/office/drawing/2014/main" id="{9B6CD1B2-B033-3544-BC3C-77A135C65972}"/>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Aktiv Grotesk" pitchFamily="34" charset="0"/>
              </a:rPr>
              <a:t>©Microsoft Corporation									                                                                                                                                             Azure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55996" y="2576676"/>
            <a:ext cx="4822951" cy="674672"/>
          </a:xfrm>
          <a:prstGeom prst="rect">
            <a:avLst/>
          </a:prstGeom>
        </p:spPr>
        <p:txBody>
          <a:bodyPr lIns="0" tIns="0" rIns="0" bIns="0"/>
          <a:lstStyle>
            <a:lvl1pPr marL="0" indent="0">
              <a:lnSpc>
                <a:spcPts val="1765"/>
              </a:lnSpc>
              <a:spcBef>
                <a:spcPts val="0"/>
              </a:spcBef>
              <a:buFont typeface="Aktiv Grotesk"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455993" y="3428999"/>
            <a:ext cx="4822952" cy="495072"/>
          </a:xfrm>
          <a:prstGeom prst="rect">
            <a:avLst/>
          </a:prstGeom>
        </p:spPr>
        <p:txBody>
          <a:bodyPr lIns="0" tIns="0" rIns="0" bIns="0"/>
          <a:lstStyle>
            <a:lvl1pPr marL="0" indent="0">
              <a:lnSpc>
                <a:spcPts val="1765"/>
              </a:lnSpc>
              <a:spcBef>
                <a:spcPts val="1176"/>
              </a:spcBef>
              <a:buNone/>
              <a:defRPr lang="en-US" sz="1371" b="0" kern="1200" spc="0" baseline="0" dirty="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ktiv Grotesk"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a:p>
            <a:pPr lvl="1"/>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55995" y="3639464"/>
            <a:ext cx="4822951" cy="674672"/>
          </a:xfrm>
          <a:prstGeom prst="rect">
            <a:avLst/>
          </a:prstGeom>
        </p:spPr>
        <p:txBody>
          <a:bodyPr lIns="0" tIns="0" rIns="0" bIns="0"/>
          <a:lstStyle>
            <a:lvl1pPr marL="0" indent="0">
              <a:lnSpc>
                <a:spcPts val="1765"/>
              </a:lnSpc>
              <a:spcBef>
                <a:spcPts val="0"/>
              </a:spcBef>
              <a:buFont typeface="Aktiv Grotesk"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Tree>
    <p:extLst>
      <p:ext uri="{BB962C8B-B14F-4D97-AF65-F5344CB8AC3E}">
        <p14:creationId xmlns:p14="http://schemas.microsoft.com/office/powerpoint/2010/main" val="3672834616"/>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hoto layou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Photo layout 2</a:t>
            </a:r>
          </a:p>
        </p:txBody>
      </p:sp>
      <p:sp>
        <p:nvSpPr>
          <p:cNvPr id="5" name="Text Placeholder 4"/>
          <p:cNvSpPr>
            <a:spLocks noGrp="1"/>
          </p:cNvSpPr>
          <p:nvPr>
            <p:ph type="body" sz="quarter" idx="11" hasCustomPrompt="1"/>
          </p:nvPr>
        </p:nvSpPr>
        <p:spPr>
          <a:xfrm>
            <a:off x="455996" y="4927922"/>
            <a:ext cx="3618381" cy="216206"/>
          </a:xfrm>
          <a:prstGeom prst="rect">
            <a:avLst/>
          </a:prstGeom>
        </p:spPr>
        <p:txBody>
          <a:bodyPr lIns="0" tIns="0" rIns="0" bIns="0"/>
          <a:lstStyle>
            <a:lvl1pPr marL="0" marR="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1" b="0" kern="1200" spc="0" baseline="0" dirty="0" smtClean="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ktiv Grotesk"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marL="0" marR="0" lvl="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UI </a:t>
            </a:r>
            <a:r>
              <a:rPr lang="en-US" err="1"/>
              <a:t>Semibold</a:t>
            </a:r>
            <a:r>
              <a:rPr lang="en-US"/>
              <a:t> 14</a:t>
            </a:r>
          </a:p>
        </p:txBody>
      </p:sp>
      <p:sp>
        <p:nvSpPr>
          <p:cNvPr id="9" name="Text Placeholder 4"/>
          <p:cNvSpPr>
            <a:spLocks noGrp="1"/>
          </p:cNvSpPr>
          <p:nvPr>
            <p:ph type="body" sz="quarter" idx="12" hasCustomPrompt="1"/>
          </p:nvPr>
        </p:nvSpPr>
        <p:spPr>
          <a:xfrm>
            <a:off x="4300040" y="4927922"/>
            <a:ext cx="3618381" cy="216206"/>
          </a:xfrm>
          <a:prstGeom prst="rect">
            <a:avLst/>
          </a:prstGeom>
        </p:spPr>
        <p:txBody>
          <a:bodyPr lIns="0" tIns="0" rIns="0" bIns="0"/>
          <a:lstStyle>
            <a:lvl1pPr marL="0" marR="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defRPr sz="1371">
                <a:solidFill>
                  <a:schemeClr val="tx2"/>
                </a:solidFill>
              </a:defRPr>
            </a:lvl1pPr>
            <a:lvl2pPr marL="0" marR="0" indent="0" algn="l" defTabSz="914192" rtl="0" eaLnBrk="1" fontAlgn="auto" latinLnBrk="0" hangingPunct="1">
              <a:lnSpc>
                <a:spcPts val="1765"/>
              </a:lnSpc>
              <a:spcBef>
                <a:spcPts val="441"/>
              </a:spcBef>
              <a:spcAft>
                <a:spcPts val="0"/>
              </a:spcAft>
              <a:buClrTx/>
              <a:buSzPct val="90000"/>
              <a:buFont typeface="Aktiv Grotesk"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marL="0" marR="0" lvl="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UI </a:t>
            </a:r>
            <a:r>
              <a:rPr lang="en-US" err="1"/>
              <a:t>Semibold</a:t>
            </a:r>
            <a:r>
              <a:rPr lang="en-US"/>
              <a:t> 14</a:t>
            </a:r>
          </a:p>
        </p:txBody>
      </p:sp>
      <p:sp>
        <p:nvSpPr>
          <p:cNvPr id="10" name="Text Placeholder 4"/>
          <p:cNvSpPr>
            <a:spLocks noGrp="1"/>
          </p:cNvSpPr>
          <p:nvPr>
            <p:ph type="body" sz="quarter" idx="13" hasCustomPrompt="1"/>
          </p:nvPr>
        </p:nvSpPr>
        <p:spPr>
          <a:xfrm>
            <a:off x="8144084" y="4927922"/>
            <a:ext cx="3618381" cy="216206"/>
          </a:xfrm>
          <a:prstGeom prst="rect">
            <a:avLst/>
          </a:prstGeom>
        </p:spPr>
        <p:txBody>
          <a:bodyPr lIns="0" tIns="0" rIns="0" bIns="0"/>
          <a:lstStyle>
            <a:lvl1pPr marL="0" marR="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defRPr sz="1371">
                <a:solidFill>
                  <a:schemeClr val="tx2"/>
                </a:solidFill>
              </a:defRPr>
            </a:lvl1pPr>
            <a:lvl2pPr marL="0" marR="0" indent="0" algn="l" defTabSz="914192" rtl="0" eaLnBrk="1" fontAlgn="auto" latinLnBrk="0" hangingPunct="1">
              <a:lnSpc>
                <a:spcPts val="1765"/>
              </a:lnSpc>
              <a:spcBef>
                <a:spcPts val="441"/>
              </a:spcBef>
              <a:spcAft>
                <a:spcPts val="0"/>
              </a:spcAft>
              <a:buClrTx/>
              <a:buSzPct val="90000"/>
              <a:buFont typeface="Aktiv Grotesk"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marL="0" marR="0" lvl="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UI </a:t>
            </a:r>
            <a:r>
              <a:rPr lang="en-US" err="1"/>
              <a:t>Semibold</a:t>
            </a:r>
            <a:r>
              <a:rPr lang="en-US"/>
              <a:t> 14</a:t>
            </a:r>
          </a:p>
        </p:txBody>
      </p:sp>
      <p:pic>
        <p:nvPicPr>
          <p:cNvPr id="15" name="Picture 14"/>
          <p:cNvPicPr>
            <a:picLocks noChangeAspect="1"/>
          </p:cNvPicPr>
          <p:nvPr userDrawn="1"/>
        </p:nvPicPr>
        <p:blipFill rotWithShape="1">
          <a:blip r:embed="rId2" cstate="print">
            <a:extLst>
              <a:ext uri="{28A0092B-C50C-407E-A947-70E740481C1C}">
                <a14:useLocalDpi xmlns:a14="http://schemas.microsoft.com/office/drawing/2010/main" val="0"/>
              </a:ext>
            </a:extLst>
          </a:blip>
          <a:srcRect r="-1"/>
          <a:stretch/>
        </p:blipFill>
        <p:spPr>
          <a:xfrm>
            <a:off x="8150361" y="2152784"/>
            <a:ext cx="3623053" cy="2589915"/>
          </a:xfrm>
          <a:prstGeom prst="rect">
            <a:avLst/>
          </a:prstGeom>
        </p:spPr>
      </p:pic>
      <p:pic>
        <p:nvPicPr>
          <p:cNvPr id="16" name="Picture 15"/>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425647" y="2152784"/>
            <a:ext cx="3648727" cy="2589915"/>
          </a:xfrm>
          <a:prstGeom prst="rect">
            <a:avLst/>
          </a:prstGeom>
        </p:spPr>
      </p:pic>
      <p:pic>
        <p:nvPicPr>
          <p:cNvPr id="17" name="Picture 16"/>
          <p:cNvPicPr>
            <a:picLocks noChangeAspect="1"/>
          </p:cNvPicPr>
          <p:nvPr userDrawn="1"/>
        </p:nvPicPr>
        <p:blipFill rotWithShape="1">
          <a:blip r:embed="rId4" cstate="print">
            <a:extLst>
              <a:ext uri="{28A0092B-C50C-407E-A947-70E740481C1C}">
                <a14:useLocalDpi xmlns:a14="http://schemas.microsoft.com/office/drawing/2010/main" val="0"/>
              </a:ext>
            </a:extLst>
          </a:blip>
          <a:srcRect/>
          <a:stretch/>
        </p:blipFill>
        <p:spPr>
          <a:xfrm>
            <a:off x="4295368" y="2152781"/>
            <a:ext cx="3623052" cy="2589916"/>
          </a:xfrm>
          <a:prstGeom prst="rect">
            <a:avLst/>
          </a:prstGeom>
        </p:spPr>
      </p:pic>
      <p:sp>
        <p:nvSpPr>
          <p:cNvPr id="4" name="Picture Placeholder 3">
            <a:extLst>
              <a:ext uri="{FF2B5EF4-FFF2-40B4-BE49-F238E27FC236}">
                <a16:creationId xmlns:a16="http://schemas.microsoft.com/office/drawing/2014/main" id="{2717A0C5-B07A-A34B-9DBC-AEA2B456E25A}"/>
              </a:ext>
            </a:extLst>
          </p:cNvPr>
          <p:cNvSpPr>
            <a:spLocks noGrp="1"/>
          </p:cNvSpPr>
          <p:nvPr>
            <p:ph type="pic" sz="quarter" idx="14" hasCustomPrompt="1"/>
          </p:nvPr>
        </p:nvSpPr>
        <p:spPr>
          <a:xfrm>
            <a:off x="426424" y="3193695"/>
            <a:ext cx="3647951" cy="543185"/>
          </a:xfrm>
          <a:prstGeom prst="rect">
            <a:avLst/>
          </a:prstGeom>
        </p:spPr>
        <p:txBody>
          <a:bodyPr/>
          <a:lstStyle>
            <a:lvl1pPr algn="ctr">
              <a:defRPr>
                <a:solidFill>
                  <a:schemeClr val="bg1"/>
                </a:solidFill>
              </a:defRPr>
            </a:lvl1pPr>
          </a:lstStyle>
          <a:p>
            <a:r>
              <a:rPr lang="en-US"/>
              <a:t>Drop photo here</a:t>
            </a:r>
          </a:p>
        </p:txBody>
      </p:sp>
      <p:sp>
        <p:nvSpPr>
          <p:cNvPr id="7" name="Picture Placeholder 6">
            <a:extLst>
              <a:ext uri="{FF2B5EF4-FFF2-40B4-BE49-F238E27FC236}">
                <a16:creationId xmlns:a16="http://schemas.microsoft.com/office/drawing/2014/main" id="{F5287B92-3963-B94C-821F-3908B3544A42}"/>
              </a:ext>
            </a:extLst>
          </p:cNvPr>
          <p:cNvSpPr>
            <a:spLocks noGrp="1"/>
          </p:cNvSpPr>
          <p:nvPr>
            <p:ph type="pic" sz="quarter" idx="15" hasCustomPrompt="1"/>
          </p:nvPr>
        </p:nvSpPr>
        <p:spPr>
          <a:xfrm>
            <a:off x="4300040" y="3186832"/>
            <a:ext cx="3618381" cy="543185"/>
          </a:xfrm>
          <a:prstGeom prst="rect">
            <a:avLst/>
          </a:prstGeom>
        </p:spPr>
        <p:txBody>
          <a:bodyPr/>
          <a:lstStyle>
            <a:lvl1pPr algn="ctr">
              <a:defRPr>
                <a:solidFill>
                  <a:schemeClr val="bg1"/>
                </a:solidFill>
              </a:defRPr>
            </a:lvl1pPr>
          </a:lstStyle>
          <a:p>
            <a:r>
              <a:rPr lang="en-US"/>
              <a:t>Drop photo here</a:t>
            </a:r>
          </a:p>
        </p:txBody>
      </p:sp>
      <p:sp>
        <p:nvSpPr>
          <p:cNvPr id="11" name="Picture Placeholder 10">
            <a:extLst>
              <a:ext uri="{FF2B5EF4-FFF2-40B4-BE49-F238E27FC236}">
                <a16:creationId xmlns:a16="http://schemas.microsoft.com/office/drawing/2014/main" id="{1DC31788-B7D8-9D46-BE0A-6B7EED7110B6}"/>
              </a:ext>
            </a:extLst>
          </p:cNvPr>
          <p:cNvSpPr>
            <a:spLocks noGrp="1"/>
          </p:cNvSpPr>
          <p:nvPr>
            <p:ph type="pic" sz="quarter" idx="16" hasCustomPrompt="1"/>
          </p:nvPr>
        </p:nvSpPr>
        <p:spPr>
          <a:xfrm>
            <a:off x="8150309" y="3186832"/>
            <a:ext cx="3612156" cy="543185"/>
          </a:xfrm>
          <a:prstGeom prst="rect">
            <a:avLst/>
          </a:prstGeom>
        </p:spPr>
        <p:txBody>
          <a:bodyPr/>
          <a:lstStyle>
            <a:lvl1pPr algn="ctr">
              <a:defRPr>
                <a:solidFill>
                  <a:schemeClr val="bg1"/>
                </a:solidFill>
              </a:defRPr>
            </a:lvl1pPr>
          </a:lstStyle>
          <a:p>
            <a:r>
              <a:rPr lang="en-US"/>
              <a:t>Drop photo here</a:t>
            </a:r>
          </a:p>
        </p:txBody>
      </p:sp>
      <p:sp>
        <p:nvSpPr>
          <p:cNvPr id="20" name="Text Box 3">
            <a:extLst>
              <a:ext uri="{FF2B5EF4-FFF2-40B4-BE49-F238E27FC236}">
                <a16:creationId xmlns:a16="http://schemas.microsoft.com/office/drawing/2014/main" id="{F848FF14-9025-D34E-A47B-6D1957DCA63E}"/>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Aktiv Grotesk" pitchFamily="34" charset="0"/>
              </a:rPr>
              <a:t>©Microsoft Corporation									                                                                                                                                             Azure </a:t>
            </a:r>
          </a:p>
        </p:txBody>
      </p:sp>
      <p:sp>
        <p:nvSpPr>
          <p:cNvPr id="22" name="Text Placeholder 4">
            <a:extLst>
              <a:ext uri="{FF2B5EF4-FFF2-40B4-BE49-F238E27FC236}">
                <a16:creationId xmlns:a16="http://schemas.microsoft.com/office/drawing/2014/main" id="{B97163EF-E7E8-4446-98C1-DF17E29E7379}"/>
              </a:ext>
            </a:extLst>
          </p:cNvPr>
          <p:cNvSpPr>
            <a:spLocks noGrp="1"/>
          </p:cNvSpPr>
          <p:nvPr>
            <p:ph type="body" sz="quarter" idx="42" hasCustomPrompt="1"/>
          </p:nvPr>
        </p:nvSpPr>
        <p:spPr>
          <a:xfrm>
            <a:off x="454170" y="5158174"/>
            <a:ext cx="3618381" cy="905504"/>
          </a:xfrm>
          <a:prstGeom prst="rect">
            <a:avLst/>
          </a:prstGeom>
        </p:spPr>
        <p:txBody>
          <a:bodyPr lIns="0" tIns="0" rIns="0" bIns="0"/>
          <a:lstStyle>
            <a:lvl1pPr marL="0" indent="0">
              <a:lnSpc>
                <a:spcPts val="1765"/>
              </a:lnSpc>
              <a:spcBef>
                <a:spcPts val="0"/>
              </a:spcBef>
              <a:buFont typeface="Aktiv Grotesk"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p>
        </p:txBody>
      </p:sp>
      <p:sp>
        <p:nvSpPr>
          <p:cNvPr id="23" name="Text Placeholder 4">
            <a:extLst>
              <a:ext uri="{FF2B5EF4-FFF2-40B4-BE49-F238E27FC236}">
                <a16:creationId xmlns:a16="http://schemas.microsoft.com/office/drawing/2014/main" id="{8E57B78A-F25C-4D46-917C-E53FD3A557E0}"/>
              </a:ext>
            </a:extLst>
          </p:cNvPr>
          <p:cNvSpPr>
            <a:spLocks noGrp="1"/>
          </p:cNvSpPr>
          <p:nvPr>
            <p:ph type="body" sz="quarter" idx="43" hasCustomPrompt="1"/>
          </p:nvPr>
        </p:nvSpPr>
        <p:spPr>
          <a:xfrm>
            <a:off x="4302175" y="5158174"/>
            <a:ext cx="3616245" cy="905504"/>
          </a:xfrm>
          <a:prstGeom prst="rect">
            <a:avLst/>
          </a:prstGeom>
        </p:spPr>
        <p:txBody>
          <a:bodyPr lIns="0" tIns="0" rIns="0" bIns="0"/>
          <a:lstStyle>
            <a:lvl1pPr marL="0" indent="0">
              <a:lnSpc>
                <a:spcPts val="1765"/>
              </a:lnSpc>
              <a:spcBef>
                <a:spcPts val="0"/>
              </a:spcBef>
              <a:buFont typeface="Aktiv Grotesk"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p>
        </p:txBody>
      </p:sp>
      <p:sp>
        <p:nvSpPr>
          <p:cNvPr id="24" name="Text Placeholder 4">
            <a:extLst>
              <a:ext uri="{FF2B5EF4-FFF2-40B4-BE49-F238E27FC236}">
                <a16:creationId xmlns:a16="http://schemas.microsoft.com/office/drawing/2014/main" id="{A1AA5291-B66D-8249-B809-BA15DD1EEA3E}"/>
              </a:ext>
            </a:extLst>
          </p:cNvPr>
          <p:cNvSpPr>
            <a:spLocks noGrp="1"/>
          </p:cNvSpPr>
          <p:nvPr>
            <p:ph type="body" sz="quarter" idx="44" hasCustomPrompt="1"/>
          </p:nvPr>
        </p:nvSpPr>
        <p:spPr>
          <a:xfrm>
            <a:off x="8150309" y="5158174"/>
            <a:ext cx="3618381" cy="905504"/>
          </a:xfrm>
          <a:prstGeom prst="rect">
            <a:avLst/>
          </a:prstGeom>
        </p:spPr>
        <p:txBody>
          <a:bodyPr lIns="0" tIns="0" rIns="0" bIns="0"/>
          <a:lstStyle>
            <a:lvl1pPr marL="0" indent="0">
              <a:lnSpc>
                <a:spcPts val="1765"/>
              </a:lnSpc>
              <a:spcBef>
                <a:spcPts val="0"/>
              </a:spcBef>
              <a:buFont typeface="Aktiv Grotesk"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p>
        </p:txBody>
      </p:sp>
    </p:spTree>
    <p:extLst>
      <p:ext uri="{BB962C8B-B14F-4D97-AF65-F5344CB8AC3E}">
        <p14:creationId xmlns:p14="http://schemas.microsoft.com/office/powerpoint/2010/main" val="2020521437"/>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evice layout 1">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444775" y="418151"/>
            <a:ext cx="7747227" cy="6439851"/>
          </a:xfrm>
          <a:prstGeom prst="rect">
            <a:avLst/>
          </a:prstGeom>
        </p:spPr>
      </p:pic>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Device layout 1: one column</a:t>
            </a:r>
          </a:p>
        </p:txBody>
      </p:sp>
      <p:sp>
        <p:nvSpPr>
          <p:cNvPr id="4" name="Text Placeholder 3"/>
          <p:cNvSpPr>
            <a:spLocks noGrp="1"/>
          </p:cNvSpPr>
          <p:nvPr>
            <p:ph type="body" sz="quarter" idx="10" hasCustomPrompt="1"/>
          </p:nvPr>
        </p:nvSpPr>
        <p:spPr>
          <a:xfrm>
            <a:off x="455996" y="1922803"/>
            <a:ext cx="4758211" cy="603538"/>
          </a:xfrm>
          <a:prstGeom prst="rect">
            <a:avLst/>
          </a:prstGeom>
        </p:spPr>
        <p:txBody>
          <a:bodyPr wrap="square" lIns="0" tIns="0" rIns="0" bIns="0">
            <a:spAutoFit/>
          </a:bodyPr>
          <a:lstStyle>
            <a:lvl1pPr marL="0" indent="0">
              <a:lnSpc>
                <a:spcPts val="2353"/>
              </a:lnSpc>
              <a:buNone/>
              <a:defRPr sz="1961" b="0" i="0">
                <a:solidFill>
                  <a:srgbClr val="000000"/>
                </a:solidFill>
                <a:latin typeface="+mn-lt"/>
              </a:defRPr>
            </a:lvl1pPr>
            <a:lvl2pPr marL="224054" indent="0">
              <a:buNone/>
              <a:defRPr/>
            </a:lvl2pPr>
            <a:lvl3pPr marL="448107" indent="0">
              <a:buNone/>
              <a:defRPr/>
            </a:lvl3pPr>
            <a:lvl4pPr marL="672161" indent="0">
              <a:buNone/>
              <a:defRPr/>
            </a:lvl4pPr>
            <a:lvl5pPr marL="896214" indent="0">
              <a:buNone/>
              <a:defRPr/>
            </a:lvl5pPr>
          </a:lstStyle>
          <a:p>
            <a:pPr lvl="0"/>
            <a:r>
              <a:rPr lang="pt-BR"/>
              <a:t>Large subhead Segoe UI Regular 20/24. Em volor resequaectur.</a:t>
            </a:r>
            <a:endParaRPr lang="en-US"/>
          </a:p>
        </p:txBody>
      </p:sp>
      <p:sp>
        <p:nvSpPr>
          <p:cNvPr id="5" name="Text Placeholder 4"/>
          <p:cNvSpPr>
            <a:spLocks noGrp="1"/>
          </p:cNvSpPr>
          <p:nvPr>
            <p:ph type="body" sz="quarter" idx="11" hasCustomPrompt="1"/>
          </p:nvPr>
        </p:nvSpPr>
        <p:spPr>
          <a:xfrm>
            <a:off x="455995" y="2707598"/>
            <a:ext cx="4758210" cy="2521331"/>
          </a:xfrm>
          <a:prstGeom prst="rect">
            <a:avLst/>
          </a:prstGeom>
        </p:spPr>
        <p:txBody>
          <a:bodyPr lIns="0" tIns="0" rIns="0" bIns="0"/>
          <a:lstStyle>
            <a:lvl1pPr marL="280067" indent="-280067">
              <a:lnSpc>
                <a:spcPts val="1765"/>
              </a:lnSpc>
              <a:spcBef>
                <a:spcPts val="0"/>
              </a:spcBef>
              <a:buFont typeface="Aktiv Grotesk" panose="020B0604020202020204" pitchFamily="34" charset="0"/>
              <a:buChar char="•"/>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a:t>
            </a:r>
          </a:p>
        </p:txBody>
      </p:sp>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p:nvPr>
        </p:nvSpPr>
        <p:spPr>
          <a:xfrm>
            <a:off x="6357960" y="3239967"/>
            <a:ext cx="5834041" cy="908839"/>
          </a:xfrm>
          <a:prstGeom prst="rect">
            <a:avLst/>
          </a:prstGeom>
        </p:spPr>
        <p:txBody>
          <a:bodyPr anchor="ctr" anchorCtr="0"/>
          <a:lstStyle>
            <a:lvl1pPr algn="ctr">
              <a:defRPr>
                <a:solidFill>
                  <a:srgbClr val="000000"/>
                </a:solidFill>
              </a:defRPr>
            </a:lvl1pPr>
          </a:lstStyle>
          <a:p>
            <a:r>
              <a:rPr lang="en-US"/>
              <a:t>Drag picture to placeholder or click icon to add</a:t>
            </a:r>
          </a:p>
        </p:txBody>
      </p:sp>
    </p:spTree>
    <p:extLst>
      <p:ext uri="{BB962C8B-B14F-4D97-AF65-F5344CB8AC3E}">
        <p14:creationId xmlns:p14="http://schemas.microsoft.com/office/powerpoint/2010/main" val="1546762081"/>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evice layout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99DE98C-91A8-4163-A280-8BB561692C8E}"/>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444775" y="418151"/>
            <a:ext cx="7747227" cy="6439851"/>
          </a:xfrm>
          <a:prstGeom prst="rect">
            <a:avLst/>
          </a:prstGeom>
        </p:spPr>
      </p:pic>
      <p:sp>
        <p:nvSpPr>
          <p:cNvPr id="9" name="Picture Placeholder 11">
            <a:extLst>
              <a:ext uri="{FF2B5EF4-FFF2-40B4-BE49-F238E27FC236}">
                <a16:creationId xmlns:a16="http://schemas.microsoft.com/office/drawing/2014/main" id="{784CA30E-A92E-4E40-944A-73B1CF9EEE0A}"/>
              </a:ext>
            </a:extLst>
          </p:cNvPr>
          <p:cNvSpPr>
            <a:spLocks noGrp="1"/>
          </p:cNvSpPr>
          <p:nvPr>
            <p:ph type="pic" sz="quarter" idx="12"/>
          </p:nvPr>
        </p:nvSpPr>
        <p:spPr>
          <a:xfrm>
            <a:off x="6357960" y="3239967"/>
            <a:ext cx="5834041" cy="908839"/>
          </a:xfrm>
          <a:prstGeom prst="rect">
            <a:avLst/>
          </a:prstGeom>
        </p:spPr>
        <p:txBody>
          <a:bodyPr anchor="ctr" anchorCtr="0"/>
          <a:lstStyle>
            <a:lvl1pPr algn="ctr">
              <a:defRPr>
                <a:solidFill>
                  <a:srgbClr val="000000"/>
                </a:solidFill>
              </a:defRPr>
            </a:lvl1pPr>
          </a:lstStyle>
          <a:p>
            <a:r>
              <a:rPr lang="en-US"/>
              <a:t>Drag picture to placeholder or click icon to add</a:t>
            </a:r>
          </a:p>
        </p:txBody>
      </p:sp>
      <p:sp>
        <p:nvSpPr>
          <p:cNvPr id="13" name="Text Placeholder 4">
            <a:extLst>
              <a:ext uri="{FF2B5EF4-FFF2-40B4-BE49-F238E27FC236}">
                <a16:creationId xmlns:a16="http://schemas.microsoft.com/office/drawing/2014/main" id="{8D17D4B4-B6B9-4273-ACCB-7A5ED46F35A8}"/>
              </a:ext>
            </a:extLst>
          </p:cNvPr>
          <p:cNvSpPr>
            <a:spLocks noGrp="1"/>
          </p:cNvSpPr>
          <p:nvPr>
            <p:ph type="body" sz="quarter" idx="11" hasCustomPrompt="1"/>
          </p:nvPr>
        </p:nvSpPr>
        <p:spPr>
          <a:xfrm>
            <a:off x="457673" y="2000739"/>
            <a:ext cx="1693247" cy="442532"/>
          </a:xfrm>
          <a:prstGeom prst="rect">
            <a:avLst/>
          </a:prstGeom>
        </p:spPr>
        <p:txBody>
          <a:bodyPr lIns="0" tIns="0" rIns="0" bIns="0"/>
          <a:lstStyle>
            <a:lvl1pPr marL="0" indent="0">
              <a:lnSpc>
                <a:spcPts val="1765"/>
              </a:lnSpc>
              <a:spcBef>
                <a:spcPts val="882"/>
              </a:spcBef>
              <a:buNone/>
              <a:defRPr lang="en-US" sz="1371" b="0" kern="1200" spc="0" baseline="0" dirty="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ktiv Grotesk"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marL="0" marR="0" lvl="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UI </a:t>
            </a:r>
            <a:r>
              <a:rPr lang="en-US" err="1"/>
              <a:t>Semibold</a:t>
            </a:r>
            <a:endParaRPr lang="en-US"/>
          </a:p>
        </p:txBody>
      </p:sp>
      <p:sp>
        <p:nvSpPr>
          <p:cNvPr id="14" name="Text Placeholder 4">
            <a:extLst>
              <a:ext uri="{FF2B5EF4-FFF2-40B4-BE49-F238E27FC236}">
                <a16:creationId xmlns:a16="http://schemas.microsoft.com/office/drawing/2014/main" id="{FB204BE2-B985-4315-8D5B-9C54B1074DD6}"/>
              </a:ext>
            </a:extLst>
          </p:cNvPr>
          <p:cNvSpPr>
            <a:spLocks noGrp="1"/>
          </p:cNvSpPr>
          <p:nvPr>
            <p:ph type="body" sz="quarter" idx="13" hasCustomPrompt="1"/>
          </p:nvPr>
        </p:nvSpPr>
        <p:spPr>
          <a:xfrm>
            <a:off x="2385799" y="2000739"/>
            <a:ext cx="1693247" cy="442532"/>
          </a:xfrm>
          <a:prstGeom prst="rect">
            <a:avLst/>
          </a:prstGeom>
        </p:spPr>
        <p:txBody>
          <a:bodyPr lIns="0" tIns="0" rIns="0" bIns="0"/>
          <a:lstStyle>
            <a:lvl1pPr marL="0" indent="0">
              <a:lnSpc>
                <a:spcPts val="1765"/>
              </a:lnSpc>
              <a:spcBef>
                <a:spcPts val="882"/>
              </a:spcBef>
              <a:buNone/>
              <a:defRPr lang="en-US" sz="1371" b="0" kern="1200" spc="0" baseline="0" dirty="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ktiv Grotesk"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marL="0" marR="0" lvl="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UI </a:t>
            </a:r>
            <a:r>
              <a:rPr lang="en-US" err="1"/>
              <a:t>Semibold</a:t>
            </a:r>
            <a:endParaRPr lang="en-US"/>
          </a:p>
        </p:txBody>
      </p:sp>
      <p:sp>
        <p:nvSpPr>
          <p:cNvPr id="15" name="Title 1">
            <a:extLst>
              <a:ext uri="{FF2B5EF4-FFF2-40B4-BE49-F238E27FC236}">
                <a16:creationId xmlns:a16="http://schemas.microsoft.com/office/drawing/2014/main" id="{889045D2-7C49-4F5C-A376-228A5A2B015B}"/>
              </a:ext>
            </a:extLst>
          </p:cNvPr>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Device layout 2: two columns</a:t>
            </a:r>
          </a:p>
        </p:txBody>
      </p:sp>
      <p:sp>
        <p:nvSpPr>
          <p:cNvPr id="17" name="Text Box 3">
            <a:extLst>
              <a:ext uri="{FF2B5EF4-FFF2-40B4-BE49-F238E27FC236}">
                <a16:creationId xmlns:a16="http://schemas.microsoft.com/office/drawing/2014/main" id="{E9958694-2D93-5A49-BF9C-C2FD1753BAA3}"/>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Aktiv Grotesk" pitchFamily="34" charset="0"/>
              </a:rPr>
              <a:t>©Microsoft Corporation									                                                                                                                                             Azure </a:t>
            </a:r>
          </a:p>
        </p:txBody>
      </p:sp>
      <p:sp>
        <p:nvSpPr>
          <p:cNvPr id="18" name="Text Placeholder 4">
            <a:extLst>
              <a:ext uri="{FF2B5EF4-FFF2-40B4-BE49-F238E27FC236}">
                <a16:creationId xmlns:a16="http://schemas.microsoft.com/office/drawing/2014/main" id="{02963930-27DC-A146-BED0-307A0CE5F43A}"/>
              </a:ext>
            </a:extLst>
          </p:cNvPr>
          <p:cNvSpPr>
            <a:spLocks noGrp="1"/>
          </p:cNvSpPr>
          <p:nvPr>
            <p:ph type="body" sz="quarter" idx="42" hasCustomPrompt="1"/>
          </p:nvPr>
        </p:nvSpPr>
        <p:spPr>
          <a:xfrm>
            <a:off x="454171" y="2452759"/>
            <a:ext cx="1693247" cy="2290499"/>
          </a:xfrm>
          <a:prstGeom prst="rect">
            <a:avLst/>
          </a:prstGeom>
        </p:spPr>
        <p:txBody>
          <a:bodyPr lIns="0" tIns="0" rIns="0" bIns="0"/>
          <a:lstStyle>
            <a:lvl1pPr marL="0" indent="0">
              <a:lnSpc>
                <a:spcPts val="1765"/>
              </a:lnSpc>
              <a:spcBef>
                <a:spcPts val="0"/>
              </a:spcBef>
              <a:buFont typeface="Aktiv Grotesk"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19" name="Text Placeholder 4">
            <a:extLst>
              <a:ext uri="{FF2B5EF4-FFF2-40B4-BE49-F238E27FC236}">
                <a16:creationId xmlns:a16="http://schemas.microsoft.com/office/drawing/2014/main" id="{8EE99189-A4FF-8C44-809C-285F33AF913B}"/>
              </a:ext>
            </a:extLst>
          </p:cNvPr>
          <p:cNvSpPr>
            <a:spLocks noGrp="1"/>
          </p:cNvSpPr>
          <p:nvPr>
            <p:ph type="body" sz="quarter" idx="43" hasCustomPrompt="1"/>
          </p:nvPr>
        </p:nvSpPr>
        <p:spPr>
          <a:xfrm>
            <a:off x="2385530" y="2452759"/>
            <a:ext cx="1693247" cy="2290499"/>
          </a:xfrm>
          <a:prstGeom prst="rect">
            <a:avLst/>
          </a:prstGeom>
        </p:spPr>
        <p:txBody>
          <a:bodyPr lIns="0" tIns="0" rIns="0" bIns="0"/>
          <a:lstStyle>
            <a:lvl1pPr marL="0" indent="0">
              <a:lnSpc>
                <a:spcPts val="1765"/>
              </a:lnSpc>
              <a:spcBef>
                <a:spcPts val="0"/>
              </a:spcBef>
              <a:buFont typeface="Aktiv Grotesk"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Tree>
    <p:extLst>
      <p:ext uri="{BB962C8B-B14F-4D97-AF65-F5344CB8AC3E}">
        <p14:creationId xmlns:p14="http://schemas.microsoft.com/office/powerpoint/2010/main" val="2615597531"/>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evice layout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384250" y="486947"/>
            <a:ext cx="10869930" cy="6371053"/>
          </a:xfrm>
          <a:prstGeom prst="rect">
            <a:avLst/>
          </a:prstGeom>
        </p:spPr>
      </p:pic>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Device layout 3</a:t>
            </a:r>
          </a:p>
        </p:txBody>
      </p:sp>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p:nvPr>
        </p:nvSpPr>
        <p:spPr>
          <a:xfrm>
            <a:off x="2293976" y="3490037"/>
            <a:ext cx="7678751" cy="543185"/>
          </a:xfrm>
          <a:prstGeom prst="rect">
            <a:avLst/>
          </a:prstGeom>
        </p:spPr>
        <p:txBody>
          <a:bodyPr anchor="ctr" anchorCtr="0"/>
          <a:lstStyle>
            <a:lvl1pPr algn="ctr">
              <a:defRPr>
                <a:solidFill>
                  <a:srgbClr val="000000"/>
                </a:solidFill>
              </a:defRPr>
            </a:lvl1pPr>
          </a:lstStyle>
          <a:p>
            <a:r>
              <a:rPr lang="en-US"/>
              <a:t>Drag picture to placeholder or click icon to add</a:t>
            </a:r>
          </a:p>
        </p:txBody>
      </p:sp>
      <p:sp>
        <p:nvSpPr>
          <p:cNvPr id="12" name="Text Box 3">
            <a:extLst>
              <a:ext uri="{FF2B5EF4-FFF2-40B4-BE49-F238E27FC236}">
                <a16:creationId xmlns:a16="http://schemas.microsoft.com/office/drawing/2014/main" id="{A8F5F40B-56C9-1D43-9521-8583515F1C5D}"/>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Aktiv Grotesk" pitchFamily="34" charset="0"/>
              </a:rPr>
              <a:t>©Microsoft Corporation									                                                                                                                                             Azure </a:t>
            </a:r>
          </a:p>
        </p:txBody>
      </p:sp>
    </p:spTree>
    <p:extLst>
      <p:ext uri="{BB962C8B-B14F-4D97-AF65-F5344CB8AC3E}">
        <p14:creationId xmlns:p14="http://schemas.microsoft.com/office/powerpoint/2010/main" val="3700840151"/>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455997" y="1950781"/>
            <a:ext cx="361837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Chart examples</a:t>
            </a:r>
          </a:p>
        </p:txBody>
      </p:sp>
      <p:sp>
        <p:nvSpPr>
          <p:cNvPr id="9" name="Text Placeholder 4"/>
          <p:cNvSpPr>
            <a:spLocks noGrp="1"/>
          </p:cNvSpPr>
          <p:nvPr>
            <p:ph type="body" sz="quarter" idx="12" hasCustomPrompt="1"/>
          </p:nvPr>
        </p:nvSpPr>
        <p:spPr>
          <a:xfrm>
            <a:off x="455993" y="5857162"/>
            <a:ext cx="3618381" cy="301770"/>
          </a:xfrm>
          <a:prstGeom prst="rect">
            <a:avLst/>
          </a:prstGeom>
        </p:spPr>
        <p:txBody>
          <a:bodyPr lIns="0" tIns="0" rIns="0" bIns="0"/>
          <a:lstStyle>
            <a:lvl1pPr marL="0" indent="0">
              <a:lnSpc>
                <a:spcPts val="1175"/>
              </a:lnSpc>
              <a:spcBef>
                <a:spcPts val="882"/>
              </a:spcBef>
              <a:buFont typeface="Aktiv Grotesk" panose="020B0604020202020204" pitchFamily="34" charset="0"/>
              <a:buNone/>
              <a:defRPr sz="980" b="0" i="0" spc="0">
                <a:solidFill>
                  <a:srgbClr val="000000"/>
                </a:solidFill>
                <a:latin typeface="+mn-lt"/>
              </a:defRPr>
            </a:lvl1pPr>
            <a:lvl2pPr marL="0" marR="0" indent="0" algn="l" defTabSz="914192" rtl="0" eaLnBrk="1" fontAlgn="auto" latinLnBrk="0" hangingPunct="1">
              <a:lnSpc>
                <a:spcPts val="1175"/>
              </a:lnSpc>
              <a:spcBef>
                <a:spcPts val="441"/>
              </a:spcBef>
              <a:spcAft>
                <a:spcPts val="0"/>
              </a:spcAft>
              <a:buClrTx/>
              <a:buSzPct val="90000"/>
              <a:buFont typeface="Aktiv Grotesk" panose="020B0604020202020204" pitchFamily="34" charset="0"/>
              <a:buNone/>
              <a:tabLst/>
              <a:defRPr sz="980">
                <a:solidFill>
                  <a:schemeClr val="tx1"/>
                </a:solidFill>
              </a:defRPr>
            </a:lvl2pPr>
            <a:lvl3pPr marL="448107" indent="0">
              <a:buNone/>
              <a:defRPr/>
            </a:lvl3pPr>
            <a:lvl4pPr marL="672161" indent="0">
              <a:buNone/>
              <a:defRPr/>
            </a:lvl4pPr>
            <a:lvl5pPr marL="896214" indent="0">
              <a:buNone/>
              <a:defRPr/>
            </a:lvl5pPr>
          </a:lstStyle>
          <a:p>
            <a:pPr lvl="0"/>
            <a:r>
              <a:rPr lang="en-US"/>
              <a:t>Caption body copy Segoe Regular 10/12. </a:t>
            </a:r>
            <a:r>
              <a:rPr lang="en-US" err="1"/>
              <a:t>Cavorest</a:t>
            </a:r>
            <a:r>
              <a:rPr lang="en-US"/>
              <a:t> a </a:t>
            </a:r>
            <a:r>
              <a:rPr lang="en-US" err="1"/>
              <a:t>aut</a:t>
            </a:r>
            <a:r>
              <a:rPr lang="en-US"/>
              <a:t> arum </a:t>
            </a:r>
            <a:r>
              <a:rPr lang="en-US" err="1"/>
              <a:t>quam</a:t>
            </a:r>
            <a:r>
              <a:rPr lang="en-US"/>
              <a:t> id eat.</a:t>
            </a:r>
          </a:p>
        </p:txBody>
      </p:sp>
      <p:sp>
        <p:nvSpPr>
          <p:cNvPr id="17" name="Text Placeholder 4"/>
          <p:cNvSpPr>
            <a:spLocks noGrp="1"/>
          </p:cNvSpPr>
          <p:nvPr>
            <p:ph type="body" sz="quarter" idx="18" hasCustomPrompt="1"/>
          </p:nvPr>
        </p:nvSpPr>
        <p:spPr>
          <a:xfrm>
            <a:off x="4303153" y="5857162"/>
            <a:ext cx="3607487" cy="297774"/>
          </a:xfrm>
          <a:prstGeom prst="rect">
            <a:avLst/>
          </a:prstGeom>
        </p:spPr>
        <p:txBody>
          <a:bodyPr vert="horz" wrap="square" lIns="0" tIns="0" rIns="0" bIns="0" rtlCol="0">
            <a:spAutoFit/>
          </a:bodyPr>
          <a:lstStyle>
            <a:lvl1pPr>
              <a:tabLst/>
              <a:defRPr lang="en-US" sz="980" b="0" i="0" spc="0" dirty="0" smtClean="0">
                <a:solidFill>
                  <a:srgbClr val="000000"/>
                </a:solidFill>
                <a:latin typeface="+mn-lt"/>
              </a:defRPr>
            </a:lvl1pPr>
          </a:lstStyle>
          <a:p>
            <a:pPr marL="0" lvl="0" indent="0">
              <a:lnSpc>
                <a:spcPts val="1175"/>
              </a:lnSpc>
              <a:spcBef>
                <a:spcPts val="882"/>
              </a:spcBef>
              <a:buFont typeface="Aktiv Grotesk" panose="020B0604020202020204" pitchFamily="34" charset="0"/>
              <a:buNone/>
            </a:pPr>
            <a:r>
              <a:rPr lang="en-US"/>
              <a:t>Caption body copy Segoe Regular 10/12. </a:t>
            </a:r>
            <a:r>
              <a:rPr lang="en-US" err="1"/>
              <a:t>Cavorest</a:t>
            </a:r>
            <a:r>
              <a:rPr lang="en-US"/>
              <a:t> a </a:t>
            </a:r>
            <a:r>
              <a:rPr lang="en-US" err="1"/>
              <a:t>aut</a:t>
            </a:r>
            <a:r>
              <a:rPr lang="en-US"/>
              <a:t> arum </a:t>
            </a:r>
            <a:r>
              <a:rPr lang="en-US" err="1"/>
              <a:t>quam</a:t>
            </a:r>
            <a:r>
              <a:rPr lang="en-US"/>
              <a:t> id eat.</a:t>
            </a:r>
          </a:p>
        </p:txBody>
      </p:sp>
      <p:sp>
        <p:nvSpPr>
          <p:cNvPr id="20" name="Chart Placeholder 6"/>
          <p:cNvSpPr>
            <a:spLocks noGrp="1"/>
          </p:cNvSpPr>
          <p:nvPr>
            <p:ph type="chart" sz="quarter" idx="22"/>
          </p:nvPr>
        </p:nvSpPr>
        <p:spPr>
          <a:xfrm>
            <a:off x="4303153" y="1950781"/>
            <a:ext cx="360748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21" name="Chart Placeholder 6"/>
          <p:cNvSpPr>
            <a:spLocks noGrp="1"/>
          </p:cNvSpPr>
          <p:nvPr>
            <p:ph type="chart" sz="quarter" idx="23"/>
          </p:nvPr>
        </p:nvSpPr>
        <p:spPr>
          <a:xfrm>
            <a:off x="8139413" y="1950781"/>
            <a:ext cx="3623051"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55991" y="5670382"/>
            <a:ext cx="3629278" cy="241415"/>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a:t>Caption title Segoe bold 10/12. </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5670382"/>
            <a:ext cx="3629278" cy="241415"/>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a:t>Caption title Segoe bold 10/12. </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4" y="5670382"/>
            <a:ext cx="3629278" cy="241415"/>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a:t>Caption title Segoe bold 10/12. </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4" y="5857162"/>
            <a:ext cx="3607487" cy="297774"/>
          </a:xfrm>
          <a:prstGeom prst="rect">
            <a:avLst/>
          </a:prstGeom>
        </p:spPr>
        <p:txBody>
          <a:bodyPr vert="horz" wrap="square" lIns="0" tIns="0" rIns="0" bIns="0" rtlCol="0">
            <a:spAutoFit/>
          </a:bodyPr>
          <a:lstStyle>
            <a:lvl1pPr>
              <a:tabLst/>
              <a:defRPr lang="en-US" sz="980" b="0" i="0" spc="0" dirty="0" smtClean="0">
                <a:solidFill>
                  <a:srgbClr val="000000"/>
                </a:solidFill>
                <a:latin typeface="+mn-lt"/>
              </a:defRPr>
            </a:lvl1pPr>
          </a:lstStyle>
          <a:p>
            <a:pPr marL="0" lvl="0" indent="0">
              <a:lnSpc>
                <a:spcPts val="1175"/>
              </a:lnSpc>
              <a:spcBef>
                <a:spcPts val="882"/>
              </a:spcBef>
              <a:buFont typeface="Aktiv Grotesk" panose="020B0604020202020204" pitchFamily="34" charset="0"/>
              <a:buNone/>
            </a:pPr>
            <a:r>
              <a:rPr lang="en-US"/>
              <a:t>Caption body copy Segoe Regular 10/12. </a:t>
            </a:r>
            <a:r>
              <a:rPr lang="en-US" err="1"/>
              <a:t>Cavorest</a:t>
            </a:r>
            <a:r>
              <a:rPr lang="en-US"/>
              <a:t> a </a:t>
            </a:r>
            <a:r>
              <a:rPr lang="en-US" err="1"/>
              <a:t>aut</a:t>
            </a:r>
            <a:r>
              <a:rPr lang="en-US"/>
              <a:t> arum </a:t>
            </a:r>
            <a:r>
              <a:rPr lang="en-US" err="1"/>
              <a:t>quam</a:t>
            </a:r>
            <a:r>
              <a:rPr lang="en-US"/>
              <a:t> id eat.</a:t>
            </a:r>
          </a:p>
        </p:txBody>
      </p:sp>
      <p:sp>
        <p:nvSpPr>
          <p:cNvPr id="19" name="Text Box 3">
            <a:extLst>
              <a:ext uri="{FF2B5EF4-FFF2-40B4-BE49-F238E27FC236}">
                <a16:creationId xmlns:a16="http://schemas.microsoft.com/office/drawing/2014/main" id="{DD3304D6-24AF-6742-A22C-8D78DC39B073}"/>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Aktiv Grotesk" pitchFamily="34" charset="0"/>
              </a:rPr>
              <a:t>©Microsoft Corporation									                                                                                                                                             Azure </a:t>
            </a:r>
          </a:p>
        </p:txBody>
      </p:sp>
    </p:spTree>
    <p:extLst>
      <p:ext uri="{BB962C8B-B14F-4D97-AF65-F5344CB8AC3E}">
        <p14:creationId xmlns:p14="http://schemas.microsoft.com/office/powerpoint/2010/main" val="3302266866"/>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abl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Table styling</a:t>
            </a:r>
          </a:p>
        </p:txBody>
      </p:sp>
      <p:sp>
        <p:nvSpPr>
          <p:cNvPr id="4" name="Table Placeholder 3"/>
          <p:cNvSpPr>
            <a:spLocks noGrp="1"/>
          </p:cNvSpPr>
          <p:nvPr>
            <p:ph type="tbl" sz="quarter" idx="10"/>
          </p:nvPr>
        </p:nvSpPr>
        <p:spPr>
          <a:xfrm>
            <a:off x="455996" y="3924853"/>
            <a:ext cx="11306469" cy="546753"/>
          </a:xfrm>
          <a:prstGeom prst="rect">
            <a:avLst/>
          </a:prstGeom>
        </p:spPr>
        <p:txBody>
          <a:bodyPr anchor="ctr" anchorCtr="0"/>
          <a:lstStyle>
            <a:lvl1pPr algn="ctr">
              <a:defRPr/>
            </a:lvl1pPr>
          </a:lstStyle>
          <a:p>
            <a:r>
              <a:rPr lang="en-US"/>
              <a:t>Click icon to add table</a:t>
            </a:r>
          </a:p>
        </p:txBody>
      </p:sp>
      <p:sp>
        <p:nvSpPr>
          <p:cNvPr id="10" name="Text Box 3">
            <a:extLst>
              <a:ext uri="{FF2B5EF4-FFF2-40B4-BE49-F238E27FC236}">
                <a16:creationId xmlns:a16="http://schemas.microsoft.com/office/drawing/2014/main" id="{AD9F5927-827C-2E4D-8781-07CF39C27494}"/>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Aktiv Grotesk" pitchFamily="34" charset="0"/>
              </a:rPr>
              <a:t>©Microsoft Corporation									                                                                                                                                             Azure </a:t>
            </a:r>
          </a:p>
        </p:txBody>
      </p:sp>
    </p:spTree>
    <p:extLst>
      <p:ext uri="{BB962C8B-B14F-4D97-AF65-F5344CB8AC3E}">
        <p14:creationId xmlns:p14="http://schemas.microsoft.com/office/powerpoint/2010/main" val="1640614505"/>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losing slide 1">
    <p:bg>
      <p:bgPr>
        <a:solidFill>
          <a:schemeClr val="tx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C370E04-F3D7-44F1-9863-6604D12FE022}"/>
              </a:ext>
            </a:extLst>
          </p:cNvPr>
          <p:cNvSpPr>
            <a:spLocks noGrp="1"/>
          </p:cNvSpPr>
          <p:nvPr>
            <p:ph type="title" hasCustomPrompt="1"/>
          </p:nvPr>
        </p:nvSpPr>
        <p:spPr>
          <a:xfrm>
            <a:off x="455996" y="1845278"/>
            <a:ext cx="7454644" cy="1473396"/>
          </a:xfrm>
          <a:prstGeom prst="rect">
            <a:avLst/>
          </a:prstGeom>
          <a:noFill/>
        </p:spPr>
        <p:txBody>
          <a:bodyPr lIns="0" tIns="0" rIns="0" bIns="0" anchor="t" anchorCtr="0"/>
          <a:lstStyle>
            <a:lvl1pPr>
              <a:lnSpc>
                <a:spcPct val="100000"/>
              </a:lnSpc>
              <a:spcAft>
                <a:spcPts val="1273"/>
              </a:spcAft>
              <a:defRPr sz="2549" spc="-49" baseline="0">
                <a:solidFill>
                  <a:schemeClr val="bg1"/>
                </a:solidFill>
              </a:defRPr>
            </a:lvl1pPr>
          </a:lstStyle>
          <a:p>
            <a:r>
              <a:rPr lang="en-US"/>
              <a:t>Thank you.</a:t>
            </a:r>
          </a:p>
        </p:txBody>
      </p:sp>
      <p:pic>
        <p:nvPicPr>
          <p:cNvPr id="5" name="Picture 4">
            <a:extLst>
              <a:ext uri="{FF2B5EF4-FFF2-40B4-BE49-F238E27FC236}">
                <a16:creationId xmlns:a16="http://schemas.microsoft.com/office/drawing/2014/main" id="{DC1F9C5D-BBFD-AE42-A1D5-DA2C27C2E90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171" y="439310"/>
            <a:ext cx="1335673" cy="190278"/>
          </a:xfrm>
          <a:prstGeom prst="rect">
            <a:avLst/>
          </a:prstGeom>
        </p:spPr>
      </p:pic>
      <p:sp>
        <p:nvSpPr>
          <p:cNvPr id="6" name="Text Box 3">
            <a:extLst>
              <a:ext uri="{FF2B5EF4-FFF2-40B4-BE49-F238E27FC236}">
                <a16:creationId xmlns:a16="http://schemas.microsoft.com/office/drawing/2014/main" id="{4071864E-755E-AD40-A80D-10E454980F16}"/>
              </a:ext>
            </a:extLst>
          </p:cNvPr>
          <p:cNvSpPr txBox="1">
            <a:spLocks noChangeArrowheads="1"/>
          </p:cNvSpPr>
          <p:nvPr userDrawn="1"/>
        </p:nvSpPr>
        <p:spPr bwMode="blackWhite">
          <a:xfrm>
            <a:off x="454170" y="6451197"/>
            <a:ext cx="4482124" cy="105542"/>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bg1"/>
                </a:solidFill>
                <a:cs typeface="Aktiv Grotesk" pitchFamily="34" charset="0"/>
              </a:rPr>
              <a:t>© Copyright Microsoft Corporation. All rights reserved. </a:t>
            </a:r>
          </a:p>
        </p:txBody>
      </p:sp>
    </p:spTree>
    <p:extLst>
      <p:ext uri="{BB962C8B-B14F-4D97-AF65-F5344CB8AC3E}">
        <p14:creationId xmlns:p14="http://schemas.microsoft.com/office/powerpoint/2010/main" val="8729915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Blank light">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042805"/>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63369" y="473236"/>
            <a:ext cx="11081177" cy="1020602"/>
          </a:xfrm>
        </p:spPr>
        <p:txBody>
          <a:bodyPr/>
          <a:lstStyle/>
          <a:p>
            <a:r>
              <a:rPr lang="en-US"/>
              <a:t>Click to edit Master title style</a:t>
            </a:r>
          </a:p>
        </p:txBody>
      </p:sp>
      <p:sp>
        <p:nvSpPr>
          <p:cNvPr id="6" name="Slide Number Placeholder 5">
            <a:extLst>
              <a:ext uri="{FF2B5EF4-FFF2-40B4-BE49-F238E27FC236}">
                <a16:creationId xmlns:a16="http://schemas.microsoft.com/office/drawing/2014/main" id="{F35098CE-1BC0-4F62-97B9-03F11A4C0A4C}"/>
              </a:ext>
            </a:extLst>
          </p:cNvPr>
          <p:cNvSpPr>
            <a:spLocks noGrp="1"/>
          </p:cNvSpPr>
          <p:nvPr>
            <p:ph type="sldNum" sz="quarter" idx="12"/>
          </p:nvPr>
        </p:nvSpPr>
        <p:spPr>
          <a:xfrm>
            <a:off x="11734145" y="6401594"/>
            <a:ext cx="366667" cy="365125"/>
          </a:xfrm>
        </p:spPr>
        <p:txBody>
          <a:bodyPr/>
          <a:lstStyle/>
          <a:p>
            <a:fld id="{7B76384A-BF72-4EC3-9EB1-950545506B9E}" type="slidenum">
              <a:rPr lang="en-IN" smtClean="0"/>
              <a:t>‹#›</a:t>
            </a:fld>
            <a:endParaRPr lang="en-IN"/>
          </a:p>
        </p:txBody>
      </p:sp>
    </p:spTree>
    <p:extLst>
      <p:ext uri="{BB962C8B-B14F-4D97-AF65-F5344CB8AC3E}">
        <p14:creationId xmlns:p14="http://schemas.microsoft.com/office/powerpoint/2010/main" val="375715006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_Section Header Dark-4">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277783" y="2002635"/>
            <a:ext cx="7366764" cy="2852737"/>
          </a:xfrm>
        </p:spPr>
        <p:txBody>
          <a:bodyPr anchor="ctr"/>
          <a:lstStyle>
            <a:lvl1pPr>
              <a:defRPr sz="3600">
                <a:solidFill>
                  <a:schemeClr val="accent1"/>
                </a:solidFill>
              </a:defRPr>
            </a:lvl1pPr>
          </a:lstStyle>
          <a:p>
            <a:r>
              <a:rPr lang="en-US"/>
              <a:t>Click to edit Master title style</a:t>
            </a:r>
          </a:p>
        </p:txBody>
      </p:sp>
      <p:pic>
        <p:nvPicPr>
          <p:cNvPr id="54" name="Picture 53" descr="A picture containing device, fan, web&#10;&#10;Description automatically generated">
            <a:extLst>
              <a:ext uri="{FF2B5EF4-FFF2-40B4-BE49-F238E27FC236}">
                <a16:creationId xmlns:a16="http://schemas.microsoft.com/office/drawing/2014/main" id="{AFAF1DC2-7184-4C1A-9BAB-7BF2947CFD53}"/>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8484"/>
            <a:ext cx="3426940" cy="6849516"/>
          </a:xfrm>
          <a:prstGeom prst="rect">
            <a:avLst/>
          </a:prstGeom>
        </p:spPr>
      </p:pic>
    </p:spTree>
    <p:extLst>
      <p:ext uri="{BB962C8B-B14F-4D97-AF65-F5344CB8AC3E}">
        <p14:creationId xmlns:p14="http://schemas.microsoft.com/office/powerpoint/2010/main" val="367406106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First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4F4771-4F18-4D50-A646-7BD6BF9B54A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9121" b="6543"/>
          <a:stretch/>
        </p:blipFill>
        <p:spPr>
          <a:xfrm>
            <a:off x="0" y="0"/>
            <a:ext cx="12192000" cy="6858000"/>
          </a:xfrm>
          <a:prstGeom prst="rect">
            <a:avLst/>
          </a:prstGeom>
        </p:spPr>
      </p:pic>
    </p:spTree>
    <p:extLst>
      <p:ext uri="{BB962C8B-B14F-4D97-AF65-F5344CB8AC3E}">
        <p14:creationId xmlns:p14="http://schemas.microsoft.com/office/powerpoint/2010/main" val="1320032536"/>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040126-C7BE-44FC-9570-96529B18D80E}" type="datetimeFigureOut">
              <a:rPr lang="en-GB" smtClean="0"/>
              <a:t>22/12/2023</a:t>
            </a:fld>
            <a:endParaRPr lang="en-GB"/>
          </a:p>
        </p:txBody>
      </p:sp>
      <p:sp>
        <p:nvSpPr>
          <p:cNvPr id="3" name="Footer Placeholder 2"/>
          <p:cNvSpPr>
            <a:spLocks noGrp="1"/>
          </p:cNvSpPr>
          <p:nvPr>
            <p:ph type="ftr" sz="quarter" idx="11"/>
          </p:nvPr>
        </p:nvSpPr>
        <p:spPr/>
        <p:txBody>
          <a:bodyPr/>
          <a:lstStyle/>
          <a:p>
            <a:r>
              <a:rPr lang="en-IN"/>
              <a:t>Microsoft Confidential</a:t>
            </a:r>
          </a:p>
        </p:txBody>
      </p:sp>
      <p:sp>
        <p:nvSpPr>
          <p:cNvPr id="4" name="Slide Number Placeholder 3"/>
          <p:cNvSpPr>
            <a:spLocks noGrp="1"/>
          </p:cNvSpPr>
          <p:nvPr>
            <p:ph type="sldNum" sz="quarter" idx="12"/>
          </p:nvPr>
        </p:nvSpPr>
        <p:spPr/>
        <p:txBody>
          <a:bodyPr/>
          <a:lstStyle/>
          <a:p>
            <a:fld id="{7B76384A-BF72-4EC3-9EB1-950545506B9E}" type="slidenum">
              <a:rPr lang="en-IN" smtClean="0"/>
              <a:t>‹#›</a:t>
            </a:fld>
            <a:endParaRPr lang="en-IN"/>
          </a:p>
        </p:txBody>
      </p:sp>
    </p:spTree>
    <p:extLst>
      <p:ext uri="{BB962C8B-B14F-4D97-AF65-F5344CB8AC3E}">
        <p14:creationId xmlns:p14="http://schemas.microsoft.com/office/powerpoint/2010/main" val="235289012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_Closing logo slide">
    <p:bg>
      <p:bgPr>
        <a:solidFill>
          <a:schemeClr val="bg2"/>
        </a:solidFill>
        <a:effectLst/>
      </p:bgPr>
    </p:bg>
    <p:spTree>
      <p:nvGrpSpPr>
        <p:cNvPr id="1" name=""/>
        <p:cNvGrpSpPr/>
        <p:nvPr/>
      </p:nvGrpSpPr>
      <p:grpSpPr>
        <a:xfrm>
          <a:off x="0" y="0"/>
          <a:ext cx="0" cy="0"/>
          <a:chOff x="0" y="0"/>
          <a:chExt cx="0" cy="0"/>
        </a:xfrm>
      </p:grpSpPr>
      <p:pic>
        <p:nvPicPr>
          <p:cNvPr id="6" name="Picture 5" descr="A close up of a logo&#10;&#10;Description automatically generated">
            <a:extLst>
              <a:ext uri="{FF2B5EF4-FFF2-40B4-BE49-F238E27FC236}">
                <a16:creationId xmlns:a16="http://schemas.microsoft.com/office/drawing/2014/main" id="{E90FE269-9152-4823-AF5F-48CDB3F18CB4}"/>
              </a:ext>
            </a:extLst>
          </p:cNvPr>
          <p:cNvPicPr>
            <a:picLocks noChangeAspect="1"/>
          </p:cNvPicPr>
          <p:nvPr userDrawn="1"/>
        </p:nvPicPr>
        <p:blipFill>
          <a:blip r:embed="rId3"/>
          <a:stretch>
            <a:fillRect/>
          </a:stretch>
        </p:blipFill>
        <p:spPr>
          <a:xfrm>
            <a:off x="2530133" y="4271645"/>
            <a:ext cx="7131734" cy="1396242"/>
          </a:xfrm>
          <a:prstGeom prst="rect">
            <a:avLst/>
          </a:prstGeom>
        </p:spPr>
      </p:pic>
      <p:graphicFrame>
        <p:nvGraphicFramePr>
          <p:cNvPr id="4" name="Object 3" hidden="1"/>
          <p:cNvGraphicFramePr>
            <a:graphicFrameLocks noChangeAspect="1"/>
          </p:cNvGraphicFramePr>
          <p:nvPr userDrawn="1">
            <p:custDataLst>
              <p:tags r:id="rId1"/>
            </p:custDataLst>
          </p:nvPr>
        </p:nvGraphicFramePr>
        <p:xfrm>
          <a:off x="1557" y="1558"/>
          <a:ext cx="1556" cy="1556"/>
        </p:xfrm>
        <a:graphic>
          <a:graphicData uri="http://schemas.openxmlformats.org/presentationml/2006/ole">
            <mc:AlternateContent xmlns:mc="http://schemas.openxmlformats.org/markup-compatibility/2006">
              <mc:Choice xmlns:v="urn:schemas-microsoft-com:vml" Requires="v">
                <p:oleObj name="think-cell Slide" r:id="rId4" imgW="378" imgH="377" progId="TCLayout.ActiveDocument.1">
                  <p:embed/>
                </p:oleObj>
              </mc:Choice>
              <mc:Fallback>
                <p:oleObj name="think-cell Slide" r:id="rId4" imgW="378" imgH="377" progId="TCLayout.ActiveDocument.1">
                  <p:embed/>
                  <p:pic>
                    <p:nvPicPr>
                      <p:cNvPr id="4" name="Object 3" hidden="1"/>
                      <p:cNvPicPr/>
                      <p:nvPr/>
                    </p:nvPicPr>
                    <p:blipFill>
                      <a:blip r:embed="rId5"/>
                      <a:stretch>
                        <a:fillRect/>
                      </a:stretch>
                    </p:blipFill>
                    <p:spPr>
                      <a:xfrm>
                        <a:off x="1557" y="1558"/>
                        <a:ext cx="1556" cy="1556"/>
                      </a:xfrm>
                      <a:prstGeom prst="rect">
                        <a:avLst/>
                      </a:prstGeom>
                    </p:spPr>
                  </p:pic>
                </p:oleObj>
              </mc:Fallback>
            </mc:AlternateContent>
          </a:graphicData>
        </a:graphic>
      </p:graphicFrame>
      <p:sp>
        <p:nvSpPr>
          <p:cNvPr id="5" name="Title 1">
            <a:extLst>
              <a:ext uri="{FF2B5EF4-FFF2-40B4-BE49-F238E27FC236}">
                <a16:creationId xmlns:a16="http://schemas.microsoft.com/office/drawing/2014/main" id="{EC05A73C-A934-4E10-B99C-CE18111519DC}"/>
              </a:ext>
            </a:extLst>
          </p:cNvPr>
          <p:cNvSpPr>
            <a:spLocks noGrp="1"/>
          </p:cNvSpPr>
          <p:nvPr>
            <p:ph type="title" hasCustomPrompt="1"/>
          </p:nvPr>
        </p:nvSpPr>
        <p:spPr>
          <a:xfrm>
            <a:off x="1166442" y="2675054"/>
            <a:ext cx="9859116" cy="1077315"/>
          </a:xfrm>
          <a:noFill/>
        </p:spPr>
        <p:txBody>
          <a:bodyPr tIns="91440" bIns="91440" anchor="t" anchorCtr="0">
            <a:spAutoFit/>
          </a:bodyPr>
          <a:lstStyle>
            <a:lvl1pPr algn="ctr">
              <a:defRPr lang="en-US" sz="6470" b="0" kern="1200" cap="none" spc="-98" baseline="0" dirty="0">
                <a:ln w="3175">
                  <a:noFill/>
                </a:ln>
                <a:gradFill>
                  <a:gsLst>
                    <a:gs pos="0">
                      <a:schemeClr val="tx1"/>
                    </a:gs>
                    <a:gs pos="100000">
                      <a:schemeClr val="tx1"/>
                    </a:gs>
                  </a:gsLst>
                  <a:lin ang="5400000" scaled="0"/>
                </a:gradFill>
                <a:effectLst/>
                <a:latin typeface="+mj-lt"/>
                <a:ea typeface="+mn-ea"/>
                <a:cs typeface="Aktiv Grotesk" pitchFamily="34" charset="0"/>
              </a:defRPr>
            </a:lvl1pPr>
          </a:lstStyle>
          <a:p>
            <a:r>
              <a:rPr lang="en-US" dirty="0"/>
              <a:t>Thank You</a:t>
            </a:r>
          </a:p>
        </p:txBody>
      </p:sp>
    </p:spTree>
    <p:extLst>
      <p:ext uri="{BB962C8B-B14F-4D97-AF65-F5344CB8AC3E}">
        <p14:creationId xmlns:p14="http://schemas.microsoft.com/office/powerpoint/2010/main" val="2700425926"/>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Device layout 1">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444775" y="418151"/>
            <a:ext cx="7747227" cy="6439851"/>
          </a:xfrm>
          <a:prstGeom prst="rect">
            <a:avLst/>
          </a:prstGeom>
        </p:spPr>
      </p:pic>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Device layout 1: one column</a:t>
            </a:r>
          </a:p>
        </p:txBody>
      </p:sp>
      <p:sp>
        <p:nvSpPr>
          <p:cNvPr id="4" name="Text Placeholder 3"/>
          <p:cNvSpPr>
            <a:spLocks noGrp="1"/>
          </p:cNvSpPr>
          <p:nvPr>
            <p:ph type="body" sz="quarter" idx="10" hasCustomPrompt="1"/>
          </p:nvPr>
        </p:nvSpPr>
        <p:spPr>
          <a:xfrm>
            <a:off x="455996" y="1922803"/>
            <a:ext cx="4758211" cy="603538"/>
          </a:xfrm>
          <a:prstGeom prst="rect">
            <a:avLst/>
          </a:prstGeom>
        </p:spPr>
        <p:txBody>
          <a:bodyPr wrap="square" lIns="0" tIns="0" rIns="0" bIns="0">
            <a:spAutoFit/>
          </a:bodyPr>
          <a:lstStyle>
            <a:lvl1pPr marL="0" indent="0">
              <a:lnSpc>
                <a:spcPts val="2353"/>
              </a:lnSpc>
              <a:buNone/>
              <a:defRPr sz="1961" b="0" i="0">
                <a:solidFill>
                  <a:srgbClr val="000000"/>
                </a:solidFill>
                <a:latin typeface="+mn-lt"/>
              </a:defRPr>
            </a:lvl1pPr>
            <a:lvl2pPr marL="224054" indent="0">
              <a:buNone/>
              <a:defRPr/>
            </a:lvl2pPr>
            <a:lvl3pPr marL="448107" indent="0">
              <a:buNone/>
              <a:defRPr/>
            </a:lvl3pPr>
            <a:lvl4pPr marL="672161" indent="0">
              <a:buNone/>
              <a:defRPr/>
            </a:lvl4pPr>
            <a:lvl5pPr marL="896214" indent="0">
              <a:buNone/>
              <a:defRPr/>
            </a:lvl5pPr>
          </a:lstStyle>
          <a:p>
            <a:pPr lvl="0"/>
            <a:r>
              <a:rPr lang="pt-BR"/>
              <a:t>Large subhead Segoe UI Regular 20/24. Em volor resequaectur.</a:t>
            </a:r>
            <a:endParaRPr lang="en-US"/>
          </a:p>
        </p:txBody>
      </p:sp>
      <p:sp>
        <p:nvSpPr>
          <p:cNvPr id="5" name="Text Placeholder 4"/>
          <p:cNvSpPr>
            <a:spLocks noGrp="1"/>
          </p:cNvSpPr>
          <p:nvPr>
            <p:ph type="body" sz="quarter" idx="11" hasCustomPrompt="1"/>
          </p:nvPr>
        </p:nvSpPr>
        <p:spPr>
          <a:xfrm>
            <a:off x="455995" y="2707598"/>
            <a:ext cx="4758210" cy="2521331"/>
          </a:xfrm>
          <a:prstGeom prst="rect">
            <a:avLst/>
          </a:prstGeom>
        </p:spPr>
        <p:txBody>
          <a:bodyPr lIns="0" tIns="0" rIns="0" bIns="0"/>
          <a:lstStyle>
            <a:lvl1pPr marL="280067" indent="-280067">
              <a:lnSpc>
                <a:spcPts val="1765"/>
              </a:lnSpc>
              <a:spcBef>
                <a:spcPts val="0"/>
              </a:spcBef>
              <a:buFont typeface="Aktiv Grotesk" panose="020B0604020202020204" pitchFamily="34" charset="0"/>
              <a:buChar char="•"/>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a:t>
            </a:r>
          </a:p>
        </p:txBody>
      </p:sp>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p:nvPr>
        </p:nvSpPr>
        <p:spPr>
          <a:xfrm>
            <a:off x="6357960" y="3239967"/>
            <a:ext cx="5834041" cy="908839"/>
          </a:xfrm>
          <a:prstGeom prst="rect">
            <a:avLst/>
          </a:prstGeom>
        </p:spPr>
        <p:txBody>
          <a:bodyPr anchor="ctr" anchorCtr="0"/>
          <a:lstStyle>
            <a:lvl1pPr algn="ctr">
              <a:defRPr>
                <a:solidFill>
                  <a:srgbClr val="000000"/>
                </a:solidFill>
              </a:defRPr>
            </a:lvl1pPr>
          </a:lstStyle>
          <a:p>
            <a:r>
              <a:rPr lang="en-US"/>
              <a:t>Drag picture to placeholder or click icon to add</a:t>
            </a:r>
          </a:p>
        </p:txBody>
      </p:sp>
    </p:spTree>
    <p:extLst>
      <p:ext uri="{BB962C8B-B14F-4D97-AF65-F5344CB8AC3E}">
        <p14:creationId xmlns:p14="http://schemas.microsoft.com/office/powerpoint/2010/main" val="1806583083"/>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_Section Header Dark-4">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277783" y="2002635"/>
            <a:ext cx="7366764" cy="2852737"/>
          </a:xfrm>
        </p:spPr>
        <p:txBody>
          <a:bodyPr anchor="ctr"/>
          <a:lstStyle>
            <a:lvl1pPr>
              <a:defRPr sz="3600">
                <a:solidFill>
                  <a:schemeClr val="accent1"/>
                </a:solidFill>
              </a:defRPr>
            </a:lvl1pPr>
          </a:lstStyle>
          <a:p>
            <a:r>
              <a:rPr lang="en-US"/>
              <a:t>Click to edit Master title style</a:t>
            </a:r>
          </a:p>
        </p:txBody>
      </p:sp>
      <p:pic>
        <p:nvPicPr>
          <p:cNvPr id="54" name="Picture 53" descr="A picture containing device, fan, web&#10;&#10;Description automatically generated">
            <a:extLst>
              <a:ext uri="{FF2B5EF4-FFF2-40B4-BE49-F238E27FC236}">
                <a16:creationId xmlns:a16="http://schemas.microsoft.com/office/drawing/2014/main" id="{AFAF1DC2-7184-4C1A-9BAB-7BF2947CFD53}"/>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8484"/>
            <a:ext cx="3426940" cy="6849516"/>
          </a:xfrm>
          <a:prstGeom prst="rect">
            <a:avLst/>
          </a:prstGeom>
        </p:spPr>
      </p:pic>
    </p:spTree>
    <p:extLst>
      <p:ext uri="{BB962C8B-B14F-4D97-AF65-F5344CB8AC3E}">
        <p14:creationId xmlns:p14="http://schemas.microsoft.com/office/powerpoint/2010/main" val="2644165350"/>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Text option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Text option 1: three column bulleted list</a:t>
            </a:r>
          </a:p>
        </p:txBody>
      </p:sp>
      <p:sp>
        <p:nvSpPr>
          <p:cNvPr id="4" name="Text Placeholder 3"/>
          <p:cNvSpPr>
            <a:spLocks noGrp="1"/>
          </p:cNvSpPr>
          <p:nvPr>
            <p:ph type="body" sz="quarter" idx="10" hasCustomPrompt="1"/>
          </p:nvPr>
        </p:nvSpPr>
        <p:spPr>
          <a:xfrm>
            <a:off x="455996" y="1922588"/>
            <a:ext cx="9384447" cy="603538"/>
          </a:xfrm>
          <a:prstGeom prst="rect">
            <a:avLst/>
          </a:prstGeom>
        </p:spPr>
        <p:txBody>
          <a:bodyPr wrap="square" lIns="0" tIns="0" rIns="0" bIns="0">
            <a:spAutoFit/>
          </a:bodyPr>
          <a:lstStyle>
            <a:lvl1pPr marL="0" indent="0">
              <a:lnSpc>
                <a:spcPts val="2353"/>
              </a:lnSpc>
              <a:buNone/>
              <a:defRPr lang="en-US" sz="1961" kern="1200" spc="0" baseline="0" dirty="0">
                <a:solidFill>
                  <a:srgbClr val="000000"/>
                </a:solidFill>
                <a:latin typeface="+mn-lt"/>
                <a:ea typeface="+mn-ea"/>
                <a:cs typeface="+mn-cs"/>
              </a:defRPr>
            </a:lvl1pPr>
            <a:lvl2pPr marL="224054" indent="0">
              <a:buNone/>
              <a:defRPr/>
            </a:lvl2pPr>
            <a:lvl3pPr marL="448107" indent="0">
              <a:buNone/>
              <a:defRPr/>
            </a:lvl3pPr>
            <a:lvl4pPr marL="672161" indent="0">
              <a:buNone/>
              <a:defRPr/>
            </a:lvl4pPr>
            <a:lvl5pPr marL="896214" indent="0">
              <a:buNone/>
              <a:defRPr/>
            </a:lvl5pPr>
          </a:lstStyle>
          <a:p>
            <a:pPr lvl="0"/>
            <a:r>
              <a:rPr lang="en-US"/>
              <a:t>Subhead Segoe UI Regular 20/24. Dis </a:t>
            </a:r>
            <a:r>
              <a:rPr lang="en-US" err="1"/>
              <a:t>apid</a:t>
            </a:r>
            <a:r>
              <a:rPr lang="en-US"/>
              <a:t> </a:t>
            </a:r>
            <a:r>
              <a:rPr lang="en-US" err="1"/>
              <a:t>es</a:t>
            </a:r>
            <a:r>
              <a:rPr lang="en-US"/>
              <a:t>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a:t>
            </a:r>
            <a:r>
              <a:rPr lang="en-US" err="1"/>
              <a:t>vit</a:t>
            </a:r>
            <a:r>
              <a:rPr lang="en-US"/>
              <a: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r>
              <a:rPr lang="en-US"/>
              <a:t>.</a:t>
            </a:r>
          </a:p>
        </p:txBody>
      </p:sp>
      <p:sp>
        <p:nvSpPr>
          <p:cNvPr id="5" name="Text Placeholder 4"/>
          <p:cNvSpPr>
            <a:spLocks noGrp="1"/>
          </p:cNvSpPr>
          <p:nvPr>
            <p:ph type="body" sz="quarter" idx="11" hasCustomPrompt="1"/>
          </p:nvPr>
        </p:nvSpPr>
        <p:spPr>
          <a:xfrm>
            <a:off x="455996" y="3151388"/>
            <a:ext cx="3618381" cy="216206"/>
          </a:xfrm>
          <a:prstGeom prst="rect">
            <a:avLst/>
          </a:prstGeom>
        </p:spPr>
        <p:txBody>
          <a:bodyPr lIns="0" tIns="0" rIns="0" bIns="0"/>
          <a:lstStyle>
            <a:lvl1pPr marL="0" indent="0">
              <a:lnSpc>
                <a:spcPts val="1765"/>
              </a:lnSpc>
              <a:spcBef>
                <a:spcPts val="0"/>
              </a:spcBef>
              <a:spcAft>
                <a:spcPts val="588"/>
              </a:spcAft>
              <a:buNone/>
              <a:defRPr sz="1371" b="0" spc="0" baseline="0">
                <a:solidFill>
                  <a:schemeClr val="tx2"/>
                </a:solidFill>
                <a:latin typeface="+mj-lt"/>
              </a:defRPr>
            </a:lvl1pPr>
            <a:lvl2pPr marL="280067" marR="0" indent="-280067" algn="l" defTabSz="914192" rtl="0" eaLnBrk="1" fontAlgn="auto" latinLnBrk="0" hangingPunct="1">
              <a:lnSpc>
                <a:spcPts val="1765"/>
              </a:lnSpc>
              <a:spcBef>
                <a:spcPts val="0"/>
              </a:spcBef>
              <a:spcAft>
                <a:spcPts val="588"/>
              </a:spcAft>
              <a:buClrTx/>
              <a:buSzPct val="90000"/>
              <a:buFont typeface="Aktiv Grotesk" panose="020B0604020202020204" pitchFamily="34" charset="0"/>
              <a:buChar char="•"/>
              <a:tabLst/>
              <a:defRPr lang="en-US" sz="1371" kern="1200" spc="0" baseline="0" dirty="0">
                <a:solidFill>
                  <a:srgbClr val="000000"/>
                </a:solidFill>
                <a:latin typeface="+mn-lt"/>
                <a:ea typeface="+mn-ea"/>
                <a:cs typeface="+mn-cs"/>
              </a:defRPr>
            </a:lvl2pPr>
            <a:lvl3pPr marL="448107" indent="0">
              <a:buNone/>
              <a:defRPr/>
            </a:lvl3pPr>
            <a:lvl4pPr marL="672161" indent="0">
              <a:buNone/>
              <a:defRPr/>
            </a:lvl4pPr>
            <a:lvl5pPr marL="896214" indent="0">
              <a:buNone/>
              <a:defRPr/>
            </a:lvl5pPr>
          </a:lstStyle>
          <a:p>
            <a:pPr lvl="0"/>
            <a:r>
              <a:rPr lang="en-US"/>
              <a:t>Paragraph title Segoe UI </a:t>
            </a:r>
            <a:r>
              <a:rPr lang="en-US" err="1"/>
              <a:t>Semibold</a:t>
            </a:r>
            <a:r>
              <a:rPr lang="en-US"/>
              <a:t> 14/18</a:t>
            </a:r>
          </a:p>
        </p:txBody>
      </p:sp>
      <p:sp>
        <p:nvSpPr>
          <p:cNvPr id="21" name="Text Placeholder 4">
            <a:extLst>
              <a:ext uri="{FF2B5EF4-FFF2-40B4-BE49-F238E27FC236}">
                <a16:creationId xmlns:a16="http://schemas.microsoft.com/office/drawing/2014/main" id="{03383CEA-4FEB-4C9E-B7D6-3B36BC8EB75A}"/>
              </a:ext>
            </a:extLst>
          </p:cNvPr>
          <p:cNvSpPr>
            <a:spLocks noGrp="1"/>
          </p:cNvSpPr>
          <p:nvPr>
            <p:ph type="body" sz="quarter" idx="12" hasCustomPrompt="1"/>
          </p:nvPr>
        </p:nvSpPr>
        <p:spPr>
          <a:xfrm>
            <a:off x="4318450" y="3151388"/>
            <a:ext cx="3618381" cy="216206"/>
          </a:xfrm>
          <a:prstGeom prst="rect">
            <a:avLst/>
          </a:prstGeom>
        </p:spPr>
        <p:txBody>
          <a:bodyPr lIns="0" tIns="0" rIns="0" bIns="0"/>
          <a:lstStyle>
            <a:lvl1pPr marL="0" indent="0">
              <a:lnSpc>
                <a:spcPts val="1765"/>
              </a:lnSpc>
              <a:spcBef>
                <a:spcPts val="0"/>
              </a:spcBef>
              <a:spcAft>
                <a:spcPts val="588"/>
              </a:spcAft>
              <a:buNone/>
              <a:defRPr sz="1371" b="0" spc="0" baseline="0">
                <a:solidFill>
                  <a:schemeClr val="tx2"/>
                </a:solidFill>
                <a:latin typeface="+mj-lt"/>
              </a:defRPr>
            </a:lvl1pPr>
            <a:lvl2pPr marL="280067" marR="0" indent="-280067" algn="l" defTabSz="914192" rtl="0" eaLnBrk="1" fontAlgn="auto" latinLnBrk="0" hangingPunct="1">
              <a:lnSpc>
                <a:spcPts val="1765"/>
              </a:lnSpc>
              <a:spcBef>
                <a:spcPts val="0"/>
              </a:spcBef>
              <a:spcAft>
                <a:spcPts val="588"/>
              </a:spcAft>
              <a:buClrTx/>
              <a:buSzPct val="90000"/>
              <a:buFont typeface="Aktiv Grotesk" panose="020B0604020202020204" pitchFamily="34" charset="0"/>
              <a:buChar char="•"/>
              <a:tabLst/>
              <a:defRPr lang="en-US" sz="1371" kern="1200" spc="0" baseline="0" dirty="0">
                <a:solidFill>
                  <a:srgbClr val="000000"/>
                </a:solidFill>
                <a:latin typeface="+mn-lt"/>
                <a:ea typeface="+mn-ea"/>
                <a:cs typeface="+mn-cs"/>
              </a:defRPr>
            </a:lvl2pPr>
            <a:lvl3pPr marL="448107" indent="0">
              <a:buNone/>
              <a:defRPr/>
            </a:lvl3pPr>
            <a:lvl4pPr marL="672161" indent="0">
              <a:buNone/>
              <a:defRPr/>
            </a:lvl4pPr>
            <a:lvl5pPr marL="896214" indent="0">
              <a:buNone/>
              <a:defRPr/>
            </a:lvl5pPr>
          </a:lstStyle>
          <a:p>
            <a:pPr lvl="0"/>
            <a:r>
              <a:rPr lang="en-US"/>
              <a:t>Paragraph title Segoe UI </a:t>
            </a:r>
            <a:r>
              <a:rPr lang="en-US" err="1"/>
              <a:t>Semibold</a:t>
            </a:r>
            <a:r>
              <a:rPr lang="en-US"/>
              <a:t> 14/18</a:t>
            </a:r>
          </a:p>
        </p:txBody>
      </p:sp>
      <p:sp>
        <p:nvSpPr>
          <p:cNvPr id="22" name="Text Placeholder 4">
            <a:extLst>
              <a:ext uri="{FF2B5EF4-FFF2-40B4-BE49-F238E27FC236}">
                <a16:creationId xmlns:a16="http://schemas.microsoft.com/office/drawing/2014/main" id="{35007055-7118-477F-B301-DB401591FA27}"/>
              </a:ext>
            </a:extLst>
          </p:cNvPr>
          <p:cNvSpPr>
            <a:spLocks noGrp="1"/>
          </p:cNvSpPr>
          <p:nvPr>
            <p:ph type="body" sz="quarter" idx="13" hasCustomPrompt="1"/>
          </p:nvPr>
        </p:nvSpPr>
        <p:spPr>
          <a:xfrm>
            <a:off x="8149961" y="3151388"/>
            <a:ext cx="3618381" cy="216206"/>
          </a:xfrm>
          <a:prstGeom prst="rect">
            <a:avLst/>
          </a:prstGeom>
        </p:spPr>
        <p:txBody>
          <a:bodyPr lIns="0" tIns="0" rIns="0" bIns="0"/>
          <a:lstStyle>
            <a:lvl1pPr marL="0" indent="0">
              <a:lnSpc>
                <a:spcPts val="1765"/>
              </a:lnSpc>
              <a:spcBef>
                <a:spcPts val="0"/>
              </a:spcBef>
              <a:spcAft>
                <a:spcPts val="588"/>
              </a:spcAft>
              <a:buNone/>
              <a:defRPr sz="1371" b="0" spc="0" baseline="0">
                <a:solidFill>
                  <a:schemeClr val="tx2"/>
                </a:solidFill>
                <a:latin typeface="+mj-lt"/>
              </a:defRPr>
            </a:lvl1pPr>
            <a:lvl2pPr marL="280067" marR="0" indent="-280067" algn="l" defTabSz="914192" rtl="0" eaLnBrk="1" fontAlgn="auto" latinLnBrk="0" hangingPunct="1">
              <a:lnSpc>
                <a:spcPts val="1765"/>
              </a:lnSpc>
              <a:spcBef>
                <a:spcPts val="0"/>
              </a:spcBef>
              <a:spcAft>
                <a:spcPts val="588"/>
              </a:spcAft>
              <a:buClrTx/>
              <a:buSzPct val="90000"/>
              <a:buFont typeface="Aktiv Grotesk" panose="020B0604020202020204" pitchFamily="34" charset="0"/>
              <a:buChar char="•"/>
              <a:tabLst/>
              <a:defRPr lang="en-US" sz="1371" kern="1200" spc="0" baseline="0" dirty="0">
                <a:solidFill>
                  <a:srgbClr val="000000"/>
                </a:solidFill>
                <a:latin typeface="+mn-lt"/>
                <a:ea typeface="+mn-ea"/>
                <a:cs typeface="+mn-cs"/>
              </a:defRPr>
            </a:lvl2pPr>
            <a:lvl3pPr marL="448107" indent="0">
              <a:buNone/>
              <a:defRPr/>
            </a:lvl3pPr>
            <a:lvl4pPr marL="672161" indent="0">
              <a:buNone/>
              <a:defRPr/>
            </a:lvl4pPr>
            <a:lvl5pPr marL="896214" indent="0">
              <a:buNone/>
              <a:defRPr/>
            </a:lvl5pPr>
          </a:lstStyle>
          <a:p>
            <a:pPr lvl="0"/>
            <a:r>
              <a:rPr lang="en-US"/>
              <a:t>Paragraph title Segoe UI </a:t>
            </a:r>
            <a:r>
              <a:rPr lang="en-US" err="1"/>
              <a:t>Semibold</a:t>
            </a:r>
            <a:r>
              <a:rPr lang="en-US"/>
              <a:t> 14/18</a:t>
            </a:r>
          </a:p>
        </p:txBody>
      </p:sp>
      <p:sp>
        <p:nvSpPr>
          <p:cNvPr id="23" name="Text Box 3">
            <a:extLst>
              <a:ext uri="{FF2B5EF4-FFF2-40B4-BE49-F238E27FC236}">
                <a16:creationId xmlns:a16="http://schemas.microsoft.com/office/drawing/2014/main" id="{DD31BD93-DFDF-4C46-8FDE-B1B55850B6B2}"/>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Aktiv Grotesk" pitchFamily="34" charset="0"/>
              </a:rPr>
              <a:t>©Microsoft Corporation									                                                                                                                                             Azure </a:t>
            </a:r>
          </a:p>
        </p:txBody>
      </p:sp>
      <p:sp>
        <p:nvSpPr>
          <p:cNvPr id="24" name="Text Placeholder 4">
            <a:extLst>
              <a:ext uri="{FF2B5EF4-FFF2-40B4-BE49-F238E27FC236}">
                <a16:creationId xmlns:a16="http://schemas.microsoft.com/office/drawing/2014/main" id="{2951A14E-1D63-9E44-9361-FD57A8BD812A}"/>
              </a:ext>
            </a:extLst>
          </p:cNvPr>
          <p:cNvSpPr>
            <a:spLocks noGrp="1"/>
          </p:cNvSpPr>
          <p:nvPr>
            <p:ph type="body" sz="quarter" idx="17" hasCustomPrompt="1"/>
          </p:nvPr>
        </p:nvSpPr>
        <p:spPr>
          <a:xfrm>
            <a:off x="454170" y="3378440"/>
            <a:ext cx="3618381" cy="2059666"/>
          </a:xfrm>
          <a:prstGeom prst="rect">
            <a:avLst/>
          </a:prstGeom>
        </p:spPr>
        <p:txBody>
          <a:bodyPr lIns="0" tIns="0" rIns="0" bIns="0"/>
          <a:lstStyle>
            <a:lvl1pPr marL="280067" indent="-280067">
              <a:lnSpc>
                <a:spcPts val="1765"/>
              </a:lnSpc>
              <a:spcBef>
                <a:spcPts val="0"/>
              </a:spcBef>
              <a:buFont typeface="Aktiv Grotesk" panose="020B0604020202020204" pitchFamily="34" charset="0"/>
              <a:buChar char="•"/>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25" name="Text Placeholder 4">
            <a:extLst>
              <a:ext uri="{FF2B5EF4-FFF2-40B4-BE49-F238E27FC236}">
                <a16:creationId xmlns:a16="http://schemas.microsoft.com/office/drawing/2014/main" id="{1C3BF983-4009-1049-9AD7-C94BE3AA193C}"/>
              </a:ext>
            </a:extLst>
          </p:cNvPr>
          <p:cNvSpPr>
            <a:spLocks noGrp="1"/>
          </p:cNvSpPr>
          <p:nvPr>
            <p:ph type="body" sz="quarter" idx="18" hasCustomPrompt="1"/>
          </p:nvPr>
        </p:nvSpPr>
        <p:spPr>
          <a:xfrm>
            <a:off x="4318450" y="3378440"/>
            <a:ext cx="3618381" cy="2059666"/>
          </a:xfrm>
          <a:prstGeom prst="rect">
            <a:avLst/>
          </a:prstGeom>
        </p:spPr>
        <p:txBody>
          <a:bodyPr lIns="0" tIns="0" rIns="0" bIns="0"/>
          <a:lstStyle>
            <a:lvl1pPr marL="280067" indent="-280067">
              <a:lnSpc>
                <a:spcPts val="1765"/>
              </a:lnSpc>
              <a:spcBef>
                <a:spcPts val="0"/>
              </a:spcBef>
              <a:buFont typeface="Aktiv Grotesk" panose="020B0604020202020204" pitchFamily="34" charset="0"/>
              <a:buChar char="•"/>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26" name="Text Placeholder 4">
            <a:extLst>
              <a:ext uri="{FF2B5EF4-FFF2-40B4-BE49-F238E27FC236}">
                <a16:creationId xmlns:a16="http://schemas.microsoft.com/office/drawing/2014/main" id="{2361C016-E331-F44F-ACAE-52E4AE73469E}"/>
              </a:ext>
            </a:extLst>
          </p:cNvPr>
          <p:cNvSpPr>
            <a:spLocks noGrp="1"/>
          </p:cNvSpPr>
          <p:nvPr>
            <p:ph type="body" sz="quarter" idx="19" hasCustomPrompt="1"/>
          </p:nvPr>
        </p:nvSpPr>
        <p:spPr>
          <a:xfrm>
            <a:off x="8156767" y="3378440"/>
            <a:ext cx="3618381" cy="2059666"/>
          </a:xfrm>
          <a:prstGeom prst="rect">
            <a:avLst/>
          </a:prstGeom>
        </p:spPr>
        <p:txBody>
          <a:bodyPr lIns="0" tIns="0" rIns="0" bIns="0"/>
          <a:lstStyle>
            <a:lvl1pPr marL="280067" indent="-280067">
              <a:lnSpc>
                <a:spcPts val="1765"/>
              </a:lnSpc>
              <a:spcBef>
                <a:spcPts val="0"/>
              </a:spcBef>
              <a:buFont typeface="Aktiv Grotesk" panose="020B0604020202020204" pitchFamily="34" charset="0"/>
              <a:buChar char="•"/>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Tree>
    <p:extLst>
      <p:ext uri="{BB962C8B-B14F-4D97-AF65-F5344CB8AC3E}">
        <p14:creationId xmlns:p14="http://schemas.microsoft.com/office/powerpoint/2010/main" val="50142624"/>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ypography Title Dark">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53823" y="1122366"/>
            <a:ext cx="6827265" cy="2576513"/>
          </a:xfrm>
        </p:spPr>
        <p:txBody>
          <a:bodyPr rIns="0" anchor="b"/>
          <a:lstStyle>
            <a:lvl1pPr algn="r">
              <a:defRPr sz="5996">
                <a:solidFill>
                  <a:schemeClr val="tx2"/>
                </a:solidFill>
              </a:defRPr>
            </a:lvl1pPr>
          </a:lstStyle>
          <a:p>
            <a:r>
              <a:rPr lang="en-US"/>
              <a:t>Click to edit Master title style</a:t>
            </a:r>
          </a:p>
        </p:txBody>
      </p:sp>
      <p:sp>
        <p:nvSpPr>
          <p:cNvPr id="3" name="Subtitle 2"/>
          <p:cNvSpPr>
            <a:spLocks noGrp="1"/>
          </p:cNvSpPr>
          <p:nvPr>
            <p:ph type="subTitle" idx="1"/>
          </p:nvPr>
        </p:nvSpPr>
        <p:spPr>
          <a:xfrm>
            <a:off x="553823" y="3698876"/>
            <a:ext cx="6827265" cy="1558924"/>
          </a:xfrm>
        </p:spPr>
        <p:txBody>
          <a:bodyPr/>
          <a:lstStyle>
            <a:lvl1pPr marL="0" indent="0" algn="r">
              <a:lnSpc>
                <a:spcPct val="100000"/>
              </a:lnSpc>
              <a:buNone/>
              <a:defRPr sz="2400">
                <a:solidFill>
                  <a:schemeClr val="accent1"/>
                </a:solidFill>
              </a:defRPr>
            </a:lvl1pPr>
            <a:lvl2pPr marL="455883" indent="0" algn="ctr">
              <a:buNone/>
              <a:defRPr sz="1995"/>
            </a:lvl2pPr>
            <a:lvl3pPr marL="911764" indent="0" algn="ctr">
              <a:buNone/>
              <a:defRPr sz="1795"/>
            </a:lvl3pPr>
            <a:lvl4pPr marL="1367646" indent="0" algn="ctr">
              <a:buNone/>
              <a:defRPr sz="1596"/>
            </a:lvl4pPr>
            <a:lvl5pPr marL="1823528" indent="0" algn="ctr">
              <a:buNone/>
              <a:defRPr sz="1596"/>
            </a:lvl5pPr>
            <a:lvl6pPr marL="2279409" indent="0" algn="ctr">
              <a:buNone/>
              <a:defRPr sz="1596"/>
            </a:lvl6pPr>
            <a:lvl7pPr marL="2735291" indent="0" algn="ctr">
              <a:buNone/>
              <a:defRPr sz="1596"/>
            </a:lvl7pPr>
            <a:lvl8pPr marL="3191174" indent="0" algn="ctr">
              <a:buNone/>
              <a:defRPr sz="1596"/>
            </a:lvl8pPr>
            <a:lvl9pPr marL="3647054" indent="0" algn="ctr">
              <a:buNone/>
              <a:defRPr sz="1596"/>
            </a:lvl9pPr>
          </a:lstStyle>
          <a:p>
            <a:r>
              <a:rPr lang="en-US"/>
              <a:t>Click to edit Master subtitle style</a:t>
            </a:r>
          </a:p>
        </p:txBody>
      </p:sp>
      <p:sp>
        <p:nvSpPr>
          <p:cNvPr id="9" name="Text Placeholder 8">
            <a:extLst>
              <a:ext uri="{FF2B5EF4-FFF2-40B4-BE49-F238E27FC236}">
                <a16:creationId xmlns:a16="http://schemas.microsoft.com/office/drawing/2014/main" id="{39E3574D-8ABD-40DE-BC1F-304019D0DB57}"/>
              </a:ext>
            </a:extLst>
          </p:cNvPr>
          <p:cNvSpPr>
            <a:spLocks noGrp="1"/>
          </p:cNvSpPr>
          <p:nvPr>
            <p:ph type="body" sz="quarter" idx="10"/>
          </p:nvPr>
        </p:nvSpPr>
        <p:spPr>
          <a:xfrm>
            <a:off x="7486120" y="1122366"/>
            <a:ext cx="4158426" cy="4135437"/>
          </a:xfrm>
        </p:spPr>
        <p:txBody>
          <a:bodyPr rIns="0" anchor="ctr"/>
          <a:lstStyle>
            <a:lvl1pPr marL="0" indent="0" algn="l">
              <a:buNone/>
              <a:defRPr>
                <a:solidFill>
                  <a:schemeClr val="accent3"/>
                </a:solidFill>
                <a:latin typeface="+mj-lt"/>
              </a:defRPr>
            </a:lvl1pPr>
            <a:lvl2pPr marL="455883" indent="0">
              <a:buNone/>
              <a:defRPr/>
            </a:lvl2pPr>
            <a:lvl3pPr marL="911764" indent="0">
              <a:buNone/>
              <a:defRPr/>
            </a:lvl3pPr>
            <a:lvl4pPr marL="1367646" indent="0">
              <a:buNone/>
              <a:defRPr/>
            </a:lvl4pPr>
            <a:lvl5pPr marL="1823528" indent="0">
              <a:buNone/>
              <a:defRPr/>
            </a:lvl5pPr>
          </a:lstStyle>
          <a:p>
            <a:pPr lvl="0"/>
            <a:r>
              <a:rPr lang="en-US"/>
              <a:t>Edit Master text styles</a:t>
            </a:r>
          </a:p>
        </p:txBody>
      </p:sp>
      <p:cxnSp>
        <p:nvCxnSpPr>
          <p:cNvPr id="12" name="Straight Connector 11">
            <a:extLst>
              <a:ext uri="{FF2B5EF4-FFF2-40B4-BE49-F238E27FC236}">
                <a16:creationId xmlns:a16="http://schemas.microsoft.com/office/drawing/2014/main" id="{0EBF2AC0-642B-498C-BF06-9B26C0A37A90}"/>
              </a:ext>
            </a:extLst>
          </p:cNvPr>
          <p:cNvCxnSpPr/>
          <p:nvPr userDrawn="1"/>
        </p:nvCxnSpPr>
        <p:spPr>
          <a:xfrm>
            <a:off x="7486120" y="1379541"/>
            <a:ext cx="0" cy="362108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08783A4E-B35D-4CCD-8C43-468408556000}"/>
              </a:ext>
            </a:extLst>
          </p:cNvPr>
          <p:cNvGrpSpPr/>
          <p:nvPr userDrawn="1"/>
        </p:nvGrpSpPr>
        <p:grpSpPr>
          <a:xfrm>
            <a:off x="553823" y="547295"/>
            <a:ext cx="1554197" cy="330567"/>
            <a:chOff x="7353301" y="-1897063"/>
            <a:chExt cx="5749290" cy="1225867"/>
          </a:xfrm>
        </p:grpSpPr>
        <p:sp>
          <p:nvSpPr>
            <p:cNvPr id="14" name="Freeform: Shape 13">
              <a:extLst>
                <a:ext uri="{FF2B5EF4-FFF2-40B4-BE49-F238E27FC236}">
                  <a16:creationId xmlns:a16="http://schemas.microsoft.com/office/drawing/2014/main" id="{B3E1E658-63AA-4B90-9FAE-C2A0667908E7}"/>
                </a:ext>
              </a:extLst>
            </p:cNvPr>
            <p:cNvSpPr/>
            <p:nvPr/>
          </p:nvSpPr>
          <p:spPr>
            <a:xfrm>
              <a:off x="8949691" y="-1705610"/>
              <a:ext cx="4152900" cy="800100"/>
            </a:xfrm>
            <a:custGeom>
              <a:avLst/>
              <a:gdLst>
                <a:gd name="connsiteX0" fmla="*/ 434340 w 4152900"/>
                <a:gd name="connsiteY0" fmla="*/ 516255 h 800100"/>
                <a:gd name="connsiteX1" fmla="*/ 400050 w 4152900"/>
                <a:gd name="connsiteY1" fmla="*/ 613410 h 800100"/>
                <a:gd name="connsiteX2" fmla="*/ 397192 w 4152900"/>
                <a:gd name="connsiteY2" fmla="*/ 613410 h 800100"/>
                <a:gd name="connsiteX3" fmla="*/ 363855 w 4152900"/>
                <a:gd name="connsiteY3" fmla="*/ 518160 h 800100"/>
                <a:gd name="connsiteX4" fmla="*/ 180022 w 4152900"/>
                <a:gd name="connsiteY4" fmla="*/ 56197 h 800100"/>
                <a:gd name="connsiteX5" fmla="*/ 0 w 4152900"/>
                <a:gd name="connsiteY5" fmla="*/ 56197 h 800100"/>
                <a:gd name="connsiteX6" fmla="*/ 0 w 4152900"/>
                <a:gd name="connsiteY6" fmla="*/ 792480 h 800100"/>
                <a:gd name="connsiteX7" fmla="*/ 119063 w 4152900"/>
                <a:gd name="connsiteY7" fmla="*/ 792480 h 800100"/>
                <a:gd name="connsiteX8" fmla="*/ 119063 w 4152900"/>
                <a:gd name="connsiteY8" fmla="*/ 338137 h 800100"/>
                <a:gd name="connsiteX9" fmla="*/ 118110 w 4152900"/>
                <a:gd name="connsiteY9" fmla="*/ 237173 h 800100"/>
                <a:gd name="connsiteX10" fmla="*/ 114300 w 4152900"/>
                <a:gd name="connsiteY10" fmla="*/ 190500 h 800100"/>
                <a:gd name="connsiteX11" fmla="*/ 117157 w 4152900"/>
                <a:gd name="connsiteY11" fmla="*/ 190500 h 800100"/>
                <a:gd name="connsiteX12" fmla="*/ 134302 w 4152900"/>
                <a:gd name="connsiteY12" fmla="*/ 253365 h 800100"/>
                <a:gd name="connsiteX13" fmla="*/ 355282 w 4152900"/>
                <a:gd name="connsiteY13" fmla="*/ 790575 h 800100"/>
                <a:gd name="connsiteX14" fmla="*/ 439102 w 4152900"/>
                <a:gd name="connsiteY14" fmla="*/ 790575 h 800100"/>
                <a:gd name="connsiteX15" fmla="*/ 658177 w 4152900"/>
                <a:gd name="connsiteY15" fmla="*/ 248603 h 800100"/>
                <a:gd name="connsiteX16" fmla="*/ 672465 w 4152900"/>
                <a:gd name="connsiteY16" fmla="*/ 190500 h 800100"/>
                <a:gd name="connsiteX17" fmla="*/ 675322 w 4152900"/>
                <a:gd name="connsiteY17" fmla="*/ 190500 h 800100"/>
                <a:gd name="connsiteX18" fmla="*/ 669607 w 4152900"/>
                <a:gd name="connsiteY18" fmla="*/ 322898 h 800100"/>
                <a:gd name="connsiteX19" fmla="*/ 669607 w 4152900"/>
                <a:gd name="connsiteY19" fmla="*/ 789623 h 800100"/>
                <a:gd name="connsiteX20" fmla="*/ 796290 w 4152900"/>
                <a:gd name="connsiteY20" fmla="*/ 789623 h 800100"/>
                <a:gd name="connsiteX21" fmla="*/ 796290 w 4152900"/>
                <a:gd name="connsiteY21" fmla="*/ 54292 h 800100"/>
                <a:gd name="connsiteX22" fmla="*/ 622935 w 4152900"/>
                <a:gd name="connsiteY22" fmla="*/ 54292 h 800100"/>
                <a:gd name="connsiteX23" fmla="*/ 434340 w 4152900"/>
                <a:gd name="connsiteY23" fmla="*/ 516255 h 800100"/>
                <a:gd name="connsiteX24" fmla="*/ 916305 w 4152900"/>
                <a:gd name="connsiteY24" fmla="*/ 261937 h 800100"/>
                <a:gd name="connsiteX25" fmla="*/ 1040130 w 4152900"/>
                <a:gd name="connsiteY25" fmla="*/ 261937 h 800100"/>
                <a:gd name="connsiteX26" fmla="*/ 1040130 w 4152900"/>
                <a:gd name="connsiteY26" fmla="*/ 789623 h 800100"/>
                <a:gd name="connsiteX27" fmla="*/ 916305 w 4152900"/>
                <a:gd name="connsiteY27" fmla="*/ 789623 h 800100"/>
                <a:gd name="connsiteX28" fmla="*/ 979170 w 4152900"/>
                <a:gd name="connsiteY28" fmla="*/ 39053 h 800100"/>
                <a:gd name="connsiteX29" fmla="*/ 926782 w 4152900"/>
                <a:gd name="connsiteY29" fmla="*/ 60007 h 800100"/>
                <a:gd name="connsiteX30" fmla="*/ 904875 w 4152900"/>
                <a:gd name="connsiteY30" fmla="*/ 111442 h 800100"/>
                <a:gd name="connsiteX31" fmla="*/ 926782 w 4152900"/>
                <a:gd name="connsiteY31" fmla="*/ 161925 h 800100"/>
                <a:gd name="connsiteX32" fmla="*/ 979170 w 4152900"/>
                <a:gd name="connsiteY32" fmla="*/ 181928 h 800100"/>
                <a:gd name="connsiteX33" fmla="*/ 1031557 w 4152900"/>
                <a:gd name="connsiteY33" fmla="*/ 161925 h 800100"/>
                <a:gd name="connsiteX34" fmla="*/ 1053465 w 4152900"/>
                <a:gd name="connsiteY34" fmla="*/ 111442 h 800100"/>
                <a:gd name="connsiteX35" fmla="*/ 1031557 w 4152900"/>
                <a:gd name="connsiteY35" fmla="*/ 60007 h 800100"/>
                <a:gd name="connsiteX36" fmla="*/ 979170 w 4152900"/>
                <a:gd name="connsiteY36" fmla="*/ 39053 h 800100"/>
                <a:gd name="connsiteX37" fmla="*/ 1479232 w 4152900"/>
                <a:gd name="connsiteY37" fmla="*/ 257175 h 800100"/>
                <a:gd name="connsiteX38" fmla="*/ 1409700 w 4152900"/>
                <a:gd name="connsiteY38" fmla="*/ 249555 h 800100"/>
                <a:gd name="connsiteX39" fmla="*/ 1259205 w 4152900"/>
                <a:gd name="connsiteY39" fmla="*/ 286703 h 800100"/>
                <a:gd name="connsiteX40" fmla="*/ 1160145 w 4152900"/>
                <a:gd name="connsiteY40" fmla="*/ 388620 h 800100"/>
                <a:gd name="connsiteX41" fmla="*/ 1125855 w 4152900"/>
                <a:gd name="connsiteY41" fmla="*/ 541020 h 800100"/>
                <a:gd name="connsiteX42" fmla="*/ 1159192 w 4152900"/>
                <a:gd name="connsiteY42" fmla="*/ 677227 h 800100"/>
                <a:gd name="connsiteX43" fmla="*/ 1252538 w 4152900"/>
                <a:gd name="connsiteY43" fmla="*/ 771525 h 800100"/>
                <a:gd name="connsiteX44" fmla="*/ 1388745 w 4152900"/>
                <a:gd name="connsiteY44" fmla="*/ 804863 h 800100"/>
                <a:gd name="connsiteX45" fmla="*/ 1538288 w 4152900"/>
                <a:gd name="connsiteY45" fmla="*/ 769620 h 800100"/>
                <a:gd name="connsiteX46" fmla="*/ 1539240 w 4152900"/>
                <a:gd name="connsiteY46" fmla="*/ 768668 h 800100"/>
                <a:gd name="connsiteX47" fmla="*/ 1539240 w 4152900"/>
                <a:gd name="connsiteY47" fmla="*/ 654368 h 800100"/>
                <a:gd name="connsiteX48" fmla="*/ 1534478 w 4152900"/>
                <a:gd name="connsiteY48" fmla="*/ 658177 h 800100"/>
                <a:gd name="connsiteX49" fmla="*/ 1474470 w 4152900"/>
                <a:gd name="connsiteY49" fmla="*/ 689610 h 800100"/>
                <a:gd name="connsiteX50" fmla="*/ 1415415 w 4152900"/>
                <a:gd name="connsiteY50" fmla="*/ 701040 h 800100"/>
                <a:gd name="connsiteX51" fmla="*/ 1299210 w 4152900"/>
                <a:gd name="connsiteY51" fmla="*/ 655320 h 800100"/>
                <a:gd name="connsiteX52" fmla="*/ 1256348 w 4152900"/>
                <a:gd name="connsiteY52" fmla="*/ 530543 h 800100"/>
                <a:gd name="connsiteX53" fmla="*/ 1300163 w 4152900"/>
                <a:gd name="connsiteY53" fmla="*/ 401955 h 800100"/>
                <a:gd name="connsiteX54" fmla="*/ 1416367 w 4152900"/>
                <a:gd name="connsiteY54" fmla="*/ 354330 h 800100"/>
                <a:gd name="connsiteX55" fmla="*/ 1534478 w 4152900"/>
                <a:gd name="connsiteY55" fmla="*/ 394335 h 800100"/>
                <a:gd name="connsiteX56" fmla="*/ 1539240 w 4152900"/>
                <a:gd name="connsiteY56" fmla="*/ 398145 h 800100"/>
                <a:gd name="connsiteX57" fmla="*/ 1539240 w 4152900"/>
                <a:gd name="connsiteY57" fmla="*/ 277178 h 800100"/>
                <a:gd name="connsiteX58" fmla="*/ 1538288 w 4152900"/>
                <a:gd name="connsiteY58" fmla="*/ 276225 h 800100"/>
                <a:gd name="connsiteX59" fmla="*/ 1479232 w 4152900"/>
                <a:gd name="connsiteY59" fmla="*/ 257175 h 800100"/>
                <a:gd name="connsiteX60" fmla="*/ 1887855 w 4152900"/>
                <a:gd name="connsiteY60" fmla="*/ 253365 h 800100"/>
                <a:gd name="connsiteX61" fmla="*/ 1804035 w 4152900"/>
                <a:gd name="connsiteY61" fmla="*/ 282893 h 800100"/>
                <a:gd name="connsiteX62" fmla="*/ 1756410 w 4152900"/>
                <a:gd name="connsiteY62" fmla="*/ 354330 h 800100"/>
                <a:gd name="connsiteX63" fmla="*/ 1755457 w 4152900"/>
                <a:gd name="connsiteY63" fmla="*/ 354330 h 800100"/>
                <a:gd name="connsiteX64" fmla="*/ 1755457 w 4152900"/>
                <a:gd name="connsiteY64" fmla="*/ 261937 h 800100"/>
                <a:gd name="connsiteX65" fmla="*/ 1631632 w 4152900"/>
                <a:gd name="connsiteY65" fmla="*/ 261937 h 800100"/>
                <a:gd name="connsiteX66" fmla="*/ 1631632 w 4152900"/>
                <a:gd name="connsiteY66" fmla="*/ 789623 h 800100"/>
                <a:gd name="connsiteX67" fmla="*/ 1755457 w 4152900"/>
                <a:gd name="connsiteY67" fmla="*/ 789623 h 800100"/>
                <a:gd name="connsiteX68" fmla="*/ 1755457 w 4152900"/>
                <a:gd name="connsiteY68" fmla="*/ 520065 h 800100"/>
                <a:gd name="connsiteX69" fmla="*/ 1785938 w 4152900"/>
                <a:gd name="connsiteY69" fmla="*/ 408623 h 800100"/>
                <a:gd name="connsiteX70" fmla="*/ 1865948 w 4152900"/>
                <a:gd name="connsiteY70" fmla="*/ 365760 h 800100"/>
                <a:gd name="connsiteX71" fmla="*/ 1903095 w 4152900"/>
                <a:gd name="connsiteY71" fmla="*/ 370523 h 800100"/>
                <a:gd name="connsiteX72" fmla="*/ 1932623 w 4152900"/>
                <a:gd name="connsiteY72" fmla="*/ 382905 h 800100"/>
                <a:gd name="connsiteX73" fmla="*/ 1937385 w 4152900"/>
                <a:gd name="connsiteY73" fmla="*/ 386715 h 800100"/>
                <a:gd name="connsiteX74" fmla="*/ 1937385 w 4152900"/>
                <a:gd name="connsiteY74" fmla="*/ 262890 h 800100"/>
                <a:gd name="connsiteX75" fmla="*/ 1934528 w 4152900"/>
                <a:gd name="connsiteY75" fmla="*/ 261937 h 800100"/>
                <a:gd name="connsiteX76" fmla="*/ 1887855 w 4152900"/>
                <a:gd name="connsiteY76" fmla="*/ 253365 h 800100"/>
                <a:gd name="connsiteX77" fmla="*/ 2225040 w 4152900"/>
                <a:gd name="connsiteY77" fmla="*/ 250508 h 800100"/>
                <a:gd name="connsiteX78" fmla="*/ 2020253 w 4152900"/>
                <a:gd name="connsiteY78" fmla="*/ 326708 h 800100"/>
                <a:gd name="connsiteX79" fmla="*/ 1946910 w 4152900"/>
                <a:gd name="connsiteY79" fmla="*/ 534352 h 800100"/>
                <a:gd name="connsiteX80" fmla="*/ 2019300 w 4152900"/>
                <a:gd name="connsiteY80" fmla="*/ 731520 h 800100"/>
                <a:gd name="connsiteX81" fmla="*/ 2212658 w 4152900"/>
                <a:gd name="connsiteY81" fmla="*/ 803910 h 800100"/>
                <a:gd name="connsiteX82" fmla="*/ 2413635 w 4152900"/>
                <a:gd name="connsiteY82" fmla="*/ 726758 h 800100"/>
                <a:gd name="connsiteX83" fmla="*/ 2486978 w 4152900"/>
                <a:gd name="connsiteY83" fmla="*/ 521970 h 800100"/>
                <a:gd name="connsiteX84" fmla="*/ 2417445 w 4152900"/>
                <a:gd name="connsiteY84" fmla="*/ 322898 h 800100"/>
                <a:gd name="connsiteX85" fmla="*/ 2225040 w 4152900"/>
                <a:gd name="connsiteY85" fmla="*/ 250508 h 800100"/>
                <a:gd name="connsiteX86" fmla="*/ 2324100 w 4152900"/>
                <a:gd name="connsiteY86" fmla="*/ 656273 h 800100"/>
                <a:gd name="connsiteX87" fmla="*/ 2220278 w 4152900"/>
                <a:gd name="connsiteY87" fmla="*/ 700088 h 800100"/>
                <a:gd name="connsiteX88" fmla="*/ 2113598 w 4152900"/>
                <a:gd name="connsiteY88" fmla="*/ 654368 h 800100"/>
                <a:gd name="connsiteX89" fmla="*/ 2075498 w 4152900"/>
                <a:gd name="connsiteY89" fmla="*/ 527685 h 800100"/>
                <a:gd name="connsiteX90" fmla="*/ 2113598 w 4152900"/>
                <a:gd name="connsiteY90" fmla="*/ 398145 h 800100"/>
                <a:gd name="connsiteX91" fmla="*/ 2219325 w 4152900"/>
                <a:gd name="connsiteY91" fmla="*/ 352425 h 800100"/>
                <a:gd name="connsiteX92" fmla="*/ 2322195 w 4152900"/>
                <a:gd name="connsiteY92" fmla="*/ 396240 h 800100"/>
                <a:gd name="connsiteX93" fmla="*/ 2360295 w 4152900"/>
                <a:gd name="connsiteY93" fmla="*/ 524827 h 800100"/>
                <a:gd name="connsiteX94" fmla="*/ 2324100 w 4152900"/>
                <a:gd name="connsiteY94" fmla="*/ 656273 h 800100"/>
                <a:gd name="connsiteX95" fmla="*/ 2763203 w 4152900"/>
                <a:gd name="connsiteY95" fmla="*/ 481012 h 800100"/>
                <a:gd name="connsiteX96" fmla="*/ 2687955 w 4152900"/>
                <a:gd name="connsiteY96" fmla="*/ 441960 h 800100"/>
                <a:gd name="connsiteX97" fmla="*/ 2673667 w 4152900"/>
                <a:gd name="connsiteY97" fmla="*/ 401955 h 800100"/>
                <a:gd name="connsiteX98" fmla="*/ 2693670 w 4152900"/>
                <a:gd name="connsiteY98" fmla="*/ 363855 h 800100"/>
                <a:gd name="connsiteX99" fmla="*/ 2747963 w 4152900"/>
                <a:gd name="connsiteY99" fmla="*/ 349568 h 800100"/>
                <a:gd name="connsiteX100" fmla="*/ 2811780 w 4152900"/>
                <a:gd name="connsiteY100" fmla="*/ 359093 h 800100"/>
                <a:gd name="connsiteX101" fmla="*/ 2867025 w 4152900"/>
                <a:gd name="connsiteY101" fmla="*/ 384810 h 800100"/>
                <a:gd name="connsiteX102" fmla="*/ 2871788 w 4152900"/>
                <a:gd name="connsiteY102" fmla="*/ 388620 h 800100"/>
                <a:gd name="connsiteX103" fmla="*/ 2871788 w 4152900"/>
                <a:gd name="connsiteY103" fmla="*/ 272415 h 800100"/>
                <a:gd name="connsiteX104" fmla="*/ 2868930 w 4152900"/>
                <a:gd name="connsiteY104" fmla="*/ 271462 h 800100"/>
                <a:gd name="connsiteX105" fmla="*/ 2812733 w 4152900"/>
                <a:gd name="connsiteY105" fmla="*/ 255270 h 800100"/>
                <a:gd name="connsiteX106" fmla="*/ 2751773 w 4152900"/>
                <a:gd name="connsiteY106" fmla="*/ 249555 h 800100"/>
                <a:gd name="connsiteX107" fmla="*/ 2606040 w 4152900"/>
                <a:gd name="connsiteY107" fmla="*/ 295275 h 800100"/>
                <a:gd name="connsiteX108" fmla="*/ 2549842 w 4152900"/>
                <a:gd name="connsiteY108" fmla="*/ 411480 h 800100"/>
                <a:gd name="connsiteX109" fmla="*/ 2562225 w 4152900"/>
                <a:gd name="connsiteY109" fmla="*/ 476250 h 800100"/>
                <a:gd name="connsiteX110" fmla="*/ 2600325 w 4152900"/>
                <a:gd name="connsiteY110" fmla="*/ 525780 h 800100"/>
                <a:gd name="connsiteX111" fmla="*/ 2676525 w 4152900"/>
                <a:gd name="connsiteY111" fmla="*/ 568643 h 800100"/>
                <a:gd name="connsiteX112" fmla="*/ 2740342 w 4152900"/>
                <a:gd name="connsiteY112" fmla="*/ 598170 h 800100"/>
                <a:gd name="connsiteX113" fmla="*/ 2768917 w 4152900"/>
                <a:gd name="connsiteY113" fmla="*/ 621030 h 800100"/>
                <a:gd name="connsiteX114" fmla="*/ 2776538 w 4152900"/>
                <a:gd name="connsiteY114" fmla="*/ 650558 h 800100"/>
                <a:gd name="connsiteX115" fmla="*/ 2695575 w 4152900"/>
                <a:gd name="connsiteY115" fmla="*/ 702945 h 800100"/>
                <a:gd name="connsiteX116" fmla="*/ 2626995 w 4152900"/>
                <a:gd name="connsiteY116" fmla="*/ 690563 h 800100"/>
                <a:gd name="connsiteX117" fmla="*/ 2557463 w 4152900"/>
                <a:gd name="connsiteY117" fmla="*/ 655320 h 800100"/>
                <a:gd name="connsiteX118" fmla="*/ 2552700 w 4152900"/>
                <a:gd name="connsiteY118" fmla="*/ 651510 h 800100"/>
                <a:gd name="connsiteX119" fmla="*/ 2552700 w 4152900"/>
                <a:gd name="connsiteY119" fmla="*/ 772477 h 800100"/>
                <a:gd name="connsiteX120" fmla="*/ 2555558 w 4152900"/>
                <a:gd name="connsiteY120" fmla="*/ 773430 h 800100"/>
                <a:gd name="connsiteX121" fmla="*/ 2622233 w 4152900"/>
                <a:gd name="connsiteY121" fmla="*/ 794385 h 800100"/>
                <a:gd name="connsiteX122" fmla="*/ 2693670 w 4152900"/>
                <a:gd name="connsiteY122" fmla="*/ 802958 h 800100"/>
                <a:gd name="connsiteX123" fmla="*/ 2847023 w 4152900"/>
                <a:gd name="connsiteY123" fmla="*/ 757238 h 800100"/>
                <a:gd name="connsiteX124" fmla="*/ 2905125 w 4152900"/>
                <a:gd name="connsiteY124" fmla="*/ 637223 h 800100"/>
                <a:gd name="connsiteX125" fmla="*/ 2874645 w 4152900"/>
                <a:gd name="connsiteY125" fmla="*/ 546735 h 800100"/>
                <a:gd name="connsiteX126" fmla="*/ 2763203 w 4152900"/>
                <a:gd name="connsiteY126" fmla="*/ 481012 h 800100"/>
                <a:gd name="connsiteX127" fmla="*/ 3231833 w 4152900"/>
                <a:gd name="connsiteY127" fmla="*/ 250508 h 800100"/>
                <a:gd name="connsiteX128" fmla="*/ 3027045 w 4152900"/>
                <a:gd name="connsiteY128" fmla="*/ 326708 h 800100"/>
                <a:gd name="connsiteX129" fmla="*/ 2953703 w 4152900"/>
                <a:gd name="connsiteY129" fmla="*/ 534352 h 800100"/>
                <a:gd name="connsiteX130" fmla="*/ 3026092 w 4152900"/>
                <a:gd name="connsiteY130" fmla="*/ 731520 h 800100"/>
                <a:gd name="connsiteX131" fmla="*/ 3219450 w 4152900"/>
                <a:gd name="connsiteY131" fmla="*/ 803910 h 800100"/>
                <a:gd name="connsiteX132" fmla="*/ 3420428 w 4152900"/>
                <a:gd name="connsiteY132" fmla="*/ 726758 h 800100"/>
                <a:gd name="connsiteX133" fmla="*/ 3493770 w 4152900"/>
                <a:gd name="connsiteY133" fmla="*/ 521970 h 800100"/>
                <a:gd name="connsiteX134" fmla="*/ 3424237 w 4152900"/>
                <a:gd name="connsiteY134" fmla="*/ 322898 h 800100"/>
                <a:gd name="connsiteX135" fmla="*/ 3231833 w 4152900"/>
                <a:gd name="connsiteY135" fmla="*/ 250508 h 800100"/>
                <a:gd name="connsiteX136" fmla="*/ 3329940 w 4152900"/>
                <a:gd name="connsiteY136" fmla="*/ 656273 h 800100"/>
                <a:gd name="connsiteX137" fmla="*/ 3226117 w 4152900"/>
                <a:gd name="connsiteY137" fmla="*/ 700088 h 800100"/>
                <a:gd name="connsiteX138" fmla="*/ 3119438 w 4152900"/>
                <a:gd name="connsiteY138" fmla="*/ 654368 h 800100"/>
                <a:gd name="connsiteX139" fmla="*/ 3081338 w 4152900"/>
                <a:gd name="connsiteY139" fmla="*/ 527685 h 800100"/>
                <a:gd name="connsiteX140" fmla="*/ 3119438 w 4152900"/>
                <a:gd name="connsiteY140" fmla="*/ 398145 h 800100"/>
                <a:gd name="connsiteX141" fmla="*/ 3225165 w 4152900"/>
                <a:gd name="connsiteY141" fmla="*/ 352425 h 800100"/>
                <a:gd name="connsiteX142" fmla="*/ 3328035 w 4152900"/>
                <a:gd name="connsiteY142" fmla="*/ 396240 h 800100"/>
                <a:gd name="connsiteX143" fmla="*/ 3366135 w 4152900"/>
                <a:gd name="connsiteY143" fmla="*/ 524827 h 800100"/>
                <a:gd name="connsiteX144" fmla="*/ 3329940 w 4152900"/>
                <a:gd name="connsiteY144" fmla="*/ 656273 h 800100"/>
                <a:gd name="connsiteX145" fmla="*/ 4155758 w 4152900"/>
                <a:gd name="connsiteY145" fmla="*/ 363855 h 800100"/>
                <a:gd name="connsiteX146" fmla="*/ 4155758 w 4152900"/>
                <a:gd name="connsiteY146" fmla="*/ 261937 h 800100"/>
                <a:gd name="connsiteX147" fmla="*/ 4030980 w 4152900"/>
                <a:gd name="connsiteY147" fmla="*/ 261937 h 800100"/>
                <a:gd name="connsiteX148" fmla="*/ 4030980 w 4152900"/>
                <a:gd name="connsiteY148" fmla="*/ 105728 h 800100"/>
                <a:gd name="connsiteX149" fmla="*/ 4027170 w 4152900"/>
                <a:gd name="connsiteY149" fmla="*/ 106680 h 800100"/>
                <a:gd name="connsiteX150" fmla="*/ 3909060 w 4152900"/>
                <a:gd name="connsiteY150" fmla="*/ 141923 h 800100"/>
                <a:gd name="connsiteX151" fmla="*/ 3906203 w 4152900"/>
                <a:gd name="connsiteY151" fmla="*/ 142875 h 800100"/>
                <a:gd name="connsiteX152" fmla="*/ 3906203 w 4152900"/>
                <a:gd name="connsiteY152" fmla="*/ 261937 h 800100"/>
                <a:gd name="connsiteX153" fmla="*/ 3719512 w 4152900"/>
                <a:gd name="connsiteY153" fmla="*/ 261937 h 800100"/>
                <a:gd name="connsiteX154" fmla="*/ 3719512 w 4152900"/>
                <a:gd name="connsiteY154" fmla="*/ 195262 h 800100"/>
                <a:gd name="connsiteX155" fmla="*/ 3740467 w 4152900"/>
                <a:gd name="connsiteY155" fmla="*/ 125730 h 800100"/>
                <a:gd name="connsiteX156" fmla="*/ 3798570 w 4152900"/>
                <a:gd name="connsiteY156" fmla="*/ 102870 h 800100"/>
                <a:gd name="connsiteX157" fmla="*/ 3853815 w 4152900"/>
                <a:gd name="connsiteY157" fmla="*/ 115253 h 800100"/>
                <a:gd name="connsiteX158" fmla="*/ 3858578 w 4152900"/>
                <a:gd name="connsiteY158" fmla="*/ 118110 h 800100"/>
                <a:gd name="connsiteX159" fmla="*/ 3858578 w 4152900"/>
                <a:gd name="connsiteY159" fmla="*/ 10478 h 800100"/>
                <a:gd name="connsiteX160" fmla="*/ 3855720 w 4152900"/>
                <a:gd name="connsiteY160" fmla="*/ 9525 h 800100"/>
                <a:gd name="connsiteX161" fmla="*/ 3786187 w 4152900"/>
                <a:gd name="connsiteY161" fmla="*/ 0 h 800100"/>
                <a:gd name="connsiteX162" fmla="*/ 3687128 w 4152900"/>
                <a:gd name="connsiteY162" fmla="*/ 22860 h 800100"/>
                <a:gd name="connsiteX163" fmla="*/ 3619500 w 4152900"/>
                <a:gd name="connsiteY163" fmla="*/ 90488 h 800100"/>
                <a:gd name="connsiteX164" fmla="*/ 3594735 w 4152900"/>
                <a:gd name="connsiteY164" fmla="*/ 188595 h 800100"/>
                <a:gd name="connsiteX165" fmla="*/ 3594735 w 4152900"/>
                <a:gd name="connsiteY165" fmla="*/ 261937 h 800100"/>
                <a:gd name="connsiteX166" fmla="*/ 3508058 w 4152900"/>
                <a:gd name="connsiteY166" fmla="*/ 261937 h 800100"/>
                <a:gd name="connsiteX167" fmla="*/ 3508058 w 4152900"/>
                <a:gd name="connsiteY167" fmla="*/ 362903 h 800100"/>
                <a:gd name="connsiteX168" fmla="*/ 3594735 w 4152900"/>
                <a:gd name="connsiteY168" fmla="*/ 362903 h 800100"/>
                <a:gd name="connsiteX169" fmla="*/ 3594735 w 4152900"/>
                <a:gd name="connsiteY169" fmla="*/ 789623 h 800100"/>
                <a:gd name="connsiteX170" fmla="*/ 3719512 w 4152900"/>
                <a:gd name="connsiteY170" fmla="*/ 789623 h 800100"/>
                <a:gd name="connsiteX171" fmla="*/ 3719512 w 4152900"/>
                <a:gd name="connsiteY171" fmla="*/ 363855 h 800100"/>
                <a:gd name="connsiteX172" fmla="*/ 3906203 w 4152900"/>
                <a:gd name="connsiteY172" fmla="*/ 363855 h 800100"/>
                <a:gd name="connsiteX173" fmla="*/ 3906203 w 4152900"/>
                <a:gd name="connsiteY173" fmla="*/ 635318 h 800100"/>
                <a:gd name="connsiteX174" fmla="*/ 4063365 w 4152900"/>
                <a:gd name="connsiteY174" fmla="*/ 802958 h 800100"/>
                <a:gd name="connsiteX175" fmla="*/ 4115753 w 4152900"/>
                <a:gd name="connsiteY175" fmla="*/ 797243 h 800100"/>
                <a:gd name="connsiteX176" fmla="*/ 4154805 w 4152900"/>
                <a:gd name="connsiteY176" fmla="*/ 784860 h 800100"/>
                <a:gd name="connsiteX177" fmla="*/ 4155758 w 4152900"/>
                <a:gd name="connsiteY177" fmla="*/ 783908 h 800100"/>
                <a:gd name="connsiteX178" fmla="*/ 4155758 w 4152900"/>
                <a:gd name="connsiteY178" fmla="*/ 681990 h 800100"/>
                <a:gd name="connsiteX179" fmla="*/ 4150995 w 4152900"/>
                <a:gd name="connsiteY179" fmla="*/ 685800 h 800100"/>
                <a:gd name="connsiteX180" fmla="*/ 4125278 w 4152900"/>
                <a:gd name="connsiteY180" fmla="*/ 697230 h 800100"/>
                <a:gd name="connsiteX181" fmla="*/ 4100512 w 4152900"/>
                <a:gd name="connsiteY181" fmla="*/ 701040 h 800100"/>
                <a:gd name="connsiteX182" fmla="*/ 4046220 w 4152900"/>
                <a:gd name="connsiteY182" fmla="*/ 681038 h 800100"/>
                <a:gd name="connsiteX183" fmla="*/ 4029075 w 4152900"/>
                <a:gd name="connsiteY183" fmla="*/ 613410 h 800100"/>
                <a:gd name="connsiteX184" fmla="*/ 4029075 w 4152900"/>
                <a:gd name="connsiteY184" fmla="*/ 363855 h 800100"/>
                <a:gd name="connsiteX185" fmla="*/ 4155758 w 4152900"/>
                <a:gd name="connsiteY185" fmla="*/ 363855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4152900" h="800100">
                  <a:moveTo>
                    <a:pt x="434340" y="516255"/>
                  </a:moveTo>
                  <a:lnTo>
                    <a:pt x="400050" y="613410"/>
                  </a:lnTo>
                  <a:lnTo>
                    <a:pt x="397192" y="613410"/>
                  </a:lnTo>
                  <a:cubicBezTo>
                    <a:pt x="391477" y="591502"/>
                    <a:pt x="381000" y="558165"/>
                    <a:pt x="363855" y="518160"/>
                  </a:cubicBezTo>
                  <a:lnTo>
                    <a:pt x="180022" y="56197"/>
                  </a:lnTo>
                  <a:lnTo>
                    <a:pt x="0" y="56197"/>
                  </a:lnTo>
                  <a:lnTo>
                    <a:pt x="0" y="792480"/>
                  </a:lnTo>
                  <a:lnTo>
                    <a:pt x="119063" y="792480"/>
                  </a:lnTo>
                  <a:lnTo>
                    <a:pt x="119063" y="338137"/>
                  </a:lnTo>
                  <a:cubicBezTo>
                    <a:pt x="119063" y="309562"/>
                    <a:pt x="119063" y="277178"/>
                    <a:pt x="118110" y="237173"/>
                  </a:cubicBezTo>
                  <a:cubicBezTo>
                    <a:pt x="117157" y="217170"/>
                    <a:pt x="115252" y="201930"/>
                    <a:pt x="114300" y="190500"/>
                  </a:cubicBezTo>
                  <a:lnTo>
                    <a:pt x="117157" y="190500"/>
                  </a:lnTo>
                  <a:cubicBezTo>
                    <a:pt x="122872" y="219075"/>
                    <a:pt x="129540" y="240030"/>
                    <a:pt x="134302" y="253365"/>
                  </a:cubicBezTo>
                  <a:lnTo>
                    <a:pt x="355282" y="790575"/>
                  </a:lnTo>
                  <a:lnTo>
                    <a:pt x="439102" y="790575"/>
                  </a:lnTo>
                  <a:lnTo>
                    <a:pt x="658177" y="248603"/>
                  </a:lnTo>
                  <a:cubicBezTo>
                    <a:pt x="662940" y="236220"/>
                    <a:pt x="667702" y="211455"/>
                    <a:pt x="672465" y="190500"/>
                  </a:cubicBezTo>
                  <a:lnTo>
                    <a:pt x="675322" y="190500"/>
                  </a:lnTo>
                  <a:cubicBezTo>
                    <a:pt x="672465" y="244792"/>
                    <a:pt x="670560" y="293370"/>
                    <a:pt x="669607" y="322898"/>
                  </a:cubicBezTo>
                  <a:lnTo>
                    <a:pt x="669607" y="789623"/>
                  </a:lnTo>
                  <a:lnTo>
                    <a:pt x="796290" y="789623"/>
                  </a:lnTo>
                  <a:lnTo>
                    <a:pt x="796290" y="54292"/>
                  </a:lnTo>
                  <a:lnTo>
                    <a:pt x="622935" y="54292"/>
                  </a:lnTo>
                  <a:lnTo>
                    <a:pt x="434340" y="516255"/>
                  </a:lnTo>
                  <a:close/>
                  <a:moveTo>
                    <a:pt x="916305" y="261937"/>
                  </a:moveTo>
                  <a:lnTo>
                    <a:pt x="1040130" y="261937"/>
                  </a:lnTo>
                  <a:lnTo>
                    <a:pt x="1040130" y="789623"/>
                  </a:lnTo>
                  <a:lnTo>
                    <a:pt x="916305" y="789623"/>
                  </a:lnTo>
                  <a:close/>
                  <a:moveTo>
                    <a:pt x="979170" y="39053"/>
                  </a:moveTo>
                  <a:cubicBezTo>
                    <a:pt x="958215" y="39053"/>
                    <a:pt x="941070" y="46672"/>
                    <a:pt x="926782" y="60007"/>
                  </a:cubicBezTo>
                  <a:cubicBezTo>
                    <a:pt x="912495" y="73342"/>
                    <a:pt x="904875" y="90488"/>
                    <a:pt x="904875" y="111442"/>
                  </a:cubicBezTo>
                  <a:cubicBezTo>
                    <a:pt x="904875" y="131445"/>
                    <a:pt x="912495" y="148590"/>
                    <a:pt x="926782" y="161925"/>
                  </a:cubicBezTo>
                  <a:cubicBezTo>
                    <a:pt x="941070" y="175260"/>
                    <a:pt x="958215" y="181928"/>
                    <a:pt x="979170" y="181928"/>
                  </a:cubicBezTo>
                  <a:cubicBezTo>
                    <a:pt x="1000125" y="181928"/>
                    <a:pt x="1018222" y="174308"/>
                    <a:pt x="1031557" y="161925"/>
                  </a:cubicBezTo>
                  <a:cubicBezTo>
                    <a:pt x="1045845" y="148590"/>
                    <a:pt x="1053465" y="131445"/>
                    <a:pt x="1053465" y="111442"/>
                  </a:cubicBezTo>
                  <a:cubicBezTo>
                    <a:pt x="1053465" y="91440"/>
                    <a:pt x="1045845" y="74295"/>
                    <a:pt x="1031557" y="60007"/>
                  </a:cubicBezTo>
                  <a:cubicBezTo>
                    <a:pt x="1019175" y="46672"/>
                    <a:pt x="1001078" y="39053"/>
                    <a:pt x="979170" y="39053"/>
                  </a:cubicBezTo>
                  <a:moveTo>
                    <a:pt x="1479232" y="257175"/>
                  </a:moveTo>
                  <a:cubicBezTo>
                    <a:pt x="1456373" y="252412"/>
                    <a:pt x="1432560" y="249555"/>
                    <a:pt x="1409700" y="249555"/>
                  </a:cubicBezTo>
                  <a:cubicBezTo>
                    <a:pt x="1353503" y="249555"/>
                    <a:pt x="1302067" y="261937"/>
                    <a:pt x="1259205" y="286703"/>
                  </a:cubicBezTo>
                  <a:cubicBezTo>
                    <a:pt x="1216342" y="311468"/>
                    <a:pt x="1182053" y="345758"/>
                    <a:pt x="1160145" y="388620"/>
                  </a:cubicBezTo>
                  <a:cubicBezTo>
                    <a:pt x="1137285" y="432435"/>
                    <a:pt x="1125855" y="482918"/>
                    <a:pt x="1125855" y="541020"/>
                  </a:cubicBezTo>
                  <a:cubicBezTo>
                    <a:pt x="1125855" y="591502"/>
                    <a:pt x="1137285" y="636270"/>
                    <a:pt x="1159192" y="677227"/>
                  </a:cubicBezTo>
                  <a:cubicBezTo>
                    <a:pt x="1181100" y="717233"/>
                    <a:pt x="1211580" y="749618"/>
                    <a:pt x="1252538" y="771525"/>
                  </a:cubicBezTo>
                  <a:cubicBezTo>
                    <a:pt x="1291590" y="793433"/>
                    <a:pt x="1337310" y="804863"/>
                    <a:pt x="1388745" y="804863"/>
                  </a:cubicBezTo>
                  <a:cubicBezTo>
                    <a:pt x="1447800" y="804863"/>
                    <a:pt x="1498282" y="792480"/>
                    <a:pt x="1538288" y="769620"/>
                  </a:cubicBezTo>
                  <a:lnTo>
                    <a:pt x="1539240" y="768668"/>
                  </a:lnTo>
                  <a:lnTo>
                    <a:pt x="1539240" y="654368"/>
                  </a:lnTo>
                  <a:lnTo>
                    <a:pt x="1534478" y="658177"/>
                  </a:lnTo>
                  <a:cubicBezTo>
                    <a:pt x="1516380" y="671513"/>
                    <a:pt x="1495425" y="682943"/>
                    <a:pt x="1474470" y="689610"/>
                  </a:cubicBezTo>
                  <a:cubicBezTo>
                    <a:pt x="1452563" y="697230"/>
                    <a:pt x="1432560" y="701040"/>
                    <a:pt x="1415415" y="701040"/>
                  </a:cubicBezTo>
                  <a:cubicBezTo>
                    <a:pt x="1365885" y="701040"/>
                    <a:pt x="1326832" y="686752"/>
                    <a:pt x="1299210" y="655320"/>
                  </a:cubicBezTo>
                  <a:cubicBezTo>
                    <a:pt x="1270635" y="624840"/>
                    <a:pt x="1256348" y="582930"/>
                    <a:pt x="1256348" y="530543"/>
                  </a:cubicBezTo>
                  <a:cubicBezTo>
                    <a:pt x="1256348" y="476250"/>
                    <a:pt x="1270635" y="433387"/>
                    <a:pt x="1300163" y="401955"/>
                  </a:cubicBezTo>
                  <a:cubicBezTo>
                    <a:pt x="1329690" y="370523"/>
                    <a:pt x="1368742" y="354330"/>
                    <a:pt x="1416367" y="354330"/>
                  </a:cubicBezTo>
                  <a:cubicBezTo>
                    <a:pt x="1456373" y="354330"/>
                    <a:pt x="1497330" y="367665"/>
                    <a:pt x="1534478" y="394335"/>
                  </a:cubicBezTo>
                  <a:lnTo>
                    <a:pt x="1539240" y="398145"/>
                  </a:lnTo>
                  <a:lnTo>
                    <a:pt x="1539240" y="277178"/>
                  </a:lnTo>
                  <a:lnTo>
                    <a:pt x="1538288" y="276225"/>
                  </a:lnTo>
                  <a:cubicBezTo>
                    <a:pt x="1522095" y="269558"/>
                    <a:pt x="1503998" y="261937"/>
                    <a:pt x="1479232" y="257175"/>
                  </a:cubicBezTo>
                  <a:moveTo>
                    <a:pt x="1887855" y="253365"/>
                  </a:moveTo>
                  <a:cubicBezTo>
                    <a:pt x="1857375" y="253365"/>
                    <a:pt x="1828800" y="262890"/>
                    <a:pt x="1804035" y="282893"/>
                  </a:cubicBezTo>
                  <a:cubicBezTo>
                    <a:pt x="1783080" y="300037"/>
                    <a:pt x="1768792" y="324803"/>
                    <a:pt x="1756410" y="354330"/>
                  </a:cubicBezTo>
                  <a:lnTo>
                    <a:pt x="1755457" y="354330"/>
                  </a:lnTo>
                  <a:lnTo>
                    <a:pt x="1755457" y="261937"/>
                  </a:lnTo>
                  <a:lnTo>
                    <a:pt x="1631632" y="261937"/>
                  </a:lnTo>
                  <a:lnTo>
                    <a:pt x="1631632" y="789623"/>
                  </a:lnTo>
                  <a:lnTo>
                    <a:pt x="1755457" y="789623"/>
                  </a:lnTo>
                  <a:lnTo>
                    <a:pt x="1755457" y="520065"/>
                  </a:lnTo>
                  <a:cubicBezTo>
                    <a:pt x="1755457" y="474345"/>
                    <a:pt x="1764982" y="436245"/>
                    <a:pt x="1785938" y="408623"/>
                  </a:cubicBezTo>
                  <a:cubicBezTo>
                    <a:pt x="1806892" y="380048"/>
                    <a:pt x="1833563" y="365760"/>
                    <a:pt x="1865948" y="365760"/>
                  </a:cubicBezTo>
                  <a:cubicBezTo>
                    <a:pt x="1877378" y="365760"/>
                    <a:pt x="1888807" y="368618"/>
                    <a:pt x="1903095" y="370523"/>
                  </a:cubicBezTo>
                  <a:cubicBezTo>
                    <a:pt x="1916430" y="374333"/>
                    <a:pt x="1925955" y="378143"/>
                    <a:pt x="1932623" y="382905"/>
                  </a:cubicBezTo>
                  <a:lnTo>
                    <a:pt x="1937385" y="386715"/>
                  </a:lnTo>
                  <a:lnTo>
                    <a:pt x="1937385" y="262890"/>
                  </a:lnTo>
                  <a:lnTo>
                    <a:pt x="1934528" y="261937"/>
                  </a:lnTo>
                  <a:cubicBezTo>
                    <a:pt x="1925955" y="256223"/>
                    <a:pt x="1908810" y="253365"/>
                    <a:pt x="1887855" y="253365"/>
                  </a:cubicBezTo>
                  <a:moveTo>
                    <a:pt x="2225040" y="250508"/>
                  </a:moveTo>
                  <a:cubicBezTo>
                    <a:pt x="2138363" y="250508"/>
                    <a:pt x="2068830" y="276225"/>
                    <a:pt x="2020253" y="326708"/>
                  </a:cubicBezTo>
                  <a:cubicBezTo>
                    <a:pt x="1970723" y="377190"/>
                    <a:pt x="1946910" y="446723"/>
                    <a:pt x="1946910" y="534352"/>
                  </a:cubicBezTo>
                  <a:cubicBezTo>
                    <a:pt x="1946910" y="616268"/>
                    <a:pt x="1971675" y="682943"/>
                    <a:pt x="2019300" y="731520"/>
                  </a:cubicBezTo>
                  <a:cubicBezTo>
                    <a:pt x="2066925" y="779145"/>
                    <a:pt x="2131695" y="803910"/>
                    <a:pt x="2212658" y="803910"/>
                  </a:cubicBezTo>
                  <a:cubicBezTo>
                    <a:pt x="2297430" y="803910"/>
                    <a:pt x="2365058" y="778193"/>
                    <a:pt x="2413635" y="726758"/>
                  </a:cubicBezTo>
                  <a:cubicBezTo>
                    <a:pt x="2463165" y="675323"/>
                    <a:pt x="2486978" y="606743"/>
                    <a:pt x="2486978" y="521970"/>
                  </a:cubicBezTo>
                  <a:cubicBezTo>
                    <a:pt x="2486978" y="438150"/>
                    <a:pt x="2464117" y="371475"/>
                    <a:pt x="2417445" y="322898"/>
                  </a:cubicBezTo>
                  <a:cubicBezTo>
                    <a:pt x="2372678" y="274320"/>
                    <a:pt x="2306955" y="250508"/>
                    <a:pt x="2225040" y="250508"/>
                  </a:cubicBezTo>
                  <a:moveTo>
                    <a:pt x="2324100" y="656273"/>
                  </a:moveTo>
                  <a:cubicBezTo>
                    <a:pt x="2301240" y="685800"/>
                    <a:pt x="2265045" y="700088"/>
                    <a:pt x="2220278" y="700088"/>
                  </a:cubicBezTo>
                  <a:cubicBezTo>
                    <a:pt x="2175510" y="700088"/>
                    <a:pt x="2139315" y="685800"/>
                    <a:pt x="2113598" y="654368"/>
                  </a:cubicBezTo>
                  <a:cubicBezTo>
                    <a:pt x="2087880" y="624840"/>
                    <a:pt x="2075498" y="581977"/>
                    <a:pt x="2075498" y="527685"/>
                  </a:cubicBezTo>
                  <a:cubicBezTo>
                    <a:pt x="2075498" y="471487"/>
                    <a:pt x="2088832" y="428625"/>
                    <a:pt x="2113598" y="398145"/>
                  </a:cubicBezTo>
                  <a:cubicBezTo>
                    <a:pt x="2139315" y="367665"/>
                    <a:pt x="2174558" y="352425"/>
                    <a:pt x="2219325" y="352425"/>
                  </a:cubicBezTo>
                  <a:cubicBezTo>
                    <a:pt x="2263140" y="352425"/>
                    <a:pt x="2297430" y="366712"/>
                    <a:pt x="2322195" y="396240"/>
                  </a:cubicBezTo>
                  <a:cubicBezTo>
                    <a:pt x="2346960" y="425768"/>
                    <a:pt x="2360295" y="468630"/>
                    <a:pt x="2360295" y="524827"/>
                  </a:cubicBezTo>
                  <a:cubicBezTo>
                    <a:pt x="2358390" y="581977"/>
                    <a:pt x="2347913" y="626745"/>
                    <a:pt x="2324100" y="656273"/>
                  </a:cubicBezTo>
                  <a:moveTo>
                    <a:pt x="2763203" y="481012"/>
                  </a:moveTo>
                  <a:cubicBezTo>
                    <a:pt x="2724150" y="464820"/>
                    <a:pt x="2699385" y="452437"/>
                    <a:pt x="2687955" y="441960"/>
                  </a:cubicBezTo>
                  <a:cubicBezTo>
                    <a:pt x="2678430" y="432435"/>
                    <a:pt x="2673667" y="419100"/>
                    <a:pt x="2673667" y="401955"/>
                  </a:cubicBezTo>
                  <a:cubicBezTo>
                    <a:pt x="2673667" y="387668"/>
                    <a:pt x="2679383" y="373380"/>
                    <a:pt x="2693670" y="363855"/>
                  </a:cubicBezTo>
                  <a:cubicBezTo>
                    <a:pt x="2707958" y="354330"/>
                    <a:pt x="2724150" y="349568"/>
                    <a:pt x="2747963" y="349568"/>
                  </a:cubicBezTo>
                  <a:cubicBezTo>
                    <a:pt x="2768917" y="349568"/>
                    <a:pt x="2790825" y="353378"/>
                    <a:pt x="2811780" y="359093"/>
                  </a:cubicBezTo>
                  <a:cubicBezTo>
                    <a:pt x="2832735" y="364808"/>
                    <a:pt x="2851785" y="373380"/>
                    <a:pt x="2867025" y="384810"/>
                  </a:cubicBezTo>
                  <a:lnTo>
                    <a:pt x="2871788" y="388620"/>
                  </a:lnTo>
                  <a:lnTo>
                    <a:pt x="2871788" y="272415"/>
                  </a:lnTo>
                  <a:lnTo>
                    <a:pt x="2868930" y="271462"/>
                  </a:lnTo>
                  <a:cubicBezTo>
                    <a:pt x="2854642" y="265748"/>
                    <a:pt x="2835592" y="260033"/>
                    <a:pt x="2812733" y="255270"/>
                  </a:cubicBezTo>
                  <a:cubicBezTo>
                    <a:pt x="2789873" y="251460"/>
                    <a:pt x="2768917" y="249555"/>
                    <a:pt x="2751773" y="249555"/>
                  </a:cubicBezTo>
                  <a:cubicBezTo>
                    <a:pt x="2692717" y="249555"/>
                    <a:pt x="2644140" y="263843"/>
                    <a:pt x="2606040" y="295275"/>
                  </a:cubicBezTo>
                  <a:cubicBezTo>
                    <a:pt x="2567940" y="324803"/>
                    <a:pt x="2549842" y="364808"/>
                    <a:pt x="2549842" y="411480"/>
                  </a:cubicBezTo>
                  <a:cubicBezTo>
                    <a:pt x="2549842" y="436245"/>
                    <a:pt x="2553653" y="458152"/>
                    <a:pt x="2562225" y="476250"/>
                  </a:cubicBezTo>
                  <a:cubicBezTo>
                    <a:pt x="2570798" y="494348"/>
                    <a:pt x="2583180" y="511493"/>
                    <a:pt x="2600325" y="525780"/>
                  </a:cubicBezTo>
                  <a:cubicBezTo>
                    <a:pt x="2617470" y="539115"/>
                    <a:pt x="2642235" y="554355"/>
                    <a:pt x="2676525" y="568643"/>
                  </a:cubicBezTo>
                  <a:cubicBezTo>
                    <a:pt x="2705100" y="581025"/>
                    <a:pt x="2727008" y="590550"/>
                    <a:pt x="2740342" y="598170"/>
                  </a:cubicBezTo>
                  <a:cubicBezTo>
                    <a:pt x="2753678" y="605790"/>
                    <a:pt x="2762250" y="614363"/>
                    <a:pt x="2768917" y="621030"/>
                  </a:cubicBezTo>
                  <a:cubicBezTo>
                    <a:pt x="2773680" y="628650"/>
                    <a:pt x="2776538" y="638175"/>
                    <a:pt x="2776538" y="650558"/>
                  </a:cubicBezTo>
                  <a:cubicBezTo>
                    <a:pt x="2776538" y="685800"/>
                    <a:pt x="2749867" y="702945"/>
                    <a:pt x="2695575" y="702945"/>
                  </a:cubicBezTo>
                  <a:cubicBezTo>
                    <a:pt x="2674620" y="702945"/>
                    <a:pt x="2652713" y="699135"/>
                    <a:pt x="2626995" y="690563"/>
                  </a:cubicBezTo>
                  <a:cubicBezTo>
                    <a:pt x="2601278" y="681990"/>
                    <a:pt x="2577465" y="669608"/>
                    <a:pt x="2557463" y="655320"/>
                  </a:cubicBezTo>
                  <a:lnTo>
                    <a:pt x="2552700" y="651510"/>
                  </a:lnTo>
                  <a:lnTo>
                    <a:pt x="2552700" y="772477"/>
                  </a:lnTo>
                  <a:lnTo>
                    <a:pt x="2555558" y="773430"/>
                  </a:lnTo>
                  <a:cubicBezTo>
                    <a:pt x="2573655" y="782002"/>
                    <a:pt x="2595563" y="787718"/>
                    <a:pt x="2622233" y="794385"/>
                  </a:cubicBezTo>
                  <a:cubicBezTo>
                    <a:pt x="2648903" y="799148"/>
                    <a:pt x="2672715" y="802958"/>
                    <a:pt x="2693670" y="802958"/>
                  </a:cubicBezTo>
                  <a:cubicBezTo>
                    <a:pt x="2757488" y="802958"/>
                    <a:pt x="2809875" y="788670"/>
                    <a:pt x="2847023" y="757238"/>
                  </a:cubicBezTo>
                  <a:cubicBezTo>
                    <a:pt x="2885123" y="726758"/>
                    <a:pt x="2905125" y="687705"/>
                    <a:pt x="2905125" y="637223"/>
                  </a:cubicBezTo>
                  <a:cubicBezTo>
                    <a:pt x="2905125" y="601980"/>
                    <a:pt x="2895600" y="570548"/>
                    <a:pt x="2874645" y="546735"/>
                  </a:cubicBezTo>
                  <a:cubicBezTo>
                    <a:pt x="2847023" y="523875"/>
                    <a:pt x="2812733" y="500062"/>
                    <a:pt x="2763203" y="481012"/>
                  </a:cubicBezTo>
                  <a:moveTo>
                    <a:pt x="3231833" y="250508"/>
                  </a:moveTo>
                  <a:cubicBezTo>
                    <a:pt x="3145155" y="250508"/>
                    <a:pt x="3075623" y="276225"/>
                    <a:pt x="3027045" y="326708"/>
                  </a:cubicBezTo>
                  <a:cubicBezTo>
                    <a:pt x="2978467" y="377190"/>
                    <a:pt x="2953703" y="446723"/>
                    <a:pt x="2953703" y="534352"/>
                  </a:cubicBezTo>
                  <a:cubicBezTo>
                    <a:pt x="2953703" y="616268"/>
                    <a:pt x="2978467" y="682943"/>
                    <a:pt x="3026092" y="731520"/>
                  </a:cubicBezTo>
                  <a:cubicBezTo>
                    <a:pt x="3073717" y="779145"/>
                    <a:pt x="3138488" y="803910"/>
                    <a:pt x="3219450" y="803910"/>
                  </a:cubicBezTo>
                  <a:cubicBezTo>
                    <a:pt x="3304223" y="803910"/>
                    <a:pt x="3371850" y="778193"/>
                    <a:pt x="3420428" y="726758"/>
                  </a:cubicBezTo>
                  <a:cubicBezTo>
                    <a:pt x="3469958" y="675323"/>
                    <a:pt x="3493770" y="606743"/>
                    <a:pt x="3493770" y="521970"/>
                  </a:cubicBezTo>
                  <a:cubicBezTo>
                    <a:pt x="3493770" y="438150"/>
                    <a:pt x="3470910" y="371475"/>
                    <a:pt x="3424237" y="322898"/>
                  </a:cubicBezTo>
                  <a:cubicBezTo>
                    <a:pt x="3379470" y="274320"/>
                    <a:pt x="3313748" y="250508"/>
                    <a:pt x="3231833" y="250508"/>
                  </a:cubicBezTo>
                  <a:moveTo>
                    <a:pt x="3329940" y="656273"/>
                  </a:moveTo>
                  <a:cubicBezTo>
                    <a:pt x="3307080" y="685800"/>
                    <a:pt x="3270885" y="700088"/>
                    <a:pt x="3226117" y="700088"/>
                  </a:cubicBezTo>
                  <a:cubicBezTo>
                    <a:pt x="3180398" y="700088"/>
                    <a:pt x="3145155" y="685800"/>
                    <a:pt x="3119438" y="654368"/>
                  </a:cubicBezTo>
                  <a:cubicBezTo>
                    <a:pt x="3093720" y="624840"/>
                    <a:pt x="3081338" y="581977"/>
                    <a:pt x="3081338" y="527685"/>
                  </a:cubicBezTo>
                  <a:cubicBezTo>
                    <a:pt x="3081338" y="471487"/>
                    <a:pt x="3094673" y="428625"/>
                    <a:pt x="3119438" y="398145"/>
                  </a:cubicBezTo>
                  <a:cubicBezTo>
                    <a:pt x="3145155" y="367665"/>
                    <a:pt x="3180398" y="352425"/>
                    <a:pt x="3225165" y="352425"/>
                  </a:cubicBezTo>
                  <a:cubicBezTo>
                    <a:pt x="3268028" y="352425"/>
                    <a:pt x="3303270" y="366712"/>
                    <a:pt x="3328035" y="396240"/>
                  </a:cubicBezTo>
                  <a:cubicBezTo>
                    <a:pt x="3352800" y="425768"/>
                    <a:pt x="3366135" y="468630"/>
                    <a:pt x="3366135" y="524827"/>
                  </a:cubicBezTo>
                  <a:cubicBezTo>
                    <a:pt x="3366135" y="581977"/>
                    <a:pt x="3353753" y="626745"/>
                    <a:pt x="3329940" y="656273"/>
                  </a:cubicBezTo>
                  <a:moveTo>
                    <a:pt x="4155758" y="363855"/>
                  </a:moveTo>
                  <a:lnTo>
                    <a:pt x="4155758" y="261937"/>
                  </a:lnTo>
                  <a:lnTo>
                    <a:pt x="4030980" y="261937"/>
                  </a:lnTo>
                  <a:lnTo>
                    <a:pt x="4030980" y="105728"/>
                  </a:lnTo>
                  <a:lnTo>
                    <a:pt x="4027170" y="106680"/>
                  </a:lnTo>
                  <a:lnTo>
                    <a:pt x="3909060" y="141923"/>
                  </a:lnTo>
                  <a:lnTo>
                    <a:pt x="3906203" y="142875"/>
                  </a:lnTo>
                  <a:lnTo>
                    <a:pt x="3906203" y="261937"/>
                  </a:lnTo>
                  <a:lnTo>
                    <a:pt x="3719512" y="261937"/>
                  </a:lnTo>
                  <a:lnTo>
                    <a:pt x="3719512" y="195262"/>
                  </a:lnTo>
                  <a:cubicBezTo>
                    <a:pt x="3719512" y="164783"/>
                    <a:pt x="3727133" y="140970"/>
                    <a:pt x="3740467" y="125730"/>
                  </a:cubicBezTo>
                  <a:cubicBezTo>
                    <a:pt x="3753803" y="110490"/>
                    <a:pt x="3773805" y="102870"/>
                    <a:pt x="3798570" y="102870"/>
                  </a:cubicBezTo>
                  <a:cubicBezTo>
                    <a:pt x="3815715" y="102870"/>
                    <a:pt x="3833812" y="106680"/>
                    <a:pt x="3853815" y="115253"/>
                  </a:cubicBezTo>
                  <a:lnTo>
                    <a:pt x="3858578" y="118110"/>
                  </a:lnTo>
                  <a:lnTo>
                    <a:pt x="3858578" y="10478"/>
                  </a:lnTo>
                  <a:lnTo>
                    <a:pt x="3855720" y="9525"/>
                  </a:lnTo>
                  <a:cubicBezTo>
                    <a:pt x="3838575" y="3810"/>
                    <a:pt x="3815715" y="0"/>
                    <a:pt x="3786187" y="0"/>
                  </a:cubicBezTo>
                  <a:cubicBezTo>
                    <a:pt x="3749040" y="0"/>
                    <a:pt x="3716655" y="8572"/>
                    <a:pt x="3687128" y="22860"/>
                  </a:cubicBezTo>
                  <a:cubicBezTo>
                    <a:pt x="3657600" y="39053"/>
                    <a:pt x="3635692" y="60960"/>
                    <a:pt x="3619500" y="90488"/>
                  </a:cubicBezTo>
                  <a:cubicBezTo>
                    <a:pt x="3603308" y="119062"/>
                    <a:pt x="3594735" y="151448"/>
                    <a:pt x="3594735" y="188595"/>
                  </a:cubicBezTo>
                  <a:lnTo>
                    <a:pt x="3594735" y="261937"/>
                  </a:lnTo>
                  <a:lnTo>
                    <a:pt x="3508058" y="261937"/>
                  </a:lnTo>
                  <a:lnTo>
                    <a:pt x="3508058" y="362903"/>
                  </a:lnTo>
                  <a:lnTo>
                    <a:pt x="3594735" y="362903"/>
                  </a:lnTo>
                  <a:lnTo>
                    <a:pt x="3594735" y="789623"/>
                  </a:lnTo>
                  <a:lnTo>
                    <a:pt x="3719512" y="789623"/>
                  </a:lnTo>
                  <a:lnTo>
                    <a:pt x="3719512" y="363855"/>
                  </a:lnTo>
                  <a:lnTo>
                    <a:pt x="3906203" y="363855"/>
                  </a:lnTo>
                  <a:lnTo>
                    <a:pt x="3906203" y="635318"/>
                  </a:lnTo>
                  <a:cubicBezTo>
                    <a:pt x="3906203" y="746760"/>
                    <a:pt x="3958590" y="802958"/>
                    <a:pt x="4063365" y="802958"/>
                  </a:cubicBezTo>
                  <a:cubicBezTo>
                    <a:pt x="4080510" y="802958"/>
                    <a:pt x="4098608" y="800100"/>
                    <a:pt x="4115753" y="797243"/>
                  </a:cubicBezTo>
                  <a:cubicBezTo>
                    <a:pt x="4133850" y="793433"/>
                    <a:pt x="4147185" y="788670"/>
                    <a:pt x="4154805" y="784860"/>
                  </a:cubicBezTo>
                  <a:lnTo>
                    <a:pt x="4155758" y="783908"/>
                  </a:lnTo>
                  <a:lnTo>
                    <a:pt x="4155758" y="681990"/>
                  </a:lnTo>
                  <a:lnTo>
                    <a:pt x="4150995" y="685800"/>
                  </a:lnTo>
                  <a:cubicBezTo>
                    <a:pt x="4143375" y="690563"/>
                    <a:pt x="4136708" y="694373"/>
                    <a:pt x="4125278" y="697230"/>
                  </a:cubicBezTo>
                  <a:cubicBezTo>
                    <a:pt x="4115753" y="700088"/>
                    <a:pt x="4107180" y="701040"/>
                    <a:pt x="4100512" y="701040"/>
                  </a:cubicBezTo>
                  <a:cubicBezTo>
                    <a:pt x="4075748" y="701040"/>
                    <a:pt x="4058603" y="695325"/>
                    <a:pt x="4046220" y="681038"/>
                  </a:cubicBezTo>
                  <a:cubicBezTo>
                    <a:pt x="4034790" y="667702"/>
                    <a:pt x="4029075" y="645795"/>
                    <a:pt x="4029075" y="613410"/>
                  </a:cubicBezTo>
                  <a:lnTo>
                    <a:pt x="4029075" y="363855"/>
                  </a:lnTo>
                  <a:lnTo>
                    <a:pt x="4155758" y="363855"/>
                  </a:lnTo>
                  <a:close/>
                </a:path>
              </a:pathLst>
            </a:custGeom>
            <a:solidFill>
              <a:schemeClr val="tx2"/>
            </a:solidFill>
            <a:ln w="9525" cap="flat">
              <a:noFill/>
              <a:prstDash val="solid"/>
              <a:miter/>
            </a:ln>
          </p:spPr>
          <p:txBody>
            <a:bodyPr rtlCol="0" anchor="ctr"/>
            <a:lstStyle/>
            <a:p>
              <a:endParaRPr lang="en-US" sz="1800"/>
            </a:p>
          </p:txBody>
        </p:sp>
        <p:sp>
          <p:nvSpPr>
            <p:cNvPr id="15" name="Freeform: Shape 14">
              <a:extLst>
                <a:ext uri="{FF2B5EF4-FFF2-40B4-BE49-F238E27FC236}">
                  <a16:creationId xmlns:a16="http://schemas.microsoft.com/office/drawing/2014/main" id="{79D8DE20-1A41-4F32-A2F7-D6BD777AD318}"/>
                </a:ext>
              </a:extLst>
            </p:cNvPr>
            <p:cNvSpPr/>
            <p:nvPr/>
          </p:nvSpPr>
          <p:spPr>
            <a:xfrm>
              <a:off x="7353301" y="-1897063"/>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F25022"/>
            </a:solidFill>
            <a:ln w="9525" cap="flat">
              <a:noFill/>
              <a:prstDash val="solid"/>
              <a:miter/>
            </a:ln>
          </p:spPr>
          <p:txBody>
            <a:bodyPr rtlCol="0" anchor="ctr"/>
            <a:lstStyle/>
            <a:p>
              <a:endParaRPr lang="en-US" sz="1800"/>
            </a:p>
          </p:txBody>
        </p:sp>
        <p:sp>
          <p:nvSpPr>
            <p:cNvPr id="16" name="Freeform: Shape 15">
              <a:extLst>
                <a:ext uri="{FF2B5EF4-FFF2-40B4-BE49-F238E27FC236}">
                  <a16:creationId xmlns:a16="http://schemas.microsoft.com/office/drawing/2014/main" id="{5FA3E4C6-6EB9-4031-8A5E-9AB5F258FD63}"/>
                </a:ext>
              </a:extLst>
            </p:cNvPr>
            <p:cNvSpPr/>
            <p:nvPr/>
          </p:nvSpPr>
          <p:spPr>
            <a:xfrm>
              <a:off x="7998143" y="-1897063"/>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7FBA00"/>
            </a:solidFill>
            <a:ln w="9525" cap="flat">
              <a:noFill/>
              <a:prstDash val="solid"/>
              <a:miter/>
            </a:ln>
          </p:spPr>
          <p:txBody>
            <a:bodyPr rtlCol="0" anchor="ctr"/>
            <a:lstStyle/>
            <a:p>
              <a:endParaRPr lang="en-US" sz="1800"/>
            </a:p>
          </p:txBody>
        </p:sp>
        <p:sp>
          <p:nvSpPr>
            <p:cNvPr id="17" name="Freeform: Shape 16">
              <a:extLst>
                <a:ext uri="{FF2B5EF4-FFF2-40B4-BE49-F238E27FC236}">
                  <a16:creationId xmlns:a16="http://schemas.microsoft.com/office/drawing/2014/main" id="{1C814088-BEA7-4D58-BEA6-545A939CB1F2}"/>
                </a:ext>
              </a:extLst>
            </p:cNvPr>
            <p:cNvSpPr/>
            <p:nvPr/>
          </p:nvSpPr>
          <p:spPr>
            <a:xfrm>
              <a:off x="7353301" y="-1252221"/>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00A4EF"/>
            </a:solidFill>
            <a:ln w="9525" cap="flat">
              <a:noFill/>
              <a:prstDash val="solid"/>
              <a:miter/>
            </a:ln>
          </p:spPr>
          <p:txBody>
            <a:bodyPr rtlCol="0" anchor="ctr"/>
            <a:lstStyle/>
            <a:p>
              <a:endParaRPr lang="en-US" sz="1800"/>
            </a:p>
          </p:txBody>
        </p:sp>
        <p:sp>
          <p:nvSpPr>
            <p:cNvPr id="18" name="Freeform: Shape 17">
              <a:extLst>
                <a:ext uri="{FF2B5EF4-FFF2-40B4-BE49-F238E27FC236}">
                  <a16:creationId xmlns:a16="http://schemas.microsoft.com/office/drawing/2014/main" id="{0FCD5A5B-9703-4A12-A4FA-54B47108EFD1}"/>
                </a:ext>
              </a:extLst>
            </p:cNvPr>
            <p:cNvSpPr/>
            <p:nvPr/>
          </p:nvSpPr>
          <p:spPr>
            <a:xfrm>
              <a:off x="7998143" y="-1252221"/>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FFB900"/>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2298473036"/>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ypography Title White">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53823" y="1122366"/>
            <a:ext cx="6827265" cy="2576513"/>
          </a:xfrm>
        </p:spPr>
        <p:txBody>
          <a:bodyPr rIns="0" anchor="b"/>
          <a:lstStyle>
            <a:lvl1pPr algn="r">
              <a:defRPr sz="5996">
                <a:solidFill>
                  <a:schemeClr val="tx1"/>
                </a:solidFill>
              </a:defRPr>
            </a:lvl1pPr>
          </a:lstStyle>
          <a:p>
            <a:r>
              <a:rPr lang="en-US"/>
              <a:t>Click to edit Master title style</a:t>
            </a:r>
          </a:p>
        </p:txBody>
      </p:sp>
      <p:sp>
        <p:nvSpPr>
          <p:cNvPr id="3" name="Subtitle 2"/>
          <p:cNvSpPr>
            <a:spLocks noGrp="1"/>
          </p:cNvSpPr>
          <p:nvPr>
            <p:ph type="subTitle" idx="1"/>
          </p:nvPr>
        </p:nvSpPr>
        <p:spPr>
          <a:xfrm>
            <a:off x="553823" y="3698876"/>
            <a:ext cx="6827265" cy="1558924"/>
          </a:xfrm>
        </p:spPr>
        <p:txBody>
          <a:bodyPr/>
          <a:lstStyle>
            <a:lvl1pPr marL="0" indent="0" algn="r">
              <a:lnSpc>
                <a:spcPct val="100000"/>
              </a:lnSpc>
              <a:buNone/>
              <a:defRPr sz="2394">
                <a:solidFill>
                  <a:schemeClr val="accent1"/>
                </a:solidFill>
              </a:defRPr>
            </a:lvl1pPr>
            <a:lvl2pPr marL="455883" indent="0" algn="ctr">
              <a:buNone/>
              <a:defRPr sz="1995"/>
            </a:lvl2pPr>
            <a:lvl3pPr marL="911764" indent="0" algn="ctr">
              <a:buNone/>
              <a:defRPr sz="1795"/>
            </a:lvl3pPr>
            <a:lvl4pPr marL="1367646" indent="0" algn="ctr">
              <a:buNone/>
              <a:defRPr sz="1596"/>
            </a:lvl4pPr>
            <a:lvl5pPr marL="1823528" indent="0" algn="ctr">
              <a:buNone/>
              <a:defRPr sz="1596"/>
            </a:lvl5pPr>
            <a:lvl6pPr marL="2279409" indent="0" algn="ctr">
              <a:buNone/>
              <a:defRPr sz="1596"/>
            </a:lvl6pPr>
            <a:lvl7pPr marL="2735291" indent="0" algn="ctr">
              <a:buNone/>
              <a:defRPr sz="1596"/>
            </a:lvl7pPr>
            <a:lvl8pPr marL="3191174" indent="0" algn="ctr">
              <a:buNone/>
              <a:defRPr sz="1596"/>
            </a:lvl8pPr>
            <a:lvl9pPr marL="3647054" indent="0" algn="ctr">
              <a:buNone/>
              <a:defRPr sz="1596"/>
            </a:lvl9pPr>
          </a:lstStyle>
          <a:p>
            <a:r>
              <a:rPr lang="en-US"/>
              <a:t>Click to edit Master subtitle style</a:t>
            </a:r>
          </a:p>
        </p:txBody>
      </p:sp>
      <p:sp>
        <p:nvSpPr>
          <p:cNvPr id="9" name="Text Placeholder 8">
            <a:extLst>
              <a:ext uri="{FF2B5EF4-FFF2-40B4-BE49-F238E27FC236}">
                <a16:creationId xmlns:a16="http://schemas.microsoft.com/office/drawing/2014/main" id="{39E3574D-8ABD-40DE-BC1F-304019D0DB57}"/>
              </a:ext>
            </a:extLst>
          </p:cNvPr>
          <p:cNvSpPr>
            <a:spLocks noGrp="1"/>
          </p:cNvSpPr>
          <p:nvPr>
            <p:ph type="body" sz="quarter" idx="10"/>
          </p:nvPr>
        </p:nvSpPr>
        <p:spPr>
          <a:xfrm>
            <a:off x="7486120" y="1122366"/>
            <a:ext cx="4158426" cy="4135437"/>
          </a:xfrm>
        </p:spPr>
        <p:txBody>
          <a:bodyPr rIns="0" anchor="ctr"/>
          <a:lstStyle>
            <a:lvl1pPr marL="0" indent="0" algn="l">
              <a:buNone/>
              <a:defRPr>
                <a:solidFill>
                  <a:schemeClr val="accent3"/>
                </a:solidFill>
                <a:latin typeface="+mj-lt"/>
              </a:defRPr>
            </a:lvl1pPr>
            <a:lvl2pPr marL="455883" indent="0">
              <a:buNone/>
              <a:defRPr/>
            </a:lvl2pPr>
            <a:lvl3pPr marL="911764" indent="0">
              <a:buNone/>
              <a:defRPr/>
            </a:lvl3pPr>
            <a:lvl4pPr marL="1367646" indent="0">
              <a:buNone/>
              <a:defRPr/>
            </a:lvl4pPr>
            <a:lvl5pPr marL="1823528" indent="0">
              <a:buNone/>
              <a:defRPr/>
            </a:lvl5pPr>
          </a:lstStyle>
          <a:p>
            <a:pPr lvl="0"/>
            <a:r>
              <a:rPr lang="en-US"/>
              <a:t>Edit Master text styles</a:t>
            </a:r>
          </a:p>
        </p:txBody>
      </p:sp>
      <p:cxnSp>
        <p:nvCxnSpPr>
          <p:cNvPr id="12" name="Straight Connector 11">
            <a:extLst>
              <a:ext uri="{FF2B5EF4-FFF2-40B4-BE49-F238E27FC236}">
                <a16:creationId xmlns:a16="http://schemas.microsoft.com/office/drawing/2014/main" id="{0EBF2AC0-642B-498C-BF06-9B26C0A37A90}"/>
              </a:ext>
            </a:extLst>
          </p:cNvPr>
          <p:cNvCxnSpPr/>
          <p:nvPr userDrawn="1"/>
        </p:nvCxnSpPr>
        <p:spPr>
          <a:xfrm>
            <a:off x="7486120" y="1379541"/>
            <a:ext cx="0" cy="362108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985FEDB6-AE1B-4A26-A3DA-CCF9A9D4731D}"/>
              </a:ext>
            </a:extLst>
          </p:cNvPr>
          <p:cNvGrpSpPr/>
          <p:nvPr userDrawn="1"/>
        </p:nvGrpSpPr>
        <p:grpSpPr>
          <a:xfrm>
            <a:off x="553823" y="547295"/>
            <a:ext cx="1554197" cy="330567"/>
            <a:chOff x="7353301" y="-1897063"/>
            <a:chExt cx="5749290" cy="1225867"/>
          </a:xfrm>
        </p:grpSpPr>
        <p:sp>
          <p:nvSpPr>
            <p:cNvPr id="10" name="Freeform: Shape 9">
              <a:extLst>
                <a:ext uri="{FF2B5EF4-FFF2-40B4-BE49-F238E27FC236}">
                  <a16:creationId xmlns:a16="http://schemas.microsoft.com/office/drawing/2014/main" id="{009D12FA-0F93-4FF8-AB34-E1592DCD290E}"/>
                </a:ext>
              </a:extLst>
            </p:cNvPr>
            <p:cNvSpPr/>
            <p:nvPr/>
          </p:nvSpPr>
          <p:spPr>
            <a:xfrm>
              <a:off x="8949691" y="-1705610"/>
              <a:ext cx="4152900" cy="800100"/>
            </a:xfrm>
            <a:custGeom>
              <a:avLst/>
              <a:gdLst>
                <a:gd name="connsiteX0" fmla="*/ 434340 w 4152900"/>
                <a:gd name="connsiteY0" fmla="*/ 516255 h 800100"/>
                <a:gd name="connsiteX1" fmla="*/ 400050 w 4152900"/>
                <a:gd name="connsiteY1" fmla="*/ 613410 h 800100"/>
                <a:gd name="connsiteX2" fmla="*/ 397192 w 4152900"/>
                <a:gd name="connsiteY2" fmla="*/ 613410 h 800100"/>
                <a:gd name="connsiteX3" fmla="*/ 363855 w 4152900"/>
                <a:gd name="connsiteY3" fmla="*/ 518160 h 800100"/>
                <a:gd name="connsiteX4" fmla="*/ 180022 w 4152900"/>
                <a:gd name="connsiteY4" fmla="*/ 56197 h 800100"/>
                <a:gd name="connsiteX5" fmla="*/ 0 w 4152900"/>
                <a:gd name="connsiteY5" fmla="*/ 56197 h 800100"/>
                <a:gd name="connsiteX6" fmla="*/ 0 w 4152900"/>
                <a:gd name="connsiteY6" fmla="*/ 792480 h 800100"/>
                <a:gd name="connsiteX7" fmla="*/ 119063 w 4152900"/>
                <a:gd name="connsiteY7" fmla="*/ 792480 h 800100"/>
                <a:gd name="connsiteX8" fmla="*/ 119063 w 4152900"/>
                <a:gd name="connsiteY8" fmla="*/ 338137 h 800100"/>
                <a:gd name="connsiteX9" fmla="*/ 118110 w 4152900"/>
                <a:gd name="connsiteY9" fmla="*/ 237173 h 800100"/>
                <a:gd name="connsiteX10" fmla="*/ 114300 w 4152900"/>
                <a:gd name="connsiteY10" fmla="*/ 190500 h 800100"/>
                <a:gd name="connsiteX11" fmla="*/ 117157 w 4152900"/>
                <a:gd name="connsiteY11" fmla="*/ 190500 h 800100"/>
                <a:gd name="connsiteX12" fmla="*/ 134302 w 4152900"/>
                <a:gd name="connsiteY12" fmla="*/ 253365 h 800100"/>
                <a:gd name="connsiteX13" fmla="*/ 355282 w 4152900"/>
                <a:gd name="connsiteY13" fmla="*/ 790575 h 800100"/>
                <a:gd name="connsiteX14" fmla="*/ 439102 w 4152900"/>
                <a:gd name="connsiteY14" fmla="*/ 790575 h 800100"/>
                <a:gd name="connsiteX15" fmla="*/ 658177 w 4152900"/>
                <a:gd name="connsiteY15" fmla="*/ 248603 h 800100"/>
                <a:gd name="connsiteX16" fmla="*/ 672465 w 4152900"/>
                <a:gd name="connsiteY16" fmla="*/ 190500 h 800100"/>
                <a:gd name="connsiteX17" fmla="*/ 675322 w 4152900"/>
                <a:gd name="connsiteY17" fmla="*/ 190500 h 800100"/>
                <a:gd name="connsiteX18" fmla="*/ 669607 w 4152900"/>
                <a:gd name="connsiteY18" fmla="*/ 322898 h 800100"/>
                <a:gd name="connsiteX19" fmla="*/ 669607 w 4152900"/>
                <a:gd name="connsiteY19" fmla="*/ 789623 h 800100"/>
                <a:gd name="connsiteX20" fmla="*/ 796290 w 4152900"/>
                <a:gd name="connsiteY20" fmla="*/ 789623 h 800100"/>
                <a:gd name="connsiteX21" fmla="*/ 796290 w 4152900"/>
                <a:gd name="connsiteY21" fmla="*/ 54292 h 800100"/>
                <a:gd name="connsiteX22" fmla="*/ 622935 w 4152900"/>
                <a:gd name="connsiteY22" fmla="*/ 54292 h 800100"/>
                <a:gd name="connsiteX23" fmla="*/ 434340 w 4152900"/>
                <a:gd name="connsiteY23" fmla="*/ 516255 h 800100"/>
                <a:gd name="connsiteX24" fmla="*/ 916305 w 4152900"/>
                <a:gd name="connsiteY24" fmla="*/ 261937 h 800100"/>
                <a:gd name="connsiteX25" fmla="*/ 1040130 w 4152900"/>
                <a:gd name="connsiteY25" fmla="*/ 261937 h 800100"/>
                <a:gd name="connsiteX26" fmla="*/ 1040130 w 4152900"/>
                <a:gd name="connsiteY26" fmla="*/ 789623 h 800100"/>
                <a:gd name="connsiteX27" fmla="*/ 916305 w 4152900"/>
                <a:gd name="connsiteY27" fmla="*/ 789623 h 800100"/>
                <a:gd name="connsiteX28" fmla="*/ 979170 w 4152900"/>
                <a:gd name="connsiteY28" fmla="*/ 39053 h 800100"/>
                <a:gd name="connsiteX29" fmla="*/ 926782 w 4152900"/>
                <a:gd name="connsiteY29" fmla="*/ 60007 h 800100"/>
                <a:gd name="connsiteX30" fmla="*/ 904875 w 4152900"/>
                <a:gd name="connsiteY30" fmla="*/ 111442 h 800100"/>
                <a:gd name="connsiteX31" fmla="*/ 926782 w 4152900"/>
                <a:gd name="connsiteY31" fmla="*/ 161925 h 800100"/>
                <a:gd name="connsiteX32" fmla="*/ 979170 w 4152900"/>
                <a:gd name="connsiteY32" fmla="*/ 181928 h 800100"/>
                <a:gd name="connsiteX33" fmla="*/ 1031557 w 4152900"/>
                <a:gd name="connsiteY33" fmla="*/ 161925 h 800100"/>
                <a:gd name="connsiteX34" fmla="*/ 1053465 w 4152900"/>
                <a:gd name="connsiteY34" fmla="*/ 111442 h 800100"/>
                <a:gd name="connsiteX35" fmla="*/ 1031557 w 4152900"/>
                <a:gd name="connsiteY35" fmla="*/ 60007 h 800100"/>
                <a:gd name="connsiteX36" fmla="*/ 979170 w 4152900"/>
                <a:gd name="connsiteY36" fmla="*/ 39053 h 800100"/>
                <a:gd name="connsiteX37" fmla="*/ 1479232 w 4152900"/>
                <a:gd name="connsiteY37" fmla="*/ 257175 h 800100"/>
                <a:gd name="connsiteX38" fmla="*/ 1409700 w 4152900"/>
                <a:gd name="connsiteY38" fmla="*/ 249555 h 800100"/>
                <a:gd name="connsiteX39" fmla="*/ 1259205 w 4152900"/>
                <a:gd name="connsiteY39" fmla="*/ 286703 h 800100"/>
                <a:gd name="connsiteX40" fmla="*/ 1160145 w 4152900"/>
                <a:gd name="connsiteY40" fmla="*/ 388620 h 800100"/>
                <a:gd name="connsiteX41" fmla="*/ 1125855 w 4152900"/>
                <a:gd name="connsiteY41" fmla="*/ 541020 h 800100"/>
                <a:gd name="connsiteX42" fmla="*/ 1159192 w 4152900"/>
                <a:gd name="connsiteY42" fmla="*/ 677227 h 800100"/>
                <a:gd name="connsiteX43" fmla="*/ 1252538 w 4152900"/>
                <a:gd name="connsiteY43" fmla="*/ 771525 h 800100"/>
                <a:gd name="connsiteX44" fmla="*/ 1388745 w 4152900"/>
                <a:gd name="connsiteY44" fmla="*/ 804863 h 800100"/>
                <a:gd name="connsiteX45" fmla="*/ 1538288 w 4152900"/>
                <a:gd name="connsiteY45" fmla="*/ 769620 h 800100"/>
                <a:gd name="connsiteX46" fmla="*/ 1539240 w 4152900"/>
                <a:gd name="connsiteY46" fmla="*/ 768668 h 800100"/>
                <a:gd name="connsiteX47" fmla="*/ 1539240 w 4152900"/>
                <a:gd name="connsiteY47" fmla="*/ 654368 h 800100"/>
                <a:gd name="connsiteX48" fmla="*/ 1534478 w 4152900"/>
                <a:gd name="connsiteY48" fmla="*/ 658177 h 800100"/>
                <a:gd name="connsiteX49" fmla="*/ 1474470 w 4152900"/>
                <a:gd name="connsiteY49" fmla="*/ 689610 h 800100"/>
                <a:gd name="connsiteX50" fmla="*/ 1415415 w 4152900"/>
                <a:gd name="connsiteY50" fmla="*/ 701040 h 800100"/>
                <a:gd name="connsiteX51" fmla="*/ 1299210 w 4152900"/>
                <a:gd name="connsiteY51" fmla="*/ 655320 h 800100"/>
                <a:gd name="connsiteX52" fmla="*/ 1256348 w 4152900"/>
                <a:gd name="connsiteY52" fmla="*/ 530543 h 800100"/>
                <a:gd name="connsiteX53" fmla="*/ 1300163 w 4152900"/>
                <a:gd name="connsiteY53" fmla="*/ 401955 h 800100"/>
                <a:gd name="connsiteX54" fmla="*/ 1416367 w 4152900"/>
                <a:gd name="connsiteY54" fmla="*/ 354330 h 800100"/>
                <a:gd name="connsiteX55" fmla="*/ 1534478 w 4152900"/>
                <a:gd name="connsiteY55" fmla="*/ 394335 h 800100"/>
                <a:gd name="connsiteX56" fmla="*/ 1539240 w 4152900"/>
                <a:gd name="connsiteY56" fmla="*/ 398145 h 800100"/>
                <a:gd name="connsiteX57" fmla="*/ 1539240 w 4152900"/>
                <a:gd name="connsiteY57" fmla="*/ 277178 h 800100"/>
                <a:gd name="connsiteX58" fmla="*/ 1538288 w 4152900"/>
                <a:gd name="connsiteY58" fmla="*/ 276225 h 800100"/>
                <a:gd name="connsiteX59" fmla="*/ 1479232 w 4152900"/>
                <a:gd name="connsiteY59" fmla="*/ 257175 h 800100"/>
                <a:gd name="connsiteX60" fmla="*/ 1887855 w 4152900"/>
                <a:gd name="connsiteY60" fmla="*/ 253365 h 800100"/>
                <a:gd name="connsiteX61" fmla="*/ 1804035 w 4152900"/>
                <a:gd name="connsiteY61" fmla="*/ 282893 h 800100"/>
                <a:gd name="connsiteX62" fmla="*/ 1756410 w 4152900"/>
                <a:gd name="connsiteY62" fmla="*/ 354330 h 800100"/>
                <a:gd name="connsiteX63" fmla="*/ 1755457 w 4152900"/>
                <a:gd name="connsiteY63" fmla="*/ 354330 h 800100"/>
                <a:gd name="connsiteX64" fmla="*/ 1755457 w 4152900"/>
                <a:gd name="connsiteY64" fmla="*/ 261937 h 800100"/>
                <a:gd name="connsiteX65" fmla="*/ 1631632 w 4152900"/>
                <a:gd name="connsiteY65" fmla="*/ 261937 h 800100"/>
                <a:gd name="connsiteX66" fmla="*/ 1631632 w 4152900"/>
                <a:gd name="connsiteY66" fmla="*/ 789623 h 800100"/>
                <a:gd name="connsiteX67" fmla="*/ 1755457 w 4152900"/>
                <a:gd name="connsiteY67" fmla="*/ 789623 h 800100"/>
                <a:gd name="connsiteX68" fmla="*/ 1755457 w 4152900"/>
                <a:gd name="connsiteY68" fmla="*/ 520065 h 800100"/>
                <a:gd name="connsiteX69" fmla="*/ 1785938 w 4152900"/>
                <a:gd name="connsiteY69" fmla="*/ 408623 h 800100"/>
                <a:gd name="connsiteX70" fmla="*/ 1865948 w 4152900"/>
                <a:gd name="connsiteY70" fmla="*/ 365760 h 800100"/>
                <a:gd name="connsiteX71" fmla="*/ 1903095 w 4152900"/>
                <a:gd name="connsiteY71" fmla="*/ 370523 h 800100"/>
                <a:gd name="connsiteX72" fmla="*/ 1932623 w 4152900"/>
                <a:gd name="connsiteY72" fmla="*/ 382905 h 800100"/>
                <a:gd name="connsiteX73" fmla="*/ 1937385 w 4152900"/>
                <a:gd name="connsiteY73" fmla="*/ 386715 h 800100"/>
                <a:gd name="connsiteX74" fmla="*/ 1937385 w 4152900"/>
                <a:gd name="connsiteY74" fmla="*/ 262890 h 800100"/>
                <a:gd name="connsiteX75" fmla="*/ 1934528 w 4152900"/>
                <a:gd name="connsiteY75" fmla="*/ 261937 h 800100"/>
                <a:gd name="connsiteX76" fmla="*/ 1887855 w 4152900"/>
                <a:gd name="connsiteY76" fmla="*/ 253365 h 800100"/>
                <a:gd name="connsiteX77" fmla="*/ 2225040 w 4152900"/>
                <a:gd name="connsiteY77" fmla="*/ 250508 h 800100"/>
                <a:gd name="connsiteX78" fmla="*/ 2020253 w 4152900"/>
                <a:gd name="connsiteY78" fmla="*/ 326708 h 800100"/>
                <a:gd name="connsiteX79" fmla="*/ 1946910 w 4152900"/>
                <a:gd name="connsiteY79" fmla="*/ 534352 h 800100"/>
                <a:gd name="connsiteX80" fmla="*/ 2019300 w 4152900"/>
                <a:gd name="connsiteY80" fmla="*/ 731520 h 800100"/>
                <a:gd name="connsiteX81" fmla="*/ 2212658 w 4152900"/>
                <a:gd name="connsiteY81" fmla="*/ 803910 h 800100"/>
                <a:gd name="connsiteX82" fmla="*/ 2413635 w 4152900"/>
                <a:gd name="connsiteY82" fmla="*/ 726758 h 800100"/>
                <a:gd name="connsiteX83" fmla="*/ 2486978 w 4152900"/>
                <a:gd name="connsiteY83" fmla="*/ 521970 h 800100"/>
                <a:gd name="connsiteX84" fmla="*/ 2417445 w 4152900"/>
                <a:gd name="connsiteY84" fmla="*/ 322898 h 800100"/>
                <a:gd name="connsiteX85" fmla="*/ 2225040 w 4152900"/>
                <a:gd name="connsiteY85" fmla="*/ 250508 h 800100"/>
                <a:gd name="connsiteX86" fmla="*/ 2324100 w 4152900"/>
                <a:gd name="connsiteY86" fmla="*/ 656273 h 800100"/>
                <a:gd name="connsiteX87" fmla="*/ 2220278 w 4152900"/>
                <a:gd name="connsiteY87" fmla="*/ 700088 h 800100"/>
                <a:gd name="connsiteX88" fmla="*/ 2113598 w 4152900"/>
                <a:gd name="connsiteY88" fmla="*/ 654368 h 800100"/>
                <a:gd name="connsiteX89" fmla="*/ 2075498 w 4152900"/>
                <a:gd name="connsiteY89" fmla="*/ 527685 h 800100"/>
                <a:gd name="connsiteX90" fmla="*/ 2113598 w 4152900"/>
                <a:gd name="connsiteY90" fmla="*/ 398145 h 800100"/>
                <a:gd name="connsiteX91" fmla="*/ 2219325 w 4152900"/>
                <a:gd name="connsiteY91" fmla="*/ 352425 h 800100"/>
                <a:gd name="connsiteX92" fmla="*/ 2322195 w 4152900"/>
                <a:gd name="connsiteY92" fmla="*/ 396240 h 800100"/>
                <a:gd name="connsiteX93" fmla="*/ 2360295 w 4152900"/>
                <a:gd name="connsiteY93" fmla="*/ 524827 h 800100"/>
                <a:gd name="connsiteX94" fmla="*/ 2324100 w 4152900"/>
                <a:gd name="connsiteY94" fmla="*/ 656273 h 800100"/>
                <a:gd name="connsiteX95" fmla="*/ 2763203 w 4152900"/>
                <a:gd name="connsiteY95" fmla="*/ 481012 h 800100"/>
                <a:gd name="connsiteX96" fmla="*/ 2687955 w 4152900"/>
                <a:gd name="connsiteY96" fmla="*/ 441960 h 800100"/>
                <a:gd name="connsiteX97" fmla="*/ 2673667 w 4152900"/>
                <a:gd name="connsiteY97" fmla="*/ 401955 h 800100"/>
                <a:gd name="connsiteX98" fmla="*/ 2693670 w 4152900"/>
                <a:gd name="connsiteY98" fmla="*/ 363855 h 800100"/>
                <a:gd name="connsiteX99" fmla="*/ 2747963 w 4152900"/>
                <a:gd name="connsiteY99" fmla="*/ 349568 h 800100"/>
                <a:gd name="connsiteX100" fmla="*/ 2811780 w 4152900"/>
                <a:gd name="connsiteY100" fmla="*/ 359093 h 800100"/>
                <a:gd name="connsiteX101" fmla="*/ 2867025 w 4152900"/>
                <a:gd name="connsiteY101" fmla="*/ 384810 h 800100"/>
                <a:gd name="connsiteX102" fmla="*/ 2871788 w 4152900"/>
                <a:gd name="connsiteY102" fmla="*/ 388620 h 800100"/>
                <a:gd name="connsiteX103" fmla="*/ 2871788 w 4152900"/>
                <a:gd name="connsiteY103" fmla="*/ 272415 h 800100"/>
                <a:gd name="connsiteX104" fmla="*/ 2868930 w 4152900"/>
                <a:gd name="connsiteY104" fmla="*/ 271462 h 800100"/>
                <a:gd name="connsiteX105" fmla="*/ 2812733 w 4152900"/>
                <a:gd name="connsiteY105" fmla="*/ 255270 h 800100"/>
                <a:gd name="connsiteX106" fmla="*/ 2751773 w 4152900"/>
                <a:gd name="connsiteY106" fmla="*/ 249555 h 800100"/>
                <a:gd name="connsiteX107" fmla="*/ 2606040 w 4152900"/>
                <a:gd name="connsiteY107" fmla="*/ 295275 h 800100"/>
                <a:gd name="connsiteX108" fmla="*/ 2549842 w 4152900"/>
                <a:gd name="connsiteY108" fmla="*/ 411480 h 800100"/>
                <a:gd name="connsiteX109" fmla="*/ 2562225 w 4152900"/>
                <a:gd name="connsiteY109" fmla="*/ 476250 h 800100"/>
                <a:gd name="connsiteX110" fmla="*/ 2600325 w 4152900"/>
                <a:gd name="connsiteY110" fmla="*/ 525780 h 800100"/>
                <a:gd name="connsiteX111" fmla="*/ 2676525 w 4152900"/>
                <a:gd name="connsiteY111" fmla="*/ 568643 h 800100"/>
                <a:gd name="connsiteX112" fmla="*/ 2740342 w 4152900"/>
                <a:gd name="connsiteY112" fmla="*/ 598170 h 800100"/>
                <a:gd name="connsiteX113" fmla="*/ 2768917 w 4152900"/>
                <a:gd name="connsiteY113" fmla="*/ 621030 h 800100"/>
                <a:gd name="connsiteX114" fmla="*/ 2776538 w 4152900"/>
                <a:gd name="connsiteY114" fmla="*/ 650558 h 800100"/>
                <a:gd name="connsiteX115" fmla="*/ 2695575 w 4152900"/>
                <a:gd name="connsiteY115" fmla="*/ 702945 h 800100"/>
                <a:gd name="connsiteX116" fmla="*/ 2626995 w 4152900"/>
                <a:gd name="connsiteY116" fmla="*/ 690563 h 800100"/>
                <a:gd name="connsiteX117" fmla="*/ 2557463 w 4152900"/>
                <a:gd name="connsiteY117" fmla="*/ 655320 h 800100"/>
                <a:gd name="connsiteX118" fmla="*/ 2552700 w 4152900"/>
                <a:gd name="connsiteY118" fmla="*/ 651510 h 800100"/>
                <a:gd name="connsiteX119" fmla="*/ 2552700 w 4152900"/>
                <a:gd name="connsiteY119" fmla="*/ 772477 h 800100"/>
                <a:gd name="connsiteX120" fmla="*/ 2555558 w 4152900"/>
                <a:gd name="connsiteY120" fmla="*/ 773430 h 800100"/>
                <a:gd name="connsiteX121" fmla="*/ 2622233 w 4152900"/>
                <a:gd name="connsiteY121" fmla="*/ 794385 h 800100"/>
                <a:gd name="connsiteX122" fmla="*/ 2693670 w 4152900"/>
                <a:gd name="connsiteY122" fmla="*/ 802958 h 800100"/>
                <a:gd name="connsiteX123" fmla="*/ 2847023 w 4152900"/>
                <a:gd name="connsiteY123" fmla="*/ 757238 h 800100"/>
                <a:gd name="connsiteX124" fmla="*/ 2905125 w 4152900"/>
                <a:gd name="connsiteY124" fmla="*/ 637223 h 800100"/>
                <a:gd name="connsiteX125" fmla="*/ 2874645 w 4152900"/>
                <a:gd name="connsiteY125" fmla="*/ 546735 h 800100"/>
                <a:gd name="connsiteX126" fmla="*/ 2763203 w 4152900"/>
                <a:gd name="connsiteY126" fmla="*/ 481012 h 800100"/>
                <a:gd name="connsiteX127" fmla="*/ 3231833 w 4152900"/>
                <a:gd name="connsiteY127" fmla="*/ 250508 h 800100"/>
                <a:gd name="connsiteX128" fmla="*/ 3027045 w 4152900"/>
                <a:gd name="connsiteY128" fmla="*/ 326708 h 800100"/>
                <a:gd name="connsiteX129" fmla="*/ 2953703 w 4152900"/>
                <a:gd name="connsiteY129" fmla="*/ 534352 h 800100"/>
                <a:gd name="connsiteX130" fmla="*/ 3026092 w 4152900"/>
                <a:gd name="connsiteY130" fmla="*/ 731520 h 800100"/>
                <a:gd name="connsiteX131" fmla="*/ 3219450 w 4152900"/>
                <a:gd name="connsiteY131" fmla="*/ 803910 h 800100"/>
                <a:gd name="connsiteX132" fmla="*/ 3420428 w 4152900"/>
                <a:gd name="connsiteY132" fmla="*/ 726758 h 800100"/>
                <a:gd name="connsiteX133" fmla="*/ 3493770 w 4152900"/>
                <a:gd name="connsiteY133" fmla="*/ 521970 h 800100"/>
                <a:gd name="connsiteX134" fmla="*/ 3424237 w 4152900"/>
                <a:gd name="connsiteY134" fmla="*/ 322898 h 800100"/>
                <a:gd name="connsiteX135" fmla="*/ 3231833 w 4152900"/>
                <a:gd name="connsiteY135" fmla="*/ 250508 h 800100"/>
                <a:gd name="connsiteX136" fmla="*/ 3329940 w 4152900"/>
                <a:gd name="connsiteY136" fmla="*/ 656273 h 800100"/>
                <a:gd name="connsiteX137" fmla="*/ 3226117 w 4152900"/>
                <a:gd name="connsiteY137" fmla="*/ 700088 h 800100"/>
                <a:gd name="connsiteX138" fmla="*/ 3119438 w 4152900"/>
                <a:gd name="connsiteY138" fmla="*/ 654368 h 800100"/>
                <a:gd name="connsiteX139" fmla="*/ 3081338 w 4152900"/>
                <a:gd name="connsiteY139" fmla="*/ 527685 h 800100"/>
                <a:gd name="connsiteX140" fmla="*/ 3119438 w 4152900"/>
                <a:gd name="connsiteY140" fmla="*/ 398145 h 800100"/>
                <a:gd name="connsiteX141" fmla="*/ 3225165 w 4152900"/>
                <a:gd name="connsiteY141" fmla="*/ 352425 h 800100"/>
                <a:gd name="connsiteX142" fmla="*/ 3328035 w 4152900"/>
                <a:gd name="connsiteY142" fmla="*/ 396240 h 800100"/>
                <a:gd name="connsiteX143" fmla="*/ 3366135 w 4152900"/>
                <a:gd name="connsiteY143" fmla="*/ 524827 h 800100"/>
                <a:gd name="connsiteX144" fmla="*/ 3329940 w 4152900"/>
                <a:gd name="connsiteY144" fmla="*/ 656273 h 800100"/>
                <a:gd name="connsiteX145" fmla="*/ 4155758 w 4152900"/>
                <a:gd name="connsiteY145" fmla="*/ 363855 h 800100"/>
                <a:gd name="connsiteX146" fmla="*/ 4155758 w 4152900"/>
                <a:gd name="connsiteY146" fmla="*/ 261937 h 800100"/>
                <a:gd name="connsiteX147" fmla="*/ 4030980 w 4152900"/>
                <a:gd name="connsiteY147" fmla="*/ 261937 h 800100"/>
                <a:gd name="connsiteX148" fmla="*/ 4030980 w 4152900"/>
                <a:gd name="connsiteY148" fmla="*/ 105728 h 800100"/>
                <a:gd name="connsiteX149" fmla="*/ 4027170 w 4152900"/>
                <a:gd name="connsiteY149" fmla="*/ 106680 h 800100"/>
                <a:gd name="connsiteX150" fmla="*/ 3909060 w 4152900"/>
                <a:gd name="connsiteY150" fmla="*/ 141923 h 800100"/>
                <a:gd name="connsiteX151" fmla="*/ 3906203 w 4152900"/>
                <a:gd name="connsiteY151" fmla="*/ 142875 h 800100"/>
                <a:gd name="connsiteX152" fmla="*/ 3906203 w 4152900"/>
                <a:gd name="connsiteY152" fmla="*/ 261937 h 800100"/>
                <a:gd name="connsiteX153" fmla="*/ 3719512 w 4152900"/>
                <a:gd name="connsiteY153" fmla="*/ 261937 h 800100"/>
                <a:gd name="connsiteX154" fmla="*/ 3719512 w 4152900"/>
                <a:gd name="connsiteY154" fmla="*/ 195262 h 800100"/>
                <a:gd name="connsiteX155" fmla="*/ 3740467 w 4152900"/>
                <a:gd name="connsiteY155" fmla="*/ 125730 h 800100"/>
                <a:gd name="connsiteX156" fmla="*/ 3798570 w 4152900"/>
                <a:gd name="connsiteY156" fmla="*/ 102870 h 800100"/>
                <a:gd name="connsiteX157" fmla="*/ 3853815 w 4152900"/>
                <a:gd name="connsiteY157" fmla="*/ 115253 h 800100"/>
                <a:gd name="connsiteX158" fmla="*/ 3858578 w 4152900"/>
                <a:gd name="connsiteY158" fmla="*/ 118110 h 800100"/>
                <a:gd name="connsiteX159" fmla="*/ 3858578 w 4152900"/>
                <a:gd name="connsiteY159" fmla="*/ 10478 h 800100"/>
                <a:gd name="connsiteX160" fmla="*/ 3855720 w 4152900"/>
                <a:gd name="connsiteY160" fmla="*/ 9525 h 800100"/>
                <a:gd name="connsiteX161" fmla="*/ 3786187 w 4152900"/>
                <a:gd name="connsiteY161" fmla="*/ 0 h 800100"/>
                <a:gd name="connsiteX162" fmla="*/ 3687128 w 4152900"/>
                <a:gd name="connsiteY162" fmla="*/ 22860 h 800100"/>
                <a:gd name="connsiteX163" fmla="*/ 3619500 w 4152900"/>
                <a:gd name="connsiteY163" fmla="*/ 90488 h 800100"/>
                <a:gd name="connsiteX164" fmla="*/ 3594735 w 4152900"/>
                <a:gd name="connsiteY164" fmla="*/ 188595 h 800100"/>
                <a:gd name="connsiteX165" fmla="*/ 3594735 w 4152900"/>
                <a:gd name="connsiteY165" fmla="*/ 261937 h 800100"/>
                <a:gd name="connsiteX166" fmla="*/ 3508058 w 4152900"/>
                <a:gd name="connsiteY166" fmla="*/ 261937 h 800100"/>
                <a:gd name="connsiteX167" fmla="*/ 3508058 w 4152900"/>
                <a:gd name="connsiteY167" fmla="*/ 362903 h 800100"/>
                <a:gd name="connsiteX168" fmla="*/ 3594735 w 4152900"/>
                <a:gd name="connsiteY168" fmla="*/ 362903 h 800100"/>
                <a:gd name="connsiteX169" fmla="*/ 3594735 w 4152900"/>
                <a:gd name="connsiteY169" fmla="*/ 789623 h 800100"/>
                <a:gd name="connsiteX170" fmla="*/ 3719512 w 4152900"/>
                <a:gd name="connsiteY170" fmla="*/ 789623 h 800100"/>
                <a:gd name="connsiteX171" fmla="*/ 3719512 w 4152900"/>
                <a:gd name="connsiteY171" fmla="*/ 363855 h 800100"/>
                <a:gd name="connsiteX172" fmla="*/ 3906203 w 4152900"/>
                <a:gd name="connsiteY172" fmla="*/ 363855 h 800100"/>
                <a:gd name="connsiteX173" fmla="*/ 3906203 w 4152900"/>
                <a:gd name="connsiteY173" fmla="*/ 635318 h 800100"/>
                <a:gd name="connsiteX174" fmla="*/ 4063365 w 4152900"/>
                <a:gd name="connsiteY174" fmla="*/ 802958 h 800100"/>
                <a:gd name="connsiteX175" fmla="*/ 4115753 w 4152900"/>
                <a:gd name="connsiteY175" fmla="*/ 797243 h 800100"/>
                <a:gd name="connsiteX176" fmla="*/ 4154805 w 4152900"/>
                <a:gd name="connsiteY176" fmla="*/ 784860 h 800100"/>
                <a:gd name="connsiteX177" fmla="*/ 4155758 w 4152900"/>
                <a:gd name="connsiteY177" fmla="*/ 783908 h 800100"/>
                <a:gd name="connsiteX178" fmla="*/ 4155758 w 4152900"/>
                <a:gd name="connsiteY178" fmla="*/ 681990 h 800100"/>
                <a:gd name="connsiteX179" fmla="*/ 4150995 w 4152900"/>
                <a:gd name="connsiteY179" fmla="*/ 685800 h 800100"/>
                <a:gd name="connsiteX180" fmla="*/ 4125278 w 4152900"/>
                <a:gd name="connsiteY180" fmla="*/ 697230 h 800100"/>
                <a:gd name="connsiteX181" fmla="*/ 4100512 w 4152900"/>
                <a:gd name="connsiteY181" fmla="*/ 701040 h 800100"/>
                <a:gd name="connsiteX182" fmla="*/ 4046220 w 4152900"/>
                <a:gd name="connsiteY182" fmla="*/ 681038 h 800100"/>
                <a:gd name="connsiteX183" fmla="*/ 4029075 w 4152900"/>
                <a:gd name="connsiteY183" fmla="*/ 613410 h 800100"/>
                <a:gd name="connsiteX184" fmla="*/ 4029075 w 4152900"/>
                <a:gd name="connsiteY184" fmla="*/ 363855 h 800100"/>
                <a:gd name="connsiteX185" fmla="*/ 4155758 w 4152900"/>
                <a:gd name="connsiteY185" fmla="*/ 363855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4152900" h="800100">
                  <a:moveTo>
                    <a:pt x="434340" y="516255"/>
                  </a:moveTo>
                  <a:lnTo>
                    <a:pt x="400050" y="613410"/>
                  </a:lnTo>
                  <a:lnTo>
                    <a:pt x="397192" y="613410"/>
                  </a:lnTo>
                  <a:cubicBezTo>
                    <a:pt x="391477" y="591502"/>
                    <a:pt x="381000" y="558165"/>
                    <a:pt x="363855" y="518160"/>
                  </a:cubicBezTo>
                  <a:lnTo>
                    <a:pt x="180022" y="56197"/>
                  </a:lnTo>
                  <a:lnTo>
                    <a:pt x="0" y="56197"/>
                  </a:lnTo>
                  <a:lnTo>
                    <a:pt x="0" y="792480"/>
                  </a:lnTo>
                  <a:lnTo>
                    <a:pt x="119063" y="792480"/>
                  </a:lnTo>
                  <a:lnTo>
                    <a:pt x="119063" y="338137"/>
                  </a:lnTo>
                  <a:cubicBezTo>
                    <a:pt x="119063" y="309562"/>
                    <a:pt x="119063" y="277178"/>
                    <a:pt x="118110" y="237173"/>
                  </a:cubicBezTo>
                  <a:cubicBezTo>
                    <a:pt x="117157" y="217170"/>
                    <a:pt x="115252" y="201930"/>
                    <a:pt x="114300" y="190500"/>
                  </a:cubicBezTo>
                  <a:lnTo>
                    <a:pt x="117157" y="190500"/>
                  </a:lnTo>
                  <a:cubicBezTo>
                    <a:pt x="122872" y="219075"/>
                    <a:pt x="129540" y="240030"/>
                    <a:pt x="134302" y="253365"/>
                  </a:cubicBezTo>
                  <a:lnTo>
                    <a:pt x="355282" y="790575"/>
                  </a:lnTo>
                  <a:lnTo>
                    <a:pt x="439102" y="790575"/>
                  </a:lnTo>
                  <a:lnTo>
                    <a:pt x="658177" y="248603"/>
                  </a:lnTo>
                  <a:cubicBezTo>
                    <a:pt x="662940" y="236220"/>
                    <a:pt x="667702" y="211455"/>
                    <a:pt x="672465" y="190500"/>
                  </a:cubicBezTo>
                  <a:lnTo>
                    <a:pt x="675322" y="190500"/>
                  </a:lnTo>
                  <a:cubicBezTo>
                    <a:pt x="672465" y="244792"/>
                    <a:pt x="670560" y="293370"/>
                    <a:pt x="669607" y="322898"/>
                  </a:cubicBezTo>
                  <a:lnTo>
                    <a:pt x="669607" y="789623"/>
                  </a:lnTo>
                  <a:lnTo>
                    <a:pt x="796290" y="789623"/>
                  </a:lnTo>
                  <a:lnTo>
                    <a:pt x="796290" y="54292"/>
                  </a:lnTo>
                  <a:lnTo>
                    <a:pt x="622935" y="54292"/>
                  </a:lnTo>
                  <a:lnTo>
                    <a:pt x="434340" y="516255"/>
                  </a:lnTo>
                  <a:close/>
                  <a:moveTo>
                    <a:pt x="916305" y="261937"/>
                  </a:moveTo>
                  <a:lnTo>
                    <a:pt x="1040130" y="261937"/>
                  </a:lnTo>
                  <a:lnTo>
                    <a:pt x="1040130" y="789623"/>
                  </a:lnTo>
                  <a:lnTo>
                    <a:pt x="916305" y="789623"/>
                  </a:lnTo>
                  <a:close/>
                  <a:moveTo>
                    <a:pt x="979170" y="39053"/>
                  </a:moveTo>
                  <a:cubicBezTo>
                    <a:pt x="958215" y="39053"/>
                    <a:pt x="941070" y="46672"/>
                    <a:pt x="926782" y="60007"/>
                  </a:cubicBezTo>
                  <a:cubicBezTo>
                    <a:pt x="912495" y="73342"/>
                    <a:pt x="904875" y="90488"/>
                    <a:pt x="904875" y="111442"/>
                  </a:cubicBezTo>
                  <a:cubicBezTo>
                    <a:pt x="904875" y="131445"/>
                    <a:pt x="912495" y="148590"/>
                    <a:pt x="926782" y="161925"/>
                  </a:cubicBezTo>
                  <a:cubicBezTo>
                    <a:pt x="941070" y="175260"/>
                    <a:pt x="958215" y="181928"/>
                    <a:pt x="979170" y="181928"/>
                  </a:cubicBezTo>
                  <a:cubicBezTo>
                    <a:pt x="1000125" y="181928"/>
                    <a:pt x="1018222" y="174308"/>
                    <a:pt x="1031557" y="161925"/>
                  </a:cubicBezTo>
                  <a:cubicBezTo>
                    <a:pt x="1045845" y="148590"/>
                    <a:pt x="1053465" y="131445"/>
                    <a:pt x="1053465" y="111442"/>
                  </a:cubicBezTo>
                  <a:cubicBezTo>
                    <a:pt x="1053465" y="91440"/>
                    <a:pt x="1045845" y="74295"/>
                    <a:pt x="1031557" y="60007"/>
                  </a:cubicBezTo>
                  <a:cubicBezTo>
                    <a:pt x="1019175" y="46672"/>
                    <a:pt x="1001078" y="39053"/>
                    <a:pt x="979170" y="39053"/>
                  </a:cubicBezTo>
                  <a:moveTo>
                    <a:pt x="1479232" y="257175"/>
                  </a:moveTo>
                  <a:cubicBezTo>
                    <a:pt x="1456373" y="252412"/>
                    <a:pt x="1432560" y="249555"/>
                    <a:pt x="1409700" y="249555"/>
                  </a:cubicBezTo>
                  <a:cubicBezTo>
                    <a:pt x="1353503" y="249555"/>
                    <a:pt x="1302067" y="261937"/>
                    <a:pt x="1259205" y="286703"/>
                  </a:cubicBezTo>
                  <a:cubicBezTo>
                    <a:pt x="1216342" y="311468"/>
                    <a:pt x="1182053" y="345758"/>
                    <a:pt x="1160145" y="388620"/>
                  </a:cubicBezTo>
                  <a:cubicBezTo>
                    <a:pt x="1137285" y="432435"/>
                    <a:pt x="1125855" y="482918"/>
                    <a:pt x="1125855" y="541020"/>
                  </a:cubicBezTo>
                  <a:cubicBezTo>
                    <a:pt x="1125855" y="591502"/>
                    <a:pt x="1137285" y="636270"/>
                    <a:pt x="1159192" y="677227"/>
                  </a:cubicBezTo>
                  <a:cubicBezTo>
                    <a:pt x="1181100" y="717233"/>
                    <a:pt x="1211580" y="749618"/>
                    <a:pt x="1252538" y="771525"/>
                  </a:cubicBezTo>
                  <a:cubicBezTo>
                    <a:pt x="1291590" y="793433"/>
                    <a:pt x="1337310" y="804863"/>
                    <a:pt x="1388745" y="804863"/>
                  </a:cubicBezTo>
                  <a:cubicBezTo>
                    <a:pt x="1447800" y="804863"/>
                    <a:pt x="1498282" y="792480"/>
                    <a:pt x="1538288" y="769620"/>
                  </a:cubicBezTo>
                  <a:lnTo>
                    <a:pt x="1539240" y="768668"/>
                  </a:lnTo>
                  <a:lnTo>
                    <a:pt x="1539240" y="654368"/>
                  </a:lnTo>
                  <a:lnTo>
                    <a:pt x="1534478" y="658177"/>
                  </a:lnTo>
                  <a:cubicBezTo>
                    <a:pt x="1516380" y="671513"/>
                    <a:pt x="1495425" y="682943"/>
                    <a:pt x="1474470" y="689610"/>
                  </a:cubicBezTo>
                  <a:cubicBezTo>
                    <a:pt x="1452563" y="697230"/>
                    <a:pt x="1432560" y="701040"/>
                    <a:pt x="1415415" y="701040"/>
                  </a:cubicBezTo>
                  <a:cubicBezTo>
                    <a:pt x="1365885" y="701040"/>
                    <a:pt x="1326832" y="686752"/>
                    <a:pt x="1299210" y="655320"/>
                  </a:cubicBezTo>
                  <a:cubicBezTo>
                    <a:pt x="1270635" y="624840"/>
                    <a:pt x="1256348" y="582930"/>
                    <a:pt x="1256348" y="530543"/>
                  </a:cubicBezTo>
                  <a:cubicBezTo>
                    <a:pt x="1256348" y="476250"/>
                    <a:pt x="1270635" y="433387"/>
                    <a:pt x="1300163" y="401955"/>
                  </a:cubicBezTo>
                  <a:cubicBezTo>
                    <a:pt x="1329690" y="370523"/>
                    <a:pt x="1368742" y="354330"/>
                    <a:pt x="1416367" y="354330"/>
                  </a:cubicBezTo>
                  <a:cubicBezTo>
                    <a:pt x="1456373" y="354330"/>
                    <a:pt x="1497330" y="367665"/>
                    <a:pt x="1534478" y="394335"/>
                  </a:cubicBezTo>
                  <a:lnTo>
                    <a:pt x="1539240" y="398145"/>
                  </a:lnTo>
                  <a:lnTo>
                    <a:pt x="1539240" y="277178"/>
                  </a:lnTo>
                  <a:lnTo>
                    <a:pt x="1538288" y="276225"/>
                  </a:lnTo>
                  <a:cubicBezTo>
                    <a:pt x="1522095" y="269558"/>
                    <a:pt x="1503998" y="261937"/>
                    <a:pt x="1479232" y="257175"/>
                  </a:cubicBezTo>
                  <a:moveTo>
                    <a:pt x="1887855" y="253365"/>
                  </a:moveTo>
                  <a:cubicBezTo>
                    <a:pt x="1857375" y="253365"/>
                    <a:pt x="1828800" y="262890"/>
                    <a:pt x="1804035" y="282893"/>
                  </a:cubicBezTo>
                  <a:cubicBezTo>
                    <a:pt x="1783080" y="300037"/>
                    <a:pt x="1768792" y="324803"/>
                    <a:pt x="1756410" y="354330"/>
                  </a:cubicBezTo>
                  <a:lnTo>
                    <a:pt x="1755457" y="354330"/>
                  </a:lnTo>
                  <a:lnTo>
                    <a:pt x="1755457" y="261937"/>
                  </a:lnTo>
                  <a:lnTo>
                    <a:pt x="1631632" y="261937"/>
                  </a:lnTo>
                  <a:lnTo>
                    <a:pt x="1631632" y="789623"/>
                  </a:lnTo>
                  <a:lnTo>
                    <a:pt x="1755457" y="789623"/>
                  </a:lnTo>
                  <a:lnTo>
                    <a:pt x="1755457" y="520065"/>
                  </a:lnTo>
                  <a:cubicBezTo>
                    <a:pt x="1755457" y="474345"/>
                    <a:pt x="1764982" y="436245"/>
                    <a:pt x="1785938" y="408623"/>
                  </a:cubicBezTo>
                  <a:cubicBezTo>
                    <a:pt x="1806892" y="380048"/>
                    <a:pt x="1833563" y="365760"/>
                    <a:pt x="1865948" y="365760"/>
                  </a:cubicBezTo>
                  <a:cubicBezTo>
                    <a:pt x="1877378" y="365760"/>
                    <a:pt x="1888807" y="368618"/>
                    <a:pt x="1903095" y="370523"/>
                  </a:cubicBezTo>
                  <a:cubicBezTo>
                    <a:pt x="1916430" y="374333"/>
                    <a:pt x="1925955" y="378143"/>
                    <a:pt x="1932623" y="382905"/>
                  </a:cubicBezTo>
                  <a:lnTo>
                    <a:pt x="1937385" y="386715"/>
                  </a:lnTo>
                  <a:lnTo>
                    <a:pt x="1937385" y="262890"/>
                  </a:lnTo>
                  <a:lnTo>
                    <a:pt x="1934528" y="261937"/>
                  </a:lnTo>
                  <a:cubicBezTo>
                    <a:pt x="1925955" y="256223"/>
                    <a:pt x="1908810" y="253365"/>
                    <a:pt x="1887855" y="253365"/>
                  </a:cubicBezTo>
                  <a:moveTo>
                    <a:pt x="2225040" y="250508"/>
                  </a:moveTo>
                  <a:cubicBezTo>
                    <a:pt x="2138363" y="250508"/>
                    <a:pt x="2068830" y="276225"/>
                    <a:pt x="2020253" y="326708"/>
                  </a:cubicBezTo>
                  <a:cubicBezTo>
                    <a:pt x="1970723" y="377190"/>
                    <a:pt x="1946910" y="446723"/>
                    <a:pt x="1946910" y="534352"/>
                  </a:cubicBezTo>
                  <a:cubicBezTo>
                    <a:pt x="1946910" y="616268"/>
                    <a:pt x="1971675" y="682943"/>
                    <a:pt x="2019300" y="731520"/>
                  </a:cubicBezTo>
                  <a:cubicBezTo>
                    <a:pt x="2066925" y="779145"/>
                    <a:pt x="2131695" y="803910"/>
                    <a:pt x="2212658" y="803910"/>
                  </a:cubicBezTo>
                  <a:cubicBezTo>
                    <a:pt x="2297430" y="803910"/>
                    <a:pt x="2365058" y="778193"/>
                    <a:pt x="2413635" y="726758"/>
                  </a:cubicBezTo>
                  <a:cubicBezTo>
                    <a:pt x="2463165" y="675323"/>
                    <a:pt x="2486978" y="606743"/>
                    <a:pt x="2486978" y="521970"/>
                  </a:cubicBezTo>
                  <a:cubicBezTo>
                    <a:pt x="2486978" y="438150"/>
                    <a:pt x="2464117" y="371475"/>
                    <a:pt x="2417445" y="322898"/>
                  </a:cubicBezTo>
                  <a:cubicBezTo>
                    <a:pt x="2372678" y="274320"/>
                    <a:pt x="2306955" y="250508"/>
                    <a:pt x="2225040" y="250508"/>
                  </a:cubicBezTo>
                  <a:moveTo>
                    <a:pt x="2324100" y="656273"/>
                  </a:moveTo>
                  <a:cubicBezTo>
                    <a:pt x="2301240" y="685800"/>
                    <a:pt x="2265045" y="700088"/>
                    <a:pt x="2220278" y="700088"/>
                  </a:cubicBezTo>
                  <a:cubicBezTo>
                    <a:pt x="2175510" y="700088"/>
                    <a:pt x="2139315" y="685800"/>
                    <a:pt x="2113598" y="654368"/>
                  </a:cubicBezTo>
                  <a:cubicBezTo>
                    <a:pt x="2087880" y="624840"/>
                    <a:pt x="2075498" y="581977"/>
                    <a:pt x="2075498" y="527685"/>
                  </a:cubicBezTo>
                  <a:cubicBezTo>
                    <a:pt x="2075498" y="471487"/>
                    <a:pt x="2088832" y="428625"/>
                    <a:pt x="2113598" y="398145"/>
                  </a:cubicBezTo>
                  <a:cubicBezTo>
                    <a:pt x="2139315" y="367665"/>
                    <a:pt x="2174558" y="352425"/>
                    <a:pt x="2219325" y="352425"/>
                  </a:cubicBezTo>
                  <a:cubicBezTo>
                    <a:pt x="2263140" y="352425"/>
                    <a:pt x="2297430" y="366712"/>
                    <a:pt x="2322195" y="396240"/>
                  </a:cubicBezTo>
                  <a:cubicBezTo>
                    <a:pt x="2346960" y="425768"/>
                    <a:pt x="2360295" y="468630"/>
                    <a:pt x="2360295" y="524827"/>
                  </a:cubicBezTo>
                  <a:cubicBezTo>
                    <a:pt x="2358390" y="581977"/>
                    <a:pt x="2347913" y="626745"/>
                    <a:pt x="2324100" y="656273"/>
                  </a:cubicBezTo>
                  <a:moveTo>
                    <a:pt x="2763203" y="481012"/>
                  </a:moveTo>
                  <a:cubicBezTo>
                    <a:pt x="2724150" y="464820"/>
                    <a:pt x="2699385" y="452437"/>
                    <a:pt x="2687955" y="441960"/>
                  </a:cubicBezTo>
                  <a:cubicBezTo>
                    <a:pt x="2678430" y="432435"/>
                    <a:pt x="2673667" y="419100"/>
                    <a:pt x="2673667" y="401955"/>
                  </a:cubicBezTo>
                  <a:cubicBezTo>
                    <a:pt x="2673667" y="387668"/>
                    <a:pt x="2679383" y="373380"/>
                    <a:pt x="2693670" y="363855"/>
                  </a:cubicBezTo>
                  <a:cubicBezTo>
                    <a:pt x="2707958" y="354330"/>
                    <a:pt x="2724150" y="349568"/>
                    <a:pt x="2747963" y="349568"/>
                  </a:cubicBezTo>
                  <a:cubicBezTo>
                    <a:pt x="2768917" y="349568"/>
                    <a:pt x="2790825" y="353378"/>
                    <a:pt x="2811780" y="359093"/>
                  </a:cubicBezTo>
                  <a:cubicBezTo>
                    <a:pt x="2832735" y="364808"/>
                    <a:pt x="2851785" y="373380"/>
                    <a:pt x="2867025" y="384810"/>
                  </a:cubicBezTo>
                  <a:lnTo>
                    <a:pt x="2871788" y="388620"/>
                  </a:lnTo>
                  <a:lnTo>
                    <a:pt x="2871788" y="272415"/>
                  </a:lnTo>
                  <a:lnTo>
                    <a:pt x="2868930" y="271462"/>
                  </a:lnTo>
                  <a:cubicBezTo>
                    <a:pt x="2854642" y="265748"/>
                    <a:pt x="2835592" y="260033"/>
                    <a:pt x="2812733" y="255270"/>
                  </a:cubicBezTo>
                  <a:cubicBezTo>
                    <a:pt x="2789873" y="251460"/>
                    <a:pt x="2768917" y="249555"/>
                    <a:pt x="2751773" y="249555"/>
                  </a:cubicBezTo>
                  <a:cubicBezTo>
                    <a:pt x="2692717" y="249555"/>
                    <a:pt x="2644140" y="263843"/>
                    <a:pt x="2606040" y="295275"/>
                  </a:cubicBezTo>
                  <a:cubicBezTo>
                    <a:pt x="2567940" y="324803"/>
                    <a:pt x="2549842" y="364808"/>
                    <a:pt x="2549842" y="411480"/>
                  </a:cubicBezTo>
                  <a:cubicBezTo>
                    <a:pt x="2549842" y="436245"/>
                    <a:pt x="2553653" y="458152"/>
                    <a:pt x="2562225" y="476250"/>
                  </a:cubicBezTo>
                  <a:cubicBezTo>
                    <a:pt x="2570798" y="494348"/>
                    <a:pt x="2583180" y="511493"/>
                    <a:pt x="2600325" y="525780"/>
                  </a:cubicBezTo>
                  <a:cubicBezTo>
                    <a:pt x="2617470" y="539115"/>
                    <a:pt x="2642235" y="554355"/>
                    <a:pt x="2676525" y="568643"/>
                  </a:cubicBezTo>
                  <a:cubicBezTo>
                    <a:pt x="2705100" y="581025"/>
                    <a:pt x="2727008" y="590550"/>
                    <a:pt x="2740342" y="598170"/>
                  </a:cubicBezTo>
                  <a:cubicBezTo>
                    <a:pt x="2753678" y="605790"/>
                    <a:pt x="2762250" y="614363"/>
                    <a:pt x="2768917" y="621030"/>
                  </a:cubicBezTo>
                  <a:cubicBezTo>
                    <a:pt x="2773680" y="628650"/>
                    <a:pt x="2776538" y="638175"/>
                    <a:pt x="2776538" y="650558"/>
                  </a:cubicBezTo>
                  <a:cubicBezTo>
                    <a:pt x="2776538" y="685800"/>
                    <a:pt x="2749867" y="702945"/>
                    <a:pt x="2695575" y="702945"/>
                  </a:cubicBezTo>
                  <a:cubicBezTo>
                    <a:pt x="2674620" y="702945"/>
                    <a:pt x="2652713" y="699135"/>
                    <a:pt x="2626995" y="690563"/>
                  </a:cubicBezTo>
                  <a:cubicBezTo>
                    <a:pt x="2601278" y="681990"/>
                    <a:pt x="2577465" y="669608"/>
                    <a:pt x="2557463" y="655320"/>
                  </a:cubicBezTo>
                  <a:lnTo>
                    <a:pt x="2552700" y="651510"/>
                  </a:lnTo>
                  <a:lnTo>
                    <a:pt x="2552700" y="772477"/>
                  </a:lnTo>
                  <a:lnTo>
                    <a:pt x="2555558" y="773430"/>
                  </a:lnTo>
                  <a:cubicBezTo>
                    <a:pt x="2573655" y="782002"/>
                    <a:pt x="2595563" y="787718"/>
                    <a:pt x="2622233" y="794385"/>
                  </a:cubicBezTo>
                  <a:cubicBezTo>
                    <a:pt x="2648903" y="799148"/>
                    <a:pt x="2672715" y="802958"/>
                    <a:pt x="2693670" y="802958"/>
                  </a:cubicBezTo>
                  <a:cubicBezTo>
                    <a:pt x="2757488" y="802958"/>
                    <a:pt x="2809875" y="788670"/>
                    <a:pt x="2847023" y="757238"/>
                  </a:cubicBezTo>
                  <a:cubicBezTo>
                    <a:pt x="2885123" y="726758"/>
                    <a:pt x="2905125" y="687705"/>
                    <a:pt x="2905125" y="637223"/>
                  </a:cubicBezTo>
                  <a:cubicBezTo>
                    <a:pt x="2905125" y="601980"/>
                    <a:pt x="2895600" y="570548"/>
                    <a:pt x="2874645" y="546735"/>
                  </a:cubicBezTo>
                  <a:cubicBezTo>
                    <a:pt x="2847023" y="523875"/>
                    <a:pt x="2812733" y="500062"/>
                    <a:pt x="2763203" y="481012"/>
                  </a:cubicBezTo>
                  <a:moveTo>
                    <a:pt x="3231833" y="250508"/>
                  </a:moveTo>
                  <a:cubicBezTo>
                    <a:pt x="3145155" y="250508"/>
                    <a:pt x="3075623" y="276225"/>
                    <a:pt x="3027045" y="326708"/>
                  </a:cubicBezTo>
                  <a:cubicBezTo>
                    <a:pt x="2978467" y="377190"/>
                    <a:pt x="2953703" y="446723"/>
                    <a:pt x="2953703" y="534352"/>
                  </a:cubicBezTo>
                  <a:cubicBezTo>
                    <a:pt x="2953703" y="616268"/>
                    <a:pt x="2978467" y="682943"/>
                    <a:pt x="3026092" y="731520"/>
                  </a:cubicBezTo>
                  <a:cubicBezTo>
                    <a:pt x="3073717" y="779145"/>
                    <a:pt x="3138488" y="803910"/>
                    <a:pt x="3219450" y="803910"/>
                  </a:cubicBezTo>
                  <a:cubicBezTo>
                    <a:pt x="3304223" y="803910"/>
                    <a:pt x="3371850" y="778193"/>
                    <a:pt x="3420428" y="726758"/>
                  </a:cubicBezTo>
                  <a:cubicBezTo>
                    <a:pt x="3469958" y="675323"/>
                    <a:pt x="3493770" y="606743"/>
                    <a:pt x="3493770" y="521970"/>
                  </a:cubicBezTo>
                  <a:cubicBezTo>
                    <a:pt x="3493770" y="438150"/>
                    <a:pt x="3470910" y="371475"/>
                    <a:pt x="3424237" y="322898"/>
                  </a:cubicBezTo>
                  <a:cubicBezTo>
                    <a:pt x="3379470" y="274320"/>
                    <a:pt x="3313748" y="250508"/>
                    <a:pt x="3231833" y="250508"/>
                  </a:cubicBezTo>
                  <a:moveTo>
                    <a:pt x="3329940" y="656273"/>
                  </a:moveTo>
                  <a:cubicBezTo>
                    <a:pt x="3307080" y="685800"/>
                    <a:pt x="3270885" y="700088"/>
                    <a:pt x="3226117" y="700088"/>
                  </a:cubicBezTo>
                  <a:cubicBezTo>
                    <a:pt x="3180398" y="700088"/>
                    <a:pt x="3145155" y="685800"/>
                    <a:pt x="3119438" y="654368"/>
                  </a:cubicBezTo>
                  <a:cubicBezTo>
                    <a:pt x="3093720" y="624840"/>
                    <a:pt x="3081338" y="581977"/>
                    <a:pt x="3081338" y="527685"/>
                  </a:cubicBezTo>
                  <a:cubicBezTo>
                    <a:pt x="3081338" y="471487"/>
                    <a:pt x="3094673" y="428625"/>
                    <a:pt x="3119438" y="398145"/>
                  </a:cubicBezTo>
                  <a:cubicBezTo>
                    <a:pt x="3145155" y="367665"/>
                    <a:pt x="3180398" y="352425"/>
                    <a:pt x="3225165" y="352425"/>
                  </a:cubicBezTo>
                  <a:cubicBezTo>
                    <a:pt x="3268028" y="352425"/>
                    <a:pt x="3303270" y="366712"/>
                    <a:pt x="3328035" y="396240"/>
                  </a:cubicBezTo>
                  <a:cubicBezTo>
                    <a:pt x="3352800" y="425768"/>
                    <a:pt x="3366135" y="468630"/>
                    <a:pt x="3366135" y="524827"/>
                  </a:cubicBezTo>
                  <a:cubicBezTo>
                    <a:pt x="3366135" y="581977"/>
                    <a:pt x="3353753" y="626745"/>
                    <a:pt x="3329940" y="656273"/>
                  </a:cubicBezTo>
                  <a:moveTo>
                    <a:pt x="4155758" y="363855"/>
                  </a:moveTo>
                  <a:lnTo>
                    <a:pt x="4155758" y="261937"/>
                  </a:lnTo>
                  <a:lnTo>
                    <a:pt x="4030980" y="261937"/>
                  </a:lnTo>
                  <a:lnTo>
                    <a:pt x="4030980" y="105728"/>
                  </a:lnTo>
                  <a:lnTo>
                    <a:pt x="4027170" y="106680"/>
                  </a:lnTo>
                  <a:lnTo>
                    <a:pt x="3909060" y="141923"/>
                  </a:lnTo>
                  <a:lnTo>
                    <a:pt x="3906203" y="142875"/>
                  </a:lnTo>
                  <a:lnTo>
                    <a:pt x="3906203" y="261937"/>
                  </a:lnTo>
                  <a:lnTo>
                    <a:pt x="3719512" y="261937"/>
                  </a:lnTo>
                  <a:lnTo>
                    <a:pt x="3719512" y="195262"/>
                  </a:lnTo>
                  <a:cubicBezTo>
                    <a:pt x="3719512" y="164783"/>
                    <a:pt x="3727133" y="140970"/>
                    <a:pt x="3740467" y="125730"/>
                  </a:cubicBezTo>
                  <a:cubicBezTo>
                    <a:pt x="3753803" y="110490"/>
                    <a:pt x="3773805" y="102870"/>
                    <a:pt x="3798570" y="102870"/>
                  </a:cubicBezTo>
                  <a:cubicBezTo>
                    <a:pt x="3815715" y="102870"/>
                    <a:pt x="3833812" y="106680"/>
                    <a:pt x="3853815" y="115253"/>
                  </a:cubicBezTo>
                  <a:lnTo>
                    <a:pt x="3858578" y="118110"/>
                  </a:lnTo>
                  <a:lnTo>
                    <a:pt x="3858578" y="10478"/>
                  </a:lnTo>
                  <a:lnTo>
                    <a:pt x="3855720" y="9525"/>
                  </a:lnTo>
                  <a:cubicBezTo>
                    <a:pt x="3838575" y="3810"/>
                    <a:pt x="3815715" y="0"/>
                    <a:pt x="3786187" y="0"/>
                  </a:cubicBezTo>
                  <a:cubicBezTo>
                    <a:pt x="3749040" y="0"/>
                    <a:pt x="3716655" y="8572"/>
                    <a:pt x="3687128" y="22860"/>
                  </a:cubicBezTo>
                  <a:cubicBezTo>
                    <a:pt x="3657600" y="39053"/>
                    <a:pt x="3635692" y="60960"/>
                    <a:pt x="3619500" y="90488"/>
                  </a:cubicBezTo>
                  <a:cubicBezTo>
                    <a:pt x="3603308" y="119062"/>
                    <a:pt x="3594735" y="151448"/>
                    <a:pt x="3594735" y="188595"/>
                  </a:cubicBezTo>
                  <a:lnTo>
                    <a:pt x="3594735" y="261937"/>
                  </a:lnTo>
                  <a:lnTo>
                    <a:pt x="3508058" y="261937"/>
                  </a:lnTo>
                  <a:lnTo>
                    <a:pt x="3508058" y="362903"/>
                  </a:lnTo>
                  <a:lnTo>
                    <a:pt x="3594735" y="362903"/>
                  </a:lnTo>
                  <a:lnTo>
                    <a:pt x="3594735" y="789623"/>
                  </a:lnTo>
                  <a:lnTo>
                    <a:pt x="3719512" y="789623"/>
                  </a:lnTo>
                  <a:lnTo>
                    <a:pt x="3719512" y="363855"/>
                  </a:lnTo>
                  <a:lnTo>
                    <a:pt x="3906203" y="363855"/>
                  </a:lnTo>
                  <a:lnTo>
                    <a:pt x="3906203" y="635318"/>
                  </a:lnTo>
                  <a:cubicBezTo>
                    <a:pt x="3906203" y="746760"/>
                    <a:pt x="3958590" y="802958"/>
                    <a:pt x="4063365" y="802958"/>
                  </a:cubicBezTo>
                  <a:cubicBezTo>
                    <a:pt x="4080510" y="802958"/>
                    <a:pt x="4098608" y="800100"/>
                    <a:pt x="4115753" y="797243"/>
                  </a:cubicBezTo>
                  <a:cubicBezTo>
                    <a:pt x="4133850" y="793433"/>
                    <a:pt x="4147185" y="788670"/>
                    <a:pt x="4154805" y="784860"/>
                  </a:cubicBezTo>
                  <a:lnTo>
                    <a:pt x="4155758" y="783908"/>
                  </a:lnTo>
                  <a:lnTo>
                    <a:pt x="4155758" y="681990"/>
                  </a:lnTo>
                  <a:lnTo>
                    <a:pt x="4150995" y="685800"/>
                  </a:lnTo>
                  <a:cubicBezTo>
                    <a:pt x="4143375" y="690563"/>
                    <a:pt x="4136708" y="694373"/>
                    <a:pt x="4125278" y="697230"/>
                  </a:cubicBezTo>
                  <a:cubicBezTo>
                    <a:pt x="4115753" y="700088"/>
                    <a:pt x="4107180" y="701040"/>
                    <a:pt x="4100512" y="701040"/>
                  </a:cubicBezTo>
                  <a:cubicBezTo>
                    <a:pt x="4075748" y="701040"/>
                    <a:pt x="4058603" y="695325"/>
                    <a:pt x="4046220" y="681038"/>
                  </a:cubicBezTo>
                  <a:cubicBezTo>
                    <a:pt x="4034790" y="667702"/>
                    <a:pt x="4029075" y="645795"/>
                    <a:pt x="4029075" y="613410"/>
                  </a:cubicBezTo>
                  <a:lnTo>
                    <a:pt x="4029075" y="363855"/>
                  </a:lnTo>
                  <a:lnTo>
                    <a:pt x="4155758" y="363855"/>
                  </a:lnTo>
                  <a:close/>
                </a:path>
              </a:pathLst>
            </a:custGeom>
            <a:solidFill>
              <a:srgbClr val="737373"/>
            </a:solidFill>
            <a:ln w="9525" cap="flat">
              <a:noFill/>
              <a:prstDash val="solid"/>
              <a:miter/>
            </a:ln>
          </p:spPr>
          <p:txBody>
            <a:bodyPr rtlCol="0" anchor="ctr"/>
            <a:lstStyle/>
            <a:p>
              <a:endParaRPr lang="en-US" sz="1800"/>
            </a:p>
          </p:txBody>
        </p:sp>
        <p:sp>
          <p:nvSpPr>
            <p:cNvPr id="11" name="Freeform: Shape 10">
              <a:extLst>
                <a:ext uri="{FF2B5EF4-FFF2-40B4-BE49-F238E27FC236}">
                  <a16:creationId xmlns:a16="http://schemas.microsoft.com/office/drawing/2014/main" id="{FFEAC267-163C-4DCC-8381-D0CAC8DEC502}"/>
                </a:ext>
              </a:extLst>
            </p:cNvPr>
            <p:cNvSpPr/>
            <p:nvPr/>
          </p:nvSpPr>
          <p:spPr>
            <a:xfrm>
              <a:off x="7353301" y="-1897063"/>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F25022"/>
            </a:solidFill>
            <a:ln w="9525" cap="flat">
              <a:noFill/>
              <a:prstDash val="solid"/>
              <a:miter/>
            </a:ln>
          </p:spPr>
          <p:txBody>
            <a:bodyPr rtlCol="0" anchor="ctr"/>
            <a:lstStyle/>
            <a:p>
              <a:endParaRPr lang="en-US" sz="1800"/>
            </a:p>
          </p:txBody>
        </p:sp>
        <p:sp>
          <p:nvSpPr>
            <p:cNvPr id="13" name="Freeform: Shape 12">
              <a:extLst>
                <a:ext uri="{FF2B5EF4-FFF2-40B4-BE49-F238E27FC236}">
                  <a16:creationId xmlns:a16="http://schemas.microsoft.com/office/drawing/2014/main" id="{210C74F8-8AA7-4335-B883-92AC821E5BC6}"/>
                </a:ext>
              </a:extLst>
            </p:cNvPr>
            <p:cNvSpPr/>
            <p:nvPr/>
          </p:nvSpPr>
          <p:spPr>
            <a:xfrm>
              <a:off x="7998143" y="-1897063"/>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7FBA00"/>
            </a:solidFill>
            <a:ln w="9525" cap="flat">
              <a:noFill/>
              <a:prstDash val="solid"/>
              <a:miter/>
            </a:ln>
          </p:spPr>
          <p:txBody>
            <a:bodyPr rtlCol="0" anchor="ctr"/>
            <a:lstStyle/>
            <a:p>
              <a:endParaRPr lang="en-US" sz="1800"/>
            </a:p>
          </p:txBody>
        </p:sp>
        <p:sp>
          <p:nvSpPr>
            <p:cNvPr id="14" name="Freeform: Shape 13">
              <a:extLst>
                <a:ext uri="{FF2B5EF4-FFF2-40B4-BE49-F238E27FC236}">
                  <a16:creationId xmlns:a16="http://schemas.microsoft.com/office/drawing/2014/main" id="{10F6CD7D-FED7-4E94-B613-8858CD9EF9D5}"/>
                </a:ext>
              </a:extLst>
            </p:cNvPr>
            <p:cNvSpPr/>
            <p:nvPr/>
          </p:nvSpPr>
          <p:spPr>
            <a:xfrm>
              <a:off x="7353301" y="-1252221"/>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00A4EF"/>
            </a:solidFill>
            <a:ln w="9525" cap="flat">
              <a:noFill/>
              <a:prstDash val="solid"/>
              <a:miter/>
            </a:ln>
          </p:spPr>
          <p:txBody>
            <a:bodyPr rtlCol="0" anchor="ctr"/>
            <a:lstStyle/>
            <a:p>
              <a:endParaRPr lang="en-US" sz="1800"/>
            </a:p>
          </p:txBody>
        </p:sp>
        <p:sp>
          <p:nvSpPr>
            <p:cNvPr id="15" name="Freeform: Shape 14">
              <a:extLst>
                <a:ext uri="{FF2B5EF4-FFF2-40B4-BE49-F238E27FC236}">
                  <a16:creationId xmlns:a16="http://schemas.microsoft.com/office/drawing/2014/main" id="{84D0F63C-34B6-4893-AC74-41986002A339}"/>
                </a:ext>
              </a:extLst>
            </p:cNvPr>
            <p:cNvSpPr/>
            <p:nvPr/>
          </p:nvSpPr>
          <p:spPr>
            <a:xfrm>
              <a:off x="7998143" y="-1252221"/>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FFB900"/>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544970423"/>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Only with sub-title">
    <p:spTree>
      <p:nvGrpSpPr>
        <p:cNvPr id="1" name=""/>
        <p:cNvGrpSpPr/>
        <p:nvPr/>
      </p:nvGrpSpPr>
      <p:grpSpPr>
        <a:xfrm>
          <a:off x="0" y="0"/>
          <a:ext cx="0" cy="0"/>
          <a:chOff x="0" y="0"/>
          <a:chExt cx="0" cy="0"/>
        </a:xfrm>
      </p:grpSpPr>
      <p:sp>
        <p:nvSpPr>
          <p:cNvPr id="2" name="Title 1"/>
          <p:cNvSpPr>
            <a:spLocks noGrp="1"/>
          </p:cNvSpPr>
          <p:nvPr>
            <p:ph type="title"/>
          </p:nvPr>
        </p:nvSpPr>
        <p:spPr>
          <a:xfrm>
            <a:off x="563369" y="473236"/>
            <a:ext cx="11081177" cy="1020602"/>
          </a:xfrm>
        </p:spPr>
        <p:txBody>
          <a:bodyPr/>
          <a:lstStyle/>
          <a:p>
            <a:r>
              <a:rPr lang="en-US"/>
              <a:t>Click to edit Master title style</a:t>
            </a:r>
          </a:p>
        </p:txBody>
      </p:sp>
      <p:sp>
        <p:nvSpPr>
          <p:cNvPr id="4" name="Footer Placeholder 3"/>
          <p:cNvSpPr>
            <a:spLocks noGrp="1"/>
          </p:cNvSpPr>
          <p:nvPr>
            <p:ph type="ftr" sz="quarter" idx="11"/>
          </p:nvPr>
        </p:nvSpPr>
        <p:spPr>
          <a:xfrm>
            <a:off x="677334" y="6041362"/>
            <a:ext cx="6297612" cy="365125"/>
          </a:xfrm>
          <a:prstGeom prst="rect">
            <a:avLst/>
          </a:prstGeom>
        </p:spPr>
        <p:txBody>
          <a:bodyPr/>
          <a:lstStyle/>
          <a:p>
            <a:r>
              <a:rPr lang="en-IN"/>
              <a:t>Microsoft Confidential</a:t>
            </a:r>
          </a:p>
        </p:txBody>
      </p:sp>
      <p:sp>
        <p:nvSpPr>
          <p:cNvPr id="6" name="Text Placeholder 5">
            <a:extLst>
              <a:ext uri="{FF2B5EF4-FFF2-40B4-BE49-F238E27FC236}">
                <a16:creationId xmlns:a16="http://schemas.microsoft.com/office/drawing/2014/main" id="{90511ECA-E42E-4E41-86BD-D4D827D05FA1}"/>
              </a:ext>
            </a:extLst>
          </p:cNvPr>
          <p:cNvSpPr>
            <a:spLocks noGrp="1"/>
          </p:cNvSpPr>
          <p:nvPr>
            <p:ph type="body" sz="quarter" idx="13" hasCustomPrompt="1"/>
          </p:nvPr>
        </p:nvSpPr>
        <p:spPr>
          <a:xfrm>
            <a:off x="563369" y="1222805"/>
            <a:ext cx="11081177" cy="457200"/>
          </a:xfrm>
        </p:spPr>
        <p:txBody>
          <a:bodyPr anchor="ctr"/>
          <a:lstStyle>
            <a:lvl1pPr marL="0" indent="0">
              <a:buNone/>
              <a:defRPr sz="2200">
                <a:latin typeface="+mj-lt"/>
              </a:defRPr>
            </a:lvl1pPr>
          </a:lstStyle>
          <a:p>
            <a:pPr lvl="0"/>
            <a:r>
              <a:rPr lang="en-US"/>
              <a:t>Subheading</a:t>
            </a:r>
          </a:p>
        </p:txBody>
      </p:sp>
      <p:sp>
        <p:nvSpPr>
          <p:cNvPr id="7" name="Slide Number Placeholder 5">
            <a:extLst>
              <a:ext uri="{FF2B5EF4-FFF2-40B4-BE49-F238E27FC236}">
                <a16:creationId xmlns:a16="http://schemas.microsoft.com/office/drawing/2014/main" id="{3668EBDF-6910-4128-87F9-14E83FC783AF}"/>
              </a:ext>
            </a:extLst>
          </p:cNvPr>
          <p:cNvSpPr>
            <a:spLocks noGrp="1"/>
          </p:cNvSpPr>
          <p:nvPr>
            <p:ph type="sldNum" sz="quarter" idx="12"/>
          </p:nvPr>
        </p:nvSpPr>
        <p:spPr>
          <a:xfrm>
            <a:off x="11734144" y="6401594"/>
            <a:ext cx="366667" cy="365125"/>
          </a:xfrm>
          <a:prstGeom prst="rect">
            <a:avLst/>
          </a:prstGeom>
        </p:spPr>
        <p:txBody>
          <a:bodyPr/>
          <a:lstStyle/>
          <a:p>
            <a:fld id="{7B76384A-BF72-4EC3-9EB1-950545506B9E}" type="slidenum">
              <a:rPr lang="en-IN" smtClean="0"/>
              <a:t>‹#›</a:t>
            </a:fld>
            <a:endParaRPr lang="en-IN"/>
          </a:p>
        </p:txBody>
      </p:sp>
    </p:spTree>
    <p:extLst>
      <p:ext uri="{BB962C8B-B14F-4D97-AF65-F5344CB8AC3E}">
        <p14:creationId xmlns:p14="http://schemas.microsoft.com/office/powerpoint/2010/main" val="2919955827"/>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ection Header Dark-1">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73769" y="2002635"/>
            <a:ext cx="6070778" cy="2852737"/>
          </a:xfrm>
        </p:spPr>
        <p:txBody>
          <a:bodyPr anchor="ctr"/>
          <a:lstStyle>
            <a:lvl1pPr>
              <a:defRPr sz="3600">
                <a:solidFill>
                  <a:schemeClr val="accent3"/>
                </a:solidFill>
              </a:defRPr>
            </a:lvl1pPr>
          </a:lstStyle>
          <a:p>
            <a:r>
              <a:rPr lang="en-US"/>
              <a:t>Click to edit Master title style</a:t>
            </a:r>
          </a:p>
        </p:txBody>
      </p:sp>
      <p:pic>
        <p:nvPicPr>
          <p:cNvPr id="74" name="Picture 73">
            <a:extLst>
              <a:ext uri="{FF2B5EF4-FFF2-40B4-BE49-F238E27FC236}">
                <a16:creationId xmlns:a16="http://schemas.microsoft.com/office/drawing/2014/main" id="{25FB7173-36C9-4C5E-8A20-7A27AB9F9E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2185" r="-3141" b="-1397"/>
          <a:stretch/>
        </p:blipFill>
        <p:spPr>
          <a:xfrm>
            <a:off x="0" y="-116114"/>
            <a:ext cx="3528884" cy="7061200"/>
          </a:xfrm>
          <a:prstGeom prst="rect">
            <a:avLst/>
          </a:prstGeom>
        </p:spPr>
      </p:pic>
    </p:spTree>
    <p:extLst>
      <p:ext uri="{BB962C8B-B14F-4D97-AF65-F5344CB8AC3E}">
        <p14:creationId xmlns:p14="http://schemas.microsoft.com/office/powerpoint/2010/main" val="1075352497"/>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ection Header White-1">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73769" y="2002635"/>
            <a:ext cx="6070778" cy="2852737"/>
          </a:xfrm>
        </p:spPr>
        <p:txBody>
          <a:bodyPr anchor="ctr"/>
          <a:lstStyle>
            <a:lvl1pPr>
              <a:defRPr sz="3600">
                <a:solidFill>
                  <a:schemeClr val="tx1"/>
                </a:solidFill>
              </a:defRPr>
            </a:lvl1pPr>
          </a:lstStyle>
          <a:p>
            <a:r>
              <a:rPr lang="en-US"/>
              <a:t>Click to edit Master title style</a:t>
            </a:r>
          </a:p>
        </p:txBody>
      </p:sp>
      <p:pic>
        <p:nvPicPr>
          <p:cNvPr id="144" name="Picture 143">
            <a:extLst>
              <a:ext uri="{FF2B5EF4-FFF2-40B4-BE49-F238E27FC236}">
                <a16:creationId xmlns:a16="http://schemas.microsoft.com/office/drawing/2014/main" id="{0394E794-0F10-4266-9308-5D306AF015E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2"/>
          <a:stretch/>
        </p:blipFill>
        <p:spPr>
          <a:xfrm>
            <a:off x="2" y="2223209"/>
            <a:ext cx="4659879" cy="4634792"/>
          </a:xfrm>
          <a:prstGeom prst="rect">
            <a:avLst/>
          </a:prstGeom>
        </p:spPr>
      </p:pic>
    </p:spTree>
    <p:extLst>
      <p:ext uri="{BB962C8B-B14F-4D97-AF65-F5344CB8AC3E}">
        <p14:creationId xmlns:p14="http://schemas.microsoft.com/office/powerpoint/2010/main" val="3985618325"/>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ection Header Dark-2">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3820" y="2002635"/>
            <a:ext cx="6983226" cy="2852737"/>
          </a:xfrm>
        </p:spPr>
        <p:txBody>
          <a:bodyPr anchor="ctr"/>
          <a:lstStyle>
            <a:lvl1pPr>
              <a:defRPr sz="3600">
                <a:solidFill>
                  <a:schemeClr val="accent3"/>
                </a:solidFill>
              </a:defRPr>
            </a:lvl1pPr>
          </a:lstStyle>
          <a:p>
            <a:r>
              <a:rPr lang="en-US"/>
              <a:t>Click to edit Master title style</a:t>
            </a:r>
          </a:p>
        </p:txBody>
      </p:sp>
      <p:pic>
        <p:nvPicPr>
          <p:cNvPr id="3" name="Graphic 2">
            <a:extLst>
              <a:ext uri="{FF2B5EF4-FFF2-40B4-BE49-F238E27FC236}">
                <a16:creationId xmlns:a16="http://schemas.microsoft.com/office/drawing/2014/main" id="{2A948CE4-0647-41F6-9B26-E3F7409C3BA9}"/>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653450" y="0"/>
            <a:ext cx="4538552" cy="4576268"/>
          </a:xfrm>
          <a:prstGeom prst="rect">
            <a:avLst/>
          </a:prstGeom>
        </p:spPr>
      </p:pic>
    </p:spTree>
    <p:extLst>
      <p:ext uri="{BB962C8B-B14F-4D97-AF65-F5344CB8AC3E}">
        <p14:creationId xmlns:p14="http://schemas.microsoft.com/office/powerpoint/2010/main" val="2709058763"/>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ection Header White-2">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3820" y="2002635"/>
            <a:ext cx="6983226" cy="2852737"/>
          </a:xfrm>
        </p:spPr>
        <p:txBody>
          <a:bodyPr anchor="ctr"/>
          <a:lstStyle>
            <a:lvl1pPr>
              <a:defRPr sz="3600">
                <a:solidFill>
                  <a:schemeClr val="tx1"/>
                </a:solidFill>
              </a:defRPr>
            </a:lvl1pPr>
          </a:lstStyle>
          <a:p>
            <a:r>
              <a:rPr lang="en-US"/>
              <a:t>Click to edit Master title style</a:t>
            </a:r>
          </a:p>
        </p:txBody>
      </p:sp>
      <p:pic>
        <p:nvPicPr>
          <p:cNvPr id="3" name="Graphic 2">
            <a:extLst>
              <a:ext uri="{FF2B5EF4-FFF2-40B4-BE49-F238E27FC236}">
                <a16:creationId xmlns:a16="http://schemas.microsoft.com/office/drawing/2014/main" id="{2A948CE4-0647-41F6-9B26-E3F7409C3BA9}"/>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653450" y="0"/>
            <a:ext cx="4538552" cy="4576268"/>
          </a:xfrm>
          <a:prstGeom prst="rect">
            <a:avLst/>
          </a:prstGeom>
        </p:spPr>
      </p:pic>
    </p:spTree>
    <p:extLst>
      <p:ext uri="{BB962C8B-B14F-4D97-AF65-F5344CB8AC3E}">
        <p14:creationId xmlns:p14="http://schemas.microsoft.com/office/powerpoint/2010/main" val="2881767563"/>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ection Header Dark-3">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73769" y="2002635"/>
            <a:ext cx="6070778" cy="2852737"/>
          </a:xfrm>
        </p:spPr>
        <p:txBody>
          <a:bodyPr anchor="ctr"/>
          <a:lstStyle>
            <a:lvl1pPr>
              <a:defRPr sz="3600">
                <a:solidFill>
                  <a:schemeClr val="accent3"/>
                </a:solidFill>
              </a:defRPr>
            </a:lvl1pPr>
          </a:lstStyle>
          <a:p>
            <a:r>
              <a:rPr lang="en-US"/>
              <a:t>Click to edit Master title style</a:t>
            </a:r>
          </a:p>
        </p:txBody>
      </p:sp>
      <p:grpSp>
        <p:nvGrpSpPr>
          <p:cNvPr id="380" name="Group 379">
            <a:extLst>
              <a:ext uri="{FF2B5EF4-FFF2-40B4-BE49-F238E27FC236}">
                <a16:creationId xmlns:a16="http://schemas.microsoft.com/office/drawing/2014/main" id="{7E49B46A-22C2-4AC1-AD1F-36F9D8D0C8B0}"/>
              </a:ext>
            </a:extLst>
          </p:cNvPr>
          <p:cNvGrpSpPr/>
          <p:nvPr userDrawn="1"/>
        </p:nvGrpSpPr>
        <p:grpSpPr>
          <a:xfrm>
            <a:off x="0" y="1912215"/>
            <a:ext cx="4958052" cy="4945786"/>
            <a:chOff x="-6227879" y="0"/>
            <a:chExt cx="6857422" cy="6857422"/>
          </a:xfrm>
        </p:grpSpPr>
        <p:sp>
          <p:nvSpPr>
            <p:cNvPr id="5" name="Freeform: Shape 4">
              <a:extLst>
                <a:ext uri="{FF2B5EF4-FFF2-40B4-BE49-F238E27FC236}">
                  <a16:creationId xmlns:a16="http://schemas.microsoft.com/office/drawing/2014/main" id="{AECF1235-FD31-411D-A9E9-16C95572DA7F}"/>
                </a:ext>
              </a:extLst>
            </p:cNvPr>
            <p:cNvSpPr/>
            <p:nvPr/>
          </p:nvSpPr>
          <p:spPr>
            <a:xfrm>
              <a:off x="-6227879" y="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6" name="Freeform: Shape 5">
              <a:extLst>
                <a:ext uri="{FF2B5EF4-FFF2-40B4-BE49-F238E27FC236}">
                  <a16:creationId xmlns:a16="http://schemas.microsoft.com/office/drawing/2014/main" id="{154B3451-C9C6-4E3D-8807-628F8074E630}"/>
                </a:ext>
              </a:extLst>
            </p:cNvPr>
            <p:cNvSpPr/>
            <p:nvPr/>
          </p:nvSpPr>
          <p:spPr>
            <a:xfrm>
              <a:off x="-6227879" y="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468"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7" name="Freeform: Shape 6">
              <a:extLst>
                <a:ext uri="{FF2B5EF4-FFF2-40B4-BE49-F238E27FC236}">
                  <a16:creationId xmlns:a16="http://schemas.microsoft.com/office/drawing/2014/main" id="{69D79BD6-6E0D-42A8-AA89-BE4F7248DD23}"/>
                </a:ext>
              </a:extLst>
            </p:cNvPr>
            <p:cNvSpPr/>
            <p:nvPr/>
          </p:nvSpPr>
          <p:spPr>
            <a:xfrm>
              <a:off x="-4820329" y="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8" name="Freeform: Shape 7">
              <a:extLst>
                <a:ext uri="{FF2B5EF4-FFF2-40B4-BE49-F238E27FC236}">
                  <a16:creationId xmlns:a16="http://schemas.microsoft.com/office/drawing/2014/main" id="{8B3A2827-ECE1-424D-86A8-78C773D37EC6}"/>
                </a:ext>
              </a:extLst>
            </p:cNvPr>
            <p:cNvSpPr/>
            <p:nvPr/>
          </p:nvSpPr>
          <p:spPr>
            <a:xfrm>
              <a:off x="-4820329" y="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9" name="Freeform: Shape 8">
              <a:extLst>
                <a:ext uri="{FF2B5EF4-FFF2-40B4-BE49-F238E27FC236}">
                  <a16:creationId xmlns:a16="http://schemas.microsoft.com/office/drawing/2014/main" id="{14F9FFA4-E2C5-4C0D-B429-BDABDD0E2246}"/>
                </a:ext>
              </a:extLst>
            </p:cNvPr>
            <p:cNvSpPr/>
            <p:nvPr/>
          </p:nvSpPr>
          <p:spPr>
            <a:xfrm>
              <a:off x="-3412778" y="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10" name="Freeform: Shape 9">
              <a:extLst>
                <a:ext uri="{FF2B5EF4-FFF2-40B4-BE49-F238E27FC236}">
                  <a16:creationId xmlns:a16="http://schemas.microsoft.com/office/drawing/2014/main" id="{1C752D51-6B44-4AE9-92D6-74F0E7591D1C}"/>
                </a:ext>
              </a:extLst>
            </p:cNvPr>
            <p:cNvSpPr/>
            <p:nvPr/>
          </p:nvSpPr>
          <p:spPr>
            <a:xfrm>
              <a:off x="-3412778" y="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11" name="Freeform: Shape 10">
              <a:extLst>
                <a:ext uri="{FF2B5EF4-FFF2-40B4-BE49-F238E27FC236}">
                  <a16:creationId xmlns:a16="http://schemas.microsoft.com/office/drawing/2014/main" id="{98472D37-C4D8-408D-A04D-81A0D4EF9F99}"/>
                </a:ext>
              </a:extLst>
            </p:cNvPr>
            <p:cNvSpPr/>
            <p:nvPr/>
          </p:nvSpPr>
          <p:spPr>
            <a:xfrm>
              <a:off x="-2005228" y="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12" name="Freeform: Shape 11">
              <a:extLst>
                <a:ext uri="{FF2B5EF4-FFF2-40B4-BE49-F238E27FC236}">
                  <a16:creationId xmlns:a16="http://schemas.microsoft.com/office/drawing/2014/main" id="{91CB739F-7EB7-4846-8B51-F8920B7CF63B}"/>
                </a:ext>
              </a:extLst>
            </p:cNvPr>
            <p:cNvSpPr/>
            <p:nvPr/>
          </p:nvSpPr>
          <p:spPr>
            <a:xfrm>
              <a:off x="-2005228" y="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13" name="Freeform: Shape 12">
              <a:extLst>
                <a:ext uri="{FF2B5EF4-FFF2-40B4-BE49-F238E27FC236}">
                  <a16:creationId xmlns:a16="http://schemas.microsoft.com/office/drawing/2014/main" id="{2643152E-D9DB-4D48-8B74-27DEE2243BE1}"/>
                </a:ext>
              </a:extLst>
            </p:cNvPr>
            <p:cNvSpPr/>
            <p:nvPr/>
          </p:nvSpPr>
          <p:spPr>
            <a:xfrm>
              <a:off x="-597678" y="0"/>
              <a:ext cx="1227221" cy="1227221"/>
            </a:xfrm>
            <a:custGeom>
              <a:avLst/>
              <a:gdLst>
                <a:gd name="connsiteX0" fmla="*/ 1213216 w 1227221"/>
                <a:gd name="connsiteY0" fmla="*/ 14077 h 1227221"/>
                <a:gd name="connsiteX1" fmla="*/ 1213216 w 1227221"/>
                <a:gd name="connsiteY1" fmla="*/ 1213144 h 1227221"/>
                <a:gd name="connsiteX2" fmla="*/ 14149 w 1227221"/>
                <a:gd name="connsiteY2" fmla="*/ 1213144 h 1227221"/>
                <a:gd name="connsiteX3" fmla="*/ 14149 w 1227221"/>
                <a:gd name="connsiteY3" fmla="*/ 14077 h 1227221"/>
                <a:gd name="connsiteX4" fmla="*/ 1213216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216" y="14077"/>
                  </a:moveTo>
                  <a:lnTo>
                    <a:pt x="1213216" y="1213144"/>
                  </a:lnTo>
                  <a:lnTo>
                    <a:pt x="14149" y="1213144"/>
                  </a:lnTo>
                  <a:lnTo>
                    <a:pt x="14149" y="14077"/>
                  </a:lnTo>
                  <a:lnTo>
                    <a:pt x="1213216"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14" name="Freeform: Shape 13">
              <a:extLst>
                <a:ext uri="{FF2B5EF4-FFF2-40B4-BE49-F238E27FC236}">
                  <a16:creationId xmlns:a16="http://schemas.microsoft.com/office/drawing/2014/main" id="{630715E3-2197-4DFD-A00A-7B762ED6856D}"/>
                </a:ext>
              </a:extLst>
            </p:cNvPr>
            <p:cNvSpPr/>
            <p:nvPr/>
          </p:nvSpPr>
          <p:spPr>
            <a:xfrm>
              <a:off x="-597678" y="0"/>
              <a:ext cx="1227221" cy="1227221"/>
            </a:xfrm>
            <a:custGeom>
              <a:avLst/>
              <a:gdLst>
                <a:gd name="connsiteX0" fmla="*/ 1227221 w 1227221"/>
                <a:gd name="connsiteY0" fmla="*/ 613611 h 1227221"/>
                <a:gd name="connsiteX1" fmla="*/ 613610 w 1227221"/>
                <a:gd name="connsiteY1" fmla="*/ 1227221 h 1227221"/>
                <a:gd name="connsiteX2" fmla="*/ 0 w 1227221"/>
                <a:gd name="connsiteY2" fmla="*/ 613611 h 1227221"/>
                <a:gd name="connsiteX3" fmla="*/ 613610 w 1227221"/>
                <a:gd name="connsiteY3" fmla="*/ 0 h 1227221"/>
                <a:gd name="connsiteX4" fmla="*/ 1227221 w 1227221"/>
                <a:gd name="connsiteY4" fmla="*/ 613611 h 1227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221" h="1227221">
                  <a:moveTo>
                    <a:pt x="1227221" y="613611"/>
                  </a:moveTo>
                  <a:cubicBezTo>
                    <a:pt x="1227221" y="952498"/>
                    <a:pt x="952498" y="1227221"/>
                    <a:pt x="613610" y="1227221"/>
                  </a:cubicBezTo>
                  <a:cubicBezTo>
                    <a:pt x="274723" y="1227221"/>
                    <a:pt x="0" y="952498"/>
                    <a:pt x="0" y="613611"/>
                  </a:cubicBezTo>
                  <a:cubicBezTo>
                    <a:pt x="0" y="274723"/>
                    <a:pt x="274723" y="0"/>
                    <a:pt x="613610" y="0"/>
                  </a:cubicBezTo>
                  <a:cubicBezTo>
                    <a:pt x="952498" y="0"/>
                    <a:pt x="1227221" y="274723"/>
                    <a:pt x="1227221" y="613611"/>
                  </a:cubicBezTo>
                  <a:close/>
                </a:path>
              </a:pathLst>
            </a:custGeom>
            <a:solidFill>
              <a:srgbClr val="0078D4"/>
            </a:solidFill>
            <a:ln w="7219" cap="flat">
              <a:noFill/>
              <a:prstDash val="solid"/>
              <a:miter/>
            </a:ln>
          </p:spPr>
          <p:txBody>
            <a:bodyPr rtlCol="0" anchor="ctr"/>
            <a:lstStyle/>
            <a:p>
              <a:endParaRPr lang="en-US" sz="1800"/>
            </a:p>
          </p:txBody>
        </p:sp>
        <p:sp>
          <p:nvSpPr>
            <p:cNvPr id="15" name="Freeform: Shape 14">
              <a:extLst>
                <a:ext uri="{FF2B5EF4-FFF2-40B4-BE49-F238E27FC236}">
                  <a16:creationId xmlns:a16="http://schemas.microsoft.com/office/drawing/2014/main" id="{D52BA8B6-7A7D-4BB6-BCD5-B4691D8FC673}"/>
                </a:ext>
              </a:extLst>
            </p:cNvPr>
            <p:cNvSpPr/>
            <p:nvPr/>
          </p:nvSpPr>
          <p:spPr>
            <a:xfrm>
              <a:off x="-6227879" y="140755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16" name="Freeform: Shape 15">
              <a:extLst>
                <a:ext uri="{FF2B5EF4-FFF2-40B4-BE49-F238E27FC236}">
                  <a16:creationId xmlns:a16="http://schemas.microsoft.com/office/drawing/2014/main" id="{9B2D0F37-8CF0-493E-BDA2-7F6502179636}"/>
                </a:ext>
              </a:extLst>
            </p:cNvPr>
            <p:cNvSpPr/>
            <p:nvPr/>
          </p:nvSpPr>
          <p:spPr>
            <a:xfrm>
              <a:off x="-6227879" y="140755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238"/>
                    <a:pt x="14077" y="613611"/>
                  </a:cubicBezTo>
                  <a:cubicBezTo>
                    <a:pt x="14077" y="282983"/>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468"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17" name="Freeform: Shape 16">
              <a:extLst>
                <a:ext uri="{FF2B5EF4-FFF2-40B4-BE49-F238E27FC236}">
                  <a16:creationId xmlns:a16="http://schemas.microsoft.com/office/drawing/2014/main" id="{160135A3-D45D-414B-A102-17DBC03EF050}"/>
                </a:ext>
              </a:extLst>
            </p:cNvPr>
            <p:cNvSpPr/>
            <p:nvPr/>
          </p:nvSpPr>
          <p:spPr>
            <a:xfrm>
              <a:off x="-4820329" y="140755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18" name="Freeform: Shape 17">
              <a:extLst>
                <a:ext uri="{FF2B5EF4-FFF2-40B4-BE49-F238E27FC236}">
                  <a16:creationId xmlns:a16="http://schemas.microsoft.com/office/drawing/2014/main" id="{6972B81C-E47E-4490-9C6F-FE065A8204F1}"/>
                </a:ext>
              </a:extLst>
            </p:cNvPr>
            <p:cNvSpPr/>
            <p:nvPr/>
          </p:nvSpPr>
          <p:spPr>
            <a:xfrm>
              <a:off x="-4820329" y="140755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19" name="Freeform: Shape 18">
              <a:extLst>
                <a:ext uri="{FF2B5EF4-FFF2-40B4-BE49-F238E27FC236}">
                  <a16:creationId xmlns:a16="http://schemas.microsoft.com/office/drawing/2014/main" id="{3D29C863-36EB-4156-AFD5-9203B1D9EFAC}"/>
                </a:ext>
              </a:extLst>
            </p:cNvPr>
            <p:cNvSpPr/>
            <p:nvPr/>
          </p:nvSpPr>
          <p:spPr>
            <a:xfrm>
              <a:off x="-3412778" y="140755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0" name="Freeform: Shape 19">
              <a:extLst>
                <a:ext uri="{FF2B5EF4-FFF2-40B4-BE49-F238E27FC236}">
                  <a16:creationId xmlns:a16="http://schemas.microsoft.com/office/drawing/2014/main" id="{36D4729C-D247-46E9-8C9C-FCE0C0A0C65B}"/>
                </a:ext>
              </a:extLst>
            </p:cNvPr>
            <p:cNvSpPr/>
            <p:nvPr/>
          </p:nvSpPr>
          <p:spPr>
            <a:xfrm>
              <a:off x="-3412778" y="140755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1" name="Freeform: Shape 20">
              <a:extLst>
                <a:ext uri="{FF2B5EF4-FFF2-40B4-BE49-F238E27FC236}">
                  <a16:creationId xmlns:a16="http://schemas.microsoft.com/office/drawing/2014/main" id="{9976A526-C529-4988-B2CF-F2AB9548570D}"/>
                </a:ext>
              </a:extLst>
            </p:cNvPr>
            <p:cNvSpPr/>
            <p:nvPr/>
          </p:nvSpPr>
          <p:spPr>
            <a:xfrm>
              <a:off x="-2005228" y="140755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2" name="Freeform: Shape 21">
              <a:extLst>
                <a:ext uri="{FF2B5EF4-FFF2-40B4-BE49-F238E27FC236}">
                  <a16:creationId xmlns:a16="http://schemas.microsoft.com/office/drawing/2014/main" id="{85062E70-AD5F-4EFC-B0D8-0C9095F4B18A}"/>
                </a:ext>
              </a:extLst>
            </p:cNvPr>
            <p:cNvSpPr/>
            <p:nvPr/>
          </p:nvSpPr>
          <p:spPr>
            <a:xfrm>
              <a:off x="-2005228" y="1407550"/>
              <a:ext cx="1227221" cy="1227221"/>
            </a:xfrm>
            <a:custGeom>
              <a:avLst/>
              <a:gdLst>
                <a:gd name="connsiteX0" fmla="*/ 1227221 w 1227221"/>
                <a:gd name="connsiteY0" fmla="*/ 613611 h 1227221"/>
                <a:gd name="connsiteX1" fmla="*/ 613611 w 1227221"/>
                <a:gd name="connsiteY1" fmla="*/ 1227221 h 1227221"/>
                <a:gd name="connsiteX2" fmla="*/ 0 w 1227221"/>
                <a:gd name="connsiteY2" fmla="*/ 613611 h 1227221"/>
                <a:gd name="connsiteX3" fmla="*/ 613611 w 1227221"/>
                <a:gd name="connsiteY3" fmla="*/ 0 h 1227221"/>
                <a:gd name="connsiteX4" fmla="*/ 1227221 w 1227221"/>
                <a:gd name="connsiteY4" fmla="*/ 613611 h 1227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221" h="1227221">
                  <a:moveTo>
                    <a:pt x="1227221" y="613611"/>
                  </a:moveTo>
                  <a:cubicBezTo>
                    <a:pt x="1227221" y="952498"/>
                    <a:pt x="952498" y="1227221"/>
                    <a:pt x="613611" y="1227221"/>
                  </a:cubicBezTo>
                  <a:cubicBezTo>
                    <a:pt x="274723" y="1227221"/>
                    <a:pt x="0" y="952498"/>
                    <a:pt x="0" y="613611"/>
                  </a:cubicBezTo>
                  <a:cubicBezTo>
                    <a:pt x="0" y="274723"/>
                    <a:pt x="274723" y="0"/>
                    <a:pt x="613611" y="0"/>
                  </a:cubicBezTo>
                  <a:cubicBezTo>
                    <a:pt x="952498" y="0"/>
                    <a:pt x="1227221" y="274723"/>
                    <a:pt x="1227221" y="613611"/>
                  </a:cubicBezTo>
                  <a:close/>
                </a:path>
              </a:pathLst>
            </a:custGeom>
            <a:solidFill>
              <a:srgbClr val="0078D4"/>
            </a:solidFill>
            <a:ln w="7219" cap="flat">
              <a:noFill/>
              <a:prstDash val="solid"/>
              <a:miter/>
            </a:ln>
          </p:spPr>
          <p:txBody>
            <a:bodyPr rtlCol="0" anchor="ctr"/>
            <a:lstStyle/>
            <a:p>
              <a:endParaRPr lang="en-US" sz="1800"/>
            </a:p>
          </p:txBody>
        </p:sp>
        <p:sp>
          <p:nvSpPr>
            <p:cNvPr id="23" name="Freeform: Shape 22">
              <a:extLst>
                <a:ext uri="{FF2B5EF4-FFF2-40B4-BE49-F238E27FC236}">
                  <a16:creationId xmlns:a16="http://schemas.microsoft.com/office/drawing/2014/main" id="{663C171D-686E-4239-B071-B91E8141B69D}"/>
                </a:ext>
              </a:extLst>
            </p:cNvPr>
            <p:cNvSpPr/>
            <p:nvPr/>
          </p:nvSpPr>
          <p:spPr>
            <a:xfrm>
              <a:off x="-597678" y="1407550"/>
              <a:ext cx="1227221" cy="1227221"/>
            </a:xfrm>
            <a:custGeom>
              <a:avLst/>
              <a:gdLst>
                <a:gd name="connsiteX0" fmla="*/ 1213216 w 1227221"/>
                <a:gd name="connsiteY0" fmla="*/ 14077 h 1227221"/>
                <a:gd name="connsiteX1" fmla="*/ 1213216 w 1227221"/>
                <a:gd name="connsiteY1" fmla="*/ 1213144 h 1227221"/>
                <a:gd name="connsiteX2" fmla="*/ 14149 w 1227221"/>
                <a:gd name="connsiteY2" fmla="*/ 1213144 h 1227221"/>
                <a:gd name="connsiteX3" fmla="*/ 14149 w 1227221"/>
                <a:gd name="connsiteY3" fmla="*/ 14077 h 1227221"/>
                <a:gd name="connsiteX4" fmla="*/ 1213216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216" y="14077"/>
                  </a:moveTo>
                  <a:lnTo>
                    <a:pt x="1213216" y="1213144"/>
                  </a:lnTo>
                  <a:lnTo>
                    <a:pt x="14149" y="1213144"/>
                  </a:lnTo>
                  <a:lnTo>
                    <a:pt x="14149" y="14077"/>
                  </a:lnTo>
                  <a:lnTo>
                    <a:pt x="1213216"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4" name="Freeform: Shape 23">
              <a:extLst>
                <a:ext uri="{FF2B5EF4-FFF2-40B4-BE49-F238E27FC236}">
                  <a16:creationId xmlns:a16="http://schemas.microsoft.com/office/drawing/2014/main" id="{41182ED5-7747-4EB6-B778-EECAF850F6D3}"/>
                </a:ext>
              </a:extLst>
            </p:cNvPr>
            <p:cNvSpPr/>
            <p:nvPr/>
          </p:nvSpPr>
          <p:spPr>
            <a:xfrm>
              <a:off x="-597678" y="140755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5" name="Freeform: Shape 24">
              <a:extLst>
                <a:ext uri="{FF2B5EF4-FFF2-40B4-BE49-F238E27FC236}">
                  <a16:creationId xmlns:a16="http://schemas.microsoft.com/office/drawing/2014/main" id="{55E200E7-E0FC-4E98-9D58-8823BCC3D47B}"/>
                </a:ext>
              </a:extLst>
            </p:cNvPr>
            <p:cNvSpPr/>
            <p:nvPr/>
          </p:nvSpPr>
          <p:spPr>
            <a:xfrm>
              <a:off x="-6227879" y="28151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6" name="Freeform: Shape 25">
              <a:extLst>
                <a:ext uri="{FF2B5EF4-FFF2-40B4-BE49-F238E27FC236}">
                  <a16:creationId xmlns:a16="http://schemas.microsoft.com/office/drawing/2014/main" id="{E7CD5125-01C4-4318-A36F-F11FE426FF77}"/>
                </a:ext>
              </a:extLst>
            </p:cNvPr>
            <p:cNvSpPr/>
            <p:nvPr/>
          </p:nvSpPr>
          <p:spPr>
            <a:xfrm>
              <a:off x="-6227879" y="28151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238"/>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468"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7" name="Freeform: Shape 26">
              <a:extLst>
                <a:ext uri="{FF2B5EF4-FFF2-40B4-BE49-F238E27FC236}">
                  <a16:creationId xmlns:a16="http://schemas.microsoft.com/office/drawing/2014/main" id="{A7C14839-A7B0-4623-9E37-DEED89FF5132}"/>
                </a:ext>
              </a:extLst>
            </p:cNvPr>
            <p:cNvSpPr/>
            <p:nvPr/>
          </p:nvSpPr>
          <p:spPr>
            <a:xfrm>
              <a:off x="-4820329" y="28151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8" name="Freeform: Shape 27">
              <a:extLst>
                <a:ext uri="{FF2B5EF4-FFF2-40B4-BE49-F238E27FC236}">
                  <a16:creationId xmlns:a16="http://schemas.microsoft.com/office/drawing/2014/main" id="{B7FDBAB5-40F9-4D75-BF2D-BBFD912B4D67}"/>
                </a:ext>
              </a:extLst>
            </p:cNvPr>
            <p:cNvSpPr/>
            <p:nvPr/>
          </p:nvSpPr>
          <p:spPr>
            <a:xfrm>
              <a:off x="-4820329" y="28151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9" name="Freeform: Shape 28">
              <a:extLst>
                <a:ext uri="{FF2B5EF4-FFF2-40B4-BE49-F238E27FC236}">
                  <a16:creationId xmlns:a16="http://schemas.microsoft.com/office/drawing/2014/main" id="{E5003137-264A-4CFB-A862-CF6D5A72809C}"/>
                </a:ext>
              </a:extLst>
            </p:cNvPr>
            <p:cNvSpPr/>
            <p:nvPr/>
          </p:nvSpPr>
          <p:spPr>
            <a:xfrm>
              <a:off x="-3412778" y="28151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30" name="Freeform: Shape 29">
              <a:extLst>
                <a:ext uri="{FF2B5EF4-FFF2-40B4-BE49-F238E27FC236}">
                  <a16:creationId xmlns:a16="http://schemas.microsoft.com/office/drawing/2014/main" id="{24CB3B9D-A7E7-4421-AACD-AB16134D92AC}"/>
                </a:ext>
              </a:extLst>
            </p:cNvPr>
            <p:cNvSpPr/>
            <p:nvPr/>
          </p:nvSpPr>
          <p:spPr>
            <a:xfrm>
              <a:off x="-3412778" y="28151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31" name="Freeform: Shape 30">
              <a:extLst>
                <a:ext uri="{FF2B5EF4-FFF2-40B4-BE49-F238E27FC236}">
                  <a16:creationId xmlns:a16="http://schemas.microsoft.com/office/drawing/2014/main" id="{EBBE447C-5EF9-4E1C-9470-8DAA1CB7A96F}"/>
                </a:ext>
              </a:extLst>
            </p:cNvPr>
            <p:cNvSpPr/>
            <p:nvPr/>
          </p:nvSpPr>
          <p:spPr>
            <a:xfrm>
              <a:off x="-2005228" y="28151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88" name="Freeform: Shape 287">
              <a:extLst>
                <a:ext uri="{FF2B5EF4-FFF2-40B4-BE49-F238E27FC236}">
                  <a16:creationId xmlns:a16="http://schemas.microsoft.com/office/drawing/2014/main" id="{7D1737C4-55CF-4E77-B03D-B95E631BA048}"/>
                </a:ext>
              </a:extLst>
            </p:cNvPr>
            <p:cNvSpPr/>
            <p:nvPr/>
          </p:nvSpPr>
          <p:spPr>
            <a:xfrm>
              <a:off x="-2005228" y="28151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89" name="Freeform: Shape 288">
              <a:extLst>
                <a:ext uri="{FF2B5EF4-FFF2-40B4-BE49-F238E27FC236}">
                  <a16:creationId xmlns:a16="http://schemas.microsoft.com/office/drawing/2014/main" id="{14FD5F79-C146-4E3B-B1BA-BE50FB0AEA72}"/>
                </a:ext>
              </a:extLst>
            </p:cNvPr>
            <p:cNvSpPr/>
            <p:nvPr/>
          </p:nvSpPr>
          <p:spPr>
            <a:xfrm>
              <a:off x="-597678" y="2815101"/>
              <a:ext cx="1227221" cy="1227221"/>
            </a:xfrm>
            <a:custGeom>
              <a:avLst/>
              <a:gdLst>
                <a:gd name="connsiteX0" fmla="*/ 1213216 w 1227221"/>
                <a:gd name="connsiteY0" fmla="*/ 14077 h 1227221"/>
                <a:gd name="connsiteX1" fmla="*/ 1213216 w 1227221"/>
                <a:gd name="connsiteY1" fmla="*/ 1213144 h 1227221"/>
                <a:gd name="connsiteX2" fmla="*/ 14149 w 1227221"/>
                <a:gd name="connsiteY2" fmla="*/ 1213144 h 1227221"/>
                <a:gd name="connsiteX3" fmla="*/ 14149 w 1227221"/>
                <a:gd name="connsiteY3" fmla="*/ 14077 h 1227221"/>
                <a:gd name="connsiteX4" fmla="*/ 1213216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216" y="14077"/>
                  </a:moveTo>
                  <a:lnTo>
                    <a:pt x="1213216" y="1213144"/>
                  </a:lnTo>
                  <a:lnTo>
                    <a:pt x="14149" y="1213144"/>
                  </a:lnTo>
                  <a:lnTo>
                    <a:pt x="14149" y="14077"/>
                  </a:lnTo>
                  <a:lnTo>
                    <a:pt x="1213216"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90" name="Freeform: Shape 289">
              <a:extLst>
                <a:ext uri="{FF2B5EF4-FFF2-40B4-BE49-F238E27FC236}">
                  <a16:creationId xmlns:a16="http://schemas.microsoft.com/office/drawing/2014/main" id="{12688EF7-081F-47AD-965D-6B3158D146F5}"/>
                </a:ext>
              </a:extLst>
            </p:cNvPr>
            <p:cNvSpPr/>
            <p:nvPr/>
          </p:nvSpPr>
          <p:spPr>
            <a:xfrm>
              <a:off x="-597678" y="28151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91" name="Freeform: Shape 290">
              <a:extLst>
                <a:ext uri="{FF2B5EF4-FFF2-40B4-BE49-F238E27FC236}">
                  <a16:creationId xmlns:a16="http://schemas.microsoft.com/office/drawing/2014/main" id="{C53F2DB1-8C8C-444F-8BCA-8D98DF0E25F9}"/>
                </a:ext>
              </a:extLst>
            </p:cNvPr>
            <p:cNvSpPr/>
            <p:nvPr/>
          </p:nvSpPr>
          <p:spPr>
            <a:xfrm>
              <a:off x="-6227879" y="422265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92" name="Freeform: Shape 291">
              <a:extLst>
                <a:ext uri="{FF2B5EF4-FFF2-40B4-BE49-F238E27FC236}">
                  <a16:creationId xmlns:a16="http://schemas.microsoft.com/office/drawing/2014/main" id="{470630C6-0E3F-4223-8B89-50CDE4F59709}"/>
                </a:ext>
              </a:extLst>
            </p:cNvPr>
            <p:cNvSpPr/>
            <p:nvPr/>
          </p:nvSpPr>
          <p:spPr>
            <a:xfrm>
              <a:off x="-6227879" y="4222651"/>
              <a:ext cx="1227221" cy="1227221"/>
            </a:xfrm>
            <a:custGeom>
              <a:avLst/>
              <a:gdLst>
                <a:gd name="connsiteX0" fmla="*/ 1227221 w 1227221"/>
                <a:gd name="connsiteY0" fmla="*/ 613611 h 1227221"/>
                <a:gd name="connsiteX1" fmla="*/ 613611 w 1227221"/>
                <a:gd name="connsiteY1" fmla="*/ 1227221 h 1227221"/>
                <a:gd name="connsiteX2" fmla="*/ 0 w 1227221"/>
                <a:gd name="connsiteY2" fmla="*/ 613611 h 1227221"/>
                <a:gd name="connsiteX3" fmla="*/ 613611 w 1227221"/>
                <a:gd name="connsiteY3" fmla="*/ 0 h 1227221"/>
                <a:gd name="connsiteX4" fmla="*/ 1227221 w 1227221"/>
                <a:gd name="connsiteY4" fmla="*/ 613611 h 1227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221" h="1227221">
                  <a:moveTo>
                    <a:pt x="1227221" y="613611"/>
                  </a:moveTo>
                  <a:cubicBezTo>
                    <a:pt x="1227221" y="952498"/>
                    <a:pt x="952498" y="1227221"/>
                    <a:pt x="613611" y="1227221"/>
                  </a:cubicBezTo>
                  <a:cubicBezTo>
                    <a:pt x="274723" y="1227221"/>
                    <a:pt x="0" y="952498"/>
                    <a:pt x="0" y="613611"/>
                  </a:cubicBezTo>
                  <a:cubicBezTo>
                    <a:pt x="0" y="274723"/>
                    <a:pt x="274723" y="0"/>
                    <a:pt x="613611" y="0"/>
                  </a:cubicBezTo>
                  <a:cubicBezTo>
                    <a:pt x="952498" y="0"/>
                    <a:pt x="1227221" y="274723"/>
                    <a:pt x="1227221" y="613611"/>
                  </a:cubicBezTo>
                  <a:close/>
                </a:path>
              </a:pathLst>
            </a:custGeom>
            <a:solidFill>
              <a:srgbClr val="50E6FF"/>
            </a:solidFill>
            <a:ln w="7219" cap="flat">
              <a:noFill/>
              <a:prstDash val="solid"/>
              <a:miter/>
            </a:ln>
          </p:spPr>
          <p:txBody>
            <a:bodyPr rtlCol="0" anchor="ctr"/>
            <a:lstStyle/>
            <a:p>
              <a:endParaRPr lang="en-US" sz="1800"/>
            </a:p>
          </p:txBody>
        </p:sp>
        <p:sp>
          <p:nvSpPr>
            <p:cNvPr id="293" name="Freeform: Shape 292">
              <a:extLst>
                <a:ext uri="{FF2B5EF4-FFF2-40B4-BE49-F238E27FC236}">
                  <a16:creationId xmlns:a16="http://schemas.microsoft.com/office/drawing/2014/main" id="{86A20C54-DB24-43A3-8DE9-211DBC27A889}"/>
                </a:ext>
              </a:extLst>
            </p:cNvPr>
            <p:cNvSpPr/>
            <p:nvPr/>
          </p:nvSpPr>
          <p:spPr>
            <a:xfrm>
              <a:off x="-4820329" y="422265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94" name="Freeform: Shape 293">
              <a:extLst>
                <a:ext uri="{FF2B5EF4-FFF2-40B4-BE49-F238E27FC236}">
                  <a16:creationId xmlns:a16="http://schemas.microsoft.com/office/drawing/2014/main" id="{293A437D-ADCA-4AF2-B567-A92D622C6CD9}"/>
                </a:ext>
              </a:extLst>
            </p:cNvPr>
            <p:cNvSpPr/>
            <p:nvPr/>
          </p:nvSpPr>
          <p:spPr>
            <a:xfrm>
              <a:off x="-4820329" y="422265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95" name="Freeform: Shape 294">
              <a:extLst>
                <a:ext uri="{FF2B5EF4-FFF2-40B4-BE49-F238E27FC236}">
                  <a16:creationId xmlns:a16="http://schemas.microsoft.com/office/drawing/2014/main" id="{3DD24260-019F-4063-8C13-DF891912BB72}"/>
                </a:ext>
              </a:extLst>
            </p:cNvPr>
            <p:cNvSpPr/>
            <p:nvPr/>
          </p:nvSpPr>
          <p:spPr>
            <a:xfrm>
              <a:off x="-3412778" y="422265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96" name="Freeform: Shape 295">
              <a:extLst>
                <a:ext uri="{FF2B5EF4-FFF2-40B4-BE49-F238E27FC236}">
                  <a16:creationId xmlns:a16="http://schemas.microsoft.com/office/drawing/2014/main" id="{B42A1882-F1A5-4B03-92F7-223F64352643}"/>
                </a:ext>
              </a:extLst>
            </p:cNvPr>
            <p:cNvSpPr/>
            <p:nvPr/>
          </p:nvSpPr>
          <p:spPr>
            <a:xfrm>
              <a:off x="-3412778" y="422265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97" name="Freeform: Shape 296">
              <a:extLst>
                <a:ext uri="{FF2B5EF4-FFF2-40B4-BE49-F238E27FC236}">
                  <a16:creationId xmlns:a16="http://schemas.microsoft.com/office/drawing/2014/main" id="{53D12CA3-5437-4FDB-B63C-6E605D7B8935}"/>
                </a:ext>
              </a:extLst>
            </p:cNvPr>
            <p:cNvSpPr/>
            <p:nvPr/>
          </p:nvSpPr>
          <p:spPr>
            <a:xfrm>
              <a:off x="-2005228" y="422265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98" name="Freeform: Shape 297">
              <a:extLst>
                <a:ext uri="{FF2B5EF4-FFF2-40B4-BE49-F238E27FC236}">
                  <a16:creationId xmlns:a16="http://schemas.microsoft.com/office/drawing/2014/main" id="{93CD0616-ED72-4CF5-AD82-85BB712289E8}"/>
                </a:ext>
              </a:extLst>
            </p:cNvPr>
            <p:cNvSpPr/>
            <p:nvPr/>
          </p:nvSpPr>
          <p:spPr>
            <a:xfrm>
              <a:off x="-2005228" y="422265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99" name="Freeform: Shape 298">
              <a:extLst>
                <a:ext uri="{FF2B5EF4-FFF2-40B4-BE49-F238E27FC236}">
                  <a16:creationId xmlns:a16="http://schemas.microsoft.com/office/drawing/2014/main" id="{90CDB697-4143-42DA-9699-CB2720679FAC}"/>
                </a:ext>
              </a:extLst>
            </p:cNvPr>
            <p:cNvSpPr/>
            <p:nvPr/>
          </p:nvSpPr>
          <p:spPr>
            <a:xfrm>
              <a:off x="-597678" y="4222651"/>
              <a:ext cx="1227221" cy="1227221"/>
            </a:xfrm>
            <a:custGeom>
              <a:avLst/>
              <a:gdLst>
                <a:gd name="connsiteX0" fmla="*/ 1213216 w 1227221"/>
                <a:gd name="connsiteY0" fmla="*/ 14077 h 1227221"/>
                <a:gd name="connsiteX1" fmla="*/ 1213216 w 1227221"/>
                <a:gd name="connsiteY1" fmla="*/ 1213144 h 1227221"/>
                <a:gd name="connsiteX2" fmla="*/ 14149 w 1227221"/>
                <a:gd name="connsiteY2" fmla="*/ 1213144 h 1227221"/>
                <a:gd name="connsiteX3" fmla="*/ 14149 w 1227221"/>
                <a:gd name="connsiteY3" fmla="*/ 14077 h 1227221"/>
                <a:gd name="connsiteX4" fmla="*/ 1213216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216" y="14077"/>
                  </a:moveTo>
                  <a:lnTo>
                    <a:pt x="1213216" y="1213144"/>
                  </a:lnTo>
                  <a:lnTo>
                    <a:pt x="14149" y="1213144"/>
                  </a:lnTo>
                  <a:lnTo>
                    <a:pt x="14149" y="14077"/>
                  </a:lnTo>
                  <a:lnTo>
                    <a:pt x="1213216"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300" name="Freeform: Shape 299">
              <a:extLst>
                <a:ext uri="{FF2B5EF4-FFF2-40B4-BE49-F238E27FC236}">
                  <a16:creationId xmlns:a16="http://schemas.microsoft.com/office/drawing/2014/main" id="{B98144DE-6AB2-4933-994C-9686FCDFA2C3}"/>
                </a:ext>
              </a:extLst>
            </p:cNvPr>
            <p:cNvSpPr/>
            <p:nvPr/>
          </p:nvSpPr>
          <p:spPr>
            <a:xfrm>
              <a:off x="-597678" y="422265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301" name="Freeform: Shape 300">
              <a:extLst>
                <a:ext uri="{FF2B5EF4-FFF2-40B4-BE49-F238E27FC236}">
                  <a16:creationId xmlns:a16="http://schemas.microsoft.com/office/drawing/2014/main" id="{79484A96-CC9A-4FB6-B5D5-CC321C37B311}"/>
                </a:ext>
              </a:extLst>
            </p:cNvPr>
            <p:cNvSpPr/>
            <p:nvPr/>
          </p:nvSpPr>
          <p:spPr>
            <a:xfrm>
              <a:off x="-6227879" y="56302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302" name="Freeform: Shape 301">
              <a:extLst>
                <a:ext uri="{FF2B5EF4-FFF2-40B4-BE49-F238E27FC236}">
                  <a16:creationId xmlns:a16="http://schemas.microsoft.com/office/drawing/2014/main" id="{19F6E2F0-8187-4210-8799-61C93A0AF63B}"/>
                </a:ext>
              </a:extLst>
            </p:cNvPr>
            <p:cNvSpPr/>
            <p:nvPr/>
          </p:nvSpPr>
          <p:spPr>
            <a:xfrm>
              <a:off x="-6227879" y="56302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238"/>
                    <a:pt x="14077" y="613611"/>
                  </a:cubicBezTo>
                  <a:cubicBezTo>
                    <a:pt x="14077" y="282983"/>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468"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303" name="Freeform: Shape 302">
              <a:extLst>
                <a:ext uri="{FF2B5EF4-FFF2-40B4-BE49-F238E27FC236}">
                  <a16:creationId xmlns:a16="http://schemas.microsoft.com/office/drawing/2014/main" id="{8F821E91-2119-46E5-87CB-7AD5144AC9C7}"/>
                </a:ext>
              </a:extLst>
            </p:cNvPr>
            <p:cNvSpPr/>
            <p:nvPr/>
          </p:nvSpPr>
          <p:spPr>
            <a:xfrm>
              <a:off x="-4820329" y="56302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304" name="Freeform: Shape 303">
              <a:extLst>
                <a:ext uri="{FF2B5EF4-FFF2-40B4-BE49-F238E27FC236}">
                  <a16:creationId xmlns:a16="http://schemas.microsoft.com/office/drawing/2014/main" id="{35CB957A-86AD-4999-AA6C-23114E27DB77}"/>
                </a:ext>
              </a:extLst>
            </p:cNvPr>
            <p:cNvSpPr/>
            <p:nvPr/>
          </p:nvSpPr>
          <p:spPr>
            <a:xfrm>
              <a:off x="-4820329" y="5630201"/>
              <a:ext cx="1227221" cy="1227221"/>
            </a:xfrm>
            <a:custGeom>
              <a:avLst/>
              <a:gdLst>
                <a:gd name="connsiteX0" fmla="*/ 1227221 w 1227221"/>
                <a:gd name="connsiteY0" fmla="*/ 613610 h 1227221"/>
                <a:gd name="connsiteX1" fmla="*/ 613611 w 1227221"/>
                <a:gd name="connsiteY1" fmla="*/ 1227221 h 1227221"/>
                <a:gd name="connsiteX2" fmla="*/ 0 w 1227221"/>
                <a:gd name="connsiteY2" fmla="*/ 613610 h 1227221"/>
                <a:gd name="connsiteX3" fmla="*/ 613611 w 1227221"/>
                <a:gd name="connsiteY3" fmla="*/ 0 h 1227221"/>
                <a:gd name="connsiteX4" fmla="*/ 1227221 w 1227221"/>
                <a:gd name="connsiteY4" fmla="*/ 613610 h 1227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221" h="1227221">
                  <a:moveTo>
                    <a:pt x="1227221" y="613610"/>
                  </a:moveTo>
                  <a:cubicBezTo>
                    <a:pt x="1227221" y="952498"/>
                    <a:pt x="952498" y="1227221"/>
                    <a:pt x="613611" y="1227221"/>
                  </a:cubicBezTo>
                  <a:cubicBezTo>
                    <a:pt x="274723" y="1227221"/>
                    <a:pt x="0" y="952498"/>
                    <a:pt x="0" y="613610"/>
                  </a:cubicBezTo>
                  <a:cubicBezTo>
                    <a:pt x="0" y="274723"/>
                    <a:pt x="274723" y="0"/>
                    <a:pt x="613611" y="0"/>
                  </a:cubicBezTo>
                  <a:cubicBezTo>
                    <a:pt x="952498" y="0"/>
                    <a:pt x="1227221" y="274723"/>
                    <a:pt x="1227221" y="613610"/>
                  </a:cubicBezTo>
                  <a:close/>
                </a:path>
              </a:pathLst>
            </a:custGeom>
            <a:solidFill>
              <a:srgbClr val="0078D4"/>
            </a:solidFill>
            <a:ln w="7219" cap="flat">
              <a:noFill/>
              <a:prstDash val="solid"/>
              <a:miter/>
            </a:ln>
          </p:spPr>
          <p:txBody>
            <a:bodyPr rtlCol="0" anchor="ctr"/>
            <a:lstStyle/>
            <a:p>
              <a:endParaRPr lang="en-US" sz="1800"/>
            </a:p>
          </p:txBody>
        </p:sp>
        <p:sp>
          <p:nvSpPr>
            <p:cNvPr id="305" name="Freeform: Shape 304">
              <a:extLst>
                <a:ext uri="{FF2B5EF4-FFF2-40B4-BE49-F238E27FC236}">
                  <a16:creationId xmlns:a16="http://schemas.microsoft.com/office/drawing/2014/main" id="{8E12B4BE-F042-4FA3-B3C5-552EF9B54774}"/>
                </a:ext>
              </a:extLst>
            </p:cNvPr>
            <p:cNvSpPr/>
            <p:nvPr/>
          </p:nvSpPr>
          <p:spPr>
            <a:xfrm>
              <a:off x="-3412778" y="56302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306" name="Freeform: Shape 305">
              <a:extLst>
                <a:ext uri="{FF2B5EF4-FFF2-40B4-BE49-F238E27FC236}">
                  <a16:creationId xmlns:a16="http://schemas.microsoft.com/office/drawing/2014/main" id="{453BC34C-30D9-40CD-8569-50E9028349B8}"/>
                </a:ext>
              </a:extLst>
            </p:cNvPr>
            <p:cNvSpPr/>
            <p:nvPr/>
          </p:nvSpPr>
          <p:spPr>
            <a:xfrm>
              <a:off x="-3412778" y="56302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307" name="Freeform: Shape 306">
              <a:extLst>
                <a:ext uri="{FF2B5EF4-FFF2-40B4-BE49-F238E27FC236}">
                  <a16:creationId xmlns:a16="http://schemas.microsoft.com/office/drawing/2014/main" id="{F377112D-4250-43E9-BD50-E3A88193A01B}"/>
                </a:ext>
              </a:extLst>
            </p:cNvPr>
            <p:cNvSpPr/>
            <p:nvPr/>
          </p:nvSpPr>
          <p:spPr>
            <a:xfrm>
              <a:off x="-2005228" y="56302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308" name="Freeform: Shape 307">
              <a:extLst>
                <a:ext uri="{FF2B5EF4-FFF2-40B4-BE49-F238E27FC236}">
                  <a16:creationId xmlns:a16="http://schemas.microsoft.com/office/drawing/2014/main" id="{A5FF06BF-EAE1-450C-A685-3048EFC30770}"/>
                </a:ext>
              </a:extLst>
            </p:cNvPr>
            <p:cNvSpPr/>
            <p:nvPr/>
          </p:nvSpPr>
          <p:spPr>
            <a:xfrm>
              <a:off x="-2005228" y="56302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309" name="Freeform: Shape 308">
              <a:extLst>
                <a:ext uri="{FF2B5EF4-FFF2-40B4-BE49-F238E27FC236}">
                  <a16:creationId xmlns:a16="http://schemas.microsoft.com/office/drawing/2014/main" id="{B298EF11-F529-45EE-AA85-98C51FC5C82F}"/>
                </a:ext>
              </a:extLst>
            </p:cNvPr>
            <p:cNvSpPr/>
            <p:nvPr/>
          </p:nvSpPr>
          <p:spPr>
            <a:xfrm>
              <a:off x="-597678" y="5630201"/>
              <a:ext cx="1227221" cy="1227221"/>
            </a:xfrm>
            <a:custGeom>
              <a:avLst/>
              <a:gdLst>
                <a:gd name="connsiteX0" fmla="*/ 1213216 w 1227221"/>
                <a:gd name="connsiteY0" fmla="*/ 14077 h 1227221"/>
                <a:gd name="connsiteX1" fmla="*/ 1213216 w 1227221"/>
                <a:gd name="connsiteY1" fmla="*/ 1213144 h 1227221"/>
                <a:gd name="connsiteX2" fmla="*/ 14149 w 1227221"/>
                <a:gd name="connsiteY2" fmla="*/ 1213144 h 1227221"/>
                <a:gd name="connsiteX3" fmla="*/ 14149 w 1227221"/>
                <a:gd name="connsiteY3" fmla="*/ 14077 h 1227221"/>
                <a:gd name="connsiteX4" fmla="*/ 1213216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216" y="14077"/>
                  </a:moveTo>
                  <a:lnTo>
                    <a:pt x="1213216" y="1213144"/>
                  </a:lnTo>
                  <a:lnTo>
                    <a:pt x="14149" y="1213144"/>
                  </a:lnTo>
                  <a:lnTo>
                    <a:pt x="14149" y="14077"/>
                  </a:lnTo>
                  <a:lnTo>
                    <a:pt x="1213216"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310" name="Freeform: Shape 309">
              <a:extLst>
                <a:ext uri="{FF2B5EF4-FFF2-40B4-BE49-F238E27FC236}">
                  <a16:creationId xmlns:a16="http://schemas.microsoft.com/office/drawing/2014/main" id="{EDB12714-FD91-48B4-B7E1-F071EE842EEC}"/>
                </a:ext>
              </a:extLst>
            </p:cNvPr>
            <p:cNvSpPr/>
            <p:nvPr/>
          </p:nvSpPr>
          <p:spPr>
            <a:xfrm>
              <a:off x="-597678" y="56302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4035066660"/>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ection Header White-3">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73769" y="2002635"/>
            <a:ext cx="6070778" cy="2852737"/>
          </a:xfrm>
        </p:spPr>
        <p:txBody>
          <a:bodyPr anchor="ctr"/>
          <a:lstStyle>
            <a:lvl1pPr>
              <a:defRPr sz="3600">
                <a:solidFill>
                  <a:schemeClr val="tx1"/>
                </a:solidFill>
              </a:defRPr>
            </a:lvl1pPr>
          </a:lstStyle>
          <a:p>
            <a:r>
              <a:rPr lang="en-US"/>
              <a:t>Click to edit Master title style</a:t>
            </a:r>
          </a:p>
        </p:txBody>
      </p:sp>
      <p:grpSp>
        <p:nvGrpSpPr>
          <p:cNvPr id="380" name="Group 379">
            <a:extLst>
              <a:ext uri="{FF2B5EF4-FFF2-40B4-BE49-F238E27FC236}">
                <a16:creationId xmlns:a16="http://schemas.microsoft.com/office/drawing/2014/main" id="{7E49B46A-22C2-4AC1-AD1F-36F9D8D0C8B0}"/>
              </a:ext>
            </a:extLst>
          </p:cNvPr>
          <p:cNvGrpSpPr/>
          <p:nvPr userDrawn="1"/>
        </p:nvGrpSpPr>
        <p:grpSpPr>
          <a:xfrm>
            <a:off x="0" y="1912215"/>
            <a:ext cx="4958052" cy="4945786"/>
            <a:chOff x="-6227879" y="0"/>
            <a:chExt cx="6857422" cy="6857422"/>
          </a:xfrm>
        </p:grpSpPr>
        <p:sp>
          <p:nvSpPr>
            <p:cNvPr id="5" name="Freeform: Shape 4">
              <a:extLst>
                <a:ext uri="{FF2B5EF4-FFF2-40B4-BE49-F238E27FC236}">
                  <a16:creationId xmlns:a16="http://schemas.microsoft.com/office/drawing/2014/main" id="{AECF1235-FD31-411D-A9E9-16C95572DA7F}"/>
                </a:ext>
              </a:extLst>
            </p:cNvPr>
            <p:cNvSpPr/>
            <p:nvPr/>
          </p:nvSpPr>
          <p:spPr>
            <a:xfrm>
              <a:off x="-6227879" y="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6" name="Freeform: Shape 5">
              <a:extLst>
                <a:ext uri="{FF2B5EF4-FFF2-40B4-BE49-F238E27FC236}">
                  <a16:creationId xmlns:a16="http://schemas.microsoft.com/office/drawing/2014/main" id="{154B3451-C9C6-4E3D-8807-628F8074E630}"/>
                </a:ext>
              </a:extLst>
            </p:cNvPr>
            <p:cNvSpPr/>
            <p:nvPr/>
          </p:nvSpPr>
          <p:spPr>
            <a:xfrm>
              <a:off x="-6227879" y="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468"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7" name="Freeform: Shape 6">
              <a:extLst>
                <a:ext uri="{FF2B5EF4-FFF2-40B4-BE49-F238E27FC236}">
                  <a16:creationId xmlns:a16="http://schemas.microsoft.com/office/drawing/2014/main" id="{69D79BD6-6E0D-42A8-AA89-BE4F7248DD23}"/>
                </a:ext>
              </a:extLst>
            </p:cNvPr>
            <p:cNvSpPr/>
            <p:nvPr/>
          </p:nvSpPr>
          <p:spPr>
            <a:xfrm>
              <a:off x="-4820329" y="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8" name="Freeform: Shape 7">
              <a:extLst>
                <a:ext uri="{FF2B5EF4-FFF2-40B4-BE49-F238E27FC236}">
                  <a16:creationId xmlns:a16="http://schemas.microsoft.com/office/drawing/2014/main" id="{8B3A2827-ECE1-424D-86A8-78C773D37EC6}"/>
                </a:ext>
              </a:extLst>
            </p:cNvPr>
            <p:cNvSpPr/>
            <p:nvPr/>
          </p:nvSpPr>
          <p:spPr>
            <a:xfrm>
              <a:off x="-4820329" y="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9" name="Freeform: Shape 8">
              <a:extLst>
                <a:ext uri="{FF2B5EF4-FFF2-40B4-BE49-F238E27FC236}">
                  <a16:creationId xmlns:a16="http://schemas.microsoft.com/office/drawing/2014/main" id="{14F9FFA4-E2C5-4C0D-B429-BDABDD0E2246}"/>
                </a:ext>
              </a:extLst>
            </p:cNvPr>
            <p:cNvSpPr/>
            <p:nvPr/>
          </p:nvSpPr>
          <p:spPr>
            <a:xfrm>
              <a:off x="-3412778" y="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10" name="Freeform: Shape 9">
              <a:extLst>
                <a:ext uri="{FF2B5EF4-FFF2-40B4-BE49-F238E27FC236}">
                  <a16:creationId xmlns:a16="http://schemas.microsoft.com/office/drawing/2014/main" id="{1C752D51-6B44-4AE9-92D6-74F0E7591D1C}"/>
                </a:ext>
              </a:extLst>
            </p:cNvPr>
            <p:cNvSpPr/>
            <p:nvPr/>
          </p:nvSpPr>
          <p:spPr>
            <a:xfrm>
              <a:off x="-3412778" y="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11" name="Freeform: Shape 10">
              <a:extLst>
                <a:ext uri="{FF2B5EF4-FFF2-40B4-BE49-F238E27FC236}">
                  <a16:creationId xmlns:a16="http://schemas.microsoft.com/office/drawing/2014/main" id="{98472D37-C4D8-408D-A04D-81A0D4EF9F99}"/>
                </a:ext>
              </a:extLst>
            </p:cNvPr>
            <p:cNvSpPr/>
            <p:nvPr/>
          </p:nvSpPr>
          <p:spPr>
            <a:xfrm>
              <a:off x="-2005228" y="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12" name="Freeform: Shape 11">
              <a:extLst>
                <a:ext uri="{FF2B5EF4-FFF2-40B4-BE49-F238E27FC236}">
                  <a16:creationId xmlns:a16="http://schemas.microsoft.com/office/drawing/2014/main" id="{91CB739F-7EB7-4846-8B51-F8920B7CF63B}"/>
                </a:ext>
              </a:extLst>
            </p:cNvPr>
            <p:cNvSpPr/>
            <p:nvPr/>
          </p:nvSpPr>
          <p:spPr>
            <a:xfrm>
              <a:off x="-2005228" y="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13" name="Freeform: Shape 12">
              <a:extLst>
                <a:ext uri="{FF2B5EF4-FFF2-40B4-BE49-F238E27FC236}">
                  <a16:creationId xmlns:a16="http://schemas.microsoft.com/office/drawing/2014/main" id="{2643152E-D9DB-4D48-8B74-27DEE2243BE1}"/>
                </a:ext>
              </a:extLst>
            </p:cNvPr>
            <p:cNvSpPr/>
            <p:nvPr/>
          </p:nvSpPr>
          <p:spPr>
            <a:xfrm>
              <a:off x="-597678" y="0"/>
              <a:ext cx="1227221" cy="1227221"/>
            </a:xfrm>
            <a:custGeom>
              <a:avLst/>
              <a:gdLst>
                <a:gd name="connsiteX0" fmla="*/ 1213216 w 1227221"/>
                <a:gd name="connsiteY0" fmla="*/ 14077 h 1227221"/>
                <a:gd name="connsiteX1" fmla="*/ 1213216 w 1227221"/>
                <a:gd name="connsiteY1" fmla="*/ 1213144 h 1227221"/>
                <a:gd name="connsiteX2" fmla="*/ 14149 w 1227221"/>
                <a:gd name="connsiteY2" fmla="*/ 1213144 h 1227221"/>
                <a:gd name="connsiteX3" fmla="*/ 14149 w 1227221"/>
                <a:gd name="connsiteY3" fmla="*/ 14077 h 1227221"/>
                <a:gd name="connsiteX4" fmla="*/ 1213216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216" y="14077"/>
                  </a:moveTo>
                  <a:lnTo>
                    <a:pt x="1213216" y="1213144"/>
                  </a:lnTo>
                  <a:lnTo>
                    <a:pt x="14149" y="1213144"/>
                  </a:lnTo>
                  <a:lnTo>
                    <a:pt x="14149" y="14077"/>
                  </a:lnTo>
                  <a:lnTo>
                    <a:pt x="1213216"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14" name="Freeform: Shape 13">
              <a:extLst>
                <a:ext uri="{FF2B5EF4-FFF2-40B4-BE49-F238E27FC236}">
                  <a16:creationId xmlns:a16="http://schemas.microsoft.com/office/drawing/2014/main" id="{630715E3-2197-4DFD-A00A-7B762ED6856D}"/>
                </a:ext>
              </a:extLst>
            </p:cNvPr>
            <p:cNvSpPr/>
            <p:nvPr/>
          </p:nvSpPr>
          <p:spPr>
            <a:xfrm>
              <a:off x="-597678" y="0"/>
              <a:ext cx="1227221" cy="1227221"/>
            </a:xfrm>
            <a:custGeom>
              <a:avLst/>
              <a:gdLst>
                <a:gd name="connsiteX0" fmla="*/ 1227221 w 1227221"/>
                <a:gd name="connsiteY0" fmla="*/ 613611 h 1227221"/>
                <a:gd name="connsiteX1" fmla="*/ 613610 w 1227221"/>
                <a:gd name="connsiteY1" fmla="*/ 1227221 h 1227221"/>
                <a:gd name="connsiteX2" fmla="*/ 0 w 1227221"/>
                <a:gd name="connsiteY2" fmla="*/ 613611 h 1227221"/>
                <a:gd name="connsiteX3" fmla="*/ 613610 w 1227221"/>
                <a:gd name="connsiteY3" fmla="*/ 0 h 1227221"/>
                <a:gd name="connsiteX4" fmla="*/ 1227221 w 1227221"/>
                <a:gd name="connsiteY4" fmla="*/ 613611 h 1227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221" h="1227221">
                  <a:moveTo>
                    <a:pt x="1227221" y="613611"/>
                  </a:moveTo>
                  <a:cubicBezTo>
                    <a:pt x="1227221" y="952498"/>
                    <a:pt x="952498" y="1227221"/>
                    <a:pt x="613610" y="1227221"/>
                  </a:cubicBezTo>
                  <a:cubicBezTo>
                    <a:pt x="274723" y="1227221"/>
                    <a:pt x="0" y="952498"/>
                    <a:pt x="0" y="613611"/>
                  </a:cubicBezTo>
                  <a:cubicBezTo>
                    <a:pt x="0" y="274723"/>
                    <a:pt x="274723" y="0"/>
                    <a:pt x="613610" y="0"/>
                  </a:cubicBezTo>
                  <a:cubicBezTo>
                    <a:pt x="952498" y="0"/>
                    <a:pt x="1227221" y="274723"/>
                    <a:pt x="1227221" y="613611"/>
                  </a:cubicBezTo>
                  <a:close/>
                </a:path>
              </a:pathLst>
            </a:custGeom>
            <a:solidFill>
              <a:srgbClr val="0078D4"/>
            </a:solidFill>
            <a:ln w="7219" cap="flat">
              <a:noFill/>
              <a:prstDash val="solid"/>
              <a:miter/>
            </a:ln>
          </p:spPr>
          <p:txBody>
            <a:bodyPr rtlCol="0" anchor="ctr"/>
            <a:lstStyle/>
            <a:p>
              <a:endParaRPr lang="en-US" sz="1800"/>
            </a:p>
          </p:txBody>
        </p:sp>
        <p:sp>
          <p:nvSpPr>
            <p:cNvPr id="15" name="Freeform: Shape 14">
              <a:extLst>
                <a:ext uri="{FF2B5EF4-FFF2-40B4-BE49-F238E27FC236}">
                  <a16:creationId xmlns:a16="http://schemas.microsoft.com/office/drawing/2014/main" id="{D52BA8B6-7A7D-4BB6-BCD5-B4691D8FC673}"/>
                </a:ext>
              </a:extLst>
            </p:cNvPr>
            <p:cNvSpPr/>
            <p:nvPr/>
          </p:nvSpPr>
          <p:spPr>
            <a:xfrm>
              <a:off x="-6227879" y="140755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16" name="Freeform: Shape 15">
              <a:extLst>
                <a:ext uri="{FF2B5EF4-FFF2-40B4-BE49-F238E27FC236}">
                  <a16:creationId xmlns:a16="http://schemas.microsoft.com/office/drawing/2014/main" id="{9B2D0F37-8CF0-493E-BDA2-7F6502179636}"/>
                </a:ext>
              </a:extLst>
            </p:cNvPr>
            <p:cNvSpPr/>
            <p:nvPr/>
          </p:nvSpPr>
          <p:spPr>
            <a:xfrm>
              <a:off x="-6227879" y="140755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238"/>
                    <a:pt x="14077" y="613611"/>
                  </a:cubicBezTo>
                  <a:cubicBezTo>
                    <a:pt x="14077" y="282983"/>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468"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17" name="Freeform: Shape 16">
              <a:extLst>
                <a:ext uri="{FF2B5EF4-FFF2-40B4-BE49-F238E27FC236}">
                  <a16:creationId xmlns:a16="http://schemas.microsoft.com/office/drawing/2014/main" id="{160135A3-D45D-414B-A102-17DBC03EF050}"/>
                </a:ext>
              </a:extLst>
            </p:cNvPr>
            <p:cNvSpPr/>
            <p:nvPr/>
          </p:nvSpPr>
          <p:spPr>
            <a:xfrm>
              <a:off x="-4820329" y="140755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18" name="Freeform: Shape 17">
              <a:extLst>
                <a:ext uri="{FF2B5EF4-FFF2-40B4-BE49-F238E27FC236}">
                  <a16:creationId xmlns:a16="http://schemas.microsoft.com/office/drawing/2014/main" id="{6972B81C-E47E-4490-9C6F-FE065A8204F1}"/>
                </a:ext>
              </a:extLst>
            </p:cNvPr>
            <p:cNvSpPr/>
            <p:nvPr/>
          </p:nvSpPr>
          <p:spPr>
            <a:xfrm>
              <a:off x="-4820329" y="140755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19" name="Freeform: Shape 18">
              <a:extLst>
                <a:ext uri="{FF2B5EF4-FFF2-40B4-BE49-F238E27FC236}">
                  <a16:creationId xmlns:a16="http://schemas.microsoft.com/office/drawing/2014/main" id="{3D29C863-36EB-4156-AFD5-9203B1D9EFAC}"/>
                </a:ext>
              </a:extLst>
            </p:cNvPr>
            <p:cNvSpPr/>
            <p:nvPr/>
          </p:nvSpPr>
          <p:spPr>
            <a:xfrm>
              <a:off x="-3412778" y="140755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0" name="Freeform: Shape 19">
              <a:extLst>
                <a:ext uri="{FF2B5EF4-FFF2-40B4-BE49-F238E27FC236}">
                  <a16:creationId xmlns:a16="http://schemas.microsoft.com/office/drawing/2014/main" id="{36D4729C-D247-46E9-8C9C-FCE0C0A0C65B}"/>
                </a:ext>
              </a:extLst>
            </p:cNvPr>
            <p:cNvSpPr/>
            <p:nvPr/>
          </p:nvSpPr>
          <p:spPr>
            <a:xfrm>
              <a:off x="-3412778" y="140755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1" name="Freeform: Shape 20">
              <a:extLst>
                <a:ext uri="{FF2B5EF4-FFF2-40B4-BE49-F238E27FC236}">
                  <a16:creationId xmlns:a16="http://schemas.microsoft.com/office/drawing/2014/main" id="{9976A526-C529-4988-B2CF-F2AB9548570D}"/>
                </a:ext>
              </a:extLst>
            </p:cNvPr>
            <p:cNvSpPr/>
            <p:nvPr/>
          </p:nvSpPr>
          <p:spPr>
            <a:xfrm>
              <a:off x="-2005228" y="140755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2" name="Freeform: Shape 21">
              <a:extLst>
                <a:ext uri="{FF2B5EF4-FFF2-40B4-BE49-F238E27FC236}">
                  <a16:creationId xmlns:a16="http://schemas.microsoft.com/office/drawing/2014/main" id="{85062E70-AD5F-4EFC-B0D8-0C9095F4B18A}"/>
                </a:ext>
              </a:extLst>
            </p:cNvPr>
            <p:cNvSpPr/>
            <p:nvPr/>
          </p:nvSpPr>
          <p:spPr>
            <a:xfrm>
              <a:off x="-2005228" y="1407550"/>
              <a:ext cx="1227221" cy="1227221"/>
            </a:xfrm>
            <a:custGeom>
              <a:avLst/>
              <a:gdLst>
                <a:gd name="connsiteX0" fmla="*/ 1227221 w 1227221"/>
                <a:gd name="connsiteY0" fmla="*/ 613611 h 1227221"/>
                <a:gd name="connsiteX1" fmla="*/ 613611 w 1227221"/>
                <a:gd name="connsiteY1" fmla="*/ 1227221 h 1227221"/>
                <a:gd name="connsiteX2" fmla="*/ 0 w 1227221"/>
                <a:gd name="connsiteY2" fmla="*/ 613611 h 1227221"/>
                <a:gd name="connsiteX3" fmla="*/ 613611 w 1227221"/>
                <a:gd name="connsiteY3" fmla="*/ 0 h 1227221"/>
                <a:gd name="connsiteX4" fmla="*/ 1227221 w 1227221"/>
                <a:gd name="connsiteY4" fmla="*/ 613611 h 1227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221" h="1227221">
                  <a:moveTo>
                    <a:pt x="1227221" y="613611"/>
                  </a:moveTo>
                  <a:cubicBezTo>
                    <a:pt x="1227221" y="952498"/>
                    <a:pt x="952498" y="1227221"/>
                    <a:pt x="613611" y="1227221"/>
                  </a:cubicBezTo>
                  <a:cubicBezTo>
                    <a:pt x="274723" y="1227221"/>
                    <a:pt x="0" y="952498"/>
                    <a:pt x="0" y="613611"/>
                  </a:cubicBezTo>
                  <a:cubicBezTo>
                    <a:pt x="0" y="274723"/>
                    <a:pt x="274723" y="0"/>
                    <a:pt x="613611" y="0"/>
                  </a:cubicBezTo>
                  <a:cubicBezTo>
                    <a:pt x="952498" y="0"/>
                    <a:pt x="1227221" y="274723"/>
                    <a:pt x="1227221" y="613611"/>
                  </a:cubicBezTo>
                  <a:close/>
                </a:path>
              </a:pathLst>
            </a:custGeom>
            <a:solidFill>
              <a:srgbClr val="0078D4"/>
            </a:solidFill>
            <a:ln w="7219" cap="flat">
              <a:noFill/>
              <a:prstDash val="solid"/>
              <a:miter/>
            </a:ln>
          </p:spPr>
          <p:txBody>
            <a:bodyPr rtlCol="0" anchor="ctr"/>
            <a:lstStyle/>
            <a:p>
              <a:endParaRPr lang="en-US" sz="1800"/>
            </a:p>
          </p:txBody>
        </p:sp>
        <p:sp>
          <p:nvSpPr>
            <p:cNvPr id="23" name="Freeform: Shape 22">
              <a:extLst>
                <a:ext uri="{FF2B5EF4-FFF2-40B4-BE49-F238E27FC236}">
                  <a16:creationId xmlns:a16="http://schemas.microsoft.com/office/drawing/2014/main" id="{663C171D-686E-4239-B071-B91E8141B69D}"/>
                </a:ext>
              </a:extLst>
            </p:cNvPr>
            <p:cNvSpPr/>
            <p:nvPr/>
          </p:nvSpPr>
          <p:spPr>
            <a:xfrm>
              <a:off x="-597678" y="1407550"/>
              <a:ext cx="1227221" cy="1227221"/>
            </a:xfrm>
            <a:custGeom>
              <a:avLst/>
              <a:gdLst>
                <a:gd name="connsiteX0" fmla="*/ 1213216 w 1227221"/>
                <a:gd name="connsiteY0" fmla="*/ 14077 h 1227221"/>
                <a:gd name="connsiteX1" fmla="*/ 1213216 w 1227221"/>
                <a:gd name="connsiteY1" fmla="*/ 1213144 h 1227221"/>
                <a:gd name="connsiteX2" fmla="*/ 14149 w 1227221"/>
                <a:gd name="connsiteY2" fmla="*/ 1213144 h 1227221"/>
                <a:gd name="connsiteX3" fmla="*/ 14149 w 1227221"/>
                <a:gd name="connsiteY3" fmla="*/ 14077 h 1227221"/>
                <a:gd name="connsiteX4" fmla="*/ 1213216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216" y="14077"/>
                  </a:moveTo>
                  <a:lnTo>
                    <a:pt x="1213216" y="1213144"/>
                  </a:lnTo>
                  <a:lnTo>
                    <a:pt x="14149" y="1213144"/>
                  </a:lnTo>
                  <a:lnTo>
                    <a:pt x="14149" y="14077"/>
                  </a:lnTo>
                  <a:lnTo>
                    <a:pt x="1213216"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4" name="Freeform: Shape 23">
              <a:extLst>
                <a:ext uri="{FF2B5EF4-FFF2-40B4-BE49-F238E27FC236}">
                  <a16:creationId xmlns:a16="http://schemas.microsoft.com/office/drawing/2014/main" id="{41182ED5-7747-4EB6-B778-EECAF850F6D3}"/>
                </a:ext>
              </a:extLst>
            </p:cNvPr>
            <p:cNvSpPr/>
            <p:nvPr/>
          </p:nvSpPr>
          <p:spPr>
            <a:xfrm>
              <a:off x="-597678" y="140755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5" name="Freeform: Shape 24">
              <a:extLst>
                <a:ext uri="{FF2B5EF4-FFF2-40B4-BE49-F238E27FC236}">
                  <a16:creationId xmlns:a16="http://schemas.microsoft.com/office/drawing/2014/main" id="{55E200E7-E0FC-4E98-9D58-8823BCC3D47B}"/>
                </a:ext>
              </a:extLst>
            </p:cNvPr>
            <p:cNvSpPr/>
            <p:nvPr/>
          </p:nvSpPr>
          <p:spPr>
            <a:xfrm>
              <a:off x="-6227879" y="28151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6" name="Freeform: Shape 25">
              <a:extLst>
                <a:ext uri="{FF2B5EF4-FFF2-40B4-BE49-F238E27FC236}">
                  <a16:creationId xmlns:a16="http://schemas.microsoft.com/office/drawing/2014/main" id="{E7CD5125-01C4-4318-A36F-F11FE426FF77}"/>
                </a:ext>
              </a:extLst>
            </p:cNvPr>
            <p:cNvSpPr/>
            <p:nvPr/>
          </p:nvSpPr>
          <p:spPr>
            <a:xfrm>
              <a:off x="-6227879" y="28151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238"/>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468"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7" name="Freeform: Shape 26">
              <a:extLst>
                <a:ext uri="{FF2B5EF4-FFF2-40B4-BE49-F238E27FC236}">
                  <a16:creationId xmlns:a16="http://schemas.microsoft.com/office/drawing/2014/main" id="{A7C14839-A7B0-4623-9E37-DEED89FF5132}"/>
                </a:ext>
              </a:extLst>
            </p:cNvPr>
            <p:cNvSpPr/>
            <p:nvPr/>
          </p:nvSpPr>
          <p:spPr>
            <a:xfrm>
              <a:off x="-4820329" y="28151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8" name="Freeform: Shape 27">
              <a:extLst>
                <a:ext uri="{FF2B5EF4-FFF2-40B4-BE49-F238E27FC236}">
                  <a16:creationId xmlns:a16="http://schemas.microsoft.com/office/drawing/2014/main" id="{B7FDBAB5-40F9-4D75-BF2D-BBFD912B4D67}"/>
                </a:ext>
              </a:extLst>
            </p:cNvPr>
            <p:cNvSpPr/>
            <p:nvPr/>
          </p:nvSpPr>
          <p:spPr>
            <a:xfrm>
              <a:off x="-4820329" y="28151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9" name="Freeform: Shape 28">
              <a:extLst>
                <a:ext uri="{FF2B5EF4-FFF2-40B4-BE49-F238E27FC236}">
                  <a16:creationId xmlns:a16="http://schemas.microsoft.com/office/drawing/2014/main" id="{E5003137-264A-4CFB-A862-CF6D5A72809C}"/>
                </a:ext>
              </a:extLst>
            </p:cNvPr>
            <p:cNvSpPr/>
            <p:nvPr/>
          </p:nvSpPr>
          <p:spPr>
            <a:xfrm>
              <a:off x="-3412778" y="28151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30" name="Freeform: Shape 29">
              <a:extLst>
                <a:ext uri="{FF2B5EF4-FFF2-40B4-BE49-F238E27FC236}">
                  <a16:creationId xmlns:a16="http://schemas.microsoft.com/office/drawing/2014/main" id="{24CB3B9D-A7E7-4421-AACD-AB16134D92AC}"/>
                </a:ext>
              </a:extLst>
            </p:cNvPr>
            <p:cNvSpPr/>
            <p:nvPr/>
          </p:nvSpPr>
          <p:spPr>
            <a:xfrm>
              <a:off x="-3412778" y="28151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31" name="Freeform: Shape 30">
              <a:extLst>
                <a:ext uri="{FF2B5EF4-FFF2-40B4-BE49-F238E27FC236}">
                  <a16:creationId xmlns:a16="http://schemas.microsoft.com/office/drawing/2014/main" id="{EBBE447C-5EF9-4E1C-9470-8DAA1CB7A96F}"/>
                </a:ext>
              </a:extLst>
            </p:cNvPr>
            <p:cNvSpPr/>
            <p:nvPr/>
          </p:nvSpPr>
          <p:spPr>
            <a:xfrm>
              <a:off x="-2005228" y="28151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88" name="Freeform: Shape 287">
              <a:extLst>
                <a:ext uri="{FF2B5EF4-FFF2-40B4-BE49-F238E27FC236}">
                  <a16:creationId xmlns:a16="http://schemas.microsoft.com/office/drawing/2014/main" id="{7D1737C4-55CF-4E77-B03D-B95E631BA048}"/>
                </a:ext>
              </a:extLst>
            </p:cNvPr>
            <p:cNvSpPr/>
            <p:nvPr/>
          </p:nvSpPr>
          <p:spPr>
            <a:xfrm>
              <a:off x="-2005228" y="28151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89" name="Freeform: Shape 288">
              <a:extLst>
                <a:ext uri="{FF2B5EF4-FFF2-40B4-BE49-F238E27FC236}">
                  <a16:creationId xmlns:a16="http://schemas.microsoft.com/office/drawing/2014/main" id="{14FD5F79-C146-4E3B-B1BA-BE50FB0AEA72}"/>
                </a:ext>
              </a:extLst>
            </p:cNvPr>
            <p:cNvSpPr/>
            <p:nvPr/>
          </p:nvSpPr>
          <p:spPr>
            <a:xfrm>
              <a:off x="-597678" y="2815101"/>
              <a:ext cx="1227221" cy="1227221"/>
            </a:xfrm>
            <a:custGeom>
              <a:avLst/>
              <a:gdLst>
                <a:gd name="connsiteX0" fmla="*/ 1213216 w 1227221"/>
                <a:gd name="connsiteY0" fmla="*/ 14077 h 1227221"/>
                <a:gd name="connsiteX1" fmla="*/ 1213216 w 1227221"/>
                <a:gd name="connsiteY1" fmla="*/ 1213144 h 1227221"/>
                <a:gd name="connsiteX2" fmla="*/ 14149 w 1227221"/>
                <a:gd name="connsiteY2" fmla="*/ 1213144 h 1227221"/>
                <a:gd name="connsiteX3" fmla="*/ 14149 w 1227221"/>
                <a:gd name="connsiteY3" fmla="*/ 14077 h 1227221"/>
                <a:gd name="connsiteX4" fmla="*/ 1213216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216" y="14077"/>
                  </a:moveTo>
                  <a:lnTo>
                    <a:pt x="1213216" y="1213144"/>
                  </a:lnTo>
                  <a:lnTo>
                    <a:pt x="14149" y="1213144"/>
                  </a:lnTo>
                  <a:lnTo>
                    <a:pt x="14149" y="14077"/>
                  </a:lnTo>
                  <a:lnTo>
                    <a:pt x="1213216"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90" name="Freeform: Shape 289">
              <a:extLst>
                <a:ext uri="{FF2B5EF4-FFF2-40B4-BE49-F238E27FC236}">
                  <a16:creationId xmlns:a16="http://schemas.microsoft.com/office/drawing/2014/main" id="{12688EF7-081F-47AD-965D-6B3158D146F5}"/>
                </a:ext>
              </a:extLst>
            </p:cNvPr>
            <p:cNvSpPr/>
            <p:nvPr/>
          </p:nvSpPr>
          <p:spPr>
            <a:xfrm>
              <a:off x="-597678" y="28151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91" name="Freeform: Shape 290">
              <a:extLst>
                <a:ext uri="{FF2B5EF4-FFF2-40B4-BE49-F238E27FC236}">
                  <a16:creationId xmlns:a16="http://schemas.microsoft.com/office/drawing/2014/main" id="{C53F2DB1-8C8C-444F-8BCA-8D98DF0E25F9}"/>
                </a:ext>
              </a:extLst>
            </p:cNvPr>
            <p:cNvSpPr/>
            <p:nvPr/>
          </p:nvSpPr>
          <p:spPr>
            <a:xfrm>
              <a:off x="-6227879" y="422265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92" name="Freeform: Shape 291">
              <a:extLst>
                <a:ext uri="{FF2B5EF4-FFF2-40B4-BE49-F238E27FC236}">
                  <a16:creationId xmlns:a16="http://schemas.microsoft.com/office/drawing/2014/main" id="{470630C6-0E3F-4223-8B89-50CDE4F59709}"/>
                </a:ext>
              </a:extLst>
            </p:cNvPr>
            <p:cNvSpPr/>
            <p:nvPr/>
          </p:nvSpPr>
          <p:spPr>
            <a:xfrm>
              <a:off x="-6227879" y="4222651"/>
              <a:ext cx="1227221" cy="1227221"/>
            </a:xfrm>
            <a:custGeom>
              <a:avLst/>
              <a:gdLst>
                <a:gd name="connsiteX0" fmla="*/ 1227221 w 1227221"/>
                <a:gd name="connsiteY0" fmla="*/ 613611 h 1227221"/>
                <a:gd name="connsiteX1" fmla="*/ 613611 w 1227221"/>
                <a:gd name="connsiteY1" fmla="*/ 1227221 h 1227221"/>
                <a:gd name="connsiteX2" fmla="*/ 0 w 1227221"/>
                <a:gd name="connsiteY2" fmla="*/ 613611 h 1227221"/>
                <a:gd name="connsiteX3" fmla="*/ 613611 w 1227221"/>
                <a:gd name="connsiteY3" fmla="*/ 0 h 1227221"/>
                <a:gd name="connsiteX4" fmla="*/ 1227221 w 1227221"/>
                <a:gd name="connsiteY4" fmla="*/ 613611 h 1227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221" h="1227221">
                  <a:moveTo>
                    <a:pt x="1227221" y="613611"/>
                  </a:moveTo>
                  <a:cubicBezTo>
                    <a:pt x="1227221" y="952498"/>
                    <a:pt x="952498" y="1227221"/>
                    <a:pt x="613611" y="1227221"/>
                  </a:cubicBezTo>
                  <a:cubicBezTo>
                    <a:pt x="274723" y="1227221"/>
                    <a:pt x="0" y="952498"/>
                    <a:pt x="0" y="613611"/>
                  </a:cubicBezTo>
                  <a:cubicBezTo>
                    <a:pt x="0" y="274723"/>
                    <a:pt x="274723" y="0"/>
                    <a:pt x="613611" y="0"/>
                  </a:cubicBezTo>
                  <a:cubicBezTo>
                    <a:pt x="952498" y="0"/>
                    <a:pt x="1227221" y="274723"/>
                    <a:pt x="1227221" y="613611"/>
                  </a:cubicBezTo>
                  <a:close/>
                </a:path>
              </a:pathLst>
            </a:custGeom>
            <a:solidFill>
              <a:srgbClr val="50E6FF"/>
            </a:solidFill>
            <a:ln w="7219" cap="flat">
              <a:noFill/>
              <a:prstDash val="solid"/>
              <a:miter/>
            </a:ln>
          </p:spPr>
          <p:txBody>
            <a:bodyPr rtlCol="0" anchor="ctr"/>
            <a:lstStyle/>
            <a:p>
              <a:endParaRPr lang="en-US" sz="1800"/>
            </a:p>
          </p:txBody>
        </p:sp>
        <p:sp>
          <p:nvSpPr>
            <p:cNvPr id="293" name="Freeform: Shape 292">
              <a:extLst>
                <a:ext uri="{FF2B5EF4-FFF2-40B4-BE49-F238E27FC236}">
                  <a16:creationId xmlns:a16="http://schemas.microsoft.com/office/drawing/2014/main" id="{86A20C54-DB24-43A3-8DE9-211DBC27A889}"/>
                </a:ext>
              </a:extLst>
            </p:cNvPr>
            <p:cNvSpPr/>
            <p:nvPr/>
          </p:nvSpPr>
          <p:spPr>
            <a:xfrm>
              <a:off x="-4820329" y="422265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94" name="Freeform: Shape 293">
              <a:extLst>
                <a:ext uri="{FF2B5EF4-FFF2-40B4-BE49-F238E27FC236}">
                  <a16:creationId xmlns:a16="http://schemas.microsoft.com/office/drawing/2014/main" id="{293A437D-ADCA-4AF2-B567-A92D622C6CD9}"/>
                </a:ext>
              </a:extLst>
            </p:cNvPr>
            <p:cNvSpPr/>
            <p:nvPr/>
          </p:nvSpPr>
          <p:spPr>
            <a:xfrm>
              <a:off x="-4820329" y="422265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95" name="Freeform: Shape 294">
              <a:extLst>
                <a:ext uri="{FF2B5EF4-FFF2-40B4-BE49-F238E27FC236}">
                  <a16:creationId xmlns:a16="http://schemas.microsoft.com/office/drawing/2014/main" id="{3DD24260-019F-4063-8C13-DF891912BB72}"/>
                </a:ext>
              </a:extLst>
            </p:cNvPr>
            <p:cNvSpPr/>
            <p:nvPr/>
          </p:nvSpPr>
          <p:spPr>
            <a:xfrm>
              <a:off x="-3412778" y="422265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96" name="Freeform: Shape 295">
              <a:extLst>
                <a:ext uri="{FF2B5EF4-FFF2-40B4-BE49-F238E27FC236}">
                  <a16:creationId xmlns:a16="http://schemas.microsoft.com/office/drawing/2014/main" id="{B42A1882-F1A5-4B03-92F7-223F64352643}"/>
                </a:ext>
              </a:extLst>
            </p:cNvPr>
            <p:cNvSpPr/>
            <p:nvPr/>
          </p:nvSpPr>
          <p:spPr>
            <a:xfrm>
              <a:off x="-3412778" y="422265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97" name="Freeform: Shape 296">
              <a:extLst>
                <a:ext uri="{FF2B5EF4-FFF2-40B4-BE49-F238E27FC236}">
                  <a16:creationId xmlns:a16="http://schemas.microsoft.com/office/drawing/2014/main" id="{53D12CA3-5437-4FDB-B63C-6E605D7B8935}"/>
                </a:ext>
              </a:extLst>
            </p:cNvPr>
            <p:cNvSpPr/>
            <p:nvPr/>
          </p:nvSpPr>
          <p:spPr>
            <a:xfrm>
              <a:off x="-2005228" y="422265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98" name="Freeform: Shape 297">
              <a:extLst>
                <a:ext uri="{FF2B5EF4-FFF2-40B4-BE49-F238E27FC236}">
                  <a16:creationId xmlns:a16="http://schemas.microsoft.com/office/drawing/2014/main" id="{93CD0616-ED72-4CF5-AD82-85BB712289E8}"/>
                </a:ext>
              </a:extLst>
            </p:cNvPr>
            <p:cNvSpPr/>
            <p:nvPr/>
          </p:nvSpPr>
          <p:spPr>
            <a:xfrm>
              <a:off x="-2005228" y="422265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99" name="Freeform: Shape 298">
              <a:extLst>
                <a:ext uri="{FF2B5EF4-FFF2-40B4-BE49-F238E27FC236}">
                  <a16:creationId xmlns:a16="http://schemas.microsoft.com/office/drawing/2014/main" id="{90CDB697-4143-42DA-9699-CB2720679FAC}"/>
                </a:ext>
              </a:extLst>
            </p:cNvPr>
            <p:cNvSpPr/>
            <p:nvPr/>
          </p:nvSpPr>
          <p:spPr>
            <a:xfrm>
              <a:off x="-597678" y="4222651"/>
              <a:ext cx="1227221" cy="1227221"/>
            </a:xfrm>
            <a:custGeom>
              <a:avLst/>
              <a:gdLst>
                <a:gd name="connsiteX0" fmla="*/ 1213216 w 1227221"/>
                <a:gd name="connsiteY0" fmla="*/ 14077 h 1227221"/>
                <a:gd name="connsiteX1" fmla="*/ 1213216 w 1227221"/>
                <a:gd name="connsiteY1" fmla="*/ 1213144 h 1227221"/>
                <a:gd name="connsiteX2" fmla="*/ 14149 w 1227221"/>
                <a:gd name="connsiteY2" fmla="*/ 1213144 h 1227221"/>
                <a:gd name="connsiteX3" fmla="*/ 14149 w 1227221"/>
                <a:gd name="connsiteY3" fmla="*/ 14077 h 1227221"/>
                <a:gd name="connsiteX4" fmla="*/ 1213216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216" y="14077"/>
                  </a:moveTo>
                  <a:lnTo>
                    <a:pt x="1213216" y="1213144"/>
                  </a:lnTo>
                  <a:lnTo>
                    <a:pt x="14149" y="1213144"/>
                  </a:lnTo>
                  <a:lnTo>
                    <a:pt x="14149" y="14077"/>
                  </a:lnTo>
                  <a:lnTo>
                    <a:pt x="1213216"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300" name="Freeform: Shape 299">
              <a:extLst>
                <a:ext uri="{FF2B5EF4-FFF2-40B4-BE49-F238E27FC236}">
                  <a16:creationId xmlns:a16="http://schemas.microsoft.com/office/drawing/2014/main" id="{B98144DE-6AB2-4933-994C-9686FCDFA2C3}"/>
                </a:ext>
              </a:extLst>
            </p:cNvPr>
            <p:cNvSpPr/>
            <p:nvPr/>
          </p:nvSpPr>
          <p:spPr>
            <a:xfrm>
              <a:off x="-597678" y="422265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301" name="Freeform: Shape 300">
              <a:extLst>
                <a:ext uri="{FF2B5EF4-FFF2-40B4-BE49-F238E27FC236}">
                  <a16:creationId xmlns:a16="http://schemas.microsoft.com/office/drawing/2014/main" id="{79484A96-CC9A-4FB6-B5D5-CC321C37B311}"/>
                </a:ext>
              </a:extLst>
            </p:cNvPr>
            <p:cNvSpPr/>
            <p:nvPr/>
          </p:nvSpPr>
          <p:spPr>
            <a:xfrm>
              <a:off x="-6227879" y="56302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302" name="Freeform: Shape 301">
              <a:extLst>
                <a:ext uri="{FF2B5EF4-FFF2-40B4-BE49-F238E27FC236}">
                  <a16:creationId xmlns:a16="http://schemas.microsoft.com/office/drawing/2014/main" id="{19F6E2F0-8187-4210-8799-61C93A0AF63B}"/>
                </a:ext>
              </a:extLst>
            </p:cNvPr>
            <p:cNvSpPr/>
            <p:nvPr/>
          </p:nvSpPr>
          <p:spPr>
            <a:xfrm>
              <a:off x="-6227879" y="56302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238"/>
                    <a:pt x="14077" y="613611"/>
                  </a:cubicBezTo>
                  <a:cubicBezTo>
                    <a:pt x="14077" y="282983"/>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468"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303" name="Freeform: Shape 302">
              <a:extLst>
                <a:ext uri="{FF2B5EF4-FFF2-40B4-BE49-F238E27FC236}">
                  <a16:creationId xmlns:a16="http://schemas.microsoft.com/office/drawing/2014/main" id="{8F821E91-2119-46E5-87CB-7AD5144AC9C7}"/>
                </a:ext>
              </a:extLst>
            </p:cNvPr>
            <p:cNvSpPr/>
            <p:nvPr/>
          </p:nvSpPr>
          <p:spPr>
            <a:xfrm>
              <a:off x="-4820329" y="56302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304" name="Freeform: Shape 303">
              <a:extLst>
                <a:ext uri="{FF2B5EF4-FFF2-40B4-BE49-F238E27FC236}">
                  <a16:creationId xmlns:a16="http://schemas.microsoft.com/office/drawing/2014/main" id="{35CB957A-86AD-4999-AA6C-23114E27DB77}"/>
                </a:ext>
              </a:extLst>
            </p:cNvPr>
            <p:cNvSpPr/>
            <p:nvPr/>
          </p:nvSpPr>
          <p:spPr>
            <a:xfrm>
              <a:off x="-4820329" y="5630201"/>
              <a:ext cx="1227221" cy="1227221"/>
            </a:xfrm>
            <a:custGeom>
              <a:avLst/>
              <a:gdLst>
                <a:gd name="connsiteX0" fmla="*/ 1227221 w 1227221"/>
                <a:gd name="connsiteY0" fmla="*/ 613610 h 1227221"/>
                <a:gd name="connsiteX1" fmla="*/ 613611 w 1227221"/>
                <a:gd name="connsiteY1" fmla="*/ 1227221 h 1227221"/>
                <a:gd name="connsiteX2" fmla="*/ 0 w 1227221"/>
                <a:gd name="connsiteY2" fmla="*/ 613610 h 1227221"/>
                <a:gd name="connsiteX3" fmla="*/ 613611 w 1227221"/>
                <a:gd name="connsiteY3" fmla="*/ 0 h 1227221"/>
                <a:gd name="connsiteX4" fmla="*/ 1227221 w 1227221"/>
                <a:gd name="connsiteY4" fmla="*/ 613610 h 1227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221" h="1227221">
                  <a:moveTo>
                    <a:pt x="1227221" y="613610"/>
                  </a:moveTo>
                  <a:cubicBezTo>
                    <a:pt x="1227221" y="952498"/>
                    <a:pt x="952498" y="1227221"/>
                    <a:pt x="613611" y="1227221"/>
                  </a:cubicBezTo>
                  <a:cubicBezTo>
                    <a:pt x="274723" y="1227221"/>
                    <a:pt x="0" y="952498"/>
                    <a:pt x="0" y="613610"/>
                  </a:cubicBezTo>
                  <a:cubicBezTo>
                    <a:pt x="0" y="274723"/>
                    <a:pt x="274723" y="0"/>
                    <a:pt x="613611" y="0"/>
                  </a:cubicBezTo>
                  <a:cubicBezTo>
                    <a:pt x="952498" y="0"/>
                    <a:pt x="1227221" y="274723"/>
                    <a:pt x="1227221" y="613610"/>
                  </a:cubicBezTo>
                  <a:close/>
                </a:path>
              </a:pathLst>
            </a:custGeom>
            <a:solidFill>
              <a:srgbClr val="0078D4"/>
            </a:solidFill>
            <a:ln w="7219" cap="flat">
              <a:noFill/>
              <a:prstDash val="solid"/>
              <a:miter/>
            </a:ln>
          </p:spPr>
          <p:txBody>
            <a:bodyPr rtlCol="0" anchor="ctr"/>
            <a:lstStyle/>
            <a:p>
              <a:endParaRPr lang="en-US" sz="1800"/>
            </a:p>
          </p:txBody>
        </p:sp>
        <p:sp>
          <p:nvSpPr>
            <p:cNvPr id="305" name="Freeform: Shape 304">
              <a:extLst>
                <a:ext uri="{FF2B5EF4-FFF2-40B4-BE49-F238E27FC236}">
                  <a16:creationId xmlns:a16="http://schemas.microsoft.com/office/drawing/2014/main" id="{8E12B4BE-F042-4FA3-B3C5-552EF9B54774}"/>
                </a:ext>
              </a:extLst>
            </p:cNvPr>
            <p:cNvSpPr/>
            <p:nvPr/>
          </p:nvSpPr>
          <p:spPr>
            <a:xfrm>
              <a:off x="-3412778" y="56302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306" name="Freeform: Shape 305">
              <a:extLst>
                <a:ext uri="{FF2B5EF4-FFF2-40B4-BE49-F238E27FC236}">
                  <a16:creationId xmlns:a16="http://schemas.microsoft.com/office/drawing/2014/main" id="{453BC34C-30D9-40CD-8569-50E9028349B8}"/>
                </a:ext>
              </a:extLst>
            </p:cNvPr>
            <p:cNvSpPr/>
            <p:nvPr/>
          </p:nvSpPr>
          <p:spPr>
            <a:xfrm>
              <a:off x="-3412778" y="56302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307" name="Freeform: Shape 306">
              <a:extLst>
                <a:ext uri="{FF2B5EF4-FFF2-40B4-BE49-F238E27FC236}">
                  <a16:creationId xmlns:a16="http://schemas.microsoft.com/office/drawing/2014/main" id="{F377112D-4250-43E9-BD50-E3A88193A01B}"/>
                </a:ext>
              </a:extLst>
            </p:cNvPr>
            <p:cNvSpPr/>
            <p:nvPr/>
          </p:nvSpPr>
          <p:spPr>
            <a:xfrm>
              <a:off x="-2005228" y="56302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308" name="Freeform: Shape 307">
              <a:extLst>
                <a:ext uri="{FF2B5EF4-FFF2-40B4-BE49-F238E27FC236}">
                  <a16:creationId xmlns:a16="http://schemas.microsoft.com/office/drawing/2014/main" id="{A5FF06BF-EAE1-450C-A685-3048EFC30770}"/>
                </a:ext>
              </a:extLst>
            </p:cNvPr>
            <p:cNvSpPr/>
            <p:nvPr/>
          </p:nvSpPr>
          <p:spPr>
            <a:xfrm>
              <a:off x="-2005228" y="56302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309" name="Freeform: Shape 308">
              <a:extLst>
                <a:ext uri="{FF2B5EF4-FFF2-40B4-BE49-F238E27FC236}">
                  <a16:creationId xmlns:a16="http://schemas.microsoft.com/office/drawing/2014/main" id="{B298EF11-F529-45EE-AA85-98C51FC5C82F}"/>
                </a:ext>
              </a:extLst>
            </p:cNvPr>
            <p:cNvSpPr/>
            <p:nvPr/>
          </p:nvSpPr>
          <p:spPr>
            <a:xfrm>
              <a:off x="-597678" y="5630201"/>
              <a:ext cx="1227221" cy="1227221"/>
            </a:xfrm>
            <a:custGeom>
              <a:avLst/>
              <a:gdLst>
                <a:gd name="connsiteX0" fmla="*/ 1213216 w 1227221"/>
                <a:gd name="connsiteY0" fmla="*/ 14077 h 1227221"/>
                <a:gd name="connsiteX1" fmla="*/ 1213216 w 1227221"/>
                <a:gd name="connsiteY1" fmla="*/ 1213144 h 1227221"/>
                <a:gd name="connsiteX2" fmla="*/ 14149 w 1227221"/>
                <a:gd name="connsiteY2" fmla="*/ 1213144 h 1227221"/>
                <a:gd name="connsiteX3" fmla="*/ 14149 w 1227221"/>
                <a:gd name="connsiteY3" fmla="*/ 14077 h 1227221"/>
                <a:gd name="connsiteX4" fmla="*/ 1213216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216" y="14077"/>
                  </a:moveTo>
                  <a:lnTo>
                    <a:pt x="1213216" y="1213144"/>
                  </a:lnTo>
                  <a:lnTo>
                    <a:pt x="14149" y="1213144"/>
                  </a:lnTo>
                  <a:lnTo>
                    <a:pt x="14149" y="14077"/>
                  </a:lnTo>
                  <a:lnTo>
                    <a:pt x="1213216"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310" name="Freeform: Shape 309">
              <a:extLst>
                <a:ext uri="{FF2B5EF4-FFF2-40B4-BE49-F238E27FC236}">
                  <a16:creationId xmlns:a16="http://schemas.microsoft.com/office/drawing/2014/main" id="{EDB12714-FD91-48B4-B7E1-F071EE842EEC}"/>
                </a:ext>
              </a:extLst>
            </p:cNvPr>
            <p:cNvSpPr/>
            <p:nvPr/>
          </p:nvSpPr>
          <p:spPr>
            <a:xfrm>
              <a:off x="-597678" y="56302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3890604841"/>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ection Header Dark-4">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277783" y="2002635"/>
            <a:ext cx="7366764" cy="2852737"/>
          </a:xfrm>
        </p:spPr>
        <p:txBody>
          <a:bodyPr anchor="ctr"/>
          <a:lstStyle>
            <a:lvl1pPr>
              <a:defRPr sz="3600">
                <a:solidFill>
                  <a:schemeClr val="accent3"/>
                </a:solidFill>
              </a:defRPr>
            </a:lvl1pPr>
          </a:lstStyle>
          <a:p>
            <a:r>
              <a:rPr lang="en-US"/>
              <a:t>Click to edit Master title style</a:t>
            </a:r>
          </a:p>
        </p:txBody>
      </p:sp>
      <p:pic>
        <p:nvPicPr>
          <p:cNvPr id="54" name="Picture 53" descr="A picture containing device, fan, web&#10;&#10;Description automatically generated">
            <a:extLst>
              <a:ext uri="{FF2B5EF4-FFF2-40B4-BE49-F238E27FC236}">
                <a16:creationId xmlns:a16="http://schemas.microsoft.com/office/drawing/2014/main" id="{AFAF1DC2-7184-4C1A-9BAB-7BF2947CFD53}"/>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8484"/>
            <a:ext cx="3426940" cy="6849516"/>
          </a:xfrm>
          <a:prstGeom prst="rect">
            <a:avLst/>
          </a:prstGeom>
        </p:spPr>
      </p:pic>
    </p:spTree>
    <p:extLst>
      <p:ext uri="{BB962C8B-B14F-4D97-AF65-F5344CB8AC3E}">
        <p14:creationId xmlns:p14="http://schemas.microsoft.com/office/powerpoint/2010/main" val="552057751"/>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Appendix">
    <p:bg>
      <p:bgPr>
        <a:solidFill>
          <a:schemeClr val="tx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7C5EDF-361A-4236-B112-44913FF70957}"/>
              </a:ext>
            </a:extLst>
          </p:cNvPr>
          <p:cNvSpPr>
            <a:spLocks noGrp="1"/>
          </p:cNvSpPr>
          <p:nvPr>
            <p:ph type="title"/>
          </p:nvPr>
        </p:nvSpPr>
        <p:spPr>
          <a:xfrm>
            <a:off x="563369" y="2918699"/>
            <a:ext cx="11081177" cy="1020602"/>
          </a:xfrm>
        </p:spPr>
        <p:txBody>
          <a:bodyPr anchor="ctr"/>
          <a:lstStyle>
            <a:lvl1pPr>
              <a:defRPr sz="3200">
                <a:solidFill>
                  <a:schemeClr val="accent3"/>
                </a:solidFill>
              </a:defRPr>
            </a:lvl1pPr>
          </a:lstStyle>
          <a:p>
            <a:r>
              <a:rPr lang="en-US"/>
              <a:t>Click to edit Master title style</a:t>
            </a:r>
          </a:p>
        </p:txBody>
      </p:sp>
    </p:spTree>
    <p:extLst>
      <p:ext uri="{BB962C8B-B14F-4D97-AF65-F5344CB8AC3E}">
        <p14:creationId xmlns:p14="http://schemas.microsoft.com/office/powerpoint/2010/main" val="2069922224"/>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563369" y="1506067"/>
            <a:ext cx="11081177" cy="2396047"/>
          </a:xfrm>
          <a:prstGeom prst="rect">
            <a:avLst/>
          </a:prstGeom>
        </p:spPr>
        <p:txBody>
          <a:bodyPr/>
          <a:lstStyle>
            <a:lvl1pPr marL="283968" indent="-283968">
              <a:buClr>
                <a:schemeClr val="tx1"/>
              </a:buClr>
              <a:buSzPct val="90000"/>
              <a:buFont typeface="Aktiv Grotesk" pitchFamily="34" charset="0"/>
              <a:buChar char="•"/>
              <a:defRPr sz="3600">
                <a:gradFill>
                  <a:gsLst>
                    <a:gs pos="1250">
                      <a:schemeClr val="tx1"/>
                    </a:gs>
                    <a:gs pos="100000">
                      <a:schemeClr val="tx1"/>
                    </a:gs>
                  </a:gsLst>
                  <a:lin ang="5400000" scaled="0"/>
                </a:gradFill>
                <a:latin typeface="Aktiv Grotesk" pitchFamily="34" charset="0"/>
                <a:ea typeface="Aktiv Grotesk" pitchFamily="34" charset="0"/>
                <a:cs typeface="Aktiv Grotesk" pitchFamily="34" charset="0"/>
              </a:defRPr>
            </a:lvl1pPr>
            <a:lvl2pPr marL="558626" indent="-274658">
              <a:buClr>
                <a:schemeClr val="tx1"/>
              </a:buClr>
              <a:buSzPct val="90000"/>
              <a:buFont typeface="Aktiv Grotesk" pitchFamily="34" charset="0"/>
              <a:buChar char="•"/>
              <a:defRPr sz="3200">
                <a:gradFill>
                  <a:gsLst>
                    <a:gs pos="1250">
                      <a:schemeClr val="tx1"/>
                    </a:gs>
                    <a:gs pos="100000">
                      <a:schemeClr val="tx1"/>
                    </a:gs>
                  </a:gsLst>
                  <a:lin ang="5400000" scaled="0"/>
                </a:gradFill>
                <a:latin typeface="Aktiv Grotesk" pitchFamily="34" charset="0"/>
                <a:ea typeface="Aktiv Grotesk" pitchFamily="34" charset="0"/>
                <a:cs typeface="Aktiv Grotesk" pitchFamily="34" charset="0"/>
              </a:defRPr>
            </a:lvl2pPr>
            <a:lvl3pPr marL="842594" indent="-283968">
              <a:buClr>
                <a:schemeClr val="tx1"/>
              </a:buClr>
              <a:buSzPct val="90000"/>
              <a:buFont typeface="Aktiv Grotesk" pitchFamily="34" charset="0"/>
              <a:buChar char="•"/>
              <a:defRPr sz="2800">
                <a:gradFill>
                  <a:gsLst>
                    <a:gs pos="1250">
                      <a:schemeClr val="tx1"/>
                    </a:gs>
                    <a:gs pos="100000">
                      <a:schemeClr val="tx1"/>
                    </a:gs>
                  </a:gsLst>
                  <a:lin ang="5400000" scaled="0"/>
                </a:gradFill>
                <a:latin typeface="Aktiv Grotesk" pitchFamily="34" charset="0"/>
                <a:ea typeface="Aktiv Grotesk" pitchFamily="34" charset="0"/>
                <a:cs typeface="Aktiv Grotesk" pitchFamily="34" charset="0"/>
              </a:defRPr>
            </a:lvl3pPr>
            <a:lvl4pPr marL="1066045" indent="-223452">
              <a:buClr>
                <a:schemeClr val="tx1"/>
              </a:buClr>
              <a:buSzPct val="90000"/>
              <a:buFont typeface="Aktiv Grotesk" pitchFamily="34" charset="0"/>
              <a:buChar char="•"/>
              <a:defRPr sz="2400">
                <a:gradFill>
                  <a:gsLst>
                    <a:gs pos="1250">
                      <a:schemeClr val="tx1"/>
                    </a:gs>
                    <a:gs pos="100000">
                      <a:schemeClr val="tx1"/>
                    </a:gs>
                  </a:gsLst>
                  <a:lin ang="5400000" scaled="0"/>
                </a:gradFill>
                <a:latin typeface="Aktiv Grotesk" pitchFamily="34" charset="0"/>
                <a:ea typeface="Aktiv Grotesk" pitchFamily="34" charset="0"/>
                <a:cs typeface="Aktiv Grotesk" pitchFamily="34" charset="0"/>
              </a:defRPr>
            </a:lvl4pPr>
            <a:lvl5pPr marL="1289496" indent="-223452">
              <a:buClr>
                <a:schemeClr val="tx1"/>
              </a:buClr>
              <a:buSzPct val="90000"/>
              <a:buFont typeface="Aktiv Grotesk" pitchFamily="34" charset="0"/>
              <a:buChar char="•"/>
              <a:defRPr sz="2000">
                <a:gradFill>
                  <a:gsLst>
                    <a:gs pos="1250">
                      <a:schemeClr val="tx1"/>
                    </a:gs>
                    <a:gs pos="100000">
                      <a:schemeClr val="tx1"/>
                    </a:gs>
                  </a:gsLst>
                  <a:lin ang="5400000" scaled="0"/>
                </a:gradFill>
                <a:latin typeface="Aktiv Grotesk" pitchFamily="34" charset="0"/>
                <a:ea typeface="Aktiv Grotesk" pitchFamily="34" charset="0"/>
                <a:cs typeface="Aktiv Grotesk" pitchFamily="34" charset="0"/>
              </a:defRPr>
            </a:lvl5pPr>
          </a:lstStyle>
          <a:p>
            <a:pPr lvl="0"/>
            <a:r>
              <a:rPr lang="en-US"/>
              <a:t>Use this Layout for Speaker Notes slides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hasCustomPrompt="1"/>
          </p:nvPr>
        </p:nvSpPr>
        <p:spPr>
          <a:xfrm>
            <a:off x="4" y="6238878"/>
            <a:ext cx="12192001" cy="619125"/>
          </a:xfrm>
          <a:prstGeom prst="rect">
            <a:avLst/>
          </a:prstGeom>
          <a:solidFill>
            <a:srgbClr val="FFFF99"/>
          </a:solidFill>
        </p:spPr>
        <p:txBody>
          <a:bodyPr wrap="square" lIns="155457" tIns="77729" rIns="155457" bIns="77729" anchor="b" anchorCtr="0">
            <a:noAutofit/>
          </a:bodyPr>
          <a:lstStyle>
            <a:lvl1pPr algn="r">
              <a:buFont typeface="Aktiv Grotesk" pitchFamily="34" charset="0"/>
              <a:buNone/>
              <a:defRPr sz="3616" spc="-50" baseline="0">
                <a:gradFill>
                  <a:gsLst>
                    <a:gs pos="0">
                      <a:srgbClr val="000000"/>
                    </a:gs>
                    <a:gs pos="100000">
                      <a:srgbClr val="000000"/>
                    </a:gs>
                  </a:gsLst>
                  <a:lin ang="5400000" scaled="0"/>
                </a:gradFill>
                <a:effectLst/>
                <a:latin typeface="Aktiv Grotesk" pitchFamily="34" charset="0"/>
                <a:ea typeface="Aktiv Grotesk" pitchFamily="34" charset="0"/>
                <a:cs typeface="Aktiv Grotesk" pitchFamily="34" charset="0"/>
              </a:defRPr>
            </a:lvl1pPr>
          </a:lstStyle>
          <a:p>
            <a:pPr lvl="0"/>
            <a:r>
              <a:rPr lang="en-US"/>
              <a:t>Next:</a:t>
            </a:r>
          </a:p>
        </p:txBody>
      </p:sp>
      <p:sp>
        <p:nvSpPr>
          <p:cNvPr id="3" name="Title 2"/>
          <p:cNvSpPr>
            <a:spLocks noGrp="1"/>
          </p:cNvSpPr>
          <p:nvPr>
            <p:ph type="title"/>
          </p:nvPr>
        </p:nvSpPr>
        <p:spPr bwMode="white">
          <a:xfrm>
            <a:off x="563369" y="473236"/>
            <a:ext cx="11081177" cy="1020602"/>
          </a:xfrm>
        </p:spPr>
        <p:txBody>
          <a:bodyPr/>
          <a:lstStyle>
            <a:lvl1pPr>
              <a:defRPr>
                <a:gradFill>
                  <a:gsLst>
                    <a:gs pos="1250">
                      <a:schemeClr val="tx1"/>
                    </a:gs>
                    <a:gs pos="100000">
                      <a:schemeClr val="tx1"/>
                    </a:gs>
                  </a:gsLst>
                  <a:lin ang="5400000" scaled="0"/>
                </a:gradFill>
                <a:latin typeface="+mj-lt"/>
                <a:ea typeface="Aktiv Grotesk" pitchFamily="34" charset="0"/>
                <a:cs typeface="Aktiv Grotesk" pitchFamily="34" charset="0"/>
              </a:defRPr>
            </a:lvl1pPr>
          </a:lstStyle>
          <a:p>
            <a:r>
              <a:rPr lang="en-US"/>
              <a:t>Click to edit Master title style</a:t>
            </a:r>
          </a:p>
        </p:txBody>
      </p:sp>
    </p:spTree>
    <p:extLst>
      <p:ext uri="{BB962C8B-B14F-4D97-AF65-F5344CB8AC3E}">
        <p14:creationId xmlns:p14="http://schemas.microsoft.com/office/powerpoint/2010/main" val="215361933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Section title blue">
    <p:bg>
      <p:bgPr>
        <a:solidFill>
          <a:schemeClr val="accent1"/>
        </a:solidFill>
        <a:effectLst/>
      </p:bgPr>
    </p:bg>
    <p:spTree>
      <p:nvGrpSpPr>
        <p:cNvPr id="1" name=""/>
        <p:cNvGrpSpPr/>
        <p:nvPr/>
      </p:nvGrpSpPr>
      <p:grpSpPr>
        <a:xfrm>
          <a:off x="0" y="0"/>
          <a:ext cx="0" cy="0"/>
          <a:chOff x="0" y="0"/>
          <a:chExt cx="0" cy="0"/>
        </a:xfrm>
      </p:grpSpPr>
      <p:sp>
        <p:nvSpPr>
          <p:cNvPr id="3" name="Title 35">
            <a:extLst>
              <a:ext uri="{FF2B5EF4-FFF2-40B4-BE49-F238E27FC236}">
                <a16:creationId xmlns:a16="http://schemas.microsoft.com/office/drawing/2014/main" id="{51E9DCD3-357B-4AF7-BDD2-18E09F714F4A}"/>
              </a:ext>
            </a:extLst>
          </p:cNvPr>
          <p:cNvSpPr>
            <a:spLocks noGrp="1"/>
          </p:cNvSpPr>
          <p:nvPr>
            <p:ph type="title" hasCustomPrompt="1"/>
          </p:nvPr>
        </p:nvSpPr>
        <p:spPr>
          <a:xfrm>
            <a:off x="426426" y="2773636"/>
            <a:ext cx="9601813" cy="731565"/>
          </a:xfrm>
          <a:noFill/>
        </p:spPr>
        <p:txBody>
          <a:bodyPr vert="horz" wrap="square" lIns="0" tIns="0" rIns="0" bIns="0" rtlCol="0" anchor="t" anchorCtr="0">
            <a:noAutofit/>
          </a:bodyPr>
          <a:lstStyle>
            <a:lvl1pPr>
              <a:lnSpc>
                <a:spcPct val="90000"/>
              </a:lnSpc>
              <a:defRPr lang="en-US" sz="5291" b="0" kern="1200" cap="none" spc="-147" baseline="0" dirty="0">
                <a:ln w="3175">
                  <a:noFill/>
                </a:ln>
                <a:solidFill>
                  <a:schemeClr val="tx1"/>
                </a:solidFill>
                <a:effectLst/>
                <a:latin typeface="+mj-lt"/>
                <a:ea typeface="+mn-ea"/>
                <a:cs typeface="Aktiv Grotesk" pitchFamily="34" charset="0"/>
              </a:defRPr>
            </a:lvl1pPr>
          </a:lstStyle>
          <a:p>
            <a:pPr marL="0" lvl="0" algn="l" defTabSz="913841" rtl="0" eaLnBrk="1" latinLnBrk="0" hangingPunct="1">
              <a:lnSpc>
                <a:spcPts val="5487"/>
              </a:lnSpc>
              <a:spcBef>
                <a:spcPct val="0"/>
              </a:spcBef>
              <a:buNone/>
            </a:pPr>
            <a:r>
              <a:rPr lang="en-US"/>
              <a:t>Section title</a:t>
            </a:r>
          </a:p>
        </p:txBody>
      </p:sp>
      <p:grpSp>
        <p:nvGrpSpPr>
          <p:cNvPr id="7" name="Group 6">
            <a:extLst>
              <a:ext uri="{FF2B5EF4-FFF2-40B4-BE49-F238E27FC236}">
                <a16:creationId xmlns:a16="http://schemas.microsoft.com/office/drawing/2014/main" id="{94E73804-9B47-4D7E-8A36-A9DB54B0F2BB}"/>
              </a:ext>
            </a:extLst>
          </p:cNvPr>
          <p:cNvGrpSpPr/>
          <p:nvPr userDrawn="1"/>
        </p:nvGrpSpPr>
        <p:grpSpPr>
          <a:xfrm>
            <a:off x="436381" y="6430938"/>
            <a:ext cx="11326085" cy="94962"/>
            <a:chOff x="445128" y="6559056"/>
            <a:chExt cx="11553197" cy="96855"/>
          </a:xfrm>
        </p:grpSpPr>
        <p:sp>
          <p:nvSpPr>
            <p:cNvPr id="8" name="TextBox 7">
              <a:extLst>
                <a:ext uri="{FF2B5EF4-FFF2-40B4-BE49-F238E27FC236}">
                  <a16:creationId xmlns:a16="http://schemas.microsoft.com/office/drawing/2014/main" id="{E7E555FE-1A25-470F-9400-806E2FDA6E45}"/>
                </a:ext>
              </a:extLst>
            </p:cNvPr>
            <p:cNvSpPr txBox="1"/>
            <p:nvPr userDrawn="1"/>
          </p:nvSpPr>
          <p:spPr>
            <a:xfrm>
              <a:off x="445128" y="6559056"/>
              <a:ext cx="979453" cy="96855"/>
            </a:xfrm>
            <a:prstGeom prst="rect">
              <a:avLst/>
            </a:prstGeom>
            <a:noFill/>
          </p:spPr>
          <p:txBody>
            <a:bodyPr wrap="none" lIns="0" tIns="0" rIns="0" bIns="0" rtlCol="0">
              <a:spAutoFit/>
            </a:bodyPr>
            <a:lstStyle/>
            <a:p>
              <a:pPr>
                <a:lnSpc>
                  <a:spcPct val="90000"/>
                </a:lnSpc>
                <a:spcAft>
                  <a:spcPts val="588"/>
                </a:spcAft>
              </a:pPr>
              <a:r>
                <a:rPr lang="en-US" sz="686">
                  <a:solidFill>
                    <a:schemeClr val="tx1"/>
                  </a:solidFill>
                </a:rPr>
                <a:t>© Microsoft Corporation</a:t>
              </a:r>
              <a:endParaRPr lang="en-US" sz="784">
                <a:solidFill>
                  <a:schemeClr val="tx1"/>
                </a:solidFill>
              </a:endParaRPr>
            </a:p>
          </p:txBody>
        </p:sp>
        <p:sp>
          <p:nvSpPr>
            <p:cNvPr id="9" name="Freeform: Shape 8">
              <a:extLst>
                <a:ext uri="{FF2B5EF4-FFF2-40B4-BE49-F238E27FC236}">
                  <a16:creationId xmlns:a16="http://schemas.microsoft.com/office/drawing/2014/main" id="{CADAB30E-A5BE-4BDE-8420-731E8A2CBAB7}"/>
                </a:ext>
              </a:extLst>
            </p:cNvPr>
            <p:cNvSpPr/>
            <p:nvPr userDrawn="1"/>
          </p:nvSpPr>
          <p:spPr bwMode="auto">
            <a:xfrm>
              <a:off x="11784176" y="6573241"/>
              <a:ext cx="214149" cy="61668"/>
            </a:xfrm>
            <a:custGeom>
              <a:avLst/>
              <a:gdLst/>
              <a:ahLst/>
              <a:cxnLst/>
              <a:rect l="l" t="t" r="r" b="b"/>
              <a:pathLst>
                <a:path w="306116" h="88152">
                  <a:moveTo>
                    <a:pt x="280481" y="31681"/>
                  </a:moveTo>
                  <a:cubicBezTo>
                    <a:pt x="275805" y="31681"/>
                    <a:pt x="271835" y="33354"/>
                    <a:pt x="268570" y="36700"/>
                  </a:cubicBezTo>
                  <a:cubicBezTo>
                    <a:pt x="265305" y="40045"/>
                    <a:pt x="263290" y="44419"/>
                    <a:pt x="262524" y="49820"/>
                  </a:cubicBezTo>
                  <a:lnTo>
                    <a:pt x="295959" y="49820"/>
                  </a:lnTo>
                  <a:cubicBezTo>
                    <a:pt x="295919" y="44096"/>
                    <a:pt x="294538" y="39642"/>
                    <a:pt x="291817" y="36458"/>
                  </a:cubicBezTo>
                  <a:cubicBezTo>
                    <a:pt x="289096" y="33273"/>
                    <a:pt x="285318" y="31681"/>
                    <a:pt x="280481" y="31681"/>
                  </a:cubicBezTo>
                  <a:close/>
                  <a:moveTo>
                    <a:pt x="140726" y="24789"/>
                  </a:moveTo>
                  <a:lnTo>
                    <a:pt x="150582" y="24789"/>
                  </a:lnTo>
                  <a:lnTo>
                    <a:pt x="150582" y="60219"/>
                  </a:lnTo>
                  <a:cubicBezTo>
                    <a:pt x="150582" y="73279"/>
                    <a:pt x="155580" y="79809"/>
                    <a:pt x="165576" y="79809"/>
                  </a:cubicBezTo>
                  <a:cubicBezTo>
                    <a:pt x="170413" y="79809"/>
                    <a:pt x="174393" y="78025"/>
                    <a:pt x="177517" y="74458"/>
                  </a:cubicBezTo>
                  <a:cubicBezTo>
                    <a:pt x="180641" y="70891"/>
                    <a:pt x="182203" y="66225"/>
                    <a:pt x="182203" y="60461"/>
                  </a:cubicBezTo>
                  <a:lnTo>
                    <a:pt x="182203" y="24789"/>
                  </a:lnTo>
                  <a:lnTo>
                    <a:pt x="192119" y="24789"/>
                  </a:lnTo>
                  <a:lnTo>
                    <a:pt x="192119" y="86701"/>
                  </a:lnTo>
                  <a:lnTo>
                    <a:pt x="182203" y="86701"/>
                  </a:lnTo>
                  <a:lnTo>
                    <a:pt x="182203" y="76906"/>
                  </a:lnTo>
                  <a:lnTo>
                    <a:pt x="181961" y="76906"/>
                  </a:lnTo>
                  <a:cubicBezTo>
                    <a:pt x="177850" y="84404"/>
                    <a:pt x="171481" y="88152"/>
                    <a:pt x="162855" y="88152"/>
                  </a:cubicBezTo>
                  <a:cubicBezTo>
                    <a:pt x="148103" y="88152"/>
                    <a:pt x="140726" y="79365"/>
                    <a:pt x="140726" y="61791"/>
                  </a:cubicBezTo>
                  <a:close/>
                  <a:moveTo>
                    <a:pt x="235093" y="23700"/>
                  </a:moveTo>
                  <a:cubicBezTo>
                    <a:pt x="237672" y="23700"/>
                    <a:pt x="239648" y="23983"/>
                    <a:pt x="241018" y="24547"/>
                  </a:cubicBezTo>
                  <a:lnTo>
                    <a:pt x="241018" y="34825"/>
                  </a:lnTo>
                  <a:cubicBezTo>
                    <a:pt x="239285" y="33495"/>
                    <a:pt x="236786" y="32830"/>
                    <a:pt x="233521" y="32830"/>
                  </a:cubicBezTo>
                  <a:cubicBezTo>
                    <a:pt x="229288" y="32830"/>
                    <a:pt x="225751" y="34825"/>
                    <a:pt x="222910" y="38816"/>
                  </a:cubicBezTo>
                  <a:cubicBezTo>
                    <a:pt x="220068" y="42806"/>
                    <a:pt x="218647" y="48248"/>
                    <a:pt x="218647" y="55140"/>
                  </a:cubicBezTo>
                  <a:lnTo>
                    <a:pt x="218647" y="86701"/>
                  </a:lnTo>
                  <a:lnTo>
                    <a:pt x="208732" y="86701"/>
                  </a:lnTo>
                  <a:lnTo>
                    <a:pt x="208732" y="24789"/>
                  </a:lnTo>
                  <a:lnTo>
                    <a:pt x="218647" y="24789"/>
                  </a:lnTo>
                  <a:lnTo>
                    <a:pt x="218647" y="37546"/>
                  </a:lnTo>
                  <a:lnTo>
                    <a:pt x="218889" y="37546"/>
                  </a:lnTo>
                  <a:cubicBezTo>
                    <a:pt x="220300" y="33193"/>
                    <a:pt x="222456" y="29797"/>
                    <a:pt x="225358" y="27358"/>
                  </a:cubicBezTo>
                  <a:cubicBezTo>
                    <a:pt x="228261" y="24920"/>
                    <a:pt x="231505" y="23700"/>
                    <a:pt x="235093" y="23700"/>
                  </a:cubicBezTo>
                  <a:close/>
                  <a:moveTo>
                    <a:pt x="280662" y="23338"/>
                  </a:moveTo>
                  <a:cubicBezTo>
                    <a:pt x="288764" y="23338"/>
                    <a:pt x="295032" y="25958"/>
                    <a:pt x="299466" y="31198"/>
                  </a:cubicBezTo>
                  <a:cubicBezTo>
                    <a:pt x="303899" y="36438"/>
                    <a:pt x="306116" y="43713"/>
                    <a:pt x="306116" y="53024"/>
                  </a:cubicBezTo>
                  <a:lnTo>
                    <a:pt x="306116" y="58224"/>
                  </a:lnTo>
                  <a:lnTo>
                    <a:pt x="262403" y="58224"/>
                  </a:lnTo>
                  <a:cubicBezTo>
                    <a:pt x="262564" y="65117"/>
                    <a:pt x="264418" y="70437"/>
                    <a:pt x="267965" y="74186"/>
                  </a:cubicBezTo>
                  <a:cubicBezTo>
                    <a:pt x="271512" y="77934"/>
                    <a:pt x="276390" y="79809"/>
                    <a:pt x="282597" y="79809"/>
                  </a:cubicBezTo>
                  <a:cubicBezTo>
                    <a:pt x="289570" y="79809"/>
                    <a:pt x="295979" y="77511"/>
                    <a:pt x="301824" y="72916"/>
                  </a:cubicBezTo>
                  <a:lnTo>
                    <a:pt x="301824" y="82227"/>
                  </a:lnTo>
                  <a:cubicBezTo>
                    <a:pt x="296382" y="86177"/>
                    <a:pt x="289187" y="88152"/>
                    <a:pt x="280239" y="88152"/>
                  </a:cubicBezTo>
                  <a:cubicBezTo>
                    <a:pt x="271492" y="88152"/>
                    <a:pt x="264620" y="85341"/>
                    <a:pt x="259622" y="79718"/>
                  </a:cubicBezTo>
                  <a:cubicBezTo>
                    <a:pt x="254623" y="74095"/>
                    <a:pt x="252124" y="66185"/>
                    <a:pt x="252124" y="55987"/>
                  </a:cubicBezTo>
                  <a:cubicBezTo>
                    <a:pt x="252124" y="46353"/>
                    <a:pt x="254855" y="38503"/>
                    <a:pt x="260317" y="32437"/>
                  </a:cubicBezTo>
                  <a:cubicBezTo>
                    <a:pt x="265778" y="26371"/>
                    <a:pt x="272560" y="23338"/>
                    <a:pt x="280662" y="23338"/>
                  </a:cubicBezTo>
                  <a:close/>
                  <a:moveTo>
                    <a:pt x="38212" y="10520"/>
                  </a:moveTo>
                  <a:cubicBezTo>
                    <a:pt x="37809" y="12979"/>
                    <a:pt x="37345" y="14913"/>
                    <a:pt x="36821" y="16324"/>
                  </a:cubicBezTo>
                  <a:lnTo>
                    <a:pt x="23338" y="53266"/>
                  </a:lnTo>
                  <a:lnTo>
                    <a:pt x="53388" y="53266"/>
                  </a:lnTo>
                  <a:lnTo>
                    <a:pt x="39784" y="16324"/>
                  </a:lnTo>
                  <a:cubicBezTo>
                    <a:pt x="39340" y="15115"/>
                    <a:pt x="38897" y="13180"/>
                    <a:pt x="38454" y="10520"/>
                  </a:cubicBezTo>
                  <a:close/>
                  <a:moveTo>
                    <a:pt x="33254" y="0"/>
                  </a:moveTo>
                  <a:lnTo>
                    <a:pt x="43774" y="0"/>
                  </a:lnTo>
                  <a:lnTo>
                    <a:pt x="76865" y="85964"/>
                  </a:lnTo>
                  <a:lnTo>
                    <a:pt x="76865" y="83618"/>
                  </a:lnTo>
                  <a:lnTo>
                    <a:pt x="113505" y="33253"/>
                  </a:lnTo>
                  <a:lnTo>
                    <a:pt x="80312" y="33253"/>
                  </a:lnTo>
                  <a:lnTo>
                    <a:pt x="80312" y="24789"/>
                  </a:lnTo>
                  <a:lnTo>
                    <a:pt x="128076" y="24789"/>
                  </a:lnTo>
                  <a:lnTo>
                    <a:pt x="128076" y="27630"/>
                  </a:lnTo>
                  <a:lnTo>
                    <a:pt x="91436" y="78237"/>
                  </a:lnTo>
                  <a:lnTo>
                    <a:pt x="127713" y="78237"/>
                  </a:lnTo>
                  <a:lnTo>
                    <a:pt x="127713" y="86701"/>
                  </a:lnTo>
                  <a:lnTo>
                    <a:pt x="77149" y="86701"/>
                  </a:lnTo>
                  <a:lnTo>
                    <a:pt x="76865" y="86701"/>
                  </a:lnTo>
                  <a:lnTo>
                    <a:pt x="65903" y="86701"/>
                  </a:lnTo>
                  <a:lnTo>
                    <a:pt x="56713" y="62396"/>
                  </a:lnTo>
                  <a:lnTo>
                    <a:pt x="19952" y="62396"/>
                  </a:lnTo>
                  <a:lnTo>
                    <a:pt x="11306" y="86701"/>
                  </a:lnTo>
                  <a:lnTo>
                    <a:pt x="0" y="86701"/>
                  </a:lnTo>
                  <a:close/>
                </a:path>
              </a:pathLst>
            </a:cu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13576" fontAlgn="base">
                <a:lnSpc>
                  <a:spcPct val="90000"/>
                </a:lnSpc>
                <a:spcBef>
                  <a:spcPct val="0"/>
                </a:spcBef>
                <a:spcAft>
                  <a:spcPct val="0"/>
                </a:spcAft>
              </a:pPr>
              <a:endParaRPr lang="en-US" sz="2353" err="1">
                <a:solidFill>
                  <a:schemeClr val="tx1"/>
                </a:solidFill>
                <a:ea typeface="Aktiv Grotesk" pitchFamily="34" charset="0"/>
                <a:cs typeface="Aktiv Grotesk" pitchFamily="34" charset="0"/>
              </a:endParaRPr>
            </a:p>
          </p:txBody>
        </p:sp>
      </p:grpSp>
      <p:sp>
        <p:nvSpPr>
          <p:cNvPr id="4" name="Text Placeholder 3">
            <a:extLst>
              <a:ext uri="{FF2B5EF4-FFF2-40B4-BE49-F238E27FC236}">
                <a16:creationId xmlns:a16="http://schemas.microsoft.com/office/drawing/2014/main" id="{52054665-4AEA-42CF-8F22-4D0CF3B8EDAE}"/>
              </a:ext>
            </a:extLst>
          </p:cNvPr>
          <p:cNvSpPr>
            <a:spLocks noGrp="1"/>
          </p:cNvSpPr>
          <p:nvPr>
            <p:ph type="body" sz="quarter" idx="10"/>
          </p:nvPr>
        </p:nvSpPr>
        <p:spPr>
          <a:xfrm>
            <a:off x="434975" y="2342749"/>
            <a:ext cx="8426450" cy="430887"/>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stStyle>
          <a:p>
            <a:pPr lvl="0"/>
            <a:r>
              <a:rPr lang="en-US"/>
              <a:t>Click to edit Master text styles</a:t>
            </a:r>
          </a:p>
        </p:txBody>
      </p:sp>
    </p:spTree>
    <p:extLst>
      <p:ext uri="{BB962C8B-B14F-4D97-AF65-F5344CB8AC3E}">
        <p14:creationId xmlns:p14="http://schemas.microsoft.com/office/powerpoint/2010/main" val="307355416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First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4F4771-4F18-4D50-A646-7BD6BF9B54A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9121" b="6543"/>
          <a:stretch/>
        </p:blipFill>
        <p:spPr>
          <a:xfrm>
            <a:off x="0" y="0"/>
            <a:ext cx="12192000" cy="6858000"/>
          </a:xfrm>
          <a:prstGeom prst="rect">
            <a:avLst/>
          </a:prstGeom>
        </p:spPr>
      </p:pic>
    </p:spTree>
    <p:extLst>
      <p:ext uri="{BB962C8B-B14F-4D97-AF65-F5344CB8AC3E}">
        <p14:creationId xmlns:p14="http://schemas.microsoft.com/office/powerpoint/2010/main" val="3151803523"/>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_Subtitle - Azure Migration Engagement">
    <p:spTree>
      <p:nvGrpSpPr>
        <p:cNvPr id="1" name=""/>
        <p:cNvGrpSpPr/>
        <p:nvPr/>
      </p:nvGrpSpPr>
      <p:grpSpPr>
        <a:xfrm>
          <a:off x="0" y="0"/>
          <a:ext cx="0" cy="0"/>
          <a:chOff x="0" y="0"/>
          <a:chExt cx="0" cy="0"/>
        </a:xfrm>
      </p:grpSpPr>
      <p:sp>
        <p:nvSpPr>
          <p:cNvPr id="2" name="Title 1"/>
          <p:cNvSpPr>
            <a:spLocks noGrp="1"/>
          </p:cNvSpPr>
          <p:nvPr>
            <p:ph type="title"/>
          </p:nvPr>
        </p:nvSpPr>
        <p:spPr>
          <a:xfrm>
            <a:off x="1011936" y="109728"/>
            <a:ext cx="10698480" cy="914400"/>
          </a:xfrm>
          <a:prstGeom prst="rect">
            <a:avLst/>
          </a:prstGeom>
        </p:spPr>
        <p:txBody>
          <a:bodyPr vert="horz" wrap="square" lIns="146304" tIns="91440" rIns="146304" bIns="91440" rtlCol="0" anchor="t">
            <a:noAutofit/>
          </a:bodyPr>
          <a:lstStyle>
            <a:lvl1pPr>
              <a:defRPr lang="en-US" dirty="0">
                <a:solidFill>
                  <a:schemeClr val="accent1"/>
                </a:solidFill>
              </a:defRPr>
            </a:lvl1pPr>
          </a:lstStyle>
          <a:p>
            <a:pPr lvl="0"/>
            <a:r>
              <a:rPr lang="en-US"/>
              <a:t>Click to edit Master title style</a:t>
            </a:r>
          </a:p>
        </p:txBody>
      </p:sp>
      <p:sp>
        <p:nvSpPr>
          <p:cNvPr id="3" name="Text Placeholder 3">
            <a:extLst>
              <a:ext uri="{FF2B5EF4-FFF2-40B4-BE49-F238E27FC236}">
                <a16:creationId xmlns:a16="http://schemas.microsoft.com/office/drawing/2014/main" id="{CCFC8FAC-3B91-484F-822C-DD0FF56C290C}"/>
              </a:ext>
            </a:extLst>
          </p:cNvPr>
          <p:cNvSpPr>
            <a:spLocks noGrp="1"/>
          </p:cNvSpPr>
          <p:nvPr>
            <p:ph type="body" sz="quarter" idx="10"/>
          </p:nvPr>
        </p:nvSpPr>
        <p:spPr>
          <a:xfrm>
            <a:off x="1031748" y="762000"/>
            <a:ext cx="10698480" cy="517065"/>
          </a:xfrm>
          <a:prstGeom prst="rect">
            <a:avLst/>
          </a:prstGeom>
        </p:spPr>
        <p:txBody>
          <a:bodyPr/>
          <a:lstStyle>
            <a:lvl1pPr>
              <a:spcBef>
                <a:spcPts val="0"/>
              </a:spcBef>
              <a:defRPr sz="2400">
                <a:solidFill>
                  <a:schemeClr val="tx1"/>
                </a:solidFill>
                <a:latin typeface="Segoe UI Light" panose="020B0502040204020203" pitchFamily="34" charset="0"/>
                <a:cs typeface="Segoe UI Light" panose="020B0502040204020203" pitchFamily="34" charset="0"/>
              </a:defRPr>
            </a:lvl1pPr>
          </a:lstStyle>
          <a:p>
            <a:pPr lvl="0"/>
            <a:r>
              <a:rPr lang="en-US"/>
              <a:t>Click to edit Master text styles</a:t>
            </a:r>
          </a:p>
        </p:txBody>
      </p:sp>
      <p:grpSp>
        <p:nvGrpSpPr>
          <p:cNvPr id="6" name="Group 5">
            <a:extLst>
              <a:ext uri="{FF2B5EF4-FFF2-40B4-BE49-F238E27FC236}">
                <a16:creationId xmlns:a16="http://schemas.microsoft.com/office/drawing/2014/main" id="{EA0A9897-550B-4B0F-B799-862D6526A25A}"/>
              </a:ext>
            </a:extLst>
          </p:cNvPr>
          <p:cNvGrpSpPr/>
          <p:nvPr userDrawn="1"/>
        </p:nvGrpSpPr>
        <p:grpSpPr>
          <a:xfrm>
            <a:off x="298680" y="103632"/>
            <a:ext cx="731520" cy="731520"/>
            <a:chOff x="9951731" y="3760947"/>
            <a:chExt cx="731520" cy="731520"/>
          </a:xfrm>
        </p:grpSpPr>
        <p:sp>
          <p:nvSpPr>
            <p:cNvPr id="4" name="Oval 3">
              <a:extLst>
                <a:ext uri="{FF2B5EF4-FFF2-40B4-BE49-F238E27FC236}">
                  <a16:creationId xmlns:a16="http://schemas.microsoft.com/office/drawing/2014/main" id="{368D24C0-70FA-43BE-AEF2-2E00C8A4BF0A}"/>
                </a:ext>
              </a:extLst>
            </p:cNvPr>
            <p:cNvSpPr/>
            <p:nvPr userDrawn="1"/>
          </p:nvSpPr>
          <p:spPr>
            <a:xfrm>
              <a:off x="9951731" y="3760947"/>
              <a:ext cx="731520" cy="731520"/>
            </a:xfrm>
            <a:prstGeom prst="ellipse">
              <a:avLst/>
            </a:prstGeom>
            <a:solidFill>
              <a:schemeClr val="bg1"/>
            </a:solid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ktiv Grotesk"/>
                <a:ea typeface="+mn-ea"/>
                <a:cs typeface="+mn-cs"/>
              </a:endParaRPr>
            </a:p>
          </p:txBody>
        </p:sp>
        <p:pic>
          <p:nvPicPr>
            <p:cNvPr id="5" name="Picture 4">
              <a:extLst>
                <a:ext uri="{FF2B5EF4-FFF2-40B4-BE49-F238E27FC236}">
                  <a16:creationId xmlns:a16="http://schemas.microsoft.com/office/drawing/2014/main" id="{CFDB3F64-1CE8-4580-A871-3DFF71A6C97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134851" y="3942997"/>
              <a:ext cx="388430" cy="383181"/>
            </a:xfrm>
            <a:prstGeom prst="rect">
              <a:avLst/>
            </a:prstGeom>
          </p:spPr>
        </p:pic>
      </p:grpSp>
      <p:pic>
        <p:nvPicPr>
          <p:cNvPr id="7" name="Picture 6" descr="A screenshot of a computer&#10;&#10;Description generated with very high confidence">
            <a:extLst>
              <a:ext uri="{FF2B5EF4-FFF2-40B4-BE49-F238E27FC236}">
                <a16:creationId xmlns:a16="http://schemas.microsoft.com/office/drawing/2014/main" id="{D0F59E0C-F800-42C0-BD98-59EC06739A7D}"/>
              </a:ext>
            </a:extLst>
          </p:cNvPr>
          <p:cNvPicPr>
            <a:picLocks noChangeAspect="1"/>
          </p:cNvPicPr>
          <p:nvPr userDrawn="1"/>
        </p:nvPicPr>
        <p:blipFill rotWithShape="1">
          <a:blip r:embed="rId3" cstate="screen">
            <a:extLst>
              <a:ext uri="{28A0092B-C50C-407E-A947-70E740481C1C}">
                <a14:useLocalDpi xmlns:a14="http://schemas.microsoft.com/office/drawing/2010/main" val="0"/>
              </a:ext>
            </a:extLst>
          </a:blip>
          <a:srcRect/>
          <a:stretch/>
        </p:blipFill>
        <p:spPr>
          <a:xfrm>
            <a:off x="4929471" y="1688658"/>
            <a:ext cx="7278947" cy="5696033"/>
          </a:xfrm>
          <a:custGeom>
            <a:avLst/>
            <a:gdLst>
              <a:gd name="connsiteX0" fmla="*/ 0 w 7424905"/>
              <a:gd name="connsiteY0" fmla="*/ 0 h 5810250"/>
              <a:gd name="connsiteX1" fmla="*/ 7424905 w 7424905"/>
              <a:gd name="connsiteY1" fmla="*/ 0 h 5810250"/>
              <a:gd name="connsiteX2" fmla="*/ 7424905 w 7424905"/>
              <a:gd name="connsiteY2" fmla="*/ 264270 h 5810250"/>
              <a:gd name="connsiteX3" fmla="*/ 609674 w 7424905"/>
              <a:gd name="connsiteY3" fmla="*/ 264270 h 5810250"/>
              <a:gd name="connsiteX4" fmla="*/ 609674 w 7424905"/>
              <a:gd name="connsiteY4" fmla="*/ 5153024 h 5810250"/>
              <a:gd name="connsiteX5" fmla="*/ 7424905 w 7424905"/>
              <a:gd name="connsiteY5" fmla="*/ 5153024 h 5810250"/>
              <a:gd name="connsiteX6" fmla="*/ 7424905 w 7424905"/>
              <a:gd name="connsiteY6" fmla="*/ 5810250 h 5810250"/>
              <a:gd name="connsiteX7" fmla="*/ 0 w 7424905"/>
              <a:gd name="connsiteY7" fmla="*/ 5810250 h 5810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24905" h="5810250">
                <a:moveTo>
                  <a:pt x="0" y="0"/>
                </a:moveTo>
                <a:lnTo>
                  <a:pt x="7424905" y="0"/>
                </a:lnTo>
                <a:lnTo>
                  <a:pt x="7424905" y="264270"/>
                </a:lnTo>
                <a:lnTo>
                  <a:pt x="609674" y="264270"/>
                </a:lnTo>
                <a:lnTo>
                  <a:pt x="609674" y="5153024"/>
                </a:lnTo>
                <a:lnTo>
                  <a:pt x="7424905" y="5153024"/>
                </a:lnTo>
                <a:lnTo>
                  <a:pt x="7424905" y="5810250"/>
                </a:lnTo>
                <a:lnTo>
                  <a:pt x="0" y="5810250"/>
                </a:lnTo>
                <a:close/>
              </a:path>
            </a:pathLst>
          </a:custGeom>
        </p:spPr>
      </p:pic>
    </p:spTree>
    <p:extLst>
      <p:ext uri="{BB962C8B-B14F-4D97-AF65-F5344CB8AC3E}">
        <p14:creationId xmlns:p14="http://schemas.microsoft.com/office/powerpoint/2010/main" val="3614050040"/>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315584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2_First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4F4771-4F18-4D50-A646-7BD6BF9B54A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9121" b="6543"/>
          <a:stretch/>
        </p:blipFill>
        <p:spPr>
          <a:xfrm>
            <a:off x="0" y="0"/>
            <a:ext cx="12192000" cy="6858000"/>
          </a:xfrm>
          <a:prstGeom prst="rect">
            <a:avLst/>
          </a:prstGeom>
        </p:spPr>
      </p:pic>
    </p:spTree>
    <p:extLst>
      <p:ext uri="{BB962C8B-B14F-4D97-AF65-F5344CB8AC3E}">
        <p14:creationId xmlns:p14="http://schemas.microsoft.com/office/powerpoint/2010/main" val="1519014297"/>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3_Section Header Dark-4">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277783" y="2002635"/>
            <a:ext cx="7366764" cy="2852737"/>
          </a:xfrm>
        </p:spPr>
        <p:txBody>
          <a:bodyPr anchor="ctr"/>
          <a:lstStyle>
            <a:lvl1pPr>
              <a:defRPr sz="3600">
                <a:solidFill>
                  <a:schemeClr val="accent1"/>
                </a:solidFill>
              </a:defRPr>
            </a:lvl1pPr>
          </a:lstStyle>
          <a:p>
            <a:r>
              <a:rPr lang="en-US"/>
              <a:t>Click to edit Master title style</a:t>
            </a:r>
          </a:p>
        </p:txBody>
      </p:sp>
      <p:pic>
        <p:nvPicPr>
          <p:cNvPr id="54" name="Picture 53" descr="A picture containing device, fan, web&#10;&#10;Description automatically generated">
            <a:extLst>
              <a:ext uri="{FF2B5EF4-FFF2-40B4-BE49-F238E27FC236}">
                <a16:creationId xmlns:a16="http://schemas.microsoft.com/office/drawing/2014/main" id="{AFAF1DC2-7184-4C1A-9BAB-7BF2947CFD53}"/>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8484"/>
            <a:ext cx="3426940" cy="6849516"/>
          </a:xfrm>
          <a:prstGeom prst="rect">
            <a:avLst/>
          </a:prstGeom>
        </p:spPr>
      </p:pic>
    </p:spTree>
    <p:extLst>
      <p:ext uri="{BB962C8B-B14F-4D97-AF65-F5344CB8AC3E}">
        <p14:creationId xmlns:p14="http://schemas.microsoft.com/office/powerpoint/2010/main" val="105180837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2_Device layout 1">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444775" y="418151"/>
            <a:ext cx="7747227" cy="6439851"/>
          </a:xfrm>
          <a:prstGeom prst="rect">
            <a:avLst/>
          </a:prstGeom>
        </p:spPr>
      </p:pic>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Device layout 1: one column</a:t>
            </a:r>
          </a:p>
        </p:txBody>
      </p:sp>
      <p:sp>
        <p:nvSpPr>
          <p:cNvPr id="4" name="Text Placeholder 3"/>
          <p:cNvSpPr>
            <a:spLocks noGrp="1"/>
          </p:cNvSpPr>
          <p:nvPr>
            <p:ph type="body" sz="quarter" idx="10" hasCustomPrompt="1"/>
          </p:nvPr>
        </p:nvSpPr>
        <p:spPr>
          <a:xfrm>
            <a:off x="455996" y="1922803"/>
            <a:ext cx="4758211" cy="603538"/>
          </a:xfrm>
          <a:prstGeom prst="rect">
            <a:avLst/>
          </a:prstGeom>
        </p:spPr>
        <p:txBody>
          <a:bodyPr wrap="square" lIns="0" tIns="0" rIns="0" bIns="0">
            <a:spAutoFit/>
          </a:bodyPr>
          <a:lstStyle>
            <a:lvl1pPr marL="0" indent="0">
              <a:lnSpc>
                <a:spcPts val="2353"/>
              </a:lnSpc>
              <a:buNone/>
              <a:defRPr sz="1961" b="0" i="0">
                <a:solidFill>
                  <a:srgbClr val="000000"/>
                </a:solidFill>
                <a:latin typeface="+mn-lt"/>
              </a:defRPr>
            </a:lvl1pPr>
            <a:lvl2pPr marL="224054" indent="0">
              <a:buNone/>
              <a:defRPr/>
            </a:lvl2pPr>
            <a:lvl3pPr marL="448107" indent="0">
              <a:buNone/>
              <a:defRPr/>
            </a:lvl3pPr>
            <a:lvl4pPr marL="672161" indent="0">
              <a:buNone/>
              <a:defRPr/>
            </a:lvl4pPr>
            <a:lvl5pPr marL="896214" indent="0">
              <a:buNone/>
              <a:defRPr/>
            </a:lvl5pPr>
          </a:lstStyle>
          <a:p>
            <a:pPr lvl="0"/>
            <a:r>
              <a:rPr lang="pt-BR"/>
              <a:t>Large subhead Segoe UI Regular 20/24. Em volor resequaectur.</a:t>
            </a:r>
            <a:endParaRPr lang="en-US"/>
          </a:p>
        </p:txBody>
      </p:sp>
      <p:sp>
        <p:nvSpPr>
          <p:cNvPr id="5" name="Text Placeholder 4"/>
          <p:cNvSpPr>
            <a:spLocks noGrp="1"/>
          </p:cNvSpPr>
          <p:nvPr>
            <p:ph type="body" sz="quarter" idx="11" hasCustomPrompt="1"/>
          </p:nvPr>
        </p:nvSpPr>
        <p:spPr>
          <a:xfrm>
            <a:off x="455995" y="2707598"/>
            <a:ext cx="4758210" cy="2521331"/>
          </a:xfrm>
          <a:prstGeom prst="rect">
            <a:avLst/>
          </a:prstGeom>
        </p:spPr>
        <p:txBody>
          <a:bodyPr lIns="0" tIns="0" rIns="0" bIns="0"/>
          <a:lstStyle>
            <a:lvl1pPr marL="280067" indent="-280067">
              <a:lnSpc>
                <a:spcPts val="1765"/>
              </a:lnSpc>
              <a:spcBef>
                <a:spcPts val="0"/>
              </a:spcBef>
              <a:buFont typeface="Aktiv Grotesk" panose="020B0604020202020204" pitchFamily="34" charset="0"/>
              <a:buChar char="•"/>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a:t>
            </a:r>
          </a:p>
        </p:txBody>
      </p:sp>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p:nvPr>
        </p:nvSpPr>
        <p:spPr>
          <a:xfrm>
            <a:off x="6357960" y="3239967"/>
            <a:ext cx="5834041" cy="908839"/>
          </a:xfrm>
          <a:prstGeom prst="rect">
            <a:avLst/>
          </a:prstGeom>
        </p:spPr>
        <p:txBody>
          <a:bodyPr anchor="ctr" anchorCtr="0"/>
          <a:lstStyle>
            <a:lvl1pPr algn="ctr">
              <a:defRPr>
                <a:solidFill>
                  <a:srgbClr val="000000"/>
                </a:solidFill>
              </a:defRPr>
            </a:lvl1pPr>
          </a:lstStyle>
          <a:p>
            <a:r>
              <a:rPr lang="en-US"/>
              <a:t>Drag picture to placeholder or click icon to add</a:t>
            </a:r>
          </a:p>
        </p:txBody>
      </p:sp>
    </p:spTree>
    <p:extLst>
      <p:ext uri="{BB962C8B-B14F-4D97-AF65-F5344CB8AC3E}">
        <p14:creationId xmlns:p14="http://schemas.microsoft.com/office/powerpoint/2010/main" val="287884942"/>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2_Text option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Text option 1: three column bulleted list</a:t>
            </a:r>
          </a:p>
        </p:txBody>
      </p:sp>
      <p:sp>
        <p:nvSpPr>
          <p:cNvPr id="4" name="Text Placeholder 3"/>
          <p:cNvSpPr>
            <a:spLocks noGrp="1"/>
          </p:cNvSpPr>
          <p:nvPr>
            <p:ph type="body" sz="quarter" idx="10" hasCustomPrompt="1"/>
          </p:nvPr>
        </p:nvSpPr>
        <p:spPr>
          <a:xfrm>
            <a:off x="455996" y="1922588"/>
            <a:ext cx="9384447" cy="603538"/>
          </a:xfrm>
          <a:prstGeom prst="rect">
            <a:avLst/>
          </a:prstGeom>
        </p:spPr>
        <p:txBody>
          <a:bodyPr wrap="square" lIns="0" tIns="0" rIns="0" bIns="0">
            <a:spAutoFit/>
          </a:bodyPr>
          <a:lstStyle>
            <a:lvl1pPr marL="0" indent="0">
              <a:lnSpc>
                <a:spcPts val="2353"/>
              </a:lnSpc>
              <a:buNone/>
              <a:defRPr lang="en-US" sz="1961" kern="1200" spc="0" baseline="0" dirty="0">
                <a:solidFill>
                  <a:srgbClr val="000000"/>
                </a:solidFill>
                <a:latin typeface="+mn-lt"/>
                <a:ea typeface="+mn-ea"/>
                <a:cs typeface="+mn-cs"/>
              </a:defRPr>
            </a:lvl1pPr>
            <a:lvl2pPr marL="224054" indent="0">
              <a:buNone/>
              <a:defRPr/>
            </a:lvl2pPr>
            <a:lvl3pPr marL="448107" indent="0">
              <a:buNone/>
              <a:defRPr/>
            </a:lvl3pPr>
            <a:lvl4pPr marL="672161" indent="0">
              <a:buNone/>
              <a:defRPr/>
            </a:lvl4pPr>
            <a:lvl5pPr marL="896214" indent="0">
              <a:buNone/>
              <a:defRPr/>
            </a:lvl5pPr>
          </a:lstStyle>
          <a:p>
            <a:pPr lvl="0"/>
            <a:r>
              <a:rPr lang="en-US"/>
              <a:t>Subhead Segoe UI Regular 20/24. Dis </a:t>
            </a:r>
            <a:r>
              <a:rPr lang="en-US" err="1"/>
              <a:t>apid</a:t>
            </a:r>
            <a:r>
              <a:rPr lang="en-US"/>
              <a:t> </a:t>
            </a:r>
            <a:r>
              <a:rPr lang="en-US" err="1"/>
              <a:t>es</a:t>
            </a:r>
            <a:r>
              <a:rPr lang="en-US"/>
              <a:t>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a:t>
            </a:r>
            <a:r>
              <a:rPr lang="en-US" err="1"/>
              <a:t>vit</a:t>
            </a:r>
            <a:r>
              <a:rPr lang="en-US"/>
              <a: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r>
              <a:rPr lang="en-US"/>
              <a:t>.</a:t>
            </a:r>
          </a:p>
        </p:txBody>
      </p:sp>
      <p:sp>
        <p:nvSpPr>
          <p:cNvPr id="5" name="Text Placeholder 4"/>
          <p:cNvSpPr>
            <a:spLocks noGrp="1"/>
          </p:cNvSpPr>
          <p:nvPr>
            <p:ph type="body" sz="quarter" idx="11" hasCustomPrompt="1"/>
          </p:nvPr>
        </p:nvSpPr>
        <p:spPr>
          <a:xfrm>
            <a:off x="455996" y="3151388"/>
            <a:ext cx="3618381" cy="216206"/>
          </a:xfrm>
          <a:prstGeom prst="rect">
            <a:avLst/>
          </a:prstGeom>
        </p:spPr>
        <p:txBody>
          <a:bodyPr lIns="0" tIns="0" rIns="0" bIns="0"/>
          <a:lstStyle>
            <a:lvl1pPr marL="0" indent="0">
              <a:lnSpc>
                <a:spcPts val="1765"/>
              </a:lnSpc>
              <a:spcBef>
                <a:spcPts val="0"/>
              </a:spcBef>
              <a:spcAft>
                <a:spcPts val="588"/>
              </a:spcAft>
              <a:buNone/>
              <a:defRPr sz="1371" b="0" spc="0" baseline="0">
                <a:solidFill>
                  <a:schemeClr val="tx2"/>
                </a:solidFill>
                <a:latin typeface="+mj-lt"/>
              </a:defRPr>
            </a:lvl1pPr>
            <a:lvl2pPr marL="280067" marR="0" indent="-280067" algn="l" defTabSz="914192" rtl="0" eaLnBrk="1" fontAlgn="auto" latinLnBrk="0" hangingPunct="1">
              <a:lnSpc>
                <a:spcPts val="1765"/>
              </a:lnSpc>
              <a:spcBef>
                <a:spcPts val="0"/>
              </a:spcBef>
              <a:spcAft>
                <a:spcPts val="588"/>
              </a:spcAft>
              <a:buClrTx/>
              <a:buSzPct val="90000"/>
              <a:buFont typeface="Aktiv Grotesk" panose="020B0604020202020204" pitchFamily="34" charset="0"/>
              <a:buChar char="•"/>
              <a:tabLst/>
              <a:defRPr lang="en-US" sz="1371" kern="1200" spc="0" baseline="0" dirty="0">
                <a:solidFill>
                  <a:srgbClr val="000000"/>
                </a:solidFill>
                <a:latin typeface="+mn-lt"/>
                <a:ea typeface="+mn-ea"/>
                <a:cs typeface="+mn-cs"/>
              </a:defRPr>
            </a:lvl2pPr>
            <a:lvl3pPr marL="448107" indent="0">
              <a:buNone/>
              <a:defRPr/>
            </a:lvl3pPr>
            <a:lvl4pPr marL="672161" indent="0">
              <a:buNone/>
              <a:defRPr/>
            </a:lvl4pPr>
            <a:lvl5pPr marL="896214" indent="0">
              <a:buNone/>
              <a:defRPr/>
            </a:lvl5pPr>
          </a:lstStyle>
          <a:p>
            <a:pPr lvl="0"/>
            <a:r>
              <a:rPr lang="en-US"/>
              <a:t>Paragraph title Segoe UI </a:t>
            </a:r>
            <a:r>
              <a:rPr lang="en-US" err="1"/>
              <a:t>Semibold</a:t>
            </a:r>
            <a:r>
              <a:rPr lang="en-US"/>
              <a:t> 14/18</a:t>
            </a:r>
          </a:p>
        </p:txBody>
      </p:sp>
      <p:sp>
        <p:nvSpPr>
          <p:cNvPr id="21" name="Text Placeholder 4">
            <a:extLst>
              <a:ext uri="{FF2B5EF4-FFF2-40B4-BE49-F238E27FC236}">
                <a16:creationId xmlns:a16="http://schemas.microsoft.com/office/drawing/2014/main" id="{03383CEA-4FEB-4C9E-B7D6-3B36BC8EB75A}"/>
              </a:ext>
            </a:extLst>
          </p:cNvPr>
          <p:cNvSpPr>
            <a:spLocks noGrp="1"/>
          </p:cNvSpPr>
          <p:nvPr>
            <p:ph type="body" sz="quarter" idx="12" hasCustomPrompt="1"/>
          </p:nvPr>
        </p:nvSpPr>
        <p:spPr>
          <a:xfrm>
            <a:off x="4318450" y="3151388"/>
            <a:ext cx="3618381" cy="216206"/>
          </a:xfrm>
          <a:prstGeom prst="rect">
            <a:avLst/>
          </a:prstGeom>
        </p:spPr>
        <p:txBody>
          <a:bodyPr lIns="0" tIns="0" rIns="0" bIns="0"/>
          <a:lstStyle>
            <a:lvl1pPr marL="0" indent="0">
              <a:lnSpc>
                <a:spcPts val="1765"/>
              </a:lnSpc>
              <a:spcBef>
                <a:spcPts val="0"/>
              </a:spcBef>
              <a:spcAft>
                <a:spcPts val="588"/>
              </a:spcAft>
              <a:buNone/>
              <a:defRPr sz="1371" b="0" spc="0" baseline="0">
                <a:solidFill>
                  <a:schemeClr val="tx2"/>
                </a:solidFill>
                <a:latin typeface="+mj-lt"/>
              </a:defRPr>
            </a:lvl1pPr>
            <a:lvl2pPr marL="280067" marR="0" indent="-280067" algn="l" defTabSz="914192" rtl="0" eaLnBrk="1" fontAlgn="auto" latinLnBrk="0" hangingPunct="1">
              <a:lnSpc>
                <a:spcPts val="1765"/>
              </a:lnSpc>
              <a:spcBef>
                <a:spcPts val="0"/>
              </a:spcBef>
              <a:spcAft>
                <a:spcPts val="588"/>
              </a:spcAft>
              <a:buClrTx/>
              <a:buSzPct val="90000"/>
              <a:buFont typeface="Aktiv Grotesk" panose="020B0604020202020204" pitchFamily="34" charset="0"/>
              <a:buChar char="•"/>
              <a:tabLst/>
              <a:defRPr lang="en-US" sz="1371" kern="1200" spc="0" baseline="0" dirty="0">
                <a:solidFill>
                  <a:srgbClr val="000000"/>
                </a:solidFill>
                <a:latin typeface="+mn-lt"/>
                <a:ea typeface="+mn-ea"/>
                <a:cs typeface="+mn-cs"/>
              </a:defRPr>
            </a:lvl2pPr>
            <a:lvl3pPr marL="448107" indent="0">
              <a:buNone/>
              <a:defRPr/>
            </a:lvl3pPr>
            <a:lvl4pPr marL="672161" indent="0">
              <a:buNone/>
              <a:defRPr/>
            </a:lvl4pPr>
            <a:lvl5pPr marL="896214" indent="0">
              <a:buNone/>
              <a:defRPr/>
            </a:lvl5pPr>
          </a:lstStyle>
          <a:p>
            <a:pPr lvl="0"/>
            <a:r>
              <a:rPr lang="en-US"/>
              <a:t>Paragraph title Segoe UI </a:t>
            </a:r>
            <a:r>
              <a:rPr lang="en-US" err="1"/>
              <a:t>Semibold</a:t>
            </a:r>
            <a:r>
              <a:rPr lang="en-US"/>
              <a:t> 14/18</a:t>
            </a:r>
          </a:p>
        </p:txBody>
      </p:sp>
      <p:sp>
        <p:nvSpPr>
          <p:cNvPr id="22" name="Text Placeholder 4">
            <a:extLst>
              <a:ext uri="{FF2B5EF4-FFF2-40B4-BE49-F238E27FC236}">
                <a16:creationId xmlns:a16="http://schemas.microsoft.com/office/drawing/2014/main" id="{35007055-7118-477F-B301-DB401591FA27}"/>
              </a:ext>
            </a:extLst>
          </p:cNvPr>
          <p:cNvSpPr>
            <a:spLocks noGrp="1"/>
          </p:cNvSpPr>
          <p:nvPr>
            <p:ph type="body" sz="quarter" idx="13" hasCustomPrompt="1"/>
          </p:nvPr>
        </p:nvSpPr>
        <p:spPr>
          <a:xfrm>
            <a:off x="8149961" y="3151388"/>
            <a:ext cx="3618381" cy="216206"/>
          </a:xfrm>
          <a:prstGeom prst="rect">
            <a:avLst/>
          </a:prstGeom>
        </p:spPr>
        <p:txBody>
          <a:bodyPr lIns="0" tIns="0" rIns="0" bIns="0"/>
          <a:lstStyle>
            <a:lvl1pPr marL="0" indent="0">
              <a:lnSpc>
                <a:spcPts val="1765"/>
              </a:lnSpc>
              <a:spcBef>
                <a:spcPts val="0"/>
              </a:spcBef>
              <a:spcAft>
                <a:spcPts val="588"/>
              </a:spcAft>
              <a:buNone/>
              <a:defRPr sz="1371" b="0" spc="0" baseline="0">
                <a:solidFill>
                  <a:schemeClr val="tx2"/>
                </a:solidFill>
                <a:latin typeface="+mj-lt"/>
              </a:defRPr>
            </a:lvl1pPr>
            <a:lvl2pPr marL="280067" marR="0" indent="-280067" algn="l" defTabSz="914192" rtl="0" eaLnBrk="1" fontAlgn="auto" latinLnBrk="0" hangingPunct="1">
              <a:lnSpc>
                <a:spcPts val="1765"/>
              </a:lnSpc>
              <a:spcBef>
                <a:spcPts val="0"/>
              </a:spcBef>
              <a:spcAft>
                <a:spcPts val="588"/>
              </a:spcAft>
              <a:buClrTx/>
              <a:buSzPct val="90000"/>
              <a:buFont typeface="Aktiv Grotesk" panose="020B0604020202020204" pitchFamily="34" charset="0"/>
              <a:buChar char="•"/>
              <a:tabLst/>
              <a:defRPr lang="en-US" sz="1371" kern="1200" spc="0" baseline="0" dirty="0">
                <a:solidFill>
                  <a:srgbClr val="000000"/>
                </a:solidFill>
                <a:latin typeface="+mn-lt"/>
                <a:ea typeface="+mn-ea"/>
                <a:cs typeface="+mn-cs"/>
              </a:defRPr>
            </a:lvl2pPr>
            <a:lvl3pPr marL="448107" indent="0">
              <a:buNone/>
              <a:defRPr/>
            </a:lvl3pPr>
            <a:lvl4pPr marL="672161" indent="0">
              <a:buNone/>
              <a:defRPr/>
            </a:lvl4pPr>
            <a:lvl5pPr marL="896214" indent="0">
              <a:buNone/>
              <a:defRPr/>
            </a:lvl5pPr>
          </a:lstStyle>
          <a:p>
            <a:pPr lvl="0"/>
            <a:r>
              <a:rPr lang="en-US"/>
              <a:t>Paragraph title Segoe UI </a:t>
            </a:r>
            <a:r>
              <a:rPr lang="en-US" err="1"/>
              <a:t>Semibold</a:t>
            </a:r>
            <a:r>
              <a:rPr lang="en-US"/>
              <a:t> 14/18</a:t>
            </a:r>
          </a:p>
        </p:txBody>
      </p:sp>
      <p:sp>
        <p:nvSpPr>
          <p:cNvPr id="23" name="Text Box 3">
            <a:extLst>
              <a:ext uri="{FF2B5EF4-FFF2-40B4-BE49-F238E27FC236}">
                <a16:creationId xmlns:a16="http://schemas.microsoft.com/office/drawing/2014/main" id="{DD31BD93-DFDF-4C46-8FDE-B1B55850B6B2}"/>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Aktiv Grotesk" pitchFamily="34" charset="0"/>
              </a:rPr>
              <a:t>©Microsoft Corporation									                                                                                                                                             Azure </a:t>
            </a:r>
          </a:p>
        </p:txBody>
      </p:sp>
      <p:sp>
        <p:nvSpPr>
          <p:cNvPr id="24" name="Text Placeholder 4">
            <a:extLst>
              <a:ext uri="{FF2B5EF4-FFF2-40B4-BE49-F238E27FC236}">
                <a16:creationId xmlns:a16="http://schemas.microsoft.com/office/drawing/2014/main" id="{2951A14E-1D63-9E44-9361-FD57A8BD812A}"/>
              </a:ext>
            </a:extLst>
          </p:cNvPr>
          <p:cNvSpPr>
            <a:spLocks noGrp="1"/>
          </p:cNvSpPr>
          <p:nvPr>
            <p:ph type="body" sz="quarter" idx="17" hasCustomPrompt="1"/>
          </p:nvPr>
        </p:nvSpPr>
        <p:spPr>
          <a:xfrm>
            <a:off x="454170" y="3378440"/>
            <a:ext cx="3618381" cy="2059666"/>
          </a:xfrm>
          <a:prstGeom prst="rect">
            <a:avLst/>
          </a:prstGeom>
        </p:spPr>
        <p:txBody>
          <a:bodyPr lIns="0" tIns="0" rIns="0" bIns="0"/>
          <a:lstStyle>
            <a:lvl1pPr marL="280067" indent="-280067">
              <a:lnSpc>
                <a:spcPts val="1765"/>
              </a:lnSpc>
              <a:spcBef>
                <a:spcPts val="0"/>
              </a:spcBef>
              <a:buFont typeface="Aktiv Grotesk" panose="020B0604020202020204" pitchFamily="34" charset="0"/>
              <a:buChar char="•"/>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25" name="Text Placeholder 4">
            <a:extLst>
              <a:ext uri="{FF2B5EF4-FFF2-40B4-BE49-F238E27FC236}">
                <a16:creationId xmlns:a16="http://schemas.microsoft.com/office/drawing/2014/main" id="{1C3BF983-4009-1049-9AD7-C94BE3AA193C}"/>
              </a:ext>
            </a:extLst>
          </p:cNvPr>
          <p:cNvSpPr>
            <a:spLocks noGrp="1"/>
          </p:cNvSpPr>
          <p:nvPr>
            <p:ph type="body" sz="quarter" idx="18" hasCustomPrompt="1"/>
          </p:nvPr>
        </p:nvSpPr>
        <p:spPr>
          <a:xfrm>
            <a:off x="4318450" y="3378440"/>
            <a:ext cx="3618381" cy="2059666"/>
          </a:xfrm>
          <a:prstGeom prst="rect">
            <a:avLst/>
          </a:prstGeom>
        </p:spPr>
        <p:txBody>
          <a:bodyPr lIns="0" tIns="0" rIns="0" bIns="0"/>
          <a:lstStyle>
            <a:lvl1pPr marL="280067" indent="-280067">
              <a:lnSpc>
                <a:spcPts val="1765"/>
              </a:lnSpc>
              <a:spcBef>
                <a:spcPts val="0"/>
              </a:spcBef>
              <a:buFont typeface="Aktiv Grotesk" panose="020B0604020202020204" pitchFamily="34" charset="0"/>
              <a:buChar char="•"/>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26" name="Text Placeholder 4">
            <a:extLst>
              <a:ext uri="{FF2B5EF4-FFF2-40B4-BE49-F238E27FC236}">
                <a16:creationId xmlns:a16="http://schemas.microsoft.com/office/drawing/2014/main" id="{2361C016-E331-F44F-ACAE-52E4AE73469E}"/>
              </a:ext>
            </a:extLst>
          </p:cNvPr>
          <p:cNvSpPr>
            <a:spLocks noGrp="1"/>
          </p:cNvSpPr>
          <p:nvPr>
            <p:ph type="body" sz="quarter" idx="19" hasCustomPrompt="1"/>
          </p:nvPr>
        </p:nvSpPr>
        <p:spPr>
          <a:xfrm>
            <a:off x="8156767" y="3378440"/>
            <a:ext cx="3618381" cy="2059666"/>
          </a:xfrm>
          <a:prstGeom prst="rect">
            <a:avLst/>
          </a:prstGeom>
        </p:spPr>
        <p:txBody>
          <a:bodyPr lIns="0" tIns="0" rIns="0" bIns="0"/>
          <a:lstStyle>
            <a:lvl1pPr marL="280067" indent="-280067">
              <a:lnSpc>
                <a:spcPts val="1765"/>
              </a:lnSpc>
              <a:spcBef>
                <a:spcPts val="0"/>
              </a:spcBef>
              <a:buFont typeface="Aktiv Grotesk" panose="020B0604020202020204" pitchFamily="34" charset="0"/>
              <a:buChar char="•"/>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Tree>
    <p:extLst>
      <p:ext uri="{BB962C8B-B14F-4D97-AF65-F5344CB8AC3E}">
        <p14:creationId xmlns:p14="http://schemas.microsoft.com/office/powerpoint/2010/main" val="898405452"/>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2_Closing logo slide">
    <p:bg>
      <p:bgPr>
        <a:solidFill>
          <a:schemeClr val="bg2"/>
        </a:solidFill>
        <a:effectLst/>
      </p:bgPr>
    </p:bg>
    <p:spTree>
      <p:nvGrpSpPr>
        <p:cNvPr id="1" name=""/>
        <p:cNvGrpSpPr/>
        <p:nvPr/>
      </p:nvGrpSpPr>
      <p:grpSpPr>
        <a:xfrm>
          <a:off x="0" y="0"/>
          <a:ext cx="0" cy="0"/>
          <a:chOff x="0" y="0"/>
          <a:chExt cx="0" cy="0"/>
        </a:xfrm>
      </p:grpSpPr>
      <p:pic>
        <p:nvPicPr>
          <p:cNvPr id="6" name="Picture 5" descr="A close up of a logo&#10;&#10;Description automatically generated">
            <a:extLst>
              <a:ext uri="{FF2B5EF4-FFF2-40B4-BE49-F238E27FC236}">
                <a16:creationId xmlns:a16="http://schemas.microsoft.com/office/drawing/2014/main" id="{E90FE269-9152-4823-AF5F-48CDB3F18CB4}"/>
              </a:ext>
            </a:extLst>
          </p:cNvPr>
          <p:cNvPicPr>
            <a:picLocks noChangeAspect="1"/>
          </p:cNvPicPr>
          <p:nvPr userDrawn="1"/>
        </p:nvPicPr>
        <p:blipFill>
          <a:blip r:embed="rId3"/>
          <a:stretch>
            <a:fillRect/>
          </a:stretch>
        </p:blipFill>
        <p:spPr>
          <a:xfrm>
            <a:off x="2530133" y="4271645"/>
            <a:ext cx="7131734" cy="1396242"/>
          </a:xfrm>
          <a:prstGeom prst="rect">
            <a:avLst/>
          </a:prstGeom>
        </p:spPr>
      </p:pic>
      <p:graphicFrame>
        <p:nvGraphicFramePr>
          <p:cNvPr id="4" name="Object 3" hidden="1"/>
          <p:cNvGraphicFramePr>
            <a:graphicFrameLocks noChangeAspect="1"/>
          </p:cNvGraphicFramePr>
          <p:nvPr userDrawn="1">
            <p:custDataLst>
              <p:tags r:id="rId1"/>
            </p:custDataLst>
          </p:nvPr>
        </p:nvGraphicFramePr>
        <p:xfrm>
          <a:off x="1557" y="1558"/>
          <a:ext cx="1556" cy="1556"/>
        </p:xfrm>
        <a:graphic>
          <a:graphicData uri="http://schemas.openxmlformats.org/presentationml/2006/ole">
            <mc:AlternateContent xmlns:mc="http://schemas.openxmlformats.org/markup-compatibility/2006">
              <mc:Choice xmlns:v="urn:schemas-microsoft-com:vml" Requires="v">
                <p:oleObj name="think-cell Slide" r:id="rId4" imgW="378" imgH="377" progId="TCLayout.ActiveDocument.1">
                  <p:embed/>
                </p:oleObj>
              </mc:Choice>
              <mc:Fallback>
                <p:oleObj name="think-cell Slide" r:id="rId4" imgW="378" imgH="377" progId="TCLayout.ActiveDocument.1">
                  <p:embed/>
                  <p:pic>
                    <p:nvPicPr>
                      <p:cNvPr id="4" name="Object 3" hidden="1"/>
                      <p:cNvPicPr/>
                      <p:nvPr/>
                    </p:nvPicPr>
                    <p:blipFill>
                      <a:blip r:embed="rId5"/>
                      <a:stretch>
                        <a:fillRect/>
                      </a:stretch>
                    </p:blipFill>
                    <p:spPr>
                      <a:xfrm>
                        <a:off x="1557" y="1558"/>
                        <a:ext cx="1556" cy="1556"/>
                      </a:xfrm>
                      <a:prstGeom prst="rect">
                        <a:avLst/>
                      </a:prstGeom>
                    </p:spPr>
                  </p:pic>
                </p:oleObj>
              </mc:Fallback>
            </mc:AlternateContent>
          </a:graphicData>
        </a:graphic>
      </p:graphicFrame>
      <p:sp>
        <p:nvSpPr>
          <p:cNvPr id="5" name="Title 1">
            <a:extLst>
              <a:ext uri="{FF2B5EF4-FFF2-40B4-BE49-F238E27FC236}">
                <a16:creationId xmlns:a16="http://schemas.microsoft.com/office/drawing/2014/main" id="{EC05A73C-A934-4E10-B99C-CE18111519DC}"/>
              </a:ext>
            </a:extLst>
          </p:cNvPr>
          <p:cNvSpPr>
            <a:spLocks noGrp="1"/>
          </p:cNvSpPr>
          <p:nvPr>
            <p:ph type="title" hasCustomPrompt="1"/>
          </p:nvPr>
        </p:nvSpPr>
        <p:spPr>
          <a:xfrm>
            <a:off x="1166442" y="2675054"/>
            <a:ext cx="9859116" cy="1077315"/>
          </a:xfrm>
          <a:noFill/>
        </p:spPr>
        <p:txBody>
          <a:bodyPr tIns="91440" bIns="91440" anchor="t" anchorCtr="0">
            <a:spAutoFit/>
          </a:bodyPr>
          <a:lstStyle>
            <a:lvl1pPr algn="ctr">
              <a:defRPr lang="en-US" sz="6470" b="0" kern="1200" cap="none" spc="-98" baseline="0" dirty="0">
                <a:ln w="3175">
                  <a:noFill/>
                </a:ln>
                <a:gradFill>
                  <a:gsLst>
                    <a:gs pos="0">
                      <a:schemeClr val="tx1"/>
                    </a:gs>
                    <a:gs pos="100000">
                      <a:schemeClr val="tx1"/>
                    </a:gs>
                  </a:gsLst>
                  <a:lin ang="5400000" scaled="0"/>
                </a:gradFill>
                <a:effectLst/>
                <a:latin typeface="+mj-lt"/>
                <a:ea typeface="+mn-ea"/>
                <a:cs typeface="Aktiv Grotesk" pitchFamily="34" charset="0"/>
              </a:defRPr>
            </a:lvl1pPr>
          </a:lstStyle>
          <a:p>
            <a:r>
              <a:rPr lang="en-US" dirty="0"/>
              <a:t>Thank You</a:t>
            </a:r>
          </a:p>
        </p:txBody>
      </p:sp>
    </p:spTree>
    <p:extLst>
      <p:ext uri="{BB962C8B-B14F-4D97-AF65-F5344CB8AC3E}">
        <p14:creationId xmlns:p14="http://schemas.microsoft.com/office/powerpoint/2010/main" val="393734512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5994" y="556382"/>
            <a:ext cx="11303917" cy="813819"/>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455994" y="1817559"/>
            <a:ext cx="11231768" cy="1780438"/>
          </a:xfrm>
          <a:prstGeom prst="rect">
            <a:avLst/>
          </a:prstGeom>
        </p:spPr>
        <p:txBody>
          <a:bodyPr vert="horz" wrap="square" lIns="0" tIns="91440" rIns="146304" bIns="91440" rtlCol="0">
            <a:spAutoFit/>
          </a:bodyPr>
          <a:lstStyle/>
          <a:p>
            <a:pPr lvl="1"/>
            <a:r>
              <a:rPr lang="en-US"/>
              <a:t>Large: subhead Segoe UI Regular 20/24</a:t>
            </a:r>
          </a:p>
          <a:p>
            <a:pPr lvl="1"/>
            <a:endParaRPr lang="en-US"/>
          </a:p>
          <a:p>
            <a:pPr lvl="2"/>
            <a:r>
              <a:rPr lang="en-US"/>
              <a:t>Medium: paragraph heading Segoe UI </a:t>
            </a:r>
            <a:r>
              <a:rPr lang="en-US" err="1"/>
              <a:t>Semibold</a:t>
            </a:r>
            <a:r>
              <a:rPr lang="en-US"/>
              <a:t> 14/18</a:t>
            </a:r>
          </a:p>
          <a:p>
            <a:pPr lvl="3"/>
            <a:r>
              <a:rPr lang="en-US"/>
              <a:t>Medium: paragraph body copy Segoe UI Regular 14/18</a:t>
            </a:r>
          </a:p>
          <a:p>
            <a:pPr lvl="3"/>
            <a:endParaRPr lang="en-US"/>
          </a:p>
          <a:p>
            <a:pPr lvl="4"/>
            <a:r>
              <a:rPr lang="en-US"/>
              <a:t>Small: caption heading Segoe UI Bold 10/12</a:t>
            </a:r>
          </a:p>
          <a:p>
            <a:pPr lvl="6"/>
            <a:r>
              <a:rPr lang="en-US"/>
              <a:t>Small: caption body copy B3 Segoe UI Regular 10/12</a:t>
            </a:r>
          </a:p>
        </p:txBody>
      </p:sp>
      <p:pic>
        <p:nvPicPr>
          <p:cNvPr id="7" name="Picture 6"/>
          <p:cNvPicPr>
            <a:picLocks noChangeAspect="1"/>
          </p:cNvPicPr>
          <p:nvPr userDrawn="1"/>
        </p:nvPicPr>
        <p:blipFill>
          <a:blip r:embed="rId62" cstate="print">
            <a:extLst>
              <a:ext uri="{28A0092B-C50C-407E-A947-70E740481C1C}">
                <a14:useLocalDpi xmlns:a14="http://schemas.microsoft.com/office/drawing/2010/main" val="0"/>
              </a:ext>
            </a:extLst>
          </a:blip>
          <a:stretch>
            <a:fillRect/>
          </a:stretch>
        </p:blipFill>
        <p:spPr>
          <a:xfrm rot="5400000">
            <a:off x="9432278" y="2842060"/>
            <a:ext cx="6843271" cy="1164777"/>
          </a:xfrm>
          <a:prstGeom prst="rect">
            <a:avLst/>
          </a:prstGeom>
        </p:spPr>
      </p:pic>
    </p:spTree>
    <p:extLst>
      <p:ext uri="{BB962C8B-B14F-4D97-AF65-F5344CB8AC3E}">
        <p14:creationId xmlns:p14="http://schemas.microsoft.com/office/powerpoint/2010/main" val="975854554"/>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 id="2147483708" r:id="rId17"/>
    <p:sldLayoutId id="2147483709" r:id="rId18"/>
    <p:sldLayoutId id="2147483710" r:id="rId19"/>
    <p:sldLayoutId id="2147483711" r:id="rId20"/>
    <p:sldLayoutId id="2147483712" r:id="rId21"/>
    <p:sldLayoutId id="2147483713" r:id="rId22"/>
    <p:sldLayoutId id="2147483714" r:id="rId23"/>
    <p:sldLayoutId id="2147483715" r:id="rId24"/>
    <p:sldLayoutId id="2147483716" r:id="rId25"/>
    <p:sldLayoutId id="2147483717" r:id="rId26"/>
    <p:sldLayoutId id="2147483718" r:id="rId27"/>
    <p:sldLayoutId id="2147483719" r:id="rId28"/>
    <p:sldLayoutId id="2147483720" r:id="rId29"/>
    <p:sldLayoutId id="2147483721" r:id="rId30"/>
    <p:sldLayoutId id="2147483722" r:id="rId31"/>
    <p:sldLayoutId id="2147483723" r:id="rId32"/>
    <p:sldLayoutId id="2147483724" r:id="rId33"/>
    <p:sldLayoutId id="2147483781" r:id="rId34"/>
    <p:sldLayoutId id="2147483782" r:id="rId35"/>
    <p:sldLayoutId id="2147483783" r:id="rId36"/>
    <p:sldLayoutId id="2147483776" r:id="rId37"/>
    <p:sldLayoutId id="2147483778" r:id="rId38"/>
    <p:sldLayoutId id="2147483779" r:id="rId39"/>
    <p:sldLayoutId id="2147483668" r:id="rId40"/>
    <p:sldLayoutId id="2147483669" r:id="rId41"/>
    <p:sldLayoutId id="2147483671" r:id="rId42"/>
    <p:sldLayoutId id="2147483675" r:id="rId43"/>
    <p:sldLayoutId id="2147483676" r:id="rId44"/>
    <p:sldLayoutId id="2147483677" r:id="rId45"/>
    <p:sldLayoutId id="2147483678" r:id="rId46"/>
    <p:sldLayoutId id="2147483679" r:id="rId47"/>
    <p:sldLayoutId id="2147483680" r:id="rId48"/>
    <p:sldLayoutId id="2147483681" r:id="rId49"/>
    <p:sldLayoutId id="2147483685" r:id="rId50"/>
    <p:sldLayoutId id="2147483686" r:id="rId51"/>
    <p:sldLayoutId id="2147483687" r:id="rId52"/>
    <p:sldLayoutId id="2147483737" r:id="rId53"/>
    <p:sldLayoutId id="2147483738" r:id="rId54"/>
    <p:sldLayoutId id="2147483739" r:id="rId55"/>
    <p:sldLayoutId id="2147483796" r:id="rId56"/>
    <p:sldLayoutId id="2147483797" r:id="rId57"/>
    <p:sldLayoutId id="2147483798" r:id="rId58"/>
    <p:sldLayoutId id="2147483799" r:id="rId59"/>
    <p:sldLayoutId id="2147483800" r:id="rId60"/>
  </p:sldLayoutIdLst>
  <p:transition>
    <p:fade/>
  </p:transition>
  <p:hf hdr="0" dt="0"/>
  <p:txStyles>
    <p:titleStyle>
      <a:lvl1pPr algn="l" defTabSz="914192" rtl="0" eaLnBrk="1" latinLnBrk="0" hangingPunct="1">
        <a:lnSpc>
          <a:spcPct val="90000"/>
        </a:lnSpc>
        <a:spcBef>
          <a:spcPct val="0"/>
        </a:spcBef>
        <a:buNone/>
        <a:defRPr lang="en-US" sz="2745" b="0" kern="1200" cap="none" spc="-49" baseline="0" dirty="0" smtClean="0">
          <a:ln w="3175">
            <a:noFill/>
          </a:ln>
          <a:solidFill>
            <a:srgbClr val="000000"/>
          </a:solidFill>
          <a:effectLst/>
          <a:latin typeface="+mj-lt"/>
          <a:ea typeface="+mn-ea"/>
          <a:cs typeface="Aktiv Grotesk" pitchFamily="34" charset="0"/>
        </a:defRPr>
      </a:lvl1pPr>
    </p:titleStyle>
    <p:bodyStyle>
      <a:lvl1pPr marL="0" marR="0" indent="0" algn="l" defTabSz="914192"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192" rtl="0" eaLnBrk="1" fontAlgn="auto" latinLnBrk="0" hangingPunct="1">
        <a:lnSpc>
          <a:spcPct val="100000"/>
        </a:lnSpc>
        <a:spcBef>
          <a:spcPts val="0"/>
        </a:spcBef>
        <a:spcAft>
          <a:spcPts val="0"/>
        </a:spcAft>
        <a:buClrTx/>
        <a:buSzPct val="90000"/>
        <a:buFont typeface="Wingdings" panose="05000000000000000000" pitchFamily="2" charset="2"/>
        <a:buNone/>
        <a:tabLst/>
        <a:defRPr sz="1961" kern="1200" spc="0" baseline="0">
          <a:solidFill>
            <a:srgbClr val="000000"/>
          </a:solidFill>
          <a:latin typeface="+mn-lt"/>
          <a:ea typeface="+mn-ea"/>
          <a:cs typeface="+mn-cs"/>
        </a:defRPr>
      </a:lvl2pPr>
      <a:lvl3pPr marL="0" marR="0" indent="0" algn="l" defTabSz="914192" rtl="0" eaLnBrk="1" fontAlgn="auto" latinLnBrk="0" hangingPunct="1">
        <a:lnSpc>
          <a:spcPct val="100000"/>
        </a:lnSpc>
        <a:spcBef>
          <a:spcPts val="0"/>
        </a:spcBef>
        <a:spcAft>
          <a:spcPts val="0"/>
        </a:spcAft>
        <a:buClrTx/>
        <a:buSzPct val="90000"/>
        <a:buFont typeface="Wingdings" panose="05000000000000000000" pitchFamily="2" charset="2"/>
        <a:buNone/>
        <a:tabLst/>
        <a:defRPr sz="1371" kern="1200" spc="0" baseline="0">
          <a:solidFill>
            <a:schemeClr val="tx2"/>
          </a:solidFill>
          <a:latin typeface="+mj-lt"/>
          <a:ea typeface="+mn-ea"/>
          <a:cs typeface="+mn-cs"/>
        </a:defRPr>
      </a:lvl3pPr>
      <a:lvl4pPr marL="0" marR="0" indent="0" algn="l" defTabSz="914192" rtl="0" eaLnBrk="1" fontAlgn="auto" latinLnBrk="0" hangingPunct="1">
        <a:lnSpc>
          <a:spcPct val="100000"/>
        </a:lnSpc>
        <a:spcBef>
          <a:spcPts val="0"/>
        </a:spcBef>
        <a:spcAft>
          <a:spcPts val="0"/>
        </a:spcAft>
        <a:buClrTx/>
        <a:buSzPct val="90000"/>
        <a:buFont typeface="Wingdings" panose="05000000000000000000" pitchFamily="2" charset="2"/>
        <a:buNone/>
        <a:tabLst/>
        <a:defRPr sz="1371" kern="1200" spc="0" baseline="0">
          <a:solidFill>
            <a:srgbClr val="000000"/>
          </a:solidFill>
          <a:latin typeface="+mn-lt"/>
          <a:ea typeface="+mn-ea"/>
          <a:cs typeface="+mn-cs"/>
        </a:defRPr>
      </a:lvl4pPr>
      <a:lvl5pPr marL="0" marR="0" indent="0" algn="l" defTabSz="914192" rtl="0" eaLnBrk="1" fontAlgn="auto" latinLnBrk="0" hangingPunct="1">
        <a:lnSpc>
          <a:spcPct val="100000"/>
        </a:lnSpc>
        <a:spcBef>
          <a:spcPts val="0"/>
        </a:spcBef>
        <a:spcAft>
          <a:spcPts val="0"/>
        </a:spcAft>
        <a:buClrTx/>
        <a:buSzPct val="90000"/>
        <a:buFont typeface="Wingdings" panose="05000000000000000000" pitchFamily="2" charset="2"/>
        <a:buNone/>
        <a:tabLst/>
        <a:defRPr sz="980" b="1" kern="1200" spc="0" baseline="0">
          <a:solidFill>
            <a:srgbClr val="000000"/>
          </a:solidFill>
          <a:latin typeface="+mn-lt"/>
          <a:ea typeface="+mn-ea"/>
          <a:cs typeface="+mn-cs"/>
        </a:defRPr>
      </a:lvl5pPr>
      <a:lvl6pPr marL="2285477" indent="0" algn="l" defTabSz="914192" rtl="0" eaLnBrk="1" latinLnBrk="0" hangingPunct="1">
        <a:spcBef>
          <a:spcPct val="20000"/>
        </a:spcBef>
        <a:buFont typeface="Aktiv Grotesk" pitchFamily="34" charset="0"/>
        <a:buNone/>
        <a:defRPr sz="1961" kern="1200">
          <a:solidFill>
            <a:schemeClr val="tx1"/>
          </a:solidFill>
          <a:latin typeface="+mn-lt"/>
          <a:ea typeface="+mn-ea"/>
          <a:cs typeface="+mn-cs"/>
        </a:defRPr>
      </a:lvl6pPr>
      <a:lvl7pPr marL="0" indent="0" algn="l" defTabSz="914192" rtl="0" eaLnBrk="1" latinLnBrk="0" hangingPunct="1">
        <a:lnSpc>
          <a:spcPct val="100000"/>
        </a:lnSpc>
        <a:spcBef>
          <a:spcPts val="0"/>
        </a:spcBef>
        <a:spcAft>
          <a:spcPts val="0"/>
        </a:spcAft>
        <a:buFont typeface="Aktiv Grotesk" pitchFamily="34" charset="0"/>
        <a:buNone/>
        <a:defRPr sz="980" kern="1200">
          <a:solidFill>
            <a:srgbClr val="000000"/>
          </a:solidFill>
          <a:latin typeface="+mn-lt"/>
          <a:ea typeface="+mn-ea"/>
          <a:cs typeface="+mn-cs"/>
        </a:defRPr>
      </a:lvl7pPr>
      <a:lvl8pPr marL="3428219" indent="-228548" algn="l" defTabSz="914192" rtl="0" eaLnBrk="1" latinLnBrk="0" hangingPunct="1">
        <a:spcBef>
          <a:spcPct val="20000"/>
        </a:spcBef>
        <a:buFont typeface="Aktiv Grotesk" pitchFamily="34" charset="0"/>
        <a:buChar char="•"/>
        <a:defRPr sz="1961" kern="1200">
          <a:solidFill>
            <a:schemeClr val="tx1"/>
          </a:solidFill>
          <a:latin typeface="+mn-lt"/>
          <a:ea typeface="+mn-ea"/>
          <a:cs typeface="+mn-cs"/>
        </a:defRPr>
      </a:lvl8pPr>
      <a:lvl9pPr marL="3885315" indent="-228548" algn="l" defTabSz="914192" rtl="0" eaLnBrk="1" latinLnBrk="0" hangingPunct="1">
        <a:spcBef>
          <a:spcPct val="20000"/>
        </a:spcBef>
        <a:buFont typeface="Aktiv Grotesk" pitchFamily="34" charset="0"/>
        <a:buChar char="•"/>
        <a:defRPr sz="1961" kern="1200">
          <a:solidFill>
            <a:schemeClr val="tx1"/>
          </a:solidFill>
          <a:latin typeface="+mn-lt"/>
          <a:ea typeface="+mn-ea"/>
          <a:cs typeface="+mn-cs"/>
        </a:defRPr>
      </a:lvl9pPr>
    </p:bodyStyle>
    <p:otherStyle>
      <a:defPPr>
        <a:defRPr lang="en-US"/>
      </a:defPPr>
      <a:lvl1pPr marL="0" algn="l" defTabSz="914192" rtl="0" eaLnBrk="1" latinLnBrk="0" hangingPunct="1">
        <a:defRPr sz="1765" kern="1200">
          <a:solidFill>
            <a:schemeClr val="tx1"/>
          </a:solidFill>
          <a:latin typeface="+mn-lt"/>
          <a:ea typeface="+mn-ea"/>
          <a:cs typeface="+mn-cs"/>
        </a:defRPr>
      </a:lvl1pPr>
      <a:lvl2pPr marL="457095" algn="l" defTabSz="914192" rtl="0" eaLnBrk="1" latinLnBrk="0" hangingPunct="1">
        <a:defRPr sz="1765" kern="1200">
          <a:solidFill>
            <a:schemeClr val="tx1"/>
          </a:solidFill>
          <a:latin typeface="+mn-lt"/>
          <a:ea typeface="+mn-ea"/>
          <a:cs typeface="+mn-cs"/>
        </a:defRPr>
      </a:lvl2pPr>
      <a:lvl3pPr marL="914192" algn="l" defTabSz="914192" rtl="0" eaLnBrk="1" latinLnBrk="0" hangingPunct="1">
        <a:defRPr sz="1765" kern="1200">
          <a:solidFill>
            <a:schemeClr val="tx1"/>
          </a:solidFill>
          <a:latin typeface="+mn-lt"/>
          <a:ea typeface="+mn-ea"/>
          <a:cs typeface="+mn-cs"/>
        </a:defRPr>
      </a:lvl3pPr>
      <a:lvl4pPr marL="1371287" algn="l" defTabSz="914192" rtl="0" eaLnBrk="1" latinLnBrk="0" hangingPunct="1">
        <a:defRPr sz="1765" kern="1200">
          <a:solidFill>
            <a:schemeClr val="tx1"/>
          </a:solidFill>
          <a:latin typeface="+mn-lt"/>
          <a:ea typeface="+mn-ea"/>
          <a:cs typeface="+mn-cs"/>
        </a:defRPr>
      </a:lvl4pPr>
      <a:lvl5pPr marL="1828383" algn="l" defTabSz="914192" rtl="0" eaLnBrk="1" latinLnBrk="0" hangingPunct="1">
        <a:defRPr sz="1765" kern="1200">
          <a:solidFill>
            <a:schemeClr val="tx1"/>
          </a:solidFill>
          <a:latin typeface="+mn-lt"/>
          <a:ea typeface="+mn-ea"/>
          <a:cs typeface="+mn-cs"/>
        </a:defRPr>
      </a:lvl5pPr>
      <a:lvl6pPr marL="2285479" algn="l" defTabSz="914192" rtl="0" eaLnBrk="1" latinLnBrk="0" hangingPunct="1">
        <a:defRPr sz="1765" kern="1200">
          <a:solidFill>
            <a:schemeClr val="tx1"/>
          </a:solidFill>
          <a:latin typeface="+mn-lt"/>
          <a:ea typeface="+mn-ea"/>
          <a:cs typeface="+mn-cs"/>
        </a:defRPr>
      </a:lvl6pPr>
      <a:lvl7pPr marL="2742575" algn="l" defTabSz="914192" rtl="0" eaLnBrk="1" latinLnBrk="0" hangingPunct="1">
        <a:defRPr sz="1765" kern="1200">
          <a:solidFill>
            <a:schemeClr val="tx1"/>
          </a:solidFill>
          <a:latin typeface="+mn-lt"/>
          <a:ea typeface="+mn-ea"/>
          <a:cs typeface="+mn-cs"/>
        </a:defRPr>
      </a:lvl7pPr>
      <a:lvl8pPr marL="3199670" algn="l" defTabSz="914192" rtl="0" eaLnBrk="1" latinLnBrk="0" hangingPunct="1">
        <a:defRPr sz="1765" kern="1200">
          <a:solidFill>
            <a:schemeClr val="tx1"/>
          </a:solidFill>
          <a:latin typeface="+mn-lt"/>
          <a:ea typeface="+mn-ea"/>
          <a:cs typeface="+mn-cs"/>
        </a:defRPr>
      </a:lvl8pPr>
      <a:lvl9pPr marL="3656767" algn="l" defTabSz="914192"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49">
          <p15:clr>
            <a:srgbClr val="C35EA4"/>
          </p15:clr>
        </p15:guide>
        <p15:guide id="32" pos="1528">
          <p15:clr>
            <a:srgbClr val="C35EA4"/>
          </p15:clr>
        </p15:guide>
        <p15:guide id="33" pos="2621">
          <p15:clr>
            <a:srgbClr val="C35EA4"/>
          </p15:clr>
        </p15:guide>
        <p15:guide id="34" pos="2765">
          <p15:clr>
            <a:srgbClr val="C35EA4"/>
          </p15:clr>
        </p15:guide>
        <p15:guide id="35" pos="3854">
          <p15:clr>
            <a:srgbClr val="C35EA4"/>
          </p15:clr>
        </p15:guide>
        <p15:guide id="36" pos="4003">
          <p15:clr>
            <a:srgbClr val="C35EA4"/>
          </p15:clr>
        </p15:guide>
        <p15:guide id="37" pos="5083">
          <p15:clr>
            <a:srgbClr val="C35EA4"/>
          </p15:clr>
        </p15:guide>
        <p15:guide id="38" pos="5230">
          <p15:clr>
            <a:srgbClr val="C35EA4"/>
          </p15:clr>
        </p15:guide>
        <p15:guide id="39" pos="6323">
          <p15:clr>
            <a:srgbClr val="C35EA4"/>
          </p15:clr>
        </p15:guide>
        <p15:guide id="40" pos="6469">
          <p15:clr>
            <a:srgbClr val="C35EA4"/>
          </p15:clr>
        </p15:guide>
        <p15:guide id="41" pos="269">
          <p15:clr>
            <a:srgbClr val="F26B43"/>
          </p15:clr>
        </p15:guide>
        <p15:guide id="42" pos="7565">
          <p15:clr>
            <a:srgbClr val="F26B43"/>
          </p15:clr>
        </p15:guide>
        <p15:guide id="43" orient="horz" pos="751">
          <p15:clr>
            <a:srgbClr val="5ACBF0"/>
          </p15:clr>
        </p15:guide>
        <p15:guide id="44" orient="horz" pos="1387">
          <p15:clr>
            <a:srgbClr val="5ACBF0"/>
          </p15:clr>
        </p15:guide>
        <p15:guide id="45" orient="horz" pos="605">
          <p15:clr>
            <a:srgbClr val="5ACBF0"/>
          </p15:clr>
        </p15:guide>
        <p15:guide id="46" orient="horz" pos="1514">
          <p15:clr>
            <a:srgbClr val="5ACBF0"/>
          </p15:clr>
        </p15:guide>
        <p15:guide id="47" orient="horz" pos="2130">
          <p15:clr>
            <a:srgbClr val="5ACBF0"/>
          </p15:clr>
        </p15:guide>
        <p15:guide id="48" orient="horz" pos="2299">
          <p15:clr>
            <a:srgbClr val="5ACBF0"/>
          </p15:clr>
        </p15:guide>
        <p15:guide id="49" orient="horz" pos="283">
          <p15:clr>
            <a:srgbClr val="F26B43"/>
          </p15:clr>
        </p15:guide>
        <p15:guide id="50" orient="horz" pos="4123">
          <p15:clr>
            <a:srgbClr val="F26B43"/>
          </p15:clr>
        </p15:guide>
        <p15:guide id="51" orient="horz" pos="2891">
          <p15:clr>
            <a:srgbClr val="5ACBF0"/>
          </p15:clr>
        </p15:guide>
        <p15:guide id="52" orient="horz" pos="3019">
          <p15:clr>
            <a:srgbClr val="5ACBF0"/>
          </p15:clr>
        </p15:guide>
        <p15:guide id="53" orient="horz" pos="3643">
          <p15:clr>
            <a:srgbClr val="5ACBF0"/>
          </p15:clr>
        </p15:guide>
        <p15:guide id="54" orient="horz" pos="3763">
          <p15:clr>
            <a:srgbClr val="5ACBF0"/>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7.png"/><Relationship Id="rId7" Type="http://schemas.openxmlformats.org/officeDocument/2006/relationships/image" Target="../media/image42.png"/><Relationship Id="rId2" Type="http://schemas.openxmlformats.org/officeDocument/2006/relationships/notesSlide" Target="../notesSlides/notesSlide1.xml"/><Relationship Id="rId1" Type="http://schemas.openxmlformats.org/officeDocument/2006/relationships/slideLayout" Target="../slideLayouts/slideLayout34.xml"/><Relationship Id="rId6" Type="http://schemas.openxmlformats.org/officeDocument/2006/relationships/image" Target="../media/image41.png"/><Relationship Id="rId5" Type="http://schemas.openxmlformats.org/officeDocument/2006/relationships/image" Target="../media/image4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s>
</file>

<file path=ppt/slides/_rels/slide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3.xml"/></Relationships>
</file>

<file path=ppt/slides/_rels/slide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xml"/><Relationship Id="rId1" Type="http://schemas.openxmlformats.org/officeDocument/2006/relationships/slideLayout" Target="../slideLayouts/slideLayout32.xml"/><Relationship Id="rId5" Type="http://schemas.openxmlformats.org/officeDocument/2006/relationships/image" Target="../media/image46.png"/><Relationship Id="rId4" Type="http://schemas.openxmlformats.org/officeDocument/2006/relationships/image" Target="../media/image48.svg"/></Relationships>
</file>

<file path=ppt/slides/_rels/slide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3.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46.png"/><Relationship Id="rId1" Type="http://schemas.openxmlformats.org/officeDocument/2006/relationships/slideLayout" Target="../slideLayouts/slideLayout25.xml"/><Relationship Id="rId5" Type="http://schemas.openxmlformats.org/officeDocument/2006/relationships/chart" Target="../charts/chart3.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46.png"/><Relationship Id="rId1" Type="http://schemas.openxmlformats.org/officeDocument/2006/relationships/slideLayout" Target="../slideLayouts/slideLayout25.xml"/><Relationship Id="rId4" Type="http://schemas.openxmlformats.org/officeDocument/2006/relationships/chart" Target="../charts/chart5.xml"/></Relationships>
</file>

<file path=ppt/slides/_rels/slide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hyperlink" Target="https://learn.microsoft.com/en-us/azure/virtual-machines/linux/endorsed-distros" TargetMode="External"/><Relationship Id="rId1" Type="http://schemas.openxmlformats.org/officeDocument/2006/relationships/slideLayout" Target="../slideLayouts/slideLayout25.xml"/><Relationship Id="rId4" Type="http://schemas.openxmlformats.org/officeDocument/2006/relationships/image" Target="../media/image49.png"/></Relationships>
</file>

<file path=ppt/slides/_rels/slide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xml"/><Relationship Id="rId1" Type="http://schemas.openxmlformats.org/officeDocument/2006/relationships/slideLayout" Target="../slideLayouts/slideLayout25.xml"/><Relationship Id="rId4" Type="http://schemas.openxmlformats.org/officeDocument/2006/relationships/chart" Target="../charts/chart6.xml"/></Relationships>
</file>

<file path=ppt/slides/_rels/slide10.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31.xml"/><Relationship Id="rId4" Type="http://schemas.openxmlformats.org/officeDocument/2006/relationships/chart" Target="../charts/chart9.xml"/></Relationships>
</file>

<file path=ppt/slides/_rels/slide1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8" Type="http://schemas.openxmlformats.org/officeDocument/2006/relationships/image" Target="../media/image56.sv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notesSlide" Target="../notesSlides/notesSlide4.xml"/><Relationship Id="rId1" Type="http://schemas.openxmlformats.org/officeDocument/2006/relationships/slideLayout" Target="../slideLayouts/slideLayout32.xml"/><Relationship Id="rId6" Type="http://schemas.openxmlformats.org/officeDocument/2006/relationships/image" Target="../media/image54.svg"/><Relationship Id="rId5" Type="http://schemas.openxmlformats.org/officeDocument/2006/relationships/image" Target="../media/image53.png"/><Relationship Id="rId4" Type="http://schemas.openxmlformats.org/officeDocument/2006/relationships/image" Target="../media/image52.svg"/></Relationships>
</file>

<file path=ppt/slides/_rels/slide1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6.xml"/><Relationship Id="rId1" Type="http://schemas.openxmlformats.org/officeDocument/2006/relationships/slideLayout" Target="../slideLayouts/slideLayout35.xml"/><Relationship Id="rId6" Type="http://schemas.openxmlformats.org/officeDocument/2006/relationships/image" Target="../media/image50.png"/><Relationship Id="rId5" Type="http://schemas.openxmlformats.org/officeDocument/2006/relationships/image" Target="../media/image57.png"/><Relationship Id="rId4" Type="http://schemas.openxmlformats.org/officeDocument/2006/relationships/image" Target="../media/image54.svg"/></Relationships>
</file>

<file path=ppt/slides/_rels/slide1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7.xml"/><Relationship Id="rId1" Type="http://schemas.openxmlformats.org/officeDocument/2006/relationships/slideLayout" Target="../slideLayouts/slideLayout35.xml"/><Relationship Id="rId4" Type="http://schemas.openxmlformats.org/officeDocument/2006/relationships/image" Target="../media/image56.svg"/></Relationships>
</file>

<file path=ppt/slides/_rels/slide16.xml.rels><?xml version="1.0" encoding="UTF-8" standalone="yes"?>
<Relationships xmlns="http://schemas.openxmlformats.org/package/2006/relationships"><Relationship Id="rId3" Type="http://schemas.openxmlformats.org/officeDocument/2006/relationships/image" Target="../media/image59.svg"/><Relationship Id="rId2" Type="http://schemas.openxmlformats.org/officeDocument/2006/relationships/image" Target="../media/image58.png"/><Relationship Id="rId1" Type="http://schemas.openxmlformats.org/officeDocument/2006/relationships/slideLayout" Target="../slideLayouts/slideLayout15.xml"/><Relationship Id="rId4" Type="http://schemas.openxmlformats.org/officeDocument/2006/relationships/image" Target="../media/image46.png"/></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8.xml"/><Relationship Id="rId1" Type="http://schemas.openxmlformats.org/officeDocument/2006/relationships/slideLayout" Target="../slideLayouts/slideLayout15.xml"/><Relationship Id="rId4" Type="http://schemas.openxmlformats.org/officeDocument/2006/relationships/chart" Target="../charts/chart10.xml"/></Relationships>
</file>

<file path=ppt/slides/_rels/slide18.xml.rels><?xml version="1.0" encoding="UTF-8" standalone="yes"?>
<Relationships xmlns="http://schemas.openxmlformats.org/package/2006/relationships"><Relationship Id="rId8" Type="http://schemas.openxmlformats.org/officeDocument/2006/relationships/hyperlink" Target="https://azure.microsoft.com/en-gb/services/storage/files/#overview" TargetMode="External"/><Relationship Id="rId3" Type="http://schemas.openxmlformats.org/officeDocument/2006/relationships/hyperlink" Target="https://docs.microsoft.com/en-us/azure/migrate/troubleshoot-assessment#azure-vm-assessment-readiness-issues" TargetMode="External"/><Relationship Id="rId7" Type="http://schemas.openxmlformats.org/officeDocument/2006/relationships/hyperlink" Target="https://azure.microsoft.com/en-gb/services/microsoft-sentinel/" TargetMode="External"/><Relationship Id="rId2" Type="http://schemas.openxmlformats.org/officeDocument/2006/relationships/image" Target="../media/image46.png"/><Relationship Id="rId1" Type="http://schemas.openxmlformats.org/officeDocument/2006/relationships/slideLayout" Target="../slideLayouts/slideLayout33.xml"/><Relationship Id="rId6" Type="http://schemas.openxmlformats.org/officeDocument/2006/relationships/hyperlink" Target="https://azure.microsoft.com/en-in/solutions/backup-and-disaster-recovery/#overview" TargetMode="External"/><Relationship Id="rId11" Type="http://schemas.openxmlformats.org/officeDocument/2006/relationships/hyperlink" Target="https://azure.microsoft.com/en-us/services/azure-arc/" TargetMode="External"/><Relationship Id="rId5" Type="http://schemas.openxmlformats.org/officeDocument/2006/relationships/hyperlink" Target="https://azuremarketplace.microsoft.com/en-GB/" TargetMode="External"/><Relationship Id="rId10" Type="http://schemas.openxmlformats.org/officeDocument/2006/relationships/hyperlink" Target="https://azure.microsoft.com/en-us/products/azure-sql/managed-instance/" TargetMode="External"/><Relationship Id="rId4" Type="http://schemas.openxmlformats.org/officeDocument/2006/relationships/hyperlink" Target="https://docs.microsoft.com/en-us/azure/azure-monitor/overview" TargetMode="External"/><Relationship Id="rId9" Type="http://schemas.openxmlformats.org/officeDocument/2006/relationships/hyperlink" Target="https://azure.microsoft.com/en-us/services/virtual-desktop/"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Straight Connector 20"/>
          <p:cNvCxnSpPr/>
          <p:nvPr/>
        </p:nvCxnSpPr>
        <p:spPr>
          <a:xfrm flipH="1">
            <a:off x="0" y="754792"/>
            <a:ext cx="12191999" cy="0"/>
          </a:xfrm>
          <a:prstGeom prst="line">
            <a:avLst/>
          </a:prstGeom>
          <a:ln w="571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38" name="Group 37">
            <a:extLst>
              <a:ext uri="{FF2B5EF4-FFF2-40B4-BE49-F238E27FC236}">
                <a16:creationId xmlns:a16="http://schemas.microsoft.com/office/drawing/2014/main" id="{B10B511A-56BD-481B-9779-50E3C16F4765}"/>
              </a:ext>
            </a:extLst>
          </p:cNvPr>
          <p:cNvGrpSpPr/>
          <p:nvPr/>
        </p:nvGrpSpPr>
        <p:grpSpPr>
          <a:xfrm>
            <a:off x="1" y="4233413"/>
            <a:ext cx="12191999" cy="2291616"/>
            <a:chOff x="0" y="4195018"/>
            <a:chExt cx="12191999" cy="2291616"/>
          </a:xfrm>
        </p:grpSpPr>
        <p:sp>
          <p:nvSpPr>
            <p:cNvPr id="39" name="Rectangle 38">
              <a:extLst>
                <a:ext uri="{FF2B5EF4-FFF2-40B4-BE49-F238E27FC236}">
                  <a16:creationId xmlns:a16="http://schemas.microsoft.com/office/drawing/2014/main" id="{2E836653-1227-421E-8FC2-FE887A098A73}"/>
                </a:ext>
              </a:extLst>
            </p:cNvPr>
            <p:cNvSpPr/>
            <p:nvPr/>
          </p:nvSpPr>
          <p:spPr bwMode="auto">
            <a:xfrm>
              <a:off x="0" y="4195018"/>
              <a:ext cx="12191999" cy="229161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90000"/>
                </a:lnSpc>
                <a:spcBef>
                  <a:spcPct val="0"/>
                </a:spcBef>
                <a:spcAft>
                  <a:spcPct val="0"/>
                </a:spcAft>
                <a:buClrTx/>
                <a:buSzTx/>
                <a:buFontTx/>
                <a:buNone/>
                <a:tabLst/>
                <a:defRPr/>
              </a:pPr>
              <a:endParaRPr kumimoji="0" lang="en-US" sz="2000" b="0" i="0" u="none" strike="noStrike" kern="1200" cap="none" spc="0" normalizeH="0" baseline="0" noProof="0" dirty="0">
                <a:ln>
                  <a:noFill/>
                </a:ln>
                <a:gradFill>
                  <a:gsLst>
                    <a:gs pos="0">
                      <a:srgbClr val="FFFFFF"/>
                    </a:gs>
                    <a:gs pos="100000">
                      <a:srgbClr val="FFFFFF"/>
                    </a:gs>
                  </a:gsLst>
                  <a:lin ang="5400000" scaled="0"/>
                </a:gradFill>
                <a:effectLst/>
                <a:uLnTx/>
                <a:uFillTx/>
                <a:latin typeface="Aktiv Grotesk"/>
                <a:ea typeface="Aktiv Grotesk" pitchFamily="34" charset="0"/>
                <a:cs typeface="Aktiv Grotesk" pitchFamily="34" charset="0"/>
              </a:endParaRPr>
            </a:p>
          </p:txBody>
        </p:sp>
        <p:sp>
          <p:nvSpPr>
            <p:cNvPr id="41" name="Title">
              <a:extLst>
                <a:ext uri="{FF2B5EF4-FFF2-40B4-BE49-F238E27FC236}">
                  <a16:creationId xmlns:a16="http://schemas.microsoft.com/office/drawing/2014/main" id="{B1AA1A69-ECFF-4F3D-A897-CA8D023348ED}"/>
                </a:ext>
              </a:extLst>
            </p:cNvPr>
            <p:cNvSpPr txBox="1"/>
            <p:nvPr/>
          </p:nvSpPr>
          <p:spPr>
            <a:xfrm>
              <a:off x="383883" y="4258816"/>
              <a:ext cx="6030818" cy="1865126"/>
            </a:xfrm>
            <a:prstGeom prst="rect">
              <a:avLst/>
            </a:prstGeom>
            <a:noFill/>
          </p:spPr>
          <p:txBody>
            <a:bodyPr wrap="none" lIns="0" tIns="146304" rIns="182880" bIns="146304" rtlCol="0" anchor="t">
              <a:spAutoFit/>
            </a:bodyPr>
            <a:lstStyle/>
            <a:p>
              <a:pPr marL="0" marR="0" lvl="0" indent="0" algn="l" defTabSz="914400" rtl="0" eaLnBrk="1" fontAlgn="auto" latinLnBrk="0" hangingPunct="1">
                <a:lnSpc>
                  <a:spcPct val="100000"/>
                </a:lnSpc>
                <a:spcBef>
                  <a:spcPts val="0"/>
                </a:spcBef>
                <a:spcAft>
                  <a:spcPts val="600"/>
                </a:spcAft>
                <a:buClrTx/>
                <a:buSzPct val="70000"/>
                <a:buFontTx/>
                <a:buNone/>
                <a:tabLst/>
                <a:defRPr/>
              </a:pPr>
              <a:r>
                <a:rPr kumimoji="0" lang="en-US" sz="4800" b="0" i="0" u="none" strike="noStrike" kern="1200" cap="none" spc="-70" normalizeH="0" baseline="0" noProof="0" dirty="0">
                  <a:ln>
                    <a:noFill/>
                  </a:ln>
                  <a:solidFill>
                    <a:srgbClr val="343333"/>
                  </a:solidFill>
                  <a:effectLst/>
                  <a:uLnTx/>
                  <a:uFillTx/>
                  <a:latin typeface="Segoe UI Semibold"/>
                  <a:ea typeface="+mn-ea"/>
                  <a:cs typeface="+mn-cs"/>
                </a:rPr>
                <a:t>Solution Assessments</a:t>
              </a:r>
              <a:br>
                <a:rPr kumimoji="0" lang="en-US" sz="4800" b="0" i="0" u="none" strike="noStrike" kern="1200" cap="none" spc="-70" normalizeH="0" baseline="0" noProof="0" dirty="0">
                  <a:ln>
                    <a:noFill/>
                  </a:ln>
                  <a:solidFill>
                    <a:srgbClr val="343333"/>
                  </a:solidFill>
                  <a:effectLst/>
                  <a:uLnTx/>
                  <a:uFillTx/>
                  <a:latin typeface="Segoe UI Semibold"/>
                  <a:ea typeface="+mn-ea"/>
                  <a:cs typeface="+mn-cs"/>
                </a:rPr>
              </a:br>
              <a:r>
                <a:rPr kumimoji="0" lang="en-US" sz="100" b="1" i="0" u="none" strike="noStrike" kern="1200" cap="none" spc="-70" normalizeH="0" baseline="0" noProof="0" dirty="0">
                  <a:ln>
                    <a:noFill/>
                  </a:ln>
                  <a:solidFill>
                    <a:srgbClr val="343333"/>
                  </a:solidFill>
                  <a:effectLst/>
                  <a:uLnTx/>
                  <a:uFillTx/>
                  <a:latin typeface="Segoe UI Semibold"/>
                  <a:ea typeface="+mn-ea"/>
                  <a:cs typeface="+mn-cs"/>
                </a:rPr>
                <a:t>M</a:t>
              </a:r>
              <a:endParaRPr kumimoji="0" lang="en-US" sz="2800" b="1" i="0" u="none" strike="noStrike" kern="1200" cap="none" spc="-70" normalizeH="0" baseline="0" noProof="0" dirty="0">
                <a:ln>
                  <a:noFill/>
                </a:ln>
                <a:solidFill>
                  <a:srgbClr val="343333"/>
                </a:solidFill>
                <a:effectLst/>
                <a:uLnTx/>
                <a:uFillTx/>
                <a:latin typeface="Segoe UI Semibold"/>
                <a:ea typeface="+mn-ea"/>
                <a:cs typeface="+mn-cs"/>
              </a:endParaRPr>
            </a:p>
            <a:p>
              <a:pPr marL="0" marR="0" lvl="0" indent="0" algn="l" defTabSz="914400" rtl="0" eaLnBrk="1" fontAlgn="auto" latinLnBrk="0" hangingPunct="1">
                <a:lnSpc>
                  <a:spcPct val="100000"/>
                </a:lnSpc>
                <a:spcBef>
                  <a:spcPts val="0"/>
                </a:spcBef>
                <a:spcAft>
                  <a:spcPts val="600"/>
                </a:spcAft>
                <a:buClrTx/>
                <a:buSzPct val="70000"/>
                <a:buFontTx/>
                <a:buNone/>
                <a:tabLst/>
                <a:defRPr/>
              </a:pPr>
              <a:endParaRPr kumimoji="0" lang="en-US" sz="4800" b="0" i="0" u="none" strike="noStrike" kern="1200" cap="none" spc="-70" normalizeH="0" baseline="0" noProof="0" dirty="0">
                <a:ln>
                  <a:noFill/>
                </a:ln>
                <a:solidFill>
                  <a:srgbClr val="343333"/>
                </a:solidFill>
                <a:effectLst/>
                <a:uLnTx/>
                <a:uFillTx/>
                <a:latin typeface="Segoe UI Semibold"/>
                <a:ea typeface="+mn-ea"/>
                <a:cs typeface="+mn-cs"/>
              </a:endParaRPr>
            </a:p>
          </p:txBody>
        </p:sp>
      </p:grpSp>
      <p:grpSp>
        <p:nvGrpSpPr>
          <p:cNvPr id="9" name="Group 8">
            <a:extLst>
              <a:ext uri="{FF2B5EF4-FFF2-40B4-BE49-F238E27FC236}">
                <a16:creationId xmlns:a16="http://schemas.microsoft.com/office/drawing/2014/main" id="{9ABC0616-2BB1-4755-A928-861BCD1DE2D3}"/>
              </a:ext>
            </a:extLst>
          </p:cNvPr>
          <p:cNvGrpSpPr/>
          <p:nvPr/>
        </p:nvGrpSpPr>
        <p:grpSpPr>
          <a:xfrm>
            <a:off x="555897" y="332971"/>
            <a:ext cx="843643" cy="843643"/>
            <a:chOff x="1023257" y="332971"/>
            <a:chExt cx="843643" cy="843643"/>
          </a:xfrm>
        </p:grpSpPr>
        <p:sp>
          <p:nvSpPr>
            <p:cNvPr id="25" name="Oval 24">
              <a:extLst>
                <a:ext uri="{FF2B5EF4-FFF2-40B4-BE49-F238E27FC236}">
                  <a16:creationId xmlns:a16="http://schemas.microsoft.com/office/drawing/2014/main" id="{96736F74-F9D9-400C-A1B8-1DF3EAB8FF34}"/>
                </a:ext>
              </a:extLst>
            </p:cNvPr>
            <p:cNvSpPr/>
            <p:nvPr/>
          </p:nvSpPr>
          <p:spPr>
            <a:xfrm>
              <a:off x="1023257" y="332971"/>
              <a:ext cx="843643" cy="843643"/>
            </a:xfrm>
            <a:prstGeom prst="ellipse">
              <a:avLst/>
            </a:prstGeom>
            <a:solidFill>
              <a:schemeClr val="bg1"/>
            </a:solid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ktiv Grotesk"/>
                <a:ea typeface="+mn-ea"/>
                <a:cs typeface="+mn-cs"/>
              </a:endParaRPr>
            </a:p>
          </p:txBody>
        </p:sp>
        <p:pic>
          <p:nvPicPr>
            <p:cNvPr id="4" name="Picture 3">
              <a:extLst>
                <a:ext uri="{FF2B5EF4-FFF2-40B4-BE49-F238E27FC236}">
                  <a16:creationId xmlns:a16="http://schemas.microsoft.com/office/drawing/2014/main" id="{C6B3C50E-4474-4927-B775-84DBC944DC8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21095" y="533836"/>
              <a:ext cx="447966" cy="441912"/>
            </a:xfrm>
            <a:prstGeom prst="rect">
              <a:avLst/>
            </a:prstGeom>
          </p:spPr>
        </p:pic>
      </p:grpSp>
      <p:grpSp>
        <p:nvGrpSpPr>
          <p:cNvPr id="10" name="Group 9">
            <a:extLst>
              <a:ext uri="{FF2B5EF4-FFF2-40B4-BE49-F238E27FC236}">
                <a16:creationId xmlns:a16="http://schemas.microsoft.com/office/drawing/2014/main" id="{8C81B200-0271-4CA5-B9B6-86989BDAE0FA}"/>
              </a:ext>
            </a:extLst>
          </p:cNvPr>
          <p:cNvGrpSpPr/>
          <p:nvPr/>
        </p:nvGrpSpPr>
        <p:grpSpPr>
          <a:xfrm>
            <a:off x="2282582" y="332971"/>
            <a:ext cx="843643" cy="843643"/>
            <a:chOff x="3349381" y="332971"/>
            <a:chExt cx="843643" cy="843643"/>
          </a:xfrm>
        </p:grpSpPr>
        <p:sp>
          <p:nvSpPr>
            <p:cNvPr id="55" name="Oval 54">
              <a:extLst>
                <a:ext uri="{FF2B5EF4-FFF2-40B4-BE49-F238E27FC236}">
                  <a16:creationId xmlns:a16="http://schemas.microsoft.com/office/drawing/2014/main" id="{6227DF80-4BD3-476A-A0A9-BF80FEDAE542}"/>
                </a:ext>
              </a:extLst>
            </p:cNvPr>
            <p:cNvSpPr/>
            <p:nvPr/>
          </p:nvSpPr>
          <p:spPr>
            <a:xfrm>
              <a:off x="3349381" y="332971"/>
              <a:ext cx="843643" cy="843643"/>
            </a:xfrm>
            <a:prstGeom prst="ellipse">
              <a:avLst/>
            </a:prstGeom>
            <a:solidFill>
              <a:schemeClr val="bg1"/>
            </a:solidFill>
            <a:ln w="571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ktiv Grotesk"/>
                <a:ea typeface="+mn-ea"/>
                <a:cs typeface="+mn-cs"/>
              </a:endParaRPr>
            </a:p>
          </p:txBody>
        </p:sp>
        <p:pic>
          <p:nvPicPr>
            <p:cNvPr id="5" name="Picture 4">
              <a:extLst>
                <a:ext uri="{FF2B5EF4-FFF2-40B4-BE49-F238E27FC236}">
                  <a16:creationId xmlns:a16="http://schemas.microsoft.com/office/drawing/2014/main" id="{1302BD1E-516D-4719-86CB-67FEC23BD55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584927" y="583785"/>
              <a:ext cx="372550" cy="342014"/>
            </a:xfrm>
            <a:prstGeom prst="rect">
              <a:avLst/>
            </a:prstGeom>
          </p:spPr>
        </p:pic>
      </p:grpSp>
      <p:grpSp>
        <p:nvGrpSpPr>
          <p:cNvPr id="11" name="Group 10">
            <a:extLst>
              <a:ext uri="{FF2B5EF4-FFF2-40B4-BE49-F238E27FC236}">
                <a16:creationId xmlns:a16="http://schemas.microsoft.com/office/drawing/2014/main" id="{27911117-20FA-4BDB-BAB7-3149828834CB}"/>
              </a:ext>
            </a:extLst>
          </p:cNvPr>
          <p:cNvGrpSpPr/>
          <p:nvPr/>
        </p:nvGrpSpPr>
        <p:grpSpPr>
          <a:xfrm>
            <a:off x="5695145" y="349183"/>
            <a:ext cx="843643" cy="843643"/>
            <a:chOff x="5675505" y="332971"/>
            <a:chExt cx="843643" cy="843643"/>
          </a:xfrm>
        </p:grpSpPr>
        <p:sp>
          <p:nvSpPr>
            <p:cNvPr id="58" name="Oval 57">
              <a:extLst>
                <a:ext uri="{FF2B5EF4-FFF2-40B4-BE49-F238E27FC236}">
                  <a16:creationId xmlns:a16="http://schemas.microsoft.com/office/drawing/2014/main" id="{83867E32-3E53-4D4B-B5B2-1FD1BF879448}"/>
                </a:ext>
              </a:extLst>
            </p:cNvPr>
            <p:cNvSpPr/>
            <p:nvPr/>
          </p:nvSpPr>
          <p:spPr>
            <a:xfrm>
              <a:off x="5675505" y="332971"/>
              <a:ext cx="843643" cy="843643"/>
            </a:xfrm>
            <a:prstGeom prst="ellipse">
              <a:avLst/>
            </a:prstGeom>
            <a:solidFill>
              <a:schemeClr val="bg1"/>
            </a:solidFill>
            <a:ln w="571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ktiv Grotesk"/>
                <a:ea typeface="+mn-ea"/>
                <a:cs typeface="+mn-cs"/>
              </a:endParaRPr>
            </a:p>
          </p:txBody>
        </p:sp>
        <p:pic>
          <p:nvPicPr>
            <p:cNvPr id="6" name="Picture 5">
              <a:extLst>
                <a:ext uri="{FF2B5EF4-FFF2-40B4-BE49-F238E27FC236}">
                  <a16:creationId xmlns:a16="http://schemas.microsoft.com/office/drawing/2014/main" id="{54174774-84C8-4C58-9072-5CDDB2A8C44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5881211" y="523436"/>
              <a:ext cx="447471" cy="447471"/>
            </a:xfrm>
            <a:prstGeom prst="rect">
              <a:avLst/>
            </a:prstGeom>
          </p:spPr>
        </p:pic>
      </p:grpSp>
      <p:grpSp>
        <p:nvGrpSpPr>
          <p:cNvPr id="12" name="Group 11">
            <a:extLst>
              <a:ext uri="{FF2B5EF4-FFF2-40B4-BE49-F238E27FC236}">
                <a16:creationId xmlns:a16="http://schemas.microsoft.com/office/drawing/2014/main" id="{6F770BE9-9A1B-47B1-BCCD-5C5D167689DA}"/>
              </a:ext>
            </a:extLst>
          </p:cNvPr>
          <p:cNvGrpSpPr/>
          <p:nvPr/>
        </p:nvGrpSpPr>
        <p:grpSpPr>
          <a:xfrm>
            <a:off x="7402192" y="332971"/>
            <a:ext cx="843643" cy="843643"/>
            <a:chOff x="8001629" y="332971"/>
            <a:chExt cx="843643" cy="843643"/>
          </a:xfrm>
        </p:grpSpPr>
        <p:sp>
          <p:nvSpPr>
            <p:cNvPr id="61" name="Oval 60">
              <a:extLst>
                <a:ext uri="{FF2B5EF4-FFF2-40B4-BE49-F238E27FC236}">
                  <a16:creationId xmlns:a16="http://schemas.microsoft.com/office/drawing/2014/main" id="{1CF126AD-C325-42EE-8EA6-083840B40B37}"/>
                </a:ext>
              </a:extLst>
            </p:cNvPr>
            <p:cNvSpPr/>
            <p:nvPr/>
          </p:nvSpPr>
          <p:spPr>
            <a:xfrm>
              <a:off x="8001629" y="332971"/>
              <a:ext cx="843643" cy="843643"/>
            </a:xfrm>
            <a:prstGeom prst="ellipse">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ktiv Grotesk"/>
                <a:ea typeface="+mn-ea"/>
                <a:cs typeface="+mn-cs"/>
              </a:endParaRPr>
            </a:p>
          </p:txBody>
        </p:sp>
        <p:pic>
          <p:nvPicPr>
            <p:cNvPr id="7" name="Picture 6">
              <a:extLst>
                <a:ext uri="{FF2B5EF4-FFF2-40B4-BE49-F238E27FC236}">
                  <a16:creationId xmlns:a16="http://schemas.microsoft.com/office/drawing/2014/main" id="{1F5712CF-55F2-4315-80CC-A8BFE832C234}"/>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8252762" y="526192"/>
              <a:ext cx="341376" cy="457200"/>
            </a:xfrm>
            <a:prstGeom prst="rect">
              <a:avLst/>
            </a:prstGeom>
          </p:spPr>
        </p:pic>
      </p:grpSp>
      <p:grpSp>
        <p:nvGrpSpPr>
          <p:cNvPr id="13" name="Group 12">
            <a:extLst>
              <a:ext uri="{FF2B5EF4-FFF2-40B4-BE49-F238E27FC236}">
                <a16:creationId xmlns:a16="http://schemas.microsoft.com/office/drawing/2014/main" id="{A44124E2-1B1D-40D7-A0DE-5893A9720F4C}"/>
              </a:ext>
            </a:extLst>
          </p:cNvPr>
          <p:cNvGrpSpPr/>
          <p:nvPr/>
        </p:nvGrpSpPr>
        <p:grpSpPr>
          <a:xfrm>
            <a:off x="10754475" y="332971"/>
            <a:ext cx="843643" cy="843643"/>
            <a:chOff x="10327755" y="332971"/>
            <a:chExt cx="843643" cy="843643"/>
          </a:xfrm>
        </p:grpSpPr>
        <p:sp>
          <p:nvSpPr>
            <p:cNvPr id="34" name="Oval 33">
              <a:extLst>
                <a:ext uri="{FF2B5EF4-FFF2-40B4-BE49-F238E27FC236}">
                  <a16:creationId xmlns:a16="http://schemas.microsoft.com/office/drawing/2014/main" id="{3CD4A9DB-EF54-4CAF-9BBF-D9859DA51EC7}"/>
                </a:ext>
              </a:extLst>
            </p:cNvPr>
            <p:cNvSpPr/>
            <p:nvPr/>
          </p:nvSpPr>
          <p:spPr>
            <a:xfrm>
              <a:off x="10327755" y="332971"/>
              <a:ext cx="843643" cy="843643"/>
            </a:xfrm>
            <a:prstGeom prst="ellipse">
              <a:avLst/>
            </a:prstGeom>
            <a:solidFill>
              <a:schemeClr val="bg1"/>
            </a:solidFill>
            <a:ln w="571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ktiv Grotesk"/>
                <a:ea typeface="+mn-ea"/>
                <a:cs typeface="+mn-cs"/>
              </a:endParaRPr>
            </a:p>
          </p:txBody>
        </p:sp>
        <p:pic>
          <p:nvPicPr>
            <p:cNvPr id="8" name="Picture 7">
              <a:extLst>
                <a:ext uri="{FF2B5EF4-FFF2-40B4-BE49-F238E27FC236}">
                  <a16:creationId xmlns:a16="http://schemas.microsoft.com/office/drawing/2014/main" id="{735B7344-89D5-4BB6-81C5-B8787FCE8FF1}"/>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0581937" y="526192"/>
              <a:ext cx="335279" cy="457200"/>
            </a:xfrm>
            <a:prstGeom prst="rect">
              <a:avLst/>
            </a:prstGeom>
          </p:spPr>
        </p:pic>
      </p:grpSp>
      <p:sp>
        <p:nvSpPr>
          <p:cNvPr id="14" name="Oval 13">
            <a:extLst>
              <a:ext uri="{FF2B5EF4-FFF2-40B4-BE49-F238E27FC236}">
                <a16:creationId xmlns:a16="http://schemas.microsoft.com/office/drawing/2014/main" id="{21EBEED1-2C66-4247-95EA-01A3BBE3DFE7}"/>
              </a:ext>
            </a:extLst>
          </p:cNvPr>
          <p:cNvSpPr/>
          <p:nvPr/>
        </p:nvSpPr>
        <p:spPr>
          <a:xfrm>
            <a:off x="4062730" y="349187"/>
            <a:ext cx="843643" cy="843639"/>
          </a:xfrm>
          <a:prstGeom prst="ellipse">
            <a:avLst/>
          </a:prstGeom>
          <a:solidFill>
            <a:schemeClr val="bg1"/>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ktiv Grotesk"/>
              <a:ea typeface="+mn-ea"/>
              <a:cs typeface="+mn-cs"/>
            </a:endParaRPr>
          </a:p>
        </p:txBody>
      </p:sp>
      <p:pic>
        <p:nvPicPr>
          <p:cNvPr id="15" name="Picture 14">
            <a:extLst>
              <a:ext uri="{FF2B5EF4-FFF2-40B4-BE49-F238E27FC236}">
                <a16:creationId xmlns:a16="http://schemas.microsoft.com/office/drawing/2014/main" id="{3475BC11-3BFA-4F72-A7B5-548D6D58903B}"/>
              </a:ext>
            </a:extLst>
          </p:cNvPr>
          <p:cNvPicPr>
            <a:picLocks noChangeAspect="1"/>
          </p:cNvPicPr>
          <p:nvPr/>
        </p:nvPicPr>
        <p:blipFill>
          <a:blip r:embed="rId8"/>
          <a:stretch>
            <a:fillRect/>
          </a:stretch>
        </p:blipFill>
        <p:spPr>
          <a:xfrm>
            <a:off x="4202810" y="563579"/>
            <a:ext cx="598451" cy="362220"/>
          </a:xfrm>
          <a:prstGeom prst="rect">
            <a:avLst/>
          </a:prstGeom>
        </p:spPr>
      </p:pic>
      <p:sp>
        <p:nvSpPr>
          <p:cNvPr id="16" name="Oval 15">
            <a:extLst>
              <a:ext uri="{FF2B5EF4-FFF2-40B4-BE49-F238E27FC236}">
                <a16:creationId xmlns:a16="http://schemas.microsoft.com/office/drawing/2014/main" id="{39310658-A307-47F2-AC6C-2847838ECE0F}"/>
              </a:ext>
            </a:extLst>
          </p:cNvPr>
          <p:cNvSpPr/>
          <p:nvPr/>
        </p:nvSpPr>
        <p:spPr bwMode="auto">
          <a:xfrm>
            <a:off x="9182340" y="349182"/>
            <a:ext cx="843644" cy="843644"/>
          </a:xfrm>
          <a:prstGeom prst="ellipse">
            <a:avLst/>
          </a:prstGeom>
          <a:solidFill>
            <a:schemeClr val="bg1"/>
          </a:solidFill>
          <a:ln w="571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000" b="0" i="0" u="none" strike="noStrike" kern="1200" cap="none" spc="0" normalizeH="0" baseline="0" noProof="0" dirty="0">
              <a:ln>
                <a:noFill/>
              </a:ln>
              <a:gradFill>
                <a:gsLst>
                  <a:gs pos="0">
                    <a:srgbClr val="FFFFFF"/>
                  </a:gs>
                  <a:gs pos="100000">
                    <a:srgbClr val="FFFFFF"/>
                  </a:gs>
                </a:gsLst>
                <a:lin ang="5400000" scaled="0"/>
              </a:gradFill>
              <a:effectLst/>
              <a:uLnTx/>
              <a:uFillTx/>
              <a:latin typeface="Aktiv Grotesk"/>
              <a:ea typeface="Aktiv Grotesk" pitchFamily="34" charset="0"/>
              <a:cs typeface="Aktiv Grotesk" pitchFamily="34" charset="0"/>
            </a:endParaRPr>
          </a:p>
        </p:txBody>
      </p:sp>
      <p:pic>
        <p:nvPicPr>
          <p:cNvPr id="17" name="Picture 16">
            <a:extLst>
              <a:ext uri="{FF2B5EF4-FFF2-40B4-BE49-F238E27FC236}">
                <a16:creationId xmlns:a16="http://schemas.microsoft.com/office/drawing/2014/main" id="{3929C4B4-C043-4631-B1CA-5C694A319633}"/>
              </a:ext>
            </a:extLst>
          </p:cNvPr>
          <p:cNvPicPr>
            <a:picLocks noChangeAspect="1"/>
          </p:cNvPicPr>
          <p:nvPr/>
        </p:nvPicPr>
        <p:blipFill>
          <a:blip r:embed="rId9"/>
          <a:stretch>
            <a:fillRect/>
          </a:stretch>
        </p:blipFill>
        <p:spPr>
          <a:xfrm>
            <a:off x="9378617" y="510104"/>
            <a:ext cx="471393" cy="465644"/>
          </a:xfrm>
          <a:prstGeom prst="rect">
            <a:avLst/>
          </a:prstGeom>
        </p:spPr>
      </p:pic>
      <p:pic>
        <p:nvPicPr>
          <p:cNvPr id="2" name="Picture 1">
            <a:extLst>
              <a:ext uri="{FF2B5EF4-FFF2-40B4-BE49-F238E27FC236}">
                <a16:creationId xmlns:a16="http://schemas.microsoft.com/office/drawing/2014/main" id="{F4E4E442-7B4E-4347-B47C-3A7E80D7DEAA}"/>
              </a:ext>
            </a:extLst>
          </p:cNvPr>
          <p:cNvPicPr>
            <a:picLocks noChangeAspect="1"/>
          </p:cNvPicPr>
          <p:nvPr/>
        </p:nvPicPr>
        <p:blipFill>
          <a:blip r:embed="rId10"/>
          <a:stretch>
            <a:fillRect/>
          </a:stretch>
        </p:blipFill>
        <p:spPr>
          <a:xfrm>
            <a:off x="65768" y="5927569"/>
            <a:ext cx="3060457" cy="597460"/>
          </a:xfrm>
          <a:prstGeom prst="rect">
            <a:avLst/>
          </a:prstGeom>
        </p:spPr>
      </p:pic>
    </p:spTree>
    <p:extLst>
      <p:ext uri="{BB962C8B-B14F-4D97-AF65-F5344CB8AC3E}">
        <p14:creationId xmlns:p14="http://schemas.microsoft.com/office/powerpoint/2010/main" val="695636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1250"/>
                                        <p:tgtEl>
                                          <p:spTgt spid="38"/>
                                        </p:tgtEl>
                                      </p:cBhvr>
                                    </p:animEffect>
                                  </p:childTnLst>
                                </p:cTn>
                              </p:par>
                              <p:par>
                                <p:cTn id="8" presetID="22" presetClass="entr" presetSubtype="8"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0" dur="1250"/>
                                        <p:tgtEl>
                                          <p:spTgt spid="21"/>
                                        </p:tgtEl>
                                      </p:cBhvr>
                                    </p:animEffect>
                                  </p:childTnLst>
                                </p:cTn>
                              </p:par>
                              <p:par>
                                <p:cTn id="11" presetID="53" presetClass="entr" presetSubtype="16"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p:cTn id="13" dur="750" fill="hold"/>
                                        <p:tgtEl>
                                          <p:spTgt spid="9"/>
                                        </p:tgtEl>
                                        <p:attrNameLst>
                                          <p:attrName>ppt_w</p:attrName>
                                        </p:attrNameLst>
                                      </p:cBhvr>
                                      <p:tavLst>
                                        <p:tav tm="0">
                                          <p:val>
                                            <p:fltVal val="0"/>
                                          </p:val>
                                        </p:tav>
                                        <p:tav tm="100000">
                                          <p:val>
                                            <p:strVal val="#ppt_w"/>
                                          </p:val>
                                        </p:tav>
                                      </p:tavLst>
                                    </p:anim>
                                    <p:anim calcmode="lin" valueType="num">
                                      <p:cBhvr>
                                        <p:cTn id="14" dur="750" fill="hold"/>
                                        <p:tgtEl>
                                          <p:spTgt spid="9"/>
                                        </p:tgtEl>
                                        <p:attrNameLst>
                                          <p:attrName>ppt_h</p:attrName>
                                        </p:attrNameLst>
                                      </p:cBhvr>
                                      <p:tavLst>
                                        <p:tav tm="0">
                                          <p:val>
                                            <p:fltVal val="0"/>
                                          </p:val>
                                        </p:tav>
                                        <p:tav tm="100000">
                                          <p:val>
                                            <p:strVal val="#ppt_h"/>
                                          </p:val>
                                        </p:tav>
                                      </p:tavLst>
                                    </p:anim>
                                    <p:animEffect transition="in" filter="fade">
                                      <p:cBhvr>
                                        <p:cTn id="15" dur="750"/>
                                        <p:tgtEl>
                                          <p:spTgt spid="9"/>
                                        </p:tgtEl>
                                      </p:cBhvr>
                                    </p:animEffect>
                                  </p:childTnLst>
                                </p:cTn>
                              </p:par>
                              <p:par>
                                <p:cTn id="16" presetID="53" presetClass="entr" presetSubtype="16" fill="hold" nodeType="withEffect">
                                  <p:stCondLst>
                                    <p:cond delay="200"/>
                                  </p:stCondLst>
                                  <p:childTnLst>
                                    <p:set>
                                      <p:cBhvr>
                                        <p:cTn id="17" dur="1" fill="hold">
                                          <p:stCondLst>
                                            <p:cond delay="0"/>
                                          </p:stCondLst>
                                        </p:cTn>
                                        <p:tgtEl>
                                          <p:spTgt spid="10"/>
                                        </p:tgtEl>
                                        <p:attrNameLst>
                                          <p:attrName>style.visibility</p:attrName>
                                        </p:attrNameLst>
                                      </p:cBhvr>
                                      <p:to>
                                        <p:strVal val="visible"/>
                                      </p:to>
                                    </p:set>
                                    <p:anim calcmode="lin" valueType="num">
                                      <p:cBhvr>
                                        <p:cTn id="18" dur="750" fill="hold"/>
                                        <p:tgtEl>
                                          <p:spTgt spid="10"/>
                                        </p:tgtEl>
                                        <p:attrNameLst>
                                          <p:attrName>ppt_w</p:attrName>
                                        </p:attrNameLst>
                                      </p:cBhvr>
                                      <p:tavLst>
                                        <p:tav tm="0">
                                          <p:val>
                                            <p:fltVal val="0"/>
                                          </p:val>
                                        </p:tav>
                                        <p:tav tm="100000">
                                          <p:val>
                                            <p:strVal val="#ppt_w"/>
                                          </p:val>
                                        </p:tav>
                                      </p:tavLst>
                                    </p:anim>
                                    <p:anim calcmode="lin" valueType="num">
                                      <p:cBhvr>
                                        <p:cTn id="19" dur="750" fill="hold"/>
                                        <p:tgtEl>
                                          <p:spTgt spid="10"/>
                                        </p:tgtEl>
                                        <p:attrNameLst>
                                          <p:attrName>ppt_h</p:attrName>
                                        </p:attrNameLst>
                                      </p:cBhvr>
                                      <p:tavLst>
                                        <p:tav tm="0">
                                          <p:val>
                                            <p:fltVal val="0"/>
                                          </p:val>
                                        </p:tav>
                                        <p:tav tm="100000">
                                          <p:val>
                                            <p:strVal val="#ppt_h"/>
                                          </p:val>
                                        </p:tav>
                                      </p:tavLst>
                                    </p:anim>
                                    <p:animEffect transition="in" filter="fade">
                                      <p:cBhvr>
                                        <p:cTn id="20" dur="750"/>
                                        <p:tgtEl>
                                          <p:spTgt spid="10"/>
                                        </p:tgtEl>
                                      </p:cBhvr>
                                    </p:animEffect>
                                  </p:childTnLst>
                                </p:cTn>
                              </p:par>
                              <p:par>
                                <p:cTn id="21" presetID="53" presetClass="entr" presetSubtype="16" fill="hold" nodeType="withEffect">
                                  <p:stCondLst>
                                    <p:cond delay="400"/>
                                  </p:stCondLst>
                                  <p:childTnLst>
                                    <p:set>
                                      <p:cBhvr>
                                        <p:cTn id="22" dur="1" fill="hold">
                                          <p:stCondLst>
                                            <p:cond delay="0"/>
                                          </p:stCondLst>
                                        </p:cTn>
                                        <p:tgtEl>
                                          <p:spTgt spid="11"/>
                                        </p:tgtEl>
                                        <p:attrNameLst>
                                          <p:attrName>style.visibility</p:attrName>
                                        </p:attrNameLst>
                                      </p:cBhvr>
                                      <p:to>
                                        <p:strVal val="visible"/>
                                      </p:to>
                                    </p:set>
                                    <p:anim calcmode="lin" valueType="num">
                                      <p:cBhvr>
                                        <p:cTn id="23" dur="750" fill="hold"/>
                                        <p:tgtEl>
                                          <p:spTgt spid="11"/>
                                        </p:tgtEl>
                                        <p:attrNameLst>
                                          <p:attrName>ppt_w</p:attrName>
                                        </p:attrNameLst>
                                      </p:cBhvr>
                                      <p:tavLst>
                                        <p:tav tm="0">
                                          <p:val>
                                            <p:fltVal val="0"/>
                                          </p:val>
                                        </p:tav>
                                        <p:tav tm="100000">
                                          <p:val>
                                            <p:strVal val="#ppt_w"/>
                                          </p:val>
                                        </p:tav>
                                      </p:tavLst>
                                    </p:anim>
                                    <p:anim calcmode="lin" valueType="num">
                                      <p:cBhvr>
                                        <p:cTn id="24" dur="750" fill="hold"/>
                                        <p:tgtEl>
                                          <p:spTgt spid="11"/>
                                        </p:tgtEl>
                                        <p:attrNameLst>
                                          <p:attrName>ppt_h</p:attrName>
                                        </p:attrNameLst>
                                      </p:cBhvr>
                                      <p:tavLst>
                                        <p:tav tm="0">
                                          <p:val>
                                            <p:fltVal val="0"/>
                                          </p:val>
                                        </p:tav>
                                        <p:tav tm="100000">
                                          <p:val>
                                            <p:strVal val="#ppt_h"/>
                                          </p:val>
                                        </p:tav>
                                      </p:tavLst>
                                    </p:anim>
                                    <p:animEffect transition="in" filter="fade">
                                      <p:cBhvr>
                                        <p:cTn id="25" dur="750"/>
                                        <p:tgtEl>
                                          <p:spTgt spid="11"/>
                                        </p:tgtEl>
                                      </p:cBhvr>
                                    </p:animEffect>
                                  </p:childTnLst>
                                </p:cTn>
                              </p:par>
                              <p:par>
                                <p:cTn id="26" presetID="53" presetClass="entr" presetSubtype="16" fill="hold" nodeType="withEffect">
                                  <p:stCondLst>
                                    <p:cond delay="600"/>
                                  </p:stCondLst>
                                  <p:childTnLst>
                                    <p:set>
                                      <p:cBhvr>
                                        <p:cTn id="27" dur="1" fill="hold">
                                          <p:stCondLst>
                                            <p:cond delay="0"/>
                                          </p:stCondLst>
                                        </p:cTn>
                                        <p:tgtEl>
                                          <p:spTgt spid="12"/>
                                        </p:tgtEl>
                                        <p:attrNameLst>
                                          <p:attrName>style.visibility</p:attrName>
                                        </p:attrNameLst>
                                      </p:cBhvr>
                                      <p:to>
                                        <p:strVal val="visible"/>
                                      </p:to>
                                    </p:set>
                                    <p:anim calcmode="lin" valueType="num">
                                      <p:cBhvr>
                                        <p:cTn id="28" dur="750" fill="hold"/>
                                        <p:tgtEl>
                                          <p:spTgt spid="12"/>
                                        </p:tgtEl>
                                        <p:attrNameLst>
                                          <p:attrName>ppt_w</p:attrName>
                                        </p:attrNameLst>
                                      </p:cBhvr>
                                      <p:tavLst>
                                        <p:tav tm="0">
                                          <p:val>
                                            <p:fltVal val="0"/>
                                          </p:val>
                                        </p:tav>
                                        <p:tav tm="100000">
                                          <p:val>
                                            <p:strVal val="#ppt_w"/>
                                          </p:val>
                                        </p:tav>
                                      </p:tavLst>
                                    </p:anim>
                                    <p:anim calcmode="lin" valueType="num">
                                      <p:cBhvr>
                                        <p:cTn id="29" dur="750" fill="hold"/>
                                        <p:tgtEl>
                                          <p:spTgt spid="12"/>
                                        </p:tgtEl>
                                        <p:attrNameLst>
                                          <p:attrName>ppt_h</p:attrName>
                                        </p:attrNameLst>
                                      </p:cBhvr>
                                      <p:tavLst>
                                        <p:tav tm="0">
                                          <p:val>
                                            <p:fltVal val="0"/>
                                          </p:val>
                                        </p:tav>
                                        <p:tav tm="100000">
                                          <p:val>
                                            <p:strVal val="#ppt_h"/>
                                          </p:val>
                                        </p:tav>
                                      </p:tavLst>
                                    </p:anim>
                                    <p:animEffect transition="in" filter="fade">
                                      <p:cBhvr>
                                        <p:cTn id="30" dur="750"/>
                                        <p:tgtEl>
                                          <p:spTgt spid="12"/>
                                        </p:tgtEl>
                                      </p:cBhvr>
                                    </p:animEffect>
                                  </p:childTnLst>
                                </p:cTn>
                              </p:par>
                              <p:par>
                                <p:cTn id="31" presetID="53" presetClass="entr" presetSubtype="16" fill="hold" nodeType="withEffect">
                                  <p:stCondLst>
                                    <p:cond delay="800"/>
                                  </p:stCondLst>
                                  <p:childTnLst>
                                    <p:set>
                                      <p:cBhvr>
                                        <p:cTn id="32" dur="1" fill="hold">
                                          <p:stCondLst>
                                            <p:cond delay="0"/>
                                          </p:stCondLst>
                                        </p:cTn>
                                        <p:tgtEl>
                                          <p:spTgt spid="13"/>
                                        </p:tgtEl>
                                        <p:attrNameLst>
                                          <p:attrName>style.visibility</p:attrName>
                                        </p:attrNameLst>
                                      </p:cBhvr>
                                      <p:to>
                                        <p:strVal val="visible"/>
                                      </p:to>
                                    </p:set>
                                    <p:anim calcmode="lin" valueType="num">
                                      <p:cBhvr>
                                        <p:cTn id="33" dur="750" fill="hold"/>
                                        <p:tgtEl>
                                          <p:spTgt spid="13"/>
                                        </p:tgtEl>
                                        <p:attrNameLst>
                                          <p:attrName>ppt_w</p:attrName>
                                        </p:attrNameLst>
                                      </p:cBhvr>
                                      <p:tavLst>
                                        <p:tav tm="0">
                                          <p:val>
                                            <p:fltVal val="0"/>
                                          </p:val>
                                        </p:tav>
                                        <p:tav tm="100000">
                                          <p:val>
                                            <p:strVal val="#ppt_w"/>
                                          </p:val>
                                        </p:tav>
                                      </p:tavLst>
                                    </p:anim>
                                    <p:anim calcmode="lin" valueType="num">
                                      <p:cBhvr>
                                        <p:cTn id="34" dur="750" fill="hold"/>
                                        <p:tgtEl>
                                          <p:spTgt spid="13"/>
                                        </p:tgtEl>
                                        <p:attrNameLst>
                                          <p:attrName>ppt_h</p:attrName>
                                        </p:attrNameLst>
                                      </p:cBhvr>
                                      <p:tavLst>
                                        <p:tav tm="0">
                                          <p:val>
                                            <p:fltVal val="0"/>
                                          </p:val>
                                        </p:tav>
                                        <p:tav tm="100000">
                                          <p:val>
                                            <p:strVal val="#ppt_h"/>
                                          </p:val>
                                        </p:tav>
                                      </p:tavLst>
                                    </p:anim>
                                    <p:animEffect transition="in" filter="fade">
                                      <p:cBhvr>
                                        <p:cTn id="35" dur="7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92C5154-57AC-20BC-6B7C-1B2576E26AA9}"/>
              </a:ext>
            </a:extLst>
          </p:cNvPr>
          <p:cNvSpPr txBox="1">
            <a:spLocks/>
          </p:cNvSpPr>
          <p:nvPr/>
        </p:nvSpPr>
        <p:spPr>
          <a:xfrm>
            <a:off x="3930788" y="347190"/>
            <a:ext cx="7263935" cy="2387600"/>
          </a:xfrm>
          <a:prstGeom prst="rect">
            <a:avLst/>
          </a:prstGeom>
        </p:spPr>
        <p:txBody>
          <a:bodyPr vert="horz" wrap="square" lIns="0" tIns="91440" rIns="146304" bIns="91440" rtlCol="0" anchor="ctr">
            <a:noAutofit/>
          </a:bodyPr>
          <a:lstStyle>
            <a:lvl1pPr defTabSz="914192">
              <a:lnSpc>
                <a:spcPct val="90000"/>
              </a:lnSpc>
              <a:spcBef>
                <a:spcPct val="0"/>
              </a:spcBef>
              <a:buNone/>
              <a:defRPr lang="en-US" sz="3200" b="0" cap="none" spc="-49" baseline="0">
                <a:ln w="3175">
                  <a:noFill/>
                </a:ln>
                <a:solidFill>
                  <a:schemeClr val="tx2">
                    <a:lumMod val="50000"/>
                  </a:schemeClr>
                </a:solidFill>
                <a:effectLst/>
                <a:latin typeface="+mj-lt"/>
                <a:cs typeface="Aktiv Grotesk" pitchFamily="34" charset="0"/>
              </a:defRPr>
            </a:lvl1pPr>
          </a:lstStyle>
          <a:p>
            <a:r>
              <a:rPr lang="en-GB" dirty="0"/>
              <a:t>Content</a:t>
            </a:r>
          </a:p>
        </p:txBody>
      </p:sp>
      <p:sp>
        <p:nvSpPr>
          <p:cNvPr id="7" name="TextBox 6">
            <a:extLst>
              <a:ext uri="{FF2B5EF4-FFF2-40B4-BE49-F238E27FC236}">
                <a16:creationId xmlns:a16="http://schemas.microsoft.com/office/drawing/2014/main" id="{752016AF-63E2-EA1C-8E7B-1E108BE136F0}"/>
              </a:ext>
            </a:extLst>
          </p:cNvPr>
          <p:cNvSpPr txBox="1"/>
          <p:nvPr/>
        </p:nvSpPr>
        <p:spPr>
          <a:xfrm>
            <a:off x="4242562" y="2265143"/>
            <a:ext cx="6971355" cy="461665"/>
          </a:xfrm>
          <a:prstGeom prst="rect">
            <a:avLst/>
          </a:prstGeom>
          <a:noFill/>
        </p:spPr>
        <p:txBody>
          <a:bodyPr wrap="square" rtlCol="0">
            <a:sp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82828"/>
                </a:solidFill>
                <a:effectLst/>
                <a:uLnTx/>
                <a:uFillTx/>
                <a:latin typeface="Segoe UI Semibold"/>
                <a:ea typeface="+mn-ea"/>
                <a:cs typeface="+mn-cs"/>
              </a:rPr>
              <a:t>Assessment Summary</a:t>
            </a:r>
          </a:p>
        </p:txBody>
      </p:sp>
      <p:sp>
        <p:nvSpPr>
          <p:cNvPr id="8" name="TextBox 7">
            <a:extLst>
              <a:ext uri="{FF2B5EF4-FFF2-40B4-BE49-F238E27FC236}">
                <a16:creationId xmlns:a16="http://schemas.microsoft.com/office/drawing/2014/main" id="{A80291FD-C114-C91B-7BA7-936E5DF97ECF}"/>
              </a:ext>
            </a:extLst>
          </p:cNvPr>
          <p:cNvSpPr txBox="1"/>
          <p:nvPr/>
        </p:nvSpPr>
        <p:spPr>
          <a:xfrm>
            <a:off x="4242562" y="2824848"/>
            <a:ext cx="6461972" cy="461665"/>
          </a:xfrm>
          <a:prstGeom prst="rect">
            <a:avLst/>
          </a:prstGeom>
          <a:noFill/>
        </p:spPr>
        <p:txBody>
          <a:bodyPr wrap="square" rtlCol="0">
            <a:sp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82828"/>
                </a:solidFill>
                <a:effectLst/>
                <a:uLnTx/>
                <a:uFillTx/>
                <a:latin typeface="Segoe UI Semibold"/>
                <a:ea typeface="+mn-ea"/>
                <a:cs typeface="+mn-cs"/>
              </a:rPr>
              <a:t>Azure Savings</a:t>
            </a:r>
          </a:p>
        </p:txBody>
      </p:sp>
      <p:sp>
        <p:nvSpPr>
          <p:cNvPr id="9" name="TextBox 8">
            <a:extLst>
              <a:ext uri="{FF2B5EF4-FFF2-40B4-BE49-F238E27FC236}">
                <a16:creationId xmlns:a16="http://schemas.microsoft.com/office/drawing/2014/main" id="{D88A66A7-49DF-8601-9F11-822B40B22390}"/>
              </a:ext>
            </a:extLst>
          </p:cNvPr>
          <p:cNvSpPr txBox="1"/>
          <p:nvPr/>
        </p:nvSpPr>
        <p:spPr>
          <a:xfrm>
            <a:off x="4242562" y="3335968"/>
            <a:ext cx="6713871" cy="461665"/>
          </a:xfrm>
          <a:prstGeom prst="rect">
            <a:avLst/>
          </a:prstGeom>
          <a:noFill/>
        </p:spPr>
        <p:txBody>
          <a:bodyPr wrap="square" rtlCol="0">
            <a:sp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82828"/>
                </a:solidFill>
                <a:effectLst/>
                <a:uLnTx/>
                <a:uFillTx/>
                <a:latin typeface="Segoe UI Semibold"/>
                <a:ea typeface="+mn-ea"/>
                <a:cs typeface="+mn-cs"/>
              </a:rPr>
              <a:t>Overall Analysis</a:t>
            </a:r>
          </a:p>
        </p:txBody>
      </p:sp>
      <p:grpSp>
        <p:nvGrpSpPr>
          <p:cNvPr id="10" name="Group 9">
            <a:extLst>
              <a:ext uri="{FF2B5EF4-FFF2-40B4-BE49-F238E27FC236}">
                <a16:creationId xmlns:a16="http://schemas.microsoft.com/office/drawing/2014/main" id="{16533253-D167-6774-C077-0F5B1A86B607}"/>
              </a:ext>
            </a:extLst>
          </p:cNvPr>
          <p:cNvGrpSpPr/>
          <p:nvPr/>
        </p:nvGrpSpPr>
        <p:grpSpPr>
          <a:xfrm>
            <a:off x="3900336" y="2367723"/>
            <a:ext cx="268851" cy="268851"/>
            <a:chOff x="2563584" y="1853725"/>
            <a:chExt cx="411480" cy="411480"/>
          </a:xfrm>
          <a:effectLst/>
        </p:grpSpPr>
        <p:sp>
          <p:nvSpPr>
            <p:cNvPr id="11" name="Oval 10">
              <a:extLst>
                <a:ext uri="{FF2B5EF4-FFF2-40B4-BE49-F238E27FC236}">
                  <a16:creationId xmlns:a16="http://schemas.microsoft.com/office/drawing/2014/main" id="{D38F0D77-B0EE-322E-4650-3E6AA3E56681}"/>
                </a:ext>
              </a:extLst>
            </p:cNvPr>
            <p:cNvSpPr/>
            <p:nvPr/>
          </p:nvSpPr>
          <p:spPr bwMode="auto">
            <a:xfrm>
              <a:off x="2563584" y="1853725"/>
              <a:ext cx="411480" cy="411480"/>
            </a:xfrm>
            <a:prstGeom prst="ellipse">
              <a:avLst/>
            </a:prstGeom>
            <a:solidFill>
              <a:srgbClr val="0078D4"/>
            </a:solidFill>
            <a:ln w="19050" cap="flat" cmpd="sng" algn="ctr">
              <a:noFill/>
              <a:prstDash val="solid"/>
            </a:ln>
            <a:effectLst/>
          </p:spPr>
          <p:txBody>
            <a:bodyPr rot="0" spcFirstLastPara="0" vertOverflow="overflow" horzOverflow="overflow" vert="horz" wrap="square" lIns="0" tIns="45706" rIns="0" bIns="45706" numCol="1" spcCol="0" rtlCol="0" fromWordArt="0" anchor="ctr" anchorCtr="0" forceAA="0" compatLnSpc="1">
              <a:prstTxWarp prst="textNoShape">
                <a:avLst/>
              </a:prstTxWarp>
              <a:noAutofit/>
            </a:bodyPr>
            <a:lstStyle/>
            <a:p>
              <a:pPr marL="0" marR="0" lvl="0" indent="0" algn="ctr" defTabSz="913751"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err="1">
                <a:ln>
                  <a:noFill/>
                </a:ln>
                <a:gradFill>
                  <a:gsLst>
                    <a:gs pos="40075">
                      <a:srgbClr val="FFFFFF"/>
                    </a:gs>
                    <a:gs pos="30000">
                      <a:srgbClr val="FFFFFF"/>
                    </a:gs>
                  </a:gsLst>
                  <a:lin ang="5400000" scaled="0"/>
                </a:gradFill>
                <a:effectLst/>
                <a:uLnTx/>
                <a:uFillTx/>
                <a:latin typeface="Aktiv Grotesk"/>
                <a:ea typeface="+mn-ea"/>
                <a:cs typeface="+mn-cs"/>
              </a:endParaRPr>
            </a:p>
          </p:txBody>
        </p:sp>
        <p:grpSp>
          <p:nvGrpSpPr>
            <p:cNvPr id="12" name="Group 11">
              <a:extLst>
                <a:ext uri="{FF2B5EF4-FFF2-40B4-BE49-F238E27FC236}">
                  <a16:creationId xmlns:a16="http://schemas.microsoft.com/office/drawing/2014/main" id="{64548986-3D01-58C3-7819-322E8FA2E6D6}"/>
                </a:ext>
              </a:extLst>
            </p:cNvPr>
            <p:cNvGrpSpPr/>
            <p:nvPr/>
          </p:nvGrpSpPr>
          <p:grpSpPr>
            <a:xfrm>
              <a:off x="2674336" y="1992357"/>
              <a:ext cx="189980" cy="134218"/>
              <a:chOff x="6001010" y="3000875"/>
              <a:chExt cx="189980" cy="134218"/>
            </a:xfrm>
            <a:solidFill>
              <a:srgbClr val="FFFFFF"/>
            </a:solidFill>
          </p:grpSpPr>
          <p:cxnSp>
            <p:nvCxnSpPr>
              <p:cNvPr id="13" name="Straight Connector 12">
                <a:extLst>
                  <a:ext uri="{FF2B5EF4-FFF2-40B4-BE49-F238E27FC236}">
                    <a16:creationId xmlns:a16="http://schemas.microsoft.com/office/drawing/2014/main" id="{BBBB1407-54A2-5FB8-3BA7-0E1FCF826AB5}"/>
                  </a:ext>
                </a:extLst>
              </p:cNvPr>
              <p:cNvCxnSpPr>
                <a:cxnSpLocks/>
              </p:cNvCxnSpPr>
              <p:nvPr/>
            </p:nvCxnSpPr>
            <p:spPr>
              <a:xfrm>
                <a:off x="6001010" y="3061811"/>
                <a:ext cx="189980" cy="0"/>
              </a:xfrm>
              <a:prstGeom prst="line">
                <a:avLst/>
              </a:prstGeom>
              <a:grpFill/>
              <a:ln w="15875" cap="flat" cmpd="sng" algn="ctr">
                <a:solidFill>
                  <a:srgbClr val="FFFFFF"/>
                </a:solidFill>
                <a:prstDash val="solid"/>
                <a:headEnd type="none"/>
                <a:tailEnd type="none"/>
              </a:ln>
              <a:effectLst/>
            </p:spPr>
          </p:cxnSp>
          <p:sp>
            <p:nvSpPr>
              <p:cNvPr id="14" name="L-Shape 13">
                <a:extLst>
                  <a:ext uri="{FF2B5EF4-FFF2-40B4-BE49-F238E27FC236}">
                    <a16:creationId xmlns:a16="http://schemas.microsoft.com/office/drawing/2014/main" id="{5E1D66EC-6838-67D5-990D-E54C8D9E3F7E}"/>
                  </a:ext>
                </a:extLst>
              </p:cNvPr>
              <p:cNvSpPr/>
              <p:nvPr/>
            </p:nvSpPr>
            <p:spPr bwMode="auto">
              <a:xfrm rot="13463509">
                <a:off x="6037916" y="3000875"/>
                <a:ext cx="134218" cy="134218"/>
              </a:xfrm>
              <a:prstGeom prst="corner">
                <a:avLst>
                  <a:gd name="adj1" fmla="val 15032"/>
                  <a:gd name="adj2" fmla="val 14017"/>
                </a:avLst>
              </a:prstGeom>
              <a:grpFill/>
              <a:ln w="9525" cap="flat" cmpd="sng" algn="ctr">
                <a:noFill/>
                <a:prstDash val="solid"/>
                <a:headEnd type="none" w="med" len="med"/>
                <a:tailEnd type="none" w="med" len="med"/>
              </a:ln>
              <a:effectLst/>
            </p:spPr>
            <p:txBody>
              <a:bodyPr rot="0" spcFirstLastPara="0" vertOverflow="overflow" horzOverflow="overflow" vert="horz" wrap="square" lIns="175685" tIns="140548" rIns="175685" bIns="140548" numCol="1" spcCol="0" rtlCol="0" fromWordArt="0" anchor="t" anchorCtr="0" forceAA="0" compatLnSpc="1">
                <a:prstTxWarp prst="textNoShape">
                  <a:avLst/>
                </a:prstTxWarp>
                <a:noAutofit/>
              </a:bodyPr>
              <a:lstStyle/>
              <a:p>
                <a:pPr marL="0" marR="0" lvl="0" indent="0" algn="ctr" defTabSz="895579"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Semibold" panose="020B0702040204020203" pitchFamily="34" charset="0"/>
                  <a:ea typeface="Aktiv Grotesk" pitchFamily="34" charset="0"/>
                  <a:cs typeface="Segoe UI Semibold" panose="020B0702040204020203" pitchFamily="34" charset="0"/>
                </a:endParaRPr>
              </a:p>
            </p:txBody>
          </p:sp>
        </p:grpSp>
      </p:grpSp>
      <p:grpSp>
        <p:nvGrpSpPr>
          <p:cNvPr id="15" name="Group 14">
            <a:extLst>
              <a:ext uri="{FF2B5EF4-FFF2-40B4-BE49-F238E27FC236}">
                <a16:creationId xmlns:a16="http://schemas.microsoft.com/office/drawing/2014/main" id="{803A22D4-00B2-8FF2-07F5-F033A0577C82}"/>
              </a:ext>
            </a:extLst>
          </p:cNvPr>
          <p:cNvGrpSpPr/>
          <p:nvPr/>
        </p:nvGrpSpPr>
        <p:grpSpPr>
          <a:xfrm>
            <a:off x="3903182" y="2921254"/>
            <a:ext cx="268851" cy="268851"/>
            <a:chOff x="2563584" y="1853725"/>
            <a:chExt cx="411480" cy="411480"/>
          </a:xfrm>
          <a:effectLst/>
        </p:grpSpPr>
        <p:sp>
          <p:nvSpPr>
            <p:cNvPr id="16" name="Oval 15">
              <a:extLst>
                <a:ext uri="{FF2B5EF4-FFF2-40B4-BE49-F238E27FC236}">
                  <a16:creationId xmlns:a16="http://schemas.microsoft.com/office/drawing/2014/main" id="{65AD78D4-92AC-9E7B-B9C2-831FD02D94B9}"/>
                </a:ext>
              </a:extLst>
            </p:cNvPr>
            <p:cNvSpPr/>
            <p:nvPr/>
          </p:nvSpPr>
          <p:spPr bwMode="auto">
            <a:xfrm>
              <a:off x="2563584" y="1853725"/>
              <a:ext cx="411480" cy="411480"/>
            </a:xfrm>
            <a:prstGeom prst="ellipse">
              <a:avLst/>
            </a:prstGeom>
            <a:solidFill>
              <a:srgbClr val="0078D4"/>
            </a:solidFill>
            <a:ln w="19050" cap="flat" cmpd="sng" algn="ctr">
              <a:noFill/>
              <a:prstDash val="solid"/>
            </a:ln>
            <a:effectLst/>
          </p:spPr>
          <p:txBody>
            <a:bodyPr rot="0" spcFirstLastPara="0" vertOverflow="overflow" horzOverflow="overflow" vert="horz" wrap="square" lIns="0" tIns="45706" rIns="0" bIns="45706" numCol="1" spcCol="0" rtlCol="0" fromWordArt="0" anchor="ctr" anchorCtr="0" forceAA="0" compatLnSpc="1">
              <a:prstTxWarp prst="textNoShape">
                <a:avLst/>
              </a:prstTxWarp>
              <a:noAutofit/>
            </a:bodyPr>
            <a:lstStyle/>
            <a:p>
              <a:pPr marL="0" marR="0" lvl="0" indent="0" algn="ctr" defTabSz="913751"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err="1">
                <a:ln>
                  <a:noFill/>
                </a:ln>
                <a:gradFill>
                  <a:gsLst>
                    <a:gs pos="40075">
                      <a:srgbClr val="FFFFFF"/>
                    </a:gs>
                    <a:gs pos="30000">
                      <a:srgbClr val="FFFFFF"/>
                    </a:gs>
                  </a:gsLst>
                  <a:lin ang="5400000" scaled="0"/>
                </a:gradFill>
                <a:effectLst/>
                <a:uLnTx/>
                <a:uFillTx/>
                <a:latin typeface="Aktiv Grotesk"/>
                <a:ea typeface="+mn-ea"/>
                <a:cs typeface="+mn-cs"/>
              </a:endParaRPr>
            </a:p>
          </p:txBody>
        </p:sp>
        <p:grpSp>
          <p:nvGrpSpPr>
            <p:cNvPr id="17" name="Group 16">
              <a:extLst>
                <a:ext uri="{FF2B5EF4-FFF2-40B4-BE49-F238E27FC236}">
                  <a16:creationId xmlns:a16="http://schemas.microsoft.com/office/drawing/2014/main" id="{9EEB40B2-01F6-56CF-EE4F-46C5D4BB1F1E}"/>
                </a:ext>
              </a:extLst>
            </p:cNvPr>
            <p:cNvGrpSpPr/>
            <p:nvPr/>
          </p:nvGrpSpPr>
          <p:grpSpPr>
            <a:xfrm>
              <a:off x="2674336" y="1992357"/>
              <a:ext cx="189980" cy="134218"/>
              <a:chOff x="6001010" y="3000875"/>
              <a:chExt cx="189980" cy="134218"/>
            </a:xfrm>
            <a:solidFill>
              <a:srgbClr val="FFFFFF"/>
            </a:solidFill>
          </p:grpSpPr>
          <p:cxnSp>
            <p:nvCxnSpPr>
              <p:cNvPr id="18" name="Straight Connector 17">
                <a:extLst>
                  <a:ext uri="{FF2B5EF4-FFF2-40B4-BE49-F238E27FC236}">
                    <a16:creationId xmlns:a16="http://schemas.microsoft.com/office/drawing/2014/main" id="{047D4E92-E520-F2B7-7947-1D9522009C4E}"/>
                  </a:ext>
                </a:extLst>
              </p:cNvPr>
              <p:cNvCxnSpPr>
                <a:cxnSpLocks/>
              </p:cNvCxnSpPr>
              <p:nvPr/>
            </p:nvCxnSpPr>
            <p:spPr>
              <a:xfrm>
                <a:off x="6001010" y="3061811"/>
                <a:ext cx="189980" cy="0"/>
              </a:xfrm>
              <a:prstGeom prst="line">
                <a:avLst/>
              </a:prstGeom>
              <a:grpFill/>
              <a:ln w="15875" cap="flat" cmpd="sng" algn="ctr">
                <a:solidFill>
                  <a:srgbClr val="FFFFFF"/>
                </a:solidFill>
                <a:prstDash val="solid"/>
                <a:headEnd type="none"/>
                <a:tailEnd type="none"/>
              </a:ln>
              <a:effectLst/>
            </p:spPr>
          </p:cxnSp>
          <p:sp>
            <p:nvSpPr>
              <p:cNvPr id="19" name="L-Shape 18">
                <a:extLst>
                  <a:ext uri="{FF2B5EF4-FFF2-40B4-BE49-F238E27FC236}">
                    <a16:creationId xmlns:a16="http://schemas.microsoft.com/office/drawing/2014/main" id="{8D33A805-4EF8-2DED-6F38-988E4F0322CD}"/>
                  </a:ext>
                </a:extLst>
              </p:cNvPr>
              <p:cNvSpPr/>
              <p:nvPr/>
            </p:nvSpPr>
            <p:spPr bwMode="auto">
              <a:xfrm rot="13463509">
                <a:off x="6037916" y="3000875"/>
                <a:ext cx="134218" cy="134218"/>
              </a:xfrm>
              <a:prstGeom prst="corner">
                <a:avLst>
                  <a:gd name="adj1" fmla="val 15032"/>
                  <a:gd name="adj2" fmla="val 14017"/>
                </a:avLst>
              </a:prstGeom>
              <a:grpFill/>
              <a:ln w="9525" cap="flat" cmpd="sng" algn="ctr">
                <a:noFill/>
                <a:prstDash val="solid"/>
                <a:headEnd type="none" w="med" len="med"/>
                <a:tailEnd type="none" w="med" len="med"/>
              </a:ln>
              <a:effectLst/>
            </p:spPr>
            <p:txBody>
              <a:bodyPr rot="0" spcFirstLastPara="0" vertOverflow="overflow" horzOverflow="overflow" vert="horz" wrap="square" lIns="175685" tIns="140548" rIns="175685" bIns="140548" numCol="1" spcCol="0" rtlCol="0" fromWordArt="0" anchor="t" anchorCtr="0" forceAA="0" compatLnSpc="1">
                <a:prstTxWarp prst="textNoShape">
                  <a:avLst/>
                </a:prstTxWarp>
                <a:noAutofit/>
              </a:bodyPr>
              <a:lstStyle/>
              <a:p>
                <a:pPr marL="0" marR="0" lvl="0" indent="0" algn="ctr" defTabSz="895579"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Semibold" panose="020B0702040204020203" pitchFamily="34" charset="0"/>
                  <a:ea typeface="Aktiv Grotesk" pitchFamily="34" charset="0"/>
                  <a:cs typeface="Segoe UI Semibold" panose="020B0702040204020203" pitchFamily="34" charset="0"/>
                </a:endParaRPr>
              </a:p>
            </p:txBody>
          </p:sp>
        </p:grpSp>
      </p:grpSp>
      <p:grpSp>
        <p:nvGrpSpPr>
          <p:cNvPr id="20" name="Group 19">
            <a:extLst>
              <a:ext uri="{FF2B5EF4-FFF2-40B4-BE49-F238E27FC236}">
                <a16:creationId xmlns:a16="http://schemas.microsoft.com/office/drawing/2014/main" id="{1646DED8-0223-2369-EB45-7A587E99F5A0}"/>
              </a:ext>
            </a:extLst>
          </p:cNvPr>
          <p:cNvGrpSpPr/>
          <p:nvPr/>
        </p:nvGrpSpPr>
        <p:grpSpPr>
          <a:xfrm>
            <a:off x="3886908" y="3474785"/>
            <a:ext cx="268851" cy="268851"/>
            <a:chOff x="2563584" y="1853725"/>
            <a:chExt cx="411480" cy="411480"/>
          </a:xfrm>
          <a:effectLst/>
        </p:grpSpPr>
        <p:sp>
          <p:nvSpPr>
            <p:cNvPr id="21" name="Oval 20">
              <a:extLst>
                <a:ext uri="{FF2B5EF4-FFF2-40B4-BE49-F238E27FC236}">
                  <a16:creationId xmlns:a16="http://schemas.microsoft.com/office/drawing/2014/main" id="{C6270480-B1C8-077C-5A13-3549795F3E07}"/>
                </a:ext>
              </a:extLst>
            </p:cNvPr>
            <p:cNvSpPr/>
            <p:nvPr/>
          </p:nvSpPr>
          <p:spPr bwMode="auto">
            <a:xfrm>
              <a:off x="2563584" y="1853725"/>
              <a:ext cx="411480" cy="411480"/>
            </a:xfrm>
            <a:prstGeom prst="ellipse">
              <a:avLst/>
            </a:prstGeom>
            <a:solidFill>
              <a:srgbClr val="0078D4"/>
            </a:solidFill>
            <a:ln w="19050" cap="flat" cmpd="sng" algn="ctr">
              <a:noFill/>
              <a:prstDash val="solid"/>
            </a:ln>
            <a:effectLst/>
          </p:spPr>
          <p:txBody>
            <a:bodyPr rot="0" spcFirstLastPara="0" vertOverflow="overflow" horzOverflow="overflow" vert="horz" wrap="square" lIns="0" tIns="45706" rIns="0" bIns="45706" numCol="1" spcCol="0" rtlCol="0" fromWordArt="0" anchor="ctr" anchorCtr="0" forceAA="0" compatLnSpc="1">
              <a:prstTxWarp prst="textNoShape">
                <a:avLst/>
              </a:prstTxWarp>
              <a:noAutofit/>
            </a:bodyPr>
            <a:lstStyle/>
            <a:p>
              <a:pPr marL="0" marR="0" lvl="0" indent="0" algn="ctr" defTabSz="913751"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err="1">
                <a:ln>
                  <a:noFill/>
                </a:ln>
                <a:gradFill>
                  <a:gsLst>
                    <a:gs pos="40075">
                      <a:srgbClr val="FFFFFF"/>
                    </a:gs>
                    <a:gs pos="30000">
                      <a:srgbClr val="FFFFFF"/>
                    </a:gs>
                  </a:gsLst>
                  <a:lin ang="5400000" scaled="0"/>
                </a:gradFill>
                <a:effectLst/>
                <a:uLnTx/>
                <a:uFillTx/>
                <a:latin typeface="Aktiv Grotesk"/>
                <a:ea typeface="+mn-ea"/>
                <a:cs typeface="+mn-cs"/>
              </a:endParaRPr>
            </a:p>
          </p:txBody>
        </p:sp>
        <p:grpSp>
          <p:nvGrpSpPr>
            <p:cNvPr id="22" name="Group 21">
              <a:extLst>
                <a:ext uri="{FF2B5EF4-FFF2-40B4-BE49-F238E27FC236}">
                  <a16:creationId xmlns:a16="http://schemas.microsoft.com/office/drawing/2014/main" id="{6A05B1D2-9D69-1FDF-D6F7-38DFF168B438}"/>
                </a:ext>
              </a:extLst>
            </p:cNvPr>
            <p:cNvGrpSpPr/>
            <p:nvPr/>
          </p:nvGrpSpPr>
          <p:grpSpPr>
            <a:xfrm>
              <a:off x="2674336" y="1992357"/>
              <a:ext cx="189980" cy="134218"/>
              <a:chOff x="6001010" y="3000875"/>
              <a:chExt cx="189980" cy="134218"/>
            </a:xfrm>
            <a:solidFill>
              <a:srgbClr val="FFFFFF"/>
            </a:solidFill>
          </p:grpSpPr>
          <p:cxnSp>
            <p:nvCxnSpPr>
              <p:cNvPr id="23" name="Straight Connector 22">
                <a:extLst>
                  <a:ext uri="{FF2B5EF4-FFF2-40B4-BE49-F238E27FC236}">
                    <a16:creationId xmlns:a16="http://schemas.microsoft.com/office/drawing/2014/main" id="{2238D052-EC8B-52AC-8FEC-ACC5E57EFAAB}"/>
                  </a:ext>
                </a:extLst>
              </p:cNvPr>
              <p:cNvCxnSpPr>
                <a:cxnSpLocks/>
              </p:cNvCxnSpPr>
              <p:nvPr/>
            </p:nvCxnSpPr>
            <p:spPr>
              <a:xfrm>
                <a:off x="6001010" y="3061811"/>
                <a:ext cx="189980" cy="0"/>
              </a:xfrm>
              <a:prstGeom prst="line">
                <a:avLst/>
              </a:prstGeom>
              <a:grpFill/>
              <a:ln w="15875" cap="flat" cmpd="sng" algn="ctr">
                <a:solidFill>
                  <a:srgbClr val="FFFFFF"/>
                </a:solidFill>
                <a:prstDash val="solid"/>
                <a:headEnd type="none"/>
                <a:tailEnd type="none"/>
              </a:ln>
              <a:effectLst/>
            </p:spPr>
          </p:cxnSp>
          <p:sp>
            <p:nvSpPr>
              <p:cNvPr id="24" name="L-Shape 23">
                <a:extLst>
                  <a:ext uri="{FF2B5EF4-FFF2-40B4-BE49-F238E27FC236}">
                    <a16:creationId xmlns:a16="http://schemas.microsoft.com/office/drawing/2014/main" id="{8743F849-039C-8BA1-4184-5642A62BC12E}"/>
                  </a:ext>
                </a:extLst>
              </p:cNvPr>
              <p:cNvSpPr/>
              <p:nvPr/>
            </p:nvSpPr>
            <p:spPr bwMode="auto">
              <a:xfrm rot="13463509">
                <a:off x="6037916" y="3000875"/>
                <a:ext cx="134218" cy="134218"/>
              </a:xfrm>
              <a:prstGeom prst="corner">
                <a:avLst>
                  <a:gd name="adj1" fmla="val 15032"/>
                  <a:gd name="adj2" fmla="val 14017"/>
                </a:avLst>
              </a:prstGeom>
              <a:grpFill/>
              <a:ln w="9525" cap="flat" cmpd="sng" algn="ctr">
                <a:noFill/>
                <a:prstDash val="solid"/>
                <a:headEnd type="none" w="med" len="med"/>
                <a:tailEnd type="none" w="med" len="med"/>
              </a:ln>
              <a:effectLst/>
            </p:spPr>
            <p:txBody>
              <a:bodyPr rot="0" spcFirstLastPara="0" vertOverflow="overflow" horzOverflow="overflow" vert="horz" wrap="square" lIns="175685" tIns="140548" rIns="175685" bIns="140548" numCol="1" spcCol="0" rtlCol="0" fromWordArt="0" anchor="t" anchorCtr="0" forceAA="0" compatLnSpc="1">
                <a:prstTxWarp prst="textNoShape">
                  <a:avLst/>
                </a:prstTxWarp>
                <a:noAutofit/>
              </a:bodyPr>
              <a:lstStyle/>
              <a:p>
                <a:pPr marL="0" marR="0" lvl="0" indent="0" algn="ctr" defTabSz="895579"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Semibold" panose="020B0702040204020203" pitchFamily="34" charset="0"/>
                  <a:ea typeface="Aktiv Grotesk" pitchFamily="34" charset="0"/>
                  <a:cs typeface="Segoe UI Semibold" panose="020B0702040204020203" pitchFamily="34" charset="0"/>
                </a:endParaRPr>
              </a:p>
            </p:txBody>
          </p:sp>
        </p:grpSp>
      </p:grpSp>
      <p:sp>
        <p:nvSpPr>
          <p:cNvPr id="31" name="TextBox 30">
            <a:extLst>
              <a:ext uri="{FF2B5EF4-FFF2-40B4-BE49-F238E27FC236}">
                <a16:creationId xmlns:a16="http://schemas.microsoft.com/office/drawing/2014/main" id="{B58E1813-3FA4-8D53-4E71-90D6E198BDD1}"/>
              </a:ext>
            </a:extLst>
          </p:cNvPr>
          <p:cNvSpPr txBox="1"/>
          <p:nvPr/>
        </p:nvSpPr>
        <p:spPr>
          <a:xfrm>
            <a:off x="4242562" y="3887691"/>
            <a:ext cx="6713871" cy="461665"/>
          </a:xfrm>
          <a:prstGeom prst="rect">
            <a:avLst/>
          </a:prstGeom>
          <a:noFill/>
        </p:spPr>
        <p:txBody>
          <a:bodyPr wrap="square" rtlCol="0">
            <a:sp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82828"/>
                </a:solidFill>
                <a:effectLst/>
                <a:uLnTx/>
                <a:uFillTx/>
                <a:latin typeface="Segoe UI Semibold"/>
                <a:ea typeface="+mn-ea"/>
                <a:cs typeface="+mn-cs"/>
              </a:rPr>
              <a:t>Considerations/Opportunities</a:t>
            </a:r>
          </a:p>
        </p:txBody>
      </p:sp>
      <p:grpSp>
        <p:nvGrpSpPr>
          <p:cNvPr id="38" name="Group 37">
            <a:extLst>
              <a:ext uri="{FF2B5EF4-FFF2-40B4-BE49-F238E27FC236}">
                <a16:creationId xmlns:a16="http://schemas.microsoft.com/office/drawing/2014/main" id="{C7DE4257-BA4F-582C-C475-3FFEBB9A2AD0}"/>
              </a:ext>
            </a:extLst>
          </p:cNvPr>
          <p:cNvGrpSpPr/>
          <p:nvPr/>
        </p:nvGrpSpPr>
        <p:grpSpPr>
          <a:xfrm>
            <a:off x="3886908" y="3988952"/>
            <a:ext cx="268851" cy="268851"/>
            <a:chOff x="2563584" y="1853725"/>
            <a:chExt cx="411480" cy="411480"/>
          </a:xfrm>
          <a:effectLst/>
        </p:grpSpPr>
        <p:sp>
          <p:nvSpPr>
            <p:cNvPr id="39" name="Oval 38">
              <a:extLst>
                <a:ext uri="{FF2B5EF4-FFF2-40B4-BE49-F238E27FC236}">
                  <a16:creationId xmlns:a16="http://schemas.microsoft.com/office/drawing/2014/main" id="{0142DAA2-700C-F90B-2C24-FF7223225C31}"/>
                </a:ext>
              </a:extLst>
            </p:cNvPr>
            <p:cNvSpPr/>
            <p:nvPr/>
          </p:nvSpPr>
          <p:spPr bwMode="auto">
            <a:xfrm>
              <a:off x="2563584" y="1853725"/>
              <a:ext cx="411480" cy="411480"/>
            </a:xfrm>
            <a:prstGeom prst="ellipse">
              <a:avLst/>
            </a:prstGeom>
            <a:solidFill>
              <a:srgbClr val="0078D4"/>
            </a:solidFill>
            <a:ln w="19050" cap="flat" cmpd="sng" algn="ctr">
              <a:noFill/>
              <a:prstDash val="solid"/>
            </a:ln>
            <a:effectLst/>
          </p:spPr>
          <p:txBody>
            <a:bodyPr rot="0" spcFirstLastPara="0" vertOverflow="overflow" horzOverflow="overflow" vert="horz" wrap="square" lIns="0" tIns="45706" rIns="0" bIns="45706" numCol="1" spcCol="0" rtlCol="0" fromWordArt="0" anchor="ctr" anchorCtr="0" forceAA="0" compatLnSpc="1">
              <a:prstTxWarp prst="textNoShape">
                <a:avLst/>
              </a:prstTxWarp>
              <a:noAutofit/>
            </a:bodyPr>
            <a:lstStyle/>
            <a:p>
              <a:pPr marL="0" marR="0" lvl="0" indent="0" algn="ctr" defTabSz="913751"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err="1">
                <a:ln>
                  <a:noFill/>
                </a:ln>
                <a:gradFill>
                  <a:gsLst>
                    <a:gs pos="40075">
                      <a:srgbClr val="FFFFFF"/>
                    </a:gs>
                    <a:gs pos="30000">
                      <a:srgbClr val="FFFFFF"/>
                    </a:gs>
                  </a:gsLst>
                  <a:lin ang="5400000" scaled="0"/>
                </a:gradFill>
                <a:effectLst/>
                <a:uLnTx/>
                <a:uFillTx/>
                <a:latin typeface="Aktiv Grotesk"/>
                <a:ea typeface="+mn-ea"/>
                <a:cs typeface="+mn-cs"/>
              </a:endParaRPr>
            </a:p>
          </p:txBody>
        </p:sp>
        <p:grpSp>
          <p:nvGrpSpPr>
            <p:cNvPr id="40" name="Group 39">
              <a:extLst>
                <a:ext uri="{FF2B5EF4-FFF2-40B4-BE49-F238E27FC236}">
                  <a16:creationId xmlns:a16="http://schemas.microsoft.com/office/drawing/2014/main" id="{8A5F4371-71E2-73C6-432A-31B8079F9657}"/>
                </a:ext>
              </a:extLst>
            </p:cNvPr>
            <p:cNvGrpSpPr/>
            <p:nvPr/>
          </p:nvGrpSpPr>
          <p:grpSpPr>
            <a:xfrm>
              <a:off x="2674336" y="1992357"/>
              <a:ext cx="189980" cy="134218"/>
              <a:chOff x="6001010" y="3000875"/>
              <a:chExt cx="189980" cy="134218"/>
            </a:xfrm>
            <a:solidFill>
              <a:srgbClr val="FFFFFF"/>
            </a:solidFill>
          </p:grpSpPr>
          <p:cxnSp>
            <p:nvCxnSpPr>
              <p:cNvPr id="41" name="Straight Connector 40">
                <a:extLst>
                  <a:ext uri="{FF2B5EF4-FFF2-40B4-BE49-F238E27FC236}">
                    <a16:creationId xmlns:a16="http://schemas.microsoft.com/office/drawing/2014/main" id="{0F10D447-2229-726A-4159-4CB5D92A7564}"/>
                  </a:ext>
                </a:extLst>
              </p:cNvPr>
              <p:cNvCxnSpPr>
                <a:cxnSpLocks/>
              </p:cNvCxnSpPr>
              <p:nvPr/>
            </p:nvCxnSpPr>
            <p:spPr>
              <a:xfrm>
                <a:off x="6001010" y="3061811"/>
                <a:ext cx="189980" cy="0"/>
              </a:xfrm>
              <a:prstGeom prst="line">
                <a:avLst/>
              </a:prstGeom>
              <a:grpFill/>
              <a:ln w="15875" cap="flat" cmpd="sng" algn="ctr">
                <a:solidFill>
                  <a:srgbClr val="FFFFFF"/>
                </a:solidFill>
                <a:prstDash val="solid"/>
                <a:headEnd type="none"/>
                <a:tailEnd type="none"/>
              </a:ln>
              <a:effectLst/>
            </p:spPr>
          </p:cxnSp>
          <p:sp>
            <p:nvSpPr>
              <p:cNvPr id="42" name="L-Shape 41">
                <a:extLst>
                  <a:ext uri="{FF2B5EF4-FFF2-40B4-BE49-F238E27FC236}">
                    <a16:creationId xmlns:a16="http://schemas.microsoft.com/office/drawing/2014/main" id="{BCFE0141-8B94-8DCA-392A-EBC1316E4BF2}"/>
                  </a:ext>
                </a:extLst>
              </p:cNvPr>
              <p:cNvSpPr/>
              <p:nvPr/>
            </p:nvSpPr>
            <p:spPr bwMode="auto">
              <a:xfrm rot="13463509">
                <a:off x="6037916" y="3000875"/>
                <a:ext cx="134218" cy="134218"/>
              </a:xfrm>
              <a:prstGeom prst="corner">
                <a:avLst>
                  <a:gd name="adj1" fmla="val 15032"/>
                  <a:gd name="adj2" fmla="val 14017"/>
                </a:avLst>
              </a:prstGeom>
              <a:grpFill/>
              <a:ln w="9525" cap="flat" cmpd="sng" algn="ctr">
                <a:noFill/>
                <a:prstDash val="solid"/>
                <a:headEnd type="none" w="med" len="med"/>
                <a:tailEnd type="none" w="med" len="med"/>
              </a:ln>
              <a:effectLst/>
            </p:spPr>
            <p:txBody>
              <a:bodyPr rot="0" spcFirstLastPara="0" vertOverflow="overflow" horzOverflow="overflow" vert="horz" wrap="square" lIns="175685" tIns="140548" rIns="175685" bIns="140548" numCol="1" spcCol="0" rtlCol="0" fromWordArt="0" anchor="t" anchorCtr="0" forceAA="0" compatLnSpc="1">
                <a:prstTxWarp prst="textNoShape">
                  <a:avLst/>
                </a:prstTxWarp>
                <a:noAutofit/>
              </a:bodyPr>
              <a:lstStyle/>
              <a:p>
                <a:pPr marL="0" marR="0" lvl="0" indent="0" algn="ctr" defTabSz="895579"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Semibold" panose="020B0702040204020203" pitchFamily="34" charset="0"/>
                  <a:ea typeface="Aktiv Grotesk" pitchFamily="34" charset="0"/>
                  <a:cs typeface="Segoe UI Semibold" panose="020B0702040204020203" pitchFamily="34" charset="0"/>
                </a:endParaRPr>
              </a:p>
            </p:txBody>
          </p:sp>
        </p:grpSp>
      </p:grpSp>
      <p:sp>
        <p:nvSpPr>
          <p:cNvPr id="44" name="TextBox 43">
            <a:extLst>
              <a:ext uri="{FF2B5EF4-FFF2-40B4-BE49-F238E27FC236}">
                <a16:creationId xmlns:a16="http://schemas.microsoft.com/office/drawing/2014/main" id="{1B065683-1C55-F6E0-661F-6292AF7B30EA}"/>
              </a:ext>
            </a:extLst>
          </p:cNvPr>
          <p:cNvSpPr txBox="1"/>
          <p:nvPr/>
        </p:nvSpPr>
        <p:spPr>
          <a:xfrm>
            <a:off x="4371303" y="4381371"/>
            <a:ext cx="6713871" cy="461665"/>
          </a:xfrm>
          <a:prstGeom prst="rect">
            <a:avLst/>
          </a:prstGeom>
          <a:noFill/>
        </p:spPr>
        <p:txBody>
          <a:bodyPr wrap="square" rtlCol="0">
            <a:sp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82828"/>
                </a:solidFill>
                <a:effectLst/>
                <a:uLnTx/>
                <a:uFillTx/>
                <a:latin typeface="Segoe UI Semibold"/>
                <a:ea typeface="+mn-ea"/>
                <a:cs typeface="+mn-cs"/>
              </a:rPr>
              <a:t>Appendix</a:t>
            </a:r>
          </a:p>
        </p:txBody>
      </p:sp>
      <p:grpSp>
        <p:nvGrpSpPr>
          <p:cNvPr id="45" name="Group 44">
            <a:extLst>
              <a:ext uri="{FF2B5EF4-FFF2-40B4-BE49-F238E27FC236}">
                <a16:creationId xmlns:a16="http://schemas.microsoft.com/office/drawing/2014/main" id="{2DD5C593-CABD-4BD1-9188-BC285CE33937}"/>
              </a:ext>
            </a:extLst>
          </p:cNvPr>
          <p:cNvGrpSpPr/>
          <p:nvPr/>
        </p:nvGrpSpPr>
        <p:grpSpPr>
          <a:xfrm>
            <a:off x="3864882" y="4539784"/>
            <a:ext cx="268851" cy="268851"/>
            <a:chOff x="2563584" y="1853725"/>
            <a:chExt cx="411480" cy="411480"/>
          </a:xfrm>
          <a:effectLst/>
        </p:grpSpPr>
        <p:sp>
          <p:nvSpPr>
            <p:cNvPr id="46" name="Oval 45">
              <a:extLst>
                <a:ext uri="{FF2B5EF4-FFF2-40B4-BE49-F238E27FC236}">
                  <a16:creationId xmlns:a16="http://schemas.microsoft.com/office/drawing/2014/main" id="{C28C1649-C45B-2219-7721-ED0E64316363}"/>
                </a:ext>
              </a:extLst>
            </p:cNvPr>
            <p:cNvSpPr/>
            <p:nvPr/>
          </p:nvSpPr>
          <p:spPr bwMode="auto">
            <a:xfrm>
              <a:off x="2563584" y="1853725"/>
              <a:ext cx="411480" cy="411480"/>
            </a:xfrm>
            <a:prstGeom prst="ellipse">
              <a:avLst/>
            </a:prstGeom>
            <a:solidFill>
              <a:srgbClr val="0078D4"/>
            </a:solidFill>
            <a:ln w="19050" cap="flat" cmpd="sng" algn="ctr">
              <a:noFill/>
              <a:prstDash val="solid"/>
            </a:ln>
            <a:effectLst/>
          </p:spPr>
          <p:txBody>
            <a:bodyPr rot="0" spcFirstLastPara="0" vertOverflow="overflow" horzOverflow="overflow" vert="horz" wrap="square" lIns="0" tIns="45706" rIns="0" bIns="45706" numCol="1" spcCol="0" rtlCol="0" fromWordArt="0" anchor="ctr" anchorCtr="0" forceAA="0" compatLnSpc="1">
              <a:prstTxWarp prst="textNoShape">
                <a:avLst/>
              </a:prstTxWarp>
              <a:noAutofit/>
            </a:bodyPr>
            <a:lstStyle/>
            <a:p>
              <a:pPr marL="0" marR="0" lvl="0" indent="0" algn="ctr" defTabSz="913751"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err="1">
                <a:ln>
                  <a:noFill/>
                </a:ln>
                <a:gradFill>
                  <a:gsLst>
                    <a:gs pos="40075">
                      <a:srgbClr val="FFFFFF"/>
                    </a:gs>
                    <a:gs pos="30000">
                      <a:srgbClr val="FFFFFF"/>
                    </a:gs>
                  </a:gsLst>
                  <a:lin ang="5400000" scaled="0"/>
                </a:gradFill>
                <a:effectLst/>
                <a:uLnTx/>
                <a:uFillTx/>
                <a:latin typeface="Aktiv Grotesk"/>
                <a:ea typeface="+mn-ea"/>
                <a:cs typeface="+mn-cs"/>
              </a:endParaRPr>
            </a:p>
          </p:txBody>
        </p:sp>
        <p:grpSp>
          <p:nvGrpSpPr>
            <p:cNvPr id="47" name="Group 46">
              <a:extLst>
                <a:ext uri="{FF2B5EF4-FFF2-40B4-BE49-F238E27FC236}">
                  <a16:creationId xmlns:a16="http://schemas.microsoft.com/office/drawing/2014/main" id="{BE6C2EC2-2C22-A7EB-DEC8-0FDA86B62C69}"/>
                </a:ext>
              </a:extLst>
            </p:cNvPr>
            <p:cNvGrpSpPr/>
            <p:nvPr/>
          </p:nvGrpSpPr>
          <p:grpSpPr>
            <a:xfrm>
              <a:off x="2674336" y="1992357"/>
              <a:ext cx="189980" cy="134218"/>
              <a:chOff x="6001010" y="3000875"/>
              <a:chExt cx="189980" cy="134218"/>
            </a:xfrm>
            <a:solidFill>
              <a:srgbClr val="FFFFFF"/>
            </a:solidFill>
          </p:grpSpPr>
          <p:cxnSp>
            <p:nvCxnSpPr>
              <p:cNvPr id="48" name="Straight Connector 47">
                <a:extLst>
                  <a:ext uri="{FF2B5EF4-FFF2-40B4-BE49-F238E27FC236}">
                    <a16:creationId xmlns:a16="http://schemas.microsoft.com/office/drawing/2014/main" id="{DC4043FF-17DA-7AFA-C85F-6933CB5E4D0A}"/>
                  </a:ext>
                </a:extLst>
              </p:cNvPr>
              <p:cNvCxnSpPr>
                <a:cxnSpLocks/>
              </p:cNvCxnSpPr>
              <p:nvPr/>
            </p:nvCxnSpPr>
            <p:spPr>
              <a:xfrm>
                <a:off x="6001010" y="3061811"/>
                <a:ext cx="189980" cy="0"/>
              </a:xfrm>
              <a:prstGeom prst="line">
                <a:avLst/>
              </a:prstGeom>
              <a:grpFill/>
              <a:ln w="15875" cap="flat" cmpd="sng" algn="ctr">
                <a:solidFill>
                  <a:srgbClr val="FFFFFF"/>
                </a:solidFill>
                <a:prstDash val="solid"/>
                <a:headEnd type="none"/>
                <a:tailEnd type="none"/>
              </a:ln>
              <a:effectLst/>
            </p:spPr>
          </p:cxnSp>
          <p:sp>
            <p:nvSpPr>
              <p:cNvPr id="49" name="L-Shape 48">
                <a:extLst>
                  <a:ext uri="{FF2B5EF4-FFF2-40B4-BE49-F238E27FC236}">
                    <a16:creationId xmlns:a16="http://schemas.microsoft.com/office/drawing/2014/main" id="{CAC47741-BF4B-31F4-FB1D-9042CEB5AF3B}"/>
                  </a:ext>
                </a:extLst>
              </p:cNvPr>
              <p:cNvSpPr/>
              <p:nvPr/>
            </p:nvSpPr>
            <p:spPr bwMode="auto">
              <a:xfrm rot="13463509">
                <a:off x="6037916" y="3000875"/>
                <a:ext cx="134218" cy="134218"/>
              </a:xfrm>
              <a:prstGeom prst="corner">
                <a:avLst>
                  <a:gd name="adj1" fmla="val 15032"/>
                  <a:gd name="adj2" fmla="val 14017"/>
                </a:avLst>
              </a:prstGeom>
              <a:grpFill/>
              <a:ln w="9525" cap="flat" cmpd="sng" algn="ctr">
                <a:noFill/>
                <a:prstDash val="solid"/>
                <a:headEnd type="none" w="med" len="med"/>
                <a:tailEnd type="none" w="med" len="med"/>
              </a:ln>
              <a:effectLst/>
            </p:spPr>
            <p:txBody>
              <a:bodyPr rot="0" spcFirstLastPara="0" vertOverflow="overflow" horzOverflow="overflow" vert="horz" wrap="square" lIns="175685" tIns="140548" rIns="175685" bIns="140548" numCol="1" spcCol="0" rtlCol="0" fromWordArt="0" anchor="t" anchorCtr="0" forceAA="0" compatLnSpc="1">
                <a:prstTxWarp prst="textNoShape">
                  <a:avLst/>
                </a:prstTxWarp>
                <a:noAutofit/>
              </a:bodyPr>
              <a:lstStyle/>
              <a:p>
                <a:pPr marL="0" marR="0" lvl="0" indent="0" algn="ctr" defTabSz="895579"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Semibold" panose="020B0702040204020203" pitchFamily="34" charset="0"/>
                  <a:ea typeface="Aktiv Grotesk" pitchFamily="34" charset="0"/>
                  <a:cs typeface="Segoe UI Semibold" panose="020B0702040204020203" pitchFamily="34" charset="0"/>
                </a:endParaRPr>
              </a:p>
            </p:txBody>
          </p:sp>
        </p:grpSp>
      </p:grpSp>
      <p:pic>
        <p:nvPicPr>
          <p:cNvPr id="5" name="Picture 4" descr="A close up of a logo&#10;&#10;Description automatically generated">
            <a:extLst>
              <a:ext uri="{FF2B5EF4-FFF2-40B4-BE49-F238E27FC236}">
                <a16:creationId xmlns:a16="http://schemas.microsoft.com/office/drawing/2014/main" id="{E6BA81EB-5215-EBF2-1046-9C02AD12F2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24955" y="6296773"/>
            <a:ext cx="2867045" cy="561227"/>
          </a:xfrm>
          <a:prstGeom prst="rect">
            <a:avLst/>
          </a:prstGeom>
        </p:spPr>
      </p:pic>
    </p:spTree>
    <p:extLst>
      <p:ext uri="{BB962C8B-B14F-4D97-AF65-F5344CB8AC3E}">
        <p14:creationId xmlns:p14="http://schemas.microsoft.com/office/powerpoint/2010/main" val="267399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624" y="1182098"/>
            <a:ext cx="11048489" cy="1233201"/>
            <a:chOff x="-3624" y="1182098"/>
            <a:chExt cx="11048489" cy="1233201"/>
          </a:xfrm>
        </p:grpSpPr>
        <p:sp>
          <p:nvSpPr>
            <p:cNvPr id="15" name="Rectangle 8"/>
            <p:cNvSpPr/>
            <p:nvPr/>
          </p:nvSpPr>
          <p:spPr>
            <a:xfrm>
              <a:off x="-3624" y="1182098"/>
              <a:ext cx="11048489" cy="1233201"/>
            </a:xfrm>
            <a:custGeom>
              <a:avLst/>
              <a:gdLst>
                <a:gd name="connsiteX0" fmla="*/ 0 w 8375048"/>
                <a:gd name="connsiteY0" fmla="*/ 0 h 1221771"/>
                <a:gd name="connsiteX1" fmla="*/ 8375048 w 8375048"/>
                <a:gd name="connsiteY1" fmla="*/ 0 h 1221771"/>
                <a:gd name="connsiteX2" fmla="*/ 8375048 w 8375048"/>
                <a:gd name="connsiteY2" fmla="*/ 1221771 h 1221771"/>
                <a:gd name="connsiteX3" fmla="*/ 0 w 8375048"/>
                <a:gd name="connsiteY3" fmla="*/ 1221771 h 1221771"/>
                <a:gd name="connsiteX4" fmla="*/ 0 w 8375048"/>
                <a:gd name="connsiteY4" fmla="*/ 0 h 1221771"/>
                <a:gd name="connsiteX0" fmla="*/ 0 w 8375048"/>
                <a:gd name="connsiteY0" fmla="*/ 0 h 1221771"/>
                <a:gd name="connsiteX1" fmla="*/ 7460648 w 8375048"/>
                <a:gd name="connsiteY1" fmla="*/ 0 h 1221771"/>
                <a:gd name="connsiteX2" fmla="*/ 8375048 w 8375048"/>
                <a:gd name="connsiteY2" fmla="*/ 1221771 h 1221771"/>
                <a:gd name="connsiteX3" fmla="*/ 0 w 8375048"/>
                <a:gd name="connsiteY3" fmla="*/ 1221771 h 1221771"/>
                <a:gd name="connsiteX4" fmla="*/ 0 w 8375048"/>
                <a:gd name="connsiteY4" fmla="*/ 0 h 1221771"/>
                <a:gd name="connsiteX0" fmla="*/ 0 w 8375048"/>
                <a:gd name="connsiteY0" fmla="*/ 0 h 1221771"/>
                <a:gd name="connsiteX1" fmla="*/ 7381135 w 8375048"/>
                <a:gd name="connsiteY1" fmla="*/ 0 h 1221771"/>
                <a:gd name="connsiteX2" fmla="*/ 8375048 w 8375048"/>
                <a:gd name="connsiteY2" fmla="*/ 1221771 h 1221771"/>
                <a:gd name="connsiteX3" fmla="*/ 0 w 8375048"/>
                <a:gd name="connsiteY3" fmla="*/ 1221771 h 1221771"/>
                <a:gd name="connsiteX4" fmla="*/ 0 w 8375048"/>
                <a:gd name="connsiteY4" fmla="*/ 0 h 1221771"/>
                <a:gd name="connsiteX0" fmla="*/ 0 w 8414804"/>
                <a:gd name="connsiteY0" fmla="*/ 0 h 1221771"/>
                <a:gd name="connsiteX1" fmla="*/ 7381135 w 8414804"/>
                <a:gd name="connsiteY1" fmla="*/ 0 h 1221771"/>
                <a:gd name="connsiteX2" fmla="*/ 8414804 w 8414804"/>
                <a:gd name="connsiteY2" fmla="*/ 1221771 h 1221771"/>
                <a:gd name="connsiteX3" fmla="*/ 0 w 8414804"/>
                <a:gd name="connsiteY3" fmla="*/ 1221771 h 1221771"/>
                <a:gd name="connsiteX4" fmla="*/ 0 w 8414804"/>
                <a:gd name="connsiteY4" fmla="*/ 0 h 1221771"/>
                <a:gd name="connsiteX0" fmla="*/ 0 w 8414804"/>
                <a:gd name="connsiteY0" fmla="*/ 0 h 1221771"/>
                <a:gd name="connsiteX1" fmla="*/ 7301622 w 8414804"/>
                <a:gd name="connsiteY1" fmla="*/ 0 h 1221771"/>
                <a:gd name="connsiteX2" fmla="*/ 8414804 w 8414804"/>
                <a:gd name="connsiteY2" fmla="*/ 1221771 h 1221771"/>
                <a:gd name="connsiteX3" fmla="*/ 0 w 8414804"/>
                <a:gd name="connsiteY3" fmla="*/ 1221771 h 1221771"/>
                <a:gd name="connsiteX4" fmla="*/ 0 w 8414804"/>
                <a:gd name="connsiteY4" fmla="*/ 0 h 1221771"/>
                <a:gd name="connsiteX0" fmla="*/ 0 w 8355169"/>
                <a:gd name="connsiteY0" fmla="*/ 0 h 1221771"/>
                <a:gd name="connsiteX1" fmla="*/ 7301622 w 8355169"/>
                <a:gd name="connsiteY1" fmla="*/ 0 h 1221771"/>
                <a:gd name="connsiteX2" fmla="*/ 8355169 w 8355169"/>
                <a:gd name="connsiteY2" fmla="*/ 1221771 h 1221771"/>
                <a:gd name="connsiteX3" fmla="*/ 0 w 8355169"/>
                <a:gd name="connsiteY3" fmla="*/ 1221771 h 1221771"/>
                <a:gd name="connsiteX4" fmla="*/ 0 w 8355169"/>
                <a:gd name="connsiteY4" fmla="*/ 0 h 1221771"/>
                <a:gd name="connsiteX0" fmla="*/ 0 w 8355169"/>
                <a:gd name="connsiteY0" fmla="*/ 0 h 1221771"/>
                <a:gd name="connsiteX1" fmla="*/ 7244472 w 8355169"/>
                <a:gd name="connsiteY1" fmla="*/ 0 h 1221771"/>
                <a:gd name="connsiteX2" fmla="*/ 8355169 w 8355169"/>
                <a:gd name="connsiteY2" fmla="*/ 1221771 h 1221771"/>
                <a:gd name="connsiteX3" fmla="*/ 0 w 8355169"/>
                <a:gd name="connsiteY3" fmla="*/ 1221771 h 1221771"/>
                <a:gd name="connsiteX4" fmla="*/ 0 w 8355169"/>
                <a:gd name="connsiteY4" fmla="*/ 0 h 1221771"/>
                <a:gd name="connsiteX0" fmla="*/ 0 w 8320879"/>
                <a:gd name="connsiteY0" fmla="*/ 0 h 1221771"/>
                <a:gd name="connsiteX1" fmla="*/ 7244472 w 8320879"/>
                <a:gd name="connsiteY1" fmla="*/ 0 h 1221771"/>
                <a:gd name="connsiteX2" fmla="*/ 8320879 w 8320879"/>
                <a:gd name="connsiteY2" fmla="*/ 1221771 h 1221771"/>
                <a:gd name="connsiteX3" fmla="*/ 0 w 8320879"/>
                <a:gd name="connsiteY3" fmla="*/ 1221771 h 1221771"/>
                <a:gd name="connsiteX4" fmla="*/ 0 w 8320879"/>
                <a:gd name="connsiteY4" fmla="*/ 0 h 1221771"/>
                <a:gd name="connsiteX0" fmla="*/ 0 w 9613982"/>
                <a:gd name="connsiteY0" fmla="*/ 0 h 1221771"/>
                <a:gd name="connsiteX1" fmla="*/ 8537575 w 9613982"/>
                <a:gd name="connsiteY1" fmla="*/ 0 h 1221771"/>
                <a:gd name="connsiteX2" fmla="*/ 9613982 w 9613982"/>
                <a:gd name="connsiteY2" fmla="*/ 1221771 h 1221771"/>
                <a:gd name="connsiteX3" fmla="*/ 1293103 w 9613982"/>
                <a:gd name="connsiteY3" fmla="*/ 1221771 h 1221771"/>
                <a:gd name="connsiteX4" fmla="*/ 0 w 9613982"/>
                <a:gd name="connsiteY4" fmla="*/ 0 h 1221771"/>
                <a:gd name="connsiteX0" fmla="*/ 9947 w 9623929"/>
                <a:gd name="connsiteY0" fmla="*/ 0 h 1244631"/>
                <a:gd name="connsiteX1" fmla="*/ 8547522 w 9623929"/>
                <a:gd name="connsiteY1" fmla="*/ 0 h 1244631"/>
                <a:gd name="connsiteX2" fmla="*/ 9623929 w 9623929"/>
                <a:gd name="connsiteY2" fmla="*/ 1221771 h 1244631"/>
                <a:gd name="connsiteX3" fmla="*/ 0 w 9623929"/>
                <a:gd name="connsiteY3" fmla="*/ 1244631 h 1244631"/>
                <a:gd name="connsiteX4" fmla="*/ 9947 w 9623929"/>
                <a:gd name="connsiteY4" fmla="*/ 0 h 1244631"/>
                <a:gd name="connsiteX0" fmla="*/ 442 w 9614424"/>
                <a:gd name="connsiteY0" fmla="*/ 0 h 1244631"/>
                <a:gd name="connsiteX1" fmla="*/ 8538017 w 9614424"/>
                <a:gd name="connsiteY1" fmla="*/ 0 h 1244631"/>
                <a:gd name="connsiteX2" fmla="*/ 9614424 w 9614424"/>
                <a:gd name="connsiteY2" fmla="*/ 1221771 h 1244631"/>
                <a:gd name="connsiteX3" fmla="*/ 10389 w 9614424"/>
                <a:gd name="connsiteY3" fmla="*/ 1244631 h 1244631"/>
                <a:gd name="connsiteX4" fmla="*/ 442 w 9614424"/>
                <a:gd name="connsiteY4" fmla="*/ 0 h 1244631"/>
                <a:gd name="connsiteX0" fmla="*/ 442 w 9614424"/>
                <a:gd name="connsiteY0" fmla="*/ 0 h 1233201"/>
                <a:gd name="connsiteX1" fmla="*/ 8538017 w 9614424"/>
                <a:gd name="connsiteY1" fmla="*/ 0 h 1233201"/>
                <a:gd name="connsiteX2" fmla="*/ 9614424 w 9614424"/>
                <a:gd name="connsiteY2" fmla="*/ 1221771 h 1233201"/>
                <a:gd name="connsiteX3" fmla="*/ 10389 w 9614424"/>
                <a:gd name="connsiteY3" fmla="*/ 1233201 h 1233201"/>
                <a:gd name="connsiteX4" fmla="*/ 442 w 9614424"/>
                <a:gd name="connsiteY4" fmla="*/ 0 h 1233201"/>
                <a:gd name="connsiteX0" fmla="*/ 957 w 9614939"/>
                <a:gd name="connsiteY0" fmla="*/ 0 h 1233201"/>
                <a:gd name="connsiteX1" fmla="*/ 8538532 w 9614939"/>
                <a:gd name="connsiteY1" fmla="*/ 0 h 1233201"/>
                <a:gd name="connsiteX2" fmla="*/ 9614939 w 9614939"/>
                <a:gd name="connsiteY2" fmla="*/ 1221771 h 1233201"/>
                <a:gd name="connsiteX3" fmla="*/ 957 w 9614939"/>
                <a:gd name="connsiteY3" fmla="*/ 1233201 h 1233201"/>
                <a:gd name="connsiteX4" fmla="*/ 957 w 9614939"/>
                <a:gd name="connsiteY4" fmla="*/ 0 h 1233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14939" h="1233201">
                  <a:moveTo>
                    <a:pt x="957" y="0"/>
                  </a:moveTo>
                  <a:lnTo>
                    <a:pt x="8538532" y="0"/>
                  </a:lnTo>
                  <a:lnTo>
                    <a:pt x="9614939" y="1221771"/>
                  </a:lnTo>
                  <a:lnTo>
                    <a:pt x="957" y="1233201"/>
                  </a:lnTo>
                  <a:cubicBezTo>
                    <a:pt x="4273" y="818324"/>
                    <a:pt x="-2359" y="414877"/>
                    <a:pt x="957"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endParaRPr>
            </a:p>
          </p:txBody>
        </p:sp>
        <p:sp>
          <p:nvSpPr>
            <p:cNvPr id="16" name="Title 1"/>
            <p:cNvSpPr txBox="1">
              <a:spLocks/>
            </p:cNvSpPr>
            <p:nvPr/>
          </p:nvSpPr>
          <p:spPr>
            <a:xfrm>
              <a:off x="455615" y="1225954"/>
              <a:ext cx="9904730" cy="1177915"/>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rgbClr val="5C2B94"/>
                  </a:solidFill>
                  <a:latin typeface="+mj-lt"/>
                  <a:ea typeface="+mj-ea"/>
                  <a:cs typeface="+mj-cs"/>
                </a:defRPr>
              </a:lvl1pPr>
            </a:lstStyle>
            <a:p>
              <a:pPr marL="0" lvl="1" defTabSz="932472" fontAlgn="base">
                <a:spcAft>
                  <a:spcPct val="0"/>
                </a:spcAft>
                <a:defRPr/>
              </a:pPr>
              <a:r>
                <a:rPr lang="en-US" sz="2800" b="1" dirty="0">
                  <a:solidFill>
                    <a:schemeClr val="tx2">
                      <a:lumMod val="50000"/>
                    </a:schemeClr>
                  </a:solidFill>
                  <a:latin typeface="+mj-lt"/>
                  <a:cs typeface="Segoe UI Semibold" panose="020B0702040204020203" pitchFamily="34" charset="0"/>
                </a:rPr>
                <a:t>Accelerate your journey to the cloud</a:t>
              </a:r>
              <a:endParaRPr lang="en-US" sz="1100" b="1" dirty="0">
                <a:solidFill>
                  <a:schemeClr val="tx2">
                    <a:lumMod val="50000"/>
                  </a:schemeClr>
                </a:solidFill>
                <a:ea typeface="Aktiv Grotesk" pitchFamily="34" charset="0"/>
                <a:cs typeface="Aktiv Grotesk" pitchFamily="34" charset="0"/>
              </a:endParaRPr>
            </a:p>
          </p:txBody>
        </p:sp>
      </p:grpSp>
      <p:sp>
        <p:nvSpPr>
          <p:cNvPr id="4" name="Title 3">
            <a:extLst>
              <a:ext uri="{FF2B5EF4-FFF2-40B4-BE49-F238E27FC236}">
                <a16:creationId xmlns:a16="http://schemas.microsoft.com/office/drawing/2014/main" id="{DF88F286-5246-4554-8758-9FCE3094DC54}"/>
              </a:ext>
            </a:extLst>
          </p:cNvPr>
          <p:cNvSpPr>
            <a:spLocks noGrp="1"/>
          </p:cNvSpPr>
          <p:nvPr>
            <p:ph type="title"/>
          </p:nvPr>
        </p:nvSpPr>
        <p:spPr>
          <a:xfrm>
            <a:off x="838200" y="365126"/>
            <a:ext cx="10515600" cy="865252"/>
          </a:xfrm>
        </p:spPr>
        <p:txBody>
          <a:bodyPr vert="horz" wrap="square" lIns="0" tIns="91440" rIns="146304" bIns="91440" rtlCol="0" anchor="ctr">
            <a:noAutofit/>
          </a:bodyPr>
          <a:lstStyle/>
          <a:p>
            <a:r>
              <a:rPr lang="en-US" sz="3200" dirty="0">
                <a:solidFill>
                  <a:schemeClr val="tx2">
                    <a:lumMod val="50000"/>
                  </a:schemeClr>
                </a:solidFill>
              </a:rPr>
              <a:t>Azure Journey</a:t>
            </a:r>
          </a:p>
        </p:txBody>
      </p:sp>
      <p:sp>
        <p:nvSpPr>
          <p:cNvPr id="42" name="TextBox 41">
            <a:extLst>
              <a:ext uri="{FF2B5EF4-FFF2-40B4-BE49-F238E27FC236}">
                <a16:creationId xmlns:a16="http://schemas.microsoft.com/office/drawing/2014/main" id="{A5B00B3B-EF63-0866-F50D-A73FA6BF1B87}"/>
              </a:ext>
            </a:extLst>
          </p:cNvPr>
          <p:cNvSpPr txBox="1"/>
          <p:nvPr/>
        </p:nvSpPr>
        <p:spPr>
          <a:xfrm>
            <a:off x="927985" y="2449524"/>
            <a:ext cx="11087551" cy="369332"/>
          </a:xfrm>
          <a:prstGeom prst="rect">
            <a:avLst/>
          </a:prstGeom>
          <a:noFill/>
        </p:spPr>
        <p:txBody>
          <a:bodyPr wrap="square">
            <a:spAutoFit/>
          </a:bodyPr>
          <a:lstStyle/>
          <a:p>
            <a:r>
              <a:rPr lang="en-ZA" b="1" dirty="0"/>
              <a:t>Next Steps</a:t>
            </a:r>
          </a:p>
        </p:txBody>
      </p:sp>
      <p:pic>
        <p:nvPicPr>
          <p:cNvPr id="44" name="Graphic 43" descr="Internet Of Things">
            <a:extLst>
              <a:ext uri="{FF2B5EF4-FFF2-40B4-BE49-F238E27FC236}">
                <a16:creationId xmlns:a16="http://schemas.microsoft.com/office/drawing/2014/main" id="{EE5E5EDB-24F1-0829-5F5A-A62396CD539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2547" y="2395500"/>
            <a:ext cx="585439" cy="585439"/>
          </a:xfrm>
          <a:prstGeom prst="rect">
            <a:avLst/>
          </a:prstGeom>
        </p:spPr>
      </p:pic>
      <p:sp>
        <p:nvSpPr>
          <p:cNvPr id="49" name="TextBox 48">
            <a:extLst>
              <a:ext uri="{FF2B5EF4-FFF2-40B4-BE49-F238E27FC236}">
                <a16:creationId xmlns:a16="http://schemas.microsoft.com/office/drawing/2014/main" id="{26F1C779-FC5C-2997-A6D0-A54679CEE505}"/>
              </a:ext>
            </a:extLst>
          </p:cNvPr>
          <p:cNvSpPr txBox="1"/>
          <p:nvPr/>
        </p:nvSpPr>
        <p:spPr>
          <a:xfrm>
            <a:off x="927983" y="2688219"/>
            <a:ext cx="10697959" cy="369332"/>
          </a:xfrm>
          <a:prstGeom prst="rect">
            <a:avLst/>
          </a:prstGeom>
          <a:noFill/>
        </p:spPr>
        <p:txBody>
          <a:bodyPr wrap="square">
            <a:spAutoFit/>
          </a:bodyPr>
          <a:lstStyle/>
          <a:p>
            <a:r>
              <a:rPr lang="en-ZA" dirty="0"/>
              <a:t>Plan &amp; DECIDE</a:t>
            </a:r>
          </a:p>
        </p:txBody>
      </p:sp>
      <p:sp>
        <p:nvSpPr>
          <p:cNvPr id="50" name="Rectangle 49">
            <a:extLst>
              <a:ext uri="{FF2B5EF4-FFF2-40B4-BE49-F238E27FC236}">
                <a16:creationId xmlns:a16="http://schemas.microsoft.com/office/drawing/2014/main" id="{1B5DDEE8-5AED-144A-A267-4C85A4B0791B}"/>
              </a:ext>
            </a:extLst>
          </p:cNvPr>
          <p:cNvSpPr/>
          <p:nvPr/>
        </p:nvSpPr>
        <p:spPr bwMode="auto">
          <a:xfrm>
            <a:off x="1172062" y="5385167"/>
            <a:ext cx="1853240" cy="91440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defTabSz="913576" fontAlgn="base">
              <a:defRPr/>
            </a:pPr>
            <a:r>
              <a:rPr lang="en-US" sz="2800" dirty="0">
                <a:solidFill>
                  <a:schemeClr val="tx1"/>
                </a:solidFill>
                <a:cs typeface="Segoe UI Semibold" panose="020B0702040204020203" pitchFamily="34" charset="0"/>
              </a:rPr>
              <a:t>ASSESS &amp;</a:t>
            </a:r>
            <a:br>
              <a:rPr lang="en-US" sz="2800" dirty="0">
                <a:solidFill>
                  <a:schemeClr val="tx1"/>
                </a:solidFill>
                <a:cs typeface="Segoe UI Semibold" panose="020B0702040204020203" pitchFamily="34" charset="0"/>
              </a:rPr>
            </a:br>
            <a:r>
              <a:rPr lang="en-US" sz="2800" dirty="0">
                <a:solidFill>
                  <a:schemeClr val="tx1"/>
                </a:solidFill>
                <a:cs typeface="Segoe UI Semibold" panose="020B0702040204020203" pitchFamily="34" charset="0"/>
              </a:rPr>
              <a:t>DISCOVER</a:t>
            </a:r>
          </a:p>
        </p:txBody>
      </p:sp>
      <p:sp>
        <p:nvSpPr>
          <p:cNvPr id="51" name="Rectangle 50">
            <a:extLst>
              <a:ext uri="{FF2B5EF4-FFF2-40B4-BE49-F238E27FC236}">
                <a16:creationId xmlns:a16="http://schemas.microsoft.com/office/drawing/2014/main" id="{6E1431AD-2545-6E56-3156-1FE07E5EE029}"/>
              </a:ext>
            </a:extLst>
          </p:cNvPr>
          <p:cNvSpPr/>
          <p:nvPr/>
        </p:nvSpPr>
        <p:spPr bwMode="auto">
          <a:xfrm>
            <a:off x="3925532" y="5385167"/>
            <a:ext cx="2514600" cy="91440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defTabSz="913576" fontAlgn="base">
              <a:defRPr/>
            </a:pPr>
            <a:r>
              <a:rPr lang="en-US" sz="2800" dirty="0">
                <a:solidFill>
                  <a:schemeClr val="tx1"/>
                </a:solidFill>
                <a:cs typeface="Segoe UI Semibold" panose="020B0702040204020203" pitchFamily="34" charset="0"/>
              </a:rPr>
              <a:t>PLAN &amp;</a:t>
            </a:r>
            <a:br>
              <a:rPr lang="en-US" sz="2800" dirty="0">
                <a:solidFill>
                  <a:schemeClr val="tx1"/>
                </a:solidFill>
                <a:cs typeface="Segoe UI Semibold" panose="020B0702040204020203" pitchFamily="34" charset="0"/>
              </a:rPr>
            </a:br>
            <a:r>
              <a:rPr lang="en-US" sz="2800" dirty="0">
                <a:solidFill>
                  <a:schemeClr val="tx1"/>
                </a:solidFill>
                <a:cs typeface="Segoe UI Semibold" panose="020B0702040204020203" pitchFamily="34" charset="0"/>
              </a:rPr>
              <a:t>DECIDE</a:t>
            </a:r>
          </a:p>
        </p:txBody>
      </p:sp>
      <p:sp>
        <p:nvSpPr>
          <p:cNvPr id="52" name="Rectangle 51">
            <a:extLst>
              <a:ext uri="{FF2B5EF4-FFF2-40B4-BE49-F238E27FC236}">
                <a16:creationId xmlns:a16="http://schemas.microsoft.com/office/drawing/2014/main" id="{85A993C0-0B5A-38F7-E077-83BC27A75110}"/>
              </a:ext>
            </a:extLst>
          </p:cNvPr>
          <p:cNvSpPr/>
          <p:nvPr/>
        </p:nvSpPr>
        <p:spPr bwMode="auto">
          <a:xfrm>
            <a:off x="6259170" y="5385167"/>
            <a:ext cx="1583989" cy="91440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defTabSz="913576" fontAlgn="base">
              <a:defRPr/>
            </a:pPr>
            <a:r>
              <a:rPr lang="en-US" sz="2800" dirty="0">
                <a:solidFill>
                  <a:schemeClr val="tx1"/>
                </a:solidFill>
                <a:cs typeface="Segoe UI Semibold" panose="020B0702040204020203" pitchFamily="34" charset="0"/>
              </a:rPr>
              <a:t>MIGRATE</a:t>
            </a:r>
          </a:p>
        </p:txBody>
      </p:sp>
      <p:sp>
        <p:nvSpPr>
          <p:cNvPr id="53" name="Rectangle 52">
            <a:extLst>
              <a:ext uri="{FF2B5EF4-FFF2-40B4-BE49-F238E27FC236}">
                <a16:creationId xmlns:a16="http://schemas.microsoft.com/office/drawing/2014/main" id="{82C8961C-D92A-9FAF-7E53-24D6814C3BE1}"/>
              </a:ext>
            </a:extLst>
          </p:cNvPr>
          <p:cNvSpPr/>
          <p:nvPr/>
        </p:nvSpPr>
        <p:spPr bwMode="auto">
          <a:xfrm>
            <a:off x="9103045" y="5382373"/>
            <a:ext cx="2514600" cy="91440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defTabSz="913576" fontAlgn="base">
              <a:defRPr/>
            </a:pPr>
            <a:r>
              <a:rPr lang="en-US" sz="2800" dirty="0">
                <a:solidFill>
                  <a:schemeClr val="tx1"/>
                </a:solidFill>
                <a:cs typeface="Segoe UI Semibold" panose="020B0702040204020203" pitchFamily="34" charset="0"/>
              </a:rPr>
              <a:t>OPTIMIZE</a:t>
            </a:r>
          </a:p>
        </p:txBody>
      </p:sp>
      <p:grpSp>
        <p:nvGrpSpPr>
          <p:cNvPr id="54" name="Group 53">
            <a:extLst>
              <a:ext uri="{FF2B5EF4-FFF2-40B4-BE49-F238E27FC236}">
                <a16:creationId xmlns:a16="http://schemas.microsoft.com/office/drawing/2014/main" id="{ADBAB0CD-49AA-B1DD-30EA-BDF8C7BEF7D1}"/>
              </a:ext>
            </a:extLst>
          </p:cNvPr>
          <p:cNvGrpSpPr/>
          <p:nvPr/>
        </p:nvGrpSpPr>
        <p:grpSpPr>
          <a:xfrm>
            <a:off x="1412622" y="3910261"/>
            <a:ext cx="799088" cy="914400"/>
            <a:chOff x="6810209" y="-574902"/>
            <a:chExt cx="427482" cy="504597"/>
          </a:xfrm>
          <a:noFill/>
        </p:grpSpPr>
        <p:sp>
          <p:nvSpPr>
            <p:cNvPr id="55" name="Freeform: Shape 54">
              <a:extLst>
                <a:ext uri="{FF2B5EF4-FFF2-40B4-BE49-F238E27FC236}">
                  <a16:creationId xmlns:a16="http://schemas.microsoft.com/office/drawing/2014/main" id="{A119DB8E-DB7E-041A-A5B0-0DD94AE150AA}"/>
                </a:ext>
              </a:extLst>
            </p:cNvPr>
            <p:cNvSpPr/>
            <p:nvPr/>
          </p:nvSpPr>
          <p:spPr>
            <a:xfrm>
              <a:off x="7007831" y="-314993"/>
              <a:ext cx="229860" cy="244688"/>
            </a:xfrm>
            <a:custGeom>
              <a:avLst/>
              <a:gdLst>
                <a:gd name="connsiteX0" fmla="*/ 173083 w 295275"/>
                <a:gd name="connsiteY0" fmla="*/ 239758 h 314325"/>
                <a:gd name="connsiteX1" fmla="*/ 56878 w 295275"/>
                <a:gd name="connsiteY1" fmla="*/ 123553 h 314325"/>
                <a:gd name="connsiteX2" fmla="*/ 173083 w 295275"/>
                <a:gd name="connsiteY2" fmla="*/ 7348 h 314325"/>
                <a:gd name="connsiteX3" fmla="*/ 289288 w 295275"/>
                <a:gd name="connsiteY3" fmla="*/ 123553 h 314325"/>
                <a:gd name="connsiteX4" fmla="*/ 173083 w 295275"/>
                <a:gd name="connsiteY4" fmla="*/ 239758 h 314325"/>
                <a:gd name="connsiteX5" fmla="*/ 96883 w 295275"/>
                <a:gd name="connsiteY5" fmla="*/ 212136 h 314325"/>
                <a:gd name="connsiteX6" fmla="*/ 7348 w 295275"/>
                <a:gd name="connsiteY6" fmla="*/ 313101 h 314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5275" h="314325">
                  <a:moveTo>
                    <a:pt x="173083" y="239758"/>
                  </a:moveTo>
                  <a:cubicBezTo>
                    <a:pt x="109266" y="239758"/>
                    <a:pt x="56878" y="187371"/>
                    <a:pt x="56878" y="123553"/>
                  </a:cubicBezTo>
                  <a:cubicBezTo>
                    <a:pt x="56878" y="59736"/>
                    <a:pt x="108313" y="7348"/>
                    <a:pt x="173083" y="7348"/>
                  </a:cubicBezTo>
                  <a:cubicBezTo>
                    <a:pt x="236900" y="7348"/>
                    <a:pt x="289288" y="59736"/>
                    <a:pt x="289288" y="123553"/>
                  </a:cubicBezTo>
                  <a:cubicBezTo>
                    <a:pt x="289288" y="187371"/>
                    <a:pt x="236900" y="239758"/>
                    <a:pt x="173083" y="239758"/>
                  </a:cubicBezTo>
                  <a:close/>
                  <a:moveTo>
                    <a:pt x="96883" y="212136"/>
                  </a:moveTo>
                  <a:lnTo>
                    <a:pt x="7348" y="313101"/>
                  </a:lnTo>
                </a:path>
              </a:pathLst>
            </a:custGeom>
            <a:grpFill/>
            <a:ln w="12700" cap="sq">
              <a:solidFill>
                <a:schemeClr val="tx1"/>
              </a:solidFill>
              <a:prstDash val="solid"/>
              <a:miter lim="800000"/>
              <a:headEnd/>
              <a:tailEnd/>
            </a:ln>
          </p:spPr>
          <p:txBody>
            <a:bodyPr rot="0" spcFirstLastPara="0" vert="horz" wrap="square" lIns="89630" tIns="44814" rIns="89630" bIns="44814" numCol="1" spcCol="0" rtlCol="0" fromWordArt="0" anchor="t" anchorCtr="0" forceAA="0" compatLnSpc="1">
              <a:prstTxWarp prst="textNoShape">
                <a:avLst/>
              </a:prstTxWarp>
              <a:noAutofit/>
            </a:bodyPr>
            <a:lstStyle>
              <a:defPPr>
                <a:defRPr lang="en-GB"/>
              </a:defPPr>
              <a:lvl1pPr algn="ctr" rtl="0" fontAlgn="base">
                <a:defRPr sz="1700" kern="1200">
                  <a:solidFill>
                    <a:schemeClr val="tx1"/>
                  </a:solidFill>
                  <a:latin typeface="+mn-lt"/>
                  <a:ea typeface="+mn-ea"/>
                  <a:cs typeface="+mn-cs"/>
                </a:defRPr>
              </a:lvl1pPr>
              <a:lvl2pPr marL="539725" algn="ctr" rtl="0" fontAlgn="base">
                <a:defRPr sz="1700" kern="1200">
                  <a:solidFill>
                    <a:schemeClr val="tx1"/>
                  </a:solidFill>
                  <a:latin typeface="+mn-lt"/>
                  <a:ea typeface="+mn-ea"/>
                  <a:cs typeface="+mn-cs"/>
                </a:defRPr>
              </a:lvl2pPr>
              <a:lvl3pPr marL="1079449" algn="ctr" rtl="0" fontAlgn="base">
                <a:defRPr sz="1700" kern="1200">
                  <a:solidFill>
                    <a:schemeClr val="tx1"/>
                  </a:solidFill>
                  <a:latin typeface="+mn-lt"/>
                  <a:ea typeface="+mn-ea"/>
                  <a:cs typeface="+mn-cs"/>
                </a:defRPr>
              </a:lvl3pPr>
              <a:lvl4pPr marL="1619174" algn="ctr" rtl="0" fontAlgn="base">
                <a:defRPr sz="1700" kern="1200">
                  <a:solidFill>
                    <a:schemeClr val="tx1"/>
                  </a:solidFill>
                  <a:latin typeface="+mn-lt"/>
                  <a:ea typeface="+mn-ea"/>
                  <a:cs typeface="+mn-cs"/>
                </a:defRPr>
              </a:lvl4pPr>
              <a:lvl5pPr marL="2158898" algn="ctr" rtl="0" fontAlgn="base">
                <a:defRPr sz="1700" kern="1200">
                  <a:solidFill>
                    <a:schemeClr val="tx1"/>
                  </a:solidFill>
                  <a:latin typeface="+mn-lt"/>
                  <a:ea typeface="+mn-ea"/>
                  <a:cs typeface="+mn-cs"/>
                </a:defRPr>
              </a:lvl5pPr>
              <a:lvl6pPr marL="2698623" algn="l" defTabSz="1079449" rtl="0" eaLnBrk="1" latinLnBrk="0" hangingPunct="1">
                <a:defRPr sz="1700" kern="1200">
                  <a:solidFill>
                    <a:schemeClr val="tx1"/>
                  </a:solidFill>
                  <a:latin typeface="+mn-lt"/>
                  <a:ea typeface="+mn-ea"/>
                  <a:cs typeface="+mn-cs"/>
                </a:defRPr>
              </a:lvl6pPr>
              <a:lvl7pPr marL="3238348" algn="l" defTabSz="1079449" rtl="0" eaLnBrk="1" latinLnBrk="0" hangingPunct="1">
                <a:defRPr sz="1700" kern="1200">
                  <a:solidFill>
                    <a:schemeClr val="tx1"/>
                  </a:solidFill>
                  <a:latin typeface="+mn-lt"/>
                  <a:ea typeface="+mn-ea"/>
                  <a:cs typeface="+mn-cs"/>
                </a:defRPr>
              </a:lvl7pPr>
              <a:lvl8pPr marL="3778072" algn="l" defTabSz="1079449" rtl="0" eaLnBrk="1" latinLnBrk="0" hangingPunct="1">
                <a:defRPr sz="1700" kern="1200">
                  <a:solidFill>
                    <a:schemeClr val="tx1"/>
                  </a:solidFill>
                  <a:latin typeface="+mn-lt"/>
                  <a:ea typeface="+mn-ea"/>
                  <a:cs typeface="+mn-cs"/>
                </a:defRPr>
              </a:lvl8pPr>
              <a:lvl9pPr marL="4317797" algn="l" defTabSz="1079449" rtl="0" eaLnBrk="1" latinLnBrk="0" hangingPunct="1">
                <a:defRPr sz="1700" kern="1200">
                  <a:solidFill>
                    <a:schemeClr val="tx1"/>
                  </a:solidFill>
                  <a:latin typeface="+mn-lt"/>
                  <a:ea typeface="+mn-ea"/>
                  <a:cs typeface="+mn-cs"/>
                </a:defRPr>
              </a:lvl9pPr>
            </a:lstStyle>
            <a:p>
              <a:pPr marL="0" marR="0" lvl="0" indent="0" algn="ctr" defTabSz="914192" rtl="0" eaLnBrk="1" fontAlgn="base" latinLnBrk="0" hangingPunct="1">
                <a:lnSpc>
                  <a:spcPct val="100000"/>
                </a:lnSpc>
                <a:spcBef>
                  <a:spcPts val="0"/>
                </a:spcBef>
                <a:spcAft>
                  <a:spcPts val="0"/>
                </a:spcAft>
                <a:buClrTx/>
                <a:buSzTx/>
                <a:buFontTx/>
                <a:buNone/>
                <a:tabLst/>
                <a:defRPr/>
              </a:pPr>
              <a:endParaRPr kumimoji="0" lang="en-US" sz="882" b="0" i="0" u="none" strike="noStrike" kern="1200" cap="none" spc="0" normalizeH="0" baseline="0" noProof="0" dirty="0">
                <a:ln>
                  <a:noFill/>
                </a:ln>
                <a:effectLst/>
                <a:uLnTx/>
                <a:uFillTx/>
                <a:latin typeface="Aktiv Grotesk"/>
                <a:ea typeface="+mn-ea"/>
                <a:cs typeface="+mn-cs"/>
              </a:endParaRPr>
            </a:p>
          </p:txBody>
        </p:sp>
        <p:sp>
          <p:nvSpPr>
            <p:cNvPr id="56" name="Freeform: Shape 55">
              <a:extLst>
                <a:ext uri="{FF2B5EF4-FFF2-40B4-BE49-F238E27FC236}">
                  <a16:creationId xmlns:a16="http://schemas.microsoft.com/office/drawing/2014/main" id="{C645482F-6095-6534-BA4D-77169786668B}"/>
                </a:ext>
              </a:extLst>
            </p:cNvPr>
            <p:cNvSpPr/>
            <p:nvPr/>
          </p:nvSpPr>
          <p:spPr>
            <a:xfrm flipV="1">
              <a:off x="6810209" y="-574902"/>
              <a:ext cx="294997" cy="294996"/>
            </a:xfrm>
            <a:custGeom>
              <a:avLst/>
              <a:gdLst>
                <a:gd name="connsiteX0" fmla="*/ 7355 w 247650"/>
                <a:gd name="connsiteY0" fmla="*/ 7355 h 247650"/>
                <a:gd name="connsiteX1" fmla="*/ 7355 w 247650"/>
                <a:gd name="connsiteY1" fmla="*/ 235955 h 247650"/>
                <a:gd name="connsiteX2" fmla="*/ 14975 w 247650"/>
                <a:gd name="connsiteY2" fmla="*/ 243575 h 247650"/>
                <a:gd name="connsiteX3" fmla="*/ 245480 w 247650"/>
                <a:gd name="connsiteY3" fmla="*/ 243575 h 247650"/>
              </a:gdLst>
              <a:ahLst/>
              <a:cxnLst>
                <a:cxn ang="0">
                  <a:pos x="connsiteX0" y="connsiteY0"/>
                </a:cxn>
                <a:cxn ang="0">
                  <a:pos x="connsiteX1" y="connsiteY1"/>
                </a:cxn>
                <a:cxn ang="0">
                  <a:pos x="connsiteX2" y="connsiteY2"/>
                </a:cxn>
                <a:cxn ang="0">
                  <a:pos x="connsiteX3" y="connsiteY3"/>
                </a:cxn>
              </a:cxnLst>
              <a:rect l="l" t="t" r="r" b="b"/>
              <a:pathLst>
                <a:path w="247650" h="247650">
                  <a:moveTo>
                    <a:pt x="7355" y="7355"/>
                  </a:moveTo>
                  <a:lnTo>
                    <a:pt x="7355" y="235955"/>
                  </a:lnTo>
                  <a:cubicBezTo>
                    <a:pt x="7355" y="240718"/>
                    <a:pt x="11165" y="243575"/>
                    <a:pt x="14975" y="243575"/>
                  </a:cubicBezTo>
                  <a:lnTo>
                    <a:pt x="245480" y="243575"/>
                  </a:lnTo>
                </a:path>
              </a:pathLst>
            </a:custGeom>
            <a:grpFill/>
            <a:ln w="12700" cap="sq">
              <a:solidFill>
                <a:schemeClr val="tx1"/>
              </a:solidFill>
              <a:prstDash val="solid"/>
              <a:miter lim="800000"/>
              <a:headEnd/>
              <a:tailEnd/>
            </a:ln>
          </p:spPr>
          <p:txBody>
            <a:bodyPr rot="0" spcFirstLastPara="0" vert="horz" wrap="square" lIns="89630" tIns="44814" rIns="89630" bIns="44814" numCol="1" spcCol="0" rtlCol="0" fromWordArt="0" anchor="t" anchorCtr="0" forceAA="0" compatLnSpc="1">
              <a:prstTxWarp prst="textNoShape">
                <a:avLst/>
              </a:prstTxWarp>
              <a:noAutofit/>
            </a:bodyPr>
            <a:lstStyle>
              <a:defPPr>
                <a:defRPr lang="en-GB"/>
              </a:defPPr>
              <a:lvl1pPr algn="ctr" rtl="0" fontAlgn="base">
                <a:defRPr sz="1700" kern="1200">
                  <a:solidFill>
                    <a:schemeClr val="tx1"/>
                  </a:solidFill>
                  <a:latin typeface="+mn-lt"/>
                  <a:ea typeface="+mn-ea"/>
                  <a:cs typeface="+mn-cs"/>
                </a:defRPr>
              </a:lvl1pPr>
              <a:lvl2pPr marL="539725" algn="ctr" rtl="0" fontAlgn="base">
                <a:defRPr sz="1700" kern="1200">
                  <a:solidFill>
                    <a:schemeClr val="tx1"/>
                  </a:solidFill>
                  <a:latin typeface="+mn-lt"/>
                  <a:ea typeface="+mn-ea"/>
                  <a:cs typeface="+mn-cs"/>
                </a:defRPr>
              </a:lvl2pPr>
              <a:lvl3pPr marL="1079449" algn="ctr" rtl="0" fontAlgn="base">
                <a:defRPr sz="1700" kern="1200">
                  <a:solidFill>
                    <a:schemeClr val="tx1"/>
                  </a:solidFill>
                  <a:latin typeface="+mn-lt"/>
                  <a:ea typeface="+mn-ea"/>
                  <a:cs typeface="+mn-cs"/>
                </a:defRPr>
              </a:lvl3pPr>
              <a:lvl4pPr marL="1619174" algn="ctr" rtl="0" fontAlgn="base">
                <a:defRPr sz="1700" kern="1200">
                  <a:solidFill>
                    <a:schemeClr val="tx1"/>
                  </a:solidFill>
                  <a:latin typeface="+mn-lt"/>
                  <a:ea typeface="+mn-ea"/>
                  <a:cs typeface="+mn-cs"/>
                </a:defRPr>
              </a:lvl4pPr>
              <a:lvl5pPr marL="2158898" algn="ctr" rtl="0" fontAlgn="base">
                <a:defRPr sz="1700" kern="1200">
                  <a:solidFill>
                    <a:schemeClr val="tx1"/>
                  </a:solidFill>
                  <a:latin typeface="+mn-lt"/>
                  <a:ea typeface="+mn-ea"/>
                  <a:cs typeface="+mn-cs"/>
                </a:defRPr>
              </a:lvl5pPr>
              <a:lvl6pPr marL="2698623" algn="l" defTabSz="1079449" rtl="0" eaLnBrk="1" latinLnBrk="0" hangingPunct="1">
                <a:defRPr sz="1700" kern="1200">
                  <a:solidFill>
                    <a:schemeClr val="tx1"/>
                  </a:solidFill>
                  <a:latin typeface="+mn-lt"/>
                  <a:ea typeface="+mn-ea"/>
                  <a:cs typeface="+mn-cs"/>
                </a:defRPr>
              </a:lvl6pPr>
              <a:lvl7pPr marL="3238348" algn="l" defTabSz="1079449" rtl="0" eaLnBrk="1" latinLnBrk="0" hangingPunct="1">
                <a:defRPr sz="1700" kern="1200">
                  <a:solidFill>
                    <a:schemeClr val="tx1"/>
                  </a:solidFill>
                  <a:latin typeface="+mn-lt"/>
                  <a:ea typeface="+mn-ea"/>
                  <a:cs typeface="+mn-cs"/>
                </a:defRPr>
              </a:lvl7pPr>
              <a:lvl8pPr marL="3778072" algn="l" defTabSz="1079449" rtl="0" eaLnBrk="1" latinLnBrk="0" hangingPunct="1">
                <a:defRPr sz="1700" kern="1200">
                  <a:solidFill>
                    <a:schemeClr val="tx1"/>
                  </a:solidFill>
                  <a:latin typeface="+mn-lt"/>
                  <a:ea typeface="+mn-ea"/>
                  <a:cs typeface="+mn-cs"/>
                </a:defRPr>
              </a:lvl8pPr>
              <a:lvl9pPr marL="4317797" algn="l" defTabSz="1079449" rtl="0" eaLnBrk="1" latinLnBrk="0" hangingPunct="1">
                <a:defRPr sz="1700" kern="1200">
                  <a:solidFill>
                    <a:schemeClr val="tx1"/>
                  </a:solidFill>
                  <a:latin typeface="+mn-lt"/>
                  <a:ea typeface="+mn-ea"/>
                  <a:cs typeface="+mn-cs"/>
                </a:defRPr>
              </a:lvl9pPr>
            </a:lstStyle>
            <a:p>
              <a:pPr marL="0" marR="0" lvl="0" indent="0" algn="ctr" defTabSz="914192" rtl="0" eaLnBrk="1" fontAlgn="base" latinLnBrk="0" hangingPunct="1">
                <a:lnSpc>
                  <a:spcPct val="100000"/>
                </a:lnSpc>
                <a:spcBef>
                  <a:spcPts val="0"/>
                </a:spcBef>
                <a:spcAft>
                  <a:spcPts val="0"/>
                </a:spcAft>
                <a:buClrTx/>
                <a:buSzTx/>
                <a:buFontTx/>
                <a:buNone/>
                <a:tabLst/>
                <a:defRPr/>
              </a:pPr>
              <a:endParaRPr kumimoji="0" lang="en-US" sz="882" b="0" i="0" u="none" strike="noStrike" kern="1200" cap="none" spc="0" normalizeH="0" baseline="0" noProof="0" dirty="0">
                <a:ln>
                  <a:noFill/>
                </a:ln>
                <a:effectLst/>
                <a:uLnTx/>
                <a:uFillTx/>
                <a:latin typeface="Aktiv Grotesk"/>
                <a:ea typeface="+mn-ea"/>
                <a:cs typeface="+mn-cs"/>
              </a:endParaRPr>
            </a:p>
          </p:txBody>
        </p:sp>
        <p:sp>
          <p:nvSpPr>
            <p:cNvPr id="57" name="Freeform: Shape 56">
              <a:extLst>
                <a:ext uri="{FF2B5EF4-FFF2-40B4-BE49-F238E27FC236}">
                  <a16:creationId xmlns:a16="http://schemas.microsoft.com/office/drawing/2014/main" id="{71AC7740-3720-4CA4-9E35-D443C834EAF7}"/>
                </a:ext>
              </a:extLst>
            </p:cNvPr>
            <p:cNvSpPr/>
            <p:nvPr/>
          </p:nvSpPr>
          <p:spPr>
            <a:xfrm>
              <a:off x="6993903" y="-402523"/>
              <a:ext cx="11346" cy="113460"/>
            </a:xfrm>
            <a:custGeom>
              <a:avLst/>
              <a:gdLst>
                <a:gd name="connsiteX0" fmla="*/ 7355 w 9525"/>
                <a:gd name="connsiteY0" fmla="*/ 7355 h 95250"/>
                <a:gd name="connsiteX1" fmla="*/ 7355 w 9525"/>
                <a:gd name="connsiteY1" fmla="*/ 92128 h 95250"/>
              </a:gdLst>
              <a:ahLst/>
              <a:cxnLst>
                <a:cxn ang="0">
                  <a:pos x="connsiteX0" y="connsiteY0"/>
                </a:cxn>
                <a:cxn ang="0">
                  <a:pos x="connsiteX1" y="connsiteY1"/>
                </a:cxn>
              </a:cxnLst>
              <a:rect l="l" t="t" r="r" b="b"/>
              <a:pathLst>
                <a:path w="9525" h="95250">
                  <a:moveTo>
                    <a:pt x="7355" y="7355"/>
                  </a:moveTo>
                  <a:lnTo>
                    <a:pt x="7355" y="92128"/>
                  </a:lnTo>
                </a:path>
              </a:pathLst>
            </a:custGeom>
            <a:grpFill/>
            <a:ln w="12700" cap="sq">
              <a:solidFill>
                <a:schemeClr val="tx1"/>
              </a:solidFill>
              <a:prstDash val="solid"/>
              <a:miter lim="800000"/>
              <a:headEnd/>
              <a:tailEnd/>
            </a:ln>
          </p:spPr>
          <p:txBody>
            <a:bodyPr rot="0" spcFirstLastPara="0" vert="horz" wrap="square" lIns="89630" tIns="44814" rIns="89630" bIns="44814" numCol="1" spcCol="0" rtlCol="0" fromWordArt="0" anchor="t" anchorCtr="0" forceAA="0" compatLnSpc="1">
              <a:prstTxWarp prst="textNoShape">
                <a:avLst/>
              </a:prstTxWarp>
              <a:noAutofit/>
            </a:bodyPr>
            <a:lstStyle>
              <a:defPPr>
                <a:defRPr lang="en-GB"/>
              </a:defPPr>
              <a:lvl1pPr algn="ctr" rtl="0" fontAlgn="base">
                <a:defRPr sz="1700" kern="1200">
                  <a:solidFill>
                    <a:schemeClr val="tx1"/>
                  </a:solidFill>
                  <a:latin typeface="+mn-lt"/>
                  <a:ea typeface="+mn-ea"/>
                  <a:cs typeface="+mn-cs"/>
                </a:defRPr>
              </a:lvl1pPr>
              <a:lvl2pPr marL="539725" algn="ctr" rtl="0" fontAlgn="base">
                <a:defRPr sz="1700" kern="1200">
                  <a:solidFill>
                    <a:schemeClr val="tx1"/>
                  </a:solidFill>
                  <a:latin typeface="+mn-lt"/>
                  <a:ea typeface="+mn-ea"/>
                  <a:cs typeface="+mn-cs"/>
                </a:defRPr>
              </a:lvl2pPr>
              <a:lvl3pPr marL="1079449" algn="ctr" rtl="0" fontAlgn="base">
                <a:defRPr sz="1700" kern="1200">
                  <a:solidFill>
                    <a:schemeClr val="tx1"/>
                  </a:solidFill>
                  <a:latin typeface="+mn-lt"/>
                  <a:ea typeface="+mn-ea"/>
                  <a:cs typeface="+mn-cs"/>
                </a:defRPr>
              </a:lvl3pPr>
              <a:lvl4pPr marL="1619174" algn="ctr" rtl="0" fontAlgn="base">
                <a:defRPr sz="1700" kern="1200">
                  <a:solidFill>
                    <a:schemeClr val="tx1"/>
                  </a:solidFill>
                  <a:latin typeface="+mn-lt"/>
                  <a:ea typeface="+mn-ea"/>
                  <a:cs typeface="+mn-cs"/>
                </a:defRPr>
              </a:lvl4pPr>
              <a:lvl5pPr marL="2158898" algn="ctr" rtl="0" fontAlgn="base">
                <a:defRPr sz="1700" kern="1200">
                  <a:solidFill>
                    <a:schemeClr val="tx1"/>
                  </a:solidFill>
                  <a:latin typeface="+mn-lt"/>
                  <a:ea typeface="+mn-ea"/>
                  <a:cs typeface="+mn-cs"/>
                </a:defRPr>
              </a:lvl5pPr>
              <a:lvl6pPr marL="2698623" algn="l" defTabSz="1079449" rtl="0" eaLnBrk="1" latinLnBrk="0" hangingPunct="1">
                <a:defRPr sz="1700" kern="1200">
                  <a:solidFill>
                    <a:schemeClr val="tx1"/>
                  </a:solidFill>
                  <a:latin typeface="+mn-lt"/>
                  <a:ea typeface="+mn-ea"/>
                  <a:cs typeface="+mn-cs"/>
                </a:defRPr>
              </a:lvl6pPr>
              <a:lvl7pPr marL="3238348" algn="l" defTabSz="1079449" rtl="0" eaLnBrk="1" latinLnBrk="0" hangingPunct="1">
                <a:defRPr sz="1700" kern="1200">
                  <a:solidFill>
                    <a:schemeClr val="tx1"/>
                  </a:solidFill>
                  <a:latin typeface="+mn-lt"/>
                  <a:ea typeface="+mn-ea"/>
                  <a:cs typeface="+mn-cs"/>
                </a:defRPr>
              </a:lvl7pPr>
              <a:lvl8pPr marL="3778072" algn="l" defTabSz="1079449" rtl="0" eaLnBrk="1" latinLnBrk="0" hangingPunct="1">
                <a:defRPr sz="1700" kern="1200">
                  <a:solidFill>
                    <a:schemeClr val="tx1"/>
                  </a:solidFill>
                  <a:latin typeface="+mn-lt"/>
                  <a:ea typeface="+mn-ea"/>
                  <a:cs typeface="+mn-cs"/>
                </a:defRPr>
              </a:lvl8pPr>
              <a:lvl9pPr marL="4317797" algn="l" defTabSz="1079449" rtl="0" eaLnBrk="1" latinLnBrk="0" hangingPunct="1">
                <a:defRPr sz="1700" kern="1200">
                  <a:solidFill>
                    <a:schemeClr val="tx1"/>
                  </a:solidFill>
                  <a:latin typeface="+mn-lt"/>
                  <a:ea typeface="+mn-ea"/>
                  <a:cs typeface="+mn-cs"/>
                </a:defRPr>
              </a:lvl9pPr>
            </a:lstStyle>
            <a:p>
              <a:pPr marL="0" marR="0" lvl="0" indent="0" algn="ctr" defTabSz="914192" rtl="0" eaLnBrk="1" fontAlgn="base" latinLnBrk="0" hangingPunct="1">
                <a:lnSpc>
                  <a:spcPct val="100000"/>
                </a:lnSpc>
                <a:spcBef>
                  <a:spcPts val="0"/>
                </a:spcBef>
                <a:spcAft>
                  <a:spcPts val="0"/>
                </a:spcAft>
                <a:buClrTx/>
                <a:buSzTx/>
                <a:buFontTx/>
                <a:buNone/>
                <a:tabLst/>
                <a:defRPr/>
              </a:pPr>
              <a:endParaRPr kumimoji="0" lang="en-US" sz="882" b="0" i="0" u="none" strike="noStrike" kern="1200" cap="none" spc="0" normalizeH="0" baseline="0" noProof="0" dirty="0">
                <a:ln>
                  <a:noFill/>
                </a:ln>
                <a:effectLst/>
                <a:uLnTx/>
                <a:uFillTx/>
                <a:latin typeface="Aktiv Grotesk"/>
                <a:ea typeface="+mn-ea"/>
                <a:cs typeface="+mn-cs"/>
              </a:endParaRPr>
            </a:p>
          </p:txBody>
        </p:sp>
        <p:sp>
          <p:nvSpPr>
            <p:cNvPr id="58" name="Freeform: Shape 57">
              <a:extLst>
                <a:ext uri="{FF2B5EF4-FFF2-40B4-BE49-F238E27FC236}">
                  <a16:creationId xmlns:a16="http://schemas.microsoft.com/office/drawing/2014/main" id="{FCC26B00-38E3-CCCA-4AA8-AB8A203ED171}"/>
                </a:ext>
              </a:extLst>
            </p:cNvPr>
            <p:cNvSpPr/>
            <p:nvPr/>
          </p:nvSpPr>
          <p:spPr>
            <a:xfrm rot="5400000">
              <a:off x="6893848" y="-340456"/>
              <a:ext cx="91440" cy="11346"/>
            </a:xfrm>
            <a:custGeom>
              <a:avLst/>
              <a:gdLst>
                <a:gd name="connsiteX0" fmla="*/ 93080 w 95250"/>
                <a:gd name="connsiteY0" fmla="*/ 7355 h 9525"/>
                <a:gd name="connsiteX1" fmla="*/ 7355 w 95250"/>
                <a:gd name="connsiteY1" fmla="*/ 7355 h 9525"/>
              </a:gdLst>
              <a:ahLst/>
              <a:cxnLst>
                <a:cxn ang="0">
                  <a:pos x="connsiteX0" y="connsiteY0"/>
                </a:cxn>
                <a:cxn ang="0">
                  <a:pos x="connsiteX1" y="connsiteY1"/>
                </a:cxn>
              </a:cxnLst>
              <a:rect l="l" t="t" r="r" b="b"/>
              <a:pathLst>
                <a:path w="95250" h="9525">
                  <a:moveTo>
                    <a:pt x="93080" y="7355"/>
                  </a:moveTo>
                  <a:lnTo>
                    <a:pt x="7355" y="7355"/>
                  </a:lnTo>
                </a:path>
              </a:pathLst>
            </a:custGeom>
            <a:grpFill/>
            <a:ln w="12700" cap="sq">
              <a:solidFill>
                <a:schemeClr val="tx1"/>
              </a:solidFill>
              <a:prstDash val="solid"/>
              <a:miter lim="800000"/>
              <a:headEnd/>
              <a:tailEnd/>
            </a:ln>
          </p:spPr>
          <p:txBody>
            <a:bodyPr rot="0" spcFirstLastPara="0" vert="horz" wrap="square" lIns="89630" tIns="44814" rIns="89630" bIns="44814" numCol="1" spcCol="0" rtlCol="0" fromWordArt="0" anchor="t" anchorCtr="0" forceAA="0" compatLnSpc="1">
              <a:prstTxWarp prst="textNoShape">
                <a:avLst/>
              </a:prstTxWarp>
              <a:noAutofit/>
            </a:bodyPr>
            <a:lstStyle>
              <a:defPPr>
                <a:defRPr lang="en-GB"/>
              </a:defPPr>
              <a:lvl1pPr algn="ctr" rtl="0" fontAlgn="base">
                <a:defRPr sz="1700" kern="1200">
                  <a:solidFill>
                    <a:schemeClr val="tx1"/>
                  </a:solidFill>
                  <a:latin typeface="+mn-lt"/>
                  <a:ea typeface="+mn-ea"/>
                  <a:cs typeface="+mn-cs"/>
                </a:defRPr>
              </a:lvl1pPr>
              <a:lvl2pPr marL="539725" algn="ctr" rtl="0" fontAlgn="base">
                <a:defRPr sz="1700" kern="1200">
                  <a:solidFill>
                    <a:schemeClr val="tx1"/>
                  </a:solidFill>
                  <a:latin typeface="+mn-lt"/>
                  <a:ea typeface="+mn-ea"/>
                  <a:cs typeface="+mn-cs"/>
                </a:defRPr>
              </a:lvl2pPr>
              <a:lvl3pPr marL="1079449" algn="ctr" rtl="0" fontAlgn="base">
                <a:defRPr sz="1700" kern="1200">
                  <a:solidFill>
                    <a:schemeClr val="tx1"/>
                  </a:solidFill>
                  <a:latin typeface="+mn-lt"/>
                  <a:ea typeface="+mn-ea"/>
                  <a:cs typeface="+mn-cs"/>
                </a:defRPr>
              </a:lvl3pPr>
              <a:lvl4pPr marL="1619174" algn="ctr" rtl="0" fontAlgn="base">
                <a:defRPr sz="1700" kern="1200">
                  <a:solidFill>
                    <a:schemeClr val="tx1"/>
                  </a:solidFill>
                  <a:latin typeface="+mn-lt"/>
                  <a:ea typeface="+mn-ea"/>
                  <a:cs typeface="+mn-cs"/>
                </a:defRPr>
              </a:lvl4pPr>
              <a:lvl5pPr marL="2158898" algn="ctr" rtl="0" fontAlgn="base">
                <a:defRPr sz="1700" kern="1200">
                  <a:solidFill>
                    <a:schemeClr val="tx1"/>
                  </a:solidFill>
                  <a:latin typeface="+mn-lt"/>
                  <a:ea typeface="+mn-ea"/>
                  <a:cs typeface="+mn-cs"/>
                </a:defRPr>
              </a:lvl5pPr>
              <a:lvl6pPr marL="2698623" algn="l" defTabSz="1079449" rtl="0" eaLnBrk="1" latinLnBrk="0" hangingPunct="1">
                <a:defRPr sz="1700" kern="1200">
                  <a:solidFill>
                    <a:schemeClr val="tx1"/>
                  </a:solidFill>
                  <a:latin typeface="+mn-lt"/>
                  <a:ea typeface="+mn-ea"/>
                  <a:cs typeface="+mn-cs"/>
                </a:defRPr>
              </a:lvl6pPr>
              <a:lvl7pPr marL="3238348" algn="l" defTabSz="1079449" rtl="0" eaLnBrk="1" latinLnBrk="0" hangingPunct="1">
                <a:defRPr sz="1700" kern="1200">
                  <a:solidFill>
                    <a:schemeClr val="tx1"/>
                  </a:solidFill>
                  <a:latin typeface="+mn-lt"/>
                  <a:ea typeface="+mn-ea"/>
                  <a:cs typeface="+mn-cs"/>
                </a:defRPr>
              </a:lvl7pPr>
              <a:lvl8pPr marL="3778072" algn="l" defTabSz="1079449" rtl="0" eaLnBrk="1" latinLnBrk="0" hangingPunct="1">
                <a:defRPr sz="1700" kern="1200">
                  <a:solidFill>
                    <a:schemeClr val="tx1"/>
                  </a:solidFill>
                  <a:latin typeface="+mn-lt"/>
                  <a:ea typeface="+mn-ea"/>
                  <a:cs typeface="+mn-cs"/>
                </a:defRPr>
              </a:lvl8pPr>
              <a:lvl9pPr marL="4317797" algn="l" defTabSz="1079449" rtl="0" eaLnBrk="1" latinLnBrk="0" hangingPunct="1">
                <a:defRPr sz="1700" kern="1200">
                  <a:solidFill>
                    <a:schemeClr val="tx1"/>
                  </a:solidFill>
                  <a:latin typeface="+mn-lt"/>
                  <a:ea typeface="+mn-ea"/>
                  <a:cs typeface="+mn-cs"/>
                </a:defRPr>
              </a:lvl9pPr>
            </a:lstStyle>
            <a:p>
              <a:pPr marL="0" marR="0" lvl="0" indent="0" algn="ctr" defTabSz="914192" rtl="0" eaLnBrk="1" fontAlgn="base" latinLnBrk="0" hangingPunct="1">
                <a:lnSpc>
                  <a:spcPct val="100000"/>
                </a:lnSpc>
                <a:spcBef>
                  <a:spcPts val="0"/>
                </a:spcBef>
                <a:spcAft>
                  <a:spcPts val="0"/>
                </a:spcAft>
                <a:buClrTx/>
                <a:buSzTx/>
                <a:buFontTx/>
                <a:buNone/>
                <a:tabLst/>
                <a:defRPr/>
              </a:pPr>
              <a:endParaRPr kumimoji="0" lang="en-US" sz="882" b="0" i="0" u="none" strike="noStrike" kern="1200" cap="none" spc="0" normalizeH="0" baseline="0" noProof="0" dirty="0">
                <a:ln>
                  <a:noFill/>
                </a:ln>
                <a:effectLst/>
                <a:uLnTx/>
                <a:uFillTx/>
                <a:latin typeface="Aktiv Grotesk"/>
                <a:ea typeface="+mn-ea"/>
                <a:cs typeface="+mn-cs"/>
              </a:endParaRPr>
            </a:p>
          </p:txBody>
        </p:sp>
        <p:sp>
          <p:nvSpPr>
            <p:cNvPr id="59" name="Freeform: Shape 58">
              <a:extLst>
                <a:ext uri="{FF2B5EF4-FFF2-40B4-BE49-F238E27FC236}">
                  <a16:creationId xmlns:a16="http://schemas.microsoft.com/office/drawing/2014/main" id="{CE023C19-2053-3C3A-C7D4-A6EF9D90B607}"/>
                </a:ext>
              </a:extLst>
            </p:cNvPr>
            <p:cNvSpPr/>
            <p:nvPr/>
          </p:nvSpPr>
          <p:spPr>
            <a:xfrm rot="5400000">
              <a:off x="7013863" y="-340456"/>
              <a:ext cx="91440" cy="11346"/>
            </a:xfrm>
            <a:custGeom>
              <a:avLst/>
              <a:gdLst>
                <a:gd name="connsiteX0" fmla="*/ 93080 w 95250"/>
                <a:gd name="connsiteY0" fmla="*/ 7355 h 9525"/>
                <a:gd name="connsiteX1" fmla="*/ 7355 w 95250"/>
                <a:gd name="connsiteY1" fmla="*/ 7355 h 9525"/>
              </a:gdLst>
              <a:ahLst/>
              <a:cxnLst>
                <a:cxn ang="0">
                  <a:pos x="connsiteX0" y="connsiteY0"/>
                </a:cxn>
                <a:cxn ang="0">
                  <a:pos x="connsiteX1" y="connsiteY1"/>
                </a:cxn>
              </a:cxnLst>
              <a:rect l="l" t="t" r="r" b="b"/>
              <a:pathLst>
                <a:path w="95250" h="9525">
                  <a:moveTo>
                    <a:pt x="93080" y="7355"/>
                  </a:moveTo>
                  <a:lnTo>
                    <a:pt x="7355" y="7355"/>
                  </a:lnTo>
                </a:path>
              </a:pathLst>
            </a:custGeom>
            <a:grpFill/>
            <a:ln w="12700" cap="sq">
              <a:solidFill>
                <a:schemeClr val="tx1"/>
              </a:solidFill>
              <a:prstDash val="solid"/>
              <a:miter lim="800000"/>
              <a:headEnd/>
              <a:tailEnd/>
            </a:ln>
          </p:spPr>
          <p:txBody>
            <a:bodyPr rot="0" spcFirstLastPara="0" vert="horz" wrap="square" lIns="89630" tIns="44814" rIns="89630" bIns="44814" numCol="1" spcCol="0" rtlCol="0" fromWordArt="0" anchor="t" anchorCtr="0" forceAA="0" compatLnSpc="1">
              <a:prstTxWarp prst="textNoShape">
                <a:avLst/>
              </a:prstTxWarp>
              <a:noAutofit/>
            </a:bodyPr>
            <a:lstStyle>
              <a:defPPr>
                <a:defRPr lang="en-GB"/>
              </a:defPPr>
              <a:lvl1pPr algn="ctr" rtl="0" fontAlgn="base">
                <a:defRPr sz="1700" kern="1200">
                  <a:solidFill>
                    <a:schemeClr val="tx1"/>
                  </a:solidFill>
                  <a:latin typeface="+mn-lt"/>
                  <a:ea typeface="+mn-ea"/>
                  <a:cs typeface="+mn-cs"/>
                </a:defRPr>
              </a:lvl1pPr>
              <a:lvl2pPr marL="539725" algn="ctr" rtl="0" fontAlgn="base">
                <a:defRPr sz="1700" kern="1200">
                  <a:solidFill>
                    <a:schemeClr val="tx1"/>
                  </a:solidFill>
                  <a:latin typeface="+mn-lt"/>
                  <a:ea typeface="+mn-ea"/>
                  <a:cs typeface="+mn-cs"/>
                </a:defRPr>
              </a:lvl2pPr>
              <a:lvl3pPr marL="1079449" algn="ctr" rtl="0" fontAlgn="base">
                <a:defRPr sz="1700" kern="1200">
                  <a:solidFill>
                    <a:schemeClr val="tx1"/>
                  </a:solidFill>
                  <a:latin typeface="+mn-lt"/>
                  <a:ea typeface="+mn-ea"/>
                  <a:cs typeface="+mn-cs"/>
                </a:defRPr>
              </a:lvl3pPr>
              <a:lvl4pPr marL="1619174" algn="ctr" rtl="0" fontAlgn="base">
                <a:defRPr sz="1700" kern="1200">
                  <a:solidFill>
                    <a:schemeClr val="tx1"/>
                  </a:solidFill>
                  <a:latin typeface="+mn-lt"/>
                  <a:ea typeface="+mn-ea"/>
                  <a:cs typeface="+mn-cs"/>
                </a:defRPr>
              </a:lvl4pPr>
              <a:lvl5pPr marL="2158898" algn="ctr" rtl="0" fontAlgn="base">
                <a:defRPr sz="1700" kern="1200">
                  <a:solidFill>
                    <a:schemeClr val="tx1"/>
                  </a:solidFill>
                  <a:latin typeface="+mn-lt"/>
                  <a:ea typeface="+mn-ea"/>
                  <a:cs typeface="+mn-cs"/>
                </a:defRPr>
              </a:lvl5pPr>
              <a:lvl6pPr marL="2698623" algn="l" defTabSz="1079449" rtl="0" eaLnBrk="1" latinLnBrk="0" hangingPunct="1">
                <a:defRPr sz="1700" kern="1200">
                  <a:solidFill>
                    <a:schemeClr val="tx1"/>
                  </a:solidFill>
                  <a:latin typeface="+mn-lt"/>
                  <a:ea typeface="+mn-ea"/>
                  <a:cs typeface="+mn-cs"/>
                </a:defRPr>
              </a:lvl6pPr>
              <a:lvl7pPr marL="3238348" algn="l" defTabSz="1079449" rtl="0" eaLnBrk="1" latinLnBrk="0" hangingPunct="1">
                <a:defRPr sz="1700" kern="1200">
                  <a:solidFill>
                    <a:schemeClr val="tx1"/>
                  </a:solidFill>
                  <a:latin typeface="+mn-lt"/>
                  <a:ea typeface="+mn-ea"/>
                  <a:cs typeface="+mn-cs"/>
                </a:defRPr>
              </a:lvl7pPr>
              <a:lvl8pPr marL="3778072" algn="l" defTabSz="1079449" rtl="0" eaLnBrk="1" latinLnBrk="0" hangingPunct="1">
                <a:defRPr sz="1700" kern="1200">
                  <a:solidFill>
                    <a:schemeClr val="tx1"/>
                  </a:solidFill>
                  <a:latin typeface="+mn-lt"/>
                  <a:ea typeface="+mn-ea"/>
                  <a:cs typeface="+mn-cs"/>
                </a:defRPr>
              </a:lvl8pPr>
              <a:lvl9pPr marL="4317797" algn="l" defTabSz="1079449" rtl="0" eaLnBrk="1" latinLnBrk="0" hangingPunct="1">
                <a:defRPr sz="1700" kern="1200">
                  <a:solidFill>
                    <a:schemeClr val="tx1"/>
                  </a:solidFill>
                  <a:latin typeface="+mn-lt"/>
                  <a:ea typeface="+mn-ea"/>
                  <a:cs typeface="+mn-cs"/>
                </a:defRPr>
              </a:lvl9pPr>
            </a:lstStyle>
            <a:p>
              <a:pPr marL="0" marR="0" lvl="0" indent="0" algn="ctr" defTabSz="914192" rtl="0" eaLnBrk="1" fontAlgn="base" latinLnBrk="0" hangingPunct="1">
                <a:lnSpc>
                  <a:spcPct val="100000"/>
                </a:lnSpc>
                <a:spcBef>
                  <a:spcPts val="0"/>
                </a:spcBef>
                <a:spcAft>
                  <a:spcPts val="0"/>
                </a:spcAft>
                <a:buClrTx/>
                <a:buSzTx/>
                <a:buFontTx/>
                <a:buNone/>
                <a:tabLst/>
                <a:defRPr/>
              </a:pPr>
              <a:endParaRPr kumimoji="0" lang="en-US" sz="882" b="0" i="0" u="none" strike="noStrike" kern="1200" cap="none" spc="0" normalizeH="0" baseline="0" noProof="0" dirty="0">
                <a:ln>
                  <a:noFill/>
                </a:ln>
                <a:effectLst/>
                <a:uLnTx/>
                <a:uFillTx/>
                <a:latin typeface="Aktiv Grotesk"/>
                <a:ea typeface="+mn-ea"/>
                <a:cs typeface="+mn-cs"/>
              </a:endParaRPr>
            </a:p>
          </p:txBody>
        </p:sp>
        <p:sp>
          <p:nvSpPr>
            <p:cNvPr id="60" name="Freeform: Shape 59">
              <a:extLst>
                <a:ext uri="{FF2B5EF4-FFF2-40B4-BE49-F238E27FC236}">
                  <a16:creationId xmlns:a16="http://schemas.microsoft.com/office/drawing/2014/main" id="{2F2CB0DC-4714-BEA5-7F06-A971F8A39342}"/>
                </a:ext>
              </a:extLst>
            </p:cNvPr>
            <p:cNvSpPr/>
            <p:nvPr/>
          </p:nvSpPr>
          <p:spPr>
            <a:xfrm>
              <a:off x="6884777" y="-503285"/>
              <a:ext cx="318825" cy="289324"/>
            </a:xfrm>
            <a:custGeom>
              <a:avLst/>
              <a:gdLst>
                <a:gd name="connsiteX0" fmla="*/ 0 w 318825"/>
                <a:gd name="connsiteY0" fmla="*/ 0 h 289324"/>
                <a:gd name="connsiteX1" fmla="*/ 318825 w 318825"/>
                <a:gd name="connsiteY1" fmla="*/ 0 h 289324"/>
                <a:gd name="connsiteX2" fmla="*/ 318825 w 318825"/>
                <a:gd name="connsiteY2" fmla="*/ 218701 h 289324"/>
                <a:gd name="connsiteX3" fmla="*/ 292886 w 318825"/>
                <a:gd name="connsiteY3" fmla="*/ 201160 h 289324"/>
                <a:gd name="connsiteX4" fmla="*/ 257793 w 318825"/>
                <a:gd name="connsiteY4" fmla="*/ 194012 h 289324"/>
                <a:gd name="connsiteX5" fmla="*/ 167332 w 318825"/>
                <a:gd name="connsiteY5" fmla="*/ 284472 h 289324"/>
                <a:gd name="connsiteX6" fmla="*/ 168321 w 318825"/>
                <a:gd name="connsiteY6" fmla="*/ 289324 h 289324"/>
                <a:gd name="connsiteX7" fmla="*/ 0 w 318825"/>
                <a:gd name="connsiteY7" fmla="*/ 289324 h 289324"/>
                <a:gd name="connsiteX8" fmla="*/ 0 w 318825"/>
                <a:gd name="connsiteY8" fmla="*/ 0 h 289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8825" h="289324">
                  <a:moveTo>
                    <a:pt x="0" y="0"/>
                  </a:moveTo>
                  <a:lnTo>
                    <a:pt x="318825" y="0"/>
                  </a:lnTo>
                  <a:lnTo>
                    <a:pt x="318825" y="218701"/>
                  </a:lnTo>
                  <a:lnTo>
                    <a:pt x="292886" y="201160"/>
                  </a:lnTo>
                  <a:cubicBezTo>
                    <a:pt x="282077" y="196561"/>
                    <a:pt x="270213" y="194012"/>
                    <a:pt x="257793" y="194012"/>
                  </a:cubicBezTo>
                  <a:cubicBezTo>
                    <a:pt x="207372" y="194012"/>
                    <a:pt x="167332" y="234794"/>
                    <a:pt x="167332" y="284472"/>
                  </a:cubicBezTo>
                  <a:lnTo>
                    <a:pt x="168321" y="289324"/>
                  </a:lnTo>
                  <a:lnTo>
                    <a:pt x="0" y="289324"/>
                  </a:lnTo>
                  <a:lnTo>
                    <a:pt x="0" y="0"/>
                  </a:lnTo>
                  <a:close/>
                </a:path>
              </a:pathLst>
            </a:custGeom>
            <a:grpFill/>
            <a:ln w="12700" cap="sq">
              <a:solidFill>
                <a:schemeClr val="tx1"/>
              </a:solidFill>
              <a:prstDash val="solid"/>
              <a:miter lim="800000"/>
              <a:headEnd/>
              <a:tailEnd/>
            </a:ln>
          </p:spPr>
          <p:txBody>
            <a:bodyPr rot="0" spcFirstLastPara="0" vert="horz" wrap="square" lIns="89630" tIns="44814" rIns="89630" bIns="44814" numCol="1" spcCol="0" rtlCol="0" fromWordArt="0" anchor="t" anchorCtr="0" forceAA="0" compatLnSpc="1">
              <a:prstTxWarp prst="textNoShape">
                <a:avLst/>
              </a:prstTxWarp>
              <a:noAutofit/>
            </a:bodyPr>
            <a:lstStyle>
              <a:defPPr>
                <a:defRPr lang="en-GB"/>
              </a:defPPr>
              <a:lvl1pPr algn="ctr" rtl="0" fontAlgn="base">
                <a:defRPr sz="1700" kern="1200">
                  <a:solidFill>
                    <a:schemeClr val="tx1"/>
                  </a:solidFill>
                  <a:latin typeface="+mn-lt"/>
                  <a:ea typeface="+mn-ea"/>
                  <a:cs typeface="+mn-cs"/>
                </a:defRPr>
              </a:lvl1pPr>
              <a:lvl2pPr marL="539725" algn="ctr" rtl="0" fontAlgn="base">
                <a:defRPr sz="1700" kern="1200">
                  <a:solidFill>
                    <a:schemeClr val="tx1"/>
                  </a:solidFill>
                  <a:latin typeface="+mn-lt"/>
                  <a:ea typeface="+mn-ea"/>
                  <a:cs typeface="+mn-cs"/>
                </a:defRPr>
              </a:lvl2pPr>
              <a:lvl3pPr marL="1079449" algn="ctr" rtl="0" fontAlgn="base">
                <a:defRPr sz="1700" kern="1200">
                  <a:solidFill>
                    <a:schemeClr val="tx1"/>
                  </a:solidFill>
                  <a:latin typeface="+mn-lt"/>
                  <a:ea typeface="+mn-ea"/>
                  <a:cs typeface="+mn-cs"/>
                </a:defRPr>
              </a:lvl3pPr>
              <a:lvl4pPr marL="1619174" algn="ctr" rtl="0" fontAlgn="base">
                <a:defRPr sz="1700" kern="1200">
                  <a:solidFill>
                    <a:schemeClr val="tx1"/>
                  </a:solidFill>
                  <a:latin typeface="+mn-lt"/>
                  <a:ea typeface="+mn-ea"/>
                  <a:cs typeface="+mn-cs"/>
                </a:defRPr>
              </a:lvl4pPr>
              <a:lvl5pPr marL="2158898" algn="ctr" rtl="0" fontAlgn="base">
                <a:defRPr sz="1700" kern="1200">
                  <a:solidFill>
                    <a:schemeClr val="tx1"/>
                  </a:solidFill>
                  <a:latin typeface="+mn-lt"/>
                  <a:ea typeface="+mn-ea"/>
                  <a:cs typeface="+mn-cs"/>
                </a:defRPr>
              </a:lvl5pPr>
              <a:lvl6pPr marL="2698623" algn="l" defTabSz="1079449" rtl="0" eaLnBrk="1" latinLnBrk="0" hangingPunct="1">
                <a:defRPr sz="1700" kern="1200">
                  <a:solidFill>
                    <a:schemeClr val="tx1"/>
                  </a:solidFill>
                  <a:latin typeface="+mn-lt"/>
                  <a:ea typeface="+mn-ea"/>
                  <a:cs typeface="+mn-cs"/>
                </a:defRPr>
              </a:lvl6pPr>
              <a:lvl7pPr marL="3238348" algn="l" defTabSz="1079449" rtl="0" eaLnBrk="1" latinLnBrk="0" hangingPunct="1">
                <a:defRPr sz="1700" kern="1200">
                  <a:solidFill>
                    <a:schemeClr val="tx1"/>
                  </a:solidFill>
                  <a:latin typeface="+mn-lt"/>
                  <a:ea typeface="+mn-ea"/>
                  <a:cs typeface="+mn-cs"/>
                </a:defRPr>
              </a:lvl7pPr>
              <a:lvl8pPr marL="3778072" algn="l" defTabSz="1079449" rtl="0" eaLnBrk="1" latinLnBrk="0" hangingPunct="1">
                <a:defRPr sz="1700" kern="1200">
                  <a:solidFill>
                    <a:schemeClr val="tx1"/>
                  </a:solidFill>
                  <a:latin typeface="+mn-lt"/>
                  <a:ea typeface="+mn-ea"/>
                  <a:cs typeface="+mn-cs"/>
                </a:defRPr>
              </a:lvl8pPr>
              <a:lvl9pPr marL="4317797" algn="l" defTabSz="1079449" rtl="0" eaLnBrk="1" latinLnBrk="0" hangingPunct="1">
                <a:defRPr sz="1700" kern="1200">
                  <a:solidFill>
                    <a:schemeClr val="tx1"/>
                  </a:solidFill>
                  <a:latin typeface="+mn-lt"/>
                  <a:ea typeface="+mn-ea"/>
                  <a:cs typeface="+mn-cs"/>
                </a:defRPr>
              </a:lvl9pPr>
            </a:lstStyle>
            <a:p>
              <a:pPr marL="0" marR="0" lvl="0" indent="0" algn="ctr" defTabSz="914192" rtl="0" eaLnBrk="1" fontAlgn="base" latinLnBrk="0" hangingPunct="1">
                <a:lnSpc>
                  <a:spcPct val="100000"/>
                </a:lnSpc>
                <a:spcBef>
                  <a:spcPts val="0"/>
                </a:spcBef>
                <a:spcAft>
                  <a:spcPts val="0"/>
                </a:spcAft>
                <a:buClrTx/>
                <a:buSzTx/>
                <a:buFontTx/>
                <a:buNone/>
                <a:tabLst/>
                <a:defRPr/>
              </a:pPr>
              <a:endParaRPr kumimoji="0" lang="en-US" sz="882" b="0" i="0" u="none" strike="noStrike" kern="1200" cap="none" spc="0" normalizeH="0" baseline="0" noProof="0" dirty="0">
                <a:ln>
                  <a:noFill/>
                </a:ln>
                <a:effectLst/>
                <a:uLnTx/>
                <a:uFillTx/>
                <a:latin typeface="Aktiv Grotesk"/>
                <a:ea typeface="+mn-ea"/>
                <a:cs typeface="+mn-cs"/>
              </a:endParaRPr>
            </a:p>
          </p:txBody>
        </p:sp>
      </p:grpSp>
      <p:sp>
        <p:nvSpPr>
          <p:cNvPr id="63" name="Send" title="Icon of a paper airplane">
            <a:extLst>
              <a:ext uri="{FF2B5EF4-FFF2-40B4-BE49-F238E27FC236}">
                <a16:creationId xmlns:a16="http://schemas.microsoft.com/office/drawing/2014/main" id="{47D56F0C-6142-D2FB-470F-3F28D44C4A79}"/>
              </a:ext>
            </a:extLst>
          </p:cNvPr>
          <p:cNvSpPr>
            <a:spLocks noChangeAspect="1" noEditPoints="1"/>
          </p:cNvSpPr>
          <p:nvPr/>
        </p:nvSpPr>
        <p:spPr bwMode="auto">
          <a:xfrm>
            <a:off x="6294134" y="3989876"/>
            <a:ext cx="1359981" cy="909918"/>
          </a:xfrm>
          <a:custGeom>
            <a:avLst/>
            <a:gdLst>
              <a:gd name="T0" fmla="*/ 44 w 556"/>
              <a:gd name="T1" fmla="*/ 14 h 372"/>
              <a:gd name="T2" fmla="*/ 556 w 556"/>
              <a:gd name="T3" fmla="*/ 187 h 372"/>
              <a:gd name="T4" fmla="*/ 0 w 556"/>
              <a:gd name="T5" fmla="*/ 372 h 372"/>
              <a:gd name="T6" fmla="*/ 64 w 556"/>
              <a:gd name="T7" fmla="*/ 187 h 372"/>
              <a:gd name="T8" fmla="*/ 14 w 556"/>
              <a:gd name="T9" fmla="*/ 43 h 372"/>
              <a:gd name="T10" fmla="*/ 14 w 556"/>
              <a:gd name="T11" fmla="*/ 43 h 372"/>
              <a:gd name="T12" fmla="*/ 0 w 556"/>
              <a:gd name="T13" fmla="*/ 0 h 372"/>
              <a:gd name="T14" fmla="*/ 44 w 556"/>
              <a:gd name="T15" fmla="*/ 14 h 372"/>
              <a:gd name="T16" fmla="*/ 64 w 556"/>
              <a:gd name="T17" fmla="*/ 187 h 372"/>
              <a:gd name="T18" fmla="*/ 556 w 556"/>
              <a:gd name="T19" fmla="*/ 187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56" h="372">
                <a:moveTo>
                  <a:pt x="44" y="14"/>
                </a:moveTo>
                <a:lnTo>
                  <a:pt x="556" y="187"/>
                </a:lnTo>
                <a:lnTo>
                  <a:pt x="0" y="372"/>
                </a:lnTo>
                <a:lnTo>
                  <a:pt x="64" y="187"/>
                </a:lnTo>
                <a:lnTo>
                  <a:pt x="14" y="43"/>
                </a:lnTo>
                <a:moveTo>
                  <a:pt x="14" y="43"/>
                </a:moveTo>
                <a:lnTo>
                  <a:pt x="0" y="0"/>
                </a:lnTo>
                <a:lnTo>
                  <a:pt x="44" y="14"/>
                </a:lnTo>
                <a:moveTo>
                  <a:pt x="64" y="187"/>
                </a:moveTo>
                <a:lnTo>
                  <a:pt x="556" y="187"/>
                </a:lnTo>
              </a:path>
            </a:pathLst>
          </a:custGeom>
          <a:noFill/>
          <a:ln w="12700" cap="sq">
            <a:solidFill>
              <a:schemeClr val="tx1"/>
            </a:solidFill>
            <a:prstDash val="solid"/>
            <a:miter lim="800000"/>
            <a:headEnd/>
            <a:tailEnd/>
          </a:ln>
        </p:spPr>
        <p:txBody>
          <a:bodyPr vert="horz" wrap="square" lIns="89630" tIns="44814" rIns="89630" bIns="44814" numCol="1" anchor="t" anchorCtr="0" compatLnSpc="1">
            <a:prstTxWarp prst="textNoShape">
              <a:avLst/>
            </a:prstTxWarp>
          </a:bodyPr>
          <a:lstStyle>
            <a:defPPr>
              <a:defRPr lang="en-GB"/>
            </a:defPPr>
            <a:lvl1pPr algn="ctr" rtl="0" fontAlgn="base">
              <a:defRPr sz="1700" kern="1200">
                <a:solidFill>
                  <a:schemeClr val="tx1"/>
                </a:solidFill>
                <a:latin typeface="+mn-lt"/>
                <a:ea typeface="+mn-ea"/>
                <a:cs typeface="+mn-cs"/>
              </a:defRPr>
            </a:lvl1pPr>
            <a:lvl2pPr marL="539725" algn="ctr" rtl="0" fontAlgn="base">
              <a:defRPr sz="1700" kern="1200">
                <a:solidFill>
                  <a:schemeClr val="tx1"/>
                </a:solidFill>
                <a:latin typeface="+mn-lt"/>
                <a:ea typeface="+mn-ea"/>
                <a:cs typeface="+mn-cs"/>
              </a:defRPr>
            </a:lvl2pPr>
            <a:lvl3pPr marL="1079449" algn="ctr" rtl="0" fontAlgn="base">
              <a:defRPr sz="1700" kern="1200">
                <a:solidFill>
                  <a:schemeClr val="tx1"/>
                </a:solidFill>
                <a:latin typeface="+mn-lt"/>
                <a:ea typeface="+mn-ea"/>
                <a:cs typeface="+mn-cs"/>
              </a:defRPr>
            </a:lvl3pPr>
            <a:lvl4pPr marL="1619174" algn="ctr" rtl="0" fontAlgn="base">
              <a:defRPr sz="1700" kern="1200">
                <a:solidFill>
                  <a:schemeClr val="tx1"/>
                </a:solidFill>
                <a:latin typeface="+mn-lt"/>
                <a:ea typeface="+mn-ea"/>
                <a:cs typeface="+mn-cs"/>
              </a:defRPr>
            </a:lvl4pPr>
            <a:lvl5pPr marL="2158898" algn="ctr" rtl="0" fontAlgn="base">
              <a:defRPr sz="1700" kern="1200">
                <a:solidFill>
                  <a:schemeClr val="tx1"/>
                </a:solidFill>
                <a:latin typeface="+mn-lt"/>
                <a:ea typeface="+mn-ea"/>
                <a:cs typeface="+mn-cs"/>
              </a:defRPr>
            </a:lvl5pPr>
            <a:lvl6pPr marL="2698623" algn="l" defTabSz="1079449" rtl="0" eaLnBrk="1" latinLnBrk="0" hangingPunct="1">
              <a:defRPr sz="1700" kern="1200">
                <a:solidFill>
                  <a:schemeClr val="tx1"/>
                </a:solidFill>
                <a:latin typeface="+mn-lt"/>
                <a:ea typeface="+mn-ea"/>
                <a:cs typeface="+mn-cs"/>
              </a:defRPr>
            </a:lvl6pPr>
            <a:lvl7pPr marL="3238348" algn="l" defTabSz="1079449" rtl="0" eaLnBrk="1" latinLnBrk="0" hangingPunct="1">
              <a:defRPr sz="1700" kern="1200">
                <a:solidFill>
                  <a:schemeClr val="tx1"/>
                </a:solidFill>
                <a:latin typeface="+mn-lt"/>
                <a:ea typeface="+mn-ea"/>
                <a:cs typeface="+mn-cs"/>
              </a:defRPr>
            </a:lvl7pPr>
            <a:lvl8pPr marL="3778072" algn="l" defTabSz="1079449" rtl="0" eaLnBrk="1" latinLnBrk="0" hangingPunct="1">
              <a:defRPr sz="1700" kern="1200">
                <a:solidFill>
                  <a:schemeClr val="tx1"/>
                </a:solidFill>
                <a:latin typeface="+mn-lt"/>
                <a:ea typeface="+mn-ea"/>
                <a:cs typeface="+mn-cs"/>
              </a:defRPr>
            </a:lvl8pPr>
            <a:lvl9pPr marL="4317797" algn="l" defTabSz="1079449" rtl="0" eaLnBrk="1" latinLnBrk="0" hangingPunct="1">
              <a:defRPr sz="1700" kern="1200">
                <a:solidFill>
                  <a:schemeClr val="tx1"/>
                </a:solidFill>
                <a:latin typeface="+mn-lt"/>
                <a:ea typeface="+mn-ea"/>
                <a:cs typeface="+mn-cs"/>
              </a:defRPr>
            </a:lvl9pPr>
          </a:lstStyle>
          <a:p>
            <a:pPr marL="0" marR="0" lvl="0" indent="0" algn="ctr" defTabSz="914192"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dirty="0">
              <a:ln>
                <a:noFill/>
              </a:ln>
              <a:effectLst/>
              <a:uLnTx/>
              <a:uFillTx/>
              <a:latin typeface="Aktiv Grotesk"/>
              <a:ea typeface="+mn-ea"/>
              <a:cs typeface="+mn-cs"/>
            </a:endParaRPr>
          </a:p>
        </p:txBody>
      </p:sp>
      <p:sp>
        <p:nvSpPr>
          <p:cNvPr id="75" name="list_4" title="Icon of a checklist">
            <a:extLst>
              <a:ext uri="{FF2B5EF4-FFF2-40B4-BE49-F238E27FC236}">
                <a16:creationId xmlns:a16="http://schemas.microsoft.com/office/drawing/2014/main" id="{C49FA328-8246-F0CE-797C-F75FC52521CB}"/>
              </a:ext>
            </a:extLst>
          </p:cNvPr>
          <p:cNvSpPr>
            <a:spLocks noChangeAspect="1" noEditPoints="1"/>
          </p:cNvSpPr>
          <p:nvPr/>
        </p:nvSpPr>
        <p:spPr bwMode="auto">
          <a:xfrm>
            <a:off x="3664060" y="4150350"/>
            <a:ext cx="1177724" cy="914399"/>
          </a:xfrm>
          <a:custGeom>
            <a:avLst/>
            <a:gdLst>
              <a:gd name="T0" fmla="*/ 90 w 253"/>
              <a:gd name="T1" fmla="*/ 24 h 171"/>
              <a:gd name="T2" fmla="*/ 253 w 253"/>
              <a:gd name="T3" fmla="*/ 24 h 171"/>
              <a:gd name="T4" fmla="*/ 90 w 253"/>
              <a:gd name="T5" fmla="*/ 73 h 171"/>
              <a:gd name="T6" fmla="*/ 253 w 253"/>
              <a:gd name="T7" fmla="*/ 73 h 171"/>
              <a:gd name="T8" fmla="*/ 90 w 253"/>
              <a:gd name="T9" fmla="*/ 121 h 171"/>
              <a:gd name="T10" fmla="*/ 253 w 253"/>
              <a:gd name="T11" fmla="*/ 121 h 171"/>
              <a:gd name="T12" fmla="*/ 90 w 253"/>
              <a:gd name="T13" fmla="*/ 171 h 171"/>
              <a:gd name="T14" fmla="*/ 253 w 253"/>
              <a:gd name="T15" fmla="*/ 171 h 171"/>
              <a:gd name="T16" fmla="*/ 0 w 253"/>
              <a:gd name="T17" fmla="*/ 23 h 171"/>
              <a:gd name="T18" fmla="*/ 17 w 253"/>
              <a:gd name="T19" fmla="*/ 40 h 171"/>
              <a:gd name="T20" fmla="*/ 58 w 253"/>
              <a:gd name="T21" fmla="*/ 0 h 171"/>
              <a:gd name="T22" fmla="*/ 0 w 253"/>
              <a:gd name="T23" fmla="*/ 121 h 171"/>
              <a:gd name="T24" fmla="*/ 17 w 253"/>
              <a:gd name="T25" fmla="*/ 138 h 171"/>
              <a:gd name="T26" fmla="*/ 58 w 253"/>
              <a:gd name="T27" fmla="*/ 9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3" h="171">
                <a:moveTo>
                  <a:pt x="90" y="24"/>
                </a:moveTo>
                <a:lnTo>
                  <a:pt x="253" y="24"/>
                </a:lnTo>
                <a:moveTo>
                  <a:pt x="90" y="73"/>
                </a:moveTo>
                <a:lnTo>
                  <a:pt x="253" y="73"/>
                </a:lnTo>
                <a:moveTo>
                  <a:pt x="90" y="121"/>
                </a:moveTo>
                <a:lnTo>
                  <a:pt x="253" y="121"/>
                </a:lnTo>
                <a:moveTo>
                  <a:pt x="90" y="171"/>
                </a:moveTo>
                <a:lnTo>
                  <a:pt x="253" y="171"/>
                </a:lnTo>
                <a:moveTo>
                  <a:pt x="0" y="23"/>
                </a:moveTo>
                <a:lnTo>
                  <a:pt x="17" y="40"/>
                </a:lnTo>
                <a:lnTo>
                  <a:pt x="58" y="0"/>
                </a:lnTo>
                <a:moveTo>
                  <a:pt x="0" y="121"/>
                </a:moveTo>
                <a:lnTo>
                  <a:pt x="17" y="138"/>
                </a:lnTo>
                <a:lnTo>
                  <a:pt x="58" y="98"/>
                </a:lnTo>
              </a:path>
            </a:pathLst>
          </a:custGeom>
          <a:noFill/>
          <a:ln w="12700" cap="sq">
            <a:solidFill>
              <a:schemeClr val="tx1"/>
            </a:solidFill>
            <a:prstDash val="solid"/>
            <a:miter lim="800000"/>
            <a:headEnd/>
            <a:tailEnd/>
          </a:ln>
        </p:spPr>
        <p:txBody>
          <a:bodyPr vert="horz" wrap="square" lIns="91414" tIns="45706" rIns="91414" bIns="45706" numCol="1" anchor="t" anchorCtr="0" compatLnSpc="1">
            <a:prstTxWarp prst="textNoShape">
              <a:avLst/>
            </a:prstTxWarp>
          </a:bodyPr>
          <a:lstStyle/>
          <a:p>
            <a:pPr marL="0" marR="0" lvl="0" indent="0" defTabSz="914049"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effectLst/>
              <a:uLnTx/>
              <a:uFillTx/>
            </a:endParaRPr>
          </a:p>
        </p:txBody>
      </p:sp>
      <p:sp>
        <p:nvSpPr>
          <p:cNvPr id="86" name="speedometer_2" title="Icon of a spedometer showing fast speed">
            <a:extLst>
              <a:ext uri="{FF2B5EF4-FFF2-40B4-BE49-F238E27FC236}">
                <a16:creationId xmlns:a16="http://schemas.microsoft.com/office/drawing/2014/main" id="{FB7BFF23-E596-75A3-7318-0CD55BBFCC9C}"/>
              </a:ext>
            </a:extLst>
          </p:cNvPr>
          <p:cNvSpPr>
            <a:spLocks noChangeAspect="1" noEditPoints="1"/>
          </p:cNvSpPr>
          <p:nvPr/>
        </p:nvSpPr>
        <p:spPr bwMode="auto">
          <a:xfrm>
            <a:off x="9350803" y="3927094"/>
            <a:ext cx="908315" cy="908315"/>
          </a:xfrm>
          <a:custGeom>
            <a:avLst/>
            <a:gdLst>
              <a:gd name="T0" fmla="*/ 155 w 281"/>
              <a:gd name="T1" fmla="*/ 155 h 281"/>
              <a:gd name="T2" fmla="*/ 126 w 281"/>
              <a:gd name="T3" fmla="*/ 155 h 281"/>
              <a:gd name="T4" fmla="*/ 126 w 281"/>
              <a:gd name="T5" fmla="*/ 126 h 281"/>
              <a:gd name="T6" fmla="*/ 155 w 281"/>
              <a:gd name="T7" fmla="*/ 126 h 281"/>
              <a:gd name="T8" fmla="*/ 155 w 281"/>
              <a:gd name="T9" fmla="*/ 155 h 281"/>
              <a:gd name="T10" fmla="*/ 140 w 281"/>
              <a:gd name="T11" fmla="*/ 0 h 281"/>
              <a:gd name="T12" fmla="*/ 0 w 281"/>
              <a:gd name="T13" fmla="*/ 141 h 281"/>
              <a:gd name="T14" fmla="*/ 140 w 281"/>
              <a:gd name="T15" fmla="*/ 281 h 281"/>
              <a:gd name="T16" fmla="*/ 281 w 281"/>
              <a:gd name="T17" fmla="*/ 141 h 281"/>
              <a:gd name="T18" fmla="*/ 140 w 281"/>
              <a:gd name="T19" fmla="*/ 0 h 281"/>
              <a:gd name="T20" fmla="*/ 214 w 281"/>
              <a:gd name="T21" fmla="*/ 210 h 281"/>
              <a:gd name="T22" fmla="*/ 241 w 281"/>
              <a:gd name="T23" fmla="*/ 141 h 281"/>
              <a:gd name="T24" fmla="*/ 235 w 281"/>
              <a:gd name="T25" fmla="*/ 105 h 281"/>
              <a:gd name="T26" fmla="*/ 174 w 281"/>
              <a:gd name="T27" fmla="*/ 45 h 281"/>
              <a:gd name="T28" fmla="*/ 140 w 281"/>
              <a:gd name="T29" fmla="*/ 40 h 281"/>
              <a:gd name="T30" fmla="*/ 40 w 281"/>
              <a:gd name="T31" fmla="*/ 141 h 281"/>
              <a:gd name="T32" fmla="*/ 67 w 281"/>
              <a:gd name="T33" fmla="*/ 210 h 281"/>
              <a:gd name="T34" fmla="*/ 212 w 281"/>
              <a:gd name="T35" fmla="*/ 69 h 281"/>
              <a:gd name="T36" fmla="*/ 157 w 281"/>
              <a:gd name="T37" fmla="*/ 124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1" h="281">
                <a:moveTo>
                  <a:pt x="155" y="155"/>
                </a:moveTo>
                <a:cubicBezTo>
                  <a:pt x="147" y="164"/>
                  <a:pt x="134" y="164"/>
                  <a:pt x="126" y="155"/>
                </a:cubicBezTo>
                <a:cubicBezTo>
                  <a:pt x="117" y="147"/>
                  <a:pt x="117" y="134"/>
                  <a:pt x="126" y="126"/>
                </a:cubicBezTo>
                <a:cubicBezTo>
                  <a:pt x="134" y="118"/>
                  <a:pt x="147" y="117"/>
                  <a:pt x="155" y="126"/>
                </a:cubicBezTo>
                <a:cubicBezTo>
                  <a:pt x="164" y="134"/>
                  <a:pt x="164" y="147"/>
                  <a:pt x="155" y="155"/>
                </a:cubicBezTo>
                <a:close/>
                <a:moveTo>
                  <a:pt x="140" y="0"/>
                </a:moveTo>
                <a:cubicBezTo>
                  <a:pt x="63" y="0"/>
                  <a:pt x="0" y="63"/>
                  <a:pt x="0" y="141"/>
                </a:cubicBezTo>
                <a:cubicBezTo>
                  <a:pt x="0" y="218"/>
                  <a:pt x="63" y="281"/>
                  <a:pt x="140" y="281"/>
                </a:cubicBezTo>
                <a:cubicBezTo>
                  <a:pt x="218" y="281"/>
                  <a:pt x="281" y="218"/>
                  <a:pt x="281" y="141"/>
                </a:cubicBezTo>
                <a:cubicBezTo>
                  <a:pt x="281" y="63"/>
                  <a:pt x="218" y="0"/>
                  <a:pt x="140" y="0"/>
                </a:cubicBezTo>
                <a:close/>
                <a:moveTo>
                  <a:pt x="214" y="210"/>
                </a:moveTo>
                <a:cubicBezTo>
                  <a:pt x="231" y="192"/>
                  <a:pt x="241" y="168"/>
                  <a:pt x="241" y="141"/>
                </a:cubicBezTo>
                <a:cubicBezTo>
                  <a:pt x="241" y="128"/>
                  <a:pt x="239" y="116"/>
                  <a:pt x="235" y="105"/>
                </a:cubicBezTo>
                <a:moveTo>
                  <a:pt x="174" y="45"/>
                </a:moveTo>
                <a:cubicBezTo>
                  <a:pt x="163" y="42"/>
                  <a:pt x="152" y="40"/>
                  <a:pt x="140" y="40"/>
                </a:cubicBezTo>
                <a:cubicBezTo>
                  <a:pt x="85" y="40"/>
                  <a:pt x="40" y="85"/>
                  <a:pt x="40" y="141"/>
                </a:cubicBezTo>
                <a:cubicBezTo>
                  <a:pt x="40" y="168"/>
                  <a:pt x="50" y="192"/>
                  <a:pt x="67" y="210"/>
                </a:cubicBezTo>
                <a:moveTo>
                  <a:pt x="212" y="69"/>
                </a:moveTo>
                <a:cubicBezTo>
                  <a:pt x="157" y="124"/>
                  <a:pt x="157" y="124"/>
                  <a:pt x="157" y="124"/>
                </a:cubicBezTo>
              </a:path>
            </a:pathLst>
          </a:custGeom>
          <a:noFill/>
          <a:ln w="12700" cap="sq">
            <a:solidFill>
              <a:schemeClr val="tx1"/>
            </a:solidFill>
            <a:prstDash val="solid"/>
            <a:miter lim="800000"/>
            <a:headEnd/>
            <a:tailEnd/>
          </a:ln>
        </p:spPr>
        <p:txBody>
          <a:bodyPr vert="horz" wrap="square" lIns="89630" tIns="44814" rIns="89630" bIns="44814" numCol="1" anchor="t" anchorCtr="0" compatLnSpc="1">
            <a:prstTxWarp prst="textNoShape">
              <a:avLst/>
            </a:prstTxWarp>
          </a:bodyPr>
          <a:lstStyle>
            <a:defPPr>
              <a:defRPr lang="en-GB"/>
            </a:defPPr>
            <a:lvl1pPr algn="ctr" rtl="0" fontAlgn="base">
              <a:defRPr sz="1700" kern="1200">
                <a:solidFill>
                  <a:schemeClr val="tx1"/>
                </a:solidFill>
                <a:latin typeface="+mn-lt"/>
                <a:ea typeface="+mn-ea"/>
                <a:cs typeface="+mn-cs"/>
              </a:defRPr>
            </a:lvl1pPr>
            <a:lvl2pPr marL="539725" algn="ctr" rtl="0" fontAlgn="base">
              <a:defRPr sz="1700" kern="1200">
                <a:solidFill>
                  <a:schemeClr val="tx1"/>
                </a:solidFill>
                <a:latin typeface="+mn-lt"/>
                <a:ea typeface="+mn-ea"/>
                <a:cs typeface="+mn-cs"/>
              </a:defRPr>
            </a:lvl2pPr>
            <a:lvl3pPr marL="1079449" algn="ctr" rtl="0" fontAlgn="base">
              <a:defRPr sz="1700" kern="1200">
                <a:solidFill>
                  <a:schemeClr val="tx1"/>
                </a:solidFill>
                <a:latin typeface="+mn-lt"/>
                <a:ea typeface="+mn-ea"/>
                <a:cs typeface="+mn-cs"/>
              </a:defRPr>
            </a:lvl3pPr>
            <a:lvl4pPr marL="1619174" algn="ctr" rtl="0" fontAlgn="base">
              <a:defRPr sz="1700" kern="1200">
                <a:solidFill>
                  <a:schemeClr val="tx1"/>
                </a:solidFill>
                <a:latin typeface="+mn-lt"/>
                <a:ea typeface="+mn-ea"/>
                <a:cs typeface="+mn-cs"/>
              </a:defRPr>
            </a:lvl4pPr>
            <a:lvl5pPr marL="2158898" algn="ctr" rtl="0" fontAlgn="base">
              <a:defRPr sz="1700" kern="1200">
                <a:solidFill>
                  <a:schemeClr val="tx1"/>
                </a:solidFill>
                <a:latin typeface="+mn-lt"/>
                <a:ea typeface="+mn-ea"/>
                <a:cs typeface="+mn-cs"/>
              </a:defRPr>
            </a:lvl5pPr>
            <a:lvl6pPr marL="2698623" algn="l" defTabSz="1079449" rtl="0" eaLnBrk="1" latinLnBrk="0" hangingPunct="1">
              <a:defRPr sz="1700" kern="1200">
                <a:solidFill>
                  <a:schemeClr val="tx1"/>
                </a:solidFill>
                <a:latin typeface="+mn-lt"/>
                <a:ea typeface="+mn-ea"/>
                <a:cs typeface="+mn-cs"/>
              </a:defRPr>
            </a:lvl6pPr>
            <a:lvl7pPr marL="3238348" algn="l" defTabSz="1079449" rtl="0" eaLnBrk="1" latinLnBrk="0" hangingPunct="1">
              <a:defRPr sz="1700" kern="1200">
                <a:solidFill>
                  <a:schemeClr val="tx1"/>
                </a:solidFill>
                <a:latin typeface="+mn-lt"/>
                <a:ea typeface="+mn-ea"/>
                <a:cs typeface="+mn-cs"/>
              </a:defRPr>
            </a:lvl7pPr>
            <a:lvl8pPr marL="3778072" algn="l" defTabSz="1079449" rtl="0" eaLnBrk="1" latinLnBrk="0" hangingPunct="1">
              <a:defRPr sz="1700" kern="1200">
                <a:solidFill>
                  <a:schemeClr val="tx1"/>
                </a:solidFill>
                <a:latin typeface="+mn-lt"/>
                <a:ea typeface="+mn-ea"/>
                <a:cs typeface="+mn-cs"/>
              </a:defRPr>
            </a:lvl8pPr>
            <a:lvl9pPr marL="4317797" algn="l" defTabSz="1079449" rtl="0" eaLnBrk="1" latinLnBrk="0" hangingPunct="1">
              <a:defRPr sz="1700" kern="1200">
                <a:solidFill>
                  <a:schemeClr val="tx1"/>
                </a:solidFill>
                <a:latin typeface="+mn-lt"/>
                <a:ea typeface="+mn-ea"/>
                <a:cs typeface="+mn-cs"/>
              </a:defRPr>
            </a:lvl9pPr>
          </a:lstStyle>
          <a:p>
            <a:pPr marL="0" marR="0" lvl="0" indent="0" algn="ctr" defTabSz="914192"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Aktiv Grotesk"/>
              <a:ea typeface="+mn-ea"/>
              <a:cs typeface="+mn-cs"/>
            </a:endParaRPr>
          </a:p>
        </p:txBody>
      </p:sp>
      <p:pic>
        <p:nvPicPr>
          <p:cNvPr id="5" name="Picture 4" descr="A close up of a logo&#10;&#10;Description automatically generated">
            <a:extLst>
              <a:ext uri="{FF2B5EF4-FFF2-40B4-BE49-F238E27FC236}">
                <a16:creationId xmlns:a16="http://schemas.microsoft.com/office/drawing/2014/main" id="{C043B096-32D7-1D4C-A32B-81D37CEC282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24955" y="6296773"/>
            <a:ext cx="2867045" cy="561227"/>
          </a:xfrm>
          <a:prstGeom prst="rect">
            <a:avLst/>
          </a:prstGeom>
        </p:spPr>
      </p:pic>
    </p:spTree>
    <p:extLst>
      <p:ext uri="{BB962C8B-B14F-4D97-AF65-F5344CB8AC3E}">
        <p14:creationId xmlns:p14="http://schemas.microsoft.com/office/powerpoint/2010/main" val="35505274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grpId="0" nodeType="afterEffect">
                                  <p:stCondLst>
                                    <p:cond delay="0"/>
                                  </p:stCondLst>
                                  <p:childTnLst>
                                    <p:animRot by="21600000">
                                      <p:cBhvr>
                                        <p:cTn id="6" dur="2000" fill="hold"/>
                                        <p:tgtEl>
                                          <p:spTgt spid="63"/>
                                        </p:tgtEl>
                                        <p:attrNameLst>
                                          <p:attrName>r</p:attrName>
                                        </p:attrNameLst>
                                      </p:cBhvr>
                                    </p:animRot>
                                  </p:childTnLst>
                                </p:cTn>
                              </p:par>
                              <p:par>
                                <p:cTn id="7" presetID="8" presetClass="emph" presetSubtype="0" fill="hold" grpId="0" nodeType="withEffect">
                                  <p:stCondLst>
                                    <p:cond delay="0"/>
                                  </p:stCondLst>
                                  <p:childTnLst>
                                    <p:animRot by="21600000">
                                      <p:cBhvr>
                                        <p:cTn id="8" dur="2000" fill="hold"/>
                                        <p:tgtEl>
                                          <p:spTgt spid="52"/>
                                        </p:tgtEl>
                                        <p:attrNameLst>
                                          <p:attrName>r</p:attrName>
                                        </p:attrNameLst>
                                      </p:cBhvr>
                                    </p:animRot>
                                  </p:childTnLst>
                                </p:cTn>
                              </p:par>
                            </p:childTnLst>
                          </p:cTn>
                        </p:par>
                        <p:par>
                          <p:cTn id="9" fill="hold">
                            <p:stCondLst>
                              <p:cond delay="2000"/>
                            </p:stCondLst>
                            <p:childTnLst>
                              <p:par>
                                <p:cTn id="10" presetID="22" presetClass="entr" presetSubtype="4" fill="hold" nodeType="afterEffect">
                                  <p:stCondLst>
                                    <p:cond delay="1000"/>
                                  </p:stCondLst>
                                  <p:childTnLst>
                                    <p:set>
                                      <p:cBhvr>
                                        <p:cTn id="11" dur="1" fill="hold">
                                          <p:stCondLst>
                                            <p:cond delay="0"/>
                                          </p:stCondLst>
                                        </p:cTn>
                                        <p:tgtEl>
                                          <p:spTgt spid="54"/>
                                        </p:tgtEl>
                                        <p:attrNameLst>
                                          <p:attrName>style.visibility</p:attrName>
                                        </p:attrNameLst>
                                      </p:cBhvr>
                                      <p:to>
                                        <p:strVal val="visible"/>
                                      </p:to>
                                    </p:set>
                                    <p:animEffect transition="in" filter="wipe(down)">
                                      <p:cBhvr>
                                        <p:cTn id="12" dur="500"/>
                                        <p:tgtEl>
                                          <p:spTgt spid="54"/>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50"/>
                                        </p:tgtEl>
                                        <p:attrNameLst>
                                          <p:attrName>style.visibility</p:attrName>
                                        </p:attrNameLst>
                                      </p:cBhvr>
                                      <p:to>
                                        <p:strVal val="visible"/>
                                      </p:to>
                                    </p:set>
                                    <p:animEffect transition="in" filter="wipe(down)">
                                      <p:cBhvr>
                                        <p:cTn id="15" dur="500"/>
                                        <p:tgtEl>
                                          <p:spTgt spid="50"/>
                                        </p:tgtEl>
                                      </p:cBhvr>
                                    </p:animEffect>
                                  </p:childTnLst>
                                </p:cTn>
                              </p:par>
                            </p:childTnLst>
                          </p:cTn>
                        </p:par>
                        <p:par>
                          <p:cTn id="16" fill="hold">
                            <p:stCondLst>
                              <p:cond delay="3500"/>
                            </p:stCondLst>
                            <p:childTnLst>
                              <p:par>
                                <p:cTn id="17" presetID="22" presetClass="entr" presetSubtype="4" fill="hold" grpId="0" nodeType="afterEffect">
                                  <p:stCondLst>
                                    <p:cond delay="0"/>
                                  </p:stCondLst>
                                  <p:childTnLst>
                                    <p:set>
                                      <p:cBhvr>
                                        <p:cTn id="18" dur="1" fill="hold">
                                          <p:stCondLst>
                                            <p:cond delay="0"/>
                                          </p:stCondLst>
                                        </p:cTn>
                                        <p:tgtEl>
                                          <p:spTgt spid="75"/>
                                        </p:tgtEl>
                                        <p:attrNameLst>
                                          <p:attrName>style.visibility</p:attrName>
                                        </p:attrNameLst>
                                      </p:cBhvr>
                                      <p:to>
                                        <p:strVal val="visible"/>
                                      </p:to>
                                    </p:set>
                                    <p:animEffect transition="in" filter="wipe(down)">
                                      <p:cBhvr>
                                        <p:cTn id="19" dur="500"/>
                                        <p:tgtEl>
                                          <p:spTgt spid="75"/>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51"/>
                                        </p:tgtEl>
                                        <p:attrNameLst>
                                          <p:attrName>style.visibility</p:attrName>
                                        </p:attrNameLst>
                                      </p:cBhvr>
                                      <p:to>
                                        <p:strVal val="visible"/>
                                      </p:to>
                                    </p:set>
                                    <p:animEffect transition="in" filter="wipe(down)">
                                      <p:cBhvr>
                                        <p:cTn id="22" dur="500"/>
                                        <p:tgtEl>
                                          <p:spTgt spid="51"/>
                                        </p:tgtEl>
                                      </p:cBhvr>
                                    </p:animEffect>
                                  </p:childTnLst>
                                </p:cTn>
                              </p:par>
                            </p:childTnLst>
                          </p:cTn>
                        </p:par>
                        <p:par>
                          <p:cTn id="23" fill="hold">
                            <p:stCondLst>
                              <p:cond delay="4000"/>
                            </p:stCondLst>
                            <p:childTnLst>
                              <p:par>
                                <p:cTn id="24" presetID="22" presetClass="entr" presetSubtype="4" fill="hold" grpId="0" nodeType="afterEffect">
                                  <p:stCondLst>
                                    <p:cond delay="0"/>
                                  </p:stCondLst>
                                  <p:childTnLst>
                                    <p:set>
                                      <p:cBhvr>
                                        <p:cTn id="25" dur="1" fill="hold">
                                          <p:stCondLst>
                                            <p:cond delay="0"/>
                                          </p:stCondLst>
                                        </p:cTn>
                                        <p:tgtEl>
                                          <p:spTgt spid="86"/>
                                        </p:tgtEl>
                                        <p:attrNameLst>
                                          <p:attrName>style.visibility</p:attrName>
                                        </p:attrNameLst>
                                      </p:cBhvr>
                                      <p:to>
                                        <p:strVal val="visible"/>
                                      </p:to>
                                    </p:set>
                                    <p:animEffect transition="in" filter="wipe(down)">
                                      <p:cBhvr>
                                        <p:cTn id="26" dur="500"/>
                                        <p:tgtEl>
                                          <p:spTgt spid="86"/>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53"/>
                                        </p:tgtEl>
                                        <p:attrNameLst>
                                          <p:attrName>style.visibility</p:attrName>
                                        </p:attrNameLst>
                                      </p:cBhvr>
                                      <p:to>
                                        <p:strVal val="visible"/>
                                      </p:to>
                                    </p:set>
                                    <p:animEffect transition="in" filter="wipe(down)">
                                      <p:cBhvr>
                                        <p:cTn id="29"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1" grpId="0"/>
      <p:bldP spid="52" grpId="0"/>
      <p:bldP spid="53" grpId="0"/>
      <p:bldP spid="63" grpId="0" animBg="1"/>
      <p:bldP spid="75" grpId="0" animBg="1"/>
      <p:bldP spid="8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842B8-CBE8-5648-8325-4FED9959D89B}"/>
              </a:ext>
            </a:extLst>
          </p:cNvPr>
          <p:cNvSpPr>
            <a:spLocks noGrp="1"/>
          </p:cNvSpPr>
          <p:nvPr>
            <p:ph type="title"/>
          </p:nvPr>
        </p:nvSpPr>
        <p:spPr>
          <a:xfrm>
            <a:off x="443567" y="617446"/>
            <a:ext cx="11304865" cy="397545"/>
          </a:xfrm>
        </p:spPr>
        <p:txBody>
          <a:bodyPr vert="horz" wrap="square" lIns="0" tIns="91440" rIns="146304" bIns="91440" rtlCol="0" anchor="ctr">
            <a:noAutofit/>
          </a:bodyPr>
          <a:lstStyle/>
          <a:p>
            <a:pPr>
              <a:lnSpc>
                <a:spcPct val="90000"/>
              </a:lnSpc>
            </a:pPr>
            <a:r>
              <a:rPr lang="en-US" sz="3200" dirty="0">
                <a:solidFill>
                  <a:schemeClr val="tx2">
                    <a:lumMod val="50000"/>
                  </a:schemeClr>
                </a:solidFill>
              </a:rPr>
              <a:t>Assessment Summary</a:t>
            </a:r>
          </a:p>
        </p:txBody>
      </p:sp>
      <p:cxnSp>
        <p:nvCxnSpPr>
          <p:cNvPr id="20" name="Straight Connector 19">
            <a:extLst>
              <a:ext uri="{FF2B5EF4-FFF2-40B4-BE49-F238E27FC236}">
                <a16:creationId xmlns:a16="http://schemas.microsoft.com/office/drawing/2014/main" id="{DA896B8F-B874-8247-9AD4-0FFBAA56744B}"/>
              </a:ext>
            </a:extLst>
          </p:cNvPr>
          <p:cNvCxnSpPr>
            <a:cxnSpLocks/>
          </p:cNvCxnSpPr>
          <p:nvPr/>
        </p:nvCxnSpPr>
        <p:spPr>
          <a:xfrm>
            <a:off x="469188" y="2273019"/>
            <a:ext cx="5583602" cy="0"/>
          </a:xfrm>
          <a:prstGeom prst="line">
            <a:avLst/>
          </a:prstGeom>
          <a:noFill/>
          <a:ln w="28575" cap="flat" cmpd="sng" algn="ctr">
            <a:solidFill>
              <a:srgbClr val="75757A">
                <a:lumMod val="40000"/>
                <a:lumOff val="60000"/>
              </a:srgbClr>
            </a:solidFill>
            <a:prstDash val="solid"/>
            <a:miter lim="800000"/>
          </a:ln>
          <a:effectLst/>
        </p:spPr>
      </p:cxnSp>
      <p:sp>
        <p:nvSpPr>
          <p:cNvPr id="10" name="Rectangle 9">
            <a:extLst>
              <a:ext uri="{FF2B5EF4-FFF2-40B4-BE49-F238E27FC236}">
                <a16:creationId xmlns:a16="http://schemas.microsoft.com/office/drawing/2014/main" id="{B07D298F-0450-1238-AFB6-3EAA81F3E410}"/>
              </a:ext>
            </a:extLst>
          </p:cNvPr>
          <p:cNvSpPr/>
          <p:nvPr/>
        </p:nvSpPr>
        <p:spPr>
          <a:xfrm>
            <a:off x="383101" y="1575855"/>
            <a:ext cx="5450977" cy="394082"/>
          </a:xfrm>
          <a:prstGeom prst="rect">
            <a:avLst/>
          </a:prstGeom>
        </p:spPr>
        <p:txBody>
          <a:bodyPr wrap="square">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GB" sz="1961" b="0" i="0" u="none" strike="noStrike" kern="1200" cap="none" spc="-49" normalizeH="0" baseline="0" noProof="0" dirty="0">
                <a:ln>
                  <a:noFill/>
                </a:ln>
                <a:solidFill>
                  <a:srgbClr val="0078D3"/>
                </a:solidFill>
                <a:effectLst/>
                <a:uLnTx/>
                <a:uFillTx/>
                <a:latin typeface="Segoe UI Semibold"/>
                <a:ea typeface="+mn-ea"/>
                <a:cs typeface="Aktiv Grotesk" panose="020B0502040204020203" pitchFamily="34" charset="0"/>
              </a:rPr>
              <a:t>Azure Migrate tool used to discover</a:t>
            </a:r>
          </a:p>
        </p:txBody>
      </p:sp>
      <p:graphicFrame>
        <p:nvGraphicFramePr>
          <p:cNvPr id="4" name="Table 3">
            <a:extLst>
              <a:ext uri="{FF2B5EF4-FFF2-40B4-BE49-F238E27FC236}">
                <a16:creationId xmlns:a16="http://schemas.microsoft.com/office/drawing/2014/main" id="{69A6ED7E-1220-8327-6E72-6D1A5A82FD73}"/>
              </a:ext>
            </a:extLst>
          </p:cNvPr>
          <p:cNvGraphicFramePr>
            <a:graphicFrameLocks noGrp="1"/>
          </p:cNvGraphicFramePr>
          <p:nvPr>
            <p:extLst>
              <p:ext uri="{D42A27DB-BD31-4B8C-83A1-F6EECF244321}">
                <p14:modId xmlns:p14="http://schemas.microsoft.com/office/powerpoint/2010/main" val="3173302203"/>
              </p:ext>
            </p:extLst>
          </p:nvPr>
        </p:nvGraphicFramePr>
        <p:xfrm>
          <a:off x="167268" y="2828772"/>
          <a:ext cx="5733122" cy="2595880"/>
        </p:xfrm>
        <a:graphic>
          <a:graphicData uri="http://schemas.openxmlformats.org/drawingml/2006/table">
            <a:tbl>
              <a:tblPr bandRow="1"/>
              <a:tblGrid>
                <a:gridCol w="2866942">
                  <a:extLst>
                    <a:ext uri="{9D8B030D-6E8A-4147-A177-3AD203B41FA5}">
                      <a16:colId xmlns:a16="http://schemas.microsoft.com/office/drawing/2014/main" val="2548131413"/>
                    </a:ext>
                  </a:extLst>
                </a:gridCol>
                <a:gridCol w="2866180">
                  <a:extLst>
                    <a:ext uri="{9D8B030D-6E8A-4147-A177-3AD203B41FA5}">
                      <a16:colId xmlns:a16="http://schemas.microsoft.com/office/drawing/2014/main" val="3318896320"/>
                    </a:ext>
                  </a:extLst>
                </a:gridCol>
              </a:tblGrid>
              <a:tr h="370840">
                <a:tc>
                  <a:txBody>
                    <a:bodyPr/>
                    <a:lstStyle>
                      <a:lvl1pPr marL="0" algn="l" defTabSz="911764" rtl="0" eaLnBrk="1" latinLnBrk="0" hangingPunct="1">
                        <a:defRPr sz="1795" kern="1200">
                          <a:solidFill>
                            <a:schemeClr val="dk1"/>
                          </a:solidFill>
                          <a:latin typeface="Aktiv Grotesk" panose="020F0502020204030204"/>
                        </a:defRPr>
                      </a:lvl1pPr>
                      <a:lvl2pPr marL="455883" algn="l" defTabSz="911764" rtl="0" eaLnBrk="1" latinLnBrk="0" hangingPunct="1">
                        <a:defRPr sz="1795" kern="1200">
                          <a:solidFill>
                            <a:schemeClr val="dk1"/>
                          </a:solidFill>
                          <a:latin typeface="Aktiv Grotesk" panose="020F0502020204030204"/>
                        </a:defRPr>
                      </a:lvl2pPr>
                      <a:lvl3pPr marL="911764" algn="l" defTabSz="911764" rtl="0" eaLnBrk="1" latinLnBrk="0" hangingPunct="1">
                        <a:defRPr sz="1795" kern="1200">
                          <a:solidFill>
                            <a:schemeClr val="dk1"/>
                          </a:solidFill>
                          <a:latin typeface="Aktiv Grotesk" panose="020F0502020204030204"/>
                        </a:defRPr>
                      </a:lvl3pPr>
                      <a:lvl4pPr marL="1367646" algn="l" defTabSz="911764" rtl="0" eaLnBrk="1" latinLnBrk="0" hangingPunct="1">
                        <a:defRPr sz="1795" kern="1200">
                          <a:solidFill>
                            <a:schemeClr val="dk1"/>
                          </a:solidFill>
                          <a:latin typeface="Aktiv Grotesk" panose="020F0502020204030204"/>
                        </a:defRPr>
                      </a:lvl4pPr>
                      <a:lvl5pPr marL="1823528" algn="l" defTabSz="911764" rtl="0" eaLnBrk="1" latinLnBrk="0" hangingPunct="1">
                        <a:defRPr sz="1795" kern="1200">
                          <a:solidFill>
                            <a:schemeClr val="dk1"/>
                          </a:solidFill>
                          <a:latin typeface="Aktiv Grotesk" panose="020F0502020204030204"/>
                        </a:defRPr>
                      </a:lvl5pPr>
                      <a:lvl6pPr marL="2279409" algn="l" defTabSz="911764" rtl="0" eaLnBrk="1" latinLnBrk="0" hangingPunct="1">
                        <a:defRPr sz="1795" kern="1200">
                          <a:solidFill>
                            <a:schemeClr val="dk1"/>
                          </a:solidFill>
                          <a:latin typeface="Aktiv Grotesk" panose="020F0502020204030204"/>
                        </a:defRPr>
                      </a:lvl6pPr>
                      <a:lvl7pPr marL="2735291" algn="l" defTabSz="911764" rtl="0" eaLnBrk="1" latinLnBrk="0" hangingPunct="1">
                        <a:defRPr sz="1795" kern="1200">
                          <a:solidFill>
                            <a:schemeClr val="dk1"/>
                          </a:solidFill>
                          <a:latin typeface="Aktiv Grotesk" panose="020F0502020204030204"/>
                        </a:defRPr>
                      </a:lvl7pPr>
                      <a:lvl8pPr marL="3191174" algn="l" defTabSz="911764" rtl="0" eaLnBrk="1" latinLnBrk="0" hangingPunct="1">
                        <a:defRPr sz="1795" kern="1200">
                          <a:solidFill>
                            <a:schemeClr val="dk1"/>
                          </a:solidFill>
                          <a:latin typeface="Aktiv Grotesk" panose="020F0502020204030204"/>
                        </a:defRPr>
                      </a:lvl8pPr>
                      <a:lvl9pPr marL="3647054" algn="l" defTabSz="911764" rtl="0" eaLnBrk="1" latinLnBrk="0" hangingPunct="1">
                        <a:defRPr sz="1795" kern="1200">
                          <a:solidFill>
                            <a:schemeClr val="dk1"/>
                          </a:solidFill>
                          <a:latin typeface="Aktiv Grotesk" panose="020F0502020204030204"/>
                        </a:defRPr>
                      </a:lvl9pPr>
                    </a:lstStyle>
                    <a:p>
                      <a:r>
                        <a:rPr lang="en-GB" dirty="0"/>
                        <a:t>Customer Name</a:t>
                      </a:r>
                    </a:p>
                  </a:txBody>
                  <a:tcPr>
                    <a:lnL>
                      <a:noFill/>
                    </a:lnL>
                    <a:lnR>
                      <a:noFill/>
                    </a:lnR>
                    <a:lnT w="25400" cmpd="sng">
                      <a:solidFill>
                        <a:sysClr val="windowText" lastClr="000000"/>
                      </a:solidFill>
                    </a:lnT>
                    <a:lnB>
                      <a:noFill/>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1764" rtl="0" eaLnBrk="1" latinLnBrk="0" hangingPunct="1">
                        <a:defRPr sz="1795" kern="1200">
                          <a:solidFill>
                            <a:schemeClr val="dk1"/>
                          </a:solidFill>
                          <a:latin typeface="Aktiv Grotesk" panose="020F0502020204030204"/>
                        </a:defRPr>
                      </a:lvl1pPr>
                      <a:lvl2pPr marL="455883" algn="l" defTabSz="911764" rtl="0" eaLnBrk="1" latinLnBrk="0" hangingPunct="1">
                        <a:defRPr sz="1795" kern="1200">
                          <a:solidFill>
                            <a:schemeClr val="dk1"/>
                          </a:solidFill>
                          <a:latin typeface="Aktiv Grotesk" panose="020F0502020204030204"/>
                        </a:defRPr>
                      </a:lvl2pPr>
                      <a:lvl3pPr marL="911764" algn="l" defTabSz="911764" rtl="0" eaLnBrk="1" latinLnBrk="0" hangingPunct="1">
                        <a:defRPr sz="1795" kern="1200">
                          <a:solidFill>
                            <a:schemeClr val="dk1"/>
                          </a:solidFill>
                          <a:latin typeface="Aktiv Grotesk" panose="020F0502020204030204"/>
                        </a:defRPr>
                      </a:lvl3pPr>
                      <a:lvl4pPr marL="1367646" algn="l" defTabSz="911764" rtl="0" eaLnBrk="1" latinLnBrk="0" hangingPunct="1">
                        <a:defRPr sz="1795" kern="1200">
                          <a:solidFill>
                            <a:schemeClr val="dk1"/>
                          </a:solidFill>
                          <a:latin typeface="Aktiv Grotesk" panose="020F0502020204030204"/>
                        </a:defRPr>
                      </a:lvl4pPr>
                      <a:lvl5pPr marL="1823528" algn="l" defTabSz="911764" rtl="0" eaLnBrk="1" latinLnBrk="0" hangingPunct="1">
                        <a:defRPr sz="1795" kern="1200">
                          <a:solidFill>
                            <a:schemeClr val="dk1"/>
                          </a:solidFill>
                          <a:latin typeface="Aktiv Grotesk" panose="020F0502020204030204"/>
                        </a:defRPr>
                      </a:lvl5pPr>
                      <a:lvl6pPr marL="2279409" algn="l" defTabSz="911764" rtl="0" eaLnBrk="1" latinLnBrk="0" hangingPunct="1">
                        <a:defRPr sz="1795" kern="1200">
                          <a:solidFill>
                            <a:schemeClr val="dk1"/>
                          </a:solidFill>
                          <a:latin typeface="Aktiv Grotesk" panose="020F0502020204030204"/>
                        </a:defRPr>
                      </a:lvl6pPr>
                      <a:lvl7pPr marL="2735291" algn="l" defTabSz="911764" rtl="0" eaLnBrk="1" latinLnBrk="0" hangingPunct="1">
                        <a:defRPr sz="1795" kern="1200">
                          <a:solidFill>
                            <a:schemeClr val="dk1"/>
                          </a:solidFill>
                          <a:latin typeface="Aktiv Grotesk" panose="020F0502020204030204"/>
                        </a:defRPr>
                      </a:lvl7pPr>
                      <a:lvl8pPr marL="3191174" algn="l" defTabSz="911764" rtl="0" eaLnBrk="1" latinLnBrk="0" hangingPunct="1">
                        <a:defRPr sz="1795" kern="1200">
                          <a:solidFill>
                            <a:schemeClr val="dk1"/>
                          </a:solidFill>
                          <a:latin typeface="Aktiv Grotesk" panose="020F0502020204030204"/>
                        </a:defRPr>
                      </a:lvl8pPr>
                      <a:lvl9pPr marL="3647054" algn="l" defTabSz="911764" rtl="0" eaLnBrk="1" latinLnBrk="0" hangingPunct="1">
                        <a:defRPr sz="1795" kern="1200">
                          <a:solidFill>
                            <a:schemeClr val="dk1"/>
                          </a:solidFill>
                          <a:latin typeface="Aktiv Grotesk" panose="020F0502020204030204"/>
                        </a:defRPr>
                      </a:lvl9pPr>
                    </a:lstStyle>
                    <a:p>
                      <a:r>
                        <a:rPr lang="en-GB" dirty="0"/>
                        <a:t>Customer</a:t>
                      </a:r>
                    </a:p>
                  </a:txBody>
                  <a:tcPr>
                    <a:lnL>
                      <a:noFill/>
                    </a:lnL>
                    <a:lnR>
                      <a:noFill/>
                    </a:lnR>
                    <a:lnT w="25400" cmpd="sng">
                      <a:solidFill>
                        <a:sysClr val="windowText" lastClr="000000"/>
                      </a:solidFill>
                    </a:lnT>
                    <a:lnB>
                      <a:noFill/>
                    </a:lnB>
                    <a:lnTlToBr w="12700" cmpd="sng">
                      <a:noFill/>
                      <a:prstDash val="solid"/>
                    </a:lnTlToBr>
                    <a:lnBlToTr w="12700" cmpd="sng">
                      <a:noFill/>
                      <a:prstDash val="solid"/>
                    </a:lnBlToTr>
                    <a:solidFill>
                      <a:sysClr val="windowText" lastClr="000000">
                        <a:tint val="20000"/>
                      </a:sysClr>
                    </a:solidFill>
                  </a:tcPr>
                </a:tc>
                <a:extLst>
                  <a:ext uri="{0D108BD9-81ED-4DB2-BD59-A6C34878D82A}">
                    <a16:rowId xmlns:a16="http://schemas.microsoft.com/office/drawing/2014/main" val="73417978"/>
                  </a:ext>
                </a:extLst>
              </a:tr>
              <a:tr h="370840">
                <a:tc>
                  <a:txBody>
                    <a:bodyPr/>
                    <a:lstStyle>
                      <a:lvl1pPr marL="0" algn="l" defTabSz="911764" rtl="0" eaLnBrk="1" latinLnBrk="0" hangingPunct="1">
                        <a:defRPr sz="1795" kern="1200">
                          <a:solidFill>
                            <a:schemeClr val="dk1"/>
                          </a:solidFill>
                          <a:latin typeface="Aktiv Grotesk" panose="020F0502020204030204"/>
                        </a:defRPr>
                      </a:lvl1pPr>
                      <a:lvl2pPr marL="455883" algn="l" defTabSz="911764" rtl="0" eaLnBrk="1" latinLnBrk="0" hangingPunct="1">
                        <a:defRPr sz="1795" kern="1200">
                          <a:solidFill>
                            <a:schemeClr val="dk1"/>
                          </a:solidFill>
                          <a:latin typeface="Aktiv Grotesk" panose="020F0502020204030204"/>
                        </a:defRPr>
                      </a:lvl2pPr>
                      <a:lvl3pPr marL="911764" algn="l" defTabSz="911764" rtl="0" eaLnBrk="1" latinLnBrk="0" hangingPunct="1">
                        <a:defRPr sz="1795" kern="1200">
                          <a:solidFill>
                            <a:schemeClr val="dk1"/>
                          </a:solidFill>
                          <a:latin typeface="Aktiv Grotesk" panose="020F0502020204030204"/>
                        </a:defRPr>
                      </a:lvl3pPr>
                      <a:lvl4pPr marL="1367646" algn="l" defTabSz="911764" rtl="0" eaLnBrk="1" latinLnBrk="0" hangingPunct="1">
                        <a:defRPr sz="1795" kern="1200">
                          <a:solidFill>
                            <a:schemeClr val="dk1"/>
                          </a:solidFill>
                          <a:latin typeface="Aktiv Grotesk" panose="020F0502020204030204"/>
                        </a:defRPr>
                      </a:lvl4pPr>
                      <a:lvl5pPr marL="1823528" algn="l" defTabSz="911764" rtl="0" eaLnBrk="1" latinLnBrk="0" hangingPunct="1">
                        <a:defRPr sz="1795" kern="1200">
                          <a:solidFill>
                            <a:schemeClr val="dk1"/>
                          </a:solidFill>
                          <a:latin typeface="Aktiv Grotesk" panose="020F0502020204030204"/>
                        </a:defRPr>
                      </a:lvl5pPr>
                      <a:lvl6pPr marL="2279409" algn="l" defTabSz="911764" rtl="0" eaLnBrk="1" latinLnBrk="0" hangingPunct="1">
                        <a:defRPr sz="1795" kern="1200">
                          <a:solidFill>
                            <a:schemeClr val="dk1"/>
                          </a:solidFill>
                          <a:latin typeface="Aktiv Grotesk" panose="020F0502020204030204"/>
                        </a:defRPr>
                      </a:lvl6pPr>
                      <a:lvl7pPr marL="2735291" algn="l" defTabSz="911764" rtl="0" eaLnBrk="1" latinLnBrk="0" hangingPunct="1">
                        <a:defRPr sz="1795" kern="1200">
                          <a:solidFill>
                            <a:schemeClr val="dk1"/>
                          </a:solidFill>
                          <a:latin typeface="Aktiv Grotesk" panose="020F0502020204030204"/>
                        </a:defRPr>
                      </a:lvl7pPr>
                      <a:lvl8pPr marL="3191174" algn="l" defTabSz="911764" rtl="0" eaLnBrk="1" latinLnBrk="0" hangingPunct="1">
                        <a:defRPr sz="1795" kern="1200">
                          <a:solidFill>
                            <a:schemeClr val="dk1"/>
                          </a:solidFill>
                          <a:latin typeface="Aktiv Grotesk" panose="020F0502020204030204"/>
                        </a:defRPr>
                      </a:lvl8pPr>
                      <a:lvl9pPr marL="3647054" algn="l" defTabSz="911764" rtl="0" eaLnBrk="1" latinLnBrk="0" hangingPunct="1">
                        <a:defRPr sz="1795" kern="1200">
                          <a:solidFill>
                            <a:schemeClr val="dk1"/>
                          </a:solidFill>
                          <a:latin typeface="Aktiv Grotesk" panose="020F0502020204030204"/>
                        </a:defRPr>
                      </a:lvl9pPr>
                    </a:lstStyle>
                    <a:p>
                      <a:r>
                        <a:rPr lang="en-GB"/>
                        <a:t>No. of Sites</a:t>
                      </a:r>
                      <a:endParaRPr lang="en-GB" dirty="0"/>
                    </a:p>
                  </a:txBody>
                  <a:tcPr>
                    <a:lnL>
                      <a:noFill/>
                    </a:lnL>
                    <a:lnR>
                      <a:noFill/>
                    </a:lnR>
                    <a:lnT>
                      <a:noFill/>
                    </a:lnT>
                    <a:lnB>
                      <a:noFill/>
                    </a:lnB>
                    <a:lnTlToBr w="12700" cmpd="sng">
                      <a:noFill/>
                      <a:prstDash val="solid"/>
                    </a:lnTlToBr>
                    <a:lnBlToTr w="12700" cmpd="sng">
                      <a:noFill/>
                      <a:prstDash val="solid"/>
                    </a:lnBlToTr>
                    <a:solidFill>
                      <a:sysClr val="window" lastClr="FFFFFF"/>
                    </a:solidFill>
                  </a:tcPr>
                </a:tc>
                <a:tc>
                  <a:txBody>
                    <a:bodyPr/>
                    <a:lstStyle>
                      <a:lvl1pPr marL="0" algn="l" defTabSz="911764" rtl="0" eaLnBrk="1" latinLnBrk="0" hangingPunct="1">
                        <a:defRPr sz="1795" kern="1200">
                          <a:solidFill>
                            <a:schemeClr val="dk1"/>
                          </a:solidFill>
                          <a:latin typeface="Aktiv Grotesk" panose="020F0502020204030204"/>
                        </a:defRPr>
                      </a:lvl1pPr>
                      <a:lvl2pPr marL="455883" algn="l" defTabSz="911764" rtl="0" eaLnBrk="1" latinLnBrk="0" hangingPunct="1">
                        <a:defRPr sz="1795" kern="1200">
                          <a:solidFill>
                            <a:schemeClr val="dk1"/>
                          </a:solidFill>
                          <a:latin typeface="Aktiv Grotesk" panose="020F0502020204030204"/>
                        </a:defRPr>
                      </a:lvl2pPr>
                      <a:lvl3pPr marL="911764" algn="l" defTabSz="911764" rtl="0" eaLnBrk="1" latinLnBrk="0" hangingPunct="1">
                        <a:defRPr sz="1795" kern="1200">
                          <a:solidFill>
                            <a:schemeClr val="dk1"/>
                          </a:solidFill>
                          <a:latin typeface="Aktiv Grotesk" panose="020F0502020204030204"/>
                        </a:defRPr>
                      </a:lvl3pPr>
                      <a:lvl4pPr marL="1367646" algn="l" defTabSz="911764" rtl="0" eaLnBrk="1" latinLnBrk="0" hangingPunct="1">
                        <a:defRPr sz="1795" kern="1200">
                          <a:solidFill>
                            <a:schemeClr val="dk1"/>
                          </a:solidFill>
                          <a:latin typeface="Aktiv Grotesk" panose="020F0502020204030204"/>
                        </a:defRPr>
                      </a:lvl4pPr>
                      <a:lvl5pPr marL="1823528" algn="l" defTabSz="911764" rtl="0" eaLnBrk="1" latinLnBrk="0" hangingPunct="1">
                        <a:defRPr sz="1795" kern="1200">
                          <a:solidFill>
                            <a:schemeClr val="dk1"/>
                          </a:solidFill>
                          <a:latin typeface="Aktiv Grotesk" panose="020F0502020204030204"/>
                        </a:defRPr>
                      </a:lvl5pPr>
                      <a:lvl6pPr marL="2279409" algn="l" defTabSz="911764" rtl="0" eaLnBrk="1" latinLnBrk="0" hangingPunct="1">
                        <a:defRPr sz="1795" kern="1200">
                          <a:solidFill>
                            <a:schemeClr val="dk1"/>
                          </a:solidFill>
                          <a:latin typeface="Aktiv Grotesk" panose="020F0502020204030204"/>
                        </a:defRPr>
                      </a:lvl6pPr>
                      <a:lvl7pPr marL="2735291" algn="l" defTabSz="911764" rtl="0" eaLnBrk="1" latinLnBrk="0" hangingPunct="1">
                        <a:defRPr sz="1795" kern="1200">
                          <a:solidFill>
                            <a:schemeClr val="dk1"/>
                          </a:solidFill>
                          <a:latin typeface="Aktiv Grotesk" panose="020F0502020204030204"/>
                        </a:defRPr>
                      </a:lvl7pPr>
                      <a:lvl8pPr marL="3191174" algn="l" defTabSz="911764" rtl="0" eaLnBrk="1" latinLnBrk="0" hangingPunct="1">
                        <a:defRPr sz="1795" kern="1200">
                          <a:solidFill>
                            <a:schemeClr val="dk1"/>
                          </a:solidFill>
                          <a:latin typeface="Aktiv Grotesk" panose="020F0502020204030204"/>
                        </a:defRPr>
                      </a:lvl8pPr>
                      <a:lvl9pPr marL="3647054" algn="l" defTabSz="911764" rtl="0" eaLnBrk="1" latinLnBrk="0" hangingPunct="1">
                        <a:defRPr sz="1795" kern="1200">
                          <a:solidFill>
                            <a:schemeClr val="dk1"/>
                          </a:solidFill>
                          <a:latin typeface="Aktiv Grotesk" panose="020F0502020204030204"/>
                        </a:defRPr>
                      </a:lvl9pPr>
                    </a:lstStyle>
                    <a:p>
                      <a:r>
                        <a:rPr lang="en-GB" dirty="0"/>
                        <a:t>1</a:t>
                      </a:r>
                    </a:p>
                  </a:txBody>
                  <a:tcPr>
                    <a:lnL>
                      <a:noFill/>
                    </a:lnL>
                    <a:lnR>
                      <a:noFill/>
                    </a:lnR>
                    <a:lnT>
                      <a:noFill/>
                    </a:lnT>
                    <a:lnB>
                      <a:no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23627583"/>
                  </a:ext>
                </a:extLst>
              </a:tr>
              <a:tr h="370840">
                <a:tc>
                  <a:txBody>
                    <a:bodyPr/>
                    <a:lstStyle>
                      <a:lvl1pPr marL="0" algn="l" defTabSz="911764" rtl="0" eaLnBrk="1" latinLnBrk="0" hangingPunct="1">
                        <a:defRPr sz="1795" kern="1200">
                          <a:solidFill>
                            <a:schemeClr val="dk1"/>
                          </a:solidFill>
                          <a:latin typeface="Aktiv Grotesk" panose="020F0502020204030204"/>
                        </a:defRPr>
                      </a:lvl1pPr>
                      <a:lvl2pPr marL="455883" algn="l" defTabSz="911764" rtl="0" eaLnBrk="1" latinLnBrk="0" hangingPunct="1">
                        <a:defRPr sz="1795" kern="1200">
                          <a:solidFill>
                            <a:schemeClr val="dk1"/>
                          </a:solidFill>
                          <a:latin typeface="Aktiv Grotesk" panose="020F0502020204030204"/>
                        </a:defRPr>
                      </a:lvl2pPr>
                      <a:lvl3pPr marL="911764" algn="l" defTabSz="911764" rtl="0" eaLnBrk="1" latinLnBrk="0" hangingPunct="1">
                        <a:defRPr sz="1795" kern="1200">
                          <a:solidFill>
                            <a:schemeClr val="dk1"/>
                          </a:solidFill>
                          <a:latin typeface="Aktiv Grotesk" panose="020F0502020204030204"/>
                        </a:defRPr>
                      </a:lvl3pPr>
                      <a:lvl4pPr marL="1367646" algn="l" defTabSz="911764" rtl="0" eaLnBrk="1" latinLnBrk="0" hangingPunct="1">
                        <a:defRPr sz="1795" kern="1200">
                          <a:solidFill>
                            <a:schemeClr val="dk1"/>
                          </a:solidFill>
                          <a:latin typeface="Aktiv Grotesk" panose="020F0502020204030204"/>
                        </a:defRPr>
                      </a:lvl4pPr>
                      <a:lvl5pPr marL="1823528" algn="l" defTabSz="911764" rtl="0" eaLnBrk="1" latinLnBrk="0" hangingPunct="1">
                        <a:defRPr sz="1795" kern="1200">
                          <a:solidFill>
                            <a:schemeClr val="dk1"/>
                          </a:solidFill>
                          <a:latin typeface="Aktiv Grotesk" panose="020F0502020204030204"/>
                        </a:defRPr>
                      </a:lvl5pPr>
                      <a:lvl6pPr marL="2279409" algn="l" defTabSz="911764" rtl="0" eaLnBrk="1" latinLnBrk="0" hangingPunct="1">
                        <a:defRPr sz="1795" kern="1200">
                          <a:solidFill>
                            <a:schemeClr val="dk1"/>
                          </a:solidFill>
                          <a:latin typeface="Aktiv Grotesk" panose="020F0502020204030204"/>
                        </a:defRPr>
                      </a:lvl6pPr>
                      <a:lvl7pPr marL="2735291" algn="l" defTabSz="911764" rtl="0" eaLnBrk="1" latinLnBrk="0" hangingPunct="1">
                        <a:defRPr sz="1795" kern="1200">
                          <a:solidFill>
                            <a:schemeClr val="dk1"/>
                          </a:solidFill>
                          <a:latin typeface="Aktiv Grotesk" panose="020F0502020204030204"/>
                        </a:defRPr>
                      </a:lvl7pPr>
                      <a:lvl8pPr marL="3191174" algn="l" defTabSz="911764" rtl="0" eaLnBrk="1" latinLnBrk="0" hangingPunct="1">
                        <a:defRPr sz="1795" kern="1200">
                          <a:solidFill>
                            <a:schemeClr val="dk1"/>
                          </a:solidFill>
                          <a:latin typeface="Aktiv Grotesk" panose="020F0502020204030204"/>
                        </a:defRPr>
                      </a:lvl8pPr>
                      <a:lvl9pPr marL="3647054" algn="l" defTabSz="911764" rtl="0" eaLnBrk="1" latinLnBrk="0" hangingPunct="1">
                        <a:defRPr sz="1795" kern="1200">
                          <a:solidFill>
                            <a:schemeClr val="dk1"/>
                          </a:solidFill>
                          <a:latin typeface="Aktiv Grotesk" panose="020F0502020204030204"/>
                        </a:defRPr>
                      </a:lvl9pPr>
                    </a:lstStyle>
                    <a:p>
                      <a:r>
                        <a:rPr lang="en-GB"/>
                        <a:t>Site Location</a:t>
                      </a:r>
                      <a:endParaRPr lang="en-GB" dirty="0"/>
                    </a:p>
                  </a:txBody>
                  <a:tcPr>
                    <a:lnL>
                      <a:noFill/>
                    </a:lnL>
                    <a:lnR>
                      <a:noFill/>
                    </a:lnR>
                    <a:lnT>
                      <a:noFill/>
                    </a:lnT>
                    <a:lnB>
                      <a:noFill/>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1764" rtl="0" eaLnBrk="1" latinLnBrk="0" hangingPunct="1">
                        <a:defRPr sz="1795" kern="1200">
                          <a:solidFill>
                            <a:schemeClr val="dk1"/>
                          </a:solidFill>
                          <a:latin typeface="Aktiv Grotesk" panose="020F0502020204030204"/>
                        </a:defRPr>
                      </a:lvl1pPr>
                      <a:lvl2pPr marL="455883" algn="l" defTabSz="911764" rtl="0" eaLnBrk="1" latinLnBrk="0" hangingPunct="1">
                        <a:defRPr sz="1795" kern="1200">
                          <a:solidFill>
                            <a:schemeClr val="dk1"/>
                          </a:solidFill>
                          <a:latin typeface="Aktiv Grotesk" panose="020F0502020204030204"/>
                        </a:defRPr>
                      </a:lvl2pPr>
                      <a:lvl3pPr marL="911764" algn="l" defTabSz="911764" rtl="0" eaLnBrk="1" latinLnBrk="0" hangingPunct="1">
                        <a:defRPr sz="1795" kern="1200">
                          <a:solidFill>
                            <a:schemeClr val="dk1"/>
                          </a:solidFill>
                          <a:latin typeface="Aktiv Grotesk" panose="020F0502020204030204"/>
                        </a:defRPr>
                      </a:lvl3pPr>
                      <a:lvl4pPr marL="1367646" algn="l" defTabSz="911764" rtl="0" eaLnBrk="1" latinLnBrk="0" hangingPunct="1">
                        <a:defRPr sz="1795" kern="1200">
                          <a:solidFill>
                            <a:schemeClr val="dk1"/>
                          </a:solidFill>
                          <a:latin typeface="Aktiv Grotesk" panose="020F0502020204030204"/>
                        </a:defRPr>
                      </a:lvl4pPr>
                      <a:lvl5pPr marL="1823528" algn="l" defTabSz="911764" rtl="0" eaLnBrk="1" latinLnBrk="0" hangingPunct="1">
                        <a:defRPr sz="1795" kern="1200">
                          <a:solidFill>
                            <a:schemeClr val="dk1"/>
                          </a:solidFill>
                          <a:latin typeface="Aktiv Grotesk" panose="020F0502020204030204"/>
                        </a:defRPr>
                      </a:lvl5pPr>
                      <a:lvl6pPr marL="2279409" algn="l" defTabSz="911764" rtl="0" eaLnBrk="1" latinLnBrk="0" hangingPunct="1">
                        <a:defRPr sz="1795" kern="1200">
                          <a:solidFill>
                            <a:schemeClr val="dk1"/>
                          </a:solidFill>
                          <a:latin typeface="Aktiv Grotesk" panose="020F0502020204030204"/>
                        </a:defRPr>
                      </a:lvl6pPr>
                      <a:lvl7pPr marL="2735291" algn="l" defTabSz="911764" rtl="0" eaLnBrk="1" latinLnBrk="0" hangingPunct="1">
                        <a:defRPr sz="1795" kern="1200">
                          <a:solidFill>
                            <a:schemeClr val="dk1"/>
                          </a:solidFill>
                          <a:latin typeface="Aktiv Grotesk" panose="020F0502020204030204"/>
                        </a:defRPr>
                      </a:lvl7pPr>
                      <a:lvl8pPr marL="3191174" algn="l" defTabSz="911764" rtl="0" eaLnBrk="1" latinLnBrk="0" hangingPunct="1">
                        <a:defRPr sz="1795" kern="1200">
                          <a:solidFill>
                            <a:schemeClr val="dk1"/>
                          </a:solidFill>
                          <a:latin typeface="Aktiv Grotesk" panose="020F0502020204030204"/>
                        </a:defRPr>
                      </a:lvl8pPr>
                      <a:lvl9pPr marL="3647054" algn="l" defTabSz="911764" rtl="0" eaLnBrk="1" latinLnBrk="0" hangingPunct="1">
                        <a:defRPr sz="1795" kern="1200">
                          <a:solidFill>
                            <a:schemeClr val="dk1"/>
                          </a:solidFill>
                          <a:latin typeface="Aktiv Grotesk" panose="020F0502020204030204"/>
                        </a:defRPr>
                      </a:lvl9pPr>
                    </a:lstStyle>
                    <a:p>
                      <a:r>
                        <a:rPr lang="en-GB" dirty="0"/>
                        <a:t>UAE</a:t>
                      </a:r>
                    </a:p>
                  </a:txBody>
                  <a:tcPr>
                    <a:lnL>
                      <a:noFill/>
                    </a:lnL>
                    <a:lnR>
                      <a:noFill/>
                    </a:lnR>
                    <a:lnT>
                      <a:noFill/>
                    </a:lnT>
                    <a:lnB>
                      <a:noFill/>
                    </a:lnB>
                    <a:lnTlToBr w="12700" cmpd="sng">
                      <a:noFill/>
                      <a:prstDash val="solid"/>
                    </a:lnTlToBr>
                    <a:lnBlToTr w="12700" cmpd="sng">
                      <a:noFill/>
                      <a:prstDash val="solid"/>
                    </a:lnBlToTr>
                    <a:solidFill>
                      <a:sysClr val="windowText" lastClr="000000">
                        <a:tint val="20000"/>
                      </a:sysClr>
                    </a:solidFill>
                  </a:tcPr>
                </a:tc>
                <a:extLst>
                  <a:ext uri="{0D108BD9-81ED-4DB2-BD59-A6C34878D82A}">
                    <a16:rowId xmlns:a16="http://schemas.microsoft.com/office/drawing/2014/main" val="1094448234"/>
                  </a:ext>
                </a:extLst>
              </a:tr>
              <a:tr h="370840">
                <a:tc>
                  <a:txBody>
                    <a:bodyPr/>
                    <a:lstStyle>
                      <a:lvl1pPr marL="0" algn="l" defTabSz="911764" rtl="0" eaLnBrk="1" latinLnBrk="0" hangingPunct="1">
                        <a:defRPr sz="1795" kern="1200">
                          <a:solidFill>
                            <a:schemeClr val="dk1"/>
                          </a:solidFill>
                          <a:latin typeface="Aktiv Grotesk" panose="020F0502020204030204"/>
                        </a:defRPr>
                      </a:lvl1pPr>
                      <a:lvl2pPr marL="455883" algn="l" defTabSz="911764" rtl="0" eaLnBrk="1" latinLnBrk="0" hangingPunct="1">
                        <a:defRPr sz="1795" kern="1200">
                          <a:solidFill>
                            <a:schemeClr val="dk1"/>
                          </a:solidFill>
                          <a:latin typeface="Aktiv Grotesk" panose="020F0502020204030204"/>
                        </a:defRPr>
                      </a:lvl2pPr>
                      <a:lvl3pPr marL="911764" algn="l" defTabSz="911764" rtl="0" eaLnBrk="1" latinLnBrk="0" hangingPunct="1">
                        <a:defRPr sz="1795" kern="1200">
                          <a:solidFill>
                            <a:schemeClr val="dk1"/>
                          </a:solidFill>
                          <a:latin typeface="Aktiv Grotesk" panose="020F0502020204030204"/>
                        </a:defRPr>
                      </a:lvl3pPr>
                      <a:lvl4pPr marL="1367646" algn="l" defTabSz="911764" rtl="0" eaLnBrk="1" latinLnBrk="0" hangingPunct="1">
                        <a:defRPr sz="1795" kern="1200">
                          <a:solidFill>
                            <a:schemeClr val="dk1"/>
                          </a:solidFill>
                          <a:latin typeface="Aktiv Grotesk" panose="020F0502020204030204"/>
                        </a:defRPr>
                      </a:lvl4pPr>
                      <a:lvl5pPr marL="1823528" algn="l" defTabSz="911764" rtl="0" eaLnBrk="1" latinLnBrk="0" hangingPunct="1">
                        <a:defRPr sz="1795" kern="1200">
                          <a:solidFill>
                            <a:schemeClr val="dk1"/>
                          </a:solidFill>
                          <a:latin typeface="Aktiv Grotesk" panose="020F0502020204030204"/>
                        </a:defRPr>
                      </a:lvl5pPr>
                      <a:lvl6pPr marL="2279409" algn="l" defTabSz="911764" rtl="0" eaLnBrk="1" latinLnBrk="0" hangingPunct="1">
                        <a:defRPr sz="1795" kern="1200">
                          <a:solidFill>
                            <a:schemeClr val="dk1"/>
                          </a:solidFill>
                          <a:latin typeface="Aktiv Grotesk" panose="020F0502020204030204"/>
                        </a:defRPr>
                      </a:lvl6pPr>
                      <a:lvl7pPr marL="2735291" algn="l" defTabSz="911764" rtl="0" eaLnBrk="1" latinLnBrk="0" hangingPunct="1">
                        <a:defRPr sz="1795" kern="1200">
                          <a:solidFill>
                            <a:schemeClr val="dk1"/>
                          </a:solidFill>
                          <a:latin typeface="Aktiv Grotesk" panose="020F0502020204030204"/>
                        </a:defRPr>
                      </a:lvl7pPr>
                      <a:lvl8pPr marL="3191174" algn="l" defTabSz="911764" rtl="0" eaLnBrk="1" latinLnBrk="0" hangingPunct="1">
                        <a:defRPr sz="1795" kern="1200">
                          <a:solidFill>
                            <a:schemeClr val="dk1"/>
                          </a:solidFill>
                          <a:latin typeface="Aktiv Grotesk" panose="020F0502020204030204"/>
                        </a:defRPr>
                      </a:lvl8pPr>
                      <a:lvl9pPr marL="3647054" algn="l" defTabSz="911764" rtl="0" eaLnBrk="1" latinLnBrk="0" hangingPunct="1">
                        <a:defRPr sz="1795" kern="1200">
                          <a:solidFill>
                            <a:schemeClr val="dk1"/>
                          </a:solidFill>
                          <a:latin typeface="Aktiv Grotesk" panose="020F0502020204030204"/>
                        </a:defRPr>
                      </a:lvl9pPr>
                    </a:lstStyle>
                    <a:p>
                      <a:r>
                        <a:rPr lang="en-GB" dirty="0"/>
                        <a:t>No. of Machines</a:t>
                      </a:r>
                    </a:p>
                  </a:txBody>
                  <a:tcPr>
                    <a:lnL>
                      <a:noFill/>
                    </a:lnL>
                    <a:lnR>
                      <a:noFill/>
                    </a:lnR>
                    <a:lnT>
                      <a:noFill/>
                    </a:lnT>
                    <a:lnB>
                      <a:noFill/>
                    </a:lnB>
                    <a:lnTlToBr w="12700" cmpd="sng">
                      <a:noFill/>
                      <a:prstDash val="solid"/>
                    </a:lnTlToBr>
                    <a:lnBlToTr w="12700" cmpd="sng">
                      <a:noFill/>
                      <a:prstDash val="solid"/>
                    </a:lnBlToTr>
                    <a:solidFill>
                      <a:sysClr val="window" lastClr="FFFFFF"/>
                    </a:solidFill>
                  </a:tcPr>
                </a:tc>
                <a:tc>
                  <a:txBody>
                    <a:bodyPr/>
                    <a:lstStyle>
                      <a:lvl1pPr marL="0" algn="l" defTabSz="911764" rtl="0" eaLnBrk="1" latinLnBrk="0" hangingPunct="1">
                        <a:defRPr sz="1795" kern="1200">
                          <a:solidFill>
                            <a:schemeClr val="dk1"/>
                          </a:solidFill>
                          <a:latin typeface="Aktiv Grotesk" panose="020F0502020204030204"/>
                        </a:defRPr>
                      </a:lvl1pPr>
                      <a:lvl2pPr marL="455883" algn="l" defTabSz="911764" rtl="0" eaLnBrk="1" latinLnBrk="0" hangingPunct="1">
                        <a:defRPr sz="1795" kern="1200">
                          <a:solidFill>
                            <a:schemeClr val="dk1"/>
                          </a:solidFill>
                          <a:latin typeface="Aktiv Grotesk" panose="020F0502020204030204"/>
                        </a:defRPr>
                      </a:lvl2pPr>
                      <a:lvl3pPr marL="911764" algn="l" defTabSz="911764" rtl="0" eaLnBrk="1" latinLnBrk="0" hangingPunct="1">
                        <a:defRPr sz="1795" kern="1200">
                          <a:solidFill>
                            <a:schemeClr val="dk1"/>
                          </a:solidFill>
                          <a:latin typeface="Aktiv Grotesk" panose="020F0502020204030204"/>
                        </a:defRPr>
                      </a:lvl3pPr>
                      <a:lvl4pPr marL="1367646" algn="l" defTabSz="911764" rtl="0" eaLnBrk="1" latinLnBrk="0" hangingPunct="1">
                        <a:defRPr sz="1795" kern="1200">
                          <a:solidFill>
                            <a:schemeClr val="dk1"/>
                          </a:solidFill>
                          <a:latin typeface="Aktiv Grotesk" panose="020F0502020204030204"/>
                        </a:defRPr>
                      </a:lvl4pPr>
                      <a:lvl5pPr marL="1823528" algn="l" defTabSz="911764" rtl="0" eaLnBrk="1" latinLnBrk="0" hangingPunct="1">
                        <a:defRPr sz="1795" kern="1200">
                          <a:solidFill>
                            <a:schemeClr val="dk1"/>
                          </a:solidFill>
                          <a:latin typeface="Aktiv Grotesk" panose="020F0502020204030204"/>
                        </a:defRPr>
                      </a:lvl5pPr>
                      <a:lvl6pPr marL="2279409" algn="l" defTabSz="911764" rtl="0" eaLnBrk="1" latinLnBrk="0" hangingPunct="1">
                        <a:defRPr sz="1795" kern="1200">
                          <a:solidFill>
                            <a:schemeClr val="dk1"/>
                          </a:solidFill>
                          <a:latin typeface="Aktiv Grotesk" panose="020F0502020204030204"/>
                        </a:defRPr>
                      </a:lvl6pPr>
                      <a:lvl7pPr marL="2735291" algn="l" defTabSz="911764" rtl="0" eaLnBrk="1" latinLnBrk="0" hangingPunct="1">
                        <a:defRPr sz="1795" kern="1200">
                          <a:solidFill>
                            <a:schemeClr val="dk1"/>
                          </a:solidFill>
                          <a:latin typeface="Aktiv Grotesk" panose="020F0502020204030204"/>
                        </a:defRPr>
                      </a:lvl7pPr>
                      <a:lvl8pPr marL="3191174" algn="l" defTabSz="911764" rtl="0" eaLnBrk="1" latinLnBrk="0" hangingPunct="1">
                        <a:defRPr sz="1795" kern="1200">
                          <a:solidFill>
                            <a:schemeClr val="dk1"/>
                          </a:solidFill>
                          <a:latin typeface="Aktiv Grotesk" panose="020F0502020204030204"/>
                        </a:defRPr>
                      </a:lvl8pPr>
                      <a:lvl9pPr marL="3647054" algn="l" defTabSz="911764" rtl="0" eaLnBrk="1" latinLnBrk="0" hangingPunct="1">
                        <a:defRPr sz="1795" kern="1200">
                          <a:solidFill>
                            <a:schemeClr val="dk1"/>
                          </a:solidFill>
                          <a:latin typeface="Aktiv Grotesk" panose="020F0502020204030204"/>
                        </a:defRPr>
                      </a:lvl9pPr>
                    </a:lstStyle>
                    <a:p>
                      <a:r>
                        <a:rPr lang="en-GB"/>
                        <a:t>77</a:t>
                      </a:r>
                      <a:endParaRPr lang="en-GB" dirty="0"/>
                    </a:p>
                  </a:txBody>
                  <a:tcPr>
                    <a:lnL>
                      <a:noFill/>
                    </a:lnL>
                    <a:lnR>
                      <a:noFill/>
                    </a:lnR>
                    <a:lnT>
                      <a:noFill/>
                    </a:lnT>
                    <a:lnB>
                      <a:no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686892627"/>
                  </a:ext>
                </a:extLst>
              </a:tr>
              <a:tr h="370840">
                <a:tc>
                  <a:txBody>
                    <a:bodyPr/>
                    <a:lstStyle>
                      <a:lvl1pPr marL="0" algn="l" defTabSz="911764" rtl="0" eaLnBrk="1" latinLnBrk="0" hangingPunct="1">
                        <a:defRPr sz="1795" kern="1200">
                          <a:solidFill>
                            <a:schemeClr val="dk1"/>
                          </a:solidFill>
                          <a:latin typeface="Aktiv Grotesk" panose="020F0502020204030204"/>
                        </a:defRPr>
                      </a:lvl1pPr>
                      <a:lvl2pPr marL="455883" algn="l" defTabSz="911764" rtl="0" eaLnBrk="1" latinLnBrk="0" hangingPunct="1">
                        <a:defRPr sz="1795" kern="1200">
                          <a:solidFill>
                            <a:schemeClr val="dk1"/>
                          </a:solidFill>
                          <a:latin typeface="Aktiv Grotesk" panose="020F0502020204030204"/>
                        </a:defRPr>
                      </a:lvl2pPr>
                      <a:lvl3pPr marL="911764" algn="l" defTabSz="911764" rtl="0" eaLnBrk="1" latinLnBrk="0" hangingPunct="1">
                        <a:defRPr sz="1795" kern="1200">
                          <a:solidFill>
                            <a:schemeClr val="dk1"/>
                          </a:solidFill>
                          <a:latin typeface="Aktiv Grotesk" panose="020F0502020204030204"/>
                        </a:defRPr>
                      </a:lvl3pPr>
                      <a:lvl4pPr marL="1367646" algn="l" defTabSz="911764" rtl="0" eaLnBrk="1" latinLnBrk="0" hangingPunct="1">
                        <a:defRPr sz="1795" kern="1200">
                          <a:solidFill>
                            <a:schemeClr val="dk1"/>
                          </a:solidFill>
                          <a:latin typeface="Aktiv Grotesk" panose="020F0502020204030204"/>
                        </a:defRPr>
                      </a:lvl4pPr>
                      <a:lvl5pPr marL="1823528" algn="l" defTabSz="911764" rtl="0" eaLnBrk="1" latinLnBrk="0" hangingPunct="1">
                        <a:defRPr sz="1795" kern="1200">
                          <a:solidFill>
                            <a:schemeClr val="dk1"/>
                          </a:solidFill>
                          <a:latin typeface="Aktiv Grotesk" panose="020F0502020204030204"/>
                        </a:defRPr>
                      </a:lvl5pPr>
                      <a:lvl6pPr marL="2279409" algn="l" defTabSz="911764" rtl="0" eaLnBrk="1" latinLnBrk="0" hangingPunct="1">
                        <a:defRPr sz="1795" kern="1200">
                          <a:solidFill>
                            <a:schemeClr val="dk1"/>
                          </a:solidFill>
                          <a:latin typeface="Aktiv Grotesk" panose="020F0502020204030204"/>
                        </a:defRPr>
                      </a:lvl6pPr>
                      <a:lvl7pPr marL="2735291" algn="l" defTabSz="911764" rtl="0" eaLnBrk="1" latinLnBrk="0" hangingPunct="1">
                        <a:defRPr sz="1795" kern="1200">
                          <a:solidFill>
                            <a:schemeClr val="dk1"/>
                          </a:solidFill>
                          <a:latin typeface="Aktiv Grotesk" panose="020F0502020204030204"/>
                        </a:defRPr>
                      </a:lvl7pPr>
                      <a:lvl8pPr marL="3191174" algn="l" defTabSz="911764" rtl="0" eaLnBrk="1" latinLnBrk="0" hangingPunct="1">
                        <a:defRPr sz="1795" kern="1200">
                          <a:solidFill>
                            <a:schemeClr val="dk1"/>
                          </a:solidFill>
                          <a:latin typeface="Aktiv Grotesk" panose="020F0502020204030204"/>
                        </a:defRPr>
                      </a:lvl8pPr>
                      <a:lvl9pPr marL="3647054" algn="l" defTabSz="911764" rtl="0" eaLnBrk="1" latinLnBrk="0" hangingPunct="1">
                        <a:defRPr sz="1795" kern="1200">
                          <a:solidFill>
                            <a:schemeClr val="dk1"/>
                          </a:solidFill>
                          <a:latin typeface="Aktiv Grotesk" panose="020F0502020204030204"/>
                        </a:defRPr>
                      </a:lvl9pPr>
                    </a:lstStyle>
                    <a:p>
                      <a:r>
                        <a:rPr lang="en-GB" dirty="0"/>
                        <a:t>Environment Groups</a:t>
                      </a:r>
                    </a:p>
                  </a:txBody>
                  <a:tcPr>
                    <a:lnL>
                      <a:noFill/>
                    </a:lnL>
                    <a:lnR>
                      <a:noFill/>
                    </a:lnR>
                    <a:lnT>
                      <a:noFill/>
                    </a:lnT>
                    <a:lnB>
                      <a:noFill/>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1764" rtl="0" eaLnBrk="1" latinLnBrk="0" hangingPunct="1">
                        <a:defRPr sz="1795" kern="1200">
                          <a:solidFill>
                            <a:schemeClr val="dk1"/>
                          </a:solidFill>
                          <a:latin typeface="Aktiv Grotesk" panose="020F0502020204030204"/>
                        </a:defRPr>
                      </a:lvl1pPr>
                      <a:lvl2pPr marL="455883" algn="l" defTabSz="911764" rtl="0" eaLnBrk="1" latinLnBrk="0" hangingPunct="1">
                        <a:defRPr sz="1795" kern="1200">
                          <a:solidFill>
                            <a:schemeClr val="dk1"/>
                          </a:solidFill>
                          <a:latin typeface="Aktiv Grotesk" panose="020F0502020204030204"/>
                        </a:defRPr>
                      </a:lvl2pPr>
                      <a:lvl3pPr marL="911764" algn="l" defTabSz="911764" rtl="0" eaLnBrk="1" latinLnBrk="0" hangingPunct="1">
                        <a:defRPr sz="1795" kern="1200">
                          <a:solidFill>
                            <a:schemeClr val="dk1"/>
                          </a:solidFill>
                          <a:latin typeface="Aktiv Grotesk" panose="020F0502020204030204"/>
                        </a:defRPr>
                      </a:lvl3pPr>
                      <a:lvl4pPr marL="1367646" algn="l" defTabSz="911764" rtl="0" eaLnBrk="1" latinLnBrk="0" hangingPunct="1">
                        <a:defRPr sz="1795" kern="1200">
                          <a:solidFill>
                            <a:schemeClr val="dk1"/>
                          </a:solidFill>
                          <a:latin typeface="Aktiv Grotesk" panose="020F0502020204030204"/>
                        </a:defRPr>
                      </a:lvl4pPr>
                      <a:lvl5pPr marL="1823528" algn="l" defTabSz="911764" rtl="0" eaLnBrk="1" latinLnBrk="0" hangingPunct="1">
                        <a:defRPr sz="1795" kern="1200">
                          <a:solidFill>
                            <a:schemeClr val="dk1"/>
                          </a:solidFill>
                          <a:latin typeface="Aktiv Grotesk" panose="020F0502020204030204"/>
                        </a:defRPr>
                      </a:lvl5pPr>
                      <a:lvl6pPr marL="2279409" algn="l" defTabSz="911764" rtl="0" eaLnBrk="1" latinLnBrk="0" hangingPunct="1">
                        <a:defRPr sz="1795" kern="1200">
                          <a:solidFill>
                            <a:schemeClr val="dk1"/>
                          </a:solidFill>
                          <a:latin typeface="Aktiv Grotesk" panose="020F0502020204030204"/>
                        </a:defRPr>
                      </a:lvl6pPr>
                      <a:lvl7pPr marL="2735291" algn="l" defTabSz="911764" rtl="0" eaLnBrk="1" latinLnBrk="0" hangingPunct="1">
                        <a:defRPr sz="1795" kern="1200">
                          <a:solidFill>
                            <a:schemeClr val="dk1"/>
                          </a:solidFill>
                          <a:latin typeface="Aktiv Grotesk" panose="020F0502020204030204"/>
                        </a:defRPr>
                      </a:lvl7pPr>
                      <a:lvl8pPr marL="3191174" algn="l" defTabSz="911764" rtl="0" eaLnBrk="1" latinLnBrk="0" hangingPunct="1">
                        <a:defRPr sz="1795" kern="1200">
                          <a:solidFill>
                            <a:schemeClr val="dk1"/>
                          </a:solidFill>
                          <a:latin typeface="Aktiv Grotesk" panose="020F0502020204030204"/>
                        </a:defRPr>
                      </a:lvl8pPr>
                      <a:lvl9pPr marL="3647054" algn="l" defTabSz="911764" rtl="0" eaLnBrk="1" latinLnBrk="0" hangingPunct="1">
                        <a:defRPr sz="1795" kern="1200">
                          <a:solidFill>
                            <a:schemeClr val="dk1"/>
                          </a:solidFill>
                          <a:latin typeface="Aktiv Grotesk" panose="020F0502020204030204"/>
                        </a:defRPr>
                      </a:lvl9pPr>
                    </a:lstStyle>
                    <a:p>
                      <a:r>
                        <a:rPr lang="en-GB" dirty="0"/>
                        <a:t>1</a:t>
                      </a:r>
                    </a:p>
                  </a:txBody>
                  <a:tcPr>
                    <a:lnL>
                      <a:noFill/>
                    </a:lnL>
                    <a:lnR>
                      <a:noFill/>
                    </a:lnR>
                    <a:lnT>
                      <a:noFill/>
                    </a:lnT>
                    <a:lnB>
                      <a:noFill/>
                    </a:lnB>
                    <a:lnTlToBr w="12700" cmpd="sng">
                      <a:noFill/>
                      <a:prstDash val="solid"/>
                    </a:lnTlToBr>
                    <a:lnBlToTr w="12700" cmpd="sng">
                      <a:noFill/>
                      <a:prstDash val="solid"/>
                    </a:lnBlToTr>
                    <a:solidFill>
                      <a:sysClr val="windowText" lastClr="000000">
                        <a:tint val="20000"/>
                      </a:sysClr>
                    </a:solidFill>
                  </a:tcPr>
                </a:tc>
                <a:extLst>
                  <a:ext uri="{0D108BD9-81ED-4DB2-BD59-A6C34878D82A}">
                    <a16:rowId xmlns:a16="http://schemas.microsoft.com/office/drawing/2014/main" val="1637819521"/>
                  </a:ext>
                </a:extLst>
              </a:tr>
              <a:tr h="370840">
                <a:tc>
                  <a:txBody>
                    <a:bodyPr/>
                    <a:lstStyle>
                      <a:lvl1pPr marL="0" algn="l" defTabSz="911764" rtl="0" eaLnBrk="1" latinLnBrk="0" hangingPunct="1">
                        <a:defRPr sz="1795" kern="1200">
                          <a:solidFill>
                            <a:schemeClr val="dk1"/>
                          </a:solidFill>
                          <a:latin typeface="Aktiv Grotesk" panose="020F0502020204030204"/>
                        </a:defRPr>
                      </a:lvl1pPr>
                      <a:lvl2pPr marL="455883" algn="l" defTabSz="911764" rtl="0" eaLnBrk="1" latinLnBrk="0" hangingPunct="1">
                        <a:defRPr sz="1795" kern="1200">
                          <a:solidFill>
                            <a:schemeClr val="dk1"/>
                          </a:solidFill>
                          <a:latin typeface="Aktiv Grotesk" panose="020F0502020204030204"/>
                        </a:defRPr>
                      </a:lvl2pPr>
                      <a:lvl3pPr marL="911764" algn="l" defTabSz="911764" rtl="0" eaLnBrk="1" latinLnBrk="0" hangingPunct="1">
                        <a:defRPr sz="1795" kern="1200">
                          <a:solidFill>
                            <a:schemeClr val="dk1"/>
                          </a:solidFill>
                          <a:latin typeface="Aktiv Grotesk" panose="020F0502020204030204"/>
                        </a:defRPr>
                      </a:lvl3pPr>
                      <a:lvl4pPr marL="1367646" algn="l" defTabSz="911764" rtl="0" eaLnBrk="1" latinLnBrk="0" hangingPunct="1">
                        <a:defRPr sz="1795" kern="1200">
                          <a:solidFill>
                            <a:schemeClr val="dk1"/>
                          </a:solidFill>
                          <a:latin typeface="Aktiv Grotesk" panose="020F0502020204030204"/>
                        </a:defRPr>
                      </a:lvl4pPr>
                      <a:lvl5pPr marL="1823528" algn="l" defTabSz="911764" rtl="0" eaLnBrk="1" latinLnBrk="0" hangingPunct="1">
                        <a:defRPr sz="1795" kern="1200">
                          <a:solidFill>
                            <a:schemeClr val="dk1"/>
                          </a:solidFill>
                          <a:latin typeface="Aktiv Grotesk" panose="020F0502020204030204"/>
                        </a:defRPr>
                      </a:lvl5pPr>
                      <a:lvl6pPr marL="2279409" algn="l" defTabSz="911764" rtl="0" eaLnBrk="1" latinLnBrk="0" hangingPunct="1">
                        <a:defRPr sz="1795" kern="1200">
                          <a:solidFill>
                            <a:schemeClr val="dk1"/>
                          </a:solidFill>
                          <a:latin typeface="Aktiv Grotesk" panose="020F0502020204030204"/>
                        </a:defRPr>
                      </a:lvl6pPr>
                      <a:lvl7pPr marL="2735291" algn="l" defTabSz="911764" rtl="0" eaLnBrk="1" latinLnBrk="0" hangingPunct="1">
                        <a:defRPr sz="1795" kern="1200">
                          <a:solidFill>
                            <a:schemeClr val="dk1"/>
                          </a:solidFill>
                          <a:latin typeface="Aktiv Grotesk" panose="020F0502020204030204"/>
                        </a:defRPr>
                      </a:lvl7pPr>
                      <a:lvl8pPr marL="3191174" algn="l" defTabSz="911764" rtl="0" eaLnBrk="1" latinLnBrk="0" hangingPunct="1">
                        <a:defRPr sz="1795" kern="1200">
                          <a:solidFill>
                            <a:schemeClr val="dk1"/>
                          </a:solidFill>
                          <a:latin typeface="Aktiv Grotesk" panose="020F0502020204030204"/>
                        </a:defRPr>
                      </a:lvl8pPr>
                      <a:lvl9pPr marL="3647054" algn="l" defTabSz="911764" rtl="0" eaLnBrk="1" latinLnBrk="0" hangingPunct="1">
                        <a:defRPr sz="1795" kern="1200">
                          <a:solidFill>
                            <a:schemeClr val="dk1"/>
                          </a:solidFill>
                          <a:latin typeface="Aktiv Grotesk" panose="020F0502020204030204"/>
                        </a:defRPr>
                      </a:lvl9pPr>
                    </a:lstStyle>
                    <a:p>
                      <a:r>
                        <a:rPr lang="en-GB"/>
                        <a:t>Windows Machines</a:t>
                      </a:r>
                      <a:endParaRPr lang="en-GB" dirty="0"/>
                    </a:p>
                  </a:txBody>
                  <a:tcPr>
                    <a:lnL>
                      <a:noFill/>
                    </a:lnL>
                    <a:lnR>
                      <a:noFill/>
                    </a:lnR>
                    <a:lnT>
                      <a:noFill/>
                    </a:lnT>
                    <a:lnB>
                      <a:noFill/>
                    </a:lnB>
                    <a:lnTlToBr w="12700" cmpd="sng">
                      <a:noFill/>
                      <a:prstDash val="solid"/>
                    </a:lnTlToBr>
                    <a:lnBlToTr w="12700" cmpd="sng">
                      <a:noFill/>
                      <a:prstDash val="solid"/>
                    </a:lnBlToTr>
                    <a:solidFill>
                      <a:sysClr val="window" lastClr="FFFFFF"/>
                    </a:solidFill>
                  </a:tcPr>
                </a:tc>
                <a:tc>
                  <a:txBody>
                    <a:bodyPr/>
                    <a:lstStyle>
                      <a:lvl1pPr marL="0" algn="l" defTabSz="911764" rtl="0" eaLnBrk="1" latinLnBrk="0" hangingPunct="1">
                        <a:defRPr sz="1795" kern="1200">
                          <a:solidFill>
                            <a:schemeClr val="dk1"/>
                          </a:solidFill>
                          <a:latin typeface="Aktiv Grotesk" panose="020F0502020204030204"/>
                        </a:defRPr>
                      </a:lvl1pPr>
                      <a:lvl2pPr marL="455883" algn="l" defTabSz="911764" rtl="0" eaLnBrk="1" latinLnBrk="0" hangingPunct="1">
                        <a:defRPr sz="1795" kern="1200">
                          <a:solidFill>
                            <a:schemeClr val="dk1"/>
                          </a:solidFill>
                          <a:latin typeface="Aktiv Grotesk" panose="020F0502020204030204"/>
                        </a:defRPr>
                      </a:lvl2pPr>
                      <a:lvl3pPr marL="911764" algn="l" defTabSz="911764" rtl="0" eaLnBrk="1" latinLnBrk="0" hangingPunct="1">
                        <a:defRPr sz="1795" kern="1200">
                          <a:solidFill>
                            <a:schemeClr val="dk1"/>
                          </a:solidFill>
                          <a:latin typeface="Aktiv Grotesk" panose="020F0502020204030204"/>
                        </a:defRPr>
                      </a:lvl3pPr>
                      <a:lvl4pPr marL="1367646" algn="l" defTabSz="911764" rtl="0" eaLnBrk="1" latinLnBrk="0" hangingPunct="1">
                        <a:defRPr sz="1795" kern="1200">
                          <a:solidFill>
                            <a:schemeClr val="dk1"/>
                          </a:solidFill>
                          <a:latin typeface="Aktiv Grotesk" panose="020F0502020204030204"/>
                        </a:defRPr>
                      </a:lvl4pPr>
                      <a:lvl5pPr marL="1823528" algn="l" defTabSz="911764" rtl="0" eaLnBrk="1" latinLnBrk="0" hangingPunct="1">
                        <a:defRPr sz="1795" kern="1200">
                          <a:solidFill>
                            <a:schemeClr val="dk1"/>
                          </a:solidFill>
                          <a:latin typeface="Aktiv Grotesk" panose="020F0502020204030204"/>
                        </a:defRPr>
                      </a:lvl5pPr>
                      <a:lvl6pPr marL="2279409" algn="l" defTabSz="911764" rtl="0" eaLnBrk="1" latinLnBrk="0" hangingPunct="1">
                        <a:defRPr sz="1795" kern="1200">
                          <a:solidFill>
                            <a:schemeClr val="dk1"/>
                          </a:solidFill>
                          <a:latin typeface="Aktiv Grotesk" panose="020F0502020204030204"/>
                        </a:defRPr>
                      </a:lvl6pPr>
                      <a:lvl7pPr marL="2735291" algn="l" defTabSz="911764" rtl="0" eaLnBrk="1" latinLnBrk="0" hangingPunct="1">
                        <a:defRPr sz="1795" kern="1200">
                          <a:solidFill>
                            <a:schemeClr val="dk1"/>
                          </a:solidFill>
                          <a:latin typeface="Aktiv Grotesk" panose="020F0502020204030204"/>
                        </a:defRPr>
                      </a:lvl7pPr>
                      <a:lvl8pPr marL="3191174" algn="l" defTabSz="911764" rtl="0" eaLnBrk="1" latinLnBrk="0" hangingPunct="1">
                        <a:defRPr sz="1795" kern="1200">
                          <a:solidFill>
                            <a:schemeClr val="dk1"/>
                          </a:solidFill>
                          <a:latin typeface="Aktiv Grotesk" panose="020F0502020204030204"/>
                        </a:defRPr>
                      </a:lvl8pPr>
                      <a:lvl9pPr marL="3647054" algn="l" defTabSz="911764" rtl="0" eaLnBrk="1" latinLnBrk="0" hangingPunct="1">
                        <a:defRPr sz="1795" kern="1200">
                          <a:solidFill>
                            <a:schemeClr val="dk1"/>
                          </a:solidFill>
                          <a:latin typeface="Aktiv Grotesk" panose="020F0502020204030204"/>
                        </a:defRPr>
                      </a:lvl9pPr>
                    </a:lstStyle>
                    <a:p>
                      <a:r>
                        <a:rPr lang="en-GB"/>
                        <a:t>67</a:t>
                      </a:r>
                      <a:endParaRPr lang="en-GB" dirty="0"/>
                    </a:p>
                  </a:txBody>
                  <a:tcPr>
                    <a:lnL>
                      <a:noFill/>
                    </a:lnL>
                    <a:lnR>
                      <a:noFill/>
                    </a:lnR>
                    <a:lnT>
                      <a:noFill/>
                    </a:lnT>
                    <a:lnB>
                      <a:no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65332766"/>
                  </a:ext>
                </a:extLst>
              </a:tr>
              <a:tr h="370840">
                <a:tc>
                  <a:txBody>
                    <a:bodyPr/>
                    <a:lstStyle>
                      <a:lvl1pPr marL="0" algn="l" defTabSz="911764" rtl="0" eaLnBrk="1" latinLnBrk="0" hangingPunct="1">
                        <a:defRPr sz="1795" kern="1200">
                          <a:solidFill>
                            <a:schemeClr val="dk1"/>
                          </a:solidFill>
                          <a:latin typeface="Aktiv Grotesk" panose="020F0502020204030204"/>
                        </a:defRPr>
                      </a:lvl1pPr>
                      <a:lvl2pPr marL="455883" algn="l" defTabSz="911764" rtl="0" eaLnBrk="1" latinLnBrk="0" hangingPunct="1">
                        <a:defRPr sz="1795" kern="1200">
                          <a:solidFill>
                            <a:schemeClr val="dk1"/>
                          </a:solidFill>
                          <a:latin typeface="Aktiv Grotesk" panose="020F0502020204030204"/>
                        </a:defRPr>
                      </a:lvl2pPr>
                      <a:lvl3pPr marL="911764" algn="l" defTabSz="911764" rtl="0" eaLnBrk="1" latinLnBrk="0" hangingPunct="1">
                        <a:defRPr sz="1795" kern="1200">
                          <a:solidFill>
                            <a:schemeClr val="dk1"/>
                          </a:solidFill>
                          <a:latin typeface="Aktiv Grotesk" panose="020F0502020204030204"/>
                        </a:defRPr>
                      </a:lvl3pPr>
                      <a:lvl4pPr marL="1367646" algn="l" defTabSz="911764" rtl="0" eaLnBrk="1" latinLnBrk="0" hangingPunct="1">
                        <a:defRPr sz="1795" kern="1200">
                          <a:solidFill>
                            <a:schemeClr val="dk1"/>
                          </a:solidFill>
                          <a:latin typeface="Aktiv Grotesk" panose="020F0502020204030204"/>
                        </a:defRPr>
                      </a:lvl4pPr>
                      <a:lvl5pPr marL="1823528" algn="l" defTabSz="911764" rtl="0" eaLnBrk="1" latinLnBrk="0" hangingPunct="1">
                        <a:defRPr sz="1795" kern="1200">
                          <a:solidFill>
                            <a:schemeClr val="dk1"/>
                          </a:solidFill>
                          <a:latin typeface="Aktiv Grotesk" panose="020F0502020204030204"/>
                        </a:defRPr>
                      </a:lvl5pPr>
                      <a:lvl6pPr marL="2279409" algn="l" defTabSz="911764" rtl="0" eaLnBrk="1" latinLnBrk="0" hangingPunct="1">
                        <a:defRPr sz="1795" kern="1200">
                          <a:solidFill>
                            <a:schemeClr val="dk1"/>
                          </a:solidFill>
                          <a:latin typeface="Aktiv Grotesk" panose="020F0502020204030204"/>
                        </a:defRPr>
                      </a:lvl6pPr>
                      <a:lvl7pPr marL="2735291" algn="l" defTabSz="911764" rtl="0" eaLnBrk="1" latinLnBrk="0" hangingPunct="1">
                        <a:defRPr sz="1795" kern="1200">
                          <a:solidFill>
                            <a:schemeClr val="dk1"/>
                          </a:solidFill>
                          <a:latin typeface="Aktiv Grotesk" panose="020F0502020204030204"/>
                        </a:defRPr>
                      </a:lvl7pPr>
                      <a:lvl8pPr marL="3191174" algn="l" defTabSz="911764" rtl="0" eaLnBrk="1" latinLnBrk="0" hangingPunct="1">
                        <a:defRPr sz="1795" kern="1200">
                          <a:solidFill>
                            <a:schemeClr val="dk1"/>
                          </a:solidFill>
                          <a:latin typeface="Aktiv Grotesk" panose="020F0502020204030204"/>
                        </a:defRPr>
                      </a:lvl8pPr>
                      <a:lvl9pPr marL="3647054" algn="l" defTabSz="911764" rtl="0" eaLnBrk="1" latinLnBrk="0" hangingPunct="1">
                        <a:defRPr sz="1795" kern="1200">
                          <a:solidFill>
                            <a:schemeClr val="dk1"/>
                          </a:solidFill>
                          <a:latin typeface="Aktiv Grotesk" panose="020F0502020204030204"/>
                        </a:defRPr>
                      </a:lvl9pPr>
                    </a:lstStyle>
                    <a:p>
                      <a:r>
                        <a:rPr lang="en-GB" dirty="0"/>
                        <a:t>Linux Machines</a:t>
                      </a:r>
                    </a:p>
                  </a:txBody>
                  <a:tcPr>
                    <a:lnL>
                      <a:noFill/>
                    </a:lnL>
                    <a:lnR>
                      <a:noFill/>
                    </a:lnR>
                    <a:lnT>
                      <a:noFill/>
                    </a:lnT>
                    <a:lnB w="25400" cmpd="sng">
                      <a:noFill/>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1764" rtl="0" eaLnBrk="1" latinLnBrk="0" hangingPunct="1">
                        <a:defRPr sz="1795" kern="1200">
                          <a:solidFill>
                            <a:schemeClr val="dk1"/>
                          </a:solidFill>
                          <a:latin typeface="Aktiv Grotesk" panose="020F0502020204030204"/>
                        </a:defRPr>
                      </a:lvl1pPr>
                      <a:lvl2pPr marL="455883" algn="l" defTabSz="911764" rtl="0" eaLnBrk="1" latinLnBrk="0" hangingPunct="1">
                        <a:defRPr sz="1795" kern="1200">
                          <a:solidFill>
                            <a:schemeClr val="dk1"/>
                          </a:solidFill>
                          <a:latin typeface="Aktiv Grotesk" panose="020F0502020204030204"/>
                        </a:defRPr>
                      </a:lvl2pPr>
                      <a:lvl3pPr marL="911764" algn="l" defTabSz="911764" rtl="0" eaLnBrk="1" latinLnBrk="0" hangingPunct="1">
                        <a:defRPr sz="1795" kern="1200">
                          <a:solidFill>
                            <a:schemeClr val="dk1"/>
                          </a:solidFill>
                          <a:latin typeface="Aktiv Grotesk" panose="020F0502020204030204"/>
                        </a:defRPr>
                      </a:lvl3pPr>
                      <a:lvl4pPr marL="1367646" algn="l" defTabSz="911764" rtl="0" eaLnBrk="1" latinLnBrk="0" hangingPunct="1">
                        <a:defRPr sz="1795" kern="1200">
                          <a:solidFill>
                            <a:schemeClr val="dk1"/>
                          </a:solidFill>
                          <a:latin typeface="Aktiv Grotesk" panose="020F0502020204030204"/>
                        </a:defRPr>
                      </a:lvl4pPr>
                      <a:lvl5pPr marL="1823528" algn="l" defTabSz="911764" rtl="0" eaLnBrk="1" latinLnBrk="0" hangingPunct="1">
                        <a:defRPr sz="1795" kern="1200">
                          <a:solidFill>
                            <a:schemeClr val="dk1"/>
                          </a:solidFill>
                          <a:latin typeface="Aktiv Grotesk" panose="020F0502020204030204"/>
                        </a:defRPr>
                      </a:lvl5pPr>
                      <a:lvl6pPr marL="2279409" algn="l" defTabSz="911764" rtl="0" eaLnBrk="1" latinLnBrk="0" hangingPunct="1">
                        <a:defRPr sz="1795" kern="1200">
                          <a:solidFill>
                            <a:schemeClr val="dk1"/>
                          </a:solidFill>
                          <a:latin typeface="Aktiv Grotesk" panose="020F0502020204030204"/>
                        </a:defRPr>
                      </a:lvl6pPr>
                      <a:lvl7pPr marL="2735291" algn="l" defTabSz="911764" rtl="0" eaLnBrk="1" latinLnBrk="0" hangingPunct="1">
                        <a:defRPr sz="1795" kern="1200">
                          <a:solidFill>
                            <a:schemeClr val="dk1"/>
                          </a:solidFill>
                          <a:latin typeface="Aktiv Grotesk" panose="020F0502020204030204"/>
                        </a:defRPr>
                      </a:lvl7pPr>
                      <a:lvl8pPr marL="3191174" algn="l" defTabSz="911764" rtl="0" eaLnBrk="1" latinLnBrk="0" hangingPunct="1">
                        <a:defRPr sz="1795" kern="1200">
                          <a:solidFill>
                            <a:schemeClr val="dk1"/>
                          </a:solidFill>
                          <a:latin typeface="Aktiv Grotesk" panose="020F0502020204030204"/>
                        </a:defRPr>
                      </a:lvl8pPr>
                      <a:lvl9pPr marL="3647054" algn="l" defTabSz="911764" rtl="0" eaLnBrk="1" latinLnBrk="0" hangingPunct="1">
                        <a:defRPr sz="1795" kern="1200">
                          <a:solidFill>
                            <a:schemeClr val="dk1"/>
                          </a:solidFill>
                          <a:latin typeface="Aktiv Grotesk" panose="020F0502020204030204"/>
                        </a:defRPr>
                      </a:lvl9pPr>
                    </a:lstStyle>
                    <a:p>
                      <a:r>
                        <a:rPr lang="en-GB" dirty="0"/>
                        <a:t>10</a:t>
                      </a:r>
                    </a:p>
                  </a:txBody>
                  <a:tcPr>
                    <a:lnL>
                      <a:noFill/>
                    </a:lnL>
                    <a:lnR>
                      <a:noFill/>
                    </a:lnR>
                    <a:lnT>
                      <a:noFill/>
                    </a:lnT>
                    <a:lnB w="25400" cmpd="sng">
                      <a:noFill/>
                    </a:lnB>
                    <a:lnTlToBr w="12700" cmpd="sng">
                      <a:noFill/>
                      <a:prstDash val="solid"/>
                    </a:lnTlToBr>
                    <a:lnBlToTr w="12700" cmpd="sng">
                      <a:noFill/>
                      <a:prstDash val="solid"/>
                    </a:lnBlToTr>
                    <a:solidFill>
                      <a:sysClr val="windowText" lastClr="000000">
                        <a:tint val="20000"/>
                      </a:sysClr>
                    </a:solidFill>
                  </a:tcPr>
                </a:tc>
                <a:extLst>
                  <a:ext uri="{0D108BD9-81ED-4DB2-BD59-A6C34878D82A}">
                    <a16:rowId xmlns:a16="http://schemas.microsoft.com/office/drawing/2014/main" val="448731374"/>
                  </a:ext>
                </a:extLst>
              </a:tr>
            </a:tbl>
          </a:graphicData>
        </a:graphic>
      </p:graphicFrame>
      <p:pic>
        <p:nvPicPr>
          <p:cNvPr id="34" name="Picture 33" descr="A close up of a logo&#10;&#10;Description automatically generated">
            <a:extLst>
              <a:ext uri="{FF2B5EF4-FFF2-40B4-BE49-F238E27FC236}">
                <a16:creationId xmlns:a16="http://schemas.microsoft.com/office/drawing/2014/main" id="{480AC355-1C69-771F-9FEA-A021238A40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24955" y="6296773"/>
            <a:ext cx="2867045" cy="561227"/>
          </a:xfrm>
          <a:prstGeom prst="rect">
            <a:avLst/>
          </a:prstGeom>
        </p:spPr>
      </p:pic>
      <p:sp>
        <p:nvSpPr>
          <p:cNvPr id="3" name="TextBox 2">
            <a:extLst>
              <a:ext uri="{FF2B5EF4-FFF2-40B4-BE49-F238E27FC236}">
                <a16:creationId xmlns:a16="http://schemas.microsoft.com/office/drawing/2014/main" id="{7944DA9B-ABF2-2058-6D94-FB06224C9108}"/>
              </a:ext>
            </a:extLst>
          </p:cNvPr>
          <p:cNvSpPr txBox="1"/>
          <p:nvPr/>
        </p:nvSpPr>
        <p:spPr>
          <a:xfrm>
            <a:off x="7006363" y="2906702"/>
            <a:ext cx="4341886" cy="627864"/>
          </a:xfrm>
          <a:prstGeom prst="rect">
            <a:avLst/>
          </a:prstGeom>
          <a:noFill/>
        </p:spPr>
        <p:txBody>
          <a:bodyPr wrap="square" lIns="182880" tIns="146304" rIns="182880" bIns="146304" rtlCol="0">
            <a:spAutoFit/>
          </a:bodyPr>
          <a:lstStyle/>
          <a:p>
            <a:pPr>
              <a:lnSpc>
                <a:spcPct val="90000"/>
              </a:lnSpc>
              <a:spcAft>
                <a:spcPts val="600"/>
              </a:spcAft>
            </a:pPr>
            <a:r>
              <a:rPr lang="en-US" sz="2400">
                <a:gradFill>
                  <a:gsLst>
                    <a:gs pos="2917">
                      <a:schemeClr val="tx1"/>
                    </a:gs>
                    <a:gs pos="30000">
                      <a:schemeClr val="tx1"/>
                    </a:gs>
                  </a:gsLst>
                  <a:lin ang="5400000" scaled="0"/>
                </a:gradFill>
              </a:rPr>
              <a:t>Entity Logo</a:t>
            </a:r>
            <a:endParaRPr lang="en-GB" sz="2400" dirty="0" err="1">
              <a:gradFill>
                <a:gsLst>
                  <a:gs pos="2917">
                    <a:schemeClr val="tx1"/>
                  </a:gs>
                  <a:gs pos="30000">
                    <a:schemeClr val="tx1"/>
                  </a:gs>
                </a:gsLst>
                <a:lin ang="5400000" scaled="0"/>
              </a:gradFill>
            </a:endParaRPr>
          </a:p>
        </p:txBody>
      </p:sp>
    </p:spTree>
    <p:extLst>
      <p:ext uri="{BB962C8B-B14F-4D97-AF65-F5344CB8AC3E}">
        <p14:creationId xmlns:p14="http://schemas.microsoft.com/office/powerpoint/2010/main" val="3938301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92C5154-57AC-20BC-6B7C-1B2576E26AA9}"/>
              </a:ext>
            </a:extLst>
          </p:cNvPr>
          <p:cNvSpPr txBox="1">
            <a:spLocks/>
          </p:cNvSpPr>
          <p:nvPr/>
        </p:nvSpPr>
        <p:spPr>
          <a:xfrm>
            <a:off x="3864608" y="1086628"/>
            <a:ext cx="7263935" cy="2387600"/>
          </a:xfrm>
          <a:prstGeom prst="rect">
            <a:avLst/>
          </a:prstGeom>
        </p:spPr>
        <p:txBody>
          <a:bodyPr vert="horz" lIns="0" tIns="45720" rIns="91440" bIns="45720" rtlCol="0" anchor="ctr">
            <a:noAutofit/>
          </a:bodyPr>
          <a:lstStyle>
            <a:lvl1pPr algn="l" defTabSz="911764" rtl="0" eaLnBrk="1" latinLnBrk="0" hangingPunct="1">
              <a:lnSpc>
                <a:spcPct val="90000"/>
              </a:lnSpc>
              <a:spcBef>
                <a:spcPct val="0"/>
              </a:spcBef>
              <a:buNone/>
              <a:defRPr sz="3600" kern="1200">
                <a:solidFill>
                  <a:schemeClr val="accent1"/>
                </a:solidFill>
                <a:latin typeface="+mj-lt"/>
                <a:ea typeface="+mj-ea"/>
                <a:cs typeface="+mj-cs"/>
              </a:defRPr>
            </a:lvl1pPr>
          </a:lstStyle>
          <a:p>
            <a:pPr marL="0" marR="0" lvl="0" indent="0" algn="l" defTabSz="911764" rtl="0" eaLnBrk="1" fontAlgn="auto" latinLnBrk="0" hangingPunct="1">
              <a:lnSpc>
                <a:spcPct val="90000"/>
              </a:lnSpc>
              <a:spcBef>
                <a:spcPct val="0"/>
              </a:spcBef>
              <a:spcAft>
                <a:spcPts val="0"/>
              </a:spcAft>
              <a:buClrTx/>
              <a:buSzTx/>
              <a:buFontTx/>
              <a:buNone/>
              <a:tabLst/>
              <a:defRPr/>
            </a:pPr>
            <a:r>
              <a:rPr kumimoji="0" lang="en-GB" sz="3600" b="0" i="0" u="none" strike="noStrike" kern="1200" cap="none" spc="0" normalizeH="0" baseline="0" noProof="0" dirty="0">
                <a:ln>
                  <a:noFill/>
                </a:ln>
                <a:solidFill>
                  <a:srgbClr val="0078D4"/>
                </a:solidFill>
                <a:effectLst/>
                <a:uLnTx/>
                <a:uFillTx/>
                <a:latin typeface="Segoe UI Semibold"/>
                <a:ea typeface="+mj-ea"/>
                <a:cs typeface="+mj-cs"/>
              </a:rPr>
              <a:t>Overall Analysis</a:t>
            </a:r>
          </a:p>
        </p:txBody>
      </p:sp>
      <p:sp>
        <p:nvSpPr>
          <p:cNvPr id="7" name="TextBox 6">
            <a:extLst>
              <a:ext uri="{FF2B5EF4-FFF2-40B4-BE49-F238E27FC236}">
                <a16:creationId xmlns:a16="http://schemas.microsoft.com/office/drawing/2014/main" id="{752016AF-63E2-EA1C-8E7B-1E108BE136F0}"/>
              </a:ext>
            </a:extLst>
          </p:cNvPr>
          <p:cNvSpPr txBox="1"/>
          <p:nvPr/>
        </p:nvSpPr>
        <p:spPr>
          <a:xfrm>
            <a:off x="4242562" y="2726438"/>
            <a:ext cx="6971355" cy="461665"/>
          </a:xfrm>
          <a:prstGeom prst="rect">
            <a:avLst/>
          </a:prstGeom>
          <a:noFill/>
        </p:spPr>
        <p:txBody>
          <a:bodyPr wrap="square" rtlCol="0">
            <a:sp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82828"/>
                </a:solidFill>
                <a:effectLst/>
                <a:uLnTx/>
                <a:uFillTx/>
                <a:latin typeface="Segoe UI Semibold"/>
                <a:ea typeface="+mn-ea"/>
                <a:cs typeface="+mn-cs"/>
              </a:rPr>
              <a:t>Operating System Analysis</a:t>
            </a:r>
          </a:p>
        </p:txBody>
      </p:sp>
      <p:grpSp>
        <p:nvGrpSpPr>
          <p:cNvPr id="10" name="Group 9">
            <a:extLst>
              <a:ext uri="{FF2B5EF4-FFF2-40B4-BE49-F238E27FC236}">
                <a16:creationId xmlns:a16="http://schemas.microsoft.com/office/drawing/2014/main" id="{16533253-D167-6774-C077-0F5B1A86B607}"/>
              </a:ext>
            </a:extLst>
          </p:cNvPr>
          <p:cNvGrpSpPr/>
          <p:nvPr/>
        </p:nvGrpSpPr>
        <p:grpSpPr>
          <a:xfrm>
            <a:off x="3885944" y="2884053"/>
            <a:ext cx="268851" cy="268851"/>
            <a:chOff x="2563584" y="1853725"/>
            <a:chExt cx="411480" cy="411480"/>
          </a:xfrm>
          <a:effectLst/>
        </p:grpSpPr>
        <p:sp>
          <p:nvSpPr>
            <p:cNvPr id="11" name="Oval 10">
              <a:extLst>
                <a:ext uri="{FF2B5EF4-FFF2-40B4-BE49-F238E27FC236}">
                  <a16:creationId xmlns:a16="http://schemas.microsoft.com/office/drawing/2014/main" id="{D38F0D77-B0EE-322E-4650-3E6AA3E56681}"/>
                </a:ext>
              </a:extLst>
            </p:cNvPr>
            <p:cNvSpPr/>
            <p:nvPr/>
          </p:nvSpPr>
          <p:spPr bwMode="auto">
            <a:xfrm>
              <a:off x="2563584" y="1853725"/>
              <a:ext cx="411480" cy="411480"/>
            </a:xfrm>
            <a:prstGeom prst="ellipse">
              <a:avLst/>
            </a:prstGeom>
            <a:solidFill>
              <a:srgbClr val="0078D4"/>
            </a:solidFill>
            <a:ln w="19050" cap="flat" cmpd="sng" algn="ctr">
              <a:noFill/>
              <a:prstDash val="solid"/>
            </a:ln>
            <a:effectLst/>
          </p:spPr>
          <p:txBody>
            <a:bodyPr rot="0" spcFirstLastPara="0" vertOverflow="overflow" horzOverflow="overflow" vert="horz" wrap="square" lIns="0" tIns="45706" rIns="0" bIns="45706" numCol="1" spcCol="0" rtlCol="0" fromWordArt="0" anchor="ctr" anchorCtr="0" forceAA="0" compatLnSpc="1">
              <a:prstTxWarp prst="textNoShape">
                <a:avLst/>
              </a:prstTxWarp>
              <a:noAutofit/>
            </a:bodyPr>
            <a:lstStyle/>
            <a:p>
              <a:pPr marL="0" marR="0" lvl="0" indent="0" algn="ctr" defTabSz="913751"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err="1">
                <a:ln>
                  <a:noFill/>
                </a:ln>
                <a:gradFill>
                  <a:gsLst>
                    <a:gs pos="40075">
                      <a:srgbClr val="FFFFFF"/>
                    </a:gs>
                    <a:gs pos="30000">
                      <a:srgbClr val="FFFFFF"/>
                    </a:gs>
                  </a:gsLst>
                  <a:lin ang="5400000" scaled="0"/>
                </a:gradFill>
                <a:effectLst/>
                <a:uLnTx/>
                <a:uFillTx/>
                <a:latin typeface="Aktiv Grotesk"/>
                <a:ea typeface="+mn-ea"/>
                <a:cs typeface="+mn-cs"/>
              </a:endParaRPr>
            </a:p>
          </p:txBody>
        </p:sp>
        <p:grpSp>
          <p:nvGrpSpPr>
            <p:cNvPr id="12" name="Group 11">
              <a:extLst>
                <a:ext uri="{FF2B5EF4-FFF2-40B4-BE49-F238E27FC236}">
                  <a16:creationId xmlns:a16="http://schemas.microsoft.com/office/drawing/2014/main" id="{64548986-3D01-58C3-7819-322E8FA2E6D6}"/>
                </a:ext>
              </a:extLst>
            </p:cNvPr>
            <p:cNvGrpSpPr/>
            <p:nvPr/>
          </p:nvGrpSpPr>
          <p:grpSpPr>
            <a:xfrm>
              <a:off x="2674336" y="1992357"/>
              <a:ext cx="189980" cy="134218"/>
              <a:chOff x="6001010" y="3000875"/>
              <a:chExt cx="189980" cy="134218"/>
            </a:xfrm>
            <a:solidFill>
              <a:srgbClr val="FFFFFF"/>
            </a:solidFill>
          </p:grpSpPr>
          <p:cxnSp>
            <p:nvCxnSpPr>
              <p:cNvPr id="13" name="Straight Connector 12">
                <a:extLst>
                  <a:ext uri="{FF2B5EF4-FFF2-40B4-BE49-F238E27FC236}">
                    <a16:creationId xmlns:a16="http://schemas.microsoft.com/office/drawing/2014/main" id="{BBBB1407-54A2-5FB8-3BA7-0E1FCF826AB5}"/>
                  </a:ext>
                </a:extLst>
              </p:cNvPr>
              <p:cNvCxnSpPr>
                <a:cxnSpLocks/>
              </p:cNvCxnSpPr>
              <p:nvPr/>
            </p:nvCxnSpPr>
            <p:spPr>
              <a:xfrm>
                <a:off x="6001010" y="3061811"/>
                <a:ext cx="189980" cy="0"/>
              </a:xfrm>
              <a:prstGeom prst="line">
                <a:avLst/>
              </a:prstGeom>
              <a:grpFill/>
              <a:ln w="15875" cap="flat" cmpd="sng" algn="ctr">
                <a:solidFill>
                  <a:srgbClr val="FFFFFF"/>
                </a:solidFill>
                <a:prstDash val="solid"/>
                <a:headEnd type="none"/>
                <a:tailEnd type="none"/>
              </a:ln>
              <a:effectLst/>
            </p:spPr>
          </p:cxnSp>
          <p:sp>
            <p:nvSpPr>
              <p:cNvPr id="14" name="L-Shape 13">
                <a:extLst>
                  <a:ext uri="{FF2B5EF4-FFF2-40B4-BE49-F238E27FC236}">
                    <a16:creationId xmlns:a16="http://schemas.microsoft.com/office/drawing/2014/main" id="{5E1D66EC-6838-67D5-990D-E54C8D9E3F7E}"/>
                  </a:ext>
                </a:extLst>
              </p:cNvPr>
              <p:cNvSpPr/>
              <p:nvPr/>
            </p:nvSpPr>
            <p:spPr bwMode="auto">
              <a:xfrm rot="13463509">
                <a:off x="6037916" y="3000875"/>
                <a:ext cx="134218" cy="134218"/>
              </a:xfrm>
              <a:prstGeom prst="corner">
                <a:avLst>
                  <a:gd name="adj1" fmla="val 15032"/>
                  <a:gd name="adj2" fmla="val 14017"/>
                </a:avLst>
              </a:prstGeom>
              <a:grpFill/>
              <a:ln w="9525" cap="flat" cmpd="sng" algn="ctr">
                <a:noFill/>
                <a:prstDash val="solid"/>
                <a:headEnd type="none" w="med" len="med"/>
                <a:tailEnd type="none" w="med" len="med"/>
              </a:ln>
              <a:effectLst/>
            </p:spPr>
            <p:txBody>
              <a:bodyPr rot="0" spcFirstLastPara="0" vertOverflow="overflow" horzOverflow="overflow" vert="horz" wrap="square" lIns="175685" tIns="140548" rIns="175685" bIns="140548" numCol="1" spcCol="0" rtlCol="0" fromWordArt="0" anchor="t" anchorCtr="0" forceAA="0" compatLnSpc="1">
                <a:prstTxWarp prst="textNoShape">
                  <a:avLst/>
                </a:prstTxWarp>
                <a:noAutofit/>
              </a:bodyPr>
              <a:lstStyle/>
              <a:p>
                <a:pPr marL="0" marR="0" lvl="0" indent="0" algn="ctr" defTabSz="895579"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Semibold" panose="020B0702040204020203" pitchFamily="34" charset="0"/>
                  <a:ea typeface="Aktiv Grotesk" pitchFamily="34" charset="0"/>
                  <a:cs typeface="Segoe UI Semibold" panose="020B0702040204020203" pitchFamily="34" charset="0"/>
                </a:endParaRPr>
              </a:p>
            </p:txBody>
          </p:sp>
        </p:grpSp>
      </p:grpSp>
      <p:grpSp>
        <p:nvGrpSpPr>
          <p:cNvPr id="15" name="Group 14">
            <a:extLst>
              <a:ext uri="{FF2B5EF4-FFF2-40B4-BE49-F238E27FC236}">
                <a16:creationId xmlns:a16="http://schemas.microsoft.com/office/drawing/2014/main" id="{803A22D4-00B2-8FF2-07F5-F033A0577C82}"/>
              </a:ext>
            </a:extLst>
          </p:cNvPr>
          <p:cNvGrpSpPr/>
          <p:nvPr/>
        </p:nvGrpSpPr>
        <p:grpSpPr>
          <a:xfrm>
            <a:off x="3870704" y="3438144"/>
            <a:ext cx="268851" cy="268851"/>
            <a:chOff x="2563584" y="1853725"/>
            <a:chExt cx="411480" cy="411480"/>
          </a:xfrm>
          <a:effectLst/>
        </p:grpSpPr>
        <p:sp>
          <p:nvSpPr>
            <p:cNvPr id="16" name="Oval 15">
              <a:extLst>
                <a:ext uri="{FF2B5EF4-FFF2-40B4-BE49-F238E27FC236}">
                  <a16:creationId xmlns:a16="http://schemas.microsoft.com/office/drawing/2014/main" id="{65AD78D4-92AC-9E7B-B9C2-831FD02D94B9}"/>
                </a:ext>
              </a:extLst>
            </p:cNvPr>
            <p:cNvSpPr/>
            <p:nvPr/>
          </p:nvSpPr>
          <p:spPr bwMode="auto">
            <a:xfrm>
              <a:off x="2563584" y="1853725"/>
              <a:ext cx="411480" cy="411480"/>
            </a:xfrm>
            <a:prstGeom prst="ellipse">
              <a:avLst/>
            </a:prstGeom>
            <a:solidFill>
              <a:srgbClr val="0078D4"/>
            </a:solidFill>
            <a:ln w="19050" cap="flat" cmpd="sng" algn="ctr">
              <a:noFill/>
              <a:prstDash val="solid"/>
            </a:ln>
            <a:effectLst/>
          </p:spPr>
          <p:txBody>
            <a:bodyPr rot="0" spcFirstLastPara="0" vertOverflow="overflow" horzOverflow="overflow" vert="horz" wrap="square" lIns="0" tIns="45706" rIns="0" bIns="45706" numCol="1" spcCol="0" rtlCol="0" fromWordArt="0" anchor="ctr" anchorCtr="0" forceAA="0" compatLnSpc="1">
              <a:prstTxWarp prst="textNoShape">
                <a:avLst/>
              </a:prstTxWarp>
              <a:noAutofit/>
            </a:bodyPr>
            <a:lstStyle/>
            <a:p>
              <a:pPr marL="0" marR="0" lvl="0" indent="0" algn="ctr" defTabSz="913751"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err="1">
                <a:ln>
                  <a:noFill/>
                </a:ln>
                <a:gradFill>
                  <a:gsLst>
                    <a:gs pos="40075">
                      <a:srgbClr val="FFFFFF"/>
                    </a:gs>
                    <a:gs pos="30000">
                      <a:srgbClr val="FFFFFF"/>
                    </a:gs>
                  </a:gsLst>
                  <a:lin ang="5400000" scaled="0"/>
                </a:gradFill>
                <a:effectLst/>
                <a:uLnTx/>
                <a:uFillTx/>
                <a:latin typeface="Aktiv Grotesk"/>
                <a:ea typeface="+mn-ea"/>
                <a:cs typeface="+mn-cs"/>
              </a:endParaRPr>
            </a:p>
          </p:txBody>
        </p:sp>
        <p:grpSp>
          <p:nvGrpSpPr>
            <p:cNvPr id="17" name="Group 16">
              <a:extLst>
                <a:ext uri="{FF2B5EF4-FFF2-40B4-BE49-F238E27FC236}">
                  <a16:creationId xmlns:a16="http://schemas.microsoft.com/office/drawing/2014/main" id="{9EEB40B2-01F6-56CF-EE4F-46C5D4BB1F1E}"/>
                </a:ext>
              </a:extLst>
            </p:cNvPr>
            <p:cNvGrpSpPr/>
            <p:nvPr/>
          </p:nvGrpSpPr>
          <p:grpSpPr>
            <a:xfrm>
              <a:off x="2674336" y="1992357"/>
              <a:ext cx="189980" cy="134218"/>
              <a:chOff x="6001010" y="3000875"/>
              <a:chExt cx="189980" cy="134218"/>
            </a:xfrm>
            <a:solidFill>
              <a:srgbClr val="FFFFFF"/>
            </a:solidFill>
          </p:grpSpPr>
          <p:cxnSp>
            <p:nvCxnSpPr>
              <p:cNvPr id="18" name="Straight Connector 17">
                <a:extLst>
                  <a:ext uri="{FF2B5EF4-FFF2-40B4-BE49-F238E27FC236}">
                    <a16:creationId xmlns:a16="http://schemas.microsoft.com/office/drawing/2014/main" id="{047D4E92-E520-F2B7-7947-1D9522009C4E}"/>
                  </a:ext>
                </a:extLst>
              </p:cNvPr>
              <p:cNvCxnSpPr>
                <a:cxnSpLocks/>
              </p:cNvCxnSpPr>
              <p:nvPr/>
            </p:nvCxnSpPr>
            <p:spPr>
              <a:xfrm>
                <a:off x="6001010" y="3061811"/>
                <a:ext cx="189980" cy="0"/>
              </a:xfrm>
              <a:prstGeom prst="line">
                <a:avLst/>
              </a:prstGeom>
              <a:grpFill/>
              <a:ln w="15875" cap="flat" cmpd="sng" algn="ctr">
                <a:solidFill>
                  <a:srgbClr val="FFFFFF"/>
                </a:solidFill>
                <a:prstDash val="solid"/>
                <a:headEnd type="none"/>
                <a:tailEnd type="none"/>
              </a:ln>
              <a:effectLst/>
            </p:spPr>
          </p:cxnSp>
          <p:sp>
            <p:nvSpPr>
              <p:cNvPr id="19" name="L-Shape 18">
                <a:extLst>
                  <a:ext uri="{FF2B5EF4-FFF2-40B4-BE49-F238E27FC236}">
                    <a16:creationId xmlns:a16="http://schemas.microsoft.com/office/drawing/2014/main" id="{8D33A805-4EF8-2DED-6F38-988E4F0322CD}"/>
                  </a:ext>
                </a:extLst>
              </p:cNvPr>
              <p:cNvSpPr/>
              <p:nvPr/>
            </p:nvSpPr>
            <p:spPr bwMode="auto">
              <a:xfrm rot="13463509">
                <a:off x="6037916" y="3000875"/>
                <a:ext cx="134218" cy="134218"/>
              </a:xfrm>
              <a:prstGeom prst="corner">
                <a:avLst>
                  <a:gd name="adj1" fmla="val 15032"/>
                  <a:gd name="adj2" fmla="val 14017"/>
                </a:avLst>
              </a:prstGeom>
              <a:grpFill/>
              <a:ln w="9525" cap="flat" cmpd="sng" algn="ctr">
                <a:noFill/>
                <a:prstDash val="solid"/>
                <a:headEnd type="none" w="med" len="med"/>
                <a:tailEnd type="none" w="med" len="med"/>
              </a:ln>
              <a:effectLst/>
            </p:spPr>
            <p:txBody>
              <a:bodyPr rot="0" spcFirstLastPara="0" vertOverflow="overflow" horzOverflow="overflow" vert="horz" wrap="square" lIns="175685" tIns="140548" rIns="175685" bIns="140548" numCol="1" spcCol="0" rtlCol="0" fromWordArt="0" anchor="t" anchorCtr="0" forceAA="0" compatLnSpc="1">
                <a:prstTxWarp prst="textNoShape">
                  <a:avLst/>
                </a:prstTxWarp>
                <a:noAutofit/>
              </a:bodyPr>
              <a:lstStyle/>
              <a:p>
                <a:pPr marL="0" marR="0" lvl="0" indent="0" algn="ctr" defTabSz="895579"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Semibold" panose="020B0702040204020203" pitchFamily="34" charset="0"/>
                  <a:ea typeface="Aktiv Grotesk" pitchFamily="34" charset="0"/>
                  <a:cs typeface="Segoe UI Semibold" panose="020B0702040204020203" pitchFamily="34" charset="0"/>
                </a:endParaRPr>
              </a:p>
            </p:txBody>
          </p:sp>
        </p:grpSp>
      </p:grpSp>
      <p:grpSp>
        <p:nvGrpSpPr>
          <p:cNvPr id="20" name="Group 19">
            <a:extLst>
              <a:ext uri="{FF2B5EF4-FFF2-40B4-BE49-F238E27FC236}">
                <a16:creationId xmlns:a16="http://schemas.microsoft.com/office/drawing/2014/main" id="{1646DED8-0223-2369-EB45-7A587E99F5A0}"/>
              </a:ext>
            </a:extLst>
          </p:cNvPr>
          <p:cNvGrpSpPr/>
          <p:nvPr/>
        </p:nvGrpSpPr>
        <p:grpSpPr>
          <a:xfrm>
            <a:off x="3870704" y="4029828"/>
            <a:ext cx="268851" cy="268851"/>
            <a:chOff x="2563584" y="1853725"/>
            <a:chExt cx="411480" cy="411480"/>
          </a:xfrm>
          <a:effectLst/>
        </p:grpSpPr>
        <p:sp>
          <p:nvSpPr>
            <p:cNvPr id="21" name="Oval 20">
              <a:extLst>
                <a:ext uri="{FF2B5EF4-FFF2-40B4-BE49-F238E27FC236}">
                  <a16:creationId xmlns:a16="http://schemas.microsoft.com/office/drawing/2014/main" id="{C6270480-B1C8-077C-5A13-3549795F3E07}"/>
                </a:ext>
              </a:extLst>
            </p:cNvPr>
            <p:cNvSpPr/>
            <p:nvPr/>
          </p:nvSpPr>
          <p:spPr bwMode="auto">
            <a:xfrm>
              <a:off x="2563584" y="1853725"/>
              <a:ext cx="411480" cy="411480"/>
            </a:xfrm>
            <a:prstGeom prst="ellipse">
              <a:avLst/>
            </a:prstGeom>
            <a:solidFill>
              <a:srgbClr val="0078D4"/>
            </a:solidFill>
            <a:ln w="19050" cap="flat" cmpd="sng" algn="ctr">
              <a:noFill/>
              <a:prstDash val="solid"/>
            </a:ln>
            <a:effectLst/>
          </p:spPr>
          <p:txBody>
            <a:bodyPr rot="0" spcFirstLastPara="0" vertOverflow="overflow" horzOverflow="overflow" vert="horz" wrap="square" lIns="0" tIns="45706" rIns="0" bIns="45706" numCol="1" spcCol="0" rtlCol="0" fromWordArt="0" anchor="ctr" anchorCtr="0" forceAA="0" compatLnSpc="1">
              <a:prstTxWarp prst="textNoShape">
                <a:avLst/>
              </a:prstTxWarp>
              <a:noAutofit/>
            </a:bodyPr>
            <a:lstStyle/>
            <a:p>
              <a:pPr marL="0" marR="0" lvl="0" indent="0" algn="ctr" defTabSz="913751"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err="1">
                <a:ln>
                  <a:noFill/>
                </a:ln>
                <a:gradFill>
                  <a:gsLst>
                    <a:gs pos="40075">
                      <a:srgbClr val="FFFFFF"/>
                    </a:gs>
                    <a:gs pos="30000">
                      <a:srgbClr val="FFFFFF"/>
                    </a:gs>
                  </a:gsLst>
                  <a:lin ang="5400000" scaled="0"/>
                </a:gradFill>
                <a:effectLst/>
                <a:uLnTx/>
                <a:uFillTx/>
                <a:latin typeface="Aktiv Grotesk"/>
                <a:ea typeface="+mn-ea"/>
                <a:cs typeface="+mn-cs"/>
              </a:endParaRPr>
            </a:p>
          </p:txBody>
        </p:sp>
        <p:grpSp>
          <p:nvGrpSpPr>
            <p:cNvPr id="22" name="Group 21">
              <a:extLst>
                <a:ext uri="{FF2B5EF4-FFF2-40B4-BE49-F238E27FC236}">
                  <a16:creationId xmlns:a16="http://schemas.microsoft.com/office/drawing/2014/main" id="{6A05B1D2-9D69-1FDF-D6F7-38DFF168B438}"/>
                </a:ext>
              </a:extLst>
            </p:cNvPr>
            <p:cNvGrpSpPr/>
            <p:nvPr/>
          </p:nvGrpSpPr>
          <p:grpSpPr>
            <a:xfrm>
              <a:off x="2674336" y="1992357"/>
              <a:ext cx="189980" cy="134218"/>
              <a:chOff x="6001010" y="3000875"/>
              <a:chExt cx="189980" cy="134218"/>
            </a:xfrm>
            <a:solidFill>
              <a:srgbClr val="FFFFFF"/>
            </a:solidFill>
          </p:grpSpPr>
          <p:cxnSp>
            <p:nvCxnSpPr>
              <p:cNvPr id="23" name="Straight Connector 22">
                <a:extLst>
                  <a:ext uri="{FF2B5EF4-FFF2-40B4-BE49-F238E27FC236}">
                    <a16:creationId xmlns:a16="http://schemas.microsoft.com/office/drawing/2014/main" id="{2238D052-EC8B-52AC-8FEC-ACC5E57EFAAB}"/>
                  </a:ext>
                </a:extLst>
              </p:cNvPr>
              <p:cNvCxnSpPr>
                <a:cxnSpLocks/>
              </p:cNvCxnSpPr>
              <p:nvPr/>
            </p:nvCxnSpPr>
            <p:spPr>
              <a:xfrm>
                <a:off x="6001010" y="3061811"/>
                <a:ext cx="189980" cy="0"/>
              </a:xfrm>
              <a:prstGeom prst="line">
                <a:avLst/>
              </a:prstGeom>
              <a:grpFill/>
              <a:ln w="15875" cap="flat" cmpd="sng" algn="ctr">
                <a:solidFill>
                  <a:srgbClr val="FFFFFF"/>
                </a:solidFill>
                <a:prstDash val="solid"/>
                <a:headEnd type="none"/>
                <a:tailEnd type="none"/>
              </a:ln>
              <a:effectLst/>
            </p:spPr>
          </p:cxnSp>
          <p:sp>
            <p:nvSpPr>
              <p:cNvPr id="24" name="L-Shape 23">
                <a:extLst>
                  <a:ext uri="{FF2B5EF4-FFF2-40B4-BE49-F238E27FC236}">
                    <a16:creationId xmlns:a16="http://schemas.microsoft.com/office/drawing/2014/main" id="{8743F849-039C-8BA1-4184-5642A62BC12E}"/>
                  </a:ext>
                </a:extLst>
              </p:cNvPr>
              <p:cNvSpPr/>
              <p:nvPr/>
            </p:nvSpPr>
            <p:spPr bwMode="auto">
              <a:xfrm rot="13463509">
                <a:off x="6037916" y="3000875"/>
                <a:ext cx="134218" cy="134218"/>
              </a:xfrm>
              <a:prstGeom prst="corner">
                <a:avLst>
                  <a:gd name="adj1" fmla="val 15032"/>
                  <a:gd name="adj2" fmla="val 14017"/>
                </a:avLst>
              </a:prstGeom>
              <a:grpFill/>
              <a:ln w="9525" cap="flat" cmpd="sng" algn="ctr">
                <a:noFill/>
                <a:prstDash val="solid"/>
                <a:headEnd type="none" w="med" len="med"/>
                <a:tailEnd type="none" w="med" len="med"/>
              </a:ln>
              <a:effectLst/>
            </p:spPr>
            <p:txBody>
              <a:bodyPr rot="0" spcFirstLastPara="0" vertOverflow="overflow" horzOverflow="overflow" vert="horz" wrap="square" lIns="175685" tIns="140548" rIns="175685" bIns="140548" numCol="1" spcCol="0" rtlCol="0" fromWordArt="0" anchor="t" anchorCtr="0" forceAA="0" compatLnSpc="1">
                <a:prstTxWarp prst="textNoShape">
                  <a:avLst/>
                </a:prstTxWarp>
                <a:noAutofit/>
              </a:bodyPr>
              <a:lstStyle/>
              <a:p>
                <a:pPr marL="0" marR="0" lvl="0" indent="0" algn="ctr" defTabSz="895579"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Semibold" panose="020B0702040204020203" pitchFamily="34" charset="0"/>
                  <a:ea typeface="Aktiv Grotesk" pitchFamily="34" charset="0"/>
                  <a:cs typeface="Segoe UI Semibold" panose="020B0702040204020203" pitchFamily="34" charset="0"/>
                </a:endParaRPr>
              </a:p>
            </p:txBody>
          </p:sp>
        </p:grpSp>
      </p:grpSp>
      <p:sp>
        <p:nvSpPr>
          <p:cNvPr id="25" name="TextBox 24">
            <a:extLst>
              <a:ext uri="{FF2B5EF4-FFF2-40B4-BE49-F238E27FC236}">
                <a16:creationId xmlns:a16="http://schemas.microsoft.com/office/drawing/2014/main" id="{24D492DC-C603-0607-454A-0C1B9266B2A2}"/>
              </a:ext>
            </a:extLst>
          </p:cNvPr>
          <p:cNvSpPr txBox="1"/>
          <p:nvPr/>
        </p:nvSpPr>
        <p:spPr>
          <a:xfrm>
            <a:off x="4227323" y="4534776"/>
            <a:ext cx="6713871" cy="461665"/>
          </a:xfrm>
          <a:prstGeom prst="rect">
            <a:avLst/>
          </a:prstGeom>
          <a:noFill/>
        </p:spPr>
        <p:txBody>
          <a:bodyPr wrap="square" rtlCol="0">
            <a:sp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82828"/>
                </a:solidFill>
                <a:effectLst/>
                <a:uLnTx/>
                <a:uFillTx/>
                <a:latin typeface="Segoe UI Semibold"/>
                <a:ea typeface="+mn-ea"/>
                <a:cs typeface="+mn-cs"/>
              </a:rPr>
              <a:t>Performance Analysis</a:t>
            </a:r>
          </a:p>
        </p:txBody>
      </p:sp>
      <p:grpSp>
        <p:nvGrpSpPr>
          <p:cNvPr id="26" name="Group 25">
            <a:extLst>
              <a:ext uri="{FF2B5EF4-FFF2-40B4-BE49-F238E27FC236}">
                <a16:creationId xmlns:a16="http://schemas.microsoft.com/office/drawing/2014/main" id="{5F93D784-C797-2239-DAC6-51F36300680E}"/>
              </a:ext>
            </a:extLst>
          </p:cNvPr>
          <p:cNvGrpSpPr/>
          <p:nvPr/>
        </p:nvGrpSpPr>
        <p:grpSpPr>
          <a:xfrm>
            <a:off x="3885944" y="4666860"/>
            <a:ext cx="268851" cy="268851"/>
            <a:chOff x="2563584" y="1853725"/>
            <a:chExt cx="411480" cy="411480"/>
          </a:xfrm>
          <a:effectLst/>
        </p:grpSpPr>
        <p:sp>
          <p:nvSpPr>
            <p:cNvPr id="27" name="Oval 26">
              <a:extLst>
                <a:ext uri="{FF2B5EF4-FFF2-40B4-BE49-F238E27FC236}">
                  <a16:creationId xmlns:a16="http://schemas.microsoft.com/office/drawing/2014/main" id="{D6BBF5E9-FE17-C21C-4F1C-305FCDB60A63}"/>
                </a:ext>
              </a:extLst>
            </p:cNvPr>
            <p:cNvSpPr/>
            <p:nvPr/>
          </p:nvSpPr>
          <p:spPr bwMode="auto">
            <a:xfrm>
              <a:off x="2563584" y="1853725"/>
              <a:ext cx="411480" cy="411480"/>
            </a:xfrm>
            <a:prstGeom prst="ellipse">
              <a:avLst/>
            </a:prstGeom>
            <a:solidFill>
              <a:srgbClr val="0078D4"/>
            </a:solidFill>
            <a:ln w="19050" cap="flat" cmpd="sng" algn="ctr">
              <a:noFill/>
              <a:prstDash val="solid"/>
            </a:ln>
            <a:effectLst/>
          </p:spPr>
          <p:txBody>
            <a:bodyPr rot="0" spcFirstLastPara="0" vertOverflow="overflow" horzOverflow="overflow" vert="horz" wrap="square" lIns="0" tIns="45706" rIns="0" bIns="45706" numCol="1" spcCol="0" rtlCol="0" fromWordArt="0" anchor="ctr" anchorCtr="0" forceAA="0" compatLnSpc="1">
              <a:prstTxWarp prst="textNoShape">
                <a:avLst/>
              </a:prstTxWarp>
              <a:noAutofit/>
            </a:bodyPr>
            <a:lstStyle/>
            <a:p>
              <a:pPr marL="0" marR="0" lvl="0" indent="0" algn="ctr" defTabSz="913751"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err="1">
                <a:ln>
                  <a:noFill/>
                </a:ln>
                <a:gradFill>
                  <a:gsLst>
                    <a:gs pos="40075">
                      <a:srgbClr val="FFFFFF"/>
                    </a:gs>
                    <a:gs pos="30000">
                      <a:srgbClr val="FFFFFF"/>
                    </a:gs>
                  </a:gsLst>
                  <a:lin ang="5400000" scaled="0"/>
                </a:gradFill>
                <a:effectLst/>
                <a:uLnTx/>
                <a:uFillTx/>
                <a:latin typeface="Aktiv Grotesk"/>
                <a:ea typeface="+mn-ea"/>
                <a:cs typeface="+mn-cs"/>
              </a:endParaRPr>
            </a:p>
          </p:txBody>
        </p:sp>
        <p:grpSp>
          <p:nvGrpSpPr>
            <p:cNvPr id="28" name="Group 27">
              <a:extLst>
                <a:ext uri="{FF2B5EF4-FFF2-40B4-BE49-F238E27FC236}">
                  <a16:creationId xmlns:a16="http://schemas.microsoft.com/office/drawing/2014/main" id="{99BAF12C-8ED9-0B2B-3A3F-C767C44FB155}"/>
                </a:ext>
              </a:extLst>
            </p:cNvPr>
            <p:cNvGrpSpPr/>
            <p:nvPr/>
          </p:nvGrpSpPr>
          <p:grpSpPr>
            <a:xfrm>
              <a:off x="2674336" y="1992357"/>
              <a:ext cx="189980" cy="134218"/>
              <a:chOff x="6001010" y="3000875"/>
              <a:chExt cx="189980" cy="134218"/>
            </a:xfrm>
            <a:solidFill>
              <a:srgbClr val="FFFFFF"/>
            </a:solidFill>
          </p:grpSpPr>
          <p:cxnSp>
            <p:nvCxnSpPr>
              <p:cNvPr id="29" name="Straight Connector 28">
                <a:extLst>
                  <a:ext uri="{FF2B5EF4-FFF2-40B4-BE49-F238E27FC236}">
                    <a16:creationId xmlns:a16="http://schemas.microsoft.com/office/drawing/2014/main" id="{AC485667-2D62-9D21-128A-9EC12CE2EC47}"/>
                  </a:ext>
                </a:extLst>
              </p:cNvPr>
              <p:cNvCxnSpPr>
                <a:cxnSpLocks/>
              </p:cNvCxnSpPr>
              <p:nvPr/>
            </p:nvCxnSpPr>
            <p:spPr>
              <a:xfrm>
                <a:off x="6001010" y="3061811"/>
                <a:ext cx="189980" cy="0"/>
              </a:xfrm>
              <a:prstGeom prst="line">
                <a:avLst/>
              </a:prstGeom>
              <a:grpFill/>
              <a:ln w="15875" cap="flat" cmpd="sng" algn="ctr">
                <a:solidFill>
                  <a:srgbClr val="FFFFFF"/>
                </a:solidFill>
                <a:prstDash val="solid"/>
                <a:headEnd type="none"/>
                <a:tailEnd type="none"/>
              </a:ln>
              <a:effectLst/>
            </p:spPr>
          </p:cxnSp>
          <p:sp>
            <p:nvSpPr>
              <p:cNvPr id="30" name="L-Shape 29">
                <a:extLst>
                  <a:ext uri="{FF2B5EF4-FFF2-40B4-BE49-F238E27FC236}">
                    <a16:creationId xmlns:a16="http://schemas.microsoft.com/office/drawing/2014/main" id="{17C8198A-2959-31E9-C49C-46F137174D28}"/>
                  </a:ext>
                </a:extLst>
              </p:cNvPr>
              <p:cNvSpPr/>
              <p:nvPr/>
            </p:nvSpPr>
            <p:spPr bwMode="auto">
              <a:xfrm rot="13463509">
                <a:off x="6037916" y="3000875"/>
                <a:ext cx="134218" cy="134218"/>
              </a:xfrm>
              <a:prstGeom prst="corner">
                <a:avLst>
                  <a:gd name="adj1" fmla="val 15032"/>
                  <a:gd name="adj2" fmla="val 14017"/>
                </a:avLst>
              </a:prstGeom>
              <a:grpFill/>
              <a:ln w="9525" cap="flat" cmpd="sng" algn="ctr">
                <a:noFill/>
                <a:prstDash val="solid"/>
                <a:headEnd type="none" w="med" len="med"/>
                <a:tailEnd type="none" w="med" len="med"/>
              </a:ln>
              <a:effectLst/>
            </p:spPr>
            <p:txBody>
              <a:bodyPr rot="0" spcFirstLastPara="0" vertOverflow="overflow" horzOverflow="overflow" vert="horz" wrap="square" lIns="175685" tIns="140548" rIns="175685" bIns="140548" numCol="1" spcCol="0" rtlCol="0" fromWordArt="0" anchor="t" anchorCtr="0" forceAA="0" compatLnSpc="1">
                <a:prstTxWarp prst="textNoShape">
                  <a:avLst/>
                </a:prstTxWarp>
                <a:noAutofit/>
              </a:bodyPr>
              <a:lstStyle/>
              <a:p>
                <a:pPr marL="0" marR="0" lvl="0" indent="0" algn="ctr" defTabSz="895579"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Semibold" panose="020B0702040204020203" pitchFamily="34" charset="0"/>
                  <a:ea typeface="Aktiv Grotesk" pitchFamily="34" charset="0"/>
                  <a:cs typeface="Segoe UI Semibold" panose="020B0702040204020203" pitchFamily="34" charset="0"/>
                </a:endParaRPr>
              </a:p>
            </p:txBody>
          </p:sp>
        </p:grpSp>
      </p:grpSp>
      <p:sp>
        <p:nvSpPr>
          <p:cNvPr id="2" name="TextBox 1">
            <a:extLst>
              <a:ext uri="{FF2B5EF4-FFF2-40B4-BE49-F238E27FC236}">
                <a16:creationId xmlns:a16="http://schemas.microsoft.com/office/drawing/2014/main" id="{CF7B91DE-96CC-573D-F411-4BC51BF7E64C}"/>
              </a:ext>
            </a:extLst>
          </p:cNvPr>
          <p:cNvSpPr txBox="1"/>
          <p:nvPr/>
        </p:nvSpPr>
        <p:spPr>
          <a:xfrm>
            <a:off x="4211918" y="3328468"/>
            <a:ext cx="6713871" cy="461665"/>
          </a:xfrm>
          <a:prstGeom prst="rect">
            <a:avLst/>
          </a:prstGeom>
          <a:noFill/>
        </p:spPr>
        <p:txBody>
          <a:bodyPr wrap="square" rtlCol="0">
            <a:sp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82828"/>
                </a:solidFill>
                <a:effectLst/>
                <a:uLnTx/>
                <a:uFillTx/>
                <a:latin typeface="Segoe UI Semibold"/>
                <a:ea typeface="+mn-ea"/>
                <a:cs typeface="+mn-cs"/>
              </a:rPr>
              <a:t>Windows Support Analysis  </a:t>
            </a:r>
          </a:p>
        </p:txBody>
      </p:sp>
      <p:sp>
        <p:nvSpPr>
          <p:cNvPr id="4" name="TextBox 3">
            <a:extLst>
              <a:ext uri="{FF2B5EF4-FFF2-40B4-BE49-F238E27FC236}">
                <a16:creationId xmlns:a16="http://schemas.microsoft.com/office/drawing/2014/main" id="{177402D2-7099-ED32-FE56-696A5D37277D}"/>
              </a:ext>
            </a:extLst>
          </p:cNvPr>
          <p:cNvSpPr txBox="1"/>
          <p:nvPr/>
        </p:nvSpPr>
        <p:spPr>
          <a:xfrm>
            <a:off x="4242562" y="3927825"/>
            <a:ext cx="6713871" cy="461665"/>
          </a:xfrm>
          <a:prstGeom prst="rect">
            <a:avLst/>
          </a:prstGeom>
          <a:noFill/>
        </p:spPr>
        <p:txBody>
          <a:bodyPr wrap="square" rtlCol="0">
            <a:sp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82828"/>
                </a:solidFill>
                <a:effectLst/>
                <a:uLnTx/>
                <a:uFillTx/>
                <a:latin typeface="Segoe UI Semibold"/>
                <a:ea typeface="+mn-ea"/>
                <a:cs typeface="+mn-cs"/>
              </a:rPr>
              <a:t>Readiness Information</a:t>
            </a:r>
          </a:p>
        </p:txBody>
      </p:sp>
      <p:pic>
        <p:nvPicPr>
          <p:cNvPr id="5" name="Picture 4" descr="A close up of a logo&#10;&#10;Description automatically generated">
            <a:extLst>
              <a:ext uri="{FF2B5EF4-FFF2-40B4-BE49-F238E27FC236}">
                <a16:creationId xmlns:a16="http://schemas.microsoft.com/office/drawing/2014/main" id="{E79D33FF-29BA-824A-221D-2D4A40047D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24955" y="6296773"/>
            <a:ext cx="2867045" cy="561227"/>
          </a:xfrm>
          <a:prstGeom prst="rect">
            <a:avLst/>
          </a:prstGeom>
        </p:spPr>
      </p:pic>
    </p:spTree>
    <p:extLst>
      <p:ext uri="{BB962C8B-B14F-4D97-AF65-F5344CB8AC3E}">
        <p14:creationId xmlns:p14="http://schemas.microsoft.com/office/powerpoint/2010/main" val="1071261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842B8-CBE8-5648-8325-4FED9959D89B}"/>
              </a:ext>
            </a:extLst>
          </p:cNvPr>
          <p:cNvSpPr>
            <a:spLocks noGrp="1"/>
          </p:cNvSpPr>
          <p:nvPr>
            <p:ph type="title"/>
          </p:nvPr>
        </p:nvSpPr>
        <p:spPr>
          <a:xfrm>
            <a:off x="456796" y="621225"/>
            <a:ext cx="11304865" cy="397545"/>
          </a:xfrm>
        </p:spPr>
        <p:txBody>
          <a:bodyPr vert="horz" wrap="square" lIns="0" tIns="91440" rIns="146304" bIns="91440" rtlCol="0" anchor="ctr">
            <a:noAutofit/>
          </a:bodyPr>
          <a:lstStyle/>
          <a:p>
            <a:pPr>
              <a:lnSpc>
                <a:spcPct val="90000"/>
              </a:lnSpc>
            </a:pPr>
            <a:r>
              <a:rPr lang="en-US" sz="3200" dirty="0">
                <a:solidFill>
                  <a:schemeClr val="tx2">
                    <a:lumMod val="50000"/>
                  </a:schemeClr>
                </a:solidFill>
              </a:rPr>
              <a:t>Operating System Analysis</a:t>
            </a:r>
          </a:p>
        </p:txBody>
      </p:sp>
      <p:cxnSp>
        <p:nvCxnSpPr>
          <p:cNvPr id="20" name="Straight Connector 19">
            <a:extLst>
              <a:ext uri="{FF2B5EF4-FFF2-40B4-BE49-F238E27FC236}">
                <a16:creationId xmlns:a16="http://schemas.microsoft.com/office/drawing/2014/main" id="{DA896B8F-B874-8247-9AD4-0FFBAA56744B}"/>
              </a:ext>
            </a:extLst>
          </p:cNvPr>
          <p:cNvCxnSpPr>
            <a:cxnSpLocks/>
          </p:cNvCxnSpPr>
          <p:nvPr/>
        </p:nvCxnSpPr>
        <p:spPr>
          <a:xfrm>
            <a:off x="512398" y="2661546"/>
            <a:ext cx="5583602" cy="0"/>
          </a:xfrm>
          <a:prstGeom prst="line">
            <a:avLst/>
          </a:prstGeom>
          <a:noFill/>
          <a:ln w="28575" cap="flat" cmpd="sng" algn="ctr">
            <a:solidFill>
              <a:srgbClr val="75757A">
                <a:lumMod val="40000"/>
                <a:lumOff val="60000"/>
              </a:srgbClr>
            </a:solidFill>
            <a:prstDash val="solid"/>
            <a:miter lim="800000"/>
          </a:ln>
          <a:effectLst/>
        </p:spPr>
      </p:cxnSp>
      <p:sp>
        <p:nvSpPr>
          <p:cNvPr id="3" name="Rectangle 2">
            <a:extLst>
              <a:ext uri="{FF2B5EF4-FFF2-40B4-BE49-F238E27FC236}">
                <a16:creationId xmlns:a16="http://schemas.microsoft.com/office/drawing/2014/main" id="{AB3EBBB0-6EBA-40DA-AECE-22E3C9838DF9}"/>
              </a:ext>
            </a:extLst>
          </p:cNvPr>
          <p:cNvSpPr/>
          <p:nvPr/>
        </p:nvSpPr>
        <p:spPr>
          <a:xfrm>
            <a:off x="383101" y="1575855"/>
            <a:ext cx="5450977" cy="997581"/>
          </a:xfrm>
          <a:prstGeom prst="rect">
            <a:avLst/>
          </a:prstGeom>
        </p:spPr>
        <p:txBody>
          <a:bodyPr wrap="square">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961" b="0" i="0" u="none" strike="noStrike" kern="1200" cap="none" spc="-49" normalizeH="0" baseline="0" noProof="0" dirty="0">
                <a:ln>
                  <a:noFill/>
                </a:ln>
                <a:solidFill>
                  <a:srgbClr val="0078D3"/>
                </a:solidFill>
                <a:effectLst/>
                <a:uLnTx/>
                <a:uFillTx/>
                <a:latin typeface="Segoe UI Semibold"/>
                <a:ea typeface="+mn-ea"/>
                <a:cs typeface="Aktiv Grotesk" panose="020B0502040204020203" pitchFamily="34" charset="0"/>
              </a:rPr>
              <a:t>87% of the machines are running with different version of Windows OS and the rest are running Linux Distribution</a:t>
            </a:r>
          </a:p>
        </p:txBody>
      </p:sp>
      <p:pic>
        <p:nvPicPr>
          <p:cNvPr id="4" name="Picture 3" descr="A close up of a logo&#10;&#10;Description automatically generated">
            <a:extLst>
              <a:ext uri="{FF2B5EF4-FFF2-40B4-BE49-F238E27FC236}">
                <a16:creationId xmlns:a16="http://schemas.microsoft.com/office/drawing/2014/main" id="{BA9137A5-3AB0-3021-DDE1-D6788C8AAB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24955" y="6296773"/>
            <a:ext cx="2867045" cy="561227"/>
          </a:xfrm>
          <a:prstGeom prst="rect">
            <a:avLst/>
          </a:prstGeom>
        </p:spPr>
      </p:pic>
      <p:graphicFrame>
        <p:nvGraphicFramePr>
          <p:cNvPr id="7" name="Chart 6">
            <a:extLst>
              <a:ext uri="{FF2B5EF4-FFF2-40B4-BE49-F238E27FC236}">
                <a16:creationId xmlns:a16="http://schemas.microsoft.com/office/drawing/2014/main" id="{1FE447A0-254C-DCF3-142E-AFD134181873}"/>
              </a:ext>
            </a:extLst>
          </p:cNvPr>
          <p:cNvGraphicFramePr>
            <a:graphicFrameLocks/>
          </p:cNvGraphicFramePr>
          <p:nvPr>
            <p:extLst>
              <p:ext uri="{D42A27DB-BD31-4B8C-83A1-F6EECF244321}">
                <p14:modId xmlns:p14="http://schemas.microsoft.com/office/powerpoint/2010/main" val="3243300990"/>
              </p:ext>
            </p:extLst>
          </p:nvPr>
        </p:nvGraphicFramePr>
        <p:xfrm>
          <a:off x="6357924" y="1532833"/>
          <a:ext cx="5834076" cy="42988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1FE447A0-254C-DCF3-142E-AFD134181873}"/>
              </a:ext>
            </a:extLst>
          </p:cNvPr>
          <p:cNvGraphicFramePr>
            <a:graphicFrameLocks/>
          </p:cNvGraphicFramePr>
          <p:nvPr>
            <p:extLst>
              <p:ext uri="{D42A27DB-BD31-4B8C-83A1-F6EECF244321}">
                <p14:modId xmlns:p14="http://schemas.microsoft.com/office/powerpoint/2010/main" val="2640863779"/>
              </p:ext>
            </p:extLst>
          </p:nvPr>
        </p:nvGraphicFramePr>
        <p:xfrm>
          <a:off x="6357924" y="1483910"/>
          <a:ext cx="5834076" cy="434772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5">
            <a:extLst>
              <a:ext uri="{FF2B5EF4-FFF2-40B4-BE49-F238E27FC236}">
                <a16:creationId xmlns:a16="http://schemas.microsoft.com/office/drawing/2014/main" id="{CF14DF3B-6920-C35A-A466-AB8220B93D54}"/>
              </a:ext>
            </a:extLst>
          </p:cNvPr>
          <p:cNvGraphicFramePr>
            <a:graphicFrameLocks/>
          </p:cNvGraphicFramePr>
          <p:nvPr>
            <p:extLst>
              <p:ext uri="{D42A27DB-BD31-4B8C-83A1-F6EECF244321}">
                <p14:modId xmlns:p14="http://schemas.microsoft.com/office/powerpoint/2010/main" val="239350345"/>
              </p:ext>
            </p:extLst>
          </p:nvPr>
        </p:nvGraphicFramePr>
        <p:xfrm>
          <a:off x="471502" y="2749657"/>
          <a:ext cx="5362575" cy="377571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668001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842B8-CBE8-5648-8325-4FED9959D89B}"/>
              </a:ext>
            </a:extLst>
          </p:cNvPr>
          <p:cNvSpPr>
            <a:spLocks noGrp="1"/>
          </p:cNvSpPr>
          <p:nvPr>
            <p:ph type="title"/>
          </p:nvPr>
        </p:nvSpPr>
        <p:spPr>
          <a:xfrm>
            <a:off x="443567" y="620618"/>
            <a:ext cx="11304865" cy="397545"/>
          </a:xfrm>
        </p:spPr>
        <p:txBody>
          <a:bodyPr vert="horz" wrap="square" lIns="0" tIns="91440" rIns="146304" bIns="91440" rtlCol="0" anchor="ctr">
            <a:noAutofit/>
          </a:bodyPr>
          <a:lstStyle/>
          <a:p>
            <a:pPr>
              <a:lnSpc>
                <a:spcPct val="90000"/>
              </a:lnSpc>
            </a:pPr>
            <a:r>
              <a:rPr lang="en-US" sz="3200" dirty="0">
                <a:solidFill>
                  <a:schemeClr val="tx2">
                    <a:lumMod val="50000"/>
                  </a:schemeClr>
                </a:solidFill>
              </a:rPr>
              <a:t>Windows Support Analysis</a:t>
            </a:r>
          </a:p>
        </p:txBody>
      </p:sp>
      <p:cxnSp>
        <p:nvCxnSpPr>
          <p:cNvPr id="20" name="Straight Connector 19">
            <a:extLst>
              <a:ext uri="{FF2B5EF4-FFF2-40B4-BE49-F238E27FC236}">
                <a16:creationId xmlns:a16="http://schemas.microsoft.com/office/drawing/2014/main" id="{DA896B8F-B874-8247-9AD4-0FFBAA56744B}"/>
              </a:ext>
            </a:extLst>
          </p:cNvPr>
          <p:cNvCxnSpPr>
            <a:cxnSpLocks/>
          </p:cNvCxnSpPr>
          <p:nvPr/>
        </p:nvCxnSpPr>
        <p:spPr>
          <a:xfrm>
            <a:off x="512398" y="2661546"/>
            <a:ext cx="5583602" cy="0"/>
          </a:xfrm>
          <a:prstGeom prst="line">
            <a:avLst/>
          </a:prstGeom>
          <a:noFill/>
          <a:ln w="28575" cap="flat" cmpd="sng" algn="ctr">
            <a:solidFill>
              <a:srgbClr val="75757A">
                <a:lumMod val="40000"/>
                <a:lumOff val="60000"/>
              </a:srgbClr>
            </a:solidFill>
            <a:prstDash val="solid"/>
            <a:miter lim="800000"/>
          </a:ln>
          <a:effectLst/>
        </p:spPr>
      </p:cxnSp>
      <p:sp>
        <p:nvSpPr>
          <p:cNvPr id="3" name="Rectangle 2">
            <a:extLst>
              <a:ext uri="{FF2B5EF4-FFF2-40B4-BE49-F238E27FC236}">
                <a16:creationId xmlns:a16="http://schemas.microsoft.com/office/drawing/2014/main" id="{AB3EBBB0-6EBA-40DA-AECE-22E3C9838DF9}"/>
              </a:ext>
            </a:extLst>
          </p:cNvPr>
          <p:cNvSpPr/>
          <p:nvPr/>
        </p:nvSpPr>
        <p:spPr>
          <a:xfrm>
            <a:off x="383101" y="1575855"/>
            <a:ext cx="5450977" cy="695832"/>
          </a:xfrm>
          <a:prstGeom prst="rect">
            <a:avLst/>
          </a:prstGeom>
        </p:spPr>
        <p:txBody>
          <a:bodyPr wrap="square">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lang="en-US" sz="1961" spc="-49" dirty="0">
                <a:solidFill>
                  <a:srgbClr val="0078D3"/>
                </a:solidFill>
                <a:latin typeface="Segoe UI Semibold"/>
                <a:cs typeface="Aktiv Grotesk" panose="020B0502040204020203" pitchFamily="34" charset="0"/>
              </a:rPr>
              <a:t>89 </a:t>
            </a:r>
            <a:r>
              <a:rPr kumimoji="0" lang="en-US" sz="1961" b="0" i="0" u="none" strike="noStrike" kern="1200" cap="none" spc="-49" normalizeH="0" baseline="0" noProof="0" dirty="0">
                <a:ln>
                  <a:noFill/>
                </a:ln>
                <a:solidFill>
                  <a:srgbClr val="0078D3"/>
                </a:solidFill>
                <a:effectLst/>
                <a:uLnTx/>
                <a:uFillTx/>
                <a:latin typeface="Segoe UI Semibold"/>
                <a:ea typeface="+mn-ea"/>
                <a:cs typeface="Aktiv Grotesk" panose="020B0502040204020203" pitchFamily="34" charset="0"/>
              </a:rPr>
              <a:t>% of the machines running with extended support operating Systems</a:t>
            </a:r>
          </a:p>
        </p:txBody>
      </p:sp>
      <p:graphicFrame>
        <p:nvGraphicFramePr>
          <p:cNvPr id="8" name="Table 4">
            <a:extLst>
              <a:ext uri="{FF2B5EF4-FFF2-40B4-BE49-F238E27FC236}">
                <a16:creationId xmlns:a16="http://schemas.microsoft.com/office/drawing/2014/main" id="{EB4D3B1F-FCE7-19D9-431A-01BCA0359F82}"/>
              </a:ext>
            </a:extLst>
          </p:cNvPr>
          <p:cNvGraphicFramePr>
            <a:graphicFrameLocks/>
          </p:cNvGraphicFramePr>
          <p:nvPr/>
        </p:nvGraphicFramePr>
        <p:xfrm>
          <a:off x="383102" y="2766541"/>
          <a:ext cx="5583602" cy="3213636"/>
        </p:xfrm>
        <a:graphic>
          <a:graphicData uri="http://schemas.openxmlformats.org/drawingml/2006/table">
            <a:tbl>
              <a:tblPr firstRow="1" bandRow="1">
                <a:tableStyleId>{91EBBBCC-DAD2-459C-BE2E-F6DE35CF9A28}</a:tableStyleId>
              </a:tblPr>
              <a:tblGrid>
                <a:gridCol w="2418060">
                  <a:extLst>
                    <a:ext uri="{9D8B030D-6E8A-4147-A177-3AD203B41FA5}">
                      <a16:colId xmlns:a16="http://schemas.microsoft.com/office/drawing/2014/main" val="1314312856"/>
                    </a:ext>
                  </a:extLst>
                </a:gridCol>
                <a:gridCol w="1304341">
                  <a:extLst>
                    <a:ext uri="{9D8B030D-6E8A-4147-A177-3AD203B41FA5}">
                      <a16:colId xmlns:a16="http://schemas.microsoft.com/office/drawing/2014/main" val="2169932310"/>
                    </a:ext>
                  </a:extLst>
                </a:gridCol>
                <a:gridCol w="1861201">
                  <a:extLst>
                    <a:ext uri="{9D8B030D-6E8A-4147-A177-3AD203B41FA5}">
                      <a16:colId xmlns:a16="http://schemas.microsoft.com/office/drawing/2014/main" val="3200102349"/>
                    </a:ext>
                  </a:extLst>
                </a:gridCol>
              </a:tblGrid>
              <a:tr h="801690">
                <a:tc>
                  <a:txBody>
                    <a:bodyPr/>
                    <a:lstStyle/>
                    <a:p>
                      <a:pPr algn="ctr"/>
                      <a:r>
                        <a:rPr lang="en-US" sz="1600" dirty="0"/>
                        <a:t>OS Name</a:t>
                      </a:r>
                    </a:p>
                  </a:txBody>
                  <a:tcPr anchor="ctr"/>
                </a:tc>
                <a:tc>
                  <a:txBody>
                    <a:bodyPr/>
                    <a:lstStyle/>
                    <a:p>
                      <a:pPr algn="ctr"/>
                      <a:r>
                        <a:rPr lang="en-US" sz="1600" dirty="0"/>
                        <a:t>End of Life</a:t>
                      </a:r>
                    </a:p>
                  </a:txBody>
                  <a:tcPr anchor="ctr"/>
                </a:tc>
                <a:tc>
                  <a:txBody>
                    <a:bodyPr/>
                    <a:lstStyle/>
                    <a:p>
                      <a:pPr algn="ctr"/>
                      <a:r>
                        <a:rPr lang="en-US" sz="1600" dirty="0"/>
                        <a:t>Extended Support</a:t>
                      </a:r>
                    </a:p>
                  </a:txBody>
                  <a:tcPr anchor="ctr"/>
                </a:tc>
                <a:extLst>
                  <a:ext uri="{0D108BD9-81ED-4DB2-BD59-A6C34878D82A}">
                    <a16:rowId xmlns:a16="http://schemas.microsoft.com/office/drawing/2014/main" val="2781407466"/>
                  </a:ext>
                </a:extLst>
              </a:tr>
              <a:tr h="803982">
                <a:tc>
                  <a:txBody>
                    <a:bodyPr/>
                    <a:lstStyle/>
                    <a:p>
                      <a:pPr algn="ctr"/>
                      <a:r>
                        <a:rPr lang="en-US" sz="1600" dirty="0"/>
                        <a:t>Windows server 2008 R2 Standard</a:t>
                      </a:r>
                    </a:p>
                  </a:txBody>
                  <a:tcPr anchor="ctr"/>
                </a:tc>
                <a:tc>
                  <a:txBody>
                    <a:bodyPr/>
                    <a:lstStyle/>
                    <a:p>
                      <a:pPr algn="ctr"/>
                      <a:endParaRPr lang="en-US" sz="1600" dirty="0"/>
                    </a:p>
                  </a:txBody>
                  <a:tcPr anchor="ctr"/>
                </a:tc>
                <a:tc>
                  <a:txBody>
                    <a:bodyPr/>
                    <a:lstStyle/>
                    <a:p>
                      <a:pPr algn="ctr"/>
                      <a:r>
                        <a:rPr lang="en-US" sz="1600" dirty="0">
                          <a:solidFill>
                            <a:srgbClr val="FF0000"/>
                          </a:solidFill>
                        </a:rPr>
                        <a:t>January 14, 2020</a:t>
                      </a:r>
                    </a:p>
                  </a:txBody>
                  <a:tcPr anchor="ctr"/>
                </a:tc>
                <a:extLst>
                  <a:ext uri="{0D108BD9-81ED-4DB2-BD59-A6C34878D82A}">
                    <a16:rowId xmlns:a16="http://schemas.microsoft.com/office/drawing/2014/main" val="874251338"/>
                  </a:ext>
                </a:extLst>
              </a:tr>
              <a:tr h="803982">
                <a:tc>
                  <a:txBody>
                    <a:bodyPr/>
                    <a:lstStyle/>
                    <a:p>
                      <a:pPr algn="ctr"/>
                      <a:r>
                        <a:rPr lang="en-US" sz="1600" dirty="0"/>
                        <a:t>Windows Server 2012 R2 </a:t>
                      </a:r>
                      <a:r>
                        <a:rPr lang="en-US" sz="1600" kern="1200" dirty="0">
                          <a:solidFill>
                            <a:schemeClr val="dk1"/>
                          </a:solidFill>
                        </a:rPr>
                        <a:t>Standard</a:t>
                      </a:r>
                      <a:endParaRPr lang="en-US" sz="1600" kern="1200" dirty="0">
                        <a:solidFill>
                          <a:schemeClr val="dk1"/>
                        </a:solidFill>
                        <a:latin typeface="+mn-lt"/>
                        <a:ea typeface="+mn-ea"/>
                        <a:cs typeface="+mn-cs"/>
                      </a:endParaRPr>
                    </a:p>
                  </a:txBody>
                  <a:tcPr anchor="ctr"/>
                </a:tc>
                <a:tc>
                  <a:txBody>
                    <a:bodyPr/>
                    <a:lstStyle/>
                    <a:p>
                      <a:pPr algn="ctr"/>
                      <a:r>
                        <a:rPr lang="en-US" sz="1600" dirty="0"/>
                        <a:t>October 9, 2018</a:t>
                      </a:r>
                    </a:p>
                  </a:txBody>
                  <a:tcPr anchor="ctr"/>
                </a:tc>
                <a:tc>
                  <a:txBody>
                    <a:bodyPr/>
                    <a:lstStyle/>
                    <a:p>
                      <a:pPr algn="ctr"/>
                      <a:r>
                        <a:rPr lang="en-US" sz="1600" dirty="0"/>
                        <a:t>October 10, 2023</a:t>
                      </a:r>
                    </a:p>
                  </a:txBody>
                  <a:tcPr anchor="ctr"/>
                </a:tc>
                <a:extLst>
                  <a:ext uri="{0D108BD9-81ED-4DB2-BD59-A6C34878D82A}">
                    <a16:rowId xmlns:a16="http://schemas.microsoft.com/office/drawing/2014/main" val="2251339440"/>
                  </a:ext>
                </a:extLst>
              </a:tr>
              <a:tr h="803982">
                <a:tc>
                  <a:txBody>
                    <a:bodyPr/>
                    <a:lstStyle/>
                    <a:p>
                      <a:pPr algn="ctr"/>
                      <a:r>
                        <a:rPr lang="en-US" sz="1600" dirty="0"/>
                        <a:t>Windows Server 2016 </a:t>
                      </a:r>
                    </a:p>
                  </a:txBody>
                  <a:tcPr anchor="ctr"/>
                </a:tc>
                <a:tc>
                  <a:txBody>
                    <a:bodyPr/>
                    <a:lstStyle/>
                    <a:p>
                      <a:pPr algn="ctr"/>
                      <a:r>
                        <a:rPr lang="en-US" sz="1600" dirty="0"/>
                        <a:t>January 11, 2022</a:t>
                      </a:r>
                    </a:p>
                  </a:txBody>
                  <a:tcPr anchor="ctr"/>
                </a:tc>
                <a:tc>
                  <a:txBody>
                    <a:bodyPr/>
                    <a:lstStyle/>
                    <a:p>
                      <a:pPr algn="ctr"/>
                      <a:r>
                        <a:rPr lang="en-US" sz="1600" dirty="0"/>
                        <a:t>January 11, 2027</a:t>
                      </a:r>
                    </a:p>
                  </a:txBody>
                  <a:tcPr anchor="ctr"/>
                </a:tc>
                <a:extLst>
                  <a:ext uri="{0D108BD9-81ED-4DB2-BD59-A6C34878D82A}">
                    <a16:rowId xmlns:a16="http://schemas.microsoft.com/office/drawing/2014/main" val="4068265401"/>
                  </a:ext>
                </a:extLst>
              </a:tr>
            </a:tbl>
          </a:graphicData>
        </a:graphic>
      </p:graphicFrame>
      <p:pic>
        <p:nvPicPr>
          <p:cNvPr id="4" name="Picture 3" descr="A close up of a logo&#10;&#10;Description automatically generated">
            <a:extLst>
              <a:ext uri="{FF2B5EF4-FFF2-40B4-BE49-F238E27FC236}">
                <a16:creationId xmlns:a16="http://schemas.microsoft.com/office/drawing/2014/main" id="{85D2825E-28F2-02DE-BA34-EA4B92F695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24955" y="6296773"/>
            <a:ext cx="2867045" cy="561227"/>
          </a:xfrm>
          <a:prstGeom prst="rect">
            <a:avLst/>
          </a:prstGeom>
        </p:spPr>
      </p:pic>
      <p:graphicFrame>
        <p:nvGraphicFramePr>
          <p:cNvPr id="5" name="Chart 4">
            <a:extLst>
              <a:ext uri="{FF2B5EF4-FFF2-40B4-BE49-F238E27FC236}">
                <a16:creationId xmlns:a16="http://schemas.microsoft.com/office/drawing/2014/main" id="{9D90013C-238E-0708-28C3-F756463B2814}"/>
              </a:ext>
            </a:extLst>
          </p:cNvPr>
          <p:cNvGraphicFramePr>
            <a:graphicFrameLocks/>
          </p:cNvGraphicFramePr>
          <p:nvPr>
            <p:extLst>
              <p:ext uri="{D42A27DB-BD31-4B8C-83A1-F6EECF244321}">
                <p14:modId xmlns:p14="http://schemas.microsoft.com/office/powerpoint/2010/main" val="2207428042"/>
              </p:ext>
            </p:extLst>
          </p:nvPr>
        </p:nvGraphicFramePr>
        <p:xfrm>
          <a:off x="6357924" y="1411865"/>
          <a:ext cx="5834076" cy="443841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a:extLst>
              <a:ext uri="{FF2B5EF4-FFF2-40B4-BE49-F238E27FC236}">
                <a16:creationId xmlns:a16="http://schemas.microsoft.com/office/drawing/2014/main" id="{9D90013C-238E-0708-28C3-F756463B2814}"/>
              </a:ext>
            </a:extLst>
          </p:cNvPr>
          <p:cNvGraphicFramePr>
            <a:graphicFrameLocks/>
          </p:cNvGraphicFramePr>
          <p:nvPr>
            <p:extLst>
              <p:ext uri="{D42A27DB-BD31-4B8C-83A1-F6EECF244321}">
                <p14:modId xmlns:p14="http://schemas.microsoft.com/office/powerpoint/2010/main" val="2769737139"/>
              </p:ext>
            </p:extLst>
          </p:nvPr>
        </p:nvGraphicFramePr>
        <p:xfrm>
          <a:off x="6357924" y="1411864"/>
          <a:ext cx="5834076" cy="443840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77454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54808-A7FF-4C29-915B-07D6DBE7E650}"/>
              </a:ext>
            </a:extLst>
          </p:cNvPr>
          <p:cNvSpPr>
            <a:spLocks noGrp="1"/>
          </p:cNvSpPr>
          <p:nvPr>
            <p:ph type="title"/>
          </p:nvPr>
        </p:nvSpPr>
        <p:spPr>
          <a:xfrm>
            <a:off x="455996" y="462980"/>
            <a:ext cx="11306469" cy="886397"/>
          </a:xfrm>
        </p:spPr>
        <p:txBody>
          <a:bodyPr vert="horz" wrap="square" lIns="0" tIns="91440" rIns="146304" bIns="91440" rtlCol="0" anchor="ctr">
            <a:noAutofit/>
          </a:bodyPr>
          <a:lstStyle/>
          <a:p>
            <a:pPr>
              <a:lnSpc>
                <a:spcPct val="90000"/>
              </a:lnSpc>
            </a:pPr>
            <a:r>
              <a:rPr lang="en-GB" sz="3200" dirty="0">
                <a:solidFill>
                  <a:schemeClr val="tx2">
                    <a:lumMod val="50000"/>
                  </a:schemeClr>
                </a:solidFill>
              </a:rPr>
              <a:t>Linux Readiness Conditions</a:t>
            </a:r>
            <a:br>
              <a:rPr lang="en-GB" sz="3200" dirty="0">
                <a:solidFill>
                  <a:schemeClr val="tx2">
                    <a:lumMod val="50000"/>
                  </a:schemeClr>
                </a:solidFill>
              </a:rPr>
            </a:br>
            <a:r>
              <a:rPr lang="en-US" sz="3200" dirty="0">
                <a:solidFill>
                  <a:schemeClr val="tx2">
                    <a:lumMod val="50000"/>
                  </a:schemeClr>
                </a:solidFill>
              </a:rPr>
              <a:t>Conditionally endorsed Linux OS</a:t>
            </a:r>
            <a:endParaRPr lang="en-GB" sz="3200" dirty="0">
              <a:solidFill>
                <a:schemeClr val="tx2">
                  <a:lumMod val="50000"/>
                </a:schemeClr>
              </a:solidFill>
            </a:endParaRPr>
          </a:p>
        </p:txBody>
      </p:sp>
      <p:sp>
        <p:nvSpPr>
          <p:cNvPr id="5" name="Picture Placeholder 4">
            <a:extLst>
              <a:ext uri="{FF2B5EF4-FFF2-40B4-BE49-F238E27FC236}">
                <a16:creationId xmlns:a16="http://schemas.microsoft.com/office/drawing/2014/main" id="{50FF5D13-7B74-44B6-DC1B-ED2A9498464D}"/>
              </a:ext>
            </a:extLst>
          </p:cNvPr>
          <p:cNvSpPr>
            <a:spLocks noGrp="1"/>
          </p:cNvSpPr>
          <p:nvPr>
            <p:ph type="pic" sz="quarter" idx="12"/>
          </p:nvPr>
        </p:nvSpPr>
        <p:spPr/>
        <p:txBody>
          <a:bodyPr/>
          <a:lstStyle/>
          <a:p>
            <a:endParaRPr lang="en-GB"/>
          </a:p>
        </p:txBody>
      </p:sp>
      <p:sp>
        <p:nvSpPr>
          <p:cNvPr id="9" name="TextBox 8">
            <a:extLst>
              <a:ext uri="{FF2B5EF4-FFF2-40B4-BE49-F238E27FC236}">
                <a16:creationId xmlns:a16="http://schemas.microsoft.com/office/drawing/2014/main" id="{87383F55-F287-7BFA-A434-659A086327AA}"/>
              </a:ext>
            </a:extLst>
          </p:cNvPr>
          <p:cNvSpPr txBox="1"/>
          <p:nvPr/>
        </p:nvSpPr>
        <p:spPr>
          <a:xfrm>
            <a:off x="455996" y="1682212"/>
            <a:ext cx="6719886"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ktiv Grotesk"/>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ktiv Grotesk"/>
                <a:ea typeface="+mn-ea"/>
                <a:cs typeface="+mn-cs"/>
                <a:hlinkClick r:id="rId2"/>
              </a:rPr>
              <a:t>Supported distributions and versions</a:t>
            </a:r>
            <a:endParaRPr kumimoji="0" lang="en-US" sz="1800" b="0" i="0" u="none" strike="noStrike" kern="1200" cap="none" spc="0" normalizeH="0" baseline="0" noProof="0" dirty="0">
              <a:ln>
                <a:noFill/>
              </a:ln>
              <a:solidFill>
                <a:srgbClr val="000000"/>
              </a:solidFill>
              <a:effectLst/>
              <a:uLnTx/>
              <a:uFillTx/>
              <a:latin typeface="Aktiv Grotesk"/>
              <a:ea typeface="+mn-ea"/>
              <a:cs typeface="+mn-cs"/>
            </a:endParaRPr>
          </a:p>
        </p:txBody>
      </p:sp>
      <p:pic>
        <p:nvPicPr>
          <p:cNvPr id="3" name="Picture 2" descr="A close up of a logo&#10;&#10;Description automatically generated">
            <a:extLst>
              <a:ext uri="{FF2B5EF4-FFF2-40B4-BE49-F238E27FC236}">
                <a16:creationId xmlns:a16="http://schemas.microsoft.com/office/drawing/2014/main" id="{DC00AB06-F8C0-8750-C71A-1A32D743B8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24955" y="6296773"/>
            <a:ext cx="2867045" cy="561227"/>
          </a:xfrm>
          <a:prstGeom prst="rect">
            <a:avLst/>
          </a:prstGeom>
        </p:spPr>
      </p:pic>
      <p:graphicFrame>
        <p:nvGraphicFramePr>
          <p:cNvPr id="6" name="Table 7">
            <a:extLst>
              <a:ext uri="{FF2B5EF4-FFF2-40B4-BE49-F238E27FC236}">
                <a16:creationId xmlns:a16="http://schemas.microsoft.com/office/drawing/2014/main" id="{8C8C59CF-DEC9-F996-7096-A0E129D85AA6}"/>
              </a:ext>
            </a:extLst>
          </p:cNvPr>
          <p:cNvGraphicFramePr>
            <a:graphicFrameLocks noGrp="1"/>
          </p:cNvGraphicFramePr>
          <p:nvPr>
            <p:extLst>
              <p:ext uri="{D42A27DB-BD31-4B8C-83A1-F6EECF244321}">
                <p14:modId xmlns:p14="http://schemas.microsoft.com/office/powerpoint/2010/main" val="1810959141"/>
              </p:ext>
            </p:extLst>
          </p:nvPr>
        </p:nvGraphicFramePr>
        <p:xfrm>
          <a:off x="652799" y="3701991"/>
          <a:ext cx="4814648" cy="2032092"/>
        </p:xfrm>
        <a:graphic>
          <a:graphicData uri="http://schemas.openxmlformats.org/drawingml/2006/table">
            <a:tbl>
              <a:tblPr firstRow="1" bandRow="1">
                <a:tableStyleId>{00A15C55-8517-42AA-B614-E9B94910E393}</a:tableStyleId>
              </a:tblPr>
              <a:tblGrid>
                <a:gridCol w="2407324">
                  <a:extLst>
                    <a:ext uri="{9D8B030D-6E8A-4147-A177-3AD203B41FA5}">
                      <a16:colId xmlns:a16="http://schemas.microsoft.com/office/drawing/2014/main" val="99615616"/>
                    </a:ext>
                  </a:extLst>
                </a:gridCol>
                <a:gridCol w="2407324">
                  <a:extLst>
                    <a:ext uri="{9D8B030D-6E8A-4147-A177-3AD203B41FA5}">
                      <a16:colId xmlns:a16="http://schemas.microsoft.com/office/drawing/2014/main" val="167856124"/>
                    </a:ext>
                  </a:extLst>
                </a:gridCol>
              </a:tblGrid>
              <a:tr h="508023">
                <a:tc>
                  <a:txBody>
                    <a:bodyPr/>
                    <a:lstStyle/>
                    <a:p>
                      <a:pPr algn="ctr"/>
                      <a:r>
                        <a:rPr lang="en-GB" sz="1100" b="1" dirty="0"/>
                        <a:t>Conditionally endorsed </a:t>
                      </a:r>
                      <a:r>
                        <a:rPr lang="en-GB" sz="1100" b="1" dirty="0" err="1"/>
                        <a:t>linux</a:t>
                      </a:r>
                      <a:r>
                        <a:rPr lang="en-GB" sz="1100" b="1" dirty="0"/>
                        <a:t> OS</a:t>
                      </a:r>
                    </a:p>
                  </a:txBody>
                  <a:tcPr anchor="ctr"/>
                </a:tc>
                <a:tc>
                  <a:txBody>
                    <a:bodyPr/>
                    <a:lstStyle/>
                    <a:p>
                      <a:pPr algn="ctr"/>
                      <a:r>
                        <a:rPr lang="en-GB" sz="1400" dirty="0"/>
                        <a:t>Operating system</a:t>
                      </a:r>
                    </a:p>
                  </a:txBody>
                  <a:tcPr anchor="ctr"/>
                </a:tc>
                <a:extLst>
                  <a:ext uri="{0D108BD9-81ED-4DB2-BD59-A6C34878D82A}">
                    <a16:rowId xmlns:a16="http://schemas.microsoft.com/office/drawing/2014/main" val="3657541008"/>
                  </a:ext>
                </a:extLst>
              </a:tr>
              <a:tr h="508023">
                <a:tc>
                  <a:txBody>
                    <a:bodyPr/>
                    <a:lstStyle/>
                    <a:p>
                      <a:pPr algn="ctr" fontAlgn="b"/>
                      <a:r>
                        <a:rPr lang="en-GB" sz="1100" b="1" i="0" u="none" strike="noStrike" dirty="0">
                          <a:solidFill>
                            <a:schemeClr val="accent4">
                              <a:lumMod val="50000"/>
                            </a:schemeClr>
                          </a:solidFill>
                          <a:effectLst/>
                          <a:latin typeface="Aktiv Grotesk" panose="020F0502020204030204" pitchFamily="34" charset="0"/>
                        </a:rPr>
                        <a:t>XXX</a:t>
                      </a:r>
                    </a:p>
                  </a:txBody>
                  <a:tcPr marL="0" marR="0" marT="0" marB="0" anchor="ctr"/>
                </a:tc>
                <a:tc>
                  <a:txBody>
                    <a:bodyPr/>
                    <a:lstStyle/>
                    <a:p>
                      <a:pPr algn="ctr" fontAlgn="b"/>
                      <a:r>
                        <a:rPr lang="en-GB" sz="1100" b="1" i="0" u="none" strike="noStrike">
                          <a:solidFill>
                            <a:schemeClr val="accent4">
                              <a:lumMod val="50000"/>
                            </a:schemeClr>
                          </a:solidFill>
                          <a:effectLst/>
                          <a:latin typeface="Aktiv Grotesk" panose="020F0502020204030204" pitchFamily="34" charset="0"/>
                        </a:rPr>
                        <a:t>CentOS 4/5/6/7 (64-bit)</a:t>
                      </a:r>
                    </a:p>
                  </a:txBody>
                  <a:tcPr marL="0" marR="0" marT="0" marB="0" anchor="ctr"/>
                </a:tc>
                <a:extLst>
                  <a:ext uri="{0D108BD9-81ED-4DB2-BD59-A6C34878D82A}">
                    <a16:rowId xmlns:a16="http://schemas.microsoft.com/office/drawing/2014/main" val="709377005"/>
                  </a:ext>
                </a:extLst>
              </a:tr>
              <a:tr h="508023">
                <a:tc>
                  <a:txBody>
                    <a:bodyPr/>
                    <a:lstStyle/>
                    <a:p>
                      <a:pPr algn="ctr" fontAlgn="b"/>
                      <a:r>
                        <a:rPr lang="en-GB" sz="1100" b="1" i="0" u="none" strike="noStrike" dirty="0">
                          <a:solidFill>
                            <a:schemeClr val="accent4">
                              <a:lumMod val="50000"/>
                            </a:schemeClr>
                          </a:solidFill>
                          <a:effectLst/>
                          <a:latin typeface="Aktiv Grotesk" panose="020F0502020204030204" pitchFamily="34" charset="0"/>
                        </a:rPr>
                        <a:t>YYY</a:t>
                      </a:r>
                    </a:p>
                  </a:txBody>
                  <a:tcPr marL="0" marR="0" marT="0" marB="0" anchor="ctr"/>
                </a:tc>
                <a:tc>
                  <a:txBody>
                    <a:bodyPr/>
                    <a:lstStyle/>
                    <a:p>
                      <a:pPr algn="ctr" fontAlgn="b"/>
                      <a:r>
                        <a:rPr lang="en-GB" sz="1100" b="1" i="0" u="none" strike="noStrike">
                          <a:solidFill>
                            <a:schemeClr val="accent4">
                              <a:lumMod val="50000"/>
                            </a:schemeClr>
                          </a:solidFill>
                          <a:effectLst/>
                          <a:latin typeface="Aktiv Grotesk" panose="020F0502020204030204" pitchFamily="34" charset="0"/>
                        </a:rPr>
                        <a:t>SUSE openSUSE (64-bit)</a:t>
                      </a:r>
                    </a:p>
                  </a:txBody>
                  <a:tcPr marL="0" marR="0" marT="0" marB="0" anchor="ctr"/>
                </a:tc>
                <a:extLst>
                  <a:ext uri="{0D108BD9-81ED-4DB2-BD59-A6C34878D82A}">
                    <a16:rowId xmlns:a16="http://schemas.microsoft.com/office/drawing/2014/main" val="229652180"/>
                  </a:ext>
                </a:extLst>
              </a:tr>
              <a:tr h="508023">
                <a:tc>
                  <a:txBody>
                    <a:bodyPr/>
                    <a:lstStyle/>
                    <a:p>
                      <a:pPr algn="ctr" fontAlgn="b"/>
                      <a:r>
                        <a:rPr lang="en-GB" sz="1100" b="1" i="0" u="none" strike="noStrike" dirty="0">
                          <a:solidFill>
                            <a:schemeClr val="accent4">
                              <a:lumMod val="50000"/>
                            </a:schemeClr>
                          </a:solidFill>
                          <a:effectLst/>
                          <a:latin typeface="Aktiv Grotesk" panose="020F0502020204030204" pitchFamily="34" charset="0"/>
                        </a:rPr>
                        <a:t>ZZZ</a:t>
                      </a:r>
                    </a:p>
                  </a:txBody>
                  <a:tcPr marL="0" marR="0" marT="0" marB="0" anchor="ctr"/>
                </a:tc>
                <a:tc>
                  <a:txBody>
                    <a:bodyPr/>
                    <a:lstStyle/>
                    <a:p>
                      <a:pPr algn="ctr" fontAlgn="b"/>
                      <a:r>
                        <a:rPr lang="en-GB" sz="1100" b="1" i="0" u="none" strike="noStrike" dirty="0">
                          <a:solidFill>
                            <a:schemeClr val="accent4">
                              <a:lumMod val="50000"/>
                            </a:schemeClr>
                          </a:solidFill>
                          <a:effectLst/>
                          <a:latin typeface="Aktiv Grotesk" panose="020F0502020204030204" pitchFamily="34" charset="0"/>
                        </a:rPr>
                        <a:t>Ubuntu Linux (64-bit)</a:t>
                      </a:r>
                    </a:p>
                  </a:txBody>
                  <a:tcPr marL="0" marR="0" marT="0" marB="0" anchor="ctr"/>
                </a:tc>
                <a:extLst>
                  <a:ext uri="{0D108BD9-81ED-4DB2-BD59-A6C34878D82A}">
                    <a16:rowId xmlns:a16="http://schemas.microsoft.com/office/drawing/2014/main" val="2188431928"/>
                  </a:ext>
                </a:extLst>
              </a:tr>
            </a:tbl>
          </a:graphicData>
        </a:graphic>
      </p:graphicFrame>
      <p:graphicFrame>
        <p:nvGraphicFramePr>
          <p:cNvPr id="4" name="Table 3">
            <a:extLst>
              <a:ext uri="{FF2B5EF4-FFF2-40B4-BE49-F238E27FC236}">
                <a16:creationId xmlns:a16="http://schemas.microsoft.com/office/drawing/2014/main" id="{A343FCDB-3DE9-E662-9EAC-CDAA6104CFA1}"/>
              </a:ext>
            </a:extLst>
          </p:cNvPr>
          <p:cNvGraphicFramePr>
            <a:graphicFrameLocks noGrp="1"/>
          </p:cNvGraphicFramePr>
          <p:nvPr>
            <p:extLst>
              <p:ext uri="{D42A27DB-BD31-4B8C-83A1-F6EECF244321}">
                <p14:modId xmlns:p14="http://schemas.microsoft.com/office/powerpoint/2010/main" val="451040639"/>
              </p:ext>
            </p:extLst>
          </p:nvPr>
        </p:nvGraphicFramePr>
        <p:xfrm>
          <a:off x="350790" y="2572308"/>
          <a:ext cx="5418666" cy="863963"/>
        </p:xfrm>
        <a:graphic>
          <a:graphicData uri="http://schemas.openxmlformats.org/drawingml/2006/table">
            <a:tbl>
              <a:tblPr firstRow="1" bandRow="1">
                <a:tableStyleId>{00A15C55-8517-42AA-B614-E9B94910E393}</a:tableStyleId>
              </a:tblPr>
              <a:tblGrid>
                <a:gridCol w="2709333">
                  <a:extLst>
                    <a:ext uri="{9D8B030D-6E8A-4147-A177-3AD203B41FA5}">
                      <a16:colId xmlns:a16="http://schemas.microsoft.com/office/drawing/2014/main" val="3671911717"/>
                    </a:ext>
                  </a:extLst>
                </a:gridCol>
                <a:gridCol w="2709333">
                  <a:extLst>
                    <a:ext uri="{9D8B030D-6E8A-4147-A177-3AD203B41FA5}">
                      <a16:colId xmlns:a16="http://schemas.microsoft.com/office/drawing/2014/main" val="144811006"/>
                    </a:ext>
                  </a:extLst>
                </a:gridCol>
              </a:tblGrid>
              <a:tr h="370840">
                <a:tc>
                  <a:txBody>
                    <a:bodyPr/>
                    <a:lstStyle/>
                    <a:p>
                      <a:pPr algn="ctr" fontAlgn="b"/>
                      <a:r>
                        <a:rPr lang="en-US" sz="1600" b="1" u="none" strike="noStrike" dirty="0">
                          <a:solidFill>
                            <a:schemeClr val="bg2"/>
                          </a:solidFill>
                          <a:effectLst/>
                        </a:rPr>
                        <a:t>Readiness issues</a:t>
                      </a:r>
                      <a:endParaRPr lang="en-US" sz="1600" b="1" i="0" u="none" strike="noStrike" dirty="0">
                        <a:solidFill>
                          <a:schemeClr val="bg2"/>
                        </a:solidFill>
                        <a:effectLst/>
                        <a:latin typeface="Aktiv Grotesk" panose="020F0502020204030204" pitchFamily="34" charset="0"/>
                      </a:endParaRPr>
                    </a:p>
                  </a:txBody>
                  <a:tcPr marL="5443" marR="5443" marT="5443" marB="0" anchor="ctr"/>
                </a:tc>
                <a:tc>
                  <a:txBody>
                    <a:bodyPr/>
                    <a:lstStyle/>
                    <a:p>
                      <a:pPr algn="ctr" fontAlgn="b"/>
                      <a:r>
                        <a:rPr lang="en-US" sz="1600" b="1" u="none" strike="noStrike" dirty="0">
                          <a:solidFill>
                            <a:schemeClr val="bg2"/>
                          </a:solidFill>
                          <a:effectLst/>
                        </a:rPr>
                        <a:t>Count of Azure readiness issues</a:t>
                      </a:r>
                      <a:endParaRPr lang="en-US" sz="1600" b="1" i="0" u="none" strike="noStrike" dirty="0">
                        <a:solidFill>
                          <a:schemeClr val="bg2"/>
                        </a:solidFill>
                        <a:effectLst/>
                        <a:latin typeface="Aktiv Grotesk" panose="020F0502020204030204" pitchFamily="34" charset="0"/>
                      </a:endParaRPr>
                    </a:p>
                  </a:txBody>
                  <a:tcPr marL="5443" marR="5443" marT="5443" marB="0" anchor="ctr"/>
                </a:tc>
                <a:extLst>
                  <a:ext uri="{0D108BD9-81ED-4DB2-BD59-A6C34878D82A}">
                    <a16:rowId xmlns:a16="http://schemas.microsoft.com/office/drawing/2014/main" val="3385113047"/>
                  </a:ext>
                </a:extLst>
              </a:tr>
              <a:tr h="370840">
                <a:tc>
                  <a:txBody>
                    <a:bodyPr/>
                    <a:lstStyle/>
                    <a:p>
                      <a:pPr algn="ctr" fontAlgn="b"/>
                      <a:r>
                        <a:rPr lang="en-US" sz="1100" b="0" u="none" strike="noStrike" dirty="0">
                          <a:solidFill>
                            <a:schemeClr val="accent4">
                              <a:lumMod val="50000"/>
                            </a:schemeClr>
                          </a:solidFill>
                          <a:effectLst/>
                        </a:rPr>
                        <a:t>Conditionally endorsed Linux </a:t>
                      </a:r>
                      <a:endParaRPr lang="en-GB" sz="1100" b="1" i="0" u="none" strike="noStrike" dirty="0">
                        <a:solidFill>
                          <a:schemeClr val="accent4">
                            <a:lumMod val="50000"/>
                          </a:schemeClr>
                        </a:solidFill>
                        <a:effectLst/>
                        <a:latin typeface="Aktiv Grotesk" panose="020F0502020204030204" pitchFamily="34" charset="0"/>
                      </a:endParaRPr>
                    </a:p>
                  </a:txBody>
                  <a:tcPr marL="7620" marR="7620" marT="7620" marB="0" anchor="ctr"/>
                </a:tc>
                <a:tc>
                  <a:txBody>
                    <a:bodyPr/>
                    <a:lstStyle/>
                    <a:p>
                      <a:pPr marL="0" marR="0" lvl="0" indent="0" algn="ctr" defTabSz="914192" rtl="0" eaLnBrk="1" fontAlgn="b" latinLnBrk="0" hangingPunct="1">
                        <a:lnSpc>
                          <a:spcPct val="100000"/>
                        </a:lnSpc>
                        <a:spcBef>
                          <a:spcPts val="0"/>
                        </a:spcBef>
                        <a:spcAft>
                          <a:spcPts val="0"/>
                        </a:spcAft>
                        <a:buClrTx/>
                        <a:buSzTx/>
                        <a:buFontTx/>
                        <a:buNone/>
                        <a:tabLst/>
                        <a:defRPr/>
                      </a:pPr>
                      <a:r>
                        <a:rPr lang="en-GB" sz="2000" b="1" i="0" u="none" strike="noStrike" dirty="0">
                          <a:solidFill>
                            <a:schemeClr val="tx2">
                              <a:lumMod val="75000"/>
                            </a:schemeClr>
                          </a:solidFill>
                          <a:effectLst/>
                          <a:latin typeface="Aktiv Grotesk" panose="020F0502020204030204" pitchFamily="34" charset="0"/>
                        </a:rPr>
                        <a:t>3</a:t>
                      </a:r>
                    </a:p>
                  </a:txBody>
                  <a:tcPr marL="7620" marR="7620" marT="7620" marB="0" anchor="ctr"/>
                </a:tc>
                <a:extLst>
                  <a:ext uri="{0D108BD9-81ED-4DB2-BD59-A6C34878D82A}">
                    <a16:rowId xmlns:a16="http://schemas.microsoft.com/office/drawing/2014/main" val="526590751"/>
                  </a:ext>
                </a:extLst>
              </a:tr>
            </a:tbl>
          </a:graphicData>
        </a:graphic>
      </p:graphicFrame>
      <p:pic>
        <p:nvPicPr>
          <p:cNvPr id="10" name="Picture 9">
            <a:extLst>
              <a:ext uri="{FF2B5EF4-FFF2-40B4-BE49-F238E27FC236}">
                <a16:creationId xmlns:a16="http://schemas.microsoft.com/office/drawing/2014/main" id="{2D2BDB27-A1F6-BAE7-623B-CA0317081642}"/>
              </a:ext>
            </a:extLst>
          </p:cNvPr>
          <p:cNvPicPr>
            <a:picLocks noChangeAspect="1"/>
          </p:cNvPicPr>
          <p:nvPr/>
        </p:nvPicPr>
        <p:blipFill>
          <a:blip r:embed="rId4"/>
          <a:stretch>
            <a:fillRect/>
          </a:stretch>
        </p:blipFill>
        <p:spPr>
          <a:xfrm>
            <a:off x="6363778" y="1531208"/>
            <a:ext cx="5816109" cy="4400431"/>
          </a:xfrm>
          <a:prstGeom prst="rect">
            <a:avLst/>
          </a:prstGeom>
        </p:spPr>
      </p:pic>
    </p:spTree>
    <p:extLst>
      <p:ext uri="{BB962C8B-B14F-4D97-AF65-F5344CB8AC3E}">
        <p14:creationId xmlns:p14="http://schemas.microsoft.com/office/powerpoint/2010/main" val="7570262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842B8-CBE8-5648-8325-4FED9959D89B}"/>
              </a:ext>
            </a:extLst>
          </p:cNvPr>
          <p:cNvSpPr>
            <a:spLocks noGrp="1"/>
          </p:cNvSpPr>
          <p:nvPr>
            <p:ph type="title"/>
          </p:nvPr>
        </p:nvSpPr>
        <p:spPr>
          <a:xfrm>
            <a:off x="456796" y="621225"/>
            <a:ext cx="11304865" cy="397545"/>
          </a:xfrm>
        </p:spPr>
        <p:txBody>
          <a:bodyPr vert="horz" wrap="square" lIns="0" tIns="91440" rIns="146304" bIns="91440" rtlCol="0" anchor="ctr">
            <a:noAutofit/>
          </a:bodyPr>
          <a:lstStyle/>
          <a:p>
            <a:pPr>
              <a:lnSpc>
                <a:spcPct val="90000"/>
              </a:lnSpc>
            </a:pPr>
            <a:r>
              <a:rPr lang="en-US" sz="3200" dirty="0">
                <a:solidFill>
                  <a:schemeClr val="tx2">
                    <a:lumMod val="50000"/>
                  </a:schemeClr>
                </a:solidFill>
              </a:rPr>
              <a:t>Overall Readiness</a:t>
            </a:r>
          </a:p>
        </p:txBody>
      </p:sp>
      <p:cxnSp>
        <p:nvCxnSpPr>
          <p:cNvPr id="20" name="Straight Connector 19">
            <a:extLst>
              <a:ext uri="{FF2B5EF4-FFF2-40B4-BE49-F238E27FC236}">
                <a16:creationId xmlns:a16="http://schemas.microsoft.com/office/drawing/2014/main" id="{DA896B8F-B874-8247-9AD4-0FFBAA56744B}"/>
              </a:ext>
            </a:extLst>
          </p:cNvPr>
          <p:cNvCxnSpPr>
            <a:cxnSpLocks/>
          </p:cNvCxnSpPr>
          <p:nvPr/>
        </p:nvCxnSpPr>
        <p:spPr>
          <a:xfrm>
            <a:off x="512398" y="2661546"/>
            <a:ext cx="5583602" cy="0"/>
          </a:xfrm>
          <a:prstGeom prst="line">
            <a:avLst/>
          </a:prstGeom>
          <a:noFill/>
          <a:ln w="28575" cap="flat" cmpd="sng" algn="ctr">
            <a:solidFill>
              <a:srgbClr val="75757A">
                <a:lumMod val="40000"/>
                <a:lumOff val="60000"/>
              </a:srgbClr>
            </a:solidFill>
            <a:prstDash val="solid"/>
            <a:miter lim="800000"/>
          </a:ln>
          <a:effectLst/>
        </p:spPr>
      </p:cxnSp>
      <p:graphicFrame>
        <p:nvGraphicFramePr>
          <p:cNvPr id="9" name="Table 8">
            <a:extLst>
              <a:ext uri="{FF2B5EF4-FFF2-40B4-BE49-F238E27FC236}">
                <a16:creationId xmlns:a16="http://schemas.microsoft.com/office/drawing/2014/main" id="{B384CE37-FA8F-435A-5A3C-E0DAAB8B6E30}"/>
              </a:ext>
            </a:extLst>
          </p:cNvPr>
          <p:cNvGraphicFramePr>
            <a:graphicFrameLocks noGrp="1"/>
          </p:cNvGraphicFramePr>
          <p:nvPr>
            <p:extLst>
              <p:ext uri="{D42A27DB-BD31-4B8C-83A1-F6EECF244321}">
                <p14:modId xmlns:p14="http://schemas.microsoft.com/office/powerpoint/2010/main" val="3288665376"/>
              </p:ext>
            </p:extLst>
          </p:nvPr>
        </p:nvGraphicFramePr>
        <p:xfrm>
          <a:off x="456796" y="2795233"/>
          <a:ext cx="5418666" cy="1234803"/>
        </p:xfrm>
        <a:graphic>
          <a:graphicData uri="http://schemas.openxmlformats.org/drawingml/2006/table">
            <a:tbl>
              <a:tblPr firstRow="1" bandRow="1">
                <a:tableStyleId>{00A15C55-8517-42AA-B614-E9B94910E393}</a:tableStyleId>
              </a:tblPr>
              <a:tblGrid>
                <a:gridCol w="2709333">
                  <a:extLst>
                    <a:ext uri="{9D8B030D-6E8A-4147-A177-3AD203B41FA5}">
                      <a16:colId xmlns:a16="http://schemas.microsoft.com/office/drawing/2014/main" val="3671911717"/>
                    </a:ext>
                  </a:extLst>
                </a:gridCol>
                <a:gridCol w="2709333">
                  <a:extLst>
                    <a:ext uri="{9D8B030D-6E8A-4147-A177-3AD203B41FA5}">
                      <a16:colId xmlns:a16="http://schemas.microsoft.com/office/drawing/2014/main" val="144811006"/>
                    </a:ext>
                  </a:extLst>
                </a:gridCol>
              </a:tblGrid>
              <a:tr h="370840">
                <a:tc>
                  <a:txBody>
                    <a:bodyPr/>
                    <a:lstStyle/>
                    <a:p>
                      <a:pPr algn="ctr" fontAlgn="b"/>
                      <a:r>
                        <a:rPr lang="en-US" sz="1600" b="1" u="none" strike="noStrike" dirty="0">
                          <a:solidFill>
                            <a:schemeClr val="bg2"/>
                          </a:solidFill>
                          <a:effectLst/>
                        </a:rPr>
                        <a:t>Readiness issues</a:t>
                      </a:r>
                      <a:endParaRPr lang="en-US" sz="1600" b="1" i="0" u="none" strike="noStrike" dirty="0">
                        <a:solidFill>
                          <a:schemeClr val="bg2"/>
                        </a:solidFill>
                        <a:effectLst/>
                        <a:latin typeface="Aktiv Grotesk" panose="020F0502020204030204" pitchFamily="34" charset="0"/>
                      </a:endParaRPr>
                    </a:p>
                  </a:txBody>
                  <a:tcPr marL="5443" marR="5443" marT="5443" marB="0" anchor="ctr"/>
                </a:tc>
                <a:tc>
                  <a:txBody>
                    <a:bodyPr/>
                    <a:lstStyle/>
                    <a:p>
                      <a:pPr algn="ctr" fontAlgn="b"/>
                      <a:r>
                        <a:rPr lang="en-US" sz="1600" b="1" u="none" strike="noStrike" dirty="0">
                          <a:solidFill>
                            <a:schemeClr val="bg2"/>
                          </a:solidFill>
                          <a:effectLst/>
                        </a:rPr>
                        <a:t>Count of Azure readiness issues</a:t>
                      </a:r>
                      <a:endParaRPr lang="en-US" sz="1600" b="1" i="0" u="none" strike="noStrike" dirty="0">
                        <a:solidFill>
                          <a:schemeClr val="bg2"/>
                        </a:solidFill>
                        <a:effectLst/>
                        <a:latin typeface="Aktiv Grotesk" panose="020F0502020204030204" pitchFamily="34" charset="0"/>
                      </a:endParaRPr>
                    </a:p>
                  </a:txBody>
                  <a:tcPr marL="5443" marR="5443" marT="5443" marB="0" anchor="ctr"/>
                </a:tc>
                <a:extLst>
                  <a:ext uri="{0D108BD9-81ED-4DB2-BD59-A6C34878D82A}">
                    <a16:rowId xmlns:a16="http://schemas.microsoft.com/office/drawing/2014/main" val="3385113047"/>
                  </a:ext>
                </a:extLst>
              </a:tr>
              <a:tr h="370840">
                <a:tc>
                  <a:txBody>
                    <a:bodyPr/>
                    <a:lstStyle/>
                    <a:p>
                      <a:pPr algn="ctr" fontAlgn="b"/>
                      <a:r>
                        <a:rPr lang="en-GB" sz="1800" b="1" u="none" strike="noStrike" dirty="0">
                          <a:solidFill>
                            <a:schemeClr val="tx2"/>
                          </a:solidFill>
                          <a:effectLst/>
                        </a:rPr>
                        <a:t>Ready</a:t>
                      </a:r>
                      <a:endParaRPr lang="en-GB" sz="1800" b="1" i="0" u="none" strike="noStrike" dirty="0">
                        <a:solidFill>
                          <a:schemeClr val="tx2"/>
                        </a:solidFill>
                        <a:effectLst/>
                        <a:latin typeface="Aktiv Grotesk" panose="020F0502020204030204" pitchFamily="34" charset="0"/>
                      </a:endParaRPr>
                    </a:p>
                  </a:txBody>
                  <a:tcPr marL="7620" marR="7620" marT="7620" marB="0" anchor="ctr"/>
                </a:tc>
                <a:tc>
                  <a:txBody>
                    <a:bodyPr/>
                    <a:lstStyle/>
                    <a:p>
                      <a:pPr algn="ctr" fontAlgn="b"/>
                      <a:r>
                        <a:rPr lang="en-GB" sz="2000" b="1" u="none" strike="noStrike">
                          <a:solidFill>
                            <a:schemeClr val="tx2"/>
                          </a:solidFill>
                          <a:effectLst/>
                        </a:rPr>
                        <a:t>74</a:t>
                      </a:r>
                      <a:endParaRPr lang="en-GB" sz="2000" b="1" i="0" u="none" strike="noStrike" dirty="0">
                        <a:solidFill>
                          <a:schemeClr val="tx2"/>
                        </a:solidFill>
                        <a:effectLst/>
                        <a:latin typeface="Aktiv Grotesk" panose="020F0502020204030204" pitchFamily="34" charset="0"/>
                      </a:endParaRPr>
                    </a:p>
                  </a:txBody>
                  <a:tcPr marL="7620" marR="7620" marT="7620" marB="0" anchor="b"/>
                </a:tc>
                <a:extLst>
                  <a:ext uri="{0D108BD9-81ED-4DB2-BD59-A6C34878D82A}">
                    <a16:rowId xmlns:a16="http://schemas.microsoft.com/office/drawing/2014/main" val="526590751"/>
                  </a:ext>
                </a:extLst>
              </a:tr>
              <a:tr h="370840">
                <a:tc>
                  <a:txBody>
                    <a:bodyPr/>
                    <a:lstStyle/>
                    <a:p>
                      <a:pPr algn="ctr" fontAlgn="b"/>
                      <a:r>
                        <a:rPr lang="en-GB" sz="1800" b="1" u="none" strike="noStrike" dirty="0">
                          <a:solidFill>
                            <a:schemeClr val="tx2"/>
                          </a:solidFill>
                          <a:effectLst/>
                        </a:rPr>
                        <a:t>Ready with condition </a:t>
                      </a:r>
                      <a:endParaRPr lang="en-GB" sz="1800" b="1" i="0" u="none" strike="noStrike" dirty="0">
                        <a:solidFill>
                          <a:schemeClr val="tx2"/>
                        </a:solidFill>
                        <a:effectLst/>
                        <a:latin typeface="Aktiv Grotesk" panose="020F0502020204030204" pitchFamily="34" charset="0"/>
                      </a:endParaRPr>
                    </a:p>
                  </a:txBody>
                  <a:tcPr marL="7620" marR="7620" marT="7620" marB="0" anchor="ctr"/>
                </a:tc>
                <a:tc>
                  <a:txBody>
                    <a:bodyPr/>
                    <a:lstStyle/>
                    <a:p>
                      <a:pPr algn="ctr" fontAlgn="b"/>
                      <a:r>
                        <a:rPr lang="en-GB" sz="2000" b="1" u="none" strike="noStrike" dirty="0">
                          <a:solidFill>
                            <a:schemeClr val="tx2"/>
                          </a:solidFill>
                          <a:effectLst/>
                        </a:rPr>
                        <a:t>3</a:t>
                      </a:r>
                      <a:endParaRPr lang="en-GB" sz="2000" b="1" i="0" u="none" strike="noStrike" dirty="0">
                        <a:solidFill>
                          <a:schemeClr val="tx2"/>
                        </a:solidFill>
                        <a:effectLst/>
                        <a:latin typeface="Aktiv Grotesk" panose="020F0502020204030204" pitchFamily="34" charset="0"/>
                      </a:endParaRPr>
                    </a:p>
                  </a:txBody>
                  <a:tcPr marL="7620" marR="7620" marT="7620" marB="0" anchor="b"/>
                </a:tc>
                <a:extLst>
                  <a:ext uri="{0D108BD9-81ED-4DB2-BD59-A6C34878D82A}">
                    <a16:rowId xmlns:a16="http://schemas.microsoft.com/office/drawing/2014/main" val="4196983845"/>
                  </a:ext>
                </a:extLst>
              </a:tr>
            </a:tbl>
          </a:graphicData>
        </a:graphic>
      </p:graphicFrame>
      <p:sp>
        <p:nvSpPr>
          <p:cNvPr id="10" name="Rectangle 9">
            <a:extLst>
              <a:ext uri="{FF2B5EF4-FFF2-40B4-BE49-F238E27FC236}">
                <a16:creationId xmlns:a16="http://schemas.microsoft.com/office/drawing/2014/main" id="{B07D298F-0450-1238-AFB6-3EAA81F3E410}"/>
              </a:ext>
            </a:extLst>
          </p:cNvPr>
          <p:cNvSpPr/>
          <p:nvPr/>
        </p:nvSpPr>
        <p:spPr>
          <a:xfrm>
            <a:off x="383101" y="1575855"/>
            <a:ext cx="5450977" cy="707785"/>
          </a:xfrm>
          <a:prstGeom prst="rect">
            <a:avLst/>
          </a:prstGeom>
        </p:spPr>
        <p:txBody>
          <a:bodyPr wrap="square">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961" b="0" i="0" u="none" strike="noStrike" kern="1200" cap="none" spc="-49" normalizeH="0" baseline="0" noProof="0" dirty="0">
                <a:ln>
                  <a:noFill/>
                </a:ln>
                <a:solidFill>
                  <a:srgbClr val="0078D3"/>
                </a:solidFill>
                <a:effectLst/>
                <a:uLnTx/>
                <a:uFillTx/>
                <a:latin typeface="Segoe UI Semibold"/>
                <a:ea typeface="+mn-ea"/>
                <a:cs typeface="Aktiv Grotesk" panose="020B0502040204020203" pitchFamily="34" charset="0"/>
              </a:rPr>
              <a:t>Migrate Windows and Linux Servers, Databases, Data, Web Applications and Virtual Desktops </a:t>
            </a:r>
          </a:p>
        </p:txBody>
      </p:sp>
      <p:pic>
        <p:nvPicPr>
          <p:cNvPr id="4" name="Picture 3" descr="A close up of a logo&#10;&#10;Description automatically generated">
            <a:extLst>
              <a:ext uri="{FF2B5EF4-FFF2-40B4-BE49-F238E27FC236}">
                <a16:creationId xmlns:a16="http://schemas.microsoft.com/office/drawing/2014/main" id="{0E78EDE9-AA91-AD28-CE06-91C2469587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24955" y="6296773"/>
            <a:ext cx="2867045" cy="561227"/>
          </a:xfrm>
          <a:prstGeom prst="rect">
            <a:avLst/>
          </a:prstGeom>
        </p:spPr>
      </p:pic>
      <p:graphicFrame>
        <p:nvGraphicFramePr>
          <p:cNvPr id="5" name="Chart 4">
            <a:extLst>
              <a:ext uri="{FF2B5EF4-FFF2-40B4-BE49-F238E27FC236}">
                <a16:creationId xmlns:a16="http://schemas.microsoft.com/office/drawing/2014/main" id="{57904288-1CCA-1A0A-751A-E64CA1472071}"/>
              </a:ext>
            </a:extLst>
          </p:cNvPr>
          <p:cNvGraphicFramePr>
            <a:graphicFrameLocks/>
          </p:cNvGraphicFramePr>
          <p:nvPr>
            <p:extLst>
              <p:ext uri="{D42A27DB-BD31-4B8C-83A1-F6EECF244321}">
                <p14:modId xmlns:p14="http://schemas.microsoft.com/office/powerpoint/2010/main" val="3797144166"/>
              </p:ext>
            </p:extLst>
          </p:nvPr>
        </p:nvGraphicFramePr>
        <p:xfrm>
          <a:off x="6357924" y="1539837"/>
          <a:ext cx="5834076" cy="429177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35751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7D957-DDD4-14E8-57BC-2255D85D63E2}"/>
              </a:ext>
            </a:extLst>
          </p:cNvPr>
          <p:cNvSpPr>
            <a:spLocks noGrp="1"/>
          </p:cNvSpPr>
          <p:nvPr>
            <p:ph type="title" idx="4294967295"/>
          </p:nvPr>
        </p:nvSpPr>
        <p:spPr>
          <a:xfrm>
            <a:off x="345233" y="255198"/>
            <a:ext cx="11306175" cy="403225"/>
          </a:xfrm>
        </p:spPr>
        <p:txBody>
          <a:bodyPr/>
          <a:lstStyle/>
          <a:p>
            <a:r>
              <a:rPr lang="en-GB" sz="3200" dirty="0">
                <a:solidFill>
                  <a:schemeClr val="tx2">
                    <a:lumMod val="50000"/>
                  </a:schemeClr>
                </a:solidFill>
              </a:rPr>
              <a:t>CPU and RAM Performance and Optimization analysis</a:t>
            </a:r>
          </a:p>
        </p:txBody>
      </p:sp>
      <p:graphicFrame>
        <p:nvGraphicFramePr>
          <p:cNvPr id="9" name="Chart 8">
            <a:extLst>
              <a:ext uri="{FF2B5EF4-FFF2-40B4-BE49-F238E27FC236}">
                <a16:creationId xmlns:a16="http://schemas.microsoft.com/office/drawing/2014/main" id="{5A40D416-7C30-CA88-733B-EF9912767347}"/>
              </a:ext>
            </a:extLst>
          </p:cNvPr>
          <p:cNvGraphicFramePr/>
          <p:nvPr>
            <p:extLst>
              <p:ext uri="{D42A27DB-BD31-4B8C-83A1-F6EECF244321}">
                <p14:modId xmlns:p14="http://schemas.microsoft.com/office/powerpoint/2010/main" val="1316927541"/>
              </p:ext>
            </p:extLst>
          </p:nvPr>
        </p:nvGraphicFramePr>
        <p:xfrm>
          <a:off x="6376019" y="1611026"/>
          <a:ext cx="4716042" cy="4396776"/>
        </p:xfrm>
        <a:graphic>
          <a:graphicData uri="http://schemas.openxmlformats.org/drawingml/2006/chart">
            <c:chart xmlns:c="http://schemas.openxmlformats.org/drawingml/2006/chart" xmlns:r="http://schemas.openxmlformats.org/officeDocument/2006/relationships" r:id="rId2"/>
          </a:graphicData>
        </a:graphic>
      </p:graphicFrame>
      <p:sp>
        <p:nvSpPr>
          <p:cNvPr id="10" name="Rectangle: Rounded Corners 9">
            <a:extLst>
              <a:ext uri="{FF2B5EF4-FFF2-40B4-BE49-F238E27FC236}">
                <a16:creationId xmlns:a16="http://schemas.microsoft.com/office/drawing/2014/main" id="{A1049331-249C-212E-5555-2692FC580A47}"/>
              </a:ext>
            </a:extLst>
          </p:cNvPr>
          <p:cNvSpPr/>
          <p:nvPr/>
        </p:nvSpPr>
        <p:spPr bwMode="auto">
          <a:xfrm>
            <a:off x="3935305" y="2186580"/>
            <a:ext cx="692809" cy="1129765"/>
          </a:xfrm>
          <a:prstGeom prst="roundRect">
            <a:avLst/>
          </a:prstGeom>
          <a:noFill/>
          <a:ln>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GB" sz="2400" dirty="0">
                <a:gradFill>
                  <a:gsLst>
                    <a:gs pos="0">
                      <a:srgbClr val="FFFFFF"/>
                    </a:gs>
                    <a:gs pos="100000">
                      <a:srgbClr val="FFFFFF"/>
                    </a:gs>
                  </a:gsLst>
                  <a:lin ang="5400000" scaled="0"/>
                </a:gradFill>
                <a:ea typeface="Aktiv Grotesk" pitchFamily="34" charset="0"/>
                <a:cs typeface="Aktiv Grotesk" pitchFamily="34" charset="0"/>
              </a:rPr>
              <a:t>v</a:t>
            </a:r>
          </a:p>
        </p:txBody>
      </p:sp>
      <p:sp>
        <p:nvSpPr>
          <p:cNvPr id="11" name="Rectangle: Rounded Corners 10">
            <a:extLst>
              <a:ext uri="{FF2B5EF4-FFF2-40B4-BE49-F238E27FC236}">
                <a16:creationId xmlns:a16="http://schemas.microsoft.com/office/drawing/2014/main" id="{84A51A8A-BA01-4A7F-C526-DEDD968395A6}"/>
              </a:ext>
            </a:extLst>
          </p:cNvPr>
          <p:cNvSpPr/>
          <p:nvPr/>
        </p:nvSpPr>
        <p:spPr bwMode="auto">
          <a:xfrm>
            <a:off x="762545" y="4453404"/>
            <a:ext cx="944880" cy="1518920"/>
          </a:xfrm>
          <a:prstGeom prst="roundRect">
            <a:avLst/>
          </a:prstGeom>
          <a:noFill/>
          <a:ln>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GB" sz="2400" dirty="0" err="1">
              <a:gradFill>
                <a:gsLst>
                  <a:gs pos="0">
                    <a:srgbClr val="FFFFFF"/>
                  </a:gs>
                  <a:gs pos="100000">
                    <a:srgbClr val="FFFFFF"/>
                  </a:gs>
                </a:gsLst>
                <a:lin ang="5400000" scaled="0"/>
              </a:gradFill>
              <a:ea typeface="Aktiv Grotesk" pitchFamily="34" charset="0"/>
              <a:cs typeface="Aktiv Grotesk" pitchFamily="34" charset="0"/>
            </a:endParaRPr>
          </a:p>
        </p:txBody>
      </p:sp>
      <p:sp>
        <p:nvSpPr>
          <p:cNvPr id="12" name="Rectangle: Rounded Corners 11">
            <a:extLst>
              <a:ext uri="{FF2B5EF4-FFF2-40B4-BE49-F238E27FC236}">
                <a16:creationId xmlns:a16="http://schemas.microsoft.com/office/drawing/2014/main" id="{944279ED-1FA3-DC78-FD18-4DC90AD614C7}"/>
              </a:ext>
            </a:extLst>
          </p:cNvPr>
          <p:cNvSpPr/>
          <p:nvPr/>
        </p:nvSpPr>
        <p:spPr bwMode="auto">
          <a:xfrm>
            <a:off x="969558" y="1818451"/>
            <a:ext cx="808382" cy="1463373"/>
          </a:xfrm>
          <a:prstGeom prst="roundRect">
            <a:avLst/>
          </a:prstGeom>
          <a:noFill/>
          <a:ln>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GB" sz="2400" dirty="0">
              <a:gradFill>
                <a:gsLst>
                  <a:gs pos="0">
                    <a:srgbClr val="FFFFFF"/>
                  </a:gs>
                  <a:gs pos="100000">
                    <a:srgbClr val="FFFFFF"/>
                  </a:gs>
                </a:gsLst>
                <a:lin ang="5400000" scaled="0"/>
              </a:gradFill>
              <a:ea typeface="Aktiv Grotesk" pitchFamily="34" charset="0"/>
              <a:cs typeface="Aktiv Grotesk" pitchFamily="34" charset="0"/>
            </a:endParaRPr>
          </a:p>
        </p:txBody>
      </p:sp>
      <p:sp>
        <p:nvSpPr>
          <p:cNvPr id="13" name="Rectangle: Rounded Corners 12">
            <a:extLst>
              <a:ext uri="{FF2B5EF4-FFF2-40B4-BE49-F238E27FC236}">
                <a16:creationId xmlns:a16="http://schemas.microsoft.com/office/drawing/2014/main" id="{866EE489-2A32-391B-1374-E6A76EDE5643}"/>
              </a:ext>
            </a:extLst>
          </p:cNvPr>
          <p:cNvSpPr/>
          <p:nvPr/>
        </p:nvSpPr>
        <p:spPr bwMode="auto">
          <a:xfrm>
            <a:off x="3886893" y="4842559"/>
            <a:ext cx="692809" cy="1129765"/>
          </a:xfrm>
          <a:prstGeom prst="roundRect">
            <a:avLst/>
          </a:prstGeom>
          <a:noFill/>
          <a:ln>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GB" sz="2400" dirty="0">
                <a:gradFill>
                  <a:gsLst>
                    <a:gs pos="0">
                      <a:srgbClr val="FFFFFF"/>
                    </a:gs>
                    <a:gs pos="100000">
                      <a:srgbClr val="FFFFFF"/>
                    </a:gs>
                  </a:gsLst>
                  <a:lin ang="5400000" scaled="0"/>
                </a:gradFill>
                <a:ea typeface="Aktiv Grotesk" pitchFamily="34" charset="0"/>
                <a:cs typeface="Aktiv Grotesk" pitchFamily="34" charset="0"/>
              </a:rPr>
              <a:t>v</a:t>
            </a:r>
          </a:p>
        </p:txBody>
      </p:sp>
      <p:graphicFrame>
        <p:nvGraphicFramePr>
          <p:cNvPr id="14" name="Chart 13">
            <a:extLst>
              <a:ext uri="{FF2B5EF4-FFF2-40B4-BE49-F238E27FC236}">
                <a16:creationId xmlns:a16="http://schemas.microsoft.com/office/drawing/2014/main" id="{EC1A8C1C-8608-6BD9-B37E-8C14CCB17F31}"/>
              </a:ext>
            </a:extLst>
          </p:cNvPr>
          <p:cNvGraphicFramePr>
            <a:graphicFrameLocks/>
          </p:cNvGraphicFramePr>
          <p:nvPr>
            <p:extLst>
              <p:ext uri="{D42A27DB-BD31-4B8C-83A1-F6EECF244321}">
                <p14:modId xmlns:p14="http://schemas.microsoft.com/office/powerpoint/2010/main" val="2281864214"/>
              </p:ext>
            </p:extLst>
          </p:nvPr>
        </p:nvGraphicFramePr>
        <p:xfrm>
          <a:off x="554446" y="1319905"/>
          <a:ext cx="4869180" cy="19964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14">
            <a:extLst>
              <a:ext uri="{FF2B5EF4-FFF2-40B4-BE49-F238E27FC236}">
                <a16:creationId xmlns:a16="http://schemas.microsoft.com/office/drawing/2014/main" id="{43BDA028-BF48-D9EB-4059-A87090A4500C}"/>
              </a:ext>
            </a:extLst>
          </p:cNvPr>
          <p:cNvGraphicFramePr>
            <a:graphicFrameLocks/>
          </p:cNvGraphicFramePr>
          <p:nvPr>
            <p:extLst>
              <p:ext uri="{D42A27DB-BD31-4B8C-83A1-F6EECF244321}">
                <p14:modId xmlns:p14="http://schemas.microsoft.com/office/powerpoint/2010/main" val="996755891"/>
              </p:ext>
            </p:extLst>
          </p:nvPr>
        </p:nvGraphicFramePr>
        <p:xfrm>
          <a:off x="438281" y="4194242"/>
          <a:ext cx="4914900" cy="1813560"/>
        </p:xfrm>
        <a:graphic>
          <a:graphicData uri="http://schemas.openxmlformats.org/drawingml/2006/chart">
            <c:chart xmlns:c="http://schemas.openxmlformats.org/drawingml/2006/chart" xmlns:r="http://schemas.openxmlformats.org/officeDocument/2006/relationships" r:id="rId4"/>
          </a:graphicData>
        </a:graphic>
      </p:graphicFrame>
      <p:sp>
        <p:nvSpPr>
          <p:cNvPr id="16" name="Oval 15">
            <a:extLst>
              <a:ext uri="{FF2B5EF4-FFF2-40B4-BE49-F238E27FC236}">
                <a16:creationId xmlns:a16="http://schemas.microsoft.com/office/drawing/2014/main" id="{3A3409FB-E4AC-5911-D579-E87DA90A2693}"/>
              </a:ext>
            </a:extLst>
          </p:cNvPr>
          <p:cNvSpPr/>
          <p:nvPr/>
        </p:nvSpPr>
        <p:spPr bwMode="auto">
          <a:xfrm>
            <a:off x="8944164" y="1874579"/>
            <a:ext cx="1840911" cy="1351115"/>
          </a:xfrm>
          <a:prstGeom prst="ellipse">
            <a:avLst/>
          </a:prstGeom>
          <a:solidFill>
            <a:srgbClr val="00B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GB" sz="2400" dirty="0" err="1">
              <a:gradFill>
                <a:gsLst>
                  <a:gs pos="0">
                    <a:srgbClr val="FFFFFF"/>
                  </a:gs>
                  <a:gs pos="100000">
                    <a:srgbClr val="FFFFFF"/>
                  </a:gs>
                </a:gsLst>
                <a:lin ang="5400000" scaled="0"/>
              </a:gradFill>
              <a:ea typeface="Aktiv Grotesk" pitchFamily="34" charset="0"/>
              <a:cs typeface="Aktiv Grotesk" pitchFamily="34" charset="0"/>
            </a:endParaRPr>
          </a:p>
        </p:txBody>
      </p:sp>
      <p:sp>
        <p:nvSpPr>
          <p:cNvPr id="17" name="TextBox 16">
            <a:extLst>
              <a:ext uri="{FF2B5EF4-FFF2-40B4-BE49-F238E27FC236}">
                <a16:creationId xmlns:a16="http://schemas.microsoft.com/office/drawing/2014/main" id="{0033ED74-064C-B646-C675-AA98ACDD4577}"/>
              </a:ext>
            </a:extLst>
          </p:cNvPr>
          <p:cNvSpPr txBox="1"/>
          <p:nvPr/>
        </p:nvSpPr>
        <p:spPr>
          <a:xfrm>
            <a:off x="9053165" y="2153104"/>
            <a:ext cx="1840911" cy="794064"/>
          </a:xfrm>
          <a:prstGeom prst="rect">
            <a:avLst/>
          </a:prstGeom>
          <a:noFill/>
        </p:spPr>
        <p:txBody>
          <a:bodyPr wrap="square" lIns="182880" tIns="146304" rIns="182880" bIns="146304" rtlCol="0">
            <a:spAutoFit/>
          </a:bodyPr>
          <a:lstStyle/>
          <a:p>
            <a:pPr>
              <a:lnSpc>
                <a:spcPct val="90000"/>
              </a:lnSpc>
              <a:spcAft>
                <a:spcPts val="600"/>
              </a:spcAft>
            </a:pPr>
            <a:r>
              <a:rPr lang="en-US" dirty="0">
                <a:solidFill>
                  <a:schemeClr val="bg2"/>
                </a:solidFill>
              </a:rPr>
              <a:t>Up to 50% Optimization</a:t>
            </a:r>
            <a:endParaRPr lang="en-GB" dirty="0" err="1">
              <a:solidFill>
                <a:schemeClr val="bg2"/>
              </a:solidFill>
            </a:endParaRPr>
          </a:p>
        </p:txBody>
      </p:sp>
    </p:spTree>
    <p:extLst>
      <p:ext uri="{BB962C8B-B14F-4D97-AF65-F5344CB8AC3E}">
        <p14:creationId xmlns:p14="http://schemas.microsoft.com/office/powerpoint/2010/main" val="14523212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982C250-594A-9B24-B9B6-B76CDDD5B91B}"/>
              </a:ext>
            </a:extLst>
          </p:cNvPr>
          <p:cNvSpPr>
            <a:spLocks noGrp="1"/>
          </p:cNvSpPr>
          <p:nvPr>
            <p:ph type="title"/>
          </p:nvPr>
        </p:nvSpPr>
        <p:spPr>
          <a:xfrm>
            <a:off x="227633" y="3961577"/>
            <a:ext cx="5428936" cy="616479"/>
          </a:xfrm>
        </p:spPr>
        <p:txBody>
          <a:bodyPr anchor="t"/>
          <a:lstStyle/>
          <a:p>
            <a:r>
              <a:rPr lang="en-US" sz="3200" dirty="0">
                <a:solidFill>
                  <a:schemeClr val="tx1"/>
                </a:solidFill>
              </a:rPr>
              <a:t>Modernization Assessment </a:t>
            </a:r>
          </a:p>
        </p:txBody>
      </p:sp>
      <p:pic>
        <p:nvPicPr>
          <p:cNvPr id="2" name="Picture 1">
            <a:extLst>
              <a:ext uri="{FF2B5EF4-FFF2-40B4-BE49-F238E27FC236}">
                <a16:creationId xmlns:a16="http://schemas.microsoft.com/office/drawing/2014/main" id="{B9E6E643-F691-F00A-5A8E-D45857801EC1}"/>
              </a:ext>
            </a:extLst>
          </p:cNvPr>
          <p:cNvPicPr>
            <a:picLocks noChangeAspect="1"/>
          </p:cNvPicPr>
          <p:nvPr/>
        </p:nvPicPr>
        <p:blipFill>
          <a:blip r:embed="rId2"/>
          <a:stretch>
            <a:fillRect/>
          </a:stretch>
        </p:blipFill>
        <p:spPr>
          <a:xfrm>
            <a:off x="1183776" y="1796544"/>
            <a:ext cx="2731423" cy="1881451"/>
          </a:xfrm>
          <a:prstGeom prst="rect">
            <a:avLst/>
          </a:prstGeom>
        </p:spPr>
      </p:pic>
    </p:spTree>
    <p:extLst>
      <p:ext uri="{BB962C8B-B14F-4D97-AF65-F5344CB8AC3E}">
        <p14:creationId xmlns:p14="http://schemas.microsoft.com/office/powerpoint/2010/main" val="243114562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E8FD663-11AB-114D-B2D3-501CE85D752D}"/>
              </a:ext>
            </a:extLst>
          </p:cNvPr>
          <p:cNvSpPr/>
          <p:nvPr/>
        </p:nvSpPr>
        <p:spPr>
          <a:xfrm>
            <a:off x="584200" y="2121034"/>
            <a:ext cx="4913875" cy="1059607"/>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Aktiv Grotesk"/>
              <a:ea typeface="+mn-ea"/>
              <a:cs typeface="Aktiv Grotesk" pitchFamily="34" charset="0"/>
            </a:endParaRPr>
          </a:p>
        </p:txBody>
      </p:sp>
      <p:sp>
        <p:nvSpPr>
          <p:cNvPr id="121" name="TextBox 120">
            <a:extLst>
              <a:ext uri="{FF2B5EF4-FFF2-40B4-BE49-F238E27FC236}">
                <a16:creationId xmlns:a16="http://schemas.microsoft.com/office/drawing/2014/main" id="{379C39F6-2EC7-4B5F-AA05-93145AF4FF0F}"/>
              </a:ext>
            </a:extLst>
          </p:cNvPr>
          <p:cNvSpPr txBox="1"/>
          <p:nvPr/>
        </p:nvSpPr>
        <p:spPr>
          <a:xfrm>
            <a:off x="3108621" y="3186489"/>
            <a:ext cx="521072"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Segoe UI Semibold"/>
                <a:ea typeface="+mn-ea"/>
                <a:cs typeface="Aktiv Grotesk" panose="020B0502040204020203" pitchFamily="34" charset="0"/>
              </a:rPr>
              <a:t>No</a:t>
            </a:r>
          </a:p>
        </p:txBody>
      </p:sp>
      <p:sp>
        <p:nvSpPr>
          <p:cNvPr id="49" name="Rectangle 48">
            <a:extLst>
              <a:ext uri="{FF2B5EF4-FFF2-40B4-BE49-F238E27FC236}">
                <a16:creationId xmlns:a16="http://schemas.microsoft.com/office/drawing/2014/main" id="{5E245CF9-A209-0340-8EC0-976283FA2A36}"/>
              </a:ext>
            </a:extLst>
          </p:cNvPr>
          <p:cNvSpPr/>
          <p:nvPr/>
        </p:nvSpPr>
        <p:spPr>
          <a:xfrm>
            <a:off x="584202" y="2107009"/>
            <a:ext cx="3455652"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solidFill>
                  <a:prstClr val="black"/>
                </a:solidFill>
                <a:effectLst/>
                <a:uLnTx/>
                <a:uFillTx/>
                <a:latin typeface="Aktiv Grotesk" panose="020B0502040204020203" pitchFamily="34" charset="0"/>
                <a:ea typeface="+mn-ea"/>
                <a:cs typeface="Aktiv Grotesk" panose="020B0502040204020203" pitchFamily="34" charset="0"/>
              </a:rPr>
              <a:t>Do you need</a:t>
            </a:r>
            <a:endParaRPr kumimoji="0" lang="en-US" sz="1100" b="0" i="0" u="none" strike="noStrike" kern="1200" cap="none" spc="0" normalizeH="0" baseline="0" noProof="0">
              <a:ln>
                <a:noFill/>
              </a:ln>
              <a:solidFill>
                <a:prstClr val="black"/>
              </a:solidFill>
              <a:effectLst/>
              <a:uLnTx/>
              <a:uFillTx/>
              <a:latin typeface="Aktiv Grotesk" panose="020B0502040204020203" pitchFamily="34" charset="0"/>
              <a:ea typeface="+mn-ea"/>
              <a:cs typeface="Aktiv Grotesk" panose="020B0502040204020203" pitchFamily="34" charset="0"/>
            </a:endParaRPr>
          </a:p>
        </p:txBody>
      </p:sp>
      <p:sp>
        <p:nvSpPr>
          <p:cNvPr id="51" name="Rectangle 50">
            <a:extLst>
              <a:ext uri="{FF2B5EF4-FFF2-40B4-BE49-F238E27FC236}">
                <a16:creationId xmlns:a16="http://schemas.microsoft.com/office/drawing/2014/main" id="{52F6959F-02D2-A444-B4E9-80F2431732B1}"/>
              </a:ext>
            </a:extLst>
          </p:cNvPr>
          <p:cNvSpPr/>
          <p:nvPr/>
        </p:nvSpPr>
        <p:spPr>
          <a:xfrm>
            <a:off x="572362" y="3649560"/>
            <a:ext cx="4926806" cy="1033562"/>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Aktiv Grotesk"/>
              <a:ea typeface="+mn-ea"/>
              <a:cs typeface="Aktiv Grotesk" pitchFamily="34" charset="0"/>
            </a:endParaRPr>
          </a:p>
        </p:txBody>
      </p:sp>
      <p:sp>
        <p:nvSpPr>
          <p:cNvPr id="52" name="Rectangle 51">
            <a:extLst>
              <a:ext uri="{FF2B5EF4-FFF2-40B4-BE49-F238E27FC236}">
                <a16:creationId xmlns:a16="http://schemas.microsoft.com/office/drawing/2014/main" id="{62E1AD9C-B1E7-D843-848B-430E2FFA4436}"/>
              </a:ext>
            </a:extLst>
          </p:cNvPr>
          <p:cNvSpPr/>
          <p:nvPr/>
        </p:nvSpPr>
        <p:spPr>
          <a:xfrm>
            <a:off x="584202" y="3681373"/>
            <a:ext cx="3455652"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solidFill>
                  <a:prstClr val="black"/>
                </a:solidFill>
                <a:effectLst/>
                <a:uLnTx/>
                <a:uFillTx/>
                <a:latin typeface="Aktiv Grotesk" panose="020B0502040204020203" pitchFamily="34" charset="0"/>
                <a:ea typeface="+mn-ea"/>
                <a:cs typeface="Aktiv Grotesk" panose="020B0502040204020203" pitchFamily="34" charset="0"/>
              </a:rPr>
              <a:t>Do you need</a:t>
            </a:r>
            <a:endParaRPr kumimoji="0" lang="en-US" sz="1100" b="0" i="0" u="none" strike="noStrike" kern="1200" cap="none" spc="0" normalizeH="0" baseline="0" noProof="0">
              <a:ln>
                <a:noFill/>
              </a:ln>
              <a:solidFill>
                <a:prstClr val="black"/>
              </a:solidFill>
              <a:effectLst/>
              <a:uLnTx/>
              <a:uFillTx/>
              <a:latin typeface="Aktiv Grotesk" panose="020B0502040204020203" pitchFamily="34" charset="0"/>
              <a:ea typeface="+mn-ea"/>
              <a:cs typeface="Aktiv Grotesk" panose="020B0502040204020203" pitchFamily="34" charset="0"/>
            </a:endParaRPr>
          </a:p>
        </p:txBody>
      </p:sp>
      <p:sp>
        <p:nvSpPr>
          <p:cNvPr id="53" name="Rectangle 52">
            <a:extLst>
              <a:ext uri="{FF2B5EF4-FFF2-40B4-BE49-F238E27FC236}">
                <a16:creationId xmlns:a16="http://schemas.microsoft.com/office/drawing/2014/main" id="{2471F584-7108-7A44-BC06-9D10BEAC9DEC}"/>
              </a:ext>
            </a:extLst>
          </p:cNvPr>
          <p:cNvSpPr/>
          <p:nvPr/>
        </p:nvSpPr>
        <p:spPr>
          <a:xfrm>
            <a:off x="572362" y="5215631"/>
            <a:ext cx="4926791" cy="84558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Aktiv Grotesk"/>
              <a:ea typeface="+mn-ea"/>
              <a:cs typeface="Aktiv Grotesk" pitchFamily="34" charset="0"/>
            </a:endParaRPr>
          </a:p>
        </p:txBody>
      </p:sp>
      <p:sp>
        <p:nvSpPr>
          <p:cNvPr id="54" name="Rectangle 53">
            <a:extLst>
              <a:ext uri="{FF2B5EF4-FFF2-40B4-BE49-F238E27FC236}">
                <a16:creationId xmlns:a16="http://schemas.microsoft.com/office/drawing/2014/main" id="{2B2F61FB-EDB7-114A-97F7-B4C27E3B3677}"/>
              </a:ext>
            </a:extLst>
          </p:cNvPr>
          <p:cNvSpPr/>
          <p:nvPr/>
        </p:nvSpPr>
        <p:spPr>
          <a:xfrm>
            <a:off x="613055" y="5270287"/>
            <a:ext cx="3455652"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solidFill>
                  <a:prstClr val="black"/>
                </a:solidFill>
                <a:effectLst/>
                <a:uLnTx/>
                <a:uFillTx/>
                <a:latin typeface="Aktiv Grotesk" panose="020B0502040204020203" pitchFamily="34" charset="0"/>
                <a:ea typeface="+mn-ea"/>
                <a:cs typeface="Aktiv Grotesk" panose="020B0502040204020203" pitchFamily="34" charset="0"/>
              </a:rPr>
              <a:t>Do you need</a:t>
            </a:r>
            <a:endParaRPr kumimoji="0" lang="en-US" sz="1100" b="0" i="0" u="none" strike="noStrike" kern="1200" cap="none" spc="0" normalizeH="0" baseline="0" noProof="0">
              <a:ln>
                <a:noFill/>
              </a:ln>
              <a:solidFill>
                <a:prstClr val="black"/>
              </a:solidFill>
              <a:effectLst/>
              <a:uLnTx/>
              <a:uFillTx/>
              <a:latin typeface="Aktiv Grotesk" panose="020B0502040204020203" pitchFamily="34" charset="0"/>
              <a:ea typeface="+mn-ea"/>
              <a:cs typeface="Aktiv Grotesk" panose="020B0502040204020203" pitchFamily="34" charset="0"/>
            </a:endParaRPr>
          </a:p>
        </p:txBody>
      </p:sp>
      <p:sp>
        <p:nvSpPr>
          <p:cNvPr id="114" name="Rectangle 113">
            <a:extLst>
              <a:ext uri="{FF2B5EF4-FFF2-40B4-BE49-F238E27FC236}">
                <a16:creationId xmlns:a16="http://schemas.microsoft.com/office/drawing/2014/main" id="{6FA4CBC4-239B-AA41-A800-8E4ACDF2A07B}"/>
              </a:ext>
            </a:extLst>
          </p:cNvPr>
          <p:cNvSpPr/>
          <p:nvPr/>
        </p:nvSpPr>
        <p:spPr>
          <a:xfrm>
            <a:off x="10049642" y="5435350"/>
            <a:ext cx="1288973" cy="430887"/>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78D4"/>
                </a:solidFill>
                <a:effectLst/>
                <a:uLnTx/>
                <a:uFillTx/>
                <a:latin typeface="Segoe UI Semibold"/>
                <a:ea typeface="+mn-ea"/>
                <a:cs typeface="+mn-cs"/>
              </a:rPr>
              <a:t>Azure SQL Database </a:t>
            </a:r>
          </a:p>
        </p:txBody>
      </p:sp>
      <p:sp>
        <p:nvSpPr>
          <p:cNvPr id="117" name="Rectangle 116">
            <a:extLst>
              <a:ext uri="{FF2B5EF4-FFF2-40B4-BE49-F238E27FC236}">
                <a16:creationId xmlns:a16="http://schemas.microsoft.com/office/drawing/2014/main" id="{ACA1DA0B-A6FD-D84B-AB02-B2D630C237E6}"/>
              </a:ext>
            </a:extLst>
          </p:cNvPr>
          <p:cNvSpPr/>
          <p:nvPr/>
        </p:nvSpPr>
        <p:spPr>
          <a:xfrm>
            <a:off x="10049642" y="3936192"/>
            <a:ext cx="1498477" cy="430887"/>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78D4"/>
                </a:solidFill>
                <a:effectLst/>
                <a:uLnTx/>
                <a:uFillTx/>
                <a:latin typeface="Segoe UI Semibold"/>
                <a:ea typeface="+mn-ea"/>
                <a:cs typeface="+mn-cs"/>
              </a:rPr>
              <a:t>Azure SQL</a:t>
            </a:r>
            <a:br>
              <a:rPr kumimoji="0" lang="en-US" sz="1400" b="1" i="0" u="none" strike="noStrike" kern="1200" cap="none" spc="0" normalizeH="0" baseline="0" noProof="0">
                <a:ln>
                  <a:noFill/>
                </a:ln>
                <a:solidFill>
                  <a:srgbClr val="0078D4"/>
                </a:solidFill>
                <a:effectLst/>
                <a:uLnTx/>
                <a:uFillTx/>
                <a:latin typeface="Segoe UI Semibold"/>
                <a:ea typeface="+mn-ea"/>
                <a:cs typeface="+mn-cs"/>
              </a:rPr>
            </a:br>
            <a:r>
              <a:rPr kumimoji="0" lang="en-US" sz="1400" b="1" i="0" u="none" strike="noStrike" kern="1200" cap="none" spc="0" normalizeH="0" baseline="0" noProof="0">
                <a:ln>
                  <a:noFill/>
                </a:ln>
                <a:solidFill>
                  <a:srgbClr val="0078D4"/>
                </a:solidFill>
                <a:effectLst/>
                <a:uLnTx/>
                <a:uFillTx/>
                <a:latin typeface="Segoe UI Semibold"/>
                <a:ea typeface="+mn-ea"/>
                <a:cs typeface="+mn-cs"/>
              </a:rPr>
              <a:t>Managed Instance</a:t>
            </a:r>
          </a:p>
        </p:txBody>
      </p:sp>
      <p:sp>
        <p:nvSpPr>
          <p:cNvPr id="118" name="Rectangle 117">
            <a:extLst>
              <a:ext uri="{FF2B5EF4-FFF2-40B4-BE49-F238E27FC236}">
                <a16:creationId xmlns:a16="http://schemas.microsoft.com/office/drawing/2014/main" id="{DFF04D71-45E1-BB45-9A4F-307E51BA62FE}"/>
              </a:ext>
            </a:extLst>
          </p:cNvPr>
          <p:cNvSpPr/>
          <p:nvPr/>
        </p:nvSpPr>
        <p:spPr>
          <a:xfrm>
            <a:off x="10049642" y="2413943"/>
            <a:ext cx="1288973" cy="430887"/>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78D4"/>
                </a:solidFill>
                <a:effectLst/>
                <a:uLnTx/>
                <a:uFillTx/>
                <a:latin typeface="Segoe UI Semibold"/>
                <a:ea typeface="+mn-ea"/>
                <a:cs typeface="+mn-cs"/>
              </a:rPr>
              <a:t>SQL Server </a:t>
            </a:r>
            <a:br>
              <a:rPr kumimoji="0" lang="en-US" sz="1400" b="1" i="0" u="none" strike="noStrike" kern="1200" cap="none" spc="0" normalizeH="0" baseline="0" noProof="0">
                <a:ln>
                  <a:noFill/>
                </a:ln>
                <a:solidFill>
                  <a:srgbClr val="0078D4"/>
                </a:solidFill>
                <a:effectLst/>
                <a:uLnTx/>
                <a:uFillTx/>
                <a:latin typeface="Segoe UI Semibold"/>
                <a:ea typeface="+mn-ea"/>
                <a:cs typeface="+mn-cs"/>
              </a:rPr>
            </a:br>
            <a:r>
              <a:rPr kumimoji="0" lang="en-US" sz="1400" b="1" i="0" u="none" strike="noStrike" kern="1200" cap="none" spc="0" normalizeH="0" baseline="0" noProof="0">
                <a:ln>
                  <a:noFill/>
                </a:ln>
                <a:solidFill>
                  <a:srgbClr val="0078D4"/>
                </a:solidFill>
                <a:effectLst/>
                <a:uLnTx/>
                <a:uFillTx/>
                <a:latin typeface="Segoe UI Semibold"/>
                <a:ea typeface="+mn-ea"/>
                <a:cs typeface="+mn-cs"/>
              </a:rPr>
              <a:t>on Azure VMs</a:t>
            </a:r>
          </a:p>
        </p:txBody>
      </p:sp>
      <p:cxnSp>
        <p:nvCxnSpPr>
          <p:cNvPr id="119" name="Straight Arrow Connector 118">
            <a:extLst>
              <a:ext uri="{FF2B5EF4-FFF2-40B4-BE49-F238E27FC236}">
                <a16:creationId xmlns:a16="http://schemas.microsoft.com/office/drawing/2014/main" id="{BAF97881-4989-5A43-A3CA-A183964A7452}"/>
              </a:ext>
            </a:extLst>
          </p:cNvPr>
          <p:cNvCxnSpPr>
            <a:cxnSpLocks/>
            <a:endCxn id="51" idx="0"/>
          </p:cNvCxnSpPr>
          <p:nvPr/>
        </p:nvCxnSpPr>
        <p:spPr>
          <a:xfrm>
            <a:off x="3035758" y="3204006"/>
            <a:ext cx="7" cy="445554"/>
          </a:xfrm>
          <a:prstGeom prst="straightConnector1">
            <a:avLst/>
          </a:prstGeom>
          <a:ln w="158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4" name="TextBox 123">
            <a:extLst>
              <a:ext uri="{FF2B5EF4-FFF2-40B4-BE49-F238E27FC236}">
                <a16:creationId xmlns:a16="http://schemas.microsoft.com/office/drawing/2014/main" id="{B09836A8-282D-F241-98B4-C184A460D8D8}"/>
              </a:ext>
            </a:extLst>
          </p:cNvPr>
          <p:cNvSpPr txBox="1"/>
          <p:nvPr/>
        </p:nvSpPr>
        <p:spPr>
          <a:xfrm>
            <a:off x="3108621" y="4879109"/>
            <a:ext cx="521072"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Segoe UI Semibold"/>
                <a:ea typeface="+mn-ea"/>
                <a:cs typeface="Aktiv Grotesk" panose="020B0502040204020203" pitchFamily="34" charset="0"/>
              </a:rPr>
              <a:t>No</a:t>
            </a:r>
          </a:p>
        </p:txBody>
      </p:sp>
      <p:cxnSp>
        <p:nvCxnSpPr>
          <p:cNvPr id="125" name="Straight Arrow Connector 124">
            <a:extLst>
              <a:ext uri="{FF2B5EF4-FFF2-40B4-BE49-F238E27FC236}">
                <a16:creationId xmlns:a16="http://schemas.microsoft.com/office/drawing/2014/main" id="{9315AD3B-E1B6-364C-BDCF-E2D9CB2FA962}"/>
              </a:ext>
            </a:extLst>
          </p:cNvPr>
          <p:cNvCxnSpPr>
            <a:cxnSpLocks/>
            <a:stCxn id="51" idx="2"/>
            <a:endCxn id="53" idx="0"/>
          </p:cNvCxnSpPr>
          <p:nvPr/>
        </p:nvCxnSpPr>
        <p:spPr>
          <a:xfrm flipH="1">
            <a:off x="3035758" y="4683122"/>
            <a:ext cx="7" cy="532509"/>
          </a:xfrm>
          <a:prstGeom prst="straightConnector1">
            <a:avLst/>
          </a:prstGeom>
          <a:ln w="158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7" name="TextBox 126">
            <a:extLst>
              <a:ext uri="{FF2B5EF4-FFF2-40B4-BE49-F238E27FC236}">
                <a16:creationId xmlns:a16="http://schemas.microsoft.com/office/drawing/2014/main" id="{D6CA5382-40CC-CE40-81F0-223CFBA5ADF5}"/>
              </a:ext>
            </a:extLst>
          </p:cNvPr>
          <p:cNvSpPr txBox="1"/>
          <p:nvPr/>
        </p:nvSpPr>
        <p:spPr>
          <a:xfrm>
            <a:off x="7016641" y="2320050"/>
            <a:ext cx="521072" cy="307777"/>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Aktiv Grotesk"/>
                <a:ea typeface="+mn-ea"/>
                <a:cs typeface="Aktiv Grotesk" panose="020B0502040204020203" pitchFamily="34" charset="0"/>
              </a:rPr>
              <a:t>Yes</a:t>
            </a:r>
          </a:p>
        </p:txBody>
      </p:sp>
      <p:sp>
        <p:nvSpPr>
          <p:cNvPr id="129" name="TextBox 128">
            <a:extLst>
              <a:ext uri="{FF2B5EF4-FFF2-40B4-BE49-F238E27FC236}">
                <a16:creationId xmlns:a16="http://schemas.microsoft.com/office/drawing/2014/main" id="{93118CA4-BA2F-FE47-8596-A17E4C875D18}"/>
              </a:ext>
            </a:extLst>
          </p:cNvPr>
          <p:cNvSpPr txBox="1"/>
          <p:nvPr/>
        </p:nvSpPr>
        <p:spPr>
          <a:xfrm>
            <a:off x="7016641" y="3825560"/>
            <a:ext cx="521072" cy="307777"/>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Aktiv Grotesk"/>
                <a:ea typeface="+mn-ea"/>
                <a:cs typeface="Aktiv Grotesk" panose="020B0502040204020203" pitchFamily="34" charset="0"/>
              </a:rPr>
              <a:t>Yes</a:t>
            </a:r>
          </a:p>
        </p:txBody>
      </p:sp>
      <p:cxnSp>
        <p:nvCxnSpPr>
          <p:cNvPr id="126" name="Straight Arrow Connector 125">
            <a:extLst>
              <a:ext uri="{FF2B5EF4-FFF2-40B4-BE49-F238E27FC236}">
                <a16:creationId xmlns:a16="http://schemas.microsoft.com/office/drawing/2014/main" id="{6827E739-D1D6-7C48-A023-81B5FDF76262}"/>
              </a:ext>
            </a:extLst>
          </p:cNvPr>
          <p:cNvCxnSpPr>
            <a:cxnSpLocks/>
          </p:cNvCxnSpPr>
          <p:nvPr/>
        </p:nvCxnSpPr>
        <p:spPr>
          <a:xfrm>
            <a:off x="5486752" y="2640537"/>
            <a:ext cx="3580851"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C8B1280D-5164-754C-988B-5767BA278DD9}"/>
              </a:ext>
            </a:extLst>
          </p:cNvPr>
          <p:cNvCxnSpPr>
            <a:cxnSpLocks/>
          </p:cNvCxnSpPr>
          <p:nvPr/>
        </p:nvCxnSpPr>
        <p:spPr>
          <a:xfrm>
            <a:off x="5486752" y="4162786"/>
            <a:ext cx="3580851"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AFF129E0-FAA4-C24D-816A-16C08E5869B4}"/>
              </a:ext>
            </a:extLst>
          </p:cNvPr>
          <p:cNvCxnSpPr>
            <a:cxnSpLocks/>
          </p:cNvCxnSpPr>
          <p:nvPr/>
        </p:nvCxnSpPr>
        <p:spPr>
          <a:xfrm>
            <a:off x="5486752" y="5661944"/>
            <a:ext cx="3580851"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31" name="TextBox 130">
            <a:extLst>
              <a:ext uri="{FF2B5EF4-FFF2-40B4-BE49-F238E27FC236}">
                <a16:creationId xmlns:a16="http://schemas.microsoft.com/office/drawing/2014/main" id="{DCF92B66-EB9B-C845-A9CF-39CBC23F59A9}"/>
              </a:ext>
            </a:extLst>
          </p:cNvPr>
          <p:cNvSpPr txBox="1"/>
          <p:nvPr/>
        </p:nvSpPr>
        <p:spPr>
          <a:xfrm>
            <a:off x="7016641" y="5337216"/>
            <a:ext cx="521072" cy="307777"/>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Aktiv Grotesk"/>
                <a:ea typeface="+mn-ea"/>
                <a:cs typeface="Aktiv Grotesk" panose="020B0502040204020203" pitchFamily="34" charset="0"/>
              </a:rPr>
              <a:t>Yes</a:t>
            </a:r>
          </a:p>
        </p:txBody>
      </p:sp>
      <p:cxnSp>
        <p:nvCxnSpPr>
          <p:cNvPr id="12" name="Elbow Connector 11">
            <a:extLst>
              <a:ext uri="{FF2B5EF4-FFF2-40B4-BE49-F238E27FC236}">
                <a16:creationId xmlns:a16="http://schemas.microsoft.com/office/drawing/2014/main" id="{6A3F546E-B7DA-DC45-9A23-080D59D4BB84}"/>
              </a:ext>
            </a:extLst>
          </p:cNvPr>
          <p:cNvCxnSpPr>
            <a:cxnSpLocks/>
          </p:cNvCxnSpPr>
          <p:nvPr/>
        </p:nvCxnSpPr>
        <p:spPr>
          <a:xfrm flipV="1">
            <a:off x="5507361" y="4378214"/>
            <a:ext cx="3543237" cy="1103965"/>
          </a:xfrm>
          <a:prstGeom prst="bentConnector3">
            <a:avLst>
              <a:gd name="adj1" fmla="val 37411"/>
            </a:avLst>
          </a:prstGeom>
          <a:ln w="15875">
            <a:solidFill>
              <a:schemeClr val="tx1"/>
            </a:solidFill>
            <a:prstDash val="sysDash"/>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32" name="TextBox 131">
            <a:extLst>
              <a:ext uri="{FF2B5EF4-FFF2-40B4-BE49-F238E27FC236}">
                <a16:creationId xmlns:a16="http://schemas.microsoft.com/office/drawing/2014/main" id="{03E8A5E2-22F7-F648-929C-DB06385C74A5}"/>
              </a:ext>
            </a:extLst>
          </p:cNvPr>
          <p:cNvSpPr txBox="1"/>
          <p:nvPr/>
        </p:nvSpPr>
        <p:spPr>
          <a:xfrm>
            <a:off x="5958677" y="5147199"/>
            <a:ext cx="521072" cy="307777"/>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Segoe UI Semibold"/>
                <a:ea typeface="+mn-ea"/>
                <a:cs typeface="Aktiv Grotesk" panose="020B0502040204020203" pitchFamily="34" charset="0"/>
              </a:rPr>
              <a:t>No</a:t>
            </a:r>
          </a:p>
        </p:txBody>
      </p:sp>
      <p:sp>
        <p:nvSpPr>
          <p:cNvPr id="3" name="TextBox 2">
            <a:extLst>
              <a:ext uri="{FF2B5EF4-FFF2-40B4-BE49-F238E27FC236}">
                <a16:creationId xmlns:a16="http://schemas.microsoft.com/office/drawing/2014/main" id="{DC967137-2953-4120-AEB7-0A3F4CC946A0}"/>
              </a:ext>
            </a:extLst>
          </p:cNvPr>
          <p:cNvSpPr txBox="1"/>
          <p:nvPr/>
        </p:nvSpPr>
        <p:spPr>
          <a:xfrm>
            <a:off x="572363" y="1799166"/>
            <a:ext cx="1401625"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UI Semibold"/>
                <a:ea typeface="+mn-ea"/>
                <a:cs typeface="+mn-cs"/>
              </a:rPr>
              <a:t>Migration</a:t>
            </a:r>
          </a:p>
        </p:txBody>
      </p:sp>
      <p:sp>
        <p:nvSpPr>
          <p:cNvPr id="4" name="TextBox 3">
            <a:extLst>
              <a:ext uri="{FF2B5EF4-FFF2-40B4-BE49-F238E27FC236}">
                <a16:creationId xmlns:a16="http://schemas.microsoft.com/office/drawing/2014/main" id="{856B8C7E-6860-4CD0-BFC6-101CA2D1A363}"/>
              </a:ext>
            </a:extLst>
          </p:cNvPr>
          <p:cNvSpPr txBox="1"/>
          <p:nvPr/>
        </p:nvSpPr>
        <p:spPr>
          <a:xfrm>
            <a:off x="584201" y="3335626"/>
            <a:ext cx="1856843"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rgbClr val="0078D4"/>
                </a:solidFill>
                <a:latin typeface="Segoe UI Semibold"/>
              </a:rPr>
              <a:t>SQL</a:t>
            </a:r>
            <a:r>
              <a:rPr kumimoji="0" lang="en-US" sz="1600" b="0" i="0" u="none" strike="noStrike" kern="1200" cap="none" spc="0" normalizeH="0" baseline="0" noProof="0" dirty="0">
                <a:ln>
                  <a:noFill/>
                </a:ln>
                <a:solidFill>
                  <a:srgbClr val="0078D4"/>
                </a:solidFill>
                <a:effectLst/>
                <a:uLnTx/>
                <a:uFillTx/>
                <a:latin typeface="Segoe UI Semibold"/>
                <a:ea typeface="+mn-ea"/>
                <a:cs typeface="+mn-cs"/>
              </a:rPr>
              <a:t> Modernization</a:t>
            </a:r>
          </a:p>
        </p:txBody>
      </p:sp>
      <p:sp>
        <p:nvSpPr>
          <p:cNvPr id="5" name="TextBox 4">
            <a:extLst>
              <a:ext uri="{FF2B5EF4-FFF2-40B4-BE49-F238E27FC236}">
                <a16:creationId xmlns:a16="http://schemas.microsoft.com/office/drawing/2014/main" id="{3B7696B7-004B-4BFF-B8EF-15C4BB6D52EE}"/>
              </a:ext>
            </a:extLst>
          </p:cNvPr>
          <p:cNvSpPr txBox="1"/>
          <p:nvPr/>
        </p:nvSpPr>
        <p:spPr>
          <a:xfrm>
            <a:off x="584201" y="4911359"/>
            <a:ext cx="1430479"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UI Semibold"/>
                <a:ea typeface="+mn-ea"/>
                <a:cs typeface="+mn-cs"/>
              </a:rPr>
              <a:t>App Innovation</a:t>
            </a:r>
          </a:p>
        </p:txBody>
      </p:sp>
      <p:pic>
        <p:nvPicPr>
          <p:cNvPr id="71" name="Graphic 70">
            <a:extLst>
              <a:ext uri="{FF2B5EF4-FFF2-40B4-BE49-F238E27FC236}">
                <a16:creationId xmlns:a16="http://schemas.microsoft.com/office/drawing/2014/main" id="{CC9A7A38-DF73-4AFB-8315-7E93A052DEF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13732" y="5374187"/>
            <a:ext cx="553212" cy="553212"/>
          </a:xfrm>
          <a:prstGeom prst="rect">
            <a:avLst/>
          </a:prstGeom>
        </p:spPr>
      </p:pic>
      <p:pic>
        <p:nvPicPr>
          <p:cNvPr id="72" name="Graphic 71">
            <a:extLst>
              <a:ext uri="{FF2B5EF4-FFF2-40B4-BE49-F238E27FC236}">
                <a16:creationId xmlns:a16="http://schemas.microsoft.com/office/drawing/2014/main" id="{55D314BD-CC51-4D51-8F81-8874A86F685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13732" y="2352780"/>
            <a:ext cx="553212" cy="553212"/>
          </a:xfrm>
          <a:prstGeom prst="rect">
            <a:avLst/>
          </a:prstGeom>
        </p:spPr>
      </p:pic>
      <p:pic>
        <p:nvPicPr>
          <p:cNvPr id="73" name="Graphic 72">
            <a:extLst>
              <a:ext uri="{FF2B5EF4-FFF2-40B4-BE49-F238E27FC236}">
                <a16:creationId xmlns:a16="http://schemas.microsoft.com/office/drawing/2014/main" id="{D401AD4D-1EB0-4955-BD17-D62364385CC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313732" y="3875029"/>
            <a:ext cx="553212" cy="553212"/>
          </a:xfrm>
          <a:prstGeom prst="rect">
            <a:avLst/>
          </a:prstGeom>
        </p:spPr>
      </p:pic>
      <p:sp>
        <p:nvSpPr>
          <p:cNvPr id="32" name="Rectangle 31">
            <a:extLst>
              <a:ext uri="{FF2B5EF4-FFF2-40B4-BE49-F238E27FC236}">
                <a16:creationId xmlns:a16="http://schemas.microsoft.com/office/drawing/2014/main" id="{CC4221C3-F2A0-43C6-9C44-93A7F2629370}"/>
              </a:ext>
            </a:extLst>
          </p:cNvPr>
          <p:cNvSpPr/>
          <p:nvPr/>
        </p:nvSpPr>
        <p:spPr>
          <a:xfrm>
            <a:off x="584201" y="2349644"/>
            <a:ext cx="5043683" cy="8309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numCol="2" rtlCol="0" anchor="t">
            <a:spAutoFit/>
          </a:bodyPr>
          <a:lstStyle/>
          <a:p>
            <a:pPr marL="115570" marR="0" lvl="0" indent="-115570" algn="l" defTabSz="914400" rtl="0" eaLnBrk="1" fontAlgn="auto" latinLnBrk="0" hangingPunct="1">
              <a:lnSpc>
                <a:spcPct val="100000"/>
              </a:lnSpc>
              <a:spcBef>
                <a:spcPts val="0"/>
              </a:spcBef>
              <a:spcAft>
                <a:spcPts val="600"/>
              </a:spcAft>
              <a:buClrTx/>
              <a:buSzTx/>
              <a:buFont typeface="Aktiv Grotesk"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ktiv Grotesk"/>
                <a:ea typeface="+mn-ea"/>
                <a:cs typeface="Aktiv Grotesk"/>
              </a:rPr>
              <a:t>OS level access?</a:t>
            </a:r>
            <a:endParaRPr kumimoji="0" lang="en-US" sz="1100" b="0" i="0" u="none" strike="noStrike" kern="1200" cap="none" spc="0" normalizeH="0" baseline="0" noProof="0">
              <a:ln>
                <a:noFill/>
              </a:ln>
              <a:solidFill>
                <a:prstClr val="black"/>
              </a:solidFill>
              <a:effectLst/>
              <a:uLnTx/>
              <a:uFillTx/>
              <a:latin typeface="Aktiv Grotesk" panose="020B0502040204020203" pitchFamily="34" charset="0"/>
              <a:ea typeface="+mn-ea"/>
              <a:cs typeface="Aktiv Grotesk" panose="020B0502040204020203" pitchFamily="34" charset="0"/>
            </a:endParaRPr>
          </a:p>
          <a:p>
            <a:pPr marL="115570" marR="0" lvl="0" indent="-115570" algn="l" defTabSz="914400" rtl="0" eaLnBrk="1" fontAlgn="auto" latinLnBrk="0" hangingPunct="1">
              <a:lnSpc>
                <a:spcPct val="100000"/>
              </a:lnSpc>
              <a:spcBef>
                <a:spcPts val="0"/>
              </a:spcBef>
              <a:spcAft>
                <a:spcPts val="600"/>
              </a:spcAft>
              <a:buClrTx/>
              <a:buSzTx/>
              <a:buFont typeface="Aktiv Grotesk"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ktiv Grotesk"/>
                <a:ea typeface="+mn-ea"/>
                <a:cs typeface="Aktiv Grotesk"/>
              </a:rPr>
              <a:t>SQL Server versions 2008 - 2019? </a:t>
            </a:r>
            <a:endParaRPr kumimoji="0" lang="en-US" sz="1800" b="0" i="0" u="none" strike="noStrike" kern="1200" cap="none" spc="0" normalizeH="0" baseline="0" noProof="0">
              <a:ln>
                <a:noFill/>
              </a:ln>
              <a:solidFill>
                <a:prstClr val="black"/>
              </a:solidFill>
              <a:effectLst/>
              <a:uLnTx/>
              <a:uFillTx/>
              <a:latin typeface="Aktiv Grotesk"/>
              <a:ea typeface="+mn-ea"/>
              <a:cs typeface="+mn-cs"/>
            </a:endParaRPr>
          </a:p>
          <a:p>
            <a:pPr marL="115570" marR="0" lvl="0" indent="-115570" algn="l" defTabSz="914400" rtl="0" eaLnBrk="1" fontAlgn="auto" latinLnBrk="0" hangingPunct="1">
              <a:lnSpc>
                <a:spcPct val="100000"/>
              </a:lnSpc>
              <a:spcBef>
                <a:spcPts val="0"/>
              </a:spcBef>
              <a:spcAft>
                <a:spcPts val="600"/>
              </a:spcAft>
              <a:buClrTx/>
              <a:buSzTx/>
              <a:buFont typeface="Aktiv Grotesk"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ktiv Grotesk" panose="020B0502040204020203" pitchFamily="34" charset="0"/>
                <a:ea typeface="+mn-ea"/>
                <a:cs typeface="Aktiv Grotesk" panose="020B0502040204020203" pitchFamily="34" charset="0"/>
              </a:rPr>
              <a:t>Distributed Transaction Coordinator?</a:t>
            </a:r>
          </a:p>
          <a:p>
            <a:pPr marL="115570" marR="0" lvl="0" indent="-115570" algn="l" defTabSz="914400" rtl="0" eaLnBrk="1" fontAlgn="auto" latinLnBrk="0" hangingPunct="1">
              <a:lnSpc>
                <a:spcPct val="100000"/>
              </a:lnSpc>
              <a:spcBef>
                <a:spcPts val="0"/>
              </a:spcBef>
              <a:spcAft>
                <a:spcPts val="600"/>
              </a:spcAft>
              <a:buClrTx/>
              <a:buSzTx/>
              <a:buFont typeface="Aktiv Grotesk" panose="020B0604020202020204" pitchFamily="34" charset="0"/>
              <a:buChar char="•"/>
              <a:tabLst/>
              <a:defRPr/>
            </a:pPr>
            <a:r>
              <a:rPr kumimoji="0" lang="en-US" sz="1100" b="0" i="0" u="none" strike="noStrike" kern="1200" cap="none" spc="0" normalizeH="0" baseline="0" noProof="0" err="1">
                <a:ln>
                  <a:noFill/>
                </a:ln>
                <a:solidFill>
                  <a:prstClr val="black"/>
                </a:solidFill>
                <a:effectLst/>
                <a:uLnTx/>
                <a:uFillTx/>
                <a:latin typeface="Aktiv Grotesk"/>
                <a:ea typeface="+mn-ea"/>
                <a:cs typeface="Aktiv Grotesk"/>
              </a:rPr>
              <a:t>PolyBase</a:t>
            </a:r>
            <a:r>
              <a:rPr kumimoji="0" lang="en-US" sz="1100" b="0" i="0" u="none" strike="noStrike" kern="1200" cap="none" spc="0" normalizeH="0" baseline="0" noProof="0">
                <a:ln>
                  <a:noFill/>
                </a:ln>
                <a:solidFill>
                  <a:prstClr val="black"/>
                </a:solidFill>
                <a:effectLst/>
                <a:uLnTx/>
                <a:uFillTx/>
                <a:latin typeface="Aktiv Grotesk"/>
                <a:ea typeface="+mn-ea"/>
                <a:cs typeface="Aktiv Grotesk"/>
              </a:rPr>
              <a:t>/</a:t>
            </a:r>
            <a:r>
              <a:rPr kumimoji="0" lang="en-US" sz="1100" b="0" i="0" u="none" strike="noStrike" kern="1200" cap="none" spc="0" normalizeH="0" baseline="0" noProof="0" err="1">
                <a:ln>
                  <a:noFill/>
                </a:ln>
                <a:solidFill>
                  <a:prstClr val="black"/>
                </a:solidFill>
                <a:effectLst/>
                <a:uLnTx/>
                <a:uFillTx/>
                <a:latin typeface="Aktiv Grotesk"/>
                <a:ea typeface="+mn-ea"/>
                <a:cs typeface="Aktiv Grotesk"/>
              </a:rPr>
              <a:t>Filestream</a:t>
            </a:r>
            <a:r>
              <a:rPr kumimoji="0" lang="en-US" sz="1100" b="0" i="0" u="none" strike="noStrike" kern="1200" cap="none" spc="0" normalizeH="0" baseline="0" noProof="0">
                <a:ln>
                  <a:noFill/>
                </a:ln>
                <a:solidFill>
                  <a:prstClr val="black"/>
                </a:solidFill>
                <a:effectLst/>
                <a:uLnTx/>
                <a:uFillTx/>
                <a:latin typeface="Aktiv Grotesk"/>
                <a:ea typeface="+mn-ea"/>
                <a:cs typeface="Aktiv Grotesk"/>
              </a:rPr>
              <a:t>? </a:t>
            </a:r>
            <a:endParaRPr kumimoji="0" lang="en-US" sz="1100" b="0" i="0" u="none" strike="noStrike" kern="1200" cap="none" spc="0" normalizeH="0" baseline="0" noProof="0">
              <a:ln>
                <a:noFill/>
              </a:ln>
              <a:solidFill>
                <a:prstClr val="black"/>
              </a:solidFill>
              <a:effectLst/>
              <a:uLnTx/>
              <a:uFillTx/>
              <a:latin typeface="Aktiv Grotesk" panose="020B0502040204020203" pitchFamily="34" charset="0"/>
              <a:ea typeface="+mn-ea"/>
              <a:cs typeface="Aktiv Grotesk" panose="020B0502040204020203" pitchFamily="34" charset="0"/>
            </a:endParaRPr>
          </a:p>
          <a:p>
            <a:pPr marL="115570" marR="0" lvl="0" indent="-115570" algn="l" defTabSz="914400" rtl="0" eaLnBrk="1" fontAlgn="auto" latinLnBrk="0" hangingPunct="1">
              <a:lnSpc>
                <a:spcPct val="100000"/>
              </a:lnSpc>
              <a:spcBef>
                <a:spcPts val="0"/>
              </a:spcBef>
              <a:spcAft>
                <a:spcPts val="600"/>
              </a:spcAft>
              <a:buClrTx/>
              <a:buSzTx/>
              <a:buFont typeface="Aktiv Grotesk"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ktiv Grotesk" panose="020B0502040204020203" pitchFamily="34" charset="0"/>
                <a:ea typeface="+mn-ea"/>
                <a:cs typeface="Aktiv Grotesk" panose="020B0502040204020203" pitchFamily="34" charset="0"/>
              </a:rPr>
              <a:t>Capabilities at the VM level? </a:t>
            </a:r>
          </a:p>
          <a:p>
            <a:pPr marL="115570" marR="0" lvl="0" indent="-115570" algn="l" defTabSz="914400" rtl="0" eaLnBrk="1" fontAlgn="auto" latinLnBrk="0" hangingPunct="1">
              <a:lnSpc>
                <a:spcPct val="100000"/>
              </a:lnSpc>
              <a:spcBef>
                <a:spcPts val="0"/>
              </a:spcBef>
              <a:spcAft>
                <a:spcPts val="600"/>
              </a:spcAft>
              <a:buClrTx/>
              <a:buSzTx/>
              <a:buFont typeface="Aktiv Grotesk"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ktiv Grotesk" panose="020B0502040204020203" pitchFamily="34" charset="0"/>
                <a:ea typeface="+mn-ea"/>
                <a:cs typeface="Aktiv Grotesk" panose="020B0502040204020203" pitchFamily="34" charset="0"/>
              </a:rPr>
              <a:t>SSRS/SSAS?</a:t>
            </a:r>
          </a:p>
        </p:txBody>
      </p:sp>
      <p:sp>
        <p:nvSpPr>
          <p:cNvPr id="33" name="Rectangle 32">
            <a:extLst>
              <a:ext uri="{FF2B5EF4-FFF2-40B4-BE49-F238E27FC236}">
                <a16:creationId xmlns:a16="http://schemas.microsoft.com/office/drawing/2014/main" id="{41A9227F-8585-4E9B-B947-064C16D9FF9E}"/>
              </a:ext>
            </a:extLst>
          </p:cNvPr>
          <p:cNvSpPr/>
          <p:nvPr/>
        </p:nvSpPr>
        <p:spPr>
          <a:xfrm>
            <a:off x="584201" y="3924008"/>
            <a:ext cx="5043683" cy="8309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numCol="2" rtlCol="0" anchor="t">
            <a:spAutoFit/>
          </a:bodyPr>
          <a:lstStyle/>
          <a:p>
            <a:pPr marL="115888" marR="0" lvl="0" indent="-115888" algn="l" defTabSz="914400" rtl="0" eaLnBrk="1" fontAlgn="auto" latinLnBrk="0" hangingPunct="1">
              <a:lnSpc>
                <a:spcPct val="100000"/>
              </a:lnSpc>
              <a:spcBef>
                <a:spcPts val="0"/>
              </a:spcBef>
              <a:spcAft>
                <a:spcPts val="600"/>
              </a:spcAft>
              <a:buClrTx/>
              <a:buSzTx/>
              <a:buFont typeface="Aktiv Grotesk"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ktiv Grotesk" panose="020B0502040204020203" pitchFamily="34" charset="0"/>
                <a:ea typeface="+mn-ea"/>
                <a:cs typeface="Aktiv Grotesk" panose="020B0502040204020203" pitchFamily="34" charset="0"/>
              </a:rPr>
              <a:t>An instance model?</a:t>
            </a:r>
          </a:p>
          <a:p>
            <a:pPr marL="115888" marR="0" lvl="0" indent="-115888" algn="l" defTabSz="914400" rtl="0" eaLnBrk="1" fontAlgn="auto" latinLnBrk="0" hangingPunct="1">
              <a:lnSpc>
                <a:spcPct val="100000"/>
              </a:lnSpc>
              <a:spcBef>
                <a:spcPts val="0"/>
              </a:spcBef>
              <a:spcAft>
                <a:spcPts val="600"/>
              </a:spcAft>
              <a:buClrTx/>
              <a:buSzTx/>
              <a:buFont typeface="Aktiv Grotesk"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ktiv Grotesk" panose="020B0502040204020203" pitchFamily="34" charset="0"/>
                <a:ea typeface="+mn-ea"/>
                <a:cs typeface="Aktiv Grotesk" panose="020B0502040204020203" pitchFamily="34" charset="0"/>
              </a:rPr>
              <a:t>Linked Server? </a:t>
            </a:r>
          </a:p>
          <a:p>
            <a:pPr marL="115888" marR="0" lvl="0" indent="-115888" algn="l" defTabSz="914400" rtl="0" eaLnBrk="1" fontAlgn="auto" latinLnBrk="0" hangingPunct="1">
              <a:lnSpc>
                <a:spcPct val="100000"/>
              </a:lnSpc>
              <a:spcBef>
                <a:spcPts val="0"/>
              </a:spcBef>
              <a:spcAft>
                <a:spcPts val="600"/>
              </a:spcAft>
              <a:buClrTx/>
              <a:buSzTx/>
              <a:buFont typeface="Aktiv Grotesk"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ktiv Grotesk" panose="020B0502040204020203" pitchFamily="34" charset="0"/>
                <a:ea typeface="+mn-ea"/>
                <a:cs typeface="Aktiv Grotesk" panose="020B0502040204020203" pitchFamily="34" charset="0"/>
              </a:rPr>
              <a:t>Cross-DB transactions? </a:t>
            </a:r>
          </a:p>
          <a:p>
            <a:pPr marL="115888" marR="0" lvl="0" indent="-115888" algn="l" defTabSz="914400" rtl="0" eaLnBrk="1" fontAlgn="auto" latinLnBrk="0" hangingPunct="1">
              <a:lnSpc>
                <a:spcPct val="100000"/>
              </a:lnSpc>
              <a:spcBef>
                <a:spcPts val="0"/>
              </a:spcBef>
              <a:spcAft>
                <a:spcPts val="600"/>
              </a:spcAft>
              <a:buClrTx/>
              <a:buSzTx/>
              <a:buFont typeface="Aktiv Grotesk"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ktiv Grotesk" panose="020B0502040204020203" pitchFamily="34" charset="0"/>
                <a:ea typeface="+mn-ea"/>
                <a:cs typeface="Aktiv Grotesk" panose="020B0502040204020203" pitchFamily="34" charset="0"/>
              </a:rPr>
              <a:t>SQL Agent? </a:t>
            </a:r>
          </a:p>
          <a:p>
            <a:pPr marL="115888" marR="0" lvl="0" indent="-115888" algn="l" defTabSz="914400" rtl="0" eaLnBrk="1" fontAlgn="auto" latinLnBrk="0" hangingPunct="1">
              <a:lnSpc>
                <a:spcPct val="100000"/>
              </a:lnSpc>
              <a:spcBef>
                <a:spcPts val="0"/>
              </a:spcBef>
              <a:spcAft>
                <a:spcPts val="600"/>
              </a:spcAft>
              <a:buClrTx/>
              <a:buSzTx/>
              <a:buFont typeface="Aktiv Grotesk"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ktiv Grotesk" panose="020B0502040204020203" pitchFamily="34" charset="0"/>
                <a:ea typeface="+mn-ea"/>
                <a:cs typeface="Aktiv Grotesk" panose="020B0502040204020203" pitchFamily="34" charset="0"/>
              </a:rPr>
              <a:t>Capabilities at the instance level?</a:t>
            </a:r>
          </a:p>
          <a:p>
            <a:pPr marL="115888" marR="0" lvl="0" indent="-115888" algn="l" defTabSz="914400" rtl="0" eaLnBrk="1" fontAlgn="auto" latinLnBrk="0" hangingPunct="1">
              <a:lnSpc>
                <a:spcPct val="100000"/>
              </a:lnSpc>
              <a:spcBef>
                <a:spcPts val="0"/>
              </a:spcBef>
              <a:spcAft>
                <a:spcPts val="600"/>
              </a:spcAft>
              <a:buClrTx/>
              <a:buSzTx/>
              <a:buFont typeface="Aktiv Grotesk"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ktiv Grotesk" panose="020B0502040204020203" pitchFamily="34" charset="0"/>
                <a:ea typeface="+mn-ea"/>
                <a:cs typeface="Aktiv Grotesk" panose="020B0502040204020203" pitchFamily="34" charset="0"/>
              </a:rPr>
              <a:t>SSIS?</a:t>
            </a:r>
          </a:p>
        </p:txBody>
      </p:sp>
      <p:sp>
        <p:nvSpPr>
          <p:cNvPr id="35" name="Rectangle 34">
            <a:extLst>
              <a:ext uri="{FF2B5EF4-FFF2-40B4-BE49-F238E27FC236}">
                <a16:creationId xmlns:a16="http://schemas.microsoft.com/office/drawing/2014/main" id="{8469E920-F0F0-495F-91F1-9AA88BCEF858}"/>
              </a:ext>
            </a:extLst>
          </p:cNvPr>
          <p:cNvSpPr/>
          <p:nvPr/>
        </p:nvSpPr>
        <p:spPr>
          <a:xfrm>
            <a:off x="613054" y="5512922"/>
            <a:ext cx="4861855" cy="5078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numCol="2" rtlCol="0" anchor="t">
            <a:spAutoFit/>
          </a:bodyPr>
          <a:lstStyle/>
          <a:p>
            <a:pPr marL="171450" marR="0" lvl="0" indent="-171450" algn="l" defTabSz="914400" rtl="0" eaLnBrk="1" fontAlgn="auto" latinLnBrk="0" hangingPunct="1">
              <a:lnSpc>
                <a:spcPct val="100000"/>
              </a:lnSpc>
              <a:spcBef>
                <a:spcPts val="0"/>
              </a:spcBef>
              <a:spcAft>
                <a:spcPts val="600"/>
              </a:spcAft>
              <a:buClrTx/>
              <a:buSzTx/>
              <a:buFont typeface="Aktiv Grotesk"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ktiv Grotesk" panose="020B0502040204020203" pitchFamily="34" charset="0"/>
                <a:ea typeface="+mn-ea"/>
                <a:cs typeface="Aktiv Grotesk" panose="020B0502040204020203" pitchFamily="34" charset="0"/>
              </a:rPr>
              <a:t>A database model?	</a:t>
            </a:r>
          </a:p>
          <a:p>
            <a:pPr marL="171450" marR="0" lvl="0" indent="-171450" algn="l" defTabSz="914400" rtl="0" eaLnBrk="1" fontAlgn="auto" latinLnBrk="0" hangingPunct="1">
              <a:lnSpc>
                <a:spcPct val="100000"/>
              </a:lnSpc>
              <a:spcBef>
                <a:spcPts val="0"/>
              </a:spcBef>
              <a:spcAft>
                <a:spcPts val="600"/>
              </a:spcAft>
              <a:buClrTx/>
              <a:buSzTx/>
              <a:buFont typeface="Aktiv Grotesk"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ktiv Grotesk" panose="020B0502040204020203" pitchFamily="34" charset="0"/>
                <a:ea typeface="+mn-ea"/>
                <a:cs typeface="Aktiv Grotesk" panose="020B0502040204020203" pitchFamily="34" charset="0"/>
              </a:rPr>
              <a:t>Up to 100TB of database storage?</a:t>
            </a:r>
          </a:p>
          <a:p>
            <a:pPr marL="171450" marR="0" lvl="0" indent="-171450" algn="l" defTabSz="914400" rtl="0" eaLnBrk="1" fontAlgn="auto" latinLnBrk="0" hangingPunct="1">
              <a:lnSpc>
                <a:spcPct val="100000"/>
              </a:lnSpc>
              <a:spcBef>
                <a:spcPts val="0"/>
              </a:spcBef>
              <a:spcAft>
                <a:spcPts val="600"/>
              </a:spcAft>
              <a:buClrTx/>
              <a:buSzTx/>
              <a:buFont typeface="Aktiv Grotesk"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ktiv Grotesk" panose="020B0502040204020203" pitchFamily="34" charset="0"/>
                <a:ea typeface="+mn-ea"/>
                <a:cs typeface="Aktiv Grotesk" panose="020B0502040204020203" pitchFamily="34" charset="0"/>
              </a:rPr>
              <a:t>Ability to automatically pause/restart a workload?</a:t>
            </a:r>
          </a:p>
        </p:txBody>
      </p:sp>
      <p:sp>
        <p:nvSpPr>
          <p:cNvPr id="9" name="Title 1">
            <a:extLst>
              <a:ext uri="{FF2B5EF4-FFF2-40B4-BE49-F238E27FC236}">
                <a16:creationId xmlns:a16="http://schemas.microsoft.com/office/drawing/2014/main" id="{990A411E-02C4-072B-6234-C1BD4D00CEE2}"/>
              </a:ext>
            </a:extLst>
          </p:cNvPr>
          <p:cNvSpPr>
            <a:spLocks noGrp="1"/>
          </p:cNvSpPr>
          <p:nvPr>
            <p:ph type="title"/>
          </p:nvPr>
        </p:nvSpPr>
        <p:spPr>
          <a:xfrm>
            <a:off x="563369" y="473236"/>
            <a:ext cx="11081177" cy="527107"/>
          </a:xfrm>
        </p:spPr>
        <p:txBody>
          <a:bodyPr vert="horz" wrap="square" lIns="0" tIns="91440" rIns="146304" bIns="91440" rtlCol="0" anchor="ctr">
            <a:noAutofit/>
          </a:bodyPr>
          <a:lstStyle/>
          <a:p>
            <a:r>
              <a:rPr lang="en-US" sz="3200" dirty="0">
                <a:solidFill>
                  <a:schemeClr val="tx2">
                    <a:lumMod val="50000"/>
                  </a:schemeClr>
                </a:solidFill>
              </a:rPr>
              <a:t>Which Azure SQL offering is right for you?</a:t>
            </a:r>
          </a:p>
        </p:txBody>
      </p:sp>
    </p:spTree>
    <p:extLst>
      <p:ext uri="{BB962C8B-B14F-4D97-AF65-F5344CB8AC3E}">
        <p14:creationId xmlns:p14="http://schemas.microsoft.com/office/powerpoint/2010/main" val="738271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1">
            <a:extLst>
              <a:ext uri="{FF2B5EF4-FFF2-40B4-BE49-F238E27FC236}">
                <a16:creationId xmlns:a16="http://schemas.microsoft.com/office/drawing/2014/main" id="{C1930642-C65A-4F4C-9D52-0F9DCFAFDA59}"/>
              </a:ext>
            </a:extLst>
          </p:cNvPr>
          <p:cNvSpPr txBox="1">
            <a:spLocks/>
          </p:cNvSpPr>
          <p:nvPr/>
        </p:nvSpPr>
        <p:spPr>
          <a:xfrm>
            <a:off x="620896" y="230790"/>
            <a:ext cx="8131788" cy="492443"/>
          </a:xfrm>
          <a:prstGeom prst="rect">
            <a:avLst/>
          </a:prstGeom>
        </p:spPr>
        <p:txBody>
          <a:bodyPr vert="horz" wrap="square" lIns="0" tIns="91440" rIns="146304" bIns="91440" rtlCol="0" anchor="ctr">
            <a:noAutofit/>
          </a:bodyPr>
          <a:lstStyle>
            <a:lvl1pPr defTabSz="914192">
              <a:lnSpc>
                <a:spcPct val="90000"/>
              </a:lnSpc>
              <a:spcBef>
                <a:spcPct val="0"/>
              </a:spcBef>
              <a:buNone/>
              <a:defRPr lang="en-US" sz="3200" b="0" cap="none" spc="-49" baseline="0">
                <a:ln w="3175">
                  <a:noFill/>
                </a:ln>
                <a:solidFill>
                  <a:schemeClr val="tx2">
                    <a:lumMod val="50000"/>
                  </a:schemeClr>
                </a:solidFill>
                <a:effectLst/>
                <a:latin typeface="+mj-lt"/>
                <a:cs typeface="Aktiv Grotesk" pitchFamily="34" charset="0"/>
              </a:defRPr>
            </a:lvl1pPr>
          </a:lstStyle>
          <a:p>
            <a:r>
              <a:rPr lang="en-US" dirty="0"/>
              <a:t>Scanned SQL DB servers</a:t>
            </a:r>
          </a:p>
        </p:txBody>
      </p:sp>
      <p:pic>
        <p:nvPicPr>
          <p:cNvPr id="11" name="Picture 10">
            <a:extLst>
              <a:ext uri="{FF2B5EF4-FFF2-40B4-BE49-F238E27FC236}">
                <a16:creationId xmlns:a16="http://schemas.microsoft.com/office/drawing/2014/main" id="{AEC767CA-570E-8EF6-823C-2C85011B8712}"/>
              </a:ext>
            </a:extLst>
          </p:cNvPr>
          <p:cNvPicPr>
            <a:picLocks noChangeAspect="1"/>
          </p:cNvPicPr>
          <p:nvPr/>
        </p:nvPicPr>
        <p:blipFill>
          <a:blip r:embed="rId3"/>
          <a:stretch>
            <a:fillRect/>
          </a:stretch>
        </p:blipFill>
        <p:spPr>
          <a:xfrm>
            <a:off x="8149339" y="723233"/>
            <a:ext cx="2731423" cy="1881451"/>
          </a:xfrm>
          <a:prstGeom prst="rect">
            <a:avLst/>
          </a:prstGeom>
        </p:spPr>
      </p:pic>
      <p:graphicFrame>
        <p:nvGraphicFramePr>
          <p:cNvPr id="15" name="Table 14">
            <a:extLst>
              <a:ext uri="{FF2B5EF4-FFF2-40B4-BE49-F238E27FC236}">
                <a16:creationId xmlns:a16="http://schemas.microsoft.com/office/drawing/2014/main" id="{FA22AAAA-F1E9-EEA3-6DB4-D056996D4CAD}"/>
              </a:ext>
            </a:extLst>
          </p:cNvPr>
          <p:cNvGraphicFramePr>
            <a:graphicFrameLocks noGrp="1"/>
          </p:cNvGraphicFramePr>
          <p:nvPr>
            <p:extLst>
              <p:ext uri="{D42A27DB-BD31-4B8C-83A1-F6EECF244321}">
                <p14:modId xmlns:p14="http://schemas.microsoft.com/office/powerpoint/2010/main" val="1570197536"/>
              </p:ext>
            </p:extLst>
          </p:nvPr>
        </p:nvGraphicFramePr>
        <p:xfrm>
          <a:off x="620896" y="991632"/>
          <a:ext cx="6851750" cy="5578725"/>
        </p:xfrm>
        <a:graphic>
          <a:graphicData uri="http://schemas.openxmlformats.org/drawingml/2006/table">
            <a:tbl>
              <a:tblPr>
                <a:tableStyleId>{D27102A9-8310-4765-A935-A1911B00CA55}</a:tableStyleId>
              </a:tblPr>
              <a:tblGrid>
                <a:gridCol w="2261583">
                  <a:extLst>
                    <a:ext uri="{9D8B030D-6E8A-4147-A177-3AD203B41FA5}">
                      <a16:colId xmlns:a16="http://schemas.microsoft.com/office/drawing/2014/main" val="1756973111"/>
                    </a:ext>
                  </a:extLst>
                </a:gridCol>
                <a:gridCol w="763010">
                  <a:extLst>
                    <a:ext uri="{9D8B030D-6E8A-4147-A177-3AD203B41FA5}">
                      <a16:colId xmlns:a16="http://schemas.microsoft.com/office/drawing/2014/main" val="1698664882"/>
                    </a:ext>
                  </a:extLst>
                </a:gridCol>
                <a:gridCol w="611618">
                  <a:extLst>
                    <a:ext uri="{9D8B030D-6E8A-4147-A177-3AD203B41FA5}">
                      <a16:colId xmlns:a16="http://schemas.microsoft.com/office/drawing/2014/main" val="160069517"/>
                    </a:ext>
                  </a:extLst>
                </a:gridCol>
                <a:gridCol w="1350406">
                  <a:extLst>
                    <a:ext uri="{9D8B030D-6E8A-4147-A177-3AD203B41FA5}">
                      <a16:colId xmlns:a16="http://schemas.microsoft.com/office/drawing/2014/main" val="2122539646"/>
                    </a:ext>
                  </a:extLst>
                </a:gridCol>
                <a:gridCol w="781176">
                  <a:extLst>
                    <a:ext uri="{9D8B030D-6E8A-4147-A177-3AD203B41FA5}">
                      <a16:colId xmlns:a16="http://schemas.microsoft.com/office/drawing/2014/main" val="1388135003"/>
                    </a:ext>
                  </a:extLst>
                </a:gridCol>
                <a:gridCol w="1083957">
                  <a:extLst>
                    <a:ext uri="{9D8B030D-6E8A-4147-A177-3AD203B41FA5}">
                      <a16:colId xmlns:a16="http://schemas.microsoft.com/office/drawing/2014/main" val="2552984230"/>
                    </a:ext>
                  </a:extLst>
                </a:gridCol>
              </a:tblGrid>
              <a:tr h="630466">
                <a:tc>
                  <a:txBody>
                    <a:bodyPr/>
                    <a:lstStyle/>
                    <a:p>
                      <a:pPr algn="l" fontAlgn="b"/>
                      <a:r>
                        <a:rPr lang="en-GB" sz="1100" b="1" u="none" strike="noStrike" dirty="0">
                          <a:solidFill>
                            <a:schemeClr val="bg1"/>
                          </a:solidFill>
                          <a:effectLst/>
                        </a:rPr>
                        <a:t>DB Server Name </a:t>
                      </a:r>
                      <a:endParaRPr lang="en-GB" sz="1100" b="1" i="0" u="none" strike="noStrike" dirty="0">
                        <a:solidFill>
                          <a:schemeClr val="bg1"/>
                        </a:solidFill>
                        <a:effectLst/>
                        <a:latin typeface="Aktiv Grotesk" panose="020F0502020204030204" pitchFamily="34" charset="0"/>
                      </a:endParaRPr>
                    </a:p>
                  </a:txBody>
                  <a:tcPr marL="2194" marR="2194" marT="2194" marB="0" anchor="ctr">
                    <a:solidFill>
                      <a:srgbClr val="0070C0"/>
                    </a:solidFill>
                  </a:tcPr>
                </a:tc>
                <a:tc>
                  <a:txBody>
                    <a:bodyPr/>
                    <a:lstStyle/>
                    <a:p>
                      <a:pPr algn="ctr" fontAlgn="b"/>
                      <a:r>
                        <a:rPr lang="en-GB" sz="1000" b="1" u="none" strike="noStrike" dirty="0">
                          <a:solidFill>
                            <a:schemeClr val="bg1"/>
                          </a:solidFill>
                          <a:effectLst/>
                        </a:rPr>
                        <a:t>Ram</a:t>
                      </a:r>
                      <a:endParaRPr lang="en-GB" sz="1000" b="1" i="0" u="none" strike="noStrike" dirty="0">
                        <a:solidFill>
                          <a:schemeClr val="bg1"/>
                        </a:solidFill>
                        <a:effectLst/>
                        <a:latin typeface="Aktiv Grotesk" panose="020F0502020204030204" pitchFamily="34" charset="0"/>
                      </a:endParaRPr>
                    </a:p>
                  </a:txBody>
                  <a:tcPr marL="2194" marR="2194" marT="2194" marB="0" anchor="ctr">
                    <a:solidFill>
                      <a:srgbClr val="0070C0"/>
                    </a:solidFill>
                  </a:tcPr>
                </a:tc>
                <a:tc>
                  <a:txBody>
                    <a:bodyPr/>
                    <a:lstStyle/>
                    <a:p>
                      <a:pPr algn="ctr" fontAlgn="b"/>
                      <a:r>
                        <a:rPr lang="en-GB" sz="1000" b="1" u="none" strike="noStrike" dirty="0">
                          <a:solidFill>
                            <a:schemeClr val="bg1"/>
                          </a:solidFill>
                          <a:effectLst/>
                        </a:rPr>
                        <a:t>Core</a:t>
                      </a:r>
                      <a:endParaRPr lang="en-GB" sz="1000" b="1" i="0" u="none" strike="noStrike" dirty="0">
                        <a:solidFill>
                          <a:schemeClr val="bg1"/>
                        </a:solidFill>
                        <a:effectLst/>
                        <a:latin typeface="Aktiv Grotesk" panose="020F0502020204030204" pitchFamily="34" charset="0"/>
                      </a:endParaRPr>
                    </a:p>
                  </a:txBody>
                  <a:tcPr marL="2194" marR="2194" marT="2194" marB="0" anchor="ctr">
                    <a:solidFill>
                      <a:srgbClr val="0070C0"/>
                    </a:solidFill>
                  </a:tcPr>
                </a:tc>
                <a:tc>
                  <a:txBody>
                    <a:bodyPr/>
                    <a:lstStyle/>
                    <a:p>
                      <a:pPr algn="ctr" fontAlgn="b"/>
                      <a:r>
                        <a:rPr lang="en-GB" sz="1000" b="1" u="none" strike="noStrike" dirty="0">
                          <a:solidFill>
                            <a:schemeClr val="bg1"/>
                          </a:solidFill>
                          <a:effectLst/>
                        </a:rPr>
                        <a:t>SQL Server</a:t>
                      </a:r>
                      <a:endParaRPr lang="en-GB" sz="1000" b="1" i="0" u="none" strike="noStrike" dirty="0">
                        <a:solidFill>
                          <a:schemeClr val="bg1"/>
                        </a:solidFill>
                        <a:effectLst/>
                        <a:latin typeface="Aktiv Grotesk" panose="020F0502020204030204" pitchFamily="34" charset="0"/>
                      </a:endParaRPr>
                    </a:p>
                  </a:txBody>
                  <a:tcPr marL="2194" marR="2194" marT="2194" marB="0" anchor="ctr">
                    <a:solidFill>
                      <a:srgbClr val="0070C0"/>
                    </a:solidFill>
                  </a:tcPr>
                </a:tc>
                <a:tc>
                  <a:txBody>
                    <a:bodyPr/>
                    <a:lstStyle/>
                    <a:p>
                      <a:pPr algn="ctr" fontAlgn="b"/>
                      <a:r>
                        <a:rPr lang="en-GB" sz="1000" b="1" u="none" strike="noStrike" dirty="0">
                          <a:solidFill>
                            <a:schemeClr val="bg1"/>
                          </a:solidFill>
                          <a:effectLst/>
                        </a:rPr>
                        <a:t>No. of DBs </a:t>
                      </a:r>
                      <a:endParaRPr lang="en-GB" sz="1000" b="1" i="0" u="none" strike="noStrike" dirty="0">
                        <a:solidFill>
                          <a:schemeClr val="bg1"/>
                        </a:solidFill>
                        <a:effectLst/>
                        <a:latin typeface="Aktiv Grotesk" panose="020F0502020204030204" pitchFamily="34" charset="0"/>
                      </a:endParaRPr>
                    </a:p>
                  </a:txBody>
                  <a:tcPr marL="2194" marR="2194" marT="2194" marB="0" anchor="ctr">
                    <a:solidFill>
                      <a:srgbClr val="0070C0"/>
                    </a:solidFill>
                  </a:tcPr>
                </a:tc>
                <a:tc>
                  <a:txBody>
                    <a:bodyPr/>
                    <a:lstStyle/>
                    <a:p>
                      <a:pPr algn="ctr" fontAlgn="b"/>
                      <a:r>
                        <a:rPr lang="en-GB" sz="1000" b="1" u="none" strike="noStrike" dirty="0">
                          <a:solidFill>
                            <a:schemeClr val="bg1"/>
                          </a:solidFill>
                          <a:effectLst/>
                        </a:rPr>
                        <a:t>Storage size </a:t>
                      </a:r>
                      <a:endParaRPr lang="en-GB" sz="1000" b="1" i="0" u="none" strike="noStrike" dirty="0">
                        <a:solidFill>
                          <a:schemeClr val="bg1"/>
                        </a:solidFill>
                        <a:effectLst/>
                        <a:latin typeface="Aktiv Grotesk" panose="020F0502020204030204" pitchFamily="34" charset="0"/>
                      </a:endParaRPr>
                    </a:p>
                  </a:txBody>
                  <a:tcPr marL="2194" marR="2194" marT="2194" marB="0" anchor="ctr">
                    <a:solidFill>
                      <a:srgbClr val="0070C0"/>
                    </a:solidFill>
                  </a:tcPr>
                </a:tc>
                <a:extLst>
                  <a:ext uri="{0D108BD9-81ED-4DB2-BD59-A6C34878D82A}">
                    <a16:rowId xmlns:a16="http://schemas.microsoft.com/office/drawing/2014/main" val="1587850078"/>
                  </a:ext>
                </a:extLst>
              </a:tr>
              <a:tr h="316363">
                <a:tc>
                  <a:txBody>
                    <a:bodyPr/>
                    <a:lstStyle/>
                    <a:p>
                      <a:pPr algn="ctr" fontAlgn="b"/>
                      <a:r>
                        <a:rPr kumimoji="0" lang="en-US" sz="1000" b="1" i="0" u="none" strike="noStrike" kern="1200" cap="none" spc="0" normalizeH="0" baseline="0" noProof="0" dirty="0">
                          <a:ln>
                            <a:noFill/>
                          </a:ln>
                          <a:solidFill>
                            <a:sysClr val="windowText" lastClr="000000"/>
                          </a:solidFill>
                          <a:effectLst/>
                          <a:uLnTx/>
                          <a:uFillTx/>
                          <a:latin typeface="Aktiv Grotesk" panose="020F0502020204030204" pitchFamily="34" charset="0"/>
                          <a:ea typeface="+mn-ea"/>
                          <a:cs typeface="+mn-cs"/>
                        </a:rPr>
                        <a:t>XXX</a:t>
                      </a:r>
                      <a:endParaRPr lang="en-GB" sz="1000" b="1" i="0" u="none" strike="noStrike" dirty="0">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24</a:t>
                      </a:r>
                      <a:endParaRPr lang="en-GB" sz="1000" b="1" i="0" u="none" strike="noStrike" dirty="0">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12</a:t>
                      </a:r>
                      <a:endParaRPr lang="en-GB" sz="1000" b="1" i="0" u="none" strike="noStrike" dirty="0">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SQL Server 2016</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2</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393</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extLst>
                  <a:ext uri="{0D108BD9-81ED-4DB2-BD59-A6C34878D82A}">
                    <a16:rowId xmlns:a16="http://schemas.microsoft.com/office/drawing/2014/main" val="593494895"/>
                  </a:ext>
                </a:extLst>
              </a:tr>
              <a:tr h="316363">
                <a:tc>
                  <a:txBody>
                    <a:bodyPr/>
                    <a:lstStyle/>
                    <a:p>
                      <a:pPr algn="ctr" fontAlgn="b"/>
                      <a:r>
                        <a:rPr kumimoji="0" lang="en-US" sz="1000" b="1" i="0" u="none" strike="noStrike" kern="1200" cap="none" spc="0" normalizeH="0" baseline="0" noProof="0" dirty="0">
                          <a:ln>
                            <a:noFill/>
                          </a:ln>
                          <a:solidFill>
                            <a:sysClr val="windowText" lastClr="000000"/>
                          </a:solidFill>
                          <a:effectLst/>
                          <a:uLnTx/>
                          <a:uFillTx/>
                          <a:latin typeface="Aktiv Grotesk" panose="020F0502020204030204" pitchFamily="34" charset="0"/>
                          <a:ea typeface="+mn-ea"/>
                          <a:cs typeface="+mn-cs"/>
                        </a:rPr>
                        <a:t>XXX</a:t>
                      </a:r>
                      <a:endParaRPr lang="en-GB" sz="1000" b="1" i="0" u="none" strike="noStrike" dirty="0">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24</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4</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SQL Server 2016</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1</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273</a:t>
                      </a:r>
                      <a:endParaRPr lang="en-GB" sz="1000" b="1" i="0" u="none" strike="noStrike" dirty="0">
                        <a:solidFill>
                          <a:sysClr val="windowText" lastClr="000000"/>
                        </a:solidFill>
                        <a:effectLst/>
                        <a:latin typeface="Aktiv Grotesk" panose="020F0502020204030204" pitchFamily="34" charset="0"/>
                      </a:endParaRPr>
                    </a:p>
                  </a:txBody>
                  <a:tcPr marL="2194" marR="2194" marT="2194" marB="0" anchor="ctr"/>
                </a:tc>
                <a:extLst>
                  <a:ext uri="{0D108BD9-81ED-4DB2-BD59-A6C34878D82A}">
                    <a16:rowId xmlns:a16="http://schemas.microsoft.com/office/drawing/2014/main" val="3280939936"/>
                  </a:ext>
                </a:extLst>
              </a:tr>
              <a:tr h="316363">
                <a:tc>
                  <a:txBody>
                    <a:bodyPr/>
                    <a:lstStyle/>
                    <a:p>
                      <a:pPr algn="ctr" fontAlgn="b"/>
                      <a:r>
                        <a:rPr kumimoji="0" lang="en-US" sz="1000" b="1" i="0" u="none" strike="noStrike" kern="1200" cap="none" spc="0" normalizeH="0" baseline="0" noProof="0">
                          <a:ln>
                            <a:noFill/>
                          </a:ln>
                          <a:solidFill>
                            <a:sysClr val="windowText" lastClr="000000"/>
                          </a:solidFill>
                          <a:effectLst/>
                          <a:uLnTx/>
                          <a:uFillTx/>
                          <a:latin typeface="Aktiv Grotesk" panose="020F0502020204030204" pitchFamily="34" charset="0"/>
                          <a:ea typeface="+mn-ea"/>
                          <a:cs typeface="+mn-cs"/>
                        </a:rPr>
                        <a:t>XXX</a:t>
                      </a:r>
                      <a:endParaRPr lang="en-GB" sz="1000" b="1" i="0" u="none" strike="noStrike" dirty="0">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8</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4</a:t>
                      </a:r>
                      <a:endParaRPr lang="en-GB" sz="1000" b="1" i="0" u="none" strike="noStrike" dirty="0">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SQL Server 2016</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5</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173</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extLst>
                  <a:ext uri="{0D108BD9-81ED-4DB2-BD59-A6C34878D82A}">
                    <a16:rowId xmlns:a16="http://schemas.microsoft.com/office/drawing/2014/main" val="515556495"/>
                  </a:ext>
                </a:extLst>
              </a:tr>
              <a:tr h="316363">
                <a:tc>
                  <a:txBody>
                    <a:bodyPr/>
                    <a:lstStyle/>
                    <a:p>
                      <a:pPr algn="ctr" fontAlgn="b"/>
                      <a:r>
                        <a:rPr kumimoji="0" lang="en-US" sz="1000" b="1" i="0" u="none" strike="noStrike" kern="1200" cap="none" spc="0" normalizeH="0" baseline="0" noProof="0">
                          <a:ln>
                            <a:noFill/>
                          </a:ln>
                          <a:solidFill>
                            <a:sysClr val="windowText" lastClr="000000"/>
                          </a:solidFill>
                          <a:effectLst/>
                          <a:uLnTx/>
                          <a:uFillTx/>
                          <a:latin typeface="Aktiv Grotesk" panose="020F0502020204030204" pitchFamily="34" charset="0"/>
                          <a:ea typeface="+mn-ea"/>
                          <a:cs typeface="+mn-cs"/>
                        </a:rPr>
                        <a:t>XXX</a:t>
                      </a:r>
                      <a:endParaRPr lang="en-GB" sz="1000" b="1" i="0" u="none" strike="noStrike" dirty="0">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8</a:t>
                      </a:r>
                      <a:endParaRPr lang="en-GB" sz="1000" b="1" i="0" u="none" strike="noStrike" dirty="0">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4</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SQL Server 2016</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2</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153</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extLst>
                  <a:ext uri="{0D108BD9-81ED-4DB2-BD59-A6C34878D82A}">
                    <a16:rowId xmlns:a16="http://schemas.microsoft.com/office/drawing/2014/main" val="3430343931"/>
                  </a:ext>
                </a:extLst>
              </a:tr>
              <a:tr h="316363">
                <a:tc>
                  <a:txBody>
                    <a:bodyPr/>
                    <a:lstStyle/>
                    <a:p>
                      <a:pPr algn="ctr" fontAlgn="b"/>
                      <a:r>
                        <a:rPr kumimoji="0" lang="en-US" sz="1000" b="1" i="0" u="none" strike="noStrike" kern="1200" cap="none" spc="0" normalizeH="0" baseline="0" noProof="0">
                          <a:ln>
                            <a:noFill/>
                          </a:ln>
                          <a:solidFill>
                            <a:sysClr val="windowText" lastClr="000000"/>
                          </a:solidFill>
                          <a:effectLst/>
                          <a:uLnTx/>
                          <a:uFillTx/>
                          <a:latin typeface="Aktiv Grotesk" panose="020F0502020204030204" pitchFamily="34" charset="0"/>
                          <a:ea typeface="+mn-ea"/>
                          <a:cs typeface="+mn-cs"/>
                        </a:rPr>
                        <a:t>XXX</a:t>
                      </a:r>
                      <a:endParaRPr lang="en-GB" sz="1000" b="1" i="0" u="none" strike="noStrike" dirty="0">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16</a:t>
                      </a:r>
                      <a:endParaRPr lang="en-GB" sz="1000" b="1" i="0" u="none" strike="noStrike" dirty="0">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4</a:t>
                      </a:r>
                      <a:endParaRPr lang="en-GB" sz="1000" b="1" i="0" u="none" strike="noStrike" dirty="0">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SQL Server 2014</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8</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1453</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extLst>
                  <a:ext uri="{0D108BD9-81ED-4DB2-BD59-A6C34878D82A}">
                    <a16:rowId xmlns:a16="http://schemas.microsoft.com/office/drawing/2014/main" val="2467098715"/>
                  </a:ext>
                </a:extLst>
              </a:tr>
              <a:tr h="316363">
                <a:tc>
                  <a:txBody>
                    <a:bodyPr/>
                    <a:lstStyle/>
                    <a:p>
                      <a:pPr algn="ctr" fontAlgn="b"/>
                      <a:r>
                        <a:rPr kumimoji="0" lang="en-US" sz="1000" b="1" i="0" u="none" strike="noStrike" kern="1200" cap="none" spc="0" normalizeH="0" baseline="0" noProof="0">
                          <a:ln>
                            <a:noFill/>
                          </a:ln>
                          <a:solidFill>
                            <a:sysClr val="windowText" lastClr="000000"/>
                          </a:solidFill>
                          <a:effectLst/>
                          <a:uLnTx/>
                          <a:uFillTx/>
                          <a:latin typeface="Aktiv Grotesk" panose="020F0502020204030204" pitchFamily="34" charset="0"/>
                          <a:ea typeface="+mn-ea"/>
                          <a:cs typeface="+mn-cs"/>
                        </a:rPr>
                        <a:t>XXX</a:t>
                      </a:r>
                      <a:endParaRPr lang="en-GB" sz="1000" b="1" i="0" u="none" strike="noStrike" dirty="0">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12</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4</a:t>
                      </a:r>
                      <a:endParaRPr lang="en-GB" sz="1000" b="1" i="0" u="none" strike="noStrike" dirty="0">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SQL Server 2016</a:t>
                      </a:r>
                      <a:endParaRPr lang="en-GB" sz="1000" b="1" i="0" u="none" strike="noStrike" dirty="0">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3</a:t>
                      </a:r>
                      <a:endParaRPr lang="en-GB" sz="1000" b="1" i="0" u="none" strike="noStrike" dirty="0">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373</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extLst>
                  <a:ext uri="{0D108BD9-81ED-4DB2-BD59-A6C34878D82A}">
                    <a16:rowId xmlns:a16="http://schemas.microsoft.com/office/drawing/2014/main" val="2515689531"/>
                  </a:ext>
                </a:extLst>
              </a:tr>
              <a:tr h="316363">
                <a:tc>
                  <a:txBody>
                    <a:bodyPr/>
                    <a:lstStyle/>
                    <a:p>
                      <a:pPr algn="ctr" fontAlgn="b"/>
                      <a:r>
                        <a:rPr kumimoji="0" lang="en-US" sz="1000" b="1" i="0" u="none" strike="noStrike" kern="1200" cap="none" spc="0" normalizeH="0" baseline="0" noProof="0">
                          <a:ln>
                            <a:noFill/>
                          </a:ln>
                          <a:solidFill>
                            <a:sysClr val="windowText" lastClr="000000"/>
                          </a:solidFill>
                          <a:effectLst/>
                          <a:uLnTx/>
                          <a:uFillTx/>
                          <a:latin typeface="Aktiv Grotesk" panose="020F0502020204030204" pitchFamily="34" charset="0"/>
                          <a:ea typeface="+mn-ea"/>
                          <a:cs typeface="+mn-cs"/>
                        </a:rPr>
                        <a:t>XXX</a:t>
                      </a:r>
                      <a:endParaRPr lang="en-GB" sz="1000" b="1" i="0" u="none" strike="noStrike" dirty="0">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8</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4</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SQL Server 2014</a:t>
                      </a:r>
                      <a:endParaRPr lang="en-GB" sz="1000" b="1" i="0" u="none" strike="noStrike" dirty="0">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1</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151</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extLst>
                  <a:ext uri="{0D108BD9-81ED-4DB2-BD59-A6C34878D82A}">
                    <a16:rowId xmlns:a16="http://schemas.microsoft.com/office/drawing/2014/main" val="1840694888"/>
                  </a:ext>
                </a:extLst>
              </a:tr>
              <a:tr h="316363">
                <a:tc>
                  <a:txBody>
                    <a:bodyPr/>
                    <a:lstStyle/>
                    <a:p>
                      <a:pPr algn="ctr" fontAlgn="b"/>
                      <a:r>
                        <a:rPr kumimoji="0" lang="en-US" sz="1000" b="1" i="0" u="none" strike="noStrike" kern="1200" cap="none" spc="0" normalizeH="0" baseline="0" noProof="0">
                          <a:ln>
                            <a:noFill/>
                          </a:ln>
                          <a:solidFill>
                            <a:sysClr val="windowText" lastClr="000000"/>
                          </a:solidFill>
                          <a:effectLst/>
                          <a:uLnTx/>
                          <a:uFillTx/>
                          <a:latin typeface="Aktiv Grotesk" panose="020F0502020204030204" pitchFamily="34" charset="0"/>
                          <a:ea typeface="+mn-ea"/>
                          <a:cs typeface="+mn-cs"/>
                        </a:rPr>
                        <a:t>XXX</a:t>
                      </a:r>
                      <a:endParaRPr lang="en-GB" sz="1000" b="1" i="0" u="none" strike="noStrike" dirty="0">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6</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4</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SQL Server 2014</a:t>
                      </a:r>
                      <a:endParaRPr lang="en-GB" sz="1000" b="1" i="0" u="none" strike="noStrike" dirty="0">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10</a:t>
                      </a:r>
                      <a:endParaRPr lang="en-GB" sz="1000" b="1" i="0" u="none" strike="noStrike" dirty="0">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140</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extLst>
                  <a:ext uri="{0D108BD9-81ED-4DB2-BD59-A6C34878D82A}">
                    <a16:rowId xmlns:a16="http://schemas.microsoft.com/office/drawing/2014/main" val="1631844120"/>
                  </a:ext>
                </a:extLst>
              </a:tr>
              <a:tr h="316363">
                <a:tc>
                  <a:txBody>
                    <a:bodyPr/>
                    <a:lstStyle/>
                    <a:p>
                      <a:pPr algn="ctr" fontAlgn="b"/>
                      <a:r>
                        <a:rPr kumimoji="0" lang="en-US" sz="1000" b="1" i="0" u="none" strike="noStrike" kern="1200" cap="none" spc="0" normalizeH="0" baseline="0" noProof="0">
                          <a:ln>
                            <a:noFill/>
                          </a:ln>
                          <a:solidFill>
                            <a:sysClr val="windowText" lastClr="000000"/>
                          </a:solidFill>
                          <a:effectLst/>
                          <a:uLnTx/>
                          <a:uFillTx/>
                          <a:latin typeface="Aktiv Grotesk" panose="020F0502020204030204" pitchFamily="34" charset="0"/>
                          <a:ea typeface="+mn-ea"/>
                          <a:cs typeface="+mn-cs"/>
                        </a:rPr>
                        <a:t>XXX</a:t>
                      </a:r>
                      <a:endParaRPr lang="en-GB" sz="1000" b="1" i="0" u="none" strike="noStrike" dirty="0">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16</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8</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SQL Server 2014</a:t>
                      </a:r>
                      <a:endParaRPr lang="en-GB" sz="1000" b="1" i="0" u="none" strike="noStrike" dirty="0">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2</a:t>
                      </a:r>
                      <a:endParaRPr lang="en-GB" sz="1000" b="1" i="0" u="none" strike="noStrike" dirty="0">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841</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extLst>
                  <a:ext uri="{0D108BD9-81ED-4DB2-BD59-A6C34878D82A}">
                    <a16:rowId xmlns:a16="http://schemas.microsoft.com/office/drawing/2014/main" val="300597908"/>
                  </a:ext>
                </a:extLst>
              </a:tr>
              <a:tr h="316363">
                <a:tc>
                  <a:txBody>
                    <a:bodyPr/>
                    <a:lstStyle/>
                    <a:p>
                      <a:pPr algn="ctr" fontAlgn="b"/>
                      <a:r>
                        <a:rPr kumimoji="0" lang="en-US" sz="1000" b="1" i="0" u="none" strike="noStrike" kern="1200" cap="none" spc="0" normalizeH="0" baseline="0" noProof="0">
                          <a:ln>
                            <a:noFill/>
                          </a:ln>
                          <a:solidFill>
                            <a:sysClr val="windowText" lastClr="000000"/>
                          </a:solidFill>
                          <a:effectLst/>
                          <a:uLnTx/>
                          <a:uFillTx/>
                          <a:latin typeface="Aktiv Grotesk" panose="020F0502020204030204" pitchFamily="34" charset="0"/>
                          <a:ea typeface="+mn-ea"/>
                          <a:cs typeface="+mn-cs"/>
                        </a:rPr>
                        <a:t>XXX</a:t>
                      </a:r>
                      <a:endParaRPr lang="en-GB" sz="1000" b="1" i="0" u="none" strike="noStrike" dirty="0">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16</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4</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SQL Server 2012</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55</a:t>
                      </a:r>
                      <a:endParaRPr lang="en-GB" sz="1000" b="1" i="0" u="none" strike="noStrike" dirty="0">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452</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extLst>
                  <a:ext uri="{0D108BD9-81ED-4DB2-BD59-A6C34878D82A}">
                    <a16:rowId xmlns:a16="http://schemas.microsoft.com/office/drawing/2014/main" val="3823813646"/>
                  </a:ext>
                </a:extLst>
              </a:tr>
              <a:tr h="316363">
                <a:tc>
                  <a:txBody>
                    <a:bodyPr/>
                    <a:lstStyle/>
                    <a:p>
                      <a:pPr algn="ctr" fontAlgn="b"/>
                      <a:r>
                        <a:rPr kumimoji="0" lang="en-US" sz="1000" b="1" i="0" u="none" strike="noStrike" kern="1200" cap="none" spc="0" normalizeH="0" baseline="0" noProof="0">
                          <a:ln>
                            <a:noFill/>
                          </a:ln>
                          <a:solidFill>
                            <a:sysClr val="windowText" lastClr="000000"/>
                          </a:solidFill>
                          <a:effectLst/>
                          <a:uLnTx/>
                          <a:uFillTx/>
                          <a:latin typeface="Aktiv Grotesk" panose="020F0502020204030204" pitchFamily="34" charset="0"/>
                          <a:ea typeface="+mn-ea"/>
                          <a:cs typeface="+mn-cs"/>
                        </a:rPr>
                        <a:t>XXX</a:t>
                      </a:r>
                      <a:endParaRPr lang="en-GB" sz="1000" b="1" i="0" u="none" strike="noStrike" dirty="0">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24</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4</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SQL Server 2016</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37</a:t>
                      </a:r>
                      <a:endParaRPr lang="en-GB" sz="1000" b="1" i="0" u="none" strike="noStrike" dirty="0">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500</a:t>
                      </a:r>
                      <a:endParaRPr lang="en-GB" sz="1000" b="1" i="0" u="none" strike="noStrike" dirty="0">
                        <a:solidFill>
                          <a:sysClr val="windowText" lastClr="000000"/>
                        </a:solidFill>
                        <a:effectLst/>
                        <a:latin typeface="Aktiv Grotesk" panose="020F0502020204030204" pitchFamily="34" charset="0"/>
                      </a:endParaRPr>
                    </a:p>
                  </a:txBody>
                  <a:tcPr marL="2194" marR="2194" marT="2194" marB="0" anchor="ctr"/>
                </a:tc>
                <a:extLst>
                  <a:ext uri="{0D108BD9-81ED-4DB2-BD59-A6C34878D82A}">
                    <a16:rowId xmlns:a16="http://schemas.microsoft.com/office/drawing/2014/main" val="3588527959"/>
                  </a:ext>
                </a:extLst>
              </a:tr>
              <a:tr h="316363">
                <a:tc>
                  <a:txBody>
                    <a:bodyPr/>
                    <a:lstStyle/>
                    <a:p>
                      <a:pPr algn="ctr" fontAlgn="b"/>
                      <a:r>
                        <a:rPr kumimoji="0" lang="en-US" sz="1000" b="1" i="0" u="none" strike="noStrike" kern="1200" cap="none" spc="0" normalizeH="0" baseline="0" noProof="0">
                          <a:ln>
                            <a:noFill/>
                          </a:ln>
                          <a:solidFill>
                            <a:sysClr val="windowText" lastClr="000000"/>
                          </a:solidFill>
                          <a:effectLst/>
                          <a:uLnTx/>
                          <a:uFillTx/>
                          <a:latin typeface="Aktiv Grotesk" panose="020F0502020204030204" pitchFamily="34" charset="0"/>
                          <a:ea typeface="+mn-ea"/>
                          <a:cs typeface="+mn-cs"/>
                        </a:rPr>
                        <a:t>XXX</a:t>
                      </a:r>
                      <a:endParaRPr lang="en-GB" sz="1000" b="1" i="0" u="none" strike="noStrike" dirty="0">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16</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4</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SQL Server 2012</a:t>
                      </a:r>
                      <a:endParaRPr lang="en-GB" sz="1000" b="1" i="0" u="none" strike="noStrike" dirty="0">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12</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150</a:t>
                      </a:r>
                      <a:endParaRPr lang="en-GB" sz="1000" b="1" i="0" u="none" strike="noStrike" dirty="0">
                        <a:solidFill>
                          <a:sysClr val="windowText" lastClr="000000"/>
                        </a:solidFill>
                        <a:effectLst/>
                        <a:latin typeface="Aktiv Grotesk" panose="020F0502020204030204" pitchFamily="34" charset="0"/>
                      </a:endParaRPr>
                    </a:p>
                  </a:txBody>
                  <a:tcPr marL="2194" marR="2194" marT="2194" marB="0" anchor="ctr"/>
                </a:tc>
                <a:extLst>
                  <a:ext uri="{0D108BD9-81ED-4DB2-BD59-A6C34878D82A}">
                    <a16:rowId xmlns:a16="http://schemas.microsoft.com/office/drawing/2014/main" val="4106869531"/>
                  </a:ext>
                </a:extLst>
              </a:tr>
              <a:tr h="316363">
                <a:tc>
                  <a:txBody>
                    <a:bodyPr/>
                    <a:lstStyle/>
                    <a:p>
                      <a:pPr algn="ctr" fontAlgn="b"/>
                      <a:r>
                        <a:rPr kumimoji="0" lang="en-US" sz="1000" b="1" i="0" u="none" strike="noStrike" kern="1200" cap="none" spc="0" normalizeH="0" baseline="0" noProof="0">
                          <a:ln>
                            <a:noFill/>
                          </a:ln>
                          <a:solidFill>
                            <a:sysClr val="windowText" lastClr="000000"/>
                          </a:solidFill>
                          <a:effectLst/>
                          <a:uLnTx/>
                          <a:uFillTx/>
                          <a:latin typeface="Aktiv Grotesk" panose="020F0502020204030204" pitchFamily="34" charset="0"/>
                          <a:ea typeface="+mn-ea"/>
                          <a:cs typeface="+mn-cs"/>
                        </a:rPr>
                        <a:t>XXX</a:t>
                      </a:r>
                      <a:endParaRPr lang="en-GB" sz="1000" b="1" i="0" u="none" strike="noStrike" dirty="0">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16</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4</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SQL Server 2012</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3</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150</a:t>
                      </a:r>
                      <a:endParaRPr lang="en-GB" sz="1000" b="1" i="0" u="none" strike="noStrike" dirty="0">
                        <a:solidFill>
                          <a:sysClr val="windowText" lastClr="000000"/>
                        </a:solidFill>
                        <a:effectLst/>
                        <a:latin typeface="Aktiv Grotesk" panose="020F0502020204030204" pitchFamily="34" charset="0"/>
                      </a:endParaRPr>
                    </a:p>
                  </a:txBody>
                  <a:tcPr marL="2194" marR="2194" marT="2194" marB="0" anchor="ctr"/>
                </a:tc>
                <a:extLst>
                  <a:ext uri="{0D108BD9-81ED-4DB2-BD59-A6C34878D82A}">
                    <a16:rowId xmlns:a16="http://schemas.microsoft.com/office/drawing/2014/main" val="129721403"/>
                  </a:ext>
                </a:extLst>
              </a:tr>
              <a:tr h="316363">
                <a:tc>
                  <a:txBody>
                    <a:bodyPr/>
                    <a:lstStyle/>
                    <a:p>
                      <a:pPr algn="ctr" fontAlgn="b"/>
                      <a:r>
                        <a:rPr kumimoji="0" lang="en-US" sz="1000" b="1" i="0" u="none" strike="noStrike" kern="1200" cap="none" spc="0" normalizeH="0" baseline="0" noProof="0">
                          <a:ln>
                            <a:noFill/>
                          </a:ln>
                          <a:solidFill>
                            <a:sysClr val="windowText" lastClr="000000"/>
                          </a:solidFill>
                          <a:effectLst/>
                          <a:uLnTx/>
                          <a:uFillTx/>
                          <a:latin typeface="Aktiv Grotesk" panose="020F0502020204030204" pitchFamily="34" charset="0"/>
                          <a:ea typeface="+mn-ea"/>
                          <a:cs typeface="+mn-cs"/>
                        </a:rPr>
                        <a:t>XXX</a:t>
                      </a:r>
                      <a:endParaRPr lang="en-GB" sz="1000" b="1" i="0" u="none" strike="noStrike" dirty="0">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16</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4</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SQL Server 2016</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18</a:t>
                      </a:r>
                      <a:endParaRPr lang="en-GB" sz="1000" b="1" i="0" u="none" strike="noStrike" dirty="0">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470</a:t>
                      </a:r>
                      <a:endParaRPr lang="en-GB" sz="1000" b="1" i="0" u="none" strike="noStrike" dirty="0">
                        <a:solidFill>
                          <a:sysClr val="windowText" lastClr="000000"/>
                        </a:solidFill>
                        <a:effectLst/>
                        <a:latin typeface="Aktiv Grotesk" panose="020F0502020204030204" pitchFamily="34" charset="0"/>
                      </a:endParaRPr>
                    </a:p>
                  </a:txBody>
                  <a:tcPr marL="2194" marR="2194" marT="2194" marB="0" anchor="ctr"/>
                </a:tc>
                <a:extLst>
                  <a:ext uri="{0D108BD9-81ED-4DB2-BD59-A6C34878D82A}">
                    <a16:rowId xmlns:a16="http://schemas.microsoft.com/office/drawing/2014/main" val="2473572472"/>
                  </a:ext>
                </a:extLst>
              </a:tr>
              <a:tr h="359865">
                <a:tc>
                  <a:txBody>
                    <a:bodyPr/>
                    <a:lstStyle/>
                    <a:p>
                      <a:pPr algn="ctr" fontAlgn="b"/>
                      <a:r>
                        <a:rPr kumimoji="0" lang="en-US" sz="1000" b="1" i="0" u="none" strike="noStrike" kern="1200" cap="none" spc="0" normalizeH="0" baseline="0" noProof="0" dirty="0">
                          <a:ln>
                            <a:noFill/>
                          </a:ln>
                          <a:solidFill>
                            <a:sysClr val="windowText" lastClr="000000"/>
                          </a:solidFill>
                          <a:effectLst/>
                          <a:uLnTx/>
                          <a:uFillTx/>
                          <a:latin typeface="Aktiv Grotesk" panose="020F0502020204030204" pitchFamily="34" charset="0"/>
                          <a:ea typeface="+mn-ea"/>
                          <a:cs typeface="+mn-cs"/>
                        </a:rPr>
                        <a:t>XXX</a:t>
                      </a:r>
                      <a:endParaRPr lang="en-GB" sz="1000" b="1" i="0" u="none" strike="noStrike" dirty="0">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16</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4</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SQL Server 2014</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23</a:t>
                      </a:r>
                      <a:endParaRPr lang="en-GB" sz="1000" b="1" i="0" u="none" strike="noStrike">
                        <a:solidFill>
                          <a:sysClr val="windowText" lastClr="000000"/>
                        </a:solidFill>
                        <a:effectLst/>
                        <a:latin typeface="Aktiv Grotesk"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470</a:t>
                      </a:r>
                      <a:endParaRPr lang="en-GB" sz="1000" b="1" i="0" u="none" strike="noStrike" dirty="0">
                        <a:solidFill>
                          <a:sysClr val="windowText" lastClr="000000"/>
                        </a:solidFill>
                        <a:effectLst/>
                        <a:latin typeface="Aktiv Grotesk" panose="020F0502020204030204" pitchFamily="34" charset="0"/>
                      </a:endParaRPr>
                    </a:p>
                  </a:txBody>
                  <a:tcPr marL="2194" marR="2194" marT="2194" marB="0" anchor="ctr"/>
                </a:tc>
                <a:extLst>
                  <a:ext uri="{0D108BD9-81ED-4DB2-BD59-A6C34878D82A}">
                    <a16:rowId xmlns:a16="http://schemas.microsoft.com/office/drawing/2014/main" val="1780936603"/>
                  </a:ext>
                </a:extLst>
              </a:tr>
              <a:tr h="159312">
                <a:tc>
                  <a:txBody>
                    <a:bodyPr/>
                    <a:lstStyle/>
                    <a:p>
                      <a:pPr algn="l" fontAlgn="b"/>
                      <a:endParaRPr lang="en-GB" sz="1000" b="1" i="0" u="none" strike="noStrike" dirty="0">
                        <a:solidFill>
                          <a:schemeClr val="tx2">
                            <a:lumMod val="50000"/>
                          </a:schemeClr>
                        </a:solidFill>
                        <a:effectLst/>
                        <a:latin typeface="Aktiv Grotesk" panose="020F0502020204030204" pitchFamily="34" charset="0"/>
                      </a:endParaRPr>
                    </a:p>
                  </a:txBody>
                  <a:tcPr marL="2194" marR="2194" marT="2194" marB="0" anchor="ctr"/>
                </a:tc>
                <a:tc>
                  <a:txBody>
                    <a:bodyPr/>
                    <a:lstStyle/>
                    <a:p>
                      <a:pPr algn="ctr" fontAlgn="b"/>
                      <a:endParaRPr lang="en-GB" sz="1000" b="1" i="0" u="none" strike="noStrike">
                        <a:solidFill>
                          <a:schemeClr val="tx2">
                            <a:lumMod val="50000"/>
                          </a:schemeClr>
                        </a:solidFill>
                        <a:effectLst/>
                        <a:latin typeface="Aktiv Grotesk" panose="020F0502020204030204" pitchFamily="34" charset="0"/>
                      </a:endParaRPr>
                    </a:p>
                  </a:txBody>
                  <a:tcPr marL="2194" marR="2194" marT="2194" marB="0" anchor="ctr"/>
                </a:tc>
                <a:tc>
                  <a:txBody>
                    <a:bodyPr/>
                    <a:lstStyle/>
                    <a:p>
                      <a:pPr algn="ctr" fontAlgn="b"/>
                      <a:endParaRPr lang="en-GB" sz="1000" b="1" i="0" u="none" strike="noStrike">
                        <a:solidFill>
                          <a:schemeClr val="tx2">
                            <a:lumMod val="50000"/>
                          </a:schemeClr>
                        </a:solidFill>
                        <a:effectLst/>
                        <a:latin typeface="Aktiv Grotesk" panose="020F0502020204030204" pitchFamily="34" charset="0"/>
                      </a:endParaRPr>
                    </a:p>
                  </a:txBody>
                  <a:tcPr marL="2194" marR="2194" marT="2194" marB="0" anchor="ctr"/>
                </a:tc>
                <a:tc>
                  <a:txBody>
                    <a:bodyPr/>
                    <a:lstStyle/>
                    <a:p>
                      <a:pPr algn="ctr" fontAlgn="b"/>
                      <a:endParaRPr lang="en-GB" sz="1000" b="1" i="0" u="none" strike="noStrike" dirty="0">
                        <a:solidFill>
                          <a:schemeClr val="tx2">
                            <a:lumMod val="50000"/>
                          </a:schemeClr>
                        </a:solidFill>
                        <a:effectLst/>
                        <a:latin typeface="Aktiv Grotesk" panose="020F0502020204030204" pitchFamily="34" charset="0"/>
                      </a:endParaRPr>
                    </a:p>
                  </a:txBody>
                  <a:tcPr marL="2194" marR="2194" marT="2194" marB="0" anchor="ctr"/>
                </a:tc>
                <a:tc>
                  <a:txBody>
                    <a:bodyPr/>
                    <a:lstStyle/>
                    <a:p>
                      <a:pPr algn="ctr" fontAlgn="b"/>
                      <a:endParaRPr lang="en-GB" sz="1000" b="1" i="0" u="none" strike="noStrike">
                        <a:solidFill>
                          <a:schemeClr val="tx2">
                            <a:lumMod val="50000"/>
                          </a:schemeClr>
                        </a:solidFill>
                        <a:effectLst/>
                        <a:latin typeface="Aktiv Grotesk" panose="020F0502020204030204" pitchFamily="34" charset="0"/>
                      </a:endParaRPr>
                    </a:p>
                  </a:txBody>
                  <a:tcPr marL="2194" marR="2194" marT="2194" marB="0" anchor="ctr"/>
                </a:tc>
                <a:tc>
                  <a:txBody>
                    <a:bodyPr/>
                    <a:lstStyle/>
                    <a:p>
                      <a:pPr algn="ctr" fontAlgn="b"/>
                      <a:endParaRPr lang="en-GB" sz="1000" b="1" i="0" u="none" strike="noStrike" dirty="0">
                        <a:solidFill>
                          <a:schemeClr val="tx2">
                            <a:lumMod val="50000"/>
                          </a:schemeClr>
                        </a:solidFill>
                        <a:effectLst/>
                        <a:latin typeface="Aktiv Grotesk" panose="020F0502020204030204" pitchFamily="34" charset="0"/>
                      </a:endParaRPr>
                    </a:p>
                  </a:txBody>
                  <a:tcPr marL="2194" marR="2194" marT="2194" marB="0" anchor="ctr"/>
                </a:tc>
                <a:extLst>
                  <a:ext uri="{0D108BD9-81ED-4DB2-BD59-A6C34878D82A}">
                    <a16:rowId xmlns:a16="http://schemas.microsoft.com/office/drawing/2014/main" val="3541449169"/>
                  </a:ext>
                </a:extLst>
              </a:tr>
            </a:tbl>
          </a:graphicData>
        </a:graphic>
      </p:graphicFrame>
    </p:spTree>
    <p:extLst>
      <p:ext uri="{BB962C8B-B14F-4D97-AF65-F5344CB8AC3E}">
        <p14:creationId xmlns:p14="http://schemas.microsoft.com/office/powerpoint/2010/main" val="1178494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1">
            <a:extLst>
              <a:ext uri="{FF2B5EF4-FFF2-40B4-BE49-F238E27FC236}">
                <a16:creationId xmlns:a16="http://schemas.microsoft.com/office/drawing/2014/main" id="{C1930642-C65A-4F4C-9D52-0F9DCFAFDA59}"/>
              </a:ext>
            </a:extLst>
          </p:cNvPr>
          <p:cNvSpPr txBox="1">
            <a:spLocks/>
          </p:cNvSpPr>
          <p:nvPr/>
        </p:nvSpPr>
        <p:spPr>
          <a:xfrm>
            <a:off x="396314" y="279497"/>
            <a:ext cx="8131788" cy="443198"/>
          </a:xfrm>
          <a:prstGeom prst="rect">
            <a:avLst/>
          </a:prstGeom>
        </p:spPr>
        <p:txBody>
          <a:bodyPr vert="horz" wrap="square" lIns="0" tIns="91440" rIns="146304" bIns="91440" rtlCol="0" anchor="ctr">
            <a:noAutofit/>
          </a:bodyPr>
          <a:lstStyle>
            <a:lvl1pPr defTabSz="914192">
              <a:lnSpc>
                <a:spcPct val="90000"/>
              </a:lnSpc>
              <a:spcBef>
                <a:spcPct val="0"/>
              </a:spcBef>
              <a:buNone/>
              <a:defRPr lang="en-US" sz="3200" b="0" cap="none" spc="-49" baseline="0">
                <a:ln w="3175">
                  <a:noFill/>
                </a:ln>
                <a:solidFill>
                  <a:schemeClr val="tx2">
                    <a:lumMod val="50000"/>
                  </a:schemeClr>
                </a:solidFill>
                <a:effectLst/>
                <a:latin typeface="+mj-lt"/>
                <a:cs typeface="Aktiv Grotesk" pitchFamily="34" charset="0"/>
              </a:defRPr>
            </a:lvl1pPr>
          </a:lstStyle>
          <a:p>
            <a:r>
              <a:rPr lang="en-US" dirty="0"/>
              <a:t>Managed Instance Compatibility </a:t>
            </a:r>
          </a:p>
        </p:txBody>
      </p:sp>
      <p:sp>
        <p:nvSpPr>
          <p:cNvPr id="98" name="Rectangle 97">
            <a:extLst>
              <a:ext uri="{FF2B5EF4-FFF2-40B4-BE49-F238E27FC236}">
                <a16:creationId xmlns:a16="http://schemas.microsoft.com/office/drawing/2014/main" id="{B165CA1F-4037-0C44-9386-DC0ADD765A7B}"/>
              </a:ext>
            </a:extLst>
          </p:cNvPr>
          <p:cNvSpPr/>
          <p:nvPr/>
        </p:nvSpPr>
        <p:spPr>
          <a:xfrm>
            <a:off x="1116006" y="1208952"/>
            <a:ext cx="2000418" cy="33855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F7FD6"/>
                </a:solidFill>
                <a:effectLst/>
                <a:uLnTx/>
                <a:uFillTx/>
                <a:latin typeface="Segoe UI Semibold"/>
                <a:ea typeface="+mn-ea"/>
                <a:cs typeface="+mn-cs"/>
              </a:rPr>
              <a:t>Managed Instances  </a:t>
            </a:r>
          </a:p>
        </p:txBody>
      </p:sp>
      <p:pic>
        <p:nvPicPr>
          <p:cNvPr id="70" name="Graphic 69">
            <a:extLst>
              <a:ext uri="{FF2B5EF4-FFF2-40B4-BE49-F238E27FC236}">
                <a16:creationId xmlns:a16="http://schemas.microsoft.com/office/drawing/2014/main" id="{40CB541E-E489-4A65-8D59-242F38269F0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6314" y="1095802"/>
            <a:ext cx="714790" cy="714790"/>
          </a:xfrm>
          <a:prstGeom prst="rect">
            <a:avLst/>
          </a:prstGeom>
        </p:spPr>
      </p:pic>
      <p:graphicFrame>
        <p:nvGraphicFramePr>
          <p:cNvPr id="3" name="Table 2">
            <a:extLst>
              <a:ext uri="{FF2B5EF4-FFF2-40B4-BE49-F238E27FC236}">
                <a16:creationId xmlns:a16="http://schemas.microsoft.com/office/drawing/2014/main" id="{1B627293-0463-3906-15F3-6669658AE31C}"/>
              </a:ext>
            </a:extLst>
          </p:cNvPr>
          <p:cNvGraphicFramePr>
            <a:graphicFrameLocks noGrp="1"/>
          </p:cNvGraphicFramePr>
          <p:nvPr>
            <p:extLst>
              <p:ext uri="{D42A27DB-BD31-4B8C-83A1-F6EECF244321}">
                <p14:modId xmlns:p14="http://schemas.microsoft.com/office/powerpoint/2010/main" val="1218639045"/>
              </p:ext>
            </p:extLst>
          </p:nvPr>
        </p:nvGraphicFramePr>
        <p:xfrm>
          <a:off x="396314" y="3486587"/>
          <a:ext cx="5054600" cy="1280160"/>
        </p:xfrm>
        <a:graphic>
          <a:graphicData uri="http://schemas.openxmlformats.org/drawingml/2006/table">
            <a:tbl>
              <a:tblPr/>
              <a:tblGrid>
                <a:gridCol w="2147579">
                  <a:extLst>
                    <a:ext uri="{9D8B030D-6E8A-4147-A177-3AD203B41FA5}">
                      <a16:colId xmlns:a16="http://schemas.microsoft.com/office/drawing/2014/main" val="4059547981"/>
                    </a:ext>
                  </a:extLst>
                </a:gridCol>
                <a:gridCol w="1103621">
                  <a:extLst>
                    <a:ext uri="{9D8B030D-6E8A-4147-A177-3AD203B41FA5}">
                      <a16:colId xmlns:a16="http://schemas.microsoft.com/office/drawing/2014/main" val="4243647053"/>
                    </a:ext>
                  </a:extLst>
                </a:gridCol>
                <a:gridCol w="1066800">
                  <a:extLst>
                    <a:ext uri="{9D8B030D-6E8A-4147-A177-3AD203B41FA5}">
                      <a16:colId xmlns:a16="http://schemas.microsoft.com/office/drawing/2014/main" val="680478285"/>
                    </a:ext>
                  </a:extLst>
                </a:gridCol>
                <a:gridCol w="736600">
                  <a:extLst>
                    <a:ext uri="{9D8B030D-6E8A-4147-A177-3AD203B41FA5}">
                      <a16:colId xmlns:a16="http://schemas.microsoft.com/office/drawing/2014/main" val="415258802"/>
                    </a:ext>
                  </a:extLst>
                </a:gridCol>
              </a:tblGrid>
              <a:tr h="182880">
                <a:tc>
                  <a:txBody>
                    <a:bodyPr/>
                    <a:lstStyle/>
                    <a:p>
                      <a:pPr algn="l" fontAlgn="b"/>
                      <a:r>
                        <a:rPr lang="en-GB" sz="1100" b="1" i="0" u="none" strike="noStrike" dirty="0">
                          <a:solidFill>
                            <a:srgbClr val="000000"/>
                          </a:solidFill>
                          <a:effectLst/>
                          <a:latin typeface="Aktiv Grotesk" panose="020F0502020204030204" pitchFamily="34" charset="0"/>
                        </a:rPr>
                        <a:t>Server name</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GB" sz="1100" b="1" i="0" u="none" strike="noStrike" dirty="0">
                          <a:solidFill>
                            <a:srgbClr val="000000"/>
                          </a:solidFill>
                          <a:effectLst/>
                          <a:latin typeface="Aktiv Grotesk" panose="020F0502020204030204" pitchFamily="34" charset="0"/>
                        </a:rPr>
                        <a:t>Breaking Change</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GB" sz="1100" b="1" i="0" u="none" strike="noStrike">
                          <a:solidFill>
                            <a:srgbClr val="000000"/>
                          </a:solidFill>
                          <a:effectLst/>
                          <a:latin typeface="Aktiv Grotesk" panose="020F0502020204030204" pitchFamily="34" charset="0"/>
                        </a:rPr>
                        <a:t>MigrationBlocker</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GB" sz="1100" b="1" i="0" u="none" strike="noStrike" dirty="0">
                          <a:solidFill>
                            <a:srgbClr val="000000"/>
                          </a:solidFill>
                          <a:effectLst/>
                          <a:latin typeface="Aktiv Grotesk" panose="020F0502020204030204" pitchFamily="34" charset="0"/>
                        </a:rPr>
                        <a:t>Grand Total</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244128617"/>
                  </a:ext>
                </a:extLst>
              </a:tr>
              <a:tr h="182880">
                <a:tc>
                  <a:txBody>
                    <a:bodyPr/>
                    <a:lstStyle/>
                    <a:p>
                      <a:pPr algn="l" fontAlgn="b"/>
                      <a:r>
                        <a:rPr lang="en-US" sz="1100" b="0" i="0" u="none" strike="noStrike" dirty="0">
                          <a:solidFill>
                            <a:srgbClr val="000000"/>
                          </a:solidFill>
                          <a:effectLst/>
                          <a:latin typeface="Aktiv Grotesk" panose="020F0502020204030204" pitchFamily="34" charset="0"/>
                        </a:rPr>
                        <a:t> XXX</a:t>
                      </a:r>
                      <a:endParaRPr lang="en-GB" sz="1100" b="0" i="0" u="none" strike="noStrike" dirty="0">
                        <a:solidFill>
                          <a:srgbClr val="000000"/>
                        </a:solidFill>
                        <a:effectLst/>
                        <a:latin typeface="Aktiv Grotesk" panose="020F0502020204030204" pitchFamily="34" charset="0"/>
                      </a:endParaRP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endParaRPr lang="en-GB" sz="1100" b="0" i="0" u="none" strike="noStrike" dirty="0">
                        <a:solidFill>
                          <a:srgbClr val="000000"/>
                        </a:solidFill>
                        <a:effectLst/>
                        <a:latin typeface="Aktiv Grotesk" panose="020F0502020204030204" pitchFamily="34" charset="0"/>
                      </a:endParaRPr>
                    </a:p>
                  </a:txBody>
                  <a:tcPr marL="7620" marR="7620" marT="7620" marB="0" anchor="ctr">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en-GB" sz="1100" b="0" i="0" u="none" strike="noStrike">
                          <a:solidFill>
                            <a:srgbClr val="000000"/>
                          </a:solidFill>
                          <a:effectLst/>
                          <a:latin typeface="Aktiv Grotesk" panose="020F0502020204030204" pitchFamily="34" charset="0"/>
                        </a:rPr>
                        <a:t>7</a:t>
                      </a:r>
                    </a:p>
                  </a:txBody>
                  <a:tcPr marL="7620" marR="7620" marT="7620" marB="0" anchor="ctr">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en-GB" sz="1100" b="0" i="0" u="none" strike="noStrike">
                          <a:solidFill>
                            <a:srgbClr val="000000"/>
                          </a:solidFill>
                          <a:effectLst/>
                          <a:latin typeface="Aktiv Grotesk" panose="020F0502020204030204" pitchFamily="34" charset="0"/>
                        </a:rPr>
                        <a:t>7</a:t>
                      </a:r>
                    </a:p>
                  </a:txBody>
                  <a:tcPr marL="7620" marR="7620" marT="7620" marB="0" anchor="ctr">
                    <a:lnL>
                      <a:noFill/>
                    </a:lnL>
                    <a:lnR>
                      <a:noFill/>
                    </a:lnR>
                    <a:lnT w="6350" cap="flat" cmpd="sng" algn="ctr">
                      <a:solidFill>
                        <a:srgbClr val="8EA9DB"/>
                      </a:solidFill>
                      <a:prstDash val="solid"/>
                      <a:round/>
                      <a:headEnd type="none" w="med" len="med"/>
                      <a:tailEnd type="none" w="med" len="med"/>
                    </a:lnT>
                    <a:lnB>
                      <a:noFill/>
                    </a:lnB>
                  </a:tcPr>
                </a:tc>
                <a:extLst>
                  <a:ext uri="{0D108BD9-81ED-4DB2-BD59-A6C34878D82A}">
                    <a16:rowId xmlns:a16="http://schemas.microsoft.com/office/drawing/2014/main" val="3074733441"/>
                  </a:ext>
                </a:extLst>
              </a:tr>
              <a:tr h="182880">
                <a:tc>
                  <a:txBody>
                    <a:bodyPr/>
                    <a:lstStyle/>
                    <a:p>
                      <a:pPr algn="l" fontAlgn="b"/>
                      <a:r>
                        <a:rPr lang="en-US" sz="1100" b="0" i="0" u="none" strike="noStrike" dirty="0">
                          <a:solidFill>
                            <a:srgbClr val="000000"/>
                          </a:solidFill>
                          <a:effectLst/>
                          <a:latin typeface="Aktiv Grotesk" panose="020F0502020204030204" pitchFamily="34" charset="0"/>
                        </a:rPr>
                        <a:t> XXX</a:t>
                      </a:r>
                      <a:endParaRPr lang="en-GB" sz="1100" b="0" i="0" u="none" strike="noStrike" dirty="0">
                        <a:solidFill>
                          <a:srgbClr val="000000"/>
                        </a:solidFill>
                        <a:effectLst/>
                        <a:latin typeface="Aktiv Grotesk" panose="020F0502020204030204" pitchFamily="34" charset="0"/>
                      </a:endParaRPr>
                    </a:p>
                  </a:txBody>
                  <a:tcPr marL="7620" marR="7620" marT="7620" marB="0" anchor="b">
                    <a:lnL>
                      <a:noFill/>
                    </a:lnL>
                    <a:lnR>
                      <a:noFill/>
                    </a:lnR>
                    <a:lnT>
                      <a:noFill/>
                    </a:lnT>
                    <a:lnB>
                      <a:noFill/>
                    </a:lnB>
                  </a:tcPr>
                </a:tc>
                <a:tc>
                  <a:txBody>
                    <a:bodyPr/>
                    <a:lstStyle/>
                    <a:p>
                      <a:pPr algn="ctr" fontAlgn="b"/>
                      <a:r>
                        <a:rPr lang="en-GB" sz="1100" b="0" i="0" u="none" strike="noStrike" dirty="0">
                          <a:solidFill>
                            <a:srgbClr val="000000"/>
                          </a:solidFill>
                          <a:effectLst/>
                          <a:latin typeface="Aktiv Grotesk" panose="020F0502020204030204" pitchFamily="34" charset="0"/>
                        </a:rPr>
                        <a:t>14</a:t>
                      </a:r>
                    </a:p>
                  </a:txBody>
                  <a:tcPr marL="7620" marR="7620" marT="7620" marB="0" anchor="ctr">
                    <a:lnL>
                      <a:noFill/>
                    </a:lnL>
                    <a:lnR>
                      <a:noFill/>
                    </a:lnR>
                    <a:lnT>
                      <a:noFill/>
                    </a:lnT>
                    <a:lnB>
                      <a:noFill/>
                    </a:lnB>
                  </a:tcPr>
                </a:tc>
                <a:tc>
                  <a:txBody>
                    <a:bodyPr/>
                    <a:lstStyle/>
                    <a:p>
                      <a:pPr algn="ctr" fontAlgn="b"/>
                      <a:r>
                        <a:rPr lang="en-GB" sz="1100" b="0" i="0" u="none" strike="noStrike" dirty="0">
                          <a:solidFill>
                            <a:srgbClr val="000000"/>
                          </a:solidFill>
                          <a:effectLst/>
                          <a:latin typeface="Aktiv Grotesk" panose="020F0502020204030204" pitchFamily="34" charset="0"/>
                        </a:rPr>
                        <a:t>21</a:t>
                      </a:r>
                    </a:p>
                  </a:txBody>
                  <a:tcPr marL="7620" marR="7620" marT="7620" marB="0" anchor="ctr">
                    <a:lnL>
                      <a:noFill/>
                    </a:lnL>
                    <a:lnR>
                      <a:noFill/>
                    </a:lnR>
                    <a:lnT>
                      <a:noFill/>
                    </a:lnT>
                    <a:lnB>
                      <a:noFill/>
                    </a:lnB>
                  </a:tcPr>
                </a:tc>
                <a:tc>
                  <a:txBody>
                    <a:bodyPr/>
                    <a:lstStyle/>
                    <a:p>
                      <a:pPr algn="ctr" fontAlgn="b"/>
                      <a:r>
                        <a:rPr lang="en-GB" sz="1100" b="0" i="0" u="none" strike="noStrike">
                          <a:solidFill>
                            <a:srgbClr val="000000"/>
                          </a:solidFill>
                          <a:effectLst/>
                          <a:latin typeface="Aktiv Grotesk" panose="020F0502020204030204" pitchFamily="34" charset="0"/>
                        </a:rPr>
                        <a:t>35</a:t>
                      </a:r>
                    </a:p>
                  </a:txBody>
                  <a:tcPr marL="7620" marR="7620" marT="7620" marB="0" anchor="ctr">
                    <a:lnL>
                      <a:noFill/>
                    </a:lnL>
                    <a:lnR>
                      <a:noFill/>
                    </a:lnR>
                    <a:lnT>
                      <a:noFill/>
                    </a:lnT>
                    <a:lnB>
                      <a:noFill/>
                    </a:lnB>
                  </a:tcPr>
                </a:tc>
                <a:extLst>
                  <a:ext uri="{0D108BD9-81ED-4DB2-BD59-A6C34878D82A}">
                    <a16:rowId xmlns:a16="http://schemas.microsoft.com/office/drawing/2014/main" val="2582428189"/>
                  </a:ext>
                </a:extLst>
              </a:tr>
              <a:tr h="182880">
                <a:tc>
                  <a:txBody>
                    <a:bodyPr/>
                    <a:lstStyle/>
                    <a:p>
                      <a:pPr algn="l" fontAlgn="b"/>
                      <a:r>
                        <a:rPr lang="en-US" sz="1100" b="0" i="0" u="none" strike="noStrike" dirty="0">
                          <a:solidFill>
                            <a:srgbClr val="000000"/>
                          </a:solidFill>
                          <a:effectLst/>
                          <a:latin typeface="Aktiv Grotesk" panose="020F0502020204030204" pitchFamily="34" charset="0"/>
                        </a:rPr>
                        <a:t> XXX</a:t>
                      </a:r>
                      <a:endParaRPr lang="en-GB" sz="1100" b="0" i="0" u="none" strike="noStrike" dirty="0">
                        <a:solidFill>
                          <a:srgbClr val="000000"/>
                        </a:solidFill>
                        <a:effectLst/>
                        <a:latin typeface="Aktiv Grotesk" panose="020F0502020204030204" pitchFamily="34" charset="0"/>
                      </a:endParaRPr>
                    </a:p>
                  </a:txBody>
                  <a:tcPr marL="7620" marR="7620" marT="7620" marB="0" anchor="b">
                    <a:lnL>
                      <a:noFill/>
                    </a:lnL>
                    <a:lnR>
                      <a:noFill/>
                    </a:lnR>
                    <a:lnT>
                      <a:noFill/>
                    </a:lnT>
                    <a:lnB>
                      <a:noFill/>
                    </a:lnB>
                  </a:tcPr>
                </a:tc>
                <a:tc>
                  <a:txBody>
                    <a:bodyPr/>
                    <a:lstStyle/>
                    <a:p>
                      <a:pPr algn="ctr" fontAlgn="b"/>
                      <a:r>
                        <a:rPr lang="en-GB" sz="1100" b="0" i="0" u="none" strike="noStrike">
                          <a:solidFill>
                            <a:srgbClr val="000000"/>
                          </a:solidFill>
                          <a:effectLst/>
                          <a:latin typeface="Aktiv Grotesk" panose="020F0502020204030204" pitchFamily="34" charset="0"/>
                        </a:rPr>
                        <a:t>426</a:t>
                      </a:r>
                    </a:p>
                  </a:txBody>
                  <a:tcPr marL="7620" marR="7620" marT="7620" marB="0" anchor="ctr">
                    <a:lnL>
                      <a:noFill/>
                    </a:lnL>
                    <a:lnR>
                      <a:noFill/>
                    </a:lnR>
                    <a:lnT>
                      <a:noFill/>
                    </a:lnT>
                    <a:lnB>
                      <a:noFill/>
                    </a:lnB>
                  </a:tcPr>
                </a:tc>
                <a:tc>
                  <a:txBody>
                    <a:bodyPr/>
                    <a:lstStyle/>
                    <a:p>
                      <a:pPr algn="ctr" fontAlgn="b"/>
                      <a:endParaRPr lang="en-GB" sz="1100" b="0" i="0" u="none" strike="noStrike" dirty="0">
                        <a:solidFill>
                          <a:srgbClr val="000000"/>
                        </a:solidFill>
                        <a:effectLst/>
                        <a:latin typeface="Aktiv Grotesk" panose="020F0502020204030204" pitchFamily="34" charset="0"/>
                      </a:endParaRPr>
                    </a:p>
                  </a:txBody>
                  <a:tcPr marL="7620" marR="7620" marT="7620" marB="0" anchor="ctr">
                    <a:lnL>
                      <a:noFill/>
                    </a:lnL>
                    <a:lnR>
                      <a:noFill/>
                    </a:lnR>
                    <a:lnT>
                      <a:noFill/>
                    </a:lnT>
                    <a:lnB>
                      <a:noFill/>
                    </a:lnB>
                  </a:tcPr>
                </a:tc>
                <a:tc>
                  <a:txBody>
                    <a:bodyPr/>
                    <a:lstStyle/>
                    <a:p>
                      <a:pPr algn="ctr" fontAlgn="b"/>
                      <a:r>
                        <a:rPr lang="en-GB" sz="1100" b="0" i="0" u="none" strike="noStrike">
                          <a:solidFill>
                            <a:srgbClr val="000000"/>
                          </a:solidFill>
                          <a:effectLst/>
                          <a:latin typeface="Aktiv Grotesk" panose="020F0502020204030204" pitchFamily="34" charset="0"/>
                        </a:rPr>
                        <a:t>426</a:t>
                      </a:r>
                    </a:p>
                  </a:txBody>
                  <a:tcPr marL="7620" marR="7620" marT="7620" marB="0" anchor="ctr">
                    <a:lnL>
                      <a:noFill/>
                    </a:lnL>
                    <a:lnR>
                      <a:noFill/>
                    </a:lnR>
                    <a:lnT>
                      <a:noFill/>
                    </a:lnT>
                    <a:lnB>
                      <a:noFill/>
                    </a:lnB>
                  </a:tcPr>
                </a:tc>
                <a:extLst>
                  <a:ext uri="{0D108BD9-81ED-4DB2-BD59-A6C34878D82A}">
                    <a16:rowId xmlns:a16="http://schemas.microsoft.com/office/drawing/2014/main" val="1674113200"/>
                  </a:ext>
                </a:extLst>
              </a:tr>
              <a:tr h="182880">
                <a:tc>
                  <a:txBody>
                    <a:bodyPr/>
                    <a:lstStyle/>
                    <a:p>
                      <a:pPr algn="l" fontAlgn="b"/>
                      <a:r>
                        <a:rPr lang="en-US" sz="1100" b="0" i="0" u="none" strike="noStrike" dirty="0">
                          <a:solidFill>
                            <a:srgbClr val="000000"/>
                          </a:solidFill>
                          <a:effectLst/>
                          <a:latin typeface="Aktiv Grotesk" panose="020F0502020204030204" pitchFamily="34" charset="0"/>
                        </a:rPr>
                        <a:t> XXX</a:t>
                      </a:r>
                      <a:endParaRPr lang="en-GB" sz="1100" b="0" i="0" u="none" strike="noStrike" dirty="0">
                        <a:solidFill>
                          <a:srgbClr val="000000"/>
                        </a:solidFill>
                        <a:effectLst/>
                        <a:latin typeface="Aktiv Grotesk" panose="020F0502020204030204" pitchFamily="34" charset="0"/>
                      </a:endParaRPr>
                    </a:p>
                  </a:txBody>
                  <a:tcPr marL="7620" marR="7620" marT="7620" marB="0" anchor="b">
                    <a:lnL>
                      <a:noFill/>
                    </a:lnL>
                    <a:lnR>
                      <a:noFill/>
                    </a:lnR>
                    <a:lnT>
                      <a:noFill/>
                    </a:lnT>
                    <a:lnB>
                      <a:noFill/>
                    </a:lnB>
                  </a:tcPr>
                </a:tc>
                <a:tc>
                  <a:txBody>
                    <a:bodyPr/>
                    <a:lstStyle/>
                    <a:p>
                      <a:pPr algn="ctr" fontAlgn="b"/>
                      <a:r>
                        <a:rPr lang="en-GB" sz="1100" b="0" i="0" u="none" strike="noStrike">
                          <a:solidFill>
                            <a:srgbClr val="000000"/>
                          </a:solidFill>
                          <a:effectLst/>
                          <a:latin typeface="Aktiv Grotesk" panose="020F0502020204030204" pitchFamily="34" charset="0"/>
                        </a:rPr>
                        <a:t>180</a:t>
                      </a:r>
                    </a:p>
                  </a:txBody>
                  <a:tcPr marL="7620" marR="7620" marT="7620" marB="0" anchor="ctr">
                    <a:lnL>
                      <a:noFill/>
                    </a:lnL>
                    <a:lnR>
                      <a:noFill/>
                    </a:lnR>
                    <a:lnT>
                      <a:noFill/>
                    </a:lnT>
                    <a:lnB>
                      <a:noFill/>
                    </a:lnB>
                  </a:tcPr>
                </a:tc>
                <a:tc>
                  <a:txBody>
                    <a:bodyPr/>
                    <a:lstStyle/>
                    <a:p>
                      <a:pPr algn="ctr" fontAlgn="b"/>
                      <a:endParaRPr lang="en-GB" sz="1100" b="0" i="0" u="none" strike="noStrike" dirty="0">
                        <a:solidFill>
                          <a:srgbClr val="000000"/>
                        </a:solidFill>
                        <a:effectLst/>
                        <a:latin typeface="Aktiv Grotesk" panose="020F0502020204030204" pitchFamily="34" charset="0"/>
                      </a:endParaRPr>
                    </a:p>
                  </a:txBody>
                  <a:tcPr marL="7620" marR="7620" marT="7620" marB="0" anchor="ctr">
                    <a:lnL>
                      <a:noFill/>
                    </a:lnL>
                    <a:lnR>
                      <a:noFill/>
                    </a:lnR>
                    <a:lnT>
                      <a:noFill/>
                    </a:lnT>
                    <a:lnB>
                      <a:noFill/>
                    </a:lnB>
                  </a:tcPr>
                </a:tc>
                <a:tc>
                  <a:txBody>
                    <a:bodyPr/>
                    <a:lstStyle/>
                    <a:p>
                      <a:pPr algn="ctr" fontAlgn="b"/>
                      <a:r>
                        <a:rPr lang="en-GB" sz="1100" b="0" i="0" u="none" strike="noStrike" dirty="0">
                          <a:solidFill>
                            <a:srgbClr val="000000"/>
                          </a:solidFill>
                          <a:effectLst/>
                          <a:latin typeface="Aktiv Grotesk" panose="020F0502020204030204" pitchFamily="34" charset="0"/>
                        </a:rPr>
                        <a:t>180</a:t>
                      </a:r>
                    </a:p>
                  </a:txBody>
                  <a:tcPr marL="7620" marR="7620" marT="7620" marB="0" anchor="ctr">
                    <a:lnL>
                      <a:noFill/>
                    </a:lnL>
                    <a:lnR>
                      <a:noFill/>
                    </a:lnR>
                    <a:lnT>
                      <a:noFill/>
                    </a:lnT>
                    <a:lnB>
                      <a:noFill/>
                    </a:lnB>
                  </a:tcPr>
                </a:tc>
                <a:extLst>
                  <a:ext uri="{0D108BD9-81ED-4DB2-BD59-A6C34878D82A}">
                    <a16:rowId xmlns:a16="http://schemas.microsoft.com/office/drawing/2014/main" val="1216928623"/>
                  </a:ext>
                </a:extLst>
              </a:tr>
              <a:tr h="182880">
                <a:tc>
                  <a:txBody>
                    <a:bodyPr/>
                    <a:lstStyle/>
                    <a:p>
                      <a:pPr algn="l" fontAlgn="b"/>
                      <a:r>
                        <a:rPr lang="en-US" sz="1100" b="0" i="0" u="none" strike="noStrike" dirty="0">
                          <a:solidFill>
                            <a:srgbClr val="000000"/>
                          </a:solidFill>
                          <a:effectLst/>
                          <a:latin typeface="Aktiv Grotesk" panose="020F0502020204030204" pitchFamily="34" charset="0"/>
                        </a:rPr>
                        <a:t> XXX</a:t>
                      </a:r>
                      <a:endParaRPr lang="en-GB" sz="1100" b="0" i="0" u="none" strike="noStrike" dirty="0">
                        <a:solidFill>
                          <a:srgbClr val="000000"/>
                        </a:solidFill>
                        <a:effectLst/>
                        <a:latin typeface="Aktiv Grotesk" panose="020F0502020204030204" pitchFamily="34" charset="0"/>
                      </a:endParaRP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en-GB" sz="1100" b="0" i="0" u="none" strike="noStrike">
                          <a:solidFill>
                            <a:srgbClr val="000000"/>
                          </a:solidFill>
                          <a:effectLst/>
                          <a:latin typeface="Aktiv Grotesk" panose="020F0502020204030204" pitchFamily="34" charset="0"/>
                        </a:rPr>
                        <a:t>371</a:t>
                      </a:r>
                    </a:p>
                  </a:txBody>
                  <a:tcPr marL="7620" marR="7620" marT="7620" marB="0" anchor="ctr">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en-GB" sz="1100" b="0" i="0" u="none" strike="noStrike">
                          <a:solidFill>
                            <a:srgbClr val="000000"/>
                          </a:solidFill>
                          <a:effectLst/>
                          <a:latin typeface="Aktiv Grotesk" panose="020F0502020204030204" pitchFamily="34" charset="0"/>
                        </a:rPr>
                        <a:t>14</a:t>
                      </a:r>
                    </a:p>
                  </a:txBody>
                  <a:tcPr marL="7620" marR="7620" marT="7620" marB="0" anchor="ctr">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en-GB" sz="1100" b="0" i="0" u="none" strike="noStrike" dirty="0">
                          <a:solidFill>
                            <a:srgbClr val="000000"/>
                          </a:solidFill>
                          <a:effectLst/>
                          <a:latin typeface="Aktiv Grotesk" panose="020F0502020204030204" pitchFamily="34" charset="0"/>
                        </a:rPr>
                        <a:t>635</a:t>
                      </a:r>
                    </a:p>
                  </a:txBody>
                  <a:tcPr marL="7620" marR="7620" marT="7620" marB="0" anchor="ctr">
                    <a:lnL>
                      <a:noFill/>
                    </a:lnL>
                    <a:lnR>
                      <a:noFill/>
                    </a:lnR>
                    <a:lnT>
                      <a:noFill/>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959016951"/>
                  </a:ext>
                </a:extLst>
              </a:tr>
              <a:tr h="182880">
                <a:tc>
                  <a:txBody>
                    <a:bodyPr/>
                    <a:lstStyle/>
                    <a:p>
                      <a:pPr algn="l" fontAlgn="b"/>
                      <a:r>
                        <a:rPr lang="en-GB" sz="1100" b="1" i="0" u="none" strike="noStrike" dirty="0">
                          <a:solidFill>
                            <a:srgbClr val="000000"/>
                          </a:solidFill>
                          <a:effectLst/>
                          <a:latin typeface="Aktiv Grotesk" panose="020F0502020204030204" pitchFamily="34" charset="0"/>
                        </a:rPr>
                        <a:t>Grand Total</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en-GB" sz="1100" b="1" i="0" u="none" strike="noStrike">
                          <a:solidFill>
                            <a:srgbClr val="000000"/>
                          </a:solidFill>
                          <a:effectLst/>
                          <a:latin typeface="Aktiv Grotesk" panose="020F0502020204030204" pitchFamily="34" charset="0"/>
                        </a:rPr>
                        <a:t>991</a:t>
                      </a:r>
                    </a:p>
                  </a:txBody>
                  <a:tcPr marL="7620" marR="7620" marT="7620" marB="0" anchor="ctr">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en-GB" sz="1100" b="1" i="0" u="none" strike="noStrike">
                          <a:solidFill>
                            <a:srgbClr val="000000"/>
                          </a:solidFill>
                          <a:effectLst/>
                          <a:latin typeface="Aktiv Grotesk" panose="020F0502020204030204" pitchFamily="34" charset="0"/>
                        </a:rPr>
                        <a:t>42</a:t>
                      </a:r>
                    </a:p>
                  </a:txBody>
                  <a:tcPr marL="7620" marR="7620" marT="7620" marB="0" anchor="ctr">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en-GB" sz="1100" b="1" i="0" u="none" strike="noStrike" dirty="0">
                          <a:solidFill>
                            <a:srgbClr val="000000"/>
                          </a:solidFill>
                          <a:effectLst/>
                          <a:latin typeface="Aktiv Grotesk" panose="020F0502020204030204" pitchFamily="34" charset="0"/>
                        </a:rPr>
                        <a:t>1283</a:t>
                      </a:r>
                    </a:p>
                  </a:txBody>
                  <a:tcPr marL="7620" marR="7620" marT="7620" marB="0" anchor="ctr">
                    <a:lnL>
                      <a:noFill/>
                    </a:lnL>
                    <a:lnR>
                      <a:noFill/>
                    </a:lnR>
                    <a:lnT w="6350" cap="flat" cmpd="sng" algn="ctr">
                      <a:solidFill>
                        <a:srgbClr val="8EA9DB"/>
                      </a:solidFill>
                      <a:prstDash val="solid"/>
                      <a:round/>
                      <a:headEnd type="none" w="med" len="med"/>
                      <a:tailEnd type="none" w="med" len="med"/>
                    </a:lnT>
                    <a:lnB>
                      <a:noFill/>
                    </a:lnB>
                    <a:solidFill>
                      <a:srgbClr val="D9E1F2"/>
                    </a:solidFill>
                  </a:tcPr>
                </a:tc>
                <a:extLst>
                  <a:ext uri="{0D108BD9-81ED-4DB2-BD59-A6C34878D82A}">
                    <a16:rowId xmlns:a16="http://schemas.microsoft.com/office/drawing/2014/main" val="531531375"/>
                  </a:ext>
                </a:extLst>
              </a:tr>
            </a:tbl>
          </a:graphicData>
        </a:graphic>
      </p:graphicFrame>
      <p:graphicFrame>
        <p:nvGraphicFramePr>
          <p:cNvPr id="4" name="Table 3">
            <a:extLst>
              <a:ext uri="{FF2B5EF4-FFF2-40B4-BE49-F238E27FC236}">
                <a16:creationId xmlns:a16="http://schemas.microsoft.com/office/drawing/2014/main" id="{79FA0D4A-B4D7-3EEF-C5BE-18A48CDC2F5D}"/>
              </a:ext>
            </a:extLst>
          </p:cNvPr>
          <p:cNvGraphicFramePr>
            <a:graphicFrameLocks noGrp="1"/>
          </p:cNvGraphicFramePr>
          <p:nvPr>
            <p:extLst>
              <p:ext uri="{D42A27DB-BD31-4B8C-83A1-F6EECF244321}">
                <p14:modId xmlns:p14="http://schemas.microsoft.com/office/powerpoint/2010/main" val="4058873276"/>
              </p:ext>
            </p:extLst>
          </p:nvPr>
        </p:nvGraphicFramePr>
        <p:xfrm>
          <a:off x="396314" y="5297729"/>
          <a:ext cx="3718492" cy="914400"/>
        </p:xfrm>
        <a:graphic>
          <a:graphicData uri="http://schemas.openxmlformats.org/drawingml/2006/table">
            <a:tbl>
              <a:tblPr/>
              <a:tblGrid>
                <a:gridCol w="2251431">
                  <a:extLst>
                    <a:ext uri="{9D8B030D-6E8A-4147-A177-3AD203B41FA5}">
                      <a16:colId xmlns:a16="http://schemas.microsoft.com/office/drawing/2014/main" val="2276649887"/>
                    </a:ext>
                  </a:extLst>
                </a:gridCol>
                <a:gridCol w="1467061">
                  <a:extLst>
                    <a:ext uri="{9D8B030D-6E8A-4147-A177-3AD203B41FA5}">
                      <a16:colId xmlns:a16="http://schemas.microsoft.com/office/drawing/2014/main" val="715430423"/>
                    </a:ext>
                  </a:extLst>
                </a:gridCol>
              </a:tblGrid>
              <a:tr h="182880">
                <a:tc>
                  <a:txBody>
                    <a:bodyPr/>
                    <a:lstStyle/>
                    <a:p>
                      <a:pPr algn="l" fontAlgn="b"/>
                      <a:r>
                        <a:rPr lang="en-GB" sz="1100" b="1" i="0" u="none" strike="noStrike" dirty="0">
                          <a:solidFill>
                            <a:srgbClr val="000000"/>
                          </a:solidFill>
                          <a:effectLst/>
                          <a:latin typeface="Aktiv Grotesk" panose="020F0502020204030204" pitchFamily="34" charset="0"/>
                        </a:rPr>
                        <a:t>Server name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GB" sz="1100" b="0" i="0" u="none" strike="noStrike" dirty="0">
                          <a:solidFill>
                            <a:srgbClr val="000000"/>
                          </a:solidFill>
                          <a:effectLst/>
                          <a:latin typeface="Aktiv Grotesk" panose="020F0502020204030204" pitchFamily="34" charset="0"/>
                        </a:rPr>
                        <a:t>Unsupported Feature</a:t>
                      </a:r>
                    </a:p>
                  </a:txBody>
                  <a:tcPr marL="7620" marR="7620" marT="7620" marB="0" anchor="ctr">
                    <a:lnL>
                      <a:noFill/>
                    </a:lnL>
                    <a:lnR>
                      <a:noFill/>
                    </a:lnR>
                    <a:lnT>
                      <a:noFill/>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3257774717"/>
                  </a:ext>
                </a:extLst>
              </a:tr>
              <a:tr h="182880">
                <a:tc>
                  <a:txBody>
                    <a:bodyPr/>
                    <a:lstStyle/>
                    <a:p>
                      <a:pPr algn="l" fontAlgn="b"/>
                      <a:r>
                        <a:rPr kumimoji="0" lang="en-US" sz="1100" b="0" i="0" u="none" strike="noStrike" kern="1200" cap="none" spc="0" normalizeH="0" baseline="0" noProof="0" dirty="0">
                          <a:ln>
                            <a:noFill/>
                          </a:ln>
                          <a:solidFill>
                            <a:srgbClr val="000000"/>
                          </a:solidFill>
                          <a:effectLst/>
                          <a:uLnTx/>
                          <a:uFillTx/>
                          <a:latin typeface="Aktiv Grotesk" panose="020F0502020204030204" pitchFamily="34" charset="0"/>
                          <a:ea typeface="+mn-ea"/>
                          <a:cs typeface="+mn-cs"/>
                        </a:rPr>
                        <a:t> XXX</a:t>
                      </a:r>
                      <a:endParaRPr lang="en-GB" sz="1100" b="0" i="0" u="none" strike="noStrike" dirty="0">
                        <a:solidFill>
                          <a:srgbClr val="000000"/>
                        </a:solidFill>
                        <a:effectLst/>
                        <a:latin typeface="Aktiv Grotesk" panose="020F0502020204030204" pitchFamily="34" charset="0"/>
                      </a:endParaRP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en-GB" sz="1100" b="0" i="0" u="none" strike="noStrike" dirty="0">
                          <a:solidFill>
                            <a:srgbClr val="000000"/>
                          </a:solidFill>
                          <a:effectLst/>
                          <a:latin typeface="Aktiv Grotesk" panose="020F0502020204030204" pitchFamily="34" charset="0"/>
                        </a:rPr>
                        <a:t>3</a:t>
                      </a:r>
                    </a:p>
                  </a:txBody>
                  <a:tcPr marL="7620" marR="7620" marT="7620" marB="0" anchor="ctr">
                    <a:lnL>
                      <a:noFill/>
                    </a:lnL>
                    <a:lnR>
                      <a:noFill/>
                    </a:lnR>
                    <a:lnT w="6350" cap="flat" cmpd="sng" algn="ctr">
                      <a:solidFill>
                        <a:srgbClr val="8EA9DB"/>
                      </a:solidFill>
                      <a:prstDash val="solid"/>
                      <a:round/>
                      <a:headEnd type="none" w="med" len="med"/>
                      <a:tailEnd type="none" w="med" len="med"/>
                    </a:lnT>
                    <a:lnB>
                      <a:noFill/>
                    </a:lnB>
                  </a:tcPr>
                </a:tc>
                <a:extLst>
                  <a:ext uri="{0D108BD9-81ED-4DB2-BD59-A6C34878D82A}">
                    <a16:rowId xmlns:a16="http://schemas.microsoft.com/office/drawing/2014/main" val="3890607581"/>
                  </a:ext>
                </a:extLst>
              </a:tr>
              <a:tr h="182880">
                <a:tc>
                  <a:txBody>
                    <a:bodyPr/>
                    <a:lstStyle/>
                    <a:p>
                      <a:pPr algn="l" fontAlgn="b"/>
                      <a:r>
                        <a:rPr kumimoji="0" lang="en-US" sz="1100" b="0" i="0" u="none" strike="noStrike" kern="1200" cap="none" spc="0" normalizeH="0" baseline="0" noProof="0" dirty="0">
                          <a:ln>
                            <a:noFill/>
                          </a:ln>
                          <a:solidFill>
                            <a:srgbClr val="000000"/>
                          </a:solidFill>
                          <a:effectLst/>
                          <a:uLnTx/>
                          <a:uFillTx/>
                          <a:latin typeface="Aktiv Grotesk" panose="020F0502020204030204" pitchFamily="34" charset="0"/>
                          <a:ea typeface="+mn-ea"/>
                          <a:cs typeface="+mn-cs"/>
                        </a:rPr>
                        <a:t> XXX</a:t>
                      </a:r>
                      <a:endParaRPr lang="en-GB" sz="1100" b="0" i="0" u="none" strike="noStrike" dirty="0">
                        <a:solidFill>
                          <a:srgbClr val="000000"/>
                        </a:solidFill>
                        <a:effectLst/>
                        <a:latin typeface="Aktiv Grotesk" panose="020F0502020204030204" pitchFamily="34" charset="0"/>
                      </a:endParaRPr>
                    </a:p>
                  </a:txBody>
                  <a:tcPr marL="7620" marR="7620" marT="7620" marB="0" anchor="b">
                    <a:lnL>
                      <a:noFill/>
                    </a:lnL>
                    <a:lnR>
                      <a:noFill/>
                    </a:lnR>
                    <a:lnT>
                      <a:noFill/>
                    </a:lnT>
                    <a:lnB>
                      <a:noFill/>
                    </a:lnB>
                  </a:tcPr>
                </a:tc>
                <a:tc>
                  <a:txBody>
                    <a:bodyPr/>
                    <a:lstStyle/>
                    <a:p>
                      <a:pPr algn="ctr" fontAlgn="b"/>
                      <a:r>
                        <a:rPr lang="en-GB" sz="1100" b="0" i="0" u="none" strike="noStrike" dirty="0">
                          <a:solidFill>
                            <a:srgbClr val="000000"/>
                          </a:solidFill>
                          <a:effectLst/>
                          <a:latin typeface="Aktiv Grotesk" panose="020F0502020204030204" pitchFamily="34" charset="0"/>
                        </a:rPr>
                        <a:t>1</a:t>
                      </a:r>
                    </a:p>
                  </a:txBody>
                  <a:tcPr marL="7620" marR="7620" marT="7620" marB="0" anchor="ctr">
                    <a:lnL>
                      <a:noFill/>
                    </a:lnL>
                    <a:lnR>
                      <a:noFill/>
                    </a:lnR>
                    <a:lnT>
                      <a:noFill/>
                    </a:lnT>
                    <a:lnB>
                      <a:noFill/>
                    </a:lnB>
                  </a:tcPr>
                </a:tc>
                <a:extLst>
                  <a:ext uri="{0D108BD9-81ED-4DB2-BD59-A6C34878D82A}">
                    <a16:rowId xmlns:a16="http://schemas.microsoft.com/office/drawing/2014/main" val="874069090"/>
                  </a:ext>
                </a:extLst>
              </a:tr>
              <a:tr h="182880">
                <a:tc>
                  <a:txBody>
                    <a:bodyPr/>
                    <a:lstStyle/>
                    <a:p>
                      <a:pPr algn="l" fontAlgn="b"/>
                      <a:r>
                        <a:rPr kumimoji="0" lang="en-US" sz="1100" b="0" i="0" u="none" strike="noStrike" kern="1200" cap="none" spc="0" normalizeH="0" baseline="0" noProof="0" dirty="0">
                          <a:ln>
                            <a:noFill/>
                          </a:ln>
                          <a:solidFill>
                            <a:srgbClr val="000000"/>
                          </a:solidFill>
                          <a:effectLst/>
                          <a:uLnTx/>
                          <a:uFillTx/>
                          <a:latin typeface="Aktiv Grotesk" panose="020F0502020204030204" pitchFamily="34" charset="0"/>
                          <a:ea typeface="+mn-ea"/>
                          <a:cs typeface="+mn-cs"/>
                        </a:rPr>
                        <a:t> XXX</a:t>
                      </a:r>
                      <a:endParaRPr lang="en-GB" sz="1100" b="0" i="0" u="none" strike="noStrike" dirty="0">
                        <a:solidFill>
                          <a:srgbClr val="000000"/>
                        </a:solidFill>
                        <a:effectLst/>
                        <a:latin typeface="Aktiv Grotesk" panose="020F0502020204030204" pitchFamily="34" charset="0"/>
                      </a:endParaRP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en-GB" sz="1100" b="0" i="0" u="none" strike="noStrike" dirty="0">
                          <a:solidFill>
                            <a:srgbClr val="000000"/>
                          </a:solidFill>
                          <a:effectLst/>
                          <a:latin typeface="Aktiv Grotesk" panose="020F0502020204030204" pitchFamily="34" charset="0"/>
                        </a:rPr>
                        <a:t>2</a:t>
                      </a:r>
                    </a:p>
                  </a:txBody>
                  <a:tcPr marL="7620" marR="7620" marT="7620" marB="0" anchor="ctr">
                    <a:lnL>
                      <a:noFill/>
                    </a:lnL>
                    <a:lnR>
                      <a:noFill/>
                    </a:lnR>
                    <a:lnT>
                      <a:noFill/>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3240729509"/>
                  </a:ext>
                </a:extLst>
              </a:tr>
              <a:tr h="182880">
                <a:tc>
                  <a:txBody>
                    <a:bodyPr/>
                    <a:lstStyle/>
                    <a:p>
                      <a:pPr algn="l" fontAlgn="b"/>
                      <a:r>
                        <a:rPr lang="en-GB" sz="1100" b="1" i="0" u="none" strike="noStrike">
                          <a:solidFill>
                            <a:srgbClr val="000000"/>
                          </a:solidFill>
                          <a:effectLst/>
                          <a:latin typeface="Aktiv Grotesk" panose="020F0502020204030204" pitchFamily="34" charset="0"/>
                        </a:rPr>
                        <a:t>Grand Total</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en-GB" sz="1100" b="0" i="0" u="none" strike="noStrike" dirty="0">
                          <a:solidFill>
                            <a:srgbClr val="000000"/>
                          </a:solidFill>
                          <a:effectLst/>
                          <a:latin typeface="Aktiv Grotesk" panose="020F0502020204030204" pitchFamily="34" charset="0"/>
                        </a:rPr>
                        <a:t>6</a:t>
                      </a:r>
                    </a:p>
                  </a:txBody>
                  <a:tcPr marL="7620" marR="7620" marT="7620" marB="0" anchor="ctr">
                    <a:lnL>
                      <a:noFill/>
                    </a:lnL>
                    <a:lnR>
                      <a:noFill/>
                    </a:lnR>
                    <a:lnT w="6350" cap="flat" cmpd="sng" algn="ctr">
                      <a:solidFill>
                        <a:srgbClr val="8EA9DB"/>
                      </a:solidFill>
                      <a:prstDash val="solid"/>
                      <a:round/>
                      <a:headEnd type="none" w="med" len="med"/>
                      <a:tailEnd type="none" w="med" len="med"/>
                    </a:lnT>
                    <a:lnB>
                      <a:noFill/>
                    </a:lnB>
                    <a:solidFill>
                      <a:srgbClr val="D9E1F2"/>
                    </a:solidFill>
                  </a:tcPr>
                </a:tc>
                <a:extLst>
                  <a:ext uri="{0D108BD9-81ED-4DB2-BD59-A6C34878D82A}">
                    <a16:rowId xmlns:a16="http://schemas.microsoft.com/office/drawing/2014/main" val="3253178176"/>
                  </a:ext>
                </a:extLst>
              </a:tr>
            </a:tbl>
          </a:graphicData>
        </a:graphic>
      </p:graphicFrame>
      <p:pic>
        <p:nvPicPr>
          <p:cNvPr id="5" name="Picture 4">
            <a:extLst>
              <a:ext uri="{FF2B5EF4-FFF2-40B4-BE49-F238E27FC236}">
                <a16:creationId xmlns:a16="http://schemas.microsoft.com/office/drawing/2014/main" id="{BFE0AEB2-7E16-EAB8-9616-BC007E7CB58B}"/>
              </a:ext>
            </a:extLst>
          </p:cNvPr>
          <p:cNvPicPr>
            <a:picLocks noChangeAspect="1"/>
          </p:cNvPicPr>
          <p:nvPr/>
        </p:nvPicPr>
        <p:blipFill>
          <a:blip r:embed="rId5"/>
          <a:stretch>
            <a:fillRect/>
          </a:stretch>
        </p:blipFill>
        <p:spPr>
          <a:xfrm>
            <a:off x="3050477" y="972880"/>
            <a:ext cx="785639" cy="785639"/>
          </a:xfrm>
          <a:prstGeom prst="rect">
            <a:avLst/>
          </a:prstGeom>
        </p:spPr>
      </p:pic>
      <p:pic>
        <p:nvPicPr>
          <p:cNvPr id="2" name="Picture 1">
            <a:extLst>
              <a:ext uri="{FF2B5EF4-FFF2-40B4-BE49-F238E27FC236}">
                <a16:creationId xmlns:a16="http://schemas.microsoft.com/office/drawing/2014/main" id="{084B5F37-6A3F-2161-85AF-186EC1BC42FA}"/>
              </a:ext>
            </a:extLst>
          </p:cNvPr>
          <p:cNvPicPr>
            <a:picLocks noChangeAspect="1"/>
          </p:cNvPicPr>
          <p:nvPr/>
        </p:nvPicPr>
        <p:blipFill>
          <a:blip r:embed="rId6"/>
          <a:stretch>
            <a:fillRect/>
          </a:stretch>
        </p:blipFill>
        <p:spPr>
          <a:xfrm>
            <a:off x="7737506" y="3271448"/>
            <a:ext cx="3368578" cy="2320334"/>
          </a:xfrm>
          <a:prstGeom prst="rect">
            <a:avLst/>
          </a:prstGeom>
        </p:spPr>
      </p:pic>
      <p:sp>
        <p:nvSpPr>
          <p:cNvPr id="6" name="TextBox 5">
            <a:extLst>
              <a:ext uri="{FF2B5EF4-FFF2-40B4-BE49-F238E27FC236}">
                <a16:creationId xmlns:a16="http://schemas.microsoft.com/office/drawing/2014/main" id="{D4551412-451E-6176-5D8D-A98602B97458}"/>
              </a:ext>
            </a:extLst>
          </p:cNvPr>
          <p:cNvSpPr txBox="1"/>
          <p:nvPr/>
        </p:nvSpPr>
        <p:spPr>
          <a:xfrm>
            <a:off x="396314" y="1806863"/>
            <a:ext cx="11260772" cy="1446550"/>
          </a:xfrm>
          <a:prstGeom prst="rect">
            <a:avLst/>
          </a:prstGeom>
          <a:noFill/>
        </p:spPr>
        <p:txBody>
          <a:bodyPr wrap="square" lIns="182880" tIns="146304" rIns="182880" bIns="146304" rtlCol="0">
            <a:spAutoFit/>
          </a:bodyPr>
          <a:lstStyle/>
          <a:p>
            <a:pPr>
              <a:lnSpc>
                <a:spcPct val="90000"/>
              </a:lnSpc>
              <a:spcAft>
                <a:spcPts val="600"/>
              </a:spcAft>
            </a:pPr>
            <a:r>
              <a:rPr lang="en-US" dirty="0">
                <a:gradFill>
                  <a:gsLst>
                    <a:gs pos="2917">
                      <a:schemeClr val="tx1"/>
                    </a:gs>
                    <a:gs pos="30000">
                      <a:schemeClr val="tx1"/>
                    </a:gs>
                  </a:gsLst>
                  <a:lin ang="5400000" scaled="0"/>
                </a:gradFill>
              </a:rPr>
              <a:t>Upon gathering the information for the 15 SQL servers within the scoped environment,</a:t>
            </a:r>
          </a:p>
          <a:p>
            <a:pPr marL="285750" indent="-285750">
              <a:lnSpc>
                <a:spcPct val="90000"/>
              </a:lnSpc>
              <a:spcAft>
                <a:spcPts val="600"/>
              </a:spcAft>
              <a:buFont typeface="Aktiv Grotesk" panose="020B0604020202020204" pitchFamily="34" charset="0"/>
              <a:buChar char="•"/>
            </a:pPr>
            <a:r>
              <a:rPr lang="en-US" dirty="0">
                <a:gradFill>
                  <a:gsLst>
                    <a:gs pos="2917">
                      <a:schemeClr val="tx1"/>
                    </a:gs>
                    <a:gs pos="30000">
                      <a:schemeClr val="tx1"/>
                    </a:gs>
                  </a:gsLst>
                  <a:lin ang="5400000" scaled="0"/>
                </a:gradFill>
              </a:rPr>
              <a:t>10 SQL servers are fully compatible with the SQL Managed Instance platform.</a:t>
            </a:r>
          </a:p>
          <a:p>
            <a:pPr marL="285750" indent="-285750">
              <a:lnSpc>
                <a:spcPct val="90000"/>
              </a:lnSpc>
              <a:spcAft>
                <a:spcPts val="600"/>
              </a:spcAft>
              <a:buFont typeface="Aktiv Grotesk" panose="020B0604020202020204" pitchFamily="34" charset="0"/>
              <a:buChar char="•"/>
            </a:pPr>
            <a:r>
              <a:rPr lang="en-US" dirty="0">
                <a:gradFill>
                  <a:gsLst>
                    <a:gs pos="2917">
                      <a:schemeClr val="tx1"/>
                    </a:gs>
                    <a:gs pos="30000">
                      <a:schemeClr val="tx1"/>
                    </a:gs>
                  </a:gsLst>
                  <a:lin ang="5400000" scaled="0"/>
                </a:gradFill>
              </a:rPr>
              <a:t>5 SQL servers require further and in-depth analysis to determine the migration approach, which is done typically during the migration planning.</a:t>
            </a:r>
            <a:endParaRPr lang="en-GB" dirty="0" err="1">
              <a:gradFill>
                <a:gsLst>
                  <a:gs pos="2917">
                    <a:schemeClr val="tx1"/>
                  </a:gs>
                  <a:gs pos="30000">
                    <a:schemeClr val="tx1"/>
                  </a:gs>
                </a:gsLst>
                <a:lin ang="5400000" scaled="0"/>
              </a:gradFill>
            </a:endParaRPr>
          </a:p>
        </p:txBody>
      </p:sp>
    </p:spTree>
    <p:extLst>
      <p:ext uri="{BB962C8B-B14F-4D97-AF65-F5344CB8AC3E}">
        <p14:creationId xmlns:p14="http://schemas.microsoft.com/office/powerpoint/2010/main" val="10911678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1">
            <a:extLst>
              <a:ext uri="{FF2B5EF4-FFF2-40B4-BE49-F238E27FC236}">
                <a16:creationId xmlns:a16="http://schemas.microsoft.com/office/drawing/2014/main" id="{C1930642-C65A-4F4C-9D52-0F9DCFAFDA59}"/>
              </a:ext>
            </a:extLst>
          </p:cNvPr>
          <p:cNvSpPr txBox="1">
            <a:spLocks/>
          </p:cNvSpPr>
          <p:nvPr/>
        </p:nvSpPr>
        <p:spPr>
          <a:xfrm>
            <a:off x="324088" y="291624"/>
            <a:ext cx="8131788" cy="443198"/>
          </a:xfrm>
          <a:prstGeom prst="rect">
            <a:avLst/>
          </a:prstGeom>
        </p:spPr>
        <p:txBody>
          <a:bodyPr vert="horz" wrap="square" lIns="0" tIns="91440" rIns="146304" bIns="91440" rtlCol="0" anchor="ctr">
            <a:noAutofit/>
          </a:bodyPr>
          <a:lstStyle>
            <a:lvl1pPr defTabSz="914192">
              <a:lnSpc>
                <a:spcPct val="90000"/>
              </a:lnSpc>
              <a:spcBef>
                <a:spcPct val="0"/>
              </a:spcBef>
              <a:buNone/>
              <a:defRPr lang="en-US" sz="3200" b="0" cap="none" spc="-49" baseline="0">
                <a:ln w="3175">
                  <a:noFill/>
                </a:ln>
                <a:solidFill>
                  <a:schemeClr val="tx2">
                    <a:lumMod val="50000"/>
                  </a:schemeClr>
                </a:solidFill>
                <a:effectLst/>
                <a:latin typeface="+mj-lt"/>
                <a:cs typeface="Aktiv Grotesk" pitchFamily="34" charset="0"/>
              </a:defRPr>
            </a:lvl1pPr>
          </a:lstStyle>
          <a:p>
            <a:r>
              <a:rPr lang="en-US" dirty="0"/>
              <a:t>Azure SQL DB Compatibility </a:t>
            </a:r>
          </a:p>
        </p:txBody>
      </p:sp>
      <p:sp>
        <p:nvSpPr>
          <p:cNvPr id="22" name="Rectangle 21">
            <a:extLst>
              <a:ext uri="{FF2B5EF4-FFF2-40B4-BE49-F238E27FC236}">
                <a16:creationId xmlns:a16="http://schemas.microsoft.com/office/drawing/2014/main" id="{2BAA62C7-EA8F-CAF1-FB68-00D2172DFCBB}"/>
              </a:ext>
            </a:extLst>
          </p:cNvPr>
          <p:cNvSpPr/>
          <p:nvPr/>
        </p:nvSpPr>
        <p:spPr>
          <a:xfrm>
            <a:off x="781577" y="1205845"/>
            <a:ext cx="1641458"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0F7FD6"/>
                </a:solidFill>
                <a:effectLst/>
                <a:uLnTx/>
                <a:uFillTx/>
                <a:latin typeface="Segoe UI Semibold"/>
                <a:ea typeface="+mn-ea"/>
                <a:cs typeface="+mn-cs"/>
              </a:rPr>
              <a:t>Azure SQL</a:t>
            </a:r>
          </a:p>
        </p:txBody>
      </p:sp>
      <p:pic>
        <p:nvPicPr>
          <p:cNvPr id="24" name="Graphic 23">
            <a:extLst>
              <a:ext uri="{FF2B5EF4-FFF2-40B4-BE49-F238E27FC236}">
                <a16:creationId xmlns:a16="http://schemas.microsoft.com/office/drawing/2014/main" id="{4F5244ED-EEF3-1D6A-A67F-17445ECF3E2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4088" y="1206560"/>
            <a:ext cx="402336" cy="402336"/>
          </a:xfrm>
          <a:prstGeom prst="rect">
            <a:avLst/>
          </a:prstGeom>
        </p:spPr>
      </p:pic>
      <p:graphicFrame>
        <p:nvGraphicFramePr>
          <p:cNvPr id="4" name="Table 3">
            <a:extLst>
              <a:ext uri="{FF2B5EF4-FFF2-40B4-BE49-F238E27FC236}">
                <a16:creationId xmlns:a16="http://schemas.microsoft.com/office/drawing/2014/main" id="{809B6A1B-F79D-C231-9C94-2D53448F8F61}"/>
              </a:ext>
            </a:extLst>
          </p:cNvPr>
          <p:cNvGraphicFramePr>
            <a:graphicFrameLocks noGrp="1"/>
          </p:cNvGraphicFramePr>
          <p:nvPr>
            <p:extLst>
              <p:ext uri="{D42A27DB-BD31-4B8C-83A1-F6EECF244321}">
                <p14:modId xmlns:p14="http://schemas.microsoft.com/office/powerpoint/2010/main" val="4063520339"/>
              </p:ext>
            </p:extLst>
          </p:nvPr>
        </p:nvGraphicFramePr>
        <p:xfrm>
          <a:off x="491412" y="4111498"/>
          <a:ext cx="4991100" cy="2011680"/>
        </p:xfrm>
        <a:graphic>
          <a:graphicData uri="http://schemas.openxmlformats.org/drawingml/2006/table">
            <a:tbl>
              <a:tblPr/>
              <a:tblGrid>
                <a:gridCol w="2120900">
                  <a:extLst>
                    <a:ext uri="{9D8B030D-6E8A-4147-A177-3AD203B41FA5}">
                      <a16:colId xmlns:a16="http://schemas.microsoft.com/office/drawing/2014/main" val="3716579046"/>
                    </a:ext>
                  </a:extLst>
                </a:gridCol>
                <a:gridCol w="1066800">
                  <a:extLst>
                    <a:ext uri="{9D8B030D-6E8A-4147-A177-3AD203B41FA5}">
                      <a16:colId xmlns:a16="http://schemas.microsoft.com/office/drawing/2014/main" val="1387633168"/>
                    </a:ext>
                  </a:extLst>
                </a:gridCol>
                <a:gridCol w="1066800">
                  <a:extLst>
                    <a:ext uri="{9D8B030D-6E8A-4147-A177-3AD203B41FA5}">
                      <a16:colId xmlns:a16="http://schemas.microsoft.com/office/drawing/2014/main" val="948756877"/>
                    </a:ext>
                  </a:extLst>
                </a:gridCol>
                <a:gridCol w="736600">
                  <a:extLst>
                    <a:ext uri="{9D8B030D-6E8A-4147-A177-3AD203B41FA5}">
                      <a16:colId xmlns:a16="http://schemas.microsoft.com/office/drawing/2014/main" val="1450500866"/>
                    </a:ext>
                  </a:extLst>
                </a:gridCol>
              </a:tblGrid>
              <a:tr h="182880">
                <a:tc>
                  <a:txBody>
                    <a:bodyPr/>
                    <a:lstStyle/>
                    <a:p>
                      <a:pPr algn="l" fontAlgn="b"/>
                      <a:r>
                        <a:rPr lang="en-GB" sz="1100" b="1" i="0" u="none" strike="noStrike" dirty="0">
                          <a:solidFill>
                            <a:schemeClr val="bg1"/>
                          </a:solidFill>
                          <a:effectLst/>
                          <a:latin typeface="Aktiv Grotesk" panose="020F0502020204030204" pitchFamily="34" charset="0"/>
                        </a:rPr>
                        <a:t>Count of Server Name</a:t>
                      </a:r>
                    </a:p>
                  </a:txBody>
                  <a:tcPr marL="7620" marR="7620" marT="7620" marB="0" anchor="b">
                    <a:lnL>
                      <a:noFill/>
                    </a:lnL>
                    <a:lnR>
                      <a:noFill/>
                    </a:lnR>
                    <a:lnT>
                      <a:noFill/>
                    </a:lnT>
                    <a:lnB>
                      <a:noFill/>
                    </a:lnB>
                    <a:solidFill>
                      <a:srgbClr val="0070C0"/>
                    </a:solidFill>
                  </a:tcPr>
                </a:tc>
                <a:tc>
                  <a:txBody>
                    <a:bodyPr/>
                    <a:lstStyle/>
                    <a:p>
                      <a:pPr algn="l" fontAlgn="b"/>
                      <a:r>
                        <a:rPr lang="en-GB" sz="1100" b="1" i="0" u="none" strike="noStrike">
                          <a:solidFill>
                            <a:schemeClr val="bg1"/>
                          </a:solidFill>
                          <a:effectLst/>
                          <a:latin typeface="Aktiv Grotesk" panose="020F0502020204030204" pitchFamily="34" charset="0"/>
                        </a:rPr>
                        <a:t>Column Labels</a:t>
                      </a:r>
                    </a:p>
                  </a:txBody>
                  <a:tcPr marL="7620" marR="7620" marT="7620" marB="0" anchor="b">
                    <a:lnL>
                      <a:noFill/>
                    </a:lnL>
                    <a:lnR>
                      <a:noFill/>
                    </a:lnR>
                    <a:lnT>
                      <a:noFill/>
                    </a:lnT>
                    <a:lnB>
                      <a:noFill/>
                    </a:lnB>
                    <a:solidFill>
                      <a:srgbClr val="0070C0"/>
                    </a:solidFill>
                  </a:tcPr>
                </a:tc>
                <a:tc>
                  <a:txBody>
                    <a:bodyPr/>
                    <a:lstStyle/>
                    <a:p>
                      <a:pPr algn="l" fontAlgn="b"/>
                      <a:endParaRPr lang="en-GB" sz="1100" b="1" i="0" u="none" strike="noStrike">
                        <a:solidFill>
                          <a:schemeClr val="bg1"/>
                        </a:solidFill>
                        <a:effectLst/>
                        <a:latin typeface="Aktiv Grotesk" panose="020F0502020204030204" pitchFamily="34" charset="0"/>
                      </a:endParaRPr>
                    </a:p>
                  </a:txBody>
                  <a:tcPr marL="7620" marR="7620" marT="7620" marB="0" anchor="b">
                    <a:lnL>
                      <a:noFill/>
                    </a:lnL>
                    <a:lnR>
                      <a:noFill/>
                    </a:lnR>
                    <a:lnT>
                      <a:noFill/>
                    </a:lnT>
                    <a:lnB>
                      <a:noFill/>
                    </a:lnB>
                    <a:solidFill>
                      <a:srgbClr val="0070C0"/>
                    </a:solidFill>
                  </a:tcPr>
                </a:tc>
                <a:tc>
                  <a:txBody>
                    <a:bodyPr/>
                    <a:lstStyle/>
                    <a:p>
                      <a:pPr algn="l" fontAlgn="b"/>
                      <a:endParaRPr lang="en-GB" sz="1100" b="1" i="0" u="none" strike="noStrike">
                        <a:solidFill>
                          <a:schemeClr val="bg1"/>
                        </a:solidFill>
                        <a:effectLst/>
                        <a:latin typeface="Aktiv Grotesk" panose="020F0502020204030204" pitchFamily="34" charset="0"/>
                      </a:endParaRPr>
                    </a:p>
                  </a:txBody>
                  <a:tcPr marL="7620" marR="7620" marT="7620" marB="0" anchor="b">
                    <a:lnL>
                      <a:noFill/>
                    </a:lnL>
                    <a:lnR>
                      <a:noFill/>
                    </a:lnR>
                    <a:lnT>
                      <a:noFill/>
                    </a:lnT>
                    <a:lnB>
                      <a:noFill/>
                    </a:lnB>
                    <a:solidFill>
                      <a:srgbClr val="0070C0"/>
                    </a:solidFill>
                  </a:tcPr>
                </a:tc>
                <a:extLst>
                  <a:ext uri="{0D108BD9-81ED-4DB2-BD59-A6C34878D82A}">
                    <a16:rowId xmlns:a16="http://schemas.microsoft.com/office/drawing/2014/main" val="627917395"/>
                  </a:ext>
                </a:extLst>
              </a:tr>
              <a:tr h="182880">
                <a:tc>
                  <a:txBody>
                    <a:bodyPr/>
                    <a:lstStyle/>
                    <a:p>
                      <a:pPr algn="l" fontAlgn="b"/>
                      <a:r>
                        <a:rPr lang="en-US" sz="1100" b="1" i="0" u="none" strike="noStrike" dirty="0">
                          <a:solidFill>
                            <a:schemeClr val="bg1"/>
                          </a:solidFill>
                          <a:effectLst/>
                          <a:latin typeface="Aktiv Grotesk" panose="020F0502020204030204" pitchFamily="34" charset="0"/>
                        </a:rPr>
                        <a:t>S</a:t>
                      </a:r>
                      <a:r>
                        <a:rPr lang="en-GB" sz="1100" b="1" i="0" u="none" strike="noStrike" dirty="0" err="1">
                          <a:solidFill>
                            <a:schemeClr val="bg1"/>
                          </a:solidFill>
                          <a:effectLst/>
                          <a:latin typeface="Aktiv Grotesk" panose="020F0502020204030204" pitchFamily="34" charset="0"/>
                        </a:rPr>
                        <a:t>erver</a:t>
                      </a:r>
                      <a:r>
                        <a:rPr lang="en-GB" sz="1100" b="1" i="0" u="none" strike="noStrike" dirty="0">
                          <a:solidFill>
                            <a:schemeClr val="bg1"/>
                          </a:solidFill>
                          <a:effectLst/>
                          <a:latin typeface="Aktiv Grotesk" panose="020F0502020204030204" pitchFamily="34" charset="0"/>
                        </a:rPr>
                        <a:t> name</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0070C0"/>
                    </a:solidFill>
                  </a:tcPr>
                </a:tc>
                <a:tc>
                  <a:txBody>
                    <a:bodyPr/>
                    <a:lstStyle/>
                    <a:p>
                      <a:pPr algn="l" fontAlgn="b"/>
                      <a:r>
                        <a:rPr lang="en-GB" sz="1100" b="1" i="0" u="none" strike="noStrike" dirty="0" err="1">
                          <a:solidFill>
                            <a:schemeClr val="bg1"/>
                          </a:solidFill>
                          <a:effectLst/>
                          <a:latin typeface="Aktiv Grotesk" panose="020F0502020204030204" pitchFamily="34" charset="0"/>
                        </a:rPr>
                        <a:t>BreakingChange</a:t>
                      </a:r>
                      <a:endParaRPr lang="en-GB" sz="1100" b="1" i="0" u="none" strike="noStrike" dirty="0">
                        <a:solidFill>
                          <a:schemeClr val="bg1"/>
                        </a:solidFill>
                        <a:effectLst/>
                        <a:latin typeface="Aktiv Grotesk" panose="020F0502020204030204" pitchFamily="34" charset="0"/>
                      </a:endParaRP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0070C0"/>
                    </a:solidFill>
                  </a:tcPr>
                </a:tc>
                <a:tc>
                  <a:txBody>
                    <a:bodyPr/>
                    <a:lstStyle/>
                    <a:p>
                      <a:pPr algn="l" fontAlgn="b"/>
                      <a:r>
                        <a:rPr lang="en-GB" sz="1100" b="1" i="0" u="none" strike="noStrike" dirty="0" err="1">
                          <a:solidFill>
                            <a:schemeClr val="bg1"/>
                          </a:solidFill>
                          <a:effectLst/>
                          <a:latin typeface="Aktiv Grotesk" panose="020F0502020204030204" pitchFamily="34" charset="0"/>
                        </a:rPr>
                        <a:t>MigrationBlocker</a:t>
                      </a:r>
                      <a:endParaRPr lang="en-GB" sz="1100" b="1" i="0" u="none" strike="noStrike" dirty="0">
                        <a:solidFill>
                          <a:schemeClr val="bg1"/>
                        </a:solidFill>
                        <a:effectLst/>
                        <a:latin typeface="Aktiv Grotesk" panose="020F0502020204030204" pitchFamily="34" charset="0"/>
                      </a:endParaRP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0070C0"/>
                    </a:solidFill>
                  </a:tcPr>
                </a:tc>
                <a:tc>
                  <a:txBody>
                    <a:bodyPr/>
                    <a:lstStyle/>
                    <a:p>
                      <a:pPr algn="l" fontAlgn="b"/>
                      <a:r>
                        <a:rPr lang="en-GB" sz="1100" b="1" i="0" u="none" strike="noStrike" dirty="0">
                          <a:solidFill>
                            <a:schemeClr val="bg1"/>
                          </a:solidFill>
                          <a:effectLst/>
                          <a:latin typeface="Aktiv Grotesk" panose="020F0502020204030204" pitchFamily="34" charset="0"/>
                        </a:rPr>
                        <a:t>Grand Total</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0070C0"/>
                    </a:solidFill>
                  </a:tcPr>
                </a:tc>
                <a:extLst>
                  <a:ext uri="{0D108BD9-81ED-4DB2-BD59-A6C34878D82A}">
                    <a16:rowId xmlns:a16="http://schemas.microsoft.com/office/drawing/2014/main" val="4239103823"/>
                  </a:ext>
                </a:extLst>
              </a:tr>
              <a:tr h="182880">
                <a:tc>
                  <a:txBody>
                    <a:bodyPr/>
                    <a:lstStyle/>
                    <a:p>
                      <a:pPr algn="l" fontAlgn="b"/>
                      <a:r>
                        <a:rPr lang="en-US" sz="1100" b="0" i="0" u="none" strike="noStrike" dirty="0">
                          <a:solidFill>
                            <a:srgbClr val="000000"/>
                          </a:solidFill>
                          <a:effectLst/>
                          <a:latin typeface="Aktiv Grotesk" panose="020F0502020204030204" pitchFamily="34" charset="0"/>
                        </a:rPr>
                        <a:t> XXX</a:t>
                      </a:r>
                      <a:endParaRPr lang="en-GB" sz="1100" b="0" i="0" u="none" strike="noStrike" dirty="0">
                        <a:solidFill>
                          <a:srgbClr val="000000"/>
                        </a:solidFill>
                        <a:effectLst/>
                        <a:latin typeface="Aktiv Grotesk" panose="020F0502020204030204" pitchFamily="34" charset="0"/>
                      </a:endParaRP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r" fontAlgn="b"/>
                      <a:r>
                        <a:rPr lang="en-GB" sz="1100" b="0" i="0" u="none" strike="noStrike">
                          <a:solidFill>
                            <a:srgbClr val="000000"/>
                          </a:solidFill>
                          <a:effectLst/>
                          <a:latin typeface="Aktiv Grotesk" panose="020F0502020204030204" pitchFamily="34" charset="0"/>
                        </a:rPr>
                        <a:t>77</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r" fontAlgn="b"/>
                      <a:r>
                        <a:rPr lang="en-GB" sz="1100" b="0" i="0" u="none" strike="noStrike">
                          <a:solidFill>
                            <a:srgbClr val="000000"/>
                          </a:solidFill>
                          <a:effectLst/>
                          <a:latin typeface="Aktiv Grotesk" panose="020F0502020204030204" pitchFamily="34" charset="0"/>
                        </a:rPr>
                        <a:t>68</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r" fontAlgn="b"/>
                      <a:r>
                        <a:rPr lang="en-GB" sz="1100" b="0" i="0" u="none" strike="noStrike">
                          <a:solidFill>
                            <a:srgbClr val="000000"/>
                          </a:solidFill>
                          <a:effectLst/>
                          <a:latin typeface="Aktiv Grotesk" panose="020F0502020204030204" pitchFamily="34" charset="0"/>
                        </a:rPr>
                        <a:t>145</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extLst>
                  <a:ext uri="{0D108BD9-81ED-4DB2-BD59-A6C34878D82A}">
                    <a16:rowId xmlns:a16="http://schemas.microsoft.com/office/drawing/2014/main" val="3372198761"/>
                  </a:ext>
                </a:extLst>
              </a:tr>
              <a:tr h="182880">
                <a:tc>
                  <a:txBody>
                    <a:bodyPr/>
                    <a:lstStyle/>
                    <a:p>
                      <a:pPr marL="0" marR="0" lvl="0" indent="0" algn="l" defTabSz="914192"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ktiv Grotesk" panose="020F0502020204030204" pitchFamily="34" charset="0"/>
                          <a:ea typeface="+mn-ea"/>
                          <a:cs typeface="+mn-cs"/>
                        </a:rPr>
                        <a:t> XXX</a:t>
                      </a:r>
                      <a:endParaRPr kumimoji="0" lang="en-GB" sz="1100" b="0" i="0" u="none" strike="noStrike" kern="1200" cap="none" spc="0" normalizeH="0" baseline="0" noProof="0" dirty="0">
                        <a:ln>
                          <a:noFill/>
                        </a:ln>
                        <a:solidFill>
                          <a:srgbClr val="000000"/>
                        </a:solidFill>
                        <a:effectLst/>
                        <a:uLnTx/>
                        <a:uFillTx/>
                        <a:latin typeface="Aktiv Grotesk" panose="020F0502020204030204" pitchFamily="34" charset="0"/>
                        <a:ea typeface="+mn-ea"/>
                        <a:cs typeface="+mn-cs"/>
                      </a:endParaRPr>
                    </a:p>
                  </a:txBody>
                  <a:tcPr marL="7620" marR="7620" marT="7620" marB="0" anchor="b">
                    <a:lnL>
                      <a:noFill/>
                    </a:lnL>
                    <a:lnR>
                      <a:noFill/>
                    </a:lnR>
                    <a:lnT>
                      <a:noFill/>
                    </a:lnT>
                    <a:lnB>
                      <a:noFill/>
                    </a:lnB>
                  </a:tcPr>
                </a:tc>
                <a:tc>
                  <a:txBody>
                    <a:bodyPr/>
                    <a:lstStyle/>
                    <a:p>
                      <a:pPr algn="r" fontAlgn="b"/>
                      <a:r>
                        <a:rPr lang="en-GB" sz="1100" b="0" i="0" u="none" strike="noStrike">
                          <a:solidFill>
                            <a:srgbClr val="000000"/>
                          </a:solidFill>
                          <a:effectLst/>
                          <a:latin typeface="Aktiv Grotesk" panose="020F0502020204030204" pitchFamily="34" charset="0"/>
                        </a:rPr>
                        <a:t>8</a:t>
                      </a:r>
                    </a:p>
                  </a:txBody>
                  <a:tcPr marL="7620" marR="7620" marT="7620" marB="0" anchor="b">
                    <a:lnL>
                      <a:noFill/>
                    </a:lnL>
                    <a:lnR>
                      <a:noFill/>
                    </a:lnR>
                    <a:lnT>
                      <a:noFill/>
                    </a:lnT>
                    <a:lnB>
                      <a:noFill/>
                    </a:lnB>
                  </a:tcPr>
                </a:tc>
                <a:tc>
                  <a:txBody>
                    <a:bodyPr/>
                    <a:lstStyle/>
                    <a:p>
                      <a:pPr algn="l" fontAlgn="b"/>
                      <a:endParaRPr lang="en-GB" sz="1100" b="0" i="0" u="none" strike="noStrike">
                        <a:solidFill>
                          <a:srgbClr val="000000"/>
                        </a:solidFill>
                        <a:effectLst/>
                        <a:latin typeface="Aktiv Grotesk" panose="020F0502020204030204" pitchFamily="34" charset="0"/>
                      </a:endParaRPr>
                    </a:p>
                  </a:txBody>
                  <a:tcPr marL="7620" marR="7620" marT="7620" marB="0" anchor="b">
                    <a:lnL>
                      <a:noFill/>
                    </a:lnL>
                    <a:lnR>
                      <a:noFill/>
                    </a:lnR>
                    <a:lnT>
                      <a:noFill/>
                    </a:lnT>
                    <a:lnB>
                      <a:noFill/>
                    </a:lnB>
                  </a:tcPr>
                </a:tc>
                <a:tc>
                  <a:txBody>
                    <a:bodyPr/>
                    <a:lstStyle/>
                    <a:p>
                      <a:pPr algn="r" fontAlgn="b"/>
                      <a:r>
                        <a:rPr lang="en-GB" sz="1100" b="0" i="0" u="none" strike="noStrike">
                          <a:solidFill>
                            <a:srgbClr val="000000"/>
                          </a:solidFill>
                          <a:effectLst/>
                          <a:latin typeface="Aktiv Grotesk" panose="020F0502020204030204" pitchFamily="34" charset="0"/>
                        </a:rPr>
                        <a:t>8</a:t>
                      </a:r>
                    </a:p>
                  </a:txBody>
                  <a:tcPr marL="7620" marR="7620" marT="7620" marB="0" anchor="b">
                    <a:lnL>
                      <a:noFill/>
                    </a:lnL>
                    <a:lnR>
                      <a:noFill/>
                    </a:lnR>
                    <a:lnT>
                      <a:noFill/>
                    </a:lnT>
                    <a:lnB>
                      <a:noFill/>
                    </a:lnB>
                  </a:tcPr>
                </a:tc>
                <a:extLst>
                  <a:ext uri="{0D108BD9-81ED-4DB2-BD59-A6C34878D82A}">
                    <a16:rowId xmlns:a16="http://schemas.microsoft.com/office/drawing/2014/main" val="2736886329"/>
                  </a:ext>
                </a:extLst>
              </a:tr>
              <a:tr h="182880">
                <a:tc>
                  <a:txBody>
                    <a:bodyPr/>
                    <a:lstStyle/>
                    <a:p>
                      <a:pPr marL="0" marR="0" lvl="0" indent="0" algn="l" defTabSz="914192"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ktiv Grotesk" panose="020F0502020204030204" pitchFamily="34" charset="0"/>
                          <a:ea typeface="+mn-ea"/>
                          <a:cs typeface="+mn-cs"/>
                        </a:rPr>
                        <a:t> XXX</a:t>
                      </a:r>
                      <a:endParaRPr kumimoji="0" lang="en-GB" sz="1100" b="0" i="0" u="none" strike="noStrike" kern="1200" cap="none" spc="0" normalizeH="0" baseline="0" noProof="0" dirty="0">
                        <a:ln>
                          <a:noFill/>
                        </a:ln>
                        <a:solidFill>
                          <a:srgbClr val="000000"/>
                        </a:solidFill>
                        <a:effectLst/>
                        <a:uLnTx/>
                        <a:uFillTx/>
                        <a:latin typeface="Aktiv Grotesk" panose="020F0502020204030204" pitchFamily="34" charset="0"/>
                        <a:ea typeface="+mn-ea"/>
                        <a:cs typeface="+mn-cs"/>
                      </a:endParaRPr>
                    </a:p>
                  </a:txBody>
                  <a:tcPr marL="7620" marR="7620" marT="7620" marB="0" anchor="b">
                    <a:lnL>
                      <a:noFill/>
                    </a:lnL>
                    <a:lnR>
                      <a:noFill/>
                    </a:lnR>
                    <a:lnT>
                      <a:noFill/>
                    </a:lnT>
                    <a:lnB>
                      <a:noFill/>
                    </a:lnB>
                  </a:tcPr>
                </a:tc>
                <a:tc>
                  <a:txBody>
                    <a:bodyPr/>
                    <a:lstStyle/>
                    <a:p>
                      <a:pPr algn="r" fontAlgn="b"/>
                      <a:r>
                        <a:rPr lang="en-GB" sz="1100" b="0" i="0" u="none" strike="noStrike">
                          <a:solidFill>
                            <a:srgbClr val="000000"/>
                          </a:solidFill>
                          <a:effectLst/>
                          <a:latin typeface="Aktiv Grotesk" panose="020F0502020204030204" pitchFamily="34" charset="0"/>
                        </a:rPr>
                        <a:t>440</a:t>
                      </a:r>
                    </a:p>
                  </a:txBody>
                  <a:tcPr marL="7620" marR="7620" marT="7620" marB="0" anchor="b">
                    <a:lnL>
                      <a:noFill/>
                    </a:lnL>
                    <a:lnR>
                      <a:noFill/>
                    </a:lnR>
                    <a:lnT>
                      <a:noFill/>
                    </a:lnT>
                    <a:lnB>
                      <a:noFill/>
                    </a:lnB>
                  </a:tcPr>
                </a:tc>
                <a:tc>
                  <a:txBody>
                    <a:bodyPr/>
                    <a:lstStyle/>
                    <a:p>
                      <a:pPr algn="l" fontAlgn="b"/>
                      <a:endParaRPr lang="en-GB" sz="1100" b="0" i="0" u="none" strike="noStrike">
                        <a:solidFill>
                          <a:srgbClr val="000000"/>
                        </a:solidFill>
                        <a:effectLst/>
                        <a:latin typeface="Aktiv Grotesk" panose="020F0502020204030204" pitchFamily="34" charset="0"/>
                      </a:endParaRPr>
                    </a:p>
                  </a:txBody>
                  <a:tcPr marL="7620" marR="7620" marT="7620" marB="0" anchor="b">
                    <a:lnL>
                      <a:noFill/>
                    </a:lnL>
                    <a:lnR>
                      <a:noFill/>
                    </a:lnR>
                    <a:lnT>
                      <a:noFill/>
                    </a:lnT>
                    <a:lnB>
                      <a:noFill/>
                    </a:lnB>
                  </a:tcPr>
                </a:tc>
                <a:tc>
                  <a:txBody>
                    <a:bodyPr/>
                    <a:lstStyle/>
                    <a:p>
                      <a:pPr algn="r" fontAlgn="b"/>
                      <a:r>
                        <a:rPr lang="en-GB" sz="1100" b="0" i="0" u="none" strike="noStrike">
                          <a:solidFill>
                            <a:srgbClr val="000000"/>
                          </a:solidFill>
                          <a:effectLst/>
                          <a:latin typeface="Aktiv Grotesk" panose="020F0502020204030204" pitchFamily="34" charset="0"/>
                        </a:rPr>
                        <a:t>440</a:t>
                      </a:r>
                    </a:p>
                  </a:txBody>
                  <a:tcPr marL="7620" marR="7620" marT="7620" marB="0" anchor="b">
                    <a:lnL>
                      <a:noFill/>
                    </a:lnL>
                    <a:lnR>
                      <a:noFill/>
                    </a:lnR>
                    <a:lnT>
                      <a:noFill/>
                    </a:lnT>
                    <a:lnB>
                      <a:noFill/>
                    </a:lnB>
                  </a:tcPr>
                </a:tc>
                <a:extLst>
                  <a:ext uri="{0D108BD9-81ED-4DB2-BD59-A6C34878D82A}">
                    <a16:rowId xmlns:a16="http://schemas.microsoft.com/office/drawing/2014/main" val="2561664877"/>
                  </a:ext>
                </a:extLst>
              </a:tr>
              <a:tr h="182880">
                <a:tc>
                  <a:txBody>
                    <a:bodyPr/>
                    <a:lstStyle/>
                    <a:p>
                      <a:pPr marL="0" marR="0" lvl="0" indent="0" algn="l" defTabSz="914192"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ktiv Grotesk" panose="020F0502020204030204" pitchFamily="34" charset="0"/>
                          <a:ea typeface="+mn-ea"/>
                          <a:cs typeface="+mn-cs"/>
                        </a:rPr>
                        <a:t> XXX</a:t>
                      </a:r>
                      <a:endParaRPr kumimoji="0" lang="en-GB" sz="1100" b="0" i="0" u="none" strike="noStrike" kern="1200" cap="none" spc="0" normalizeH="0" baseline="0" noProof="0" dirty="0">
                        <a:ln>
                          <a:noFill/>
                        </a:ln>
                        <a:solidFill>
                          <a:srgbClr val="000000"/>
                        </a:solidFill>
                        <a:effectLst/>
                        <a:uLnTx/>
                        <a:uFillTx/>
                        <a:latin typeface="Aktiv Grotesk" panose="020F0502020204030204" pitchFamily="34" charset="0"/>
                        <a:ea typeface="+mn-ea"/>
                        <a:cs typeface="+mn-cs"/>
                      </a:endParaRPr>
                    </a:p>
                  </a:txBody>
                  <a:tcPr marL="7620" marR="7620" marT="7620" marB="0" anchor="b">
                    <a:lnL>
                      <a:noFill/>
                    </a:lnL>
                    <a:lnR>
                      <a:noFill/>
                    </a:lnR>
                    <a:lnT>
                      <a:noFill/>
                    </a:lnT>
                    <a:lnB>
                      <a:noFill/>
                    </a:lnB>
                  </a:tcPr>
                </a:tc>
                <a:tc>
                  <a:txBody>
                    <a:bodyPr/>
                    <a:lstStyle/>
                    <a:p>
                      <a:pPr algn="r" fontAlgn="b"/>
                      <a:r>
                        <a:rPr lang="en-GB" sz="1100" b="0" i="0" u="none" strike="noStrike">
                          <a:solidFill>
                            <a:srgbClr val="000000"/>
                          </a:solidFill>
                          <a:effectLst/>
                          <a:latin typeface="Aktiv Grotesk" panose="020F0502020204030204" pitchFamily="34" charset="0"/>
                        </a:rPr>
                        <a:t>73008</a:t>
                      </a:r>
                    </a:p>
                  </a:txBody>
                  <a:tcPr marL="7620" marR="7620" marT="7620" marB="0" anchor="b">
                    <a:lnL>
                      <a:noFill/>
                    </a:lnL>
                    <a:lnR>
                      <a:noFill/>
                    </a:lnR>
                    <a:lnT>
                      <a:noFill/>
                    </a:lnT>
                    <a:lnB>
                      <a:noFill/>
                    </a:lnB>
                  </a:tcPr>
                </a:tc>
                <a:tc>
                  <a:txBody>
                    <a:bodyPr/>
                    <a:lstStyle/>
                    <a:p>
                      <a:pPr algn="r" fontAlgn="b"/>
                      <a:r>
                        <a:rPr lang="en-GB" sz="1100" b="0" i="0" u="none" strike="noStrike">
                          <a:solidFill>
                            <a:srgbClr val="000000"/>
                          </a:solidFill>
                          <a:effectLst/>
                          <a:latin typeface="Aktiv Grotesk" panose="020F0502020204030204" pitchFamily="34" charset="0"/>
                        </a:rPr>
                        <a:t>12</a:t>
                      </a:r>
                    </a:p>
                  </a:txBody>
                  <a:tcPr marL="7620" marR="7620" marT="7620" marB="0" anchor="b">
                    <a:lnL>
                      <a:noFill/>
                    </a:lnL>
                    <a:lnR>
                      <a:noFill/>
                    </a:lnR>
                    <a:lnT>
                      <a:noFill/>
                    </a:lnT>
                    <a:lnB>
                      <a:noFill/>
                    </a:lnB>
                  </a:tcPr>
                </a:tc>
                <a:tc>
                  <a:txBody>
                    <a:bodyPr/>
                    <a:lstStyle/>
                    <a:p>
                      <a:pPr algn="r" fontAlgn="b"/>
                      <a:r>
                        <a:rPr lang="en-GB" sz="1100" b="0" i="0" u="none" strike="noStrike">
                          <a:solidFill>
                            <a:srgbClr val="000000"/>
                          </a:solidFill>
                          <a:effectLst/>
                          <a:latin typeface="Aktiv Grotesk" panose="020F0502020204030204" pitchFamily="34" charset="0"/>
                        </a:rPr>
                        <a:t>73020</a:t>
                      </a:r>
                    </a:p>
                  </a:txBody>
                  <a:tcPr marL="7620" marR="7620" marT="7620" marB="0" anchor="b">
                    <a:lnL>
                      <a:noFill/>
                    </a:lnL>
                    <a:lnR>
                      <a:noFill/>
                    </a:lnR>
                    <a:lnT>
                      <a:noFill/>
                    </a:lnT>
                    <a:lnB>
                      <a:noFill/>
                    </a:lnB>
                  </a:tcPr>
                </a:tc>
                <a:extLst>
                  <a:ext uri="{0D108BD9-81ED-4DB2-BD59-A6C34878D82A}">
                    <a16:rowId xmlns:a16="http://schemas.microsoft.com/office/drawing/2014/main" val="2744395293"/>
                  </a:ext>
                </a:extLst>
              </a:tr>
              <a:tr h="182880">
                <a:tc>
                  <a:txBody>
                    <a:bodyPr/>
                    <a:lstStyle/>
                    <a:p>
                      <a:pPr marL="0" marR="0" lvl="0" indent="0" algn="l" defTabSz="914192"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ktiv Grotesk" panose="020F0502020204030204" pitchFamily="34" charset="0"/>
                          <a:ea typeface="+mn-ea"/>
                          <a:cs typeface="+mn-cs"/>
                        </a:rPr>
                        <a:t> XXX</a:t>
                      </a:r>
                      <a:endParaRPr kumimoji="0" lang="en-GB" sz="1100" b="0" i="0" u="none" strike="noStrike" kern="1200" cap="none" spc="0" normalizeH="0" baseline="0" noProof="0" dirty="0">
                        <a:ln>
                          <a:noFill/>
                        </a:ln>
                        <a:solidFill>
                          <a:srgbClr val="000000"/>
                        </a:solidFill>
                        <a:effectLst/>
                        <a:uLnTx/>
                        <a:uFillTx/>
                        <a:latin typeface="Aktiv Grotesk" panose="020F0502020204030204" pitchFamily="34" charset="0"/>
                        <a:ea typeface="+mn-ea"/>
                        <a:cs typeface="+mn-cs"/>
                      </a:endParaRPr>
                    </a:p>
                  </a:txBody>
                  <a:tcPr marL="7620" marR="7620" marT="7620" marB="0" anchor="b">
                    <a:lnL>
                      <a:noFill/>
                    </a:lnL>
                    <a:lnR>
                      <a:noFill/>
                    </a:lnR>
                    <a:lnT>
                      <a:noFill/>
                    </a:lnT>
                    <a:lnB>
                      <a:noFill/>
                    </a:lnB>
                  </a:tcPr>
                </a:tc>
                <a:tc>
                  <a:txBody>
                    <a:bodyPr/>
                    <a:lstStyle/>
                    <a:p>
                      <a:pPr algn="r" fontAlgn="b"/>
                      <a:r>
                        <a:rPr lang="en-GB" sz="1100" b="0" i="0" u="none" strike="noStrike">
                          <a:solidFill>
                            <a:srgbClr val="000000"/>
                          </a:solidFill>
                          <a:effectLst/>
                          <a:latin typeface="Aktiv Grotesk" panose="020F0502020204030204" pitchFamily="34" charset="0"/>
                        </a:rPr>
                        <a:t>628</a:t>
                      </a:r>
                    </a:p>
                  </a:txBody>
                  <a:tcPr marL="7620" marR="7620" marT="7620" marB="0" anchor="b">
                    <a:lnL>
                      <a:noFill/>
                    </a:lnL>
                    <a:lnR>
                      <a:noFill/>
                    </a:lnR>
                    <a:lnT>
                      <a:noFill/>
                    </a:lnT>
                    <a:lnB>
                      <a:noFill/>
                    </a:lnB>
                  </a:tcPr>
                </a:tc>
                <a:tc>
                  <a:txBody>
                    <a:bodyPr/>
                    <a:lstStyle/>
                    <a:p>
                      <a:pPr algn="r" fontAlgn="b"/>
                      <a:r>
                        <a:rPr lang="en-GB" sz="1100" b="0" i="0" u="none" strike="noStrike">
                          <a:solidFill>
                            <a:srgbClr val="000000"/>
                          </a:solidFill>
                          <a:effectLst/>
                          <a:latin typeface="Aktiv Grotesk" panose="020F0502020204030204" pitchFamily="34" charset="0"/>
                        </a:rPr>
                        <a:t>99</a:t>
                      </a:r>
                    </a:p>
                  </a:txBody>
                  <a:tcPr marL="7620" marR="7620" marT="7620" marB="0" anchor="b">
                    <a:lnL>
                      <a:noFill/>
                    </a:lnL>
                    <a:lnR>
                      <a:noFill/>
                    </a:lnR>
                    <a:lnT>
                      <a:noFill/>
                    </a:lnT>
                    <a:lnB>
                      <a:noFill/>
                    </a:lnB>
                  </a:tcPr>
                </a:tc>
                <a:tc>
                  <a:txBody>
                    <a:bodyPr/>
                    <a:lstStyle/>
                    <a:p>
                      <a:pPr algn="r" fontAlgn="b"/>
                      <a:r>
                        <a:rPr lang="en-GB" sz="1100" b="0" i="0" u="none" strike="noStrike">
                          <a:solidFill>
                            <a:srgbClr val="000000"/>
                          </a:solidFill>
                          <a:effectLst/>
                          <a:latin typeface="Aktiv Grotesk" panose="020F0502020204030204" pitchFamily="34" charset="0"/>
                        </a:rPr>
                        <a:t>727</a:t>
                      </a:r>
                    </a:p>
                  </a:txBody>
                  <a:tcPr marL="7620" marR="7620" marT="7620" marB="0" anchor="b">
                    <a:lnL>
                      <a:noFill/>
                    </a:lnL>
                    <a:lnR>
                      <a:noFill/>
                    </a:lnR>
                    <a:lnT>
                      <a:noFill/>
                    </a:lnT>
                    <a:lnB>
                      <a:noFill/>
                    </a:lnB>
                  </a:tcPr>
                </a:tc>
                <a:extLst>
                  <a:ext uri="{0D108BD9-81ED-4DB2-BD59-A6C34878D82A}">
                    <a16:rowId xmlns:a16="http://schemas.microsoft.com/office/drawing/2014/main" val="2185265167"/>
                  </a:ext>
                </a:extLst>
              </a:tr>
              <a:tr h="182880">
                <a:tc>
                  <a:txBody>
                    <a:bodyPr/>
                    <a:lstStyle/>
                    <a:p>
                      <a:pPr marL="0" marR="0" lvl="0" indent="0" algn="l" defTabSz="914192"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ktiv Grotesk" panose="020F0502020204030204" pitchFamily="34" charset="0"/>
                          <a:ea typeface="+mn-ea"/>
                          <a:cs typeface="+mn-cs"/>
                        </a:rPr>
                        <a:t> XXX</a:t>
                      </a:r>
                      <a:endParaRPr kumimoji="0" lang="en-GB" sz="1100" b="0" i="0" u="none" strike="noStrike" kern="1200" cap="none" spc="0" normalizeH="0" baseline="0" noProof="0" dirty="0">
                        <a:ln>
                          <a:noFill/>
                        </a:ln>
                        <a:solidFill>
                          <a:srgbClr val="000000"/>
                        </a:solidFill>
                        <a:effectLst/>
                        <a:uLnTx/>
                        <a:uFillTx/>
                        <a:latin typeface="Aktiv Grotesk" panose="020F0502020204030204" pitchFamily="34" charset="0"/>
                        <a:ea typeface="+mn-ea"/>
                        <a:cs typeface="+mn-cs"/>
                      </a:endParaRPr>
                    </a:p>
                  </a:txBody>
                  <a:tcPr marL="7620" marR="7620" marT="7620" marB="0" anchor="b">
                    <a:lnL>
                      <a:noFill/>
                    </a:lnL>
                    <a:lnR>
                      <a:noFill/>
                    </a:lnR>
                    <a:lnT>
                      <a:noFill/>
                    </a:lnT>
                    <a:lnB>
                      <a:noFill/>
                    </a:lnB>
                  </a:tcPr>
                </a:tc>
                <a:tc>
                  <a:txBody>
                    <a:bodyPr/>
                    <a:lstStyle/>
                    <a:p>
                      <a:pPr algn="r" fontAlgn="b"/>
                      <a:r>
                        <a:rPr lang="en-GB" sz="1100" b="0" i="0" u="none" strike="noStrike">
                          <a:solidFill>
                            <a:srgbClr val="000000"/>
                          </a:solidFill>
                          <a:effectLst/>
                          <a:latin typeface="Aktiv Grotesk" panose="020F0502020204030204" pitchFamily="34" charset="0"/>
                        </a:rPr>
                        <a:t>601</a:t>
                      </a:r>
                    </a:p>
                  </a:txBody>
                  <a:tcPr marL="7620" marR="7620" marT="7620" marB="0" anchor="b">
                    <a:lnL>
                      <a:noFill/>
                    </a:lnL>
                    <a:lnR>
                      <a:noFill/>
                    </a:lnR>
                    <a:lnT>
                      <a:noFill/>
                    </a:lnT>
                    <a:lnB>
                      <a:noFill/>
                    </a:lnB>
                  </a:tcPr>
                </a:tc>
                <a:tc>
                  <a:txBody>
                    <a:bodyPr/>
                    <a:lstStyle/>
                    <a:p>
                      <a:pPr algn="r" fontAlgn="b"/>
                      <a:r>
                        <a:rPr lang="en-GB" sz="1100" b="0" i="0" u="none" strike="noStrike">
                          <a:solidFill>
                            <a:srgbClr val="000000"/>
                          </a:solidFill>
                          <a:effectLst/>
                          <a:latin typeface="Aktiv Grotesk" panose="020F0502020204030204" pitchFamily="34" charset="0"/>
                        </a:rPr>
                        <a:t>13</a:t>
                      </a:r>
                    </a:p>
                  </a:txBody>
                  <a:tcPr marL="7620" marR="7620" marT="7620" marB="0" anchor="b">
                    <a:lnL>
                      <a:noFill/>
                    </a:lnL>
                    <a:lnR>
                      <a:noFill/>
                    </a:lnR>
                    <a:lnT>
                      <a:noFill/>
                    </a:lnT>
                    <a:lnB>
                      <a:noFill/>
                    </a:lnB>
                  </a:tcPr>
                </a:tc>
                <a:tc>
                  <a:txBody>
                    <a:bodyPr/>
                    <a:lstStyle/>
                    <a:p>
                      <a:pPr algn="r" fontAlgn="b"/>
                      <a:r>
                        <a:rPr lang="en-GB" sz="1100" b="0" i="0" u="none" strike="noStrike">
                          <a:solidFill>
                            <a:srgbClr val="000000"/>
                          </a:solidFill>
                          <a:effectLst/>
                          <a:latin typeface="Aktiv Grotesk" panose="020F0502020204030204" pitchFamily="34" charset="0"/>
                        </a:rPr>
                        <a:t>614</a:t>
                      </a:r>
                    </a:p>
                  </a:txBody>
                  <a:tcPr marL="7620" marR="7620" marT="7620" marB="0" anchor="b">
                    <a:lnL>
                      <a:noFill/>
                    </a:lnL>
                    <a:lnR>
                      <a:noFill/>
                    </a:lnR>
                    <a:lnT>
                      <a:noFill/>
                    </a:lnT>
                    <a:lnB>
                      <a:noFill/>
                    </a:lnB>
                  </a:tcPr>
                </a:tc>
                <a:extLst>
                  <a:ext uri="{0D108BD9-81ED-4DB2-BD59-A6C34878D82A}">
                    <a16:rowId xmlns:a16="http://schemas.microsoft.com/office/drawing/2014/main" val="2657101722"/>
                  </a:ext>
                </a:extLst>
              </a:tr>
              <a:tr h="182880">
                <a:tc>
                  <a:txBody>
                    <a:bodyPr/>
                    <a:lstStyle/>
                    <a:p>
                      <a:pPr marL="0" marR="0" lvl="0" indent="0" algn="l" defTabSz="914192"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ktiv Grotesk" panose="020F0502020204030204" pitchFamily="34" charset="0"/>
                          <a:ea typeface="+mn-ea"/>
                          <a:cs typeface="+mn-cs"/>
                        </a:rPr>
                        <a:t> XXX</a:t>
                      </a:r>
                      <a:endParaRPr kumimoji="0" lang="en-GB" sz="1100" b="0" i="0" u="none" strike="noStrike" kern="1200" cap="none" spc="0" normalizeH="0" baseline="0" noProof="0" dirty="0">
                        <a:ln>
                          <a:noFill/>
                        </a:ln>
                        <a:solidFill>
                          <a:srgbClr val="000000"/>
                        </a:solidFill>
                        <a:effectLst/>
                        <a:uLnTx/>
                        <a:uFillTx/>
                        <a:latin typeface="Aktiv Grotesk" panose="020F0502020204030204" pitchFamily="34" charset="0"/>
                        <a:ea typeface="+mn-ea"/>
                        <a:cs typeface="+mn-cs"/>
                      </a:endParaRPr>
                    </a:p>
                  </a:txBody>
                  <a:tcPr marL="7620" marR="7620" marT="7620" marB="0" anchor="b">
                    <a:lnL>
                      <a:noFill/>
                    </a:lnL>
                    <a:lnR>
                      <a:noFill/>
                    </a:lnR>
                    <a:lnT>
                      <a:noFill/>
                    </a:lnT>
                    <a:lnB>
                      <a:noFill/>
                    </a:lnB>
                  </a:tcPr>
                </a:tc>
                <a:tc>
                  <a:txBody>
                    <a:bodyPr/>
                    <a:lstStyle/>
                    <a:p>
                      <a:pPr algn="r" fontAlgn="b"/>
                      <a:r>
                        <a:rPr lang="en-GB" sz="1100" b="0" i="0" u="none" strike="noStrike">
                          <a:solidFill>
                            <a:srgbClr val="000000"/>
                          </a:solidFill>
                          <a:effectLst/>
                          <a:latin typeface="Aktiv Grotesk" panose="020F0502020204030204" pitchFamily="34" charset="0"/>
                        </a:rPr>
                        <a:t>4094</a:t>
                      </a:r>
                    </a:p>
                  </a:txBody>
                  <a:tcPr marL="7620" marR="7620" marT="7620" marB="0" anchor="b">
                    <a:lnL>
                      <a:noFill/>
                    </a:lnL>
                    <a:lnR>
                      <a:noFill/>
                    </a:lnR>
                    <a:lnT>
                      <a:noFill/>
                    </a:lnT>
                    <a:lnB>
                      <a:noFill/>
                    </a:lnB>
                  </a:tcPr>
                </a:tc>
                <a:tc>
                  <a:txBody>
                    <a:bodyPr/>
                    <a:lstStyle/>
                    <a:p>
                      <a:pPr algn="r" fontAlgn="b"/>
                      <a:r>
                        <a:rPr lang="en-GB" sz="1100" b="0" i="0" u="none" strike="noStrike">
                          <a:solidFill>
                            <a:srgbClr val="000000"/>
                          </a:solidFill>
                          <a:effectLst/>
                          <a:latin typeface="Aktiv Grotesk" panose="020F0502020204030204" pitchFamily="34" charset="0"/>
                        </a:rPr>
                        <a:t>16</a:t>
                      </a:r>
                    </a:p>
                  </a:txBody>
                  <a:tcPr marL="7620" marR="7620" marT="7620" marB="0" anchor="b">
                    <a:lnL>
                      <a:noFill/>
                    </a:lnL>
                    <a:lnR>
                      <a:noFill/>
                    </a:lnR>
                    <a:lnT>
                      <a:noFill/>
                    </a:lnT>
                    <a:lnB>
                      <a:noFill/>
                    </a:lnB>
                  </a:tcPr>
                </a:tc>
                <a:tc>
                  <a:txBody>
                    <a:bodyPr/>
                    <a:lstStyle/>
                    <a:p>
                      <a:pPr algn="r" fontAlgn="b"/>
                      <a:r>
                        <a:rPr lang="en-GB" sz="1100" b="0" i="0" u="none" strike="noStrike">
                          <a:solidFill>
                            <a:srgbClr val="000000"/>
                          </a:solidFill>
                          <a:effectLst/>
                          <a:latin typeface="Aktiv Grotesk" panose="020F0502020204030204" pitchFamily="34" charset="0"/>
                        </a:rPr>
                        <a:t>4110</a:t>
                      </a:r>
                    </a:p>
                  </a:txBody>
                  <a:tcPr marL="7620" marR="7620" marT="7620" marB="0" anchor="b">
                    <a:lnL>
                      <a:noFill/>
                    </a:lnL>
                    <a:lnR>
                      <a:noFill/>
                    </a:lnR>
                    <a:lnT>
                      <a:noFill/>
                    </a:lnT>
                    <a:lnB>
                      <a:noFill/>
                    </a:lnB>
                  </a:tcPr>
                </a:tc>
                <a:extLst>
                  <a:ext uri="{0D108BD9-81ED-4DB2-BD59-A6C34878D82A}">
                    <a16:rowId xmlns:a16="http://schemas.microsoft.com/office/drawing/2014/main" val="2993993549"/>
                  </a:ext>
                </a:extLst>
              </a:tr>
              <a:tr h="182880">
                <a:tc>
                  <a:txBody>
                    <a:bodyPr/>
                    <a:lstStyle/>
                    <a:p>
                      <a:pPr marL="0" marR="0" lvl="0" indent="0" algn="l" defTabSz="914192"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ktiv Grotesk" panose="020F0502020204030204" pitchFamily="34" charset="0"/>
                          <a:ea typeface="+mn-ea"/>
                          <a:cs typeface="+mn-cs"/>
                        </a:rPr>
                        <a:t> XXX</a:t>
                      </a:r>
                      <a:endParaRPr kumimoji="0" lang="en-GB" sz="1100" b="0" i="0" u="none" strike="noStrike" kern="1200" cap="none" spc="0" normalizeH="0" baseline="0" noProof="0" dirty="0">
                        <a:ln>
                          <a:noFill/>
                        </a:ln>
                        <a:solidFill>
                          <a:srgbClr val="000000"/>
                        </a:solidFill>
                        <a:effectLst/>
                        <a:uLnTx/>
                        <a:uFillTx/>
                        <a:latin typeface="Aktiv Grotesk" panose="020F0502020204030204" pitchFamily="34" charset="0"/>
                        <a:ea typeface="+mn-ea"/>
                        <a:cs typeface="+mn-cs"/>
                      </a:endParaRP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r" fontAlgn="b"/>
                      <a:r>
                        <a:rPr lang="en-GB" sz="1100" b="0" i="0" u="none" strike="noStrike">
                          <a:solidFill>
                            <a:srgbClr val="000000"/>
                          </a:solidFill>
                          <a:effectLst/>
                          <a:latin typeface="Aktiv Grotesk" panose="020F0502020204030204" pitchFamily="34" charset="0"/>
                        </a:rPr>
                        <a:t>51022</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r" fontAlgn="b"/>
                      <a:r>
                        <a:rPr lang="en-GB" sz="1100" b="0" i="0" u="none" strike="noStrike">
                          <a:solidFill>
                            <a:srgbClr val="000000"/>
                          </a:solidFill>
                          <a:effectLst/>
                          <a:latin typeface="Aktiv Grotesk" panose="020F0502020204030204" pitchFamily="34" charset="0"/>
                        </a:rPr>
                        <a:t>119</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r" fontAlgn="b"/>
                      <a:r>
                        <a:rPr lang="en-GB" sz="1100" b="0" i="0" u="none" strike="noStrike">
                          <a:solidFill>
                            <a:srgbClr val="000000"/>
                          </a:solidFill>
                          <a:effectLst/>
                          <a:latin typeface="Aktiv Grotesk" panose="020F0502020204030204" pitchFamily="34" charset="0"/>
                        </a:rPr>
                        <a:t>51141</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2992417722"/>
                  </a:ext>
                </a:extLst>
              </a:tr>
              <a:tr h="182880">
                <a:tc>
                  <a:txBody>
                    <a:bodyPr/>
                    <a:lstStyle/>
                    <a:p>
                      <a:pPr algn="l" fontAlgn="b"/>
                      <a:r>
                        <a:rPr lang="en-GB" sz="1100" b="1" i="0" u="none" strike="noStrike" dirty="0">
                          <a:solidFill>
                            <a:schemeClr val="bg1"/>
                          </a:solidFill>
                          <a:effectLst/>
                          <a:latin typeface="Aktiv Grotesk" panose="020F0502020204030204" pitchFamily="34" charset="0"/>
                        </a:rPr>
                        <a:t>Grand Total</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0070C0"/>
                    </a:solidFill>
                  </a:tcPr>
                </a:tc>
                <a:tc>
                  <a:txBody>
                    <a:bodyPr/>
                    <a:lstStyle/>
                    <a:p>
                      <a:pPr algn="r" fontAlgn="b"/>
                      <a:r>
                        <a:rPr lang="en-GB" sz="1100" b="1" i="0" u="none" strike="noStrike" dirty="0">
                          <a:solidFill>
                            <a:schemeClr val="bg1"/>
                          </a:solidFill>
                          <a:effectLst/>
                          <a:latin typeface="Aktiv Grotesk" panose="020F0502020204030204" pitchFamily="34" charset="0"/>
                        </a:rPr>
                        <a:t>129878</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0070C0"/>
                    </a:solidFill>
                  </a:tcPr>
                </a:tc>
                <a:tc>
                  <a:txBody>
                    <a:bodyPr/>
                    <a:lstStyle/>
                    <a:p>
                      <a:pPr algn="r" fontAlgn="b"/>
                      <a:r>
                        <a:rPr lang="en-GB" sz="1100" b="1" i="0" u="none" strike="noStrike" dirty="0">
                          <a:solidFill>
                            <a:schemeClr val="bg1"/>
                          </a:solidFill>
                          <a:effectLst/>
                          <a:latin typeface="Aktiv Grotesk" panose="020F0502020204030204" pitchFamily="34" charset="0"/>
                        </a:rPr>
                        <a:t>327</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0070C0"/>
                    </a:solidFill>
                  </a:tcPr>
                </a:tc>
                <a:tc>
                  <a:txBody>
                    <a:bodyPr/>
                    <a:lstStyle/>
                    <a:p>
                      <a:pPr algn="r" fontAlgn="b"/>
                      <a:r>
                        <a:rPr lang="en-GB" sz="1100" b="1" i="0" u="none" strike="noStrike" dirty="0">
                          <a:solidFill>
                            <a:schemeClr val="bg1"/>
                          </a:solidFill>
                          <a:effectLst/>
                          <a:latin typeface="Aktiv Grotesk" panose="020F0502020204030204" pitchFamily="34" charset="0"/>
                        </a:rPr>
                        <a:t>130205</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511157855"/>
                  </a:ext>
                </a:extLst>
              </a:tr>
            </a:tbl>
          </a:graphicData>
        </a:graphic>
      </p:graphicFrame>
      <p:graphicFrame>
        <p:nvGraphicFramePr>
          <p:cNvPr id="6" name="Table 5">
            <a:extLst>
              <a:ext uri="{FF2B5EF4-FFF2-40B4-BE49-F238E27FC236}">
                <a16:creationId xmlns:a16="http://schemas.microsoft.com/office/drawing/2014/main" id="{A3CA1CB1-00B5-4601-F3C8-B6399D467740}"/>
              </a:ext>
            </a:extLst>
          </p:cNvPr>
          <p:cNvGraphicFramePr>
            <a:graphicFrameLocks noGrp="1"/>
          </p:cNvGraphicFramePr>
          <p:nvPr>
            <p:extLst>
              <p:ext uri="{D42A27DB-BD31-4B8C-83A1-F6EECF244321}">
                <p14:modId xmlns:p14="http://schemas.microsoft.com/office/powerpoint/2010/main" val="2428252728"/>
              </p:ext>
            </p:extLst>
          </p:nvPr>
        </p:nvGraphicFramePr>
        <p:xfrm>
          <a:off x="5868955" y="3749904"/>
          <a:ext cx="5831633" cy="2734869"/>
        </p:xfrm>
        <a:graphic>
          <a:graphicData uri="http://schemas.openxmlformats.org/drawingml/2006/table">
            <a:tbl>
              <a:tblPr/>
              <a:tblGrid>
                <a:gridCol w="2478073">
                  <a:extLst>
                    <a:ext uri="{9D8B030D-6E8A-4147-A177-3AD203B41FA5}">
                      <a16:colId xmlns:a16="http://schemas.microsoft.com/office/drawing/2014/main" val="2929408186"/>
                    </a:ext>
                  </a:extLst>
                </a:gridCol>
                <a:gridCol w="1431454">
                  <a:extLst>
                    <a:ext uri="{9D8B030D-6E8A-4147-A177-3AD203B41FA5}">
                      <a16:colId xmlns:a16="http://schemas.microsoft.com/office/drawing/2014/main" val="406890746"/>
                    </a:ext>
                  </a:extLst>
                </a:gridCol>
                <a:gridCol w="1430417">
                  <a:extLst>
                    <a:ext uri="{9D8B030D-6E8A-4147-A177-3AD203B41FA5}">
                      <a16:colId xmlns:a16="http://schemas.microsoft.com/office/drawing/2014/main" val="4202057461"/>
                    </a:ext>
                  </a:extLst>
                </a:gridCol>
                <a:gridCol w="491689">
                  <a:extLst>
                    <a:ext uri="{9D8B030D-6E8A-4147-A177-3AD203B41FA5}">
                      <a16:colId xmlns:a16="http://schemas.microsoft.com/office/drawing/2014/main" val="2435365166"/>
                    </a:ext>
                  </a:extLst>
                </a:gridCol>
              </a:tblGrid>
              <a:tr h="212417">
                <a:tc>
                  <a:txBody>
                    <a:bodyPr/>
                    <a:lstStyle/>
                    <a:p>
                      <a:pPr algn="ctr" fontAlgn="b"/>
                      <a:r>
                        <a:rPr lang="en-GB" sz="1100" b="1" i="0" u="none" strike="noStrike" dirty="0">
                          <a:solidFill>
                            <a:schemeClr val="bg1"/>
                          </a:solidFill>
                          <a:effectLst/>
                          <a:latin typeface="Aktiv Grotesk" panose="020F0502020204030204" pitchFamily="34" charset="0"/>
                        </a:rPr>
                        <a:t>Count of Server Name</a:t>
                      </a:r>
                    </a:p>
                  </a:txBody>
                  <a:tcPr marL="7620" marR="7620" marT="7620" marB="0" anchor="b">
                    <a:lnL>
                      <a:noFill/>
                    </a:lnL>
                    <a:lnR>
                      <a:noFill/>
                    </a:lnR>
                    <a:lnT>
                      <a:noFill/>
                    </a:lnT>
                    <a:lnB>
                      <a:noFill/>
                    </a:lnB>
                    <a:lnTlToBr w="12700" cmpd="sng">
                      <a:noFill/>
                      <a:prstDash val="solid"/>
                    </a:lnTlToBr>
                    <a:lnBlToTr w="12700" cmpd="sng">
                      <a:noFill/>
                      <a:prstDash val="solid"/>
                    </a:lnBlToTr>
                    <a:solidFill>
                      <a:srgbClr val="0070C0"/>
                    </a:solidFill>
                  </a:tcPr>
                </a:tc>
                <a:tc>
                  <a:txBody>
                    <a:bodyPr/>
                    <a:lstStyle/>
                    <a:p>
                      <a:pPr algn="ctr" fontAlgn="b"/>
                      <a:r>
                        <a:rPr lang="en-GB" sz="1100" b="1" i="0" u="none" strike="noStrike" dirty="0">
                          <a:solidFill>
                            <a:schemeClr val="bg1"/>
                          </a:solidFill>
                          <a:effectLst/>
                          <a:latin typeface="Aktiv Grotesk" panose="020F0502020204030204" pitchFamily="34" charset="0"/>
                        </a:rPr>
                        <a:t>Column Labels</a:t>
                      </a:r>
                    </a:p>
                  </a:txBody>
                  <a:tcPr marL="7620" marR="7620" marT="7620" marB="0" anchor="b">
                    <a:lnL>
                      <a:noFill/>
                    </a:lnL>
                    <a:lnR>
                      <a:noFill/>
                    </a:lnR>
                    <a:lnT>
                      <a:noFill/>
                    </a:lnT>
                    <a:lnB>
                      <a:noFill/>
                    </a:lnB>
                    <a:lnTlToBr w="12700" cmpd="sng">
                      <a:noFill/>
                      <a:prstDash val="solid"/>
                    </a:lnTlToBr>
                    <a:lnBlToTr w="12700" cmpd="sng">
                      <a:noFill/>
                      <a:prstDash val="solid"/>
                    </a:lnBlToTr>
                    <a:solidFill>
                      <a:srgbClr val="0070C0"/>
                    </a:solidFill>
                  </a:tcPr>
                </a:tc>
                <a:tc>
                  <a:txBody>
                    <a:bodyPr/>
                    <a:lstStyle/>
                    <a:p>
                      <a:pPr algn="l" fontAlgn="b"/>
                      <a:endParaRPr lang="en-GB" sz="1100" b="1" i="0" u="none" strike="noStrike" dirty="0">
                        <a:solidFill>
                          <a:schemeClr val="bg1"/>
                        </a:solidFill>
                        <a:effectLst/>
                        <a:latin typeface="Aktiv Grotesk" panose="020F0502020204030204" pitchFamily="34" charset="0"/>
                      </a:endParaRPr>
                    </a:p>
                  </a:txBody>
                  <a:tcPr marL="7620" marR="7620" marT="7620" marB="0" anchor="b">
                    <a:lnL>
                      <a:noFill/>
                    </a:lnL>
                    <a:lnR>
                      <a:noFill/>
                    </a:lnR>
                    <a:lnT>
                      <a:noFill/>
                    </a:lnT>
                    <a:lnB>
                      <a:noFill/>
                    </a:lnB>
                    <a:lnTlToBr w="12700" cmpd="sng">
                      <a:noFill/>
                      <a:prstDash val="solid"/>
                    </a:lnTlToBr>
                    <a:lnBlToTr w="12700" cmpd="sng">
                      <a:noFill/>
                      <a:prstDash val="solid"/>
                    </a:lnBlToTr>
                    <a:solidFill>
                      <a:srgbClr val="0070C0"/>
                    </a:solidFill>
                  </a:tcPr>
                </a:tc>
                <a:tc>
                  <a:txBody>
                    <a:bodyPr/>
                    <a:lstStyle/>
                    <a:p>
                      <a:pPr algn="l" fontAlgn="b"/>
                      <a:endParaRPr lang="en-GB" sz="1100" b="1" i="0" u="none" strike="noStrike">
                        <a:solidFill>
                          <a:schemeClr val="bg1"/>
                        </a:solidFill>
                        <a:effectLst/>
                        <a:latin typeface="Aktiv Grotesk" panose="020F0502020204030204" pitchFamily="34" charset="0"/>
                      </a:endParaRPr>
                    </a:p>
                  </a:txBody>
                  <a:tcPr marL="7620" marR="7620" marT="7620" marB="0" anchor="b">
                    <a:lnL>
                      <a:noFill/>
                    </a:lnL>
                    <a:lnR>
                      <a:noFill/>
                    </a:lnR>
                    <a:lnT>
                      <a:noFill/>
                    </a:lnT>
                    <a:lnB>
                      <a:noFill/>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3136560106"/>
                  </a:ext>
                </a:extLst>
              </a:tr>
              <a:tr h="398282">
                <a:tc>
                  <a:txBody>
                    <a:bodyPr/>
                    <a:lstStyle/>
                    <a:p>
                      <a:pPr algn="l" fontAlgn="b"/>
                      <a:r>
                        <a:rPr lang="en-GB" sz="1100" b="1" i="0" u="none" strike="noStrike" dirty="0">
                          <a:solidFill>
                            <a:schemeClr val="bg1"/>
                          </a:solidFill>
                          <a:effectLst/>
                          <a:latin typeface="Aktiv Grotesk" panose="020F0502020204030204" pitchFamily="34" charset="0"/>
                        </a:rPr>
                        <a:t>Server name</a:t>
                      </a:r>
                    </a:p>
                  </a:txBody>
                  <a:tcPr marL="7620" marR="7620" marT="7620" marB="0" anchor="b">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fontAlgn="b"/>
                      <a:r>
                        <a:rPr lang="en-GB" sz="1000" b="1" i="0" u="none" strike="noStrike" dirty="0">
                          <a:solidFill>
                            <a:schemeClr val="bg1"/>
                          </a:solidFill>
                          <a:effectLst/>
                          <a:latin typeface="Aktiv Grotesk" panose="020F0502020204030204" pitchFamily="34" charset="0"/>
                        </a:rPr>
                        <a:t>Partially Supported Feature</a:t>
                      </a:r>
                    </a:p>
                  </a:txBody>
                  <a:tcPr marL="7620" marR="7620" marT="7620" marB="0" anchor="b">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fontAlgn="b"/>
                      <a:r>
                        <a:rPr lang="en-GB" sz="1100" b="1" i="0" u="none" strike="noStrike" dirty="0">
                          <a:solidFill>
                            <a:schemeClr val="bg1"/>
                          </a:solidFill>
                          <a:effectLst/>
                          <a:latin typeface="Aktiv Grotesk" panose="020F0502020204030204" pitchFamily="34" charset="0"/>
                        </a:rPr>
                        <a:t>Unsupported Feature</a:t>
                      </a:r>
                    </a:p>
                  </a:txBody>
                  <a:tcPr marL="7620" marR="7620" marT="7620" marB="0"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l" fontAlgn="b"/>
                      <a:r>
                        <a:rPr lang="en-GB" sz="1100" b="1" i="0" u="none" strike="noStrike" dirty="0">
                          <a:solidFill>
                            <a:schemeClr val="bg1"/>
                          </a:solidFill>
                          <a:effectLst/>
                          <a:latin typeface="Aktiv Grotesk" panose="020F0502020204030204" pitchFamily="34" charset="0"/>
                        </a:rPr>
                        <a:t>Grand Total</a:t>
                      </a:r>
                    </a:p>
                  </a:txBody>
                  <a:tcPr marL="7620" marR="7620" marT="7620" marB="0" anchor="b">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412973265"/>
                  </a:ext>
                </a:extLst>
              </a:tr>
              <a:tr h="212417">
                <a:tc>
                  <a:txBody>
                    <a:bodyPr/>
                    <a:lstStyle/>
                    <a:p>
                      <a:pPr marL="0" marR="0" lvl="0" indent="0" algn="l" defTabSz="914192"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ktiv Grotesk" panose="020F0502020204030204" pitchFamily="34" charset="0"/>
                          <a:ea typeface="+mn-ea"/>
                          <a:cs typeface="+mn-cs"/>
                        </a:rPr>
                        <a:t> XXX</a:t>
                      </a:r>
                      <a:endParaRPr kumimoji="0" lang="en-GB" sz="1100" b="0" i="0" u="none" strike="noStrike" kern="1200" cap="none" spc="0" normalizeH="0" baseline="0" noProof="0" dirty="0">
                        <a:ln>
                          <a:noFill/>
                        </a:ln>
                        <a:solidFill>
                          <a:srgbClr val="000000"/>
                        </a:solidFill>
                        <a:effectLst/>
                        <a:uLnTx/>
                        <a:uFillTx/>
                        <a:latin typeface="Aktiv Grotesk" panose="020F0502020204030204" pitchFamily="34" charset="0"/>
                        <a:ea typeface="+mn-ea"/>
                        <a:cs typeface="+mn-cs"/>
                      </a:endParaRPr>
                    </a:p>
                  </a:txBody>
                  <a:tcPr marL="7620" marR="7620" marT="7620" marB="0" anchor="b">
                    <a:lnL>
                      <a:noFill/>
                    </a:lnL>
                    <a:lnR>
                      <a:noFill/>
                    </a:lnR>
                    <a:lnT w="635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Aktiv Grotesk" panose="020F0502020204030204" pitchFamily="34" charset="0"/>
                        </a:rPr>
                        <a:t>2</a:t>
                      </a:r>
                    </a:p>
                  </a:txBody>
                  <a:tcPr marL="7620" marR="7620" marT="7620" marB="0" anchor="b">
                    <a:lnL>
                      <a:noFill/>
                    </a:lnL>
                    <a:lnR>
                      <a:noFill/>
                    </a:lnR>
                    <a:lnT w="635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Aktiv Grotesk" panose="020F0502020204030204" pitchFamily="34" charset="0"/>
                        </a:rPr>
                        <a:t>9</a:t>
                      </a:r>
                    </a:p>
                  </a:txBody>
                  <a:tcPr marL="7620" marR="7620" marT="7620" marB="0" anchor="b">
                    <a:lnL>
                      <a:noFill/>
                    </a:lnL>
                    <a:lnR>
                      <a:noFill/>
                    </a:lnR>
                    <a:lnT w="635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Aktiv Grotesk" panose="020F0502020204030204" pitchFamily="34" charset="0"/>
                        </a:rPr>
                        <a:t>11</a:t>
                      </a:r>
                    </a:p>
                  </a:txBody>
                  <a:tcPr marL="7620" marR="7620" marT="7620" marB="0" anchor="b">
                    <a:lnL>
                      <a:noFill/>
                    </a:lnL>
                    <a:lnR>
                      <a:noFill/>
                    </a:lnR>
                    <a:lnT w="6350" cap="flat" cmpd="sng" algn="ctr">
                      <a:no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1677407468"/>
                  </a:ext>
                </a:extLst>
              </a:tr>
              <a:tr h="212417">
                <a:tc>
                  <a:txBody>
                    <a:bodyPr/>
                    <a:lstStyle/>
                    <a:p>
                      <a:pPr marL="0" marR="0" lvl="0" indent="0" algn="l" defTabSz="914192"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ktiv Grotesk" panose="020F0502020204030204" pitchFamily="34" charset="0"/>
                          <a:ea typeface="+mn-ea"/>
                          <a:cs typeface="+mn-cs"/>
                        </a:rPr>
                        <a:t> XXX</a:t>
                      </a:r>
                      <a:endParaRPr kumimoji="0" lang="en-GB" sz="1100" b="0" i="0" u="none" strike="noStrike" kern="1200" cap="none" spc="0" normalizeH="0" baseline="0" noProof="0" dirty="0">
                        <a:ln>
                          <a:noFill/>
                        </a:ln>
                        <a:solidFill>
                          <a:srgbClr val="000000"/>
                        </a:solidFill>
                        <a:effectLst/>
                        <a:uLnTx/>
                        <a:uFillTx/>
                        <a:latin typeface="Aktiv Grotesk" panose="020F0502020204030204" pitchFamily="34" charset="0"/>
                        <a:ea typeface="+mn-ea"/>
                        <a:cs typeface="+mn-cs"/>
                      </a:endParaRPr>
                    </a:p>
                  </a:txBody>
                  <a:tcPr marL="7620" marR="7620" marT="7620" marB="0" anchor="b">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GB" sz="1100" b="0" i="0" u="none" strike="noStrike">
                        <a:solidFill>
                          <a:srgbClr val="000000"/>
                        </a:solidFill>
                        <a:effectLst/>
                        <a:latin typeface="Aktiv Grotesk" panose="020F0502020204030204" pitchFamily="34" charset="0"/>
                      </a:endParaRPr>
                    </a:p>
                  </a:txBody>
                  <a:tcPr marL="7620" marR="7620" marT="7620"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Aktiv Grotesk" panose="020F0502020204030204" pitchFamily="34" charset="0"/>
                        </a:rPr>
                        <a:t>2</a:t>
                      </a:r>
                    </a:p>
                  </a:txBody>
                  <a:tcPr marL="7620" marR="7620" marT="7620"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Aktiv Grotesk" panose="020F0502020204030204" pitchFamily="34" charset="0"/>
                        </a:rPr>
                        <a:t>2</a:t>
                      </a:r>
                    </a:p>
                  </a:txBody>
                  <a:tcPr marL="7620" marR="7620" marT="7620" marB="0" anchor="b">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33693131"/>
                  </a:ext>
                </a:extLst>
              </a:tr>
              <a:tr h="212417">
                <a:tc>
                  <a:txBody>
                    <a:bodyPr/>
                    <a:lstStyle/>
                    <a:p>
                      <a:pPr marL="0" marR="0" lvl="0" indent="0" algn="l" defTabSz="914192"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ktiv Grotesk" panose="020F0502020204030204" pitchFamily="34" charset="0"/>
                          <a:ea typeface="+mn-ea"/>
                          <a:cs typeface="+mn-cs"/>
                        </a:rPr>
                        <a:t> XXX</a:t>
                      </a:r>
                      <a:endParaRPr kumimoji="0" lang="en-GB" sz="1100" b="0" i="0" u="none" strike="noStrike" kern="1200" cap="none" spc="0" normalizeH="0" baseline="0" noProof="0" dirty="0">
                        <a:ln>
                          <a:noFill/>
                        </a:ln>
                        <a:solidFill>
                          <a:srgbClr val="000000"/>
                        </a:solidFill>
                        <a:effectLst/>
                        <a:uLnTx/>
                        <a:uFillTx/>
                        <a:latin typeface="Aktiv Grotesk" panose="020F0502020204030204" pitchFamily="34" charset="0"/>
                        <a:ea typeface="+mn-ea"/>
                        <a:cs typeface="+mn-cs"/>
                      </a:endParaRPr>
                    </a:p>
                  </a:txBody>
                  <a:tcPr marL="7620" marR="7620" marT="7620"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Aktiv Grotesk" panose="020F0502020204030204" pitchFamily="34" charset="0"/>
                        </a:rPr>
                        <a:t>2</a:t>
                      </a:r>
                    </a:p>
                  </a:txBody>
                  <a:tcPr marL="7620" marR="7620" marT="7620"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Aktiv Grotesk" panose="020F0502020204030204" pitchFamily="34" charset="0"/>
                        </a:rPr>
                        <a:t>11</a:t>
                      </a:r>
                    </a:p>
                  </a:txBody>
                  <a:tcPr marL="7620" marR="7620" marT="7620"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Aktiv Grotesk" panose="020F0502020204030204" pitchFamily="34" charset="0"/>
                        </a:rPr>
                        <a:t>13</a:t>
                      </a:r>
                    </a:p>
                  </a:txBody>
                  <a:tcPr marL="7620" marR="7620" marT="7620" marB="0" anchor="b">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926849374"/>
                  </a:ext>
                </a:extLst>
              </a:tr>
              <a:tr h="212417">
                <a:tc>
                  <a:txBody>
                    <a:bodyPr/>
                    <a:lstStyle/>
                    <a:p>
                      <a:pPr marL="0" marR="0" lvl="0" indent="0" algn="l" defTabSz="914192"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ktiv Grotesk" panose="020F0502020204030204" pitchFamily="34" charset="0"/>
                          <a:ea typeface="+mn-ea"/>
                          <a:cs typeface="+mn-cs"/>
                        </a:rPr>
                        <a:t> XXX</a:t>
                      </a:r>
                      <a:endParaRPr kumimoji="0" lang="en-GB" sz="1100" b="0" i="0" u="none" strike="noStrike" kern="1200" cap="none" spc="0" normalizeH="0" baseline="0" noProof="0" dirty="0">
                        <a:ln>
                          <a:noFill/>
                        </a:ln>
                        <a:solidFill>
                          <a:srgbClr val="000000"/>
                        </a:solidFill>
                        <a:effectLst/>
                        <a:uLnTx/>
                        <a:uFillTx/>
                        <a:latin typeface="Aktiv Grotesk" panose="020F0502020204030204" pitchFamily="34" charset="0"/>
                        <a:ea typeface="+mn-ea"/>
                        <a:cs typeface="+mn-cs"/>
                      </a:endParaRPr>
                    </a:p>
                  </a:txBody>
                  <a:tcPr marL="7620" marR="7620" marT="7620"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Aktiv Grotesk" panose="020F0502020204030204" pitchFamily="34" charset="0"/>
                        </a:rPr>
                        <a:t>9</a:t>
                      </a:r>
                    </a:p>
                  </a:txBody>
                  <a:tcPr marL="7620" marR="7620" marT="7620"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Aktiv Grotesk" panose="020F0502020204030204" pitchFamily="34" charset="0"/>
                        </a:rPr>
                        <a:t>3</a:t>
                      </a:r>
                    </a:p>
                  </a:txBody>
                  <a:tcPr marL="7620" marR="7620" marT="7620"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Aktiv Grotesk" panose="020F0502020204030204" pitchFamily="34" charset="0"/>
                        </a:rPr>
                        <a:t>12</a:t>
                      </a:r>
                    </a:p>
                  </a:txBody>
                  <a:tcPr marL="7620" marR="7620" marT="7620" marB="0" anchor="b">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662152336"/>
                  </a:ext>
                </a:extLst>
              </a:tr>
              <a:tr h="212417">
                <a:tc>
                  <a:txBody>
                    <a:bodyPr/>
                    <a:lstStyle/>
                    <a:p>
                      <a:pPr marL="0" marR="0" lvl="0" indent="0" algn="l" defTabSz="914192"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ktiv Grotesk" panose="020F0502020204030204" pitchFamily="34" charset="0"/>
                          <a:ea typeface="+mn-ea"/>
                          <a:cs typeface="+mn-cs"/>
                        </a:rPr>
                        <a:t> XXX</a:t>
                      </a:r>
                      <a:endParaRPr kumimoji="0" lang="en-GB" sz="1100" b="0" i="0" u="none" strike="noStrike" kern="1200" cap="none" spc="0" normalizeH="0" baseline="0" noProof="0" dirty="0">
                        <a:ln>
                          <a:noFill/>
                        </a:ln>
                        <a:solidFill>
                          <a:srgbClr val="000000"/>
                        </a:solidFill>
                        <a:effectLst/>
                        <a:uLnTx/>
                        <a:uFillTx/>
                        <a:latin typeface="Aktiv Grotesk" panose="020F0502020204030204" pitchFamily="34" charset="0"/>
                        <a:ea typeface="+mn-ea"/>
                        <a:cs typeface="+mn-cs"/>
                      </a:endParaRPr>
                    </a:p>
                  </a:txBody>
                  <a:tcPr marL="7620" marR="7620" marT="7620" marB="0" anchor="b">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GB" sz="1100" b="0" i="0" u="none" strike="noStrike">
                        <a:solidFill>
                          <a:srgbClr val="000000"/>
                        </a:solidFill>
                        <a:effectLst/>
                        <a:latin typeface="Aktiv Grotesk" panose="020F0502020204030204" pitchFamily="34" charset="0"/>
                      </a:endParaRPr>
                    </a:p>
                  </a:txBody>
                  <a:tcPr marL="7620" marR="7620" marT="7620"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Aktiv Grotesk" panose="020F0502020204030204" pitchFamily="34" charset="0"/>
                        </a:rPr>
                        <a:t>1</a:t>
                      </a:r>
                    </a:p>
                  </a:txBody>
                  <a:tcPr marL="7620" marR="7620" marT="7620"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Aktiv Grotesk" panose="020F0502020204030204" pitchFamily="34" charset="0"/>
                        </a:rPr>
                        <a:t>1</a:t>
                      </a:r>
                    </a:p>
                  </a:txBody>
                  <a:tcPr marL="7620" marR="7620" marT="7620" marB="0" anchor="b">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947974516"/>
                  </a:ext>
                </a:extLst>
              </a:tr>
              <a:tr h="212417">
                <a:tc>
                  <a:txBody>
                    <a:bodyPr/>
                    <a:lstStyle/>
                    <a:p>
                      <a:pPr marL="0" marR="0" lvl="0" indent="0" algn="l" defTabSz="914192"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ktiv Grotesk" panose="020F0502020204030204" pitchFamily="34" charset="0"/>
                          <a:ea typeface="+mn-ea"/>
                          <a:cs typeface="+mn-cs"/>
                        </a:rPr>
                        <a:t> XXX</a:t>
                      </a:r>
                      <a:endParaRPr kumimoji="0" lang="en-GB" sz="1100" b="0" i="0" u="none" strike="noStrike" kern="1200" cap="none" spc="0" normalizeH="0" baseline="0" noProof="0" dirty="0">
                        <a:ln>
                          <a:noFill/>
                        </a:ln>
                        <a:solidFill>
                          <a:srgbClr val="000000"/>
                        </a:solidFill>
                        <a:effectLst/>
                        <a:uLnTx/>
                        <a:uFillTx/>
                        <a:latin typeface="Aktiv Grotesk" panose="020F0502020204030204" pitchFamily="34" charset="0"/>
                        <a:ea typeface="+mn-ea"/>
                        <a:cs typeface="+mn-cs"/>
                      </a:endParaRPr>
                    </a:p>
                  </a:txBody>
                  <a:tcPr marL="7620" marR="7620" marT="7620"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Aktiv Grotesk" panose="020F0502020204030204" pitchFamily="34" charset="0"/>
                        </a:rPr>
                        <a:t>6</a:t>
                      </a:r>
                    </a:p>
                  </a:txBody>
                  <a:tcPr marL="7620" marR="7620" marT="7620"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Aktiv Grotesk" panose="020F0502020204030204" pitchFamily="34" charset="0"/>
                        </a:rPr>
                        <a:t>49</a:t>
                      </a:r>
                    </a:p>
                  </a:txBody>
                  <a:tcPr marL="7620" marR="7620" marT="7620"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Aktiv Grotesk" panose="020F0502020204030204" pitchFamily="34" charset="0"/>
                        </a:rPr>
                        <a:t>55</a:t>
                      </a:r>
                    </a:p>
                  </a:txBody>
                  <a:tcPr marL="7620" marR="7620" marT="7620" marB="0" anchor="b">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178631991"/>
                  </a:ext>
                </a:extLst>
              </a:tr>
              <a:tr h="212417">
                <a:tc>
                  <a:txBody>
                    <a:bodyPr/>
                    <a:lstStyle/>
                    <a:p>
                      <a:pPr marL="0" marR="0" lvl="0" indent="0" algn="l" defTabSz="914192"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ktiv Grotesk" panose="020F0502020204030204" pitchFamily="34" charset="0"/>
                          <a:ea typeface="+mn-ea"/>
                          <a:cs typeface="+mn-cs"/>
                        </a:rPr>
                        <a:t> XXX</a:t>
                      </a:r>
                      <a:endParaRPr kumimoji="0" lang="en-GB" sz="1100" b="0" i="0" u="none" strike="noStrike" kern="1200" cap="none" spc="0" normalizeH="0" baseline="0" noProof="0" dirty="0">
                        <a:ln>
                          <a:noFill/>
                        </a:ln>
                        <a:solidFill>
                          <a:srgbClr val="000000"/>
                        </a:solidFill>
                        <a:effectLst/>
                        <a:uLnTx/>
                        <a:uFillTx/>
                        <a:latin typeface="Aktiv Grotesk" panose="020F0502020204030204" pitchFamily="34" charset="0"/>
                        <a:ea typeface="+mn-ea"/>
                        <a:cs typeface="+mn-cs"/>
                      </a:endParaRPr>
                    </a:p>
                  </a:txBody>
                  <a:tcPr marL="7620" marR="7620" marT="7620"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Aktiv Grotesk" panose="020F0502020204030204" pitchFamily="34" charset="0"/>
                        </a:rPr>
                        <a:t>4</a:t>
                      </a:r>
                    </a:p>
                  </a:txBody>
                  <a:tcPr marL="7620" marR="7620" marT="7620"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Aktiv Grotesk" panose="020F0502020204030204" pitchFamily="34" charset="0"/>
                        </a:rPr>
                        <a:t>40</a:t>
                      </a:r>
                    </a:p>
                  </a:txBody>
                  <a:tcPr marL="7620" marR="7620" marT="7620"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Aktiv Grotesk" panose="020F0502020204030204" pitchFamily="34" charset="0"/>
                        </a:rPr>
                        <a:t>44</a:t>
                      </a:r>
                    </a:p>
                  </a:txBody>
                  <a:tcPr marL="7620" marR="7620" marT="7620" marB="0" anchor="b">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153747159"/>
                  </a:ext>
                </a:extLst>
              </a:tr>
              <a:tr h="212417">
                <a:tc>
                  <a:txBody>
                    <a:bodyPr/>
                    <a:lstStyle/>
                    <a:p>
                      <a:pPr marL="0" marR="0" lvl="0" indent="0" algn="l" defTabSz="914192"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ktiv Grotesk" panose="020F0502020204030204" pitchFamily="34" charset="0"/>
                          <a:ea typeface="+mn-ea"/>
                          <a:cs typeface="+mn-cs"/>
                        </a:rPr>
                        <a:t> XXX</a:t>
                      </a:r>
                      <a:endParaRPr kumimoji="0" lang="en-GB" sz="1100" b="0" i="0" u="none" strike="noStrike" kern="1200" cap="none" spc="0" normalizeH="0" baseline="0" noProof="0" dirty="0">
                        <a:ln>
                          <a:noFill/>
                        </a:ln>
                        <a:solidFill>
                          <a:srgbClr val="000000"/>
                        </a:solidFill>
                        <a:effectLst/>
                        <a:uLnTx/>
                        <a:uFillTx/>
                        <a:latin typeface="Aktiv Grotesk" panose="020F0502020204030204" pitchFamily="34" charset="0"/>
                        <a:ea typeface="+mn-ea"/>
                        <a:cs typeface="+mn-cs"/>
                      </a:endParaRPr>
                    </a:p>
                  </a:txBody>
                  <a:tcPr marL="7620" marR="7620" marT="7620"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Aktiv Grotesk" panose="020F0502020204030204" pitchFamily="34" charset="0"/>
                        </a:rPr>
                        <a:t>11</a:t>
                      </a:r>
                    </a:p>
                  </a:txBody>
                  <a:tcPr marL="7620" marR="7620" marT="7620"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Aktiv Grotesk" panose="020F0502020204030204" pitchFamily="34" charset="0"/>
                        </a:rPr>
                        <a:t>21</a:t>
                      </a:r>
                    </a:p>
                  </a:txBody>
                  <a:tcPr marL="7620" marR="7620" marT="7620"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Aktiv Grotesk" panose="020F0502020204030204" pitchFamily="34" charset="0"/>
                        </a:rPr>
                        <a:t>32</a:t>
                      </a:r>
                    </a:p>
                  </a:txBody>
                  <a:tcPr marL="7620" marR="7620" marT="7620" marB="0" anchor="b">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254713642"/>
                  </a:ext>
                </a:extLst>
              </a:tr>
              <a:tr h="212417">
                <a:tc>
                  <a:txBody>
                    <a:bodyPr/>
                    <a:lstStyle/>
                    <a:p>
                      <a:pPr marL="0" marR="0" lvl="0" indent="0" algn="l" defTabSz="914192"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ktiv Grotesk" panose="020F0502020204030204" pitchFamily="34" charset="0"/>
                          <a:ea typeface="+mn-ea"/>
                          <a:cs typeface="+mn-cs"/>
                        </a:rPr>
                        <a:t> XXX</a:t>
                      </a:r>
                      <a:endParaRPr kumimoji="0" lang="en-GB" sz="1100" b="0" i="0" u="none" strike="noStrike" kern="1200" cap="none" spc="0" normalizeH="0" baseline="0" noProof="0" dirty="0">
                        <a:ln>
                          <a:noFill/>
                        </a:ln>
                        <a:solidFill>
                          <a:srgbClr val="000000"/>
                        </a:solidFill>
                        <a:effectLst/>
                        <a:uLnTx/>
                        <a:uFillTx/>
                        <a:latin typeface="Aktiv Grotesk" panose="020F0502020204030204" pitchFamily="34" charset="0"/>
                        <a:ea typeface="+mn-ea"/>
                        <a:cs typeface="+mn-cs"/>
                      </a:endParaRPr>
                    </a:p>
                  </a:txBody>
                  <a:tcPr marL="7620" marR="7620" marT="7620" marB="0" anchor="b">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100" b="0" i="0" u="none" strike="noStrike" dirty="0">
                          <a:solidFill>
                            <a:srgbClr val="000000"/>
                          </a:solidFill>
                          <a:effectLst/>
                          <a:latin typeface="Aktiv Grotesk" panose="020F0502020204030204" pitchFamily="34" charset="0"/>
                        </a:rPr>
                        <a:t>16</a:t>
                      </a:r>
                    </a:p>
                  </a:txBody>
                  <a:tcPr marL="7620" marR="7620" marT="7620" marB="0" anchor="b">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100" b="0" i="0" u="none" strike="noStrike" dirty="0">
                          <a:solidFill>
                            <a:srgbClr val="000000"/>
                          </a:solidFill>
                          <a:effectLst/>
                          <a:latin typeface="Aktiv Grotesk" panose="020F0502020204030204" pitchFamily="34" charset="0"/>
                        </a:rPr>
                        <a:t>31</a:t>
                      </a:r>
                    </a:p>
                  </a:txBody>
                  <a:tcPr marL="7620" marR="7620" marT="7620" marB="0" anchor="b">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100" b="0" i="0" u="none" strike="noStrike" dirty="0">
                          <a:solidFill>
                            <a:srgbClr val="000000"/>
                          </a:solidFill>
                          <a:effectLst/>
                          <a:latin typeface="Aktiv Grotesk" panose="020F0502020204030204" pitchFamily="34" charset="0"/>
                        </a:rPr>
                        <a:t>47</a:t>
                      </a:r>
                    </a:p>
                  </a:txBody>
                  <a:tcPr marL="7620" marR="7620" marT="7620" marB="0" anchor="b">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86040064"/>
                  </a:ext>
                </a:extLst>
              </a:tr>
              <a:tr h="212417">
                <a:tc>
                  <a:txBody>
                    <a:bodyPr/>
                    <a:lstStyle/>
                    <a:p>
                      <a:pPr algn="l" fontAlgn="b"/>
                      <a:r>
                        <a:rPr lang="en-GB" sz="1100" b="1" i="0" u="none" strike="noStrike" dirty="0">
                          <a:solidFill>
                            <a:schemeClr val="bg1"/>
                          </a:solidFill>
                          <a:effectLst/>
                          <a:latin typeface="Aktiv Grotesk" panose="020F0502020204030204" pitchFamily="34" charset="0"/>
                        </a:rPr>
                        <a:t>Grand Total</a:t>
                      </a:r>
                    </a:p>
                  </a:txBody>
                  <a:tcPr marL="7620" marR="7620" marT="7620" marB="0" anchor="b">
                    <a:lnL>
                      <a:noFill/>
                    </a:lnL>
                    <a:lnR>
                      <a:noFill/>
                    </a:lnR>
                    <a:lnT w="635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070C0"/>
                    </a:solidFill>
                  </a:tcPr>
                </a:tc>
                <a:tc>
                  <a:txBody>
                    <a:bodyPr/>
                    <a:lstStyle/>
                    <a:p>
                      <a:pPr algn="r" fontAlgn="b"/>
                      <a:r>
                        <a:rPr lang="en-GB" sz="1100" b="1" i="0" u="none" strike="noStrike" dirty="0">
                          <a:solidFill>
                            <a:schemeClr val="bg1"/>
                          </a:solidFill>
                          <a:effectLst/>
                          <a:latin typeface="Aktiv Grotesk" panose="020F0502020204030204" pitchFamily="34" charset="0"/>
                        </a:rPr>
                        <a:t>50</a:t>
                      </a:r>
                    </a:p>
                  </a:txBody>
                  <a:tcPr marL="7620" marR="7620" marT="7620" marB="0" anchor="b">
                    <a:lnL>
                      <a:noFill/>
                    </a:lnL>
                    <a:lnR>
                      <a:noFill/>
                    </a:lnR>
                    <a:lnT w="635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070C0"/>
                    </a:solidFill>
                  </a:tcPr>
                </a:tc>
                <a:tc>
                  <a:txBody>
                    <a:bodyPr/>
                    <a:lstStyle/>
                    <a:p>
                      <a:pPr algn="r" fontAlgn="b"/>
                      <a:r>
                        <a:rPr lang="en-GB" sz="1100" b="1" i="0" u="none" strike="noStrike" dirty="0">
                          <a:solidFill>
                            <a:schemeClr val="bg1"/>
                          </a:solidFill>
                          <a:effectLst/>
                          <a:latin typeface="Aktiv Grotesk" panose="020F0502020204030204" pitchFamily="34" charset="0"/>
                        </a:rPr>
                        <a:t>167</a:t>
                      </a:r>
                    </a:p>
                  </a:txBody>
                  <a:tcPr marL="7620" marR="7620" marT="7620" marB="0" anchor="b">
                    <a:lnL>
                      <a:noFill/>
                    </a:lnL>
                    <a:lnR>
                      <a:noFill/>
                    </a:lnR>
                    <a:lnT w="635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070C0"/>
                    </a:solidFill>
                  </a:tcPr>
                </a:tc>
                <a:tc>
                  <a:txBody>
                    <a:bodyPr/>
                    <a:lstStyle/>
                    <a:p>
                      <a:pPr algn="r" fontAlgn="b"/>
                      <a:r>
                        <a:rPr lang="en-GB" sz="1100" b="1" i="0" u="none" strike="noStrike" dirty="0">
                          <a:solidFill>
                            <a:schemeClr val="bg1"/>
                          </a:solidFill>
                          <a:effectLst/>
                          <a:latin typeface="Aktiv Grotesk" panose="020F0502020204030204" pitchFamily="34" charset="0"/>
                        </a:rPr>
                        <a:t>217</a:t>
                      </a:r>
                    </a:p>
                  </a:txBody>
                  <a:tcPr marL="7620" marR="7620" marT="7620" marB="0" anchor="b">
                    <a:lnL>
                      <a:noFill/>
                    </a:lnL>
                    <a:lnR>
                      <a:noFill/>
                    </a:lnR>
                    <a:lnT w="635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850306810"/>
                  </a:ext>
                </a:extLst>
              </a:tr>
            </a:tbl>
          </a:graphicData>
        </a:graphic>
      </p:graphicFrame>
      <p:sp>
        <p:nvSpPr>
          <p:cNvPr id="2" name="TextBox 1">
            <a:extLst>
              <a:ext uri="{FF2B5EF4-FFF2-40B4-BE49-F238E27FC236}">
                <a16:creationId xmlns:a16="http://schemas.microsoft.com/office/drawing/2014/main" id="{D343B317-126C-EF3E-6285-AE876DC64A4C}"/>
              </a:ext>
            </a:extLst>
          </p:cNvPr>
          <p:cNvSpPr txBox="1"/>
          <p:nvPr/>
        </p:nvSpPr>
        <p:spPr>
          <a:xfrm>
            <a:off x="324088" y="1922340"/>
            <a:ext cx="11260772" cy="1369606"/>
          </a:xfrm>
          <a:prstGeom prst="rect">
            <a:avLst/>
          </a:prstGeom>
          <a:noFill/>
        </p:spPr>
        <p:txBody>
          <a:bodyPr wrap="square" lIns="182880" tIns="146304" rIns="182880" bIns="146304" rtlCol="0">
            <a:spAutoFit/>
          </a:bodyPr>
          <a:lstStyle/>
          <a:p>
            <a:pPr>
              <a:lnSpc>
                <a:spcPct val="90000"/>
              </a:lnSpc>
              <a:spcAft>
                <a:spcPts val="600"/>
              </a:spcAft>
            </a:pPr>
            <a:r>
              <a:rPr lang="en-US" dirty="0">
                <a:gradFill>
                  <a:gsLst>
                    <a:gs pos="2917">
                      <a:schemeClr val="tx1"/>
                    </a:gs>
                    <a:gs pos="30000">
                      <a:schemeClr val="tx1"/>
                    </a:gs>
                  </a:gsLst>
                  <a:lin ang="5400000" scaled="0"/>
                </a:gradFill>
              </a:rPr>
              <a:t>Upon gathering the information for the 15 SQL servers within the scoped environment, below is the analysis of the compatibility to move the DBs to an Azure SQL DB as a service option.</a:t>
            </a:r>
          </a:p>
          <a:p>
            <a:pPr>
              <a:lnSpc>
                <a:spcPct val="90000"/>
              </a:lnSpc>
              <a:spcAft>
                <a:spcPts val="600"/>
              </a:spcAft>
            </a:pPr>
            <a:r>
              <a:rPr lang="en-US" dirty="0">
                <a:gradFill>
                  <a:gsLst>
                    <a:gs pos="2917">
                      <a:schemeClr val="tx1"/>
                    </a:gs>
                    <a:gs pos="30000">
                      <a:schemeClr val="tx1"/>
                    </a:gs>
                  </a:gsLst>
                  <a:lin ang="5400000" scaled="0"/>
                </a:gradFill>
              </a:rPr>
              <a:t>This option requires another look at the DB level to determine the migration approach, which usually recommended in Phase 2 (DB modernization)</a:t>
            </a:r>
          </a:p>
        </p:txBody>
      </p:sp>
    </p:spTree>
    <p:extLst>
      <p:ext uri="{BB962C8B-B14F-4D97-AF65-F5344CB8AC3E}">
        <p14:creationId xmlns:p14="http://schemas.microsoft.com/office/powerpoint/2010/main" val="20483362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E2057E8-E4E9-7F7D-93EB-67817D69A51C}"/>
              </a:ext>
            </a:extLst>
          </p:cNvPr>
          <p:cNvSpPr>
            <a:spLocks noGrp="1"/>
          </p:cNvSpPr>
          <p:nvPr>
            <p:ph type="body" sz="quarter" idx="10"/>
          </p:nvPr>
        </p:nvSpPr>
        <p:spPr>
          <a:xfrm>
            <a:off x="326705" y="2922693"/>
            <a:ext cx="11526454" cy="1211101"/>
          </a:xfrm>
        </p:spPr>
        <p:txBody>
          <a:bodyPr/>
          <a:lstStyle/>
          <a:p>
            <a:r>
              <a:rPr lang="en-US" dirty="0"/>
              <a:t>When recommending the </a:t>
            </a:r>
            <a:r>
              <a:rPr kumimoji="0" lang="en-US" sz="2000" b="0" i="0" u="none" strike="noStrike" kern="1200" cap="none" spc="0" normalizeH="0" baseline="0" noProof="0" dirty="0">
                <a:ln>
                  <a:noFill/>
                </a:ln>
                <a:effectLst/>
                <a:uLnTx/>
                <a:uFillTx/>
                <a:ea typeface="+mn-ea"/>
                <a:cs typeface="+mn-cs"/>
              </a:rPr>
              <a:t>1 and 3-year options across pay-as-you-go, Azure Hybrid Use Benefit (AHUB), and Reserved Instances (RI) explain what each option </a:t>
            </a:r>
            <a:r>
              <a:rPr lang="en-US" dirty="0"/>
              <a:t>is and the terms and conditions for each option.</a:t>
            </a:r>
            <a:endParaRPr kumimoji="0" lang="en-US" sz="2000" b="0" i="0" u="none" strike="noStrike" kern="1200" cap="none" spc="0" normalizeH="0" baseline="0" noProof="0" dirty="0">
              <a:ln>
                <a:noFill/>
              </a:ln>
              <a:effectLst/>
              <a:uLnTx/>
              <a:uFillTx/>
              <a:ea typeface="+mn-ea"/>
              <a:cs typeface="+mn-cs"/>
            </a:endParaRPr>
          </a:p>
          <a:p>
            <a:endParaRPr lang="en-GB" dirty="0"/>
          </a:p>
        </p:txBody>
      </p:sp>
      <p:sp>
        <p:nvSpPr>
          <p:cNvPr id="5" name="Text Placeholder 4">
            <a:extLst>
              <a:ext uri="{FF2B5EF4-FFF2-40B4-BE49-F238E27FC236}">
                <a16:creationId xmlns:a16="http://schemas.microsoft.com/office/drawing/2014/main" id="{62ED89AB-6BA9-C380-ECB7-9256348D680F}"/>
              </a:ext>
            </a:extLst>
          </p:cNvPr>
          <p:cNvSpPr>
            <a:spLocks noGrp="1"/>
          </p:cNvSpPr>
          <p:nvPr>
            <p:ph type="body" sz="quarter" idx="12"/>
          </p:nvPr>
        </p:nvSpPr>
        <p:spPr>
          <a:xfrm>
            <a:off x="3525308" y="4437527"/>
            <a:ext cx="2257146" cy="207218"/>
          </a:xfrm>
        </p:spPr>
        <p:txBody>
          <a:bodyPr>
            <a:normAutofit fontScale="85000" lnSpcReduction="10000"/>
          </a:bodyPr>
          <a:lstStyle/>
          <a:p>
            <a:pPr algn="ctr"/>
            <a:r>
              <a:rPr lang="en-GB" dirty="0">
                <a:solidFill>
                  <a:srgbClr val="0078D3"/>
                </a:solidFill>
              </a:rPr>
              <a:t>Azure Hybrid Benefit</a:t>
            </a:r>
          </a:p>
        </p:txBody>
      </p:sp>
      <p:sp>
        <p:nvSpPr>
          <p:cNvPr id="7" name="Text Placeholder 6">
            <a:extLst>
              <a:ext uri="{FF2B5EF4-FFF2-40B4-BE49-F238E27FC236}">
                <a16:creationId xmlns:a16="http://schemas.microsoft.com/office/drawing/2014/main" id="{F82AF0C9-87C9-BFE3-E1A0-123CB16E1713}"/>
              </a:ext>
            </a:extLst>
          </p:cNvPr>
          <p:cNvSpPr>
            <a:spLocks noGrp="1"/>
          </p:cNvSpPr>
          <p:nvPr>
            <p:ph type="body" sz="quarter" idx="13"/>
          </p:nvPr>
        </p:nvSpPr>
        <p:spPr>
          <a:xfrm>
            <a:off x="416463" y="4784068"/>
            <a:ext cx="2257146" cy="1062549"/>
          </a:xfrm>
        </p:spPr>
        <p:txBody>
          <a:bodyPr/>
          <a:lstStyle/>
          <a:p>
            <a:r>
              <a:rPr lang="en-US" sz="1400" dirty="0"/>
              <a:t>This offer is billed at the standard Pay-As-You-Go rates</a:t>
            </a:r>
            <a:endParaRPr lang="en-GB" sz="1400" dirty="0"/>
          </a:p>
          <a:p>
            <a:endParaRPr lang="en-GB" dirty="0"/>
          </a:p>
        </p:txBody>
      </p:sp>
      <p:sp>
        <p:nvSpPr>
          <p:cNvPr id="8" name="Text Placeholder 7">
            <a:extLst>
              <a:ext uri="{FF2B5EF4-FFF2-40B4-BE49-F238E27FC236}">
                <a16:creationId xmlns:a16="http://schemas.microsoft.com/office/drawing/2014/main" id="{804432AD-23B6-9FEC-08DB-88323D1F2FC8}"/>
              </a:ext>
            </a:extLst>
          </p:cNvPr>
          <p:cNvSpPr>
            <a:spLocks noGrp="1"/>
          </p:cNvSpPr>
          <p:nvPr>
            <p:ph type="body" sz="quarter" idx="17"/>
          </p:nvPr>
        </p:nvSpPr>
        <p:spPr>
          <a:xfrm>
            <a:off x="3263474" y="4812794"/>
            <a:ext cx="2257146" cy="905441"/>
          </a:xfrm>
        </p:spPr>
        <p:txBody>
          <a:bodyPr>
            <a:normAutofit fontScale="70000" lnSpcReduction="20000"/>
          </a:bodyPr>
          <a:lstStyle/>
          <a:p>
            <a:r>
              <a:rPr lang="en-US" sz="1400" dirty="0"/>
              <a:t>Bring Windows Server and SQL Server on-premises licenses with Software Assurance to Azure</a:t>
            </a:r>
            <a:endParaRPr lang="en-GB" sz="1400" dirty="0"/>
          </a:p>
          <a:p>
            <a:endParaRPr lang="en-GB" dirty="0"/>
          </a:p>
        </p:txBody>
      </p:sp>
      <p:sp>
        <p:nvSpPr>
          <p:cNvPr id="9" name="Text Placeholder 8">
            <a:extLst>
              <a:ext uri="{FF2B5EF4-FFF2-40B4-BE49-F238E27FC236}">
                <a16:creationId xmlns:a16="http://schemas.microsoft.com/office/drawing/2014/main" id="{7F334B21-C271-9020-B468-868E9CC6C40E}"/>
              </a:ext>
            </a:extLst>
          </p:cNvPr>
          <p:cNvSpPr>
            <a:spLocks noGrp="1"/>
          </p:cNvSpPr>
          <p:nvPr>
            <p:ph type="body" sz="quarter" idx="18"/>
          </p:nvPr>
        </p:nvSpPr>
        <p:spPr>
          <a:xfrm>
            <a:off x="6077820" y="4784069"/>
            <a:ext cx="2257146" cy="905441"/>
          </a:xfrm>
        </p:spPr>
        <p:txBody>
          <a:bodyPr>
            <a:normAutofit fontScale="62500" lnSpcReduction="20000"/>
          </a:bodyPr>
          <a:lstStyle/>
          <a:p>
            <a:r>
              <a:rPr lang="en-US" sz="1400" dirty="0"/>
              <a:t>This pricing mechanism from Microsoft offers great discounts compared to the Pay As You Go (PAYG) model</a:t>
            </a:r>
            <a:endParaRPr lang="en-GB" sz="1400" dirty="0"/>
          </a:p>
          <a:p>
            <a:endParaRPr lang="en-GB" dirty="0"/>
          </a:p>
        </p:txBody>
      </p:sp>
      <p:grpSp>
        <p:nvGrpSpPr>
          <p:cNvPr id="10" name="migrate" descr="migrate">
            <a:extLst>
              <a:ext uri="{FF2B5EF4-FFF2-40B4-BE49-F238E27FC236}">
                <a16:creationId xmlns:a16="http://schemas.microsoft.com/office/drawing/2014/main" id="{1AF97FE5-D3C4-143B-2D98-D66DFFDCC458}"/>
              </a:ext>
            </a:extLst>
          </p:cNvPr>
          <p:cNvGrpSpPr/>
          <p:nvPr/>
        </p:nvGrpSpPr>
        <p:grpSpPr>
          <a:xfrm>
            <a:off x="416462" y="4377876"/>
            <a:ext cx="406193" cy="406193"/>
            <a:chOff x="7260749" y="3048383"/>
            <a:chExt cx="406193" cy="406193"/>
          </a:xfrm>
        </p:grpSpPr>
        <p:sp>
          <p:nvSpPr>
            <p:cNvPr id="11" name="Rectangle 562">
              <a:extLst>
                <a:ext uri="{FF2B5EF4-FFF2-40B4-BE49-F238E27FC236}">
                  <a16:creationId xmlns:a16="http://schemas.microsoft.com/office/drawing/2014/main" id="{389DBCC9-C33E-D89C-2F89-F2F4572DC9C6}"/>
                </a:ext>
              </a:extLst>
            </p:cNvPr>
            <p:cNvSpPr>
              <a:spLocks noChangeArrowheads="1"/>
            </p:cNvSpPr>
            <p:nvPr/>
          </p:nvSpPr>
          <p:spPr>
            <a:xfrm>
              <a:off x="7463067" y="3048383"/>
              <a:ext cx="203875" cy="406193"/>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Aktiv Grotesk"/>
                <a:ea typeface="+mn-ea"/>
                <a:cs typeface="+mn-cs"/>
              </a:endParaRPr>
            </a:p>
          </p:txBody>
        </p:sp>
        <p:sp>
          <p:nvSpPr>
            <p:cNvPr id="12" name="Rectangle 563">
              <a:extLst>
                <a:ext uri="{FF2B5EF4-FFF2-40B4-BE49-F238E27FC236}">
                  <a16:creationId xmlns:a16="http://schemas.microsoft.com/office/drawing/2014/main" id="{42E7AA3A-251C-468E-9656-1AC574F4FEA3}"/>
                </a:ext>
              </a:extLst>
            </p:cNvPr>
            <p:cNvSpPr>
              <a:spLocks noChangeArrowheads="1"/>
            </p:cNvSpPr>
            <p:nvPr/>
          </p:nvSpPr>
          <p:spPr>
            <a:xfrm>
              <a:off x="7368134" y="3155767"/>
              <a:ext cx="94934" cy="192980"/>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Aktiv Grotesk"/>
                <a:ea typeface="+mn-ea"/>
                <a:cs typeface="+mn-cs"/>
              </a:endParaRPr>
            </a:p>
          </p:txBody>
        </p:sp>
        <p:sp>
          <p:nvSpPr>
            <p:cNvPr id="13" name="Rectangle 564">
              <a:extLst>
                <a:ext uri="{FF2B5EF4-FFF2-40B4-BE49-F238E27FC236}">
                  <a16:creationId xmlns:a16="http://schemas.microsoft.com/office/drawing/2014/main" id="{989BCE95-A77B-DF42-7424-BADA863BC86F}"/>
                </a:ext>
              </a:extLst>
            </p:cNvPr>
            <p:cNvSpPr>
              <a:spLocks noChangeArrowheads="1"/>
            </p:cNvSpPr>
            <p:nvPr/>
          </p:nvSpPr>
          <p:spPr>
            <a:xfrm>
              <a:off x="7463067" y="3155767"/>
              <a:ext cx="96490" cy="192980"/>
            </a:xfrm>
            <a:prstGeom prst="rect">
              <a:avLst/>
            </a:prstGeom>
            <a:solidFill>
              <a:srgbClr val="4BC9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Aktiv Grotesk"/>
                <a:ea typeface="+mn-ea"/>
                <a:cs typeface="+mn-cs"/>
              </a:endParaRPr>
            </a:p>
          </p:txBody>
        </p:sp>
        <p:sp>
          <p:nvSpPr>
            <p:cNvPr id="14" name="Rectangle 565">
              <a:extLst>
                <a:ext uri="{FF2B5EF4-FFF2-40B4-BE49-F238E27FC236}">
                  <a16:creationId xmlns:a16="http://schemas.microsoft.com/office/drawing/2014/main" id="{B2C8322F-66CB-6D53-B921-BDB837A294E2}"/>
                </a:ext>
              </a:extLst>
            </p:cNvPr>
            <p:cNvSpPr>
              <a:spLocks noChangeArrowheads="1"/>
            </p:cNvSpPr>
            <p:nvPr/>
          </p:nvSpPr>
          <p:spPr>
            <a:xfrm>
              <a:off x="7260749" y="3370535"/>
              <a:ext cx="85597" cy="84040"/>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Aktiv Grotesk"/>
                <a:ea typeface="+mn-ea"/>
                <a:cs typeface="+mn-cs"/>
              </a:endParaRPr>
            </a:p>
          </p:txBody>
        </p:sp>
      </p:grpSp>
      <p:grpSp>
        <p:nvGrpSpPr>
          <p:cNvPr id="15" name="profit margin 2" descr="profit margin, financial">
            <a:extLst>
              <a:ext uri="{FF2B5EF4-FFF2-40B4-BE49-F238E27FC236}">
                <a16:creationId xmlns:a16="http://schemas.microsoft.com/office/drawing/2014/main" id="{BA294054-F9C7-ABC3-518C-387C40232568}"/>
              </a:ext>
            </a:extLst>
          </p:cNvPr>
          <p:cNvGrpSpPr/>
          <p:nvPr/>
        </p:nvGrpSpPr>
        <p:grpSpPr>
          <a:xfrm>
            <a:off x="3376302" y="4331492"/>
            <a:ext cx="411480" cy="411480"/>
            <a:chOff x="1590051" y="3013965"/>
            <a:chExt cx="411480" cy="411480"/>
          </a:xfrm>
        </p:grpSpPr>
        <p:sp>
          <p:nvSpPr>
            <p:cNvPr id="16" name="Freeform: Shape 448">
              <a:extLst>
                <a:ext uri="{FF2B5EF4-FFF2-40B4-BE49-F238E27FC236}">
                  <a16:creationId xmlns:a16="http://schemas.microsoft.com/office/drawing/2014/main" id="{DB6E34FE-4286-ACB8-FFC5-018BEBA5DC2A}"/>
                </a:ext>
              </a:extLst>
            </p:cNvPr>
            <p:cNvSpPr/>
            <p:nvPr/>
          </p:nvSpPr>
          <p:spPr>
            <a:xfrm>
              <a:off x="1619155" y="3015985"/>
              <a:ext cx="173925" cy="118778"/>
            </a:xfrm>
            <a:custGeom>
              <a:avLst/>
              <a:gdLst>
                <a:gd name="connsiteX0" fmla="*/ 175227 w 173924"/>
                <a:gd name="connsiteY0" fmla="*/ 39264 h 118777"/>
                <a:gd name="connsiteX1" fmla="*/ 175581 w 173924"/>
                <a:gd name="connsiteY1" fmla="*/ 39264 h 118777"/>
                <a:gd name="connsiteX2" fmla="*/ 175581 w 173924"/>
                <a:gd name="connsiteY2" fmla="*/ 1410 h 118777"/>
                <a:gd name="connsiteX3" fmla="*/ 1410 w 173924"/>
                <a:gd name="connsiteY3" fmla="*/ 102142 h 118777"/>
                <a:gd name="connsiteX4" fmla="*/ 33593 w 173924"/>
                <a:gd name="connsiteY4" fmla="*/ 120714 h 118777"/>
                <a:gd name="connsiteX5" fmla="*/ 175227 w 173924"/>
                <a:gd name="connsiteY5" fmla="*/ 39264 h 118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924" h="118777">
                  <a:moveTo>
                    <a:pt x="175227" y="39264"/>
                  </a:moveTo>
                  <a:cubicBezTo>
                    <a:pt x="175369" y="39264"/>
                    <a:pt x="175510" y="39264"/>
                    <a:pt x="175581" y="39264"/>
                  </a:cubicBezTo>
                  <a:lnTo>
                    <a:pt x="175581" y="1410"/>
                  </a:lnTo>
                  <a:cubicBezTo>
                    <a:pt x="101645" y="1410"/>
                    <a:pt x="38414" y="37988"/>
                    <a:pt x="1410" y="102142"/>
                  </a:cubicBezTo>
                  <a:lnTo>
                    <a:pt x="33593" y="120714"/>
                  </a:lnTo>
                  <a:cubicBezTo>
                    <a:pt x="61948" y="72014"/>
                    <a:pt x="114760" y="39264"/>
                    <a:pt x="175227" y="39264"/>
                  </a:cubicBezTo>
                  <a:close/>
                </a:path>
              </a:pathLst>
            </a:custGeom>
            <a:solidFill>
              <a:srgbClr val="50E6FF"/>
            </a:solidFill>
            <a:ln w="42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ktiv Grotesk"/>
                <a:ea typeface="+mn-ea"/>
                <a:cs typeface="+mn-cs"/>
              </a:endParaRPr>
            </a:p>
          </p:txBody>
        </p:sp>
        <p:sp>
          <p:nvSpPr>
            <p:cNvPr id="17" name="Freeform: Shape 449">
              <a:extLst>
                <a:ext uri="{FF2B5EF4-FFF2-40B4-BE49-F238E27FC236}">
                  <a16:creationId xmlns:a16="http://schemas.microsoft.com/office/drawing/2014/main" id="{54A9AC24-E279-C2EB-7DFD-490980A0FB3F}"/>
                </a:ext>
              </a:extLst>
            </p:cNvPr>
            <p:cNvSpPr/>
            <p:nvPr/>
          </p:nvSpPr>
          <p:spPr>
            <a:xfrm>
              <a:off x="1591400" y="3116717"/>
              <a:ext cx="59389" cy="203619"/>
            </a:xfrm>
            <a:custGeom>
              <a:avLst/>
              <a:gdLst>
                <a:gd name="connsiteX0" fmla="*/ 61346 w 59388"/>
                <a:gd name="connsiteY0" fmla="*/ 20054 h 203618"/>
                <a:gd name="connsiteX1" fmla="*/ 29163 w 59388"/>
                <a:gd name="connsiteY1" fmla="*/ 1410 h 203618"/>
                <a:gd name="connsiteX2" fmla="*/ 29163 w 59388"/>
                <a:gd name="connsiteY2" fmla="*/ 202873 h 203618"/>
                <a:gd name="connsiteX3" fmla="*/ 61275 w 59388"/>
                <a:gd name="connsiteY3" fmla="*/ 184300 h 203618"/>
                <a:gd name="connsiteX4" fmla="*/ 39229 w 59388"/>
                <a:gd name="connsiteY4" fmla="*/ 102212 h 203618"/>
                <a:gd name="connsiteX5" fmla="*/ 61346 w 59388"/>
                <a:gd name="connsiteY5" fmla="*/ 20054 h 203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388" h="203617">
                  <a:moveTo>
                    <a:pt x="61346" y="20054"/>
                  </a:moveTo>
                  <a:lnTo>
                    <a:pt x="29163" y="1410"/>
                  </a:lnTo>
                  <a:cubicBezTo>
                    <a:pt x="-7840" y="65563"/>
                    <a:pt x="-7840" y="138720"/>
                    <a:pt x="29163" y="202873"/>
                  </a:cubicBezTo>
                  <a:lnTo>
                    <a:pt x="61275" y="184300"/>
                  </a:lnTo>
                  <a:cubicBezTo>
                    <a:pt x="47239" y="160198"/>
                    <a:pt x="39229" y="132127"/>
                    <a:pt x="39229" y="102212"/>
                  </a:cubicBezTo>
                  <a:cubicBezTo>
                    <a:pt x="39229" y="72298"/>
                    <a:pt x="47310" y="44156"/>
                    <a:pt x="61346" y="20054"/>
                  </a:cubicBezTo>
                  <a:close/>
                </a:path>
              </a:pathLst>
            </a:custGeom>
            <a:solidFill>
              <a:srgbClr val="0078D4"/>
            </a:solidFill>
            <a:ln w="42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ktiv Grotesk"/>
                <a:ea typeface="+mn-ea"/>
                <a:cs typeface="+mn-cs"/>
              </a:endParaRPr>
            </a:p>
          </p:txBody>
        </p:sp>
        <p:sp>
          <p:nvSpPr>
            <p:cNvPr id="18" name="Freeform: Shape 450">
              <a:extLst>
                <a:ext uri="{FF2B5EF4-FFF2-40B4-BE49-F238E27FC236}">
                  <a16:creationId xmlns:a16="http://schemas.microsoft.com/office/drawing/2014/main" id="{036DDF6C-545E-5E0B-E5D9-AFF54E6EEE1E}"/>
                </a:ext>
              </a:extLst>
            </p:cNvPr>
            <p:cNvSpPr/>
            <p:nvPr/>
          </p:nvSpPr>
          <p:spPr>
            <a:xfrm>
              <a:off x="1619222" y="3299673"/>
              <a:ext cx="173925" cy="118778"/>
            </a:xfrm>
            <a:custGeom>
              <a:avLst/>
              <a:gdLst>
                <a:gd name="connsiteX0" fmla="*/ 175156 w 173924"/>
                <a:gd name="connsiteY0" fmla="*/ 83002 h 118777"/>
                <a:gd name="connsiteX1" fmla="*/ 33522 w 173924"/>
                <a:gd name="connsiteY1" fmla="*/ 1410 h 118777"/>
                <a:gd name="connsiteX2" fmla="*/ 1410 w 173924"/>
                <a:gd name="connsiteY2" fmla="*/ 19983 h 118777"/>
                <a:gd name="connsiteX3" fmla="*/ 175581 w 173924"/>
                <a:gd name="connsiteY3" fmla="*/ 120714 h 118777"/>
                <a:gd name="connsiteX4" fmla="*/ 175581 w 173924"/>
                <a:gd name="connsiteY4" fmla="*/ 83002 h 118777"/>
                <a:gd name="connsiteX5" fmla="*/ 175156 w 173924"/>
                <a:gd name="connsiteY5" fmla="*/ 83002 h 118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924" h="118777">
                  <a:moveTo>
                    <a:pt x="175156" y="83002"/>
                  </a:moveTo>
                  <a:cubicBezTo>
                    <a:pt x="114689" y="83002"/>
                    <a:pt x="61878" y="50181"/>
                    <a:pt x="33522" y="1410"/>
                  </a:cubicBezTo>
                  <a:lnTo>
                    <a:pt x="1410" y="19983"/>
                  </a:lnTo>
                  <a:cubicBezTo>
                    <a:pt x="38414" y="84136"/>
                    <a:pt x="101574" y="120714"/>
                    <a:pt x="175581" y="120714"/>
                  </a:cubicBezTo>
                  <a:lnTo>
                    <a:pt x="175581" y="83002"/>
                  </a:lnTo>
                  <a:cubicBezTo>
                    <a:pt x="175369" y="83002"/>
                    <a:pt x="175227" y="83002"/>
                    <a:pt x="175156" y="83002"/>
                  </a:cubicBezTo>
                  <a:close/>
                </a:path>
              </a:pathLst>
            </a:custGeom>
            <a:solidFill>
              <a:srgbClr val="0078D4"/>
            </a:solidFill>
            <a:ln w="42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ktiv Grotesk"/>
                <a:ea typeface="+mn-ea"/>
                <a:cs typeface="+mn-cs"/>
              </a:endParaRPr>
            </a:p>
          </p:txBody>
        </p:sp>
        <p:sp>
          <p:nvSpPr>
            <p:cNvPr id="19" name="Freeform: Shape 451">
              <a:extLst>
                <a:ext uri="{FF2B5EF4-FFF2-40B4-BE49-F238E27FC236}">
                  <a16:creationId xmlns:a16="http://schemas.microsoft.com/office/drawing/2014/main" id="{C360228F-D299-F76F-F39A-E023BB9A9D8E}"/>
                </a:ext>
              </a:extLst>
            </p:cNvPr>
            <p:cNvSpPr/>
            <p:nvPr/>
          </p:nvSpPr>
          <p:spPr>
            <a:xfrm>
              <a:off x="1793324" y="3015985"/>
              <a:ext cx="203619" cy="402996"/>
            </a:xfrm>
            <a:custGeom>
              <a:avLst/>
              <a:gdLst>
                <a:gd name="connsiteX0" fmla="*/ 202518 w 203618"/>
                <a:gd name="connsiteY0" fmla="*/ 202873 h 402995"/>
                <a:gd name="connsiteX1" fmla="*/ 1410 w 203618"/>
                <a:gd name="connsiteY1" fmla="*/ 1410 h 402995"/>
                <a:gd name="connsiteX2" fmla="*/ 1410 w 203618"/>
                <a:gd name="connsiteY2" fmla="*/ 39264 h 402995"/>
                <a:gd name="connsiteX3" fmla="*/ 164735 w 203618"/>
                <a:gd name="connsiteY3" fmla="*/ 202944 h 402995"/>
                <a:gd name="connsiteX4" fmla="*/ 1410 w 203618"/>
                <a:gd name="connsiteY4" fmla="*/ 366694 h 402995"/>
                <a:gd name="connsiteX5" fmla="*/ 1410 w 203618"/>
                <a:gd name="connsiteY5" fmla="*/ 404406 h 402995"/>
                <a:gd name="connsiteX6" fmla="*/ 202518 w 203618"/>
                <a:gd name="connsiteY6" fmla="*/ 202873 h 402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3617" h="402995">
                  <a:moveTo>
                    <a:pt x="202518" y="202873"/>
                  </a:moveTo>
                  <a:cubicBezTo>
                    <a:pt x="202518" y="91579"/>
                    <a:pt x="112491" y="1410"/>
                    <a:pt x="1410" y="1410"/>
                  </a:cubicBezTo>
                  <a:lnTo>
                    <a:pt x="1410" y="39264"/>
                  </a:lnTo>
                  <a:cubicBezTo>
                    <a:pt x="91650" y="39477"/>
                    <a:pt x="164735" y="112704"/>
                    <a:pt x="164735" y="202944"/>
                  </a:cubicBezTo>
                  <a:cubicBezTo>
                    <a:pt x="164735" y="293184"/>
                    <a:pt x="91650" y="366481"/>
                    <a:pt x="1410" y="366694"/>
                  </a:cubicBezTo>
                  <a:lnTo>
                    <a:pt x="1410" y="404406"/>
                  </a:lnTo>
                  <a:cubicBezTo>
                    <a:pt x="112491" y="404406"/>
                    <a:pt x="202518" y="314166"/>
                    <a:pt x="202518" y="202873"/>
                  </a:cubicBezTo>
                  <a:close/>
                </a:path>
              </a:pathLst>
            </a:custGeom>
            <a:solidFill>
              <a:srgbClr val="0078D4"/>
            </a:solidFill>
            <a:ln w="42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ktiv Grotesk"/>
                <a:ea typeface="+mn-ea"/>
                <a:cs typeface="+mn-cs"/>
              </a:endParaRPr>
            </a:p>
          </p:txBody>
        </p:sp>
        <p:sp>
          <p:nvSpPr>
            <p:cNvPr id="20" name="Freeform: Shape 452">
              <a:extLst>
                <a:ext uri="{FF2B5EF4-FFF2-40B4-BE49-F238E27FC236}">
                  <a16:creationId xmlns:a16="http://schemas.microsoft.com/office/drawing/2014/main" id="{2D761D1A-E007-65F3-8C02-3D794A2A575F}"/>
                </a:ext>
              </a:extLst>
            </p:cNvPr>
            <p:cNvSpPr/>
            <p:nvPr/>
          </p:nvSpPr>
          <p:spPr>
            <a:xfrm>
              <a:off x="1742494" y="3121539"/>
              <a:ext cx="101809" cy="190893"/>
            </a:xfrm>
            <a:custGeom>
              <a:avLst/>
              <a:gdLst>
                <a:gd name="connsiteX0" fmla="*/ 74283 w 101809"/>
                <a:gd name="connsiteY0" fmla="*/ 130993 h 190892"/>
                <a:gd name="connsiteX1" fmla="*/ 59254 w 101809"/>
                <a:gd name="connsiteY1" fmla="*/ 114192 h 190892"/>
                <a:gd name="connsiteX2" fmla="*/ 59254 w 101809"/>
                <a:gd name="connsiteY2" fmla="*/ 146021 h 190892"/>
                <a:gd name="connsiteX3" fmla="*/ 74283 w 101809"/>
                <a:gd name="connsiteY3" fmla="*/ 130993 h 190892"/>
                <a:gd name="connsiteX4" fmla="*/ 43943 w 101809"/>
                <a:gd name="connsiteY4" fmla="*/ 78749 h 190892"/>
                <a:gd name="connsiteX5" fmla="*/ 43943 w 101809"/>
                <a:gd name="connsiteY5" fmla="*/ 45432 h 190892"/>
                <a:gd name="connsiteX6" fmla="*/ 29340 w 101809"/>
                <a:gd name="connsiteY6" fmla="*/ 60672 h 190892"/>
                <a:gd name="connsiteX7" fmla="*/ 43943 w 101809"/>
                <a:gd name="connsiteY7" fmla="*/ 78749 h 190892"/>
                <a:gd name="connsiteX8" fmla="*/ 102212 w 101809"/>
                <a:gd name="connsiteY8" fmla="*/ 129504 h 190892"/>
                <a:gd name="connsiteX9" fmla="*/ 91225 w 101809"/>
                <a:gd name="connsiteY9" fmla="*/ 157505 h 190892"/>
                <a:gd name="connsiteX10" fmla="*/ 59254 w 101809"/>
                <a:gd name="connsiteY10" fmla="*/ 170548 h 190892"/>
                <a:gd name="connsiteX11" fmla="*/ 59254 w 101809"/>
                <a:gd name="connsiteY11" fmla="*/ 193303 h 190892"/>
                <a:gd name="connsiteX12" fmla="*/ 43943 w 101809"/>
                <a:gd name="connsiteY12" fmla="*/ 193303 h 190892"/>
                <a:gd name="connsiteX13" fmla="*/ 43943 w 101809"/>
                <a:gd name="connsiteY13" fmla="*/ 171186 h 190892"/>
                <a:gd name="connsiteX14" fmla="*/ 4246 w 101809"/>
                <a:gd name="connsiteY14" fmla="*/ 161546 h 190892"/>
                <a:gd name="connsiteX15" fmla="*/ 4246 w 101809"/>
                <a:gd name="connsiteY15" fmla="*/ 132482 h 190892"/>
                <a:gd name="connsiteX16" fmla="*/ 22322 w 101809"/>
                <a:gd name="connsiteY16" fmla="*/ 141484 h 190892"/>
                <a:gd name="connsiteX17" fmla="*/ 43872 w 101809"/>
                <a:gd name="connsiteY17" fmla="*/ 146446 h 190892"/>
                <a:gd name="connsiteX18" fmla="*/ 43872 w 101809"/>
                <a:gd name="connsiteY18" fmla="*/ 108238 h 190892"/>
                <a:gd name="connsiteX19" fmla="*/ 11051 w 101809"/>
                <a:gd name="connsiteY19" fmla="*/ 89382 h 190892"/>
                <a:gd name="connsiteX20" fmla="*/ 1410 w 101809"/>
                <a:gd name="connsiteY20" fmla="*/ 62445 h 190892"/>
                <a:gd name="connsiteX21" fmla="*/ 13248 w 101809"/>
                <a:gd name="connsiteY21" fmla="*/ 34302 h 190892"/>
                <a:gd name="connsiteX22" fmla="*/ 43872 w 101809"/>
                <a:gd name="connsiteY22" fmla="*/ 20904 h 190892"/>
                <a:gd name="connsiteX23" fmla="*/ 43872 w 101809"/>
                <a:gd name="connsiteY23" fmla="*/ 1410 h 190892"/>
                <a:gd name="connsiteX24" fmla="*/ 59183 w 101809"/>
                <a:gd name="connsiteY24" fmla="*/ 1410 h 190892"/>
                <a:gd name="connsiteX25" fmla="*/ 59183 w 101809"/>
                <a:gd name="connsiteY25" fmla="*/ 20479 h 190892"/>
                <a:gd name="connsiteX26" fmla="*/ 92217 w 101809"/>
                <a:gd name="connsiteY26" fmla="*/ 27639 h 190892"/>
                <a:gd name="connsiteX27" fmla="*/ 92217 w 101809"/>
                <a:gd name="connsiteY27" fmla="*/ 55994 h 190892"/>
                <a:gd name="connsiteX28" fmla="*/ 59183 w 101809"/>
                <a:gd name="connsiteY28" fmla="*/ 45077 h 190892"/>
                <a:gd name="connsiteX29" fmla="*/ 59183 w 101809"/>
                <a:gd name="connsiteY29" fmla="*/ 84845 h 190892"/>
                <a:gd name="connsiteX30" fmla="*/ 92217 w 101809"/>
                <a:gd name="connsiteY30" fmla="*/ 103701 h 190892"/>
                <a:gd name="connsiteX31" fmla="*/ 102212 w 101809"/>
                <a:gd name="connsiteY31" fmla="*/ 129504 h 190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808" h="190892">
                  <a:moveTo>
                    <a:pt x="74283" y="130993"/>
                  </a:moveTo>
                  <a:cubicBezTo>
                    <a:pt x="74283" y="124188"/>
                    <a:pt x="69249" y="118588"/>
                    <a:pt x="59254" y="114192"/>
                  </a:cubicBezTo>
                  <a:lnTo>
                    <a:pt x="59254" y="146021"/>
                  </a:lnTo>
                  <a:cubicBezTo>
                    <a:pt x="69321" y="144391"/>
                    <a:pt x="74283" y="139428"/>
                    <a:pt x="74283" y="130993"/>
                  </a:cubicBezTo>
                  <a:close/>
                  <a:moveTo>
                    <a:pt x="43943" y="78749"/>
                  </a:moveTo>
                  <a:lnTo>
                    <a:pt x="43943" y="45432"/>
                  </a:lnTo>
                  <a:cubicBezTo>
                    <a:pt x="34231" y="47204"/>
                    <a:pt x="29340" y="52237"/>
                    <a:pt x="29340" y="60672"/>
                  </a:cubicBezTo>
                  <a:cubicBezTo>
                    <a:pt x="29411" y="68045"/>
                    <a:pt x="34231" y="74070"/>
                    <a:pt x="43943" y="78749"/>
                  </a:cubicBezTo>
                  <a:close/>
                  <a:moveTo>
                    <a:pt x="102212" y="129504"/>
                  </a:moveTo>
                  <a:cubicBezTo>
                    <a:pt x="102212" y="141130"/>
                    <a:pt x="98526" y="150487"/>
                    <a:pt x="91225" y="157505"/>
                  </a:cubicBezTo>
                  <a:cubicBezTo>
                    <a:pt x="83923" y="164594"/>
                    <a:pt x="73290" y="168918"/>
                    <a:pt x="59254" y="170548"/>
                  </a:cubicBezTo>
                  <a:lnTo>
                    <a:pt x="59254" y="193303"/>
                  </a:lnTo>
                  <a:lnTo>
                    <a:pt x="43943" y="193303"/>
                  </a:lnTo>
                  <a:lnTo>
                    <a:pt x="43943" y="171186"/>
                  </a:lnTo>
                  <a:cubicBezTo>
                    <a:pt x="29553" y="171044"/>
                    <a:pt x="16297" y="167854"/>
                    <a:pt x="4246" y="161546"/>
                  </a:cubicBezTo>
                  <a:lnTo>
                    <a:pt x="4246" y="132482"/>
                  </a:lnTo>
                  <a:cubicBezTo>
                    <a:pt x="8003" y="135530"/>
                    <a:pt x="14028" y="138578"/>
                    <a:pt x="22322" y="141484"/>
                  </a:cubicBezTo>
                  <a:cubicBezTo>
                    <a:pt x="30616" y="144391"/>
                    <a:pt x="37775" y="146021"/>
                    <a:pt x="43872" y="146446"/>
                  </a:cubicBezTo>
                  <a:lnTo>
                    <a:pt x="43872" y="108238"/>
                  </a:lnTo>
                  <a:cubicBezTo>
                    <a:pt x="28418" y="102496"/>
                    <a:pt x="17431" y="96187"/>
                    <a:pt x="11051" y="89382"/>
                  </a:cubicBezTo>
                  <a:cubicBezTo>
                    <a:pt x="4600" y="82577"/>
                    <a:pt x="1410" y="73574"/>
                    <a:pt x="1410" y="62445"/>
                  </a:cubicBezTo>
                  <a:cubicBezTo>
                    <a:pt x="1410" y="51315"/>
                    <a:pt x="5380" y="41958"/>
                    <a:pt x="13248" y="34302"/>
                  </a:cubicBezTo>
                  <a:cubicBezTo>
                    <a:pt x="21188" y="26646"/>
                    <a:pt x="31396" y="22180"/>
                    <a:pt x="43872" y="20904"/>
                  </a:cubicBezTo>
                  <a:lnTo>
                    <a:pt x="43872" y="1410"/>
                  </a:lnTo>
                  <a:lnTo>
                    <a:pt x="59183" y="1410"/>
                  </a:lnTo>
                  <a:lnTo>
                    <a:pt x="59183" y="20479"/>
                  </a:lnTo>
                  <a:cubicBezTo>
                    <a:pt x="73928" y="21188"/>
                    <a:pt x="84987" y="23527"/>
                    <a:pt x="92217" y="27639"/>
                  </a:cubicBezTo>
                  <a:lnTo>
                    <a:pt x="92217" y="55994"/>
                  </a:lnTo>
                  <a:cubicBezTo>
                    <a:pt x="82505" y="50110"/>
                    <a:pt x="71447" y="46495"/>
                    <a:pt x="59183" y="45077"/>
                  </a:cubicBezTo>
                  <a:lnTo>
                    <a:pt x="59183" y="84845"/>
                  </a:lnTo>
                  <a:cubicBezTo>
                    <a:pt x="74637" y="90445"/>
                    <a:pt x="85695" y="96754"/>
                    <a:pt x="92217" y="103701"/>
                  </a:cubicBezTo>
                  <a:cubicBezTo>
                    <a:pt x="98952" y="110719"/>
                    <a:pt x="102212" y="119296"/>
                    <a:pt x="102212" y="129504"/>
                  </a:cubicBezTo>
                  <a:close/>
                </a:path>
              </a:pathLst>
            </a:custGeom>
            <a:solidFill>
              <a:srgbClr val="0078D4"/>
            </a:solidFill>
            <a:ln w="42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ktiv Grotesk"/>
                <a:ea typeface="+mn-ea"/>
                <a:cs typeface="+mn-cs"/>
              </a:endParaRPr>
            </a:p>
          </p:txBody>
        </p:sp>
      </p:grpSp>
      <p:grpSp>
        <p:nvGrpSpPr>
          <p:cNvPr id="21" name="data 1" descr="data">
            <a:extLst>
              <a:ext uri="{FF2B5EF4-FFF2-40B4-BE49-F238E27FC236}">
                <a16:creationId xmlns:a16="http://schemas.microsoft.com/office/drawing/2014/main" id="{260FCD86-53F2-0D5E-A999-1E151FAB1F88}"/>
              </a:ext>
            </a:extLst>
          </p:cNvPr>
          <p:cNvGrpSpPr>
            <a:grpSpLocks noChangeAspect="1"/>
          </p:cNvGrpSpPr>
          <p:nvPr/>
        </p:nvGrpSpPr>
        <p:grpSpPr>
          <a:xfrm>
            <a:off x="6268591" y="4356223"/>
            <a:ext cx="264767" cy="366750"/>
            <a:chOff x="1048" y="787"/>
            <a:chExt cx="309" cy="267"/>
          </a:xfrm>
        </p:grpSpPr>
        <p:sp>
          <p:nvSpPr>
            <p:cNvPr id="22" name="Rectangle 5">
              <a:extLst>
                <a:ext uri="{FF2B5EF4-FFF2-40B4-BE49-F238E27FC236}">
                  <a16:creationId xmlns:a16="http://schemas.microsoft.com/office/drawing/2014/main" id="{4BA9AF4C-7EEA-4964-0BEF-7824719FFC06}"/>
                </a:ext>
              </a:extLst>
            </p:cNvPr>
            <p:cNvSpPr>
              <a:spLocks noChangeArrowheads="1"/>
            </p:cNvSpPr>
            <p:nvPr/>
          </p:nvSpPr>
          <p:spPr>
            <a:xfrm>
              <a:off x="1303" y="850"/>
              <a:ext cx="54" cy="204"/>
            </a:xfrm>
            <a:prstGeom prst="rect">
              <a:avLst/>
            </a:prstGeom>
            <a:solidFill>
              <a:srgbClr val="4FE4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Aktiv Grotesk"/>
                <a:ea typeface="+mn-ea"/>
                <a:cs typeface="+mn-cs"/>
              </a:endParaRPr>
            </a:p>
          </p:txBody>
        </p:sp>
        <p:sp>
          <p:nvSpPr>
            <p:cNvPr id="23" name="Rectangle 6">
              <a:extLst>
                <a:ext uri="{FF2B5EF4-FFF2-40B4-BE49-F238E27FC236}">
                  <a16:creationId xmlns:a16="http://schemas.microsoft.com/office/drawing/2014/main" id="{77035206-3F6A-2E16-9F0B-62CD3F338BDF}"/>
                </a:ext>
              </a:extLst>
            </p:cNvPr>
            <p:cNvSpPr>
              <a:spLocks noChangeArrowheads="1"/>
            </p:cNvSpPr>
            <p:nvPr/>
          </p:nvSpPr>
          <p:spPr>
            <a:xfrm>
              <a:off x="1218" y="906"/>
              <a:ext cx="54" cy="148"/>
            </a:xfrm>
            <a:prstGeom prst="rect">
              <a:avLst/>
            </a:prstGeom>
            <a:solidFill>
              <a:srgbClr val="4FE4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Aktiv Grotesk"/>
                <a:ea typeface="+mn-ea"/>
                <a:cs typeface="+mn-cs"/>
              </a:endParaRPr>
            </a:p>
          </p:txBody>
        </p:sp>
        <p:sp>
          <p:nvSpPr>
            <p:cNvPr id="24" name="Rectangle 7">
              <a:extLst>
                <a:ext uri="{FF2B5EF4-FFF2-40B4-BE49-F238E27FC236}">
                  <a16:creationId xmlns:a16="http://schemas.microsoft.com/office/drawing/2014/main" id="{40ABE80A-E9DE-6E05-04BE-A1FC8ED8897D}"/>
                </a:ext>
              </a:extLst>
            </p:cNvPr>
            <p:cNvSpPr>
              <a:spLocks noChangeArrowheads="1"/>
            </p:cNvSpPr>
            <p:nvPr/>
          </p:nvSpPr>
          <p:spPr>
            <a:xfrm>
              <a:off x="1133" y="888"/>
              <a:ext cx="54" cy="166"/>
            </a:xfrm>
            <a:prstGeom prst="rect">
              <a:avLst/>
            </a:prstGeom>
            <a:solidFill>
              <a:srgbClr val="4FE4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Aktiv Grotesk"/>
                <a:ea typeface="+mn-ea"/>
                <a:cs typeface="+mn-cs"/>
              </a:endParaRPr>
            </a:p>
          </p:txBody>
        </p:sp>
        <p:sp>
          <p:nvSpPr>
            <p:cNvPr id="25" name="Rectangle 8">
              <a:extLst>
                <a:ext uri="{FF2B5EF4-FFF2-40B4-BE49-F238E27FC236}">
                  <a16:creationId xmlns:a16="http://schemas.microsoft.com/office/drawing/2014/main" id="{466B059E-244A-17F9-057A-DDE7C195CC86}"/>
                </a:ext>
              </a:extLst>
            </p:cNvPr>
            <p:cNvSpPr>
              <a:spLocks noChangeArrowheads="1"/>
            </p:cNvSpPr>
            <p:nvPr/>
          </p:nvSpPr>
          <p:spPr>
            <a:xfrm>
              <a:off x="1048" y="934"/>
              <a:ext cx="53" cy="120"/>
            </a:xfrm>
            <a:prstGeom prst="rect">
              <a:avLst/>
            </a:prstGeom>
            <a:solidFill>
              <a:srgbClr val="4FE4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Aktiv Grotesk"/>
                <a:ea typeface="+mn-ea"/>
                <a:cs typeface="+mn-cs"/>
              </a:endParaRPr>
            </a:p>
          </p:txBody>
        </p:sp>
        <p:sp>
          <p:nvSpPr>
            <p:cNvPr id="26" name="Freeform 9">
              <a:extLst>
                <a:ext uri="{FF2B5EF4-FFF2-40B4-BE49-F238E27FC236}">
                  <a16:creationId xmlns:a16="http://schemas.microsoft.com/office/drawing/2014/main" id="{690BF27A-C7B5-502A-4CA2-39CFA81F685C}"/>
                </a:ext>
              </a:extLst>
            </p:cNvPr>
            <p:cNvSpPr/>
            <p:nvPr/>
          </p:nvSpPr>
          <p:spPr>
            <a:xfrm>
              <a:off x="1054" y="787"/>
              <a:ext cx="297" cy="113"/>
            </a:xfrm>
            <a:custGeom>
              <a:avLst/>
              <a:gdLst>
                <a:gd name="T0" fmla="*/ 514 w 553"/>
                <a:gd name="T1" fmla="*/ 0 h 212"/>
                <a:gd name="T2" fmla="*/ 475 w 553"/>
                <a:gd name="T3" fmla="*/ 38 h 212"/>
                <a:gd name="T4" fmla="*/ 476 w 553"/>
                <a:gd name="T5" fmla="*/ 44 h 212"/>
                <a:gd name="T6" fmla="*/ 385 w 553"/>
                <a:gd name="T7" fmla="*/ 85 h 212"/>
                <a:gd name="T8" fmla="*/ 352 w 553"/>
                <a:gd name="T9" fmla="*/ 66 h 212"/>
                <a:gd name="T10" fmla="*/ 319 w 553"/>
                <a:gd name="T11" fmla="*/ 84 h 212"/>
                <a:gd name="T12" fmla="*/ 235 w 553"/>
                <a:gd name="T13" fmla="*/ 58 h 212"/>
                <a:gd name="T14" fmla="*/ 235 w 553"/>
                <a:gd name="T15" fmla="*/ 58 h 212"/>
                <a:gd name="T16" fmla="*/ 197 w 553"/>
                <a:gd name="T17" fmla="*/ 19 h 212"/>
                <a:gd name="T18" fmla="*/ 159 w 553"/>
                <a:gd name="T19" fmla="*/ 58 h 212"/>
                <a:gd name="T20" fmla="*/ 162 w 553"/>
                <a:gd name="T21" fmla="*/ 73 h 212"/>
                <a:gd name="T22" fmla="*/ 63 w 553"/>
                <a:gd name="T23" fmla="*/ 144 h 212"/>
                <a:gd name="T24" fmla="*/ 39 w 553"/>
                <a:gd name="T25" fmla="*/ 135 h 212"/>
                <a:gd name="T26" fmla="*/ 0 w 553"/>
                <a:gd name="T27" fmla="*/ 174 h 212"/>
                <a:gd name="T28" fmla="*/ 39 w 553"/>
                <a:gd name="T29" fmla="*/ 212 h 212"/>
                <a:gd name="T30" fmla="*/ 77 w 553"/>
                <a:gd name="T31" fmla="*/ 174 h 212"/>
                <a:gd name="T32" fmla="*/ 74 w 553"/>
                <a:gd name="T33" fmla="*/ 159 h 212"/>
                <a:gd name="T34" fmla="*/ 173 w 553"/>
                <a:gd name="T35" fmla="*/ 87 h 212"/>
                <a:gd name="T36" fmla="*/ 197 w 553"/>
                <a:gd name="T37" fmla="*/ 96 h 212"/>
                <a:gd name="T38" fmla="*/ 231 w 553"/>
                <a:gd name="T39" fmla="*/ 76 h 212"/>
                <a:gd name="T40" fmla="*/ 314 w 553"/>
                <a:gd name="T41" fmla="*/ 101 h 212"/>
                <a:gd name="T42" fmla="*/ 314 w 553"/>
                <a:gd name="T43" fmla="*/ 104 h 212"/>
                <a:gd name="T44" fmla="*/ 352 w 553"/>
                <a:gd name="T45" fmla="*/ 143 h 212"/>
                <a:gd name="T46" fmla="*/ 391 w 553"/>
                <a:gd name="T47" fmla="*/ 104 h 212"/>
                <a:gd name="T48" fmla="*/ 391 w 553"/>
                <a:gd name="T49" fmla="*/ 102 h 212"/>
                <a:gd name="T50" fmla="*/ 483 w 553"/>
                <a:gd name="T51" fmla="*/ 60 h 212"/>
                <a:gd name="T52" fmla="*/ 515 w 553"/>
                <a:gd name="T53" fmla="*/ 76 h 212"/>
                <a:gd name="T54" fmla="*/ 553 w 553"/>
                <a:gd name="T55" fmla="*/ 38 h 212"/>
                <a:gd name="T56" fmla="*/ 514 w 553"/>
                <a:gd name="T57" fmla="*/ 0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53" h="211">
                  <a:moveTo>
                    <a:pt x="514" y="0"/>
                  </a:moveTo>
                  <a:cubicBezTo>
                    <a:pt x="493" y="0"/>
                    <a:pt x="475" y="17"/>
                    <a:pt x="475" y="38"/>
                  </a:cubicBezTo>
                  <a:cubicBezTo>
                    <a:pt x="475" y="40"/>
                    <a:pt x="476" y="42"/>
                    <a:pt x="476" y="44"/>
                  </a:cubicBezTo>
                  <a:cubicBezTo>
                    <a:pt x="385" y="85"/>
                    <a:pt x="385" y="85"/>
                    <a:pt x="385" y="85"/>
                  </a:cubicBezTo>
                  <a:cubicBezTo>
                    <a:pt x="378" y="74"/>
                    <a:pt x="366" y="66"/>
                    <a:pt x="352" y="66"/>
                  </a:cubicBezTo>
                  <a:cubicBezTo>
                    <a:pt x="338" y="66"/>
                    <a:pt x="326" y="73"/>
                    <a:pt x="319" y="84"/>
                  </a:cubicBezTo>
                  <a:cubicBezTo>
                    <a:pt x="235" y="58"/>
                    <a:pt x="235" y="58"/>
                    <a:pt x="235" y="58"/>
                  </a:cubicBezTo>
                  <a:cubicBezTo>
                    <a:pt x="235" y="58"/>
                    <a:pt x="235" y="58"/>
                    <a:pt x="235" y="58"/>
                  </a:cubicBezTo>
                  <a:cubicBezTo>
                    <a:pt x="235" y="36"/>
                    <a:pt x="218" y="19"/>
                    <a:pt x="197" y="19"/>
                  </a:cubicBezTo>
                  <a:cubicBezTo>
                    <a:pt x="176" y="19"/>
                    <a:pt x="159" y="36"/>
                    <a:pt x="159" y="58"/>
                  </a:cubicBezTo>
                  <a:cubicBezTo>
                    <a:pt x="159" y="63"/>
                    <a:pt x="160" y="68"/>
                    <a:pt x="162" y="73"/>
                  </a:cubicBezTo>
                  <a:cubicBezTo>
                    <a:pt x="63" y="144"/>
                    <a:pt x="63" y="144"/>
                    <a:pt x="63" y="144"/>
                  </a:cubicBezTo>
                  <a:cubicBezTo>
                    <a:pt x="57" y="139"/>
                    <a:pt x="48" y="135"/>
                    <a:pt x="39" y="135"/>
                  </a:cubicBezTo>
                  <a:cubicBezTo>
                    <a:pt x="17" y="135"/>
                    <a:pt x="0" y="152"/>
                    <a:pt x="0" y="174"/>
                  </a:cubicBezTo>
                  <a:cubicBezTo>
                    <a:pt x="0" y="195"/>
                    <a:pt x="17" y="212"/>
                    <a:pt x="39" y="212"/>
                  </a:cubicBezTo>
                  <a:cubicBezTo>
                    <a:pt x="60" y="212"/>
                    <a:pt x="77" y="195"/>
                    <a:pt x="77" y="174"/>
                  </a:cubicBezTo>
                  <a:cubicBezTo>
                    <a:pt x="77" y="168"/>
                    <a:pt x="76" y="163"/>
                    <a:pt x="74" y="159"/>
                  </a:cubicBezTo>
                  <a:cubicBezTo>
                    <a:pt x="173" y="87"/>
                    <a:pt x="173" y="87"/>
                    <a:pt x="173" y="87"/>
                  </a:cubicBezTo>
                  <a:cubicBezTo>
                    <a:pt x="179" y="93"/>
                    <a:pt x="188" y="96"/>
                    <a:pt x="197" y="96"/>
                  </a:cubicBezTo>
                  <a:cubicBezTo>
                    <a:pt x="212" y="96"/>
                    <a:pt x="225" y="88"/>
                    <a:pt x="231" y="76"/>
                  </a:cubicBezTo>
                  <a:cubicBezTo>
                    <a:pt x="314" y="101"/>
                    <a:pt x="314" y="101"/>
                    <a:pt x="314" y="101"/>
                  </a:cubicBezTo>
                  <a:cubicBezTo>
                    <a:pt x="314" y="102"/>
                    <a:pt x="314" y="104"/>
                    <a:pt x="314" y="104"/>
                  </a:cubicBezTo>
                  <a:cubicBezTo>
                    <a:pt x="314" y="126"/>
                    <a:pt x="331" y="143"/>
                    <a:pt x="352" y="143"/>
                  </a:cubicBezTo>
                  <a:cubicBezTo>
                    <a:pt x="373" y="143"/>
                    <a:pt x="391" y="126"/>
                    <a:pt x="391" y="104"/>
                  </a:cubicBezTo>
                  <a:cubicBezTo>
                    <a:pt x="391" y="104"/>
                    <a:pt x="391" y="103"/>
                    <a:pt x="391" y="102"/>
                  </a:cubicBezTo>
                  <a:cubicBezTo>
                    <a:pt x="483" y="60"/>
                    <a:pt x="483" y="60"/>
                    <a:pt x="483" y="60"/>
                  </a:cubicBezTo>
                  <a:cubicBezTo>
                    <a:pt x="490" y="70"/>
                    <a:pt x="502" y="76"/>
                    <a:pt x="515" y="76"/>
                  </a:cubicBezTo>
                  <a:cubicBezTo>
                    <a:pt x="536" y="76"/>
                    <a:pt x="553" y="59"/>
                    <a:pt x="553" y="38"/>
                  </a:cubicBezTo>
                  <a:cubicBezTo>
                    <a:pt x="552" y="17"/>
                    <a:pt x="535" y="0"/>
                    <a:pt x="514" y="0"/>
                  </a:cubicBezTo>
                  <a:close/>
                </a:path>
              </a:pathLst>
            </a:custGeom>
            <a:solidFill>
              <a:srgbClr val="0078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Aktiv Grotesk"/>
                <a:ea typeface="+mn-ea"/>
                <a:cs typeface="+mn-cs"/>
              </a:endParaRPr>
            </a:p>
          </p:txBody>
        </p:sp>
      </p:grpSp>
      <p:grpSp>
        <p:nvGrpSpPr>
          <p:cNvPr id="29" name="Group 28">
            <a:extLst>
              <a:ext uri="{FF2B5EF4-FFF2-40B4-BE49-F238E27FC236}">
                <a16:creationId xmlns:a16="http://schemas.microsoft.com/office/drawing/2014/main" id="{EBE637DF-0609-C3E7-DEF2-2508431AA3F4}"/>
              </a:ext>
            </a:extLst>
          </p:cNvPr>
          <p:cNvGrpSpPr/>
          <p:nvPr/>
        </p:nvGrpSpPr>
        <p:grpSpPr>
          <a:xfrm>
            <a:off x="-3624" y="1182098"/>
            <a:ext cx="11048489" cy="1233201"/>
            <a:chOff x="-3624" y="1182098"/>
            <a:chExt cx="11048489" cy="1233201"/>
          </a:xfrm>
        </p:grpSpPr>
        <p:sp>
          <p:nvSpPr>
            <p:cNvPr id="30" name="Rectangle 8">
              <a:extLst>
                <a:ext uri="{FF2B5EF4-FFF2-40B4-BE49-F238E27FC236}">
                  <a16:creationId xmlns:a16="http://schemas.microsoft.com/office/drawing/2014/main" id="{9069BE87-7160-6E35-D224-02508323E324}"/>
                </a:ext>
              </a:extLst>
            </p:cNvPr>
            <p:cNvSpPr/>
            <p:nvPr/>
          </p:nvSpPr>
          <p:spPr>
            <a:xfrm>
              <a:off x="-3624" y="1182098"/>
              <a:ext cx="11048489" cy="1233201"/>
            </a:xfrm>
            <a:custGeom>
              <a:avLst/>
              <a:gdLst>
                <a:gd name="connsiteX0" fmla="*/ 0 w 8375048"/>
                <a:gd name="connsiteY0" fmla="*/ 0 h 1221771"/>
                <a:gd name="connsiteX1" fmla="*/ 8375048 w 8375048"/>
                <a:gd name="connsiteY1" fmla="*/ 0 h 1221771"/>
                <a:gd name="connsiteX2" fmla="*/ 8375048 w 8375048"/>
                <a:gd name="connsiteY2" fmla="*/ 1221771 h 1221771"/>
                <a:gd name="connsiteX3" fmla="*/ 0 w 8375048"/>
                <a:gd name="connsiteY3" fmla="*/ 1221771 h 1221771"/>
                <a:gd name="connsiteX4" fmla="*/ 0 w 8375048"/>
                <a:gd name="connsiteY4" fmla="*/ 0 h 1221771"/>
                <a:gd name="connsiteX0" fmla="*/ 0 w 8375048"/>
                <a:gd name="connsiteY0" fmla="*/ 0 h 1221771"/>
                <a:gd name="connsiteX1" fmla="*/ 7460648 w 8375048"/>
                <a:gd name="connsiteY1" fmla="*/ 0 h 1221771"/>
                <a:gd name="connsiteX2" fmla="*/ 8375048 w 8375048"/>
                <a:gd name="connsiteY2" fmla="*/ 1221771 h 1221771"/>
                <a:gd name="connsiteX3" fmla="*/ 0 w 8375048"/>
                <a:gd name="connsiteY3" fmla="*/ 1221771 h 1221771"/>
                <a:gd name="connsiteX4" fmla="*/ 0 w 8375048"/>
                <a:gd name="connsiteY4" fmla="*/ 0 h 1221771"/>
                <a:gd name="connsiteX0" fmla="*/ 0 w 8375048"/>
                <a:gd name="connsiteY0" fmla="*/ 0 h 1221771"/>
                <a:gd name="connsiteX1" fmla="*/ 7381135 w 8375048"/>
                <a:gd name="connsiteY1" fmla="*/ 0 h 1221771"/>
                <a:gd name="connsiteX2" fmla="*/ 8375048 w 8375048"/>
                <a:gd name="connsiteY2" fmla="*/ 1221771 h 1221771"/>
                <a:gd name="connsiteX3" fmla="*/ 0 w 8375048"/>
                <a:gd name="connsiteY3" fmla="*/ 1221771 h 1221771"/>
                <a:gd name="connsiteX4" fmla="*/ 0 w 8375048"/>
                <a:gd name="connsiteY4" fmla="*/ 0 h 1221771"/>
                <a:gd name="connsiteX0" fmla="*/ 0 w 8414804"/>
                <a:gd name="connsiteY0" fmla="*/ 0 h 1221771"/>
                <a:gd name="connsiteX1" fmla="*/ 7381135 w 8414804"/>
                <a:gd name="connsiteY1" fmla="*/ 0 h 1221771"/>
                <a:gd name="connsiteX2" fmla="*/ 8414804 w 8414804"/>
                <a:gd name="connsiteY2" fmla="*/ 1221771 h 1221771"/>
                <a:gd name="connsiteX3" fmla="*/ 0 w 8414804"/>
                <a:gd name="connsiteY3" fmla="*/ 1221771 h 1221771"/>
                <a:gd name="connsiteX4" fmla="*/ 0 w 8414804"/>
                <a:gd name="connsiteY4" fmla="*/ 0 h 1221771"/>
                <a:gd name="connsiteX0" fmla="*/ 0 w 8414804"/>
                <a:gd name="connsiteY0" fmla="*/ 0 h 1221771"/>
                <a:gd name="connsiteX1" fmla="*/ 7301622 w 8414804"/>
                <a:gd name="connsiteY1" fmla="*/ 0 h 1221771"/>
                <a:gd name="connsiteX2" fmla="*/ 8414804 w 8414804"/>
                <a:gd name="connsiteY2" fmla="*/ 1221771 h 1221771"/>
                <a:gd name="connsiteX3" fmla="*/ 0 w 8414804"/>
                <a:gd name="connsiteY3" fmla="*/ 1221771 h 1221771"/>
                <a:gd name="connsiteX4" fmla="*/ 0 w 8414804"/>
                <a:gd name="connsiteY4" fmla="*/ 0 h 1221771"/>
                <a:gd name="connsiteX0" fmla="*/ 0 w 8355169"/>
                <a:gd name="connsiteY0" fmla="*/ 0 h 1221771"/>
                <a:gd name="connsiteX1" fmla="*/ 7301622 w 8355169"/>
                <a:gd name="connsiteY1" fmla="*/ 0 h 1221771"/>
                <a:gd name="connsiteX2" fmla="*/ 8355169 w 8355169"/>
                <a:gd name="connsiteY2" fmla="*/ 1221771 h 1221771"/>
                <a:gd name="connsiteX3" fmla="*/ 0 w 8355169"/>
                <a:gd name="connsiteY3" fmla="*/ 1221771 h 1221771"/>
                <a:gd name="connsiteX4" fmla="*/ 0 w 8355169"/>
                <a:gd name="connsiteY4" fmla="*/ 0 h 1221771"/>
                <a:gd name="connsiteX0" fmla="*/ 0 w 8355169"/>
                <a:gd name="connsiteY0" fmla="*/ 0 h 1221771"/>
                <a:gd name="connsiteX1" fmla="*/ 7244472 w 8355169"/>
                <a:gd name="connsiteY1" fmla="*/ 0 h 1221771"/>
                <a:gd name="connsiteX2" fmla="*/ 8355169 w 8355169"/>
                <a:gd name="connsiteY2" fmla="*/ 1221771 h 1221771"/>
                <a:gd name="connsiteX3" fmla="*/ 0 w 8355169"/>
                <a:gd name="connsiteY3" fmla="*/ 1221771 h 1221771"/>
                <a:gd name="connsiteX4" fmla="*/ 0 w 8355169"/>
                <a:gd name="connsiteY4" fmla="*/ 0 h 1221771"/>
                <a:gd name="connsiteX0" fmla="*/ 0 w 8320879"/>
                <a:gd name="connsiteY0" fmla="*/ 0 h 1221771"/>
                <a:gd name="connsiteX1" fmla="*/ 7244472 w 8320879"/>
                <a:gd name="connsiteY1" fmla="*/ 0 h 1221771"/>
                <a:gd name="connsiteX2" fmla="*/ 8320879 w 8320879"/>
                <a:gd name="connsiteY2" fmla="*/ 1221771 h 1221771"/>
                <a:gd name="connsiteX3" fmla="*/ 0 w 8320879"/>
                <a:gd name="connsiteY3" fmla="*/ 1221771 h 1221771"/>
                <a:gd name="connsiteX4" fmla="*/ 0 w 8320879"/>
                <a:gd name="connsiteY4" fmla="*/ 0 h 1221771"/>
                <a:gd name="connsiteX0" fmla="*/ 0 w 9613982"/>
                <a:gd name="connsiteY0" fmla="*/ 0 h 1221771"/>
                <a:gd name="connsiteX1" fmla="*/ 8537575 w 9613982"/>
                <a:gd name="connsiteY1" fmla="*/ 0 h 1221771"/>
                <a:gd name="connsiteX2" fmla="*/ 9613982 w 9613982"/>
                <a:gd name="connsiteY2" fmla="*/ 1221771 h 1221771"/>
                <a:gd name="connsiteX3" fmla="*/ 1293103 w 9613982"/>
                <a:gd name="connsiteY3" fmla="*/ 1221771 h 1221771"/>
                <a:gd name="connsiteX4" fmla="*/ 0 w 9613982"/>
                <a:gd name="connsiteY4" fmla="*/ 0 h 1221771"/>
                <a:gd name="connsiteX0" fmla="*/ 9947 w 9623929"/>
                <a:gd name="connsiteY0" fmla="*/ 0 h 1244631"/>
                <a:gd name="connsiteX1" fmla="*/ 8547522 w 9623929"/>
                <a:gd name="connsiteY1" fmla="*/ 0 h 1244631"/>
                <a:gd name="connsiteX2" fmla="*/ 9623929 w 9623929"/>
                <a:gd name="connsiteY2" fmla="*/ 1221771 h 1244631"/>
                <a:gd name="connsiteX3" fmla="*/ 0 w 9623929"/>
                <a:gd name="connsiteY3" fmla="*/ 1244631 h 1244631"/>
                <a:gd name="connsiteX4" fmla="*/ 9947 w 9623929"/>
                <a:gd name="connsiteY4" fmla="*/ 0 h 1244631"/>
                <a:gd name="connsiteX0" fmla="*/ 442 w 9614424"/>
                <a:gd name="connsiteY0" fmla="*/ 0 h 1244631"/>
                <a:gd name="connsiteX1" fmla="*/ 8538017 w 9614424"/>
                <a:gd name="connsiteY1" fmla="*/ 0 h 1244631"/>
                <a:gd name="connsiteX2" fmla="*/ 9614424 w 9614424"/>
                <a:gd name="connsiteY2" fmla="*/ 1221771 h 1244631"/>
                <a:gd name="connsiteX3" fmla="*/ 10389 w 9614424"/>
                <a:gd name="connsiteY3" fmla="*/ 1244631 h 1244631"/>
                <a:gd name="connsiteX4" fmla="*/ 442 w 9614424"/>
                <a:gd name="connsiteY4" fmla="*/ 0 h 1244631"/>
                <a:gd name="connsiteX0" fmla="*/ 442 w 9614424"/>
                <a:gd name="connsiteY0" fmla="*/ 0 h 1233201"/>
                <a:gd name="connsiteX1" fmla="*/ 8538017 w 9614424"/>
                <a:gd name="connsiteY1" fmla="*/ 0 h 1233201"/>
                <a:gd name="connsiteX2" fmla="*/ 9614424 w 9614424"/>
                <a:gd name="connsiteY2" fmla="*/ 1221771 h 1233201"/>
                <a:gd name="connsiteX3" fmla="*/ 10389 w 9614424"/>
                <a:gd name="connsiteY3" fmla="*/ 1233201 h 1233201"/>
                <a:gd name="connsiteX4" fmla="*/ 442 w 9614424"/>
                <a:gd name="connsiteY4" fmla="*/ 0 h 1233201"/>
                <a:gd name="connsiteX0" fmla="*/ 957 w 9614939"/>
                <a:gd name="connsiteY0" fmla="*/ 0 h 1233201"/>
                <a:gd name="connsiteX1" fmla="*/ 8538532 w 9614939"/>
                <a:gd name="connsiteY1" fmla="*/ 0 h 1233201"/>
                <a:gd name="connsiteX2" fmla="*/ 9614939 w 9614939"/>
                <a:gd name="connsiteY2" fmla="*/ 1221771 h 1233201"/>
                <a:gd name="connsiteX3" fmla="*/ 957 w 9614939"/>
                <a:gd name="connsiteY3" fmla="*/ 1233201 h 1233201"/>
                <a:gd name="connsiteX4" fmla="*/ 957 w 9614939"/>
                <a:gd name="connsiteY4" fmla="*/ 0 h 1233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14939" h="1233201">
                  <a:moveTo>
                    <a:pt x="957" y="0"/>
                  </a:moveTo>
                  <a:lnTo>
                    <a:pt x="8538532" y="0"/>
                  </a:lnTo>
                  <a:lnTo>
                    <a:pt x="9614939" y="1221771"/>
                  </a:lnTo>
                  <a:lnTo>
                    <a:pt x="957" y="1233201"/>
                  </a:lnTo>
                  <a:cubicBezTo>
                    <a:pt x="4273" y="818324"/>
                    <a:pt x="-2359" y="414877"/>
                    <a:pt x="957"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2">
                    <a:lumMod val="50000"/>
                  </a:schemeClr>
                </a:solidFill>
                <a:effectLst/>
                <a:uLnTx/>
                <a:uFillTx/>
                <a:latin typeface="Segoe UI Light" panose="020B0502040204020203" pitchFamily="34" charset="0"/>
                <a:ea typeface="+mn-ea"/>
                <a:cs typeface="Segoe UI Light" panose="020B0502040204020203" pitchFamily="34" charset="0"/>
              </a:endParaRPr>
            </a:p>
          </p:txBody>
        </p:sp>
        <p:sp>
          <p:nvSpPr>
            <p:cNvPr id="31" name="Title 1">
              <a:extLst>
                <a:ext uri="{FF2B5EF4-FFF2-40B4-BE49-F238E27FC236}">
                  <a16:creationId xmlns:a16="http://schemas.microsoft.com/office/drawing/2014/main" id="{B25CA92C-B928-5834-7BE3-2EE957A7489D}"/>
                </a:ext>
              </a:extLst>
            </p:cNvPr>
            <p:cNvSpPr txBox="1">
              <a:spLocks/>
            </p:cNvSpPr>
            <p:nvPr/>
          </p:nvSpPr>
          <p:spPr>
            <a:xfrm>
              <a:off x="455615" y="1225954"/>
              <a:ext cx="9904730" cy="1177915"/>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rgbClr val="5C2B94"/>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0" i="0" u="none" strike="noStrike" kern="1200" cap="none" spc="0" normalizeH="0" baseline="0" noProof="0" dirty="0">
                  <a:ln>
                    <a:noFill/>
                  </a:ln>
                  <a:solidFill>
                    <a:schemeClr val="tx2">
                      <a:lumMod val="50000"/>
                    </a:schemeClr>
                  </a:solidFill>
                  <a:effectLst/>
                  <a:uLnTx/>
                  <a:uFillTx/>
                  <a:latin typeface="Segoe UI Light"/>
                  <a:ea typeface="+mj-ea"/>
                  <a:cs typeface="+mj-cs"/>
                </a:rPr>
                <a:t>Cost Considerations:</a:t>
              </a:r>
            </a:p>
          </p:txBody>
        </p:sp>
      </p:grpSp>
      <p:sp>
        <p:nvSpPr>
          <p:cNvPr id="33" name="Title 3">
            <a:extLst>
              <a:ext uri="{FF2B5EF4-FFF2-40B4-BE49-F238E27FC236}">
                <a16:creationId xmlns:a16="http://schemas.microsoft.com/office/drawing/2014/main" id="{BB418A6F-E277-CD62-1D52-50B67AD886B4}"/>
              </a:ext>
            </a:extLst>
          </p:cNvPr>
          <p:cNvSpPr txBox="1">
            <a:spLocks/>
          </p:cNvSpPr>
          <p:nvPr/>
        </p:nvSpPr>
        <p:spPr>
          <a:xfrm>
            <a:off x="416462" y="372561"/>
            <a:ext cx="10515600" cy="397545"/>
          </a:xfrm>
          <a:prstGeom prst="rect">
            <a:avLst/>
          </a:prstGeom>
        </p:spPr>
        <p:txBody>
          <a:bodyPr vert="horz" wrap="square" lIns="0" tIns="91440" rIns="146304" bIns="91440" rtlCol="0" anchor="ctr">
            <a:noAutofit/>
          </a:bodyPr>
          <a:lstStyle>
            <a:lvl1pPr defTabSz="914192">
              <a:lnSpc>
                <a:spcPct val="90000"/>
              </a:lnSpc>
              <a:spcBef>
                <a:spcPct val="0"/>
              </a:spcBef>
              <a:buNone/>
              <a:defRPr lang="en-US" sz="3200" b="0" cap="none" spc="-49" baseline="0">
                <a:ln w="3175">
                  <a:noFill/>
                </a:ln>
                <a:solidFill>
                  <a:schemeClr val="tx2">
                    <a:lumMod val="50000"/>
                  </a:schemeClr>
                </a:solidFill>
                <a:effectLst/>
                <a:latin typeface="+mj-lt"/>
                <a:cs typeface="Aktiv Grotesk" pitchFamily="34" charset="0"/>
              </a:defRPr>
            </a:lvl1pPr>
          </a:lstStyle>
          <a:p>
            <a:r>
              <a:rPr lang="en-US" dirty="0"/>
              <a:t>Azure Costing Terminology</a:t>
            </a:r>
          </a:p>
        </p:txBody>
      </p:sp>
      <p:sp>
        <p:nvSpPr>
          <p:cNvPr id="36" name="Text Placeholder 3">
            <a:extLst>
              <a:ext uri="{FF2B5EF4-FFF2-40B4-BE49-F238E27FC236}">
                <a16:creationId xmlns:a16="http://schemas.microsoft.com/office/drawing/2014/main" id="{279E2203-5E6A-2940-CECE-2EB2473D9440}"/>
              </a:ext>
            </a:extLst>
          </p:cNvPr>
          <p:cNvSpPr txBox="1">
            <a:spLocks/>
          </p:cNvSpPr>
          <p:nvPr/>
        </p:nvSpPr>
        <p:spPr>
          <a:xfrm>
            <a:off x="545774" y="4437527"/>
            <a:ext cx="2145275" cy="216206"/>
          </a:xfrm>
          <a:prstGeom prst="rect">
            <a:avLst/>
          </a:prstGeom>
        </p:spPr>
        <p:txBody>
          <a:bodyPr vert="horz" wrap="square" lIns="0" tIns="0" rIns="0" bIns="0" rtlCol="0">
            <a:spAutoFit/>
          </a:bodyPr>
          <a:lstStyle>
            <a:lvl1pPr marL="0" marR="0" indent="0" algn="l" defTabSz="914192" rtl="0" eaLnBrk="1" fontAlgn="auto" latinLnBrk="0" hangingPunct="1">
              <a:lnSpc>
                <a:spcPts val="1765"/>
              </a:lnSpc>
              <a:spcBef>
                <a:spcPts val="0"/>
              </a:spcBef>
              <a:spcAft>
                <a:spcPts val="588"/>
              </a:spcAft>
              <a:buClrTx/>
              <a:buSzPct val="90000"/>
              <a:buFont typeface="Wingdings" panose="05000000000000000000" pitchFamily="2" charset="2"/>
              <a:buNone/>
              <a:tabLst/>
              <a:defRPr sz="1371" b="0" kern="1200" spc="0" baseline="0">
                <a:solidFill>
                  <a:schemeClr val="tx2"/>
                </a:solidFill>
                <a:latin typeface="+mj-lt"/>
                <a:ea typeface="+mn-ea"/>
                <a:cs typeface="+mn-cs"/>
              </a:defRPr>
            </a:lvl1pPr>
            <a:lvl2pPr marL="280067" marR="0" indent="-280067" algn="l" defTabSz="914192" rtl="0" eaLnBrk="1" fontAlgn="auto" latinLnBrk="0" hangingPunct="1">
              <a:lnSpc>
                <a:spcPts val="1765"/>
              </a:lnSpc>
              <a:spcBef>
                <a:spcPts val="0"/>
              </a:spcBef>
              <a:spcAft>
                <a:spcPts val="588"/>
              </a:spcAft>
              <a:buClrTx/>
              <a:buSzPct val="90000"/>
              <a:buFont typeface="Aktiv Grotesk" panose="020B0604020202020204" pitchFamily="34" charset="0"/>
              <a:buChar char="•"/>
              <a:tabLst/>
              <a:defRPr lang="en-US" sz="1371" kern="1200" spc="0" baseline="0" dirty="0">
                <a:solidFill>
                  <a:srgbClr val="000000"/>
                </a:solidFill>
                <a:latin typeface="+mn-lt"/>
                <a:ea typeface="+mn-ea"/>
                <a:cs typeface="+mn-cs"/>
              </a:defRPr>
            </a:lvl2pPr>
            <a:lvl3pPr marL="448107" marR="0" indent="0" algn="l" defTabSz="914192" rtl="0" eaLnBrk="1" fontAlgn="auto" latinLnBrk="0" hangingPunct="1">
              <a:lnSpc>
                <a:spcPct val="100000"/>
              </a:lnSpc>
              <a:spcBef>
                <a:spcPts val="0"/>
              </a:spcBef>
              <a:spcAft>
                <a:spcPts val="0"/>
              </a:spcAft>
              <a:buClrTx/>
              <a:buSzPct val="90000"/>
              <a:buFont typeface="Wingdings" panose="05000000000000000000" pitchFamily="2" charset="2"/>
              <a:buNone/>
              <a:tabLst/>
              <a:defRPr sz="1371" kern="1200" spc="0" baseline="0">
                <a:solidFill>
                  <a:schemeClr val="tx2"/>
                </a:solidFill>
                <a:latin typeface="+mj-lt"/>
                <a:ea typeface="+mn-ea"/>
                <a:cs typeface="+mn-cs"/>
              </a:defRPr>
            </a:lvl3pPr>
            <a:lvl4pPr marL="672161" marR="0" indent="0" algn="l" defTabSz="914192" rtl="0" eaLnBrk="1" fontAlgn="auto" latinLnBrk="0" hangingPunct="1">
              <a:lnSpc>
                <a:spcPct val="100000"/>
              </a:lnSpc>
              <a:spcBef>
                <a:spcPts val="0"/>
              </a:spcBef>
              <a:spcAft>
                <a:spcPts val="0"/>
              </a:spcAft>
              <a:buClrTx/>
              <a:buSzPct val="90000"/>
              <a:buFont typeface="Wingdings" panose="05000000000000000000" pitchFamily="2" charset="2"/>
              <a:buNone/>
              <a:tabLst/>
              <a:defRPr sz="1371" kern="1200" spc="0" baseline="0">
                <a:solidFill>
                  <a:srgbClr val="000000"/>
                </a:solidFill>
                <a:latin typeface="+mn-lt"/>
                <a:ea typeface="+mn-ea"/>
                <a:cs typeface="+mn-cs"/>
              </a:defRPr>
            </a:lvl4pPr>
            <a:lvl5pPr marL="896214" marR="0" indent="0" algn="l" defTabSz="914192" rtl="0" eaLnBrk="1" fontAlgn="auto" latinLnBrk="0" hangingPunct="1">
              <a:lnSpc>
                <a:spcPct val="100000"/>
              </a:lnSpc>
              <a:spcBef>
                <a:spcPts val="0"/>
              </a:spcBef>
              <a:spcAft>
                <a:spcPts val="0"/>
              </a:spcAft>
              <a:buClrTx/>
              <a:buSzPct val="90000"/>
              <a:buFont typeface="Wingdings" panose="05000000000000000000" pitchFamily="2" charset="2"/>
              <a:buNone/>
              <a:tabLst/>
              <a:defRPr sz="980" b="1" kern="1200" spc="0" baseline="0">
                <a:solidFill>
                  <a:srgbClr val="000000"/>
                </a:solidFill>
                <a:latin typeface="+mn-lt"/>
                <a:ea typeface="+mn-ea"/>
                <a:cs typeface="+mn-cs"/>
              </a:defRPr>
            </a:lvl5pPr>
            <a:lvl6pPr marL="2285477" indent="0" algn="l" defTabSz="914192" rtl="0" eaLnBrk="1" latinLnBrk="0" hangingPunct="1">
              <a:spcBef>
                <a:spcPct val="20000"/>
              </a:spcBef>
              <a:buFont typeface="Aktiv Grotesk" pitchFamily="34" charset="0"/>
              <a:buNone/>
              <a:defRPr sz="1961" kern="1200">
                <a:solidFill>
                  <a:schemeClr val="tx1"/>
                </a:solidFill>
                <a:latin typeface="+mn-lt"/>
                <a:ea typeface="+mn-ea"/>
                <a:cs typeface="+mn-cs"/>
              </a:defRPr>
            </a:lvl6pPr>
            <a:lvl7pPr marL="0" indent="0" algn="l" defTabSz="914192" rtl="0" eaLnBrk="1" latinLnBrk="0" hangingPunct="1">
              <a:lnSpc>
                <a:spcPct val="100000"/>
              </a:lnSpc>
              <a:spcBef>
                <a:spcPts val="0"/>
              </a:spcBef>
              <a:spcAft>
                <a:spcPts val="0"/>
              </a:spcAft>
              <a:buFont typeface="Aktiv Grotesk" pitchFamily="34" charset="0"/>
              <a:buNone/>
              <a:defRPr sz="980" kern="1200">
                <a:solidFill>
                  <a:srgbClr val="000000"/>
                </a:solidFill>
                <a:latin typeface="+mn-lt"/>
                <a:ea typeface="+mn-ea"/>
                <a:cs typeface="+mn-cs"/>
              </a:defRPr>
            </a:lvl7pPr>
            <a:lvl8pPr marL="3428219" indent="-228548" algn="l" defTabSz="914192" rtl="0" eaLnBrk="1" latinLnBrk="0" hangingPunct="1">
              <a:spcBef>
                <a:spcPct val="20000"/>
              </a:spcBef>
              <a:buFont typeface="Aktiv Grotesk" pitchFamily="34" charset="0"/>
              <a:buChar char="•"/>
              <a:defRPr sz="1961" kern="1200">
                <a:solidFill>
                  <a:schemeClr val="tx1"/>
                </a:solidFill>
                <a:latin typeface="+mn-lt"/>
                <a:ea typeface="+mn-ea"/>
                <a:cs typeface="+mn-cs"/>
              </a:defRPr>
            </a:lvl8pPr>
            <a:lvl9pPr marL="3885315" indent="-228548" algn="l" defTabSz="914192" rtl="0" eaLnBrk="1" latinLnBrk="0" hangingPunct="1">
              <a:spcBef>
                <a:spcPct val="20000"/>
              </a:spcBef>
              <a:buFont typeface="Aktiv Grotesk" pitchFamily="34" charset="0"/>
              <a:buChar char="•"/>
              <a:defRPr sz="1961" kern="1200">
                <a:solidFill>
                  <a:schemeClr val="tx1"/>
                </a:solidFill>
                <a:latin typeface="+mn-lt"/>
                <a:ea typeface="+mn-ea"/>
                <a:cs typeface="+mn-cs"/>
              </a:defRPr>
            </a:lvl9pPr>
          </a:lstStyle>
          <a:p>
            <a:pPr marL="0" marR="0" lvl="0" indent="0" algn="ctr" defTabSz="914192" rtl="0" eaLnBrk="1" fontAlgn="auto" latinLnBrk="0" hangingPunct="1">
              <a:lnSpc>
                <a:spcPts val="1765"/>
              </a:lnSpc>
              <a:spcBef>
                <a:spcPts val="0"/>
              </a:spcBef>
              <a:spcAft>
                <a:spcPts val="588"/>
              </a:spcAft>
              <a:buClrTx/>
              <a:buSzPct val="90000"/>
              <a:buFont typeface="Wingdings" panose="05000000000000000000" pitchFamily="2" charset="2"/>
              <a:buNone/>
              <a:tabLst/>
              <a:defRPr/>
            </a:pPr>
            <a:r>
              <a:rPr kumimoji="0" lang="en-GB" sz="1371" b="0" i="0" u="none" strike="noStrike" kern="1200" cap="none" spc="0" normalizeH="0" baseline="0" noProof="0" dirty="0">
                <a:ln>
                  <a:noFill/>
                </a:ln>
                <a:solidFill>
                  <a:srgbClr val="0078D3"/>
                </a:solidFill>
                <a:effectLst/>
                <a:uLnTx/>
                <a:uFillTx/>
                <a:latin typeface="Segoe UI Semibold"/>
                <a:ea typeface="+mn-ea"/>
                <a:cs typeface="+mn-cs"/>
              </a:rPr>
              <a:t>Pay-As-You-Go</a:t>
            </a:r>
          </a:p>
        </p:txBody>
      </p:sp>
      <p:sp>
        <p:nvSpPr>
          <p:cNvPr id="38" name="Text Placeholder 5">
            <a:extLst>
              <a:ext uri="{FF2B5EF4-FFF2-40B4-BE49-F238E27FC236}">
                <a16:creationId xmlns:a16="http://schemas.microsoft.com/office/drawing/2014/main" id="{42298D8A-0C5A-1CCB-0319-7DD28328189B}"/>
              </a:ext>
            </a:extLst>
          </p:cNvPr>
          <p:cNvSpPr txBox="1">
            <a:spLocks/>
          </p:cNvSpPr>
          <p:nvPr/>
        </p:nvSpPr>
        <p:spPr>
          <a:xfrm>
            <a:off x="6314004" y="4430481"/>
            <a:ext cx="2257146" cy="216206"/>
          </a:xfrm>
          <a:prstGeom prst="rect">
            <a:avLst/>
          </a:prstGeom>
        </p:spPr>
        <p:txBody>
          <a:bodyPr vert="horz" wrap="square" lIns="0" tIns="0" rIns="0" bIns="0" rtlCol="0">
            <a:spAutoFit/>
          </a:bodyPr>
          <a:lstStyle>
            <a:lvl1pPr marL="0" marR="0" indent="0" algn="l" defTabSz="914192" rtl="0" eaLnBrk="1" fontAlgn="auto" latinLnBrk="0" hangingPunct="1">
              <a:lnSpc>
                <a:spcPts val="1765"/>
              </a:lnSpc>
              <a:spcBef>
                <a:spcPts val="0"/>
              </a:spcBef>
              <a:spcAft>
                <a:spcPts val="588"/>
              </a:spcAft>
              <a:buClrTx/>
              <a:buSzPct val="90000"/>
              <a:buFont typeface="Wingdings" panose="05000000000000000000" pitchFamily="2" charset="2"/>
              <a:buNone/>
              <a:tabLst/>
              <a:defRPr sz="1371" b="0" kern="1200" spc="0" baseline="0">
                <a:solidFill>
                  <a:schemeClr val="tx2"/>
                </a:solidFill>
                <a:latin typeface="+mj-lt"/>
                <a:ea typeface="+mn-ea"/>
                <a:cs typeface="+mn-cs"/>
              </a:defRPr>
            </a:lvl1pPr>
            <a:lvl2pPr marL="280067" marR="0" indent="-280067" algn="l" defTabSz="914192" rtl="0" eaLnBrk="1" fontAlgn="auto" latinLnBrk="0" hangingPunct="1">
              <a:lnSpc>
                <a:spcPts val="1765"/>
              </a:lnSpc>
              <a:spcBef>
                <a:spcPts val="0"/>
              </a:spcBef>
              <a:spcAft>
                <a:spcPts val="588"/>
              </a:spcAft>
              <a:buClrTx/>
              <a:buSzPct val="90000"/>
              <a:buFont typeface="Aktiv Grotesk" panose="020B0604020202020204" pitchFamily="34" charset="0"/>
              <a:buChar char="•"/>
              <a:tabLst/>
              <a:defRPr lang="en-US" sz="1371" kern="1200" spc="0" baseline="0" dirty="0">
                <a:solidFill>
                  <a:srgbClr val="000000"/>
                </a:solidFill>
                <a:latin typeface="+mn-lt"/>
                <a:ea typeface="+mn-ea"/>
                <a:cs typeface="+mn-cs"/>
              </a:defRPr>
            </a:lvl2pPr>
            <a:lvl3pPr marL="448107" marR="0" indent="0" algn="l" defTabSz="914192" rtl="0" eaLnBrk="1" fontAlgn="auto" latinLnBrk="0" hangingPunct="1">
              <a:lnSpc>
                <a:spcPct val="100000"/>
              </a:lnSpc>
              <a:spcBef>
                <a:spcPts val="0"/>
              </a:spcBef>
              <a:spcAft>
                <a:spcPts val="0"/>
              </a:spcAft>
              <a:buClrTx/>
              <a:buSzPct val="90000"/>
              <a:buFont typeface="Wingdings" panose="05000000000000000000" pitchFamily="2" charset="2"/>
              <a:buNone/>
              <a:tabLst/>
              <a:defRPr sz="1371" kern="1200" spc="0" baseline="0">
                <a:solidFill>
                  <a:schemeClr val="tx2"/>
                </a:solidFill>
                <a:latin typeface="+mj-lt"/>
                <a:ea typeface="+mn-ea"/>
                <a:cs typeface="+mn-cs"/>
              </a:defRPr>
            </a:lvl3pPr>
            <a:lvl4pPr marL="672161" marR="0" indent="0" algn="l" defTabSz="914192" rtl="0" eaLnBrk="1" fontAlgn="auto" latinLnBrk="0" hangingPunct="1">
              <a:lnSpc>
                <a:spcPct val="100000"/>
              </a:lnSpc>
              <a:spcBef>
                <a:spcPts val="0"/>
              </a:spcBef>
              <a:spcAft>
                <a:spcPts val="0"/>
              </a:spcAft>
              <a:buClrTx/>
              <a:buSzPct val="90000"/>
              <a:buFont typeface="Wingdings" panose="05000000000000000000" pitchFamily="2" charset="2"/>
              <a:buNone/>
              <a:tabLst/>
              <a:defRPr sz="1371" kern="1200" spc="0" baseline="0">
                <a:solidFill>
                  <a:srgbClr val="000000"/>
                </a:solidFill>
                <a:latin typeface="+mn-lt"/>
                <a:ea typeface="+mn-ea"/>
                <a:cs typeface="+mn-cs"/>
              </a:defRPr>
            </a:lvl4pPr>
            <a:lvl5pPr marL="896214" marR="0" indent="0" algn="l" defTabSz="914192" rtl="0" eaLnBrk="1" fontAlgn="auto" latinLnBrk="0" hangingPunct="1">
              <a:lnSpc>
                <a:spcPct val="100000"/>
              </a:lnSpc>
              <a:spcBef>
                <a:spcPts val="0"/>
              </a:spcBef>
              <a:spcAft>
                <a:spcPts val="0"/>
              </a:spcAft>
              <a:buClrTx/>
              <a:buSzPct val="90000"/>
              <a:buFont typeface="Wingdings" panose="05000000000000000000" pitchFamily="2" charset="2"/>
              <a:buNone/>
              <a:tabLst/>
              <a:defRPr sz="980" b="1" kern="1200" spc="0" baseline="0">
                <a:solidFill>
                  <a:srgbClr val="000000"/>
                </a:solidFill>
                <a:latin typeface="+mn-lt"/>
                <a:ea typeface="+mn-ea"/>
                <a:cs typeface="+mn-cs"/>
              </a:defRPr>
            </a:lvl5pPr>
            <a:lvl6pPr marL="2285477" indent="0" algn="l" defTabSz="914192" rtl="0" eaLnBrk="1" latinLnBrk="0" hangingPunct="1">
              <a:spcBef>
                <a:spcPct val="20000"/>
              </a:spcBef>
              <a:buFont typeface="Aktiv Grotesk" pitchFamily="34" charset="0"/>
              <a:buNone/>
              <a:defRPr sz="1961" kern="1200">
                <a:solidFill>
                  <a:schemeClr val="tx1"/>
                </a:solidFill>
                <a:latin typeface="+mn-lt"/>
                <a:ea typeface="+mn-ea"/>
                <a:cs typeface="+mn-cs"/>
              </a:defRPr>
            </a:lvl6pPr>
            <a:lvl7pPr marL="0" indent="0" algn="l" defTabSz="914192" rtl="0" eaLnBrk="1" latinLnBrk="0" hangingPunct="1">
              <a:lnSpc>
                <a:spcPct val="100000"/>
              </a:lnSpc>
              <a:spcBef>
                <a:spcPts val="0"/>
              </a:spcBef>
              <a:spcAft>
                <a:spcPts val="0"/>
              </a:spcAft>
              <a:buFont typeface="Aktiv Grotesk" pitchFamily="34" charset="0"/>
              <a:buNone/>
              <a:defRPr sz="980" kern="1200">
                <a:solidFill>
                  <a:srgbClr val="000000"/>
                </a:solidFill>
                <a:latin typeface="+mn-lt"/>
                <a:ea typeface="+mn-ea"/>
                <a:cs typeface="+mn-cs"/>
              </a:defRPr>
            </a:lvl7pPr>
            <a:lvl8pPr marL="3428219" indent="-228548" algn="l" defTabSz="914192" rtl="0" eaLnBrk="1" latinLnBrk="0" hangingPunct="1">
              <a:spcBef>
                <a:spcPct val="20000"/>
              </a:spcBef>
              <a:buFont typeface="Aktiv Grotesk" pitchFamily="34" charset="0"/>
              <a:buChar char="•"/>
              <a:defRPr sz="1961" kern="1200">
                <a:solidFill>
                  <a:schemeClr val="tx1"/>
                </a:solidFill>
                <a:latin typeface="+mn-lt"/>
                <a:ea typeface="+mn-ea"/>
                <a:cs typeface="+mn-cs"/>
              </a:defRPr>
            </a:lvl8pPr>
            <a:lvl9pPr marL="3885315" indent="-228548" algn="l" defTabSz="914192" rtl="0" eaLnBrk="1" latinLnBrk="0" hangingPunct="1">
              <a:spcBef>
                <a:spcPct val="20000"/>
              </a:spcBef>
              <a:buFont typeface="Aktiv Grotesk" pitchFamily="34" charset="0"/>
              <a:buChar char="•"/>
              <a:defRPr sz="1961" kern="1200">
                <a:solidFill>
                  <a:schemeClr val="tx1"/>
                </a:solidFill>
                <a:latin typeface="+mn-lt"/>
                <a:ea typeface="+mn-ea"/>
                <a:cs typeface="+mn-cs"/>
              </a:defRPr>
            </a:lvl9pPr>
          </a:lstStyle>
          <a:p>
            <a:pPr marL="0" marR="0" lvl="0" indent="0" algn="ctr" defTabSz="914192" rtl="0" eaLnBrk="1" fontAlgn="auto" latinLnBrk="0" hangingPunct="1">
              <a:lnSpc>
                <a:spcPts val="1765"/>
              </a:lnSpc>
              <a:spcBef>
                <a:spcPts val="0"/>
              </a:spcBef>
              <a:spcAft>
                <a:spcPts val="588"/>
              </a:spcAft>
              <a:buClrTx/>
              <a:buSzPct val="90000"/>
              <a:buFont typeface="Wingdings" panose="05000000000000000000" pitchFamily="2" charset="2"/>
              <a:buNone/>
              <a:tabLst/>
              <a:defRPr/>
            </a:pPr>
            <a:r>
              <a:rPr kumimoji="0" lang="en-GB" sz="1371" b="0" i="0" u="none" strike="noStrike" kern="1200" cap="none" spc="0" normalizeH="0" baseline="0" noProof="0" dirty="0">
                <a:ln>
                  <a:noFill/>
                </a:ln>
                <a:solidFill>
                  <a:srgbClr val="0078D3"/>
                </a:solidFill>
                <a:effectLst/>
                <a:uLnTx/>
                <a:uFillTx/>
                <a:latin typeface="Segoe UI Semibold"/>
                <a:ea typeface="+mn-ea"/>
                <a:cs typeface="+mn-cs"/>
              </a:rPr>
              <a:t>Reserved Instances</a:t>
            </a:r>
          </a:p>
        </p:txBody>
      </p:sp>
      <p:sp>
        <p:nvSpPr>
          <p:cNvPr id="34" name="Text Placeholder 8">
            <a:extLst>
              <a:ext uri="{FF2B5EF4-FFF2-40B4-BE49-F238E27FC236}">
                <a16:creationId xmlns:a16="http://schemas.microsoft.com/office/drawing/2014/main" id="{96E37A6F-906A-8DFE-D6A7-4D70D5337294}"/>
              </a:ext>
            </a:extLst>
          </p:cNvPr>
          <p:cNvSpPr txBox="1">
            <a:spLocks/>
          </p:cNvSpPr>
          <p:nvPr/>
        </p:nvSpPr>
        <p:spPr>
          <a:xfrm>
            <a:off x="9148912" y="4807165"/>
            <a:ext cx="2257146" cy="905441"/>
          </a:xfrm>
          <a:prstGeom prst="rect">
            <a:avLst/>
          </a:prstGeom>
        </p:spPr>
        <p:txBody>
          <a:bodyPr vert="horz" lIns="0" tIns="0" rIns="0" bIns="0" rtlCol="0">
            <a:noAutofit/>
          </a:bodyPr>
          <a:lstStyle>
            <a:lvl1pPr marL="280067" indent="-280067" algn="l" defTabSz="911764" rtl="0" eaLnBrk="1" latinLnBrk="0" hangingPunct="1">
              <a:lnSpc>
                <a:spcPts val="1765"/>
              </a:lnSpc>
              <a:spcBef>
                <a:spcPts val="0"/>
              </a:spcBef>
              <a:buFont typeface="Aktiv Grotesk" panose="020B0604020202020204" pitchFamily="34" charset="0"/>
              <a:buChar char="•"/>
              <a:defRPr sz="1371" b="0" i="0" kern="1200" spc="0">
                <a:solidFill>
                  <a:srgbClr val="000000"/>
                </a:solidFill>
                <a:latin typeface="+mn-lt"/>
                <a:ea typeface="+mn-ea"/>
                <a:cs typeface="+mn-cs"/>
              </a:defRPr>
            </a:lvl1pPr>
            <a:lvl2pPr marL="0" indent="0" algn="l" defTabSz="911764" rtl="0" eaLnBrk="1" latinLnBrk="0" hangingPunct="1">
              <a:lnSpc>
                <a:spcPts val="1765"/>
              </a:lnSpc>
              <a:spcBef>
                <a:spcPts val="0"/>
              </a:spcBef>
              <a:buFont typeface="Aktiv Grotesk" panose="020B0604020202020204" pitchFamily="34" charset="0"/>
              <a:buNone/>
              <a:defRPr sz="1371" kern="1200">
                <a:solidFill>
                  <a:schemeClr val="tx1"/>
                </a:solidFill>
                <a:latin typeface="+mn-lt"/>
                <a:ea typeface="+mn-ea"/>
                <a:cs typeface="+mn-cs"/>
              </a:defRPr>
            </a:lvl2pPr>
            <a:lvl3pPr marL="448107" indent="0" algn="l" defTabSz="911764" rtl="0" eaLnBrk="1" latinLnBrk="0" hangingPunct="1">
              <a:lnSpc>
                <a:spcPct val="90000"/>
              </a:lnSpc>
              <a:spcBef>
                <a:spcPts val="499"/>
              </a:spcBef>
              <a:buFont typeface="Aktiv Grotesk" panose="020B0604020202020204" pitchFamily="34" charset="0"/>
              <a:buNone/>
              <a:defRPr sz="2000" kern="1200">
                <a:solidFill>
                  <a:schemeClr val="bg2"/>
                </a:solidFill>
                <a:latin typeface="+mn-lt"/>
                <a:ea typeface="+mn-ea"/>
                <a:cs typeface="+mn-cs"/>
              </a:defRPr>
            </a:lvl3pPr>
            <a:lvl4pPr marL="672161" indent="0" algn="l" defTabSz="911764" rtl="0" eaLnBrk="1" latinLnBrk="0" hangingPunct="1">
              <a:lnSpc>
                <a:spcPct val="90000"/>
              </a:lnSpc>
              <a:spcBef>
                <a:spcPts val="499"/>
              </a:spcBef>
              <a:buFont typeface="Aktiv Grotesk" panose="020B0604020202020204" pitchFamily="34" charset="0"/>
              <a:buNone/>
              <a:defRPr sz="1800" kern="1200">
                <a:solidFill>
                  <a:schemeClr val="bg2"/>
                </a:solidFill>
                <a:latin typeface="+mn-lt"/>
                <a:ea typeface="+mn-ea"/>
                <a:cs typeface="+mn-cs"/>
              </a:defRPr>
            </a:lvl4pPr>
            <a:lvl5pPr marL="896214" indent="0" algn="l" defTabSz="911764" rtl="0" eaLnBrk="1" latinLnBrk="0" hangingPunct="1">
              <a:lnSpc>
                <a:spcPct val="90000"/>
              </a:lnSpc>
              <a:spcBef>
                <a:spcPts val="499"/>
              </a:spcBef>
              <a:buFont typeface="Aktiv Grotesk" panose="020B0604020202020204" pitchFamily="34" charset="0"/>
              <a:buNone/>
              <a:defRPr sz="1800" kern="1200">
                <a:solidFill>
                  <a:schemeClr val="bg2"/>
                </a:solidFill>
                <a:latin typeface="+mn-lt"/>
                <a:ea typeface="+mn-ea"/>
                <a:cs typeface="+mn-cs"/>
              </a:defRPr>
            </a:lvl5pPr>
            <a:lvl6pPr marL="2507351" indent="-227941" algn="l" defTabSz="911764" rtl="0" eaLnBrk="1" latinLnBrk="0" hangingPunct="1">
              <a:lnSpc>
                <a:spcPct val="90000"/>
              </a:lnSpc>
              <a:spcBef>
                <a:spcPts val="499"/>
              </a:spcBef>
              <a:buFont typeface="Aktiv Grotesk" panose="020B0604020202020204" pitchFamily="34" charset="0"/>
              <a:buChar char="•"/>
              <a:defRPr sz="1795" kern="1200">
                <a:solidFill>
                  <a:schemeClr val="tx1"/>
                </a:solidFill>
                <a:latin typeface="+mn-lt"/>
                <a:ea typeface="+mn-ea"/>
                <a:cs typeface="+mn-cs"/>
              </a:defRPr>
            </a:lvl6pPr>
            <a:lvl7pPr marL="2963233" indent="-227941" algn="l" defTabSz="911764" rtl="0" eaLnBrk="1" latinLnBrk="0" hangingPunct="1">
              <a:lnSpc>
                <a:spcPct val="90000"/>
              </a:lnSpc>
              <a:spcBef>
                <a:spcPts val="499"/>
              </a:spcBef>
              <a:buFont typeface="Aktiv Grotesk" panose="020B0604020202020204" pitchFamily="34" charset="0"/>
              <a:buChar char="•"/>
              <a:defRPr sz="1795" kern="1200">
                <a:solidFill>
                  <a:schemeClr val="tx1"/>
                </a:solidFill>
                <a:latin typeface="+mn-lt"/>
                <a:ea typeface="+mn-ea"/>
                <a:cs typeface="+mn-cs"/>
              </a:defRPr>
            </a:lvl7pPr>
            <a:lvl8pPr marL="3419115" indent="-227941" algn="l" defTabSz="911764" rtl="0" eaLnBrk="1" latinLnBrk="0" hangingPunct="1">
              <a:lnSpc>
                <a:spcPct val="90000"/>
              </a:lnSpc>
              <a:spcBef>
                <a:spcPts val="499"/>
              </a:spcBef>
              <a:buFont typeface="Aktiv Grotesk" panose="020B0604020202020204" pitchFamily="34" charset="0"/>
              <a:buChar char="•"/>
              <a:defRPr sz="1795" kern="1200">
                <a:solidFill>
                  <a:schemeClr val="tx1"/>
                </a:solidFill>
                <a:latin typeface="+mn-lt"/>
                <a:ea typeface="+mn-ea"/>
                <a:cs typeface="+mn-cs"/>
              </a:defRPr>
            </a:lvl8pPr>
            <a:lvl9pPr marL="3874997" indent="-227941" algn="l" defTabSz="911764" rtl="0" eaLnBrk="1" latinLnBrk="0" hangingPunct="1">
              <a:lnSpc>
                <a:spcPct val="90000"/>
              </a:lnSpc>
              <a:spcBef>
                <a:spcPts val="499"/>
              </a:spcBef>
              <a:buFont typeface="Aktiv Grotesk" panose="020B0604020202020204" pitchFamily="34" charset="0"/>
              <a:buChar char="•"/>
              <a:defRPr sz="1795" kern="1200">
                <a:solidFill>
                  <a:schemeClr val="tx1"/>
                </a:solidFill>
                <a:latin typeface="+mn-lt"/>
                <a:ea typeface="+mn-ea"/>
                <a:cs typeface="+mn-cs"/>
              </a:defRPr>
            </a:lvl9pPr>
          </a:lstStyle>
          <a:p>
            <a:pPr marL="280067" marR="0" lvl="0" indent="-280067" algn="l" defTabSz="911764" rtl="0" eaLnBrk="1" fontAlgn="auto" latinLnBrk="0" hangingPunct="1">
              <a:lnSpc>
                <a:spcPts val="1765"/>
              </a:lnSpc>
              <a:spcBef>
                <a:spcPts val="0"/>
              </a:spcBef>
              <a:spcAft>
                <a:spcPts val="0"/>
              </a:spcAft>
              <a:buClrTx/>
              <a:buSzTx/>
              <a:buFont typeface="Aktiv Grotesk"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ktiv Grotesk"/>
                <a:ea typeface="+mn-ea"/>
                <a:cs typeface="+mn-cs"/>
              </a:rPr>
              <a:t>Get Windows Server and SQL Server Extended Security Updates for 3 more years at no additional charge, only in Azure.</a:t>
            </a:r>
          </a:p>
          <a:p>
            <a:pPr marL="280067" marR="0" lvl="0" indent="-280067" algn="l" defTabSz="911764" rtl="0" eaLnBrk="1" fontAlgn="auto" latinLnBrk="0" hangingPunct="1">
              <a:lnSpc>
                <a:spcPts val="1765"/>
              </a:lnSpc>
              <a:spcBef>
                <a:spcPts val="0"/>
              </a:spcBef>
              <a:spcAft>
                <a:spcPts val="0"/>
              </a:spcAft>
              <a:buClrTx/>
              <a:buSzTx/>
              <a:buFont typeface="Aktiv Grotesk" panose="020B0604020202020204" pitchFamily="34" charset="0"/>
              <a:buChar char="•"/>
              <a:tabLst/>
              <a:defRPr/>
            </a:pPr>
            <a:endParaRPr kumimoji="0" lang="en-GB" sz="1371" b="0" i="0" u="none" strike="noStrike" kern="1200" cap="none" spc="0" normalizeH="0" baseline="0" noProof="0" dirty="0">
              <a:ln>
                <a:noFill/>
              </a:ln>
              <a:solidFill>
                <a:srgbClr val="000000"/>
              </a:solidFill>
              <a:effectLst/>
              <a:uLnTx/>
              <a:uFillTx/>
              <a:latin typeface="Aktiv Grotesk"/>
              <a:ea typeface="+mn-ea"/>
              <a:cs typeface="+mn-cs"/>
            </a:endParaRPr>
          </a:p>
        </p:txBody>
      </p:sp>
      <p:sp>
        <p:nvSpPr>
          <p:cNvPr id="43" name="Text Placeholder 5">
            <a:extLst>
              <a:ext uri="{FF2B5EF4-FFF2-40B4-BE49-F238E27FC236}">
                <a16:creationId xmlns:a16="http://schemas.microsoft.com/office/drawing/2014/main" id="{4264D354-F863-2068-1AE7-58A584AAF22E}"/>
              </a:ext>
            </a:extLst>
          </p:cNvPr>
          <p:cNvSpPr txBox="1">
            <a:spLocks/>
          </p:cNvSpPr>
          <p:nvPr/>
        </p:nvSpPr>
        <p:spPr>
          <a:xfrm>
            <a:off x="9404625" y="4444786"/>
            <a:ext cx="2257146" cy="216206"/>
          </a:xfrm>
          <a:prstGeom prst="rect">
            <a:avLst/>
          </a:prstGeom>
        </p:spPr>
        <p:txBody>
          <a:bodyPr vert="horz" wrap="square" lIns="0" tIns="0" rIns="0" bIns="0" rtlCol="0">
            <a:spAutoFit/>
          </a:bodyPr>
          <a:lstStyle>
            <a:lvl1pPr marL="0" marR="0" indent="0" algn="l" defTabSz="914192" rtl="0" eaLnBrk="1" fontAlgn="auto" latinLnBrk="0" hangingPunct="1">
              <a:lnSpc>
                <a:spcPts val="1765"/>
              </a:lnSpc>
              <a:spcBef>
                <a:spcPts val="0"/>
              </a:spcBef>
              <a:spcAft>
                <a:spcPts val="588"/>
              </a:spcAft>
              <a:buClrTx/>
              <a:buSzPct val="90000"/>
              <a:buFont typeface="Wingdings" panose="05000000000000000000" pitchFamily="2" charset="2"/>
              <a:buNone/>
              <a:tabLst/>
              <a:defRPr sz="1371" b="0" kern="1200" spc="0" baseline="0">
                <a:solidFill>
                  <a:schemeClr val="tx2"/>
                </a:solidFill>
                <a:latin typeface="+mj-lt"/>
                <a:ea typeface="+mn-ea"/>
                <a:cs typeface="+mn-cs"/>
              </a:defRPr>
            </a:lvl1pPr>
            <a:lvl2pPr marL="280067" marR="0" indent="-280067" algn="l" defTabSz="914192" rtl="0" eaLnBrk="1" fontAlgn="auto" latinLnBrk="0" hangingPunct="1">
              <a:lnSpc>
                <a:spcPts val="1765"/>
              </a:lnSpc>
              <a:spcBef>
                <a:spcPts val="0"/>
              </a:spcBef>
              <a:spcAft>
                <a:spcPts val="588"/>
              </a:spcAft>
              <a:buClrTx/>
              <a:buSzPct val="90000"/>
              <a:buFont typeface="Aktiv Grotesk" panose="020B0604020202020204" pitchFamily="34" charset="0"/>
              <a:buChar char="•"/>
              <a:tabLst/>
              <a:defRPr lang="en-US" sz="1371" kern="1200" spc="0" baseline="0" dirty="0">
                <a:solidFill>
                  <a:srgbClr val="000000"/>
                </a:solidFill>
                <a:latin typeface="+mn-lt"/>
                <a:ea typeface="+mn-ea"/>
                <a:cs typeface="+mn-cs"/>
              </a:defRPr>
            </a:lvl2pPr>
            <a:lvl3pPr marL="448107" marR="0" indent="0" algn="l" defTabSz="914192" rtl="0" eaLnBrk="1" fontAlgn="auto" latinLnBrk="0" hangingPunct="1">
              <a:lnSpc>
                <a:spcPct val="100000"/>
              </a:lnSpc>
              <a:spcBef>
                <a:spcPts val="0"/>
              </a:spcBef>
              <a:spcAft>
                <a:spcPts val="0"/>
              </a:spcAft>
              <a:buClrTx/>
              <a:buSzPct val="90000"/>
              <a:buFont typeface="Wingdings" panose="05000000000000000000" pitchFamily="2" charset="2"/>
              <a:buNone/>
              <a:tabLst/>
              <a:defRPr sz="1371" kern="1200" spc="0" baseline="0">
                <a:solidFill>
                  <a:schemeClr val="tx2"/>
                </a:solidFill>
                <a:latin typeface="+mj-lt"/>
                <a:ea typeface="+mn-ea"/>
                <a:cs typeface="+mn-cs"/>
              </a:defRPr>
            </a:lvl3pPr>
            <a:lvl4pPr marL="672161" marR="0" indent="0" algn="l" defTabSz="914192" rtl="0" eaLnBrk="1" fontAlgn="auto" latinLnBrk="0" hangingPunct="1">
              <a:lnSpc>
                <a:spcPct val="100000"/>
              </a:lnSpc>
              <a:spcBef>
                <a:spcPts val="0"/>
              </a:spcBef>
              <a:spcAft>
                <a:spcPts val="0"/>
              </a:spcAft>
              <a:buClrTx/>
              <a:buSzPct val="90000"/>
              <a:buFont typeface="Wingdings" panose="05000000000000000000" pitchFamily="2" charset="2"/>
              <a:buNone/>
              <a:tabLst/>
              <a:defRPr sz="1371" kern="1200" spc="0" baseline="0">
                <a:solidFill>
                  <a:srgbClr val="000000"/>
                </a:solidFill>
                <a:latin typeface="+mn-lt"/>
                <a:ea typeface="+mn-ea"/>
                <a:cs typeface="+mn-cs"/>
              </a:defRPr>
            </a:lvl4pPr>
            <a:lvl5pPr marL="896214" marR="0" indent="0" algn="l" defTabSz="914192" rtl="0" eaLnBrk="1" fontAlgn="auto" latinLnBrk="0" hangingPunct="1">
              <a:lnSpc>
                <a:spcPct val="100000"/>
              </a:lnSpc>
              <a:spcBef>
                <a:spcPts val="0"/>
              </a:spcBef>
              <a:spcAft>
                <a:spcPts val="0"/>
              </a:spcAft>
              <a:buClrTx/>
              <a:buSzPct val="90000"/>
              <a:buFont typeface="Wingdings" panose="05000000000000000000" pitchFamily="2" charset="2"/>
              <a:buNone/>
              <a:tabLst/>
              <a:defRPr sz="980" b="1" kern="1200" spc="0" baseline="0">
                <a:solidFill>
                  <a:srgbClr val="000000"/>
                </a:solidFill>
                <a:latin typeface="+mn-lt"/>
                <a:ea typeface="+mn-ea"/>
                <a:cs typeface="+mn-cs"/>
              </a:defRPr>
            </a:lvl5pPr>
            <a:lvl6pPr marL="2285477" indent="0" algn="l" defTabSz="914192" rtl="0" eaLnBrk="1" latinLnBrk="0" hangingPunct="1">
              <a:spcBef>
                <a:spcPct val="20000"/>
              </a:spcBef>
              <a:buFont typeface="Aktiv Grotesk" pitchFamily="34" charset="0"/>
              <a:buNone/>
              <a:defRPr sz="1961" kern="1200">
                <a:solidFill>
                  <a:schemeClr val="tx1"/>
                </a:solidFill>
                <a:latin typeface="+mn-lt"/>
                <a:ea typeface="+mn-ea"/>
                <a:cs typeface="+mn-cs"/>
              </a:defRPr>
            </a:lvl6pPr>
            <a:lvl7pPr marL="0" indent="0" algn="l" defTabSz="914192" rtl="0" eaLnBrk="1" latinLnBrk="0" hangingPunct="1">
              <a:lnSpc>
                <a:spcPct val="100000"/>
              </a:lnSpc>
              <a:spcBef>
                <a:spcPts val="0"/>
              </a:spcBef>
              <a:spcAft>
                <a:spcPts val="0"/>
              </a:spcAft>
              <a:buFont typeface="Aktiv Grotesk" pitchFamily="34" charset="0"/>
              <a:buNone/>
              <a:defRPr sz="980" kern="1200">
                <a:solidFill>
                  <a:srgbClr val="000000"/>
                </a:solidFill>
                <a:latin typeface="+mn-lt"/>
                <a:ea typeface="+mn-ea"/>
                <a:cs typeface="+mn-cs"/>
              </a:defRPr>
            </a:lvl7pPr>
            <a:lvl8pPr marL="3428219" indent="-228548" algn="l" defTabSz="914192" rtl="0" eaLnBrk="1" latinLnBrk="0" hangingPunct="1">
              <a:spcBef>
                <a:spcPct val="20000"/>
              </a:spcBef>
              <a:buFont typeface="Aktiv Grotesk" pitchFamily="34" charset="0"/>
              <a:buChar char="•"/>
              <a:defRPr sz="1961" kern="1200">
                <a:solidFill>
                  <a:schemeClr val="tx1"/>
                </a:solidFill>
                <a:latin typeface="+mn-lt"/>
                <a:ea typeface="+mn-ea"/>
                <a:cs typeface="+mn-cs"/>
              </a:defRPr>
            </a:lvl8pPr>
            <a:lvl9pPr marL="3885315" indent="-228548" algn="l" defTabSz="914192" rtl="0" eaLnBrk="1" latinLnBrk="0" hangingPunct="1">
              <a:spcBef>
                <a:spcPct val="20000"/>
              </a:spcBef>
              <a:buFont typeface="Aktiv Grotesk" pitchFamily="34" charset="0"/>
              <a:buChar char="•"/>
              <a:defRPr sz="1961" kern="1200">
                <a:solidFill>
                  <a:schemeClr val="tx1"/>
                </a:solidFill>
                <a:latin typeface="+mn-lt"/>
                <a:ea typeface="+mn-ea"/>
                <a:cs typeface="+mn-cs"/>
              </a:defRPr>
            </a:lvl9pPr>
          </a:lstStyle>
          <a:p>
            <a:pPr marL="0" marR="0" lvl="0" indent="0" algn="ctr" defTabSz="914192" rtl="0" eaLnBrk="1" fontAlgn="auto" latinLnBrk="0" hangingPunct="1">
              <a:lnSpc>
                <a:spcPts val="1765"/>
              </a:lnSpc>
              <a:spcBef>
                <a:spcPts val="0"/>
              </a:spcBef>
              <a:spcAft>
                <a:spcPts val="588"/>
              </a:spcAft>
              <a:buClrTx/>
              <a:buSzPct val="90000"/>
              <a:buFont typeface="Wingdings" panose="05000000000000000000" pitchFamily="2" charset="2"/>
              <a:buNone/>
              <a:tabLst/>
              <a:defRPr/>
            </a:pPr>
            <a:r>
              <a:rPr kumimoji="0" lang="en-GB" sz="1371" b="0" i="0" u="none" strike="noStrike" kern="1200" cap="none" spc="0" normalizeH="0" baseline="0" noProof="0" dirty="0">
                <a:ln>
                  <a:noFill/>
                </a:ln>
                <a:solidFill>
                  <a:srgbClr val="0078D3"/>
                </a:solidFill>
                <a:effectLst/>
                <a:uLnTx/>
                <a:uFillTx/>
                <a:latin typeface="Segoe UI Semibold"/>
                <a:ea typeface="+mn-ea"/>
                <a:cs typeface="+mn-cs"/>
              </a:rPr>
              <a:t>Extended Support</a:t>
            </a:r>
          </a:p>
        </p:txBody>
      </p:sp>
      <p:pic>
        <p:nvPicPr>
          <p:cNvPr id="62" name="Graphic 61" descr="Icon of gears">
            <a:extLst>
              <a:ext uri="{FF2B5EF4-FFF2-40B4-BE49-F238E27FC236}">
                <a16:creationId xmlns:a16="http://schemas.microsoft.com/office/drawing/2014/main" id="{86DC8B30-827E-895F-E277-9C45D7ED557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270564" y="4392901"/>
            <a:ext cx="446472" cy="414652"/>
          </a:xfrm>
          <a:prstGeom prst="rect">
            <a:avLst/>
          </a:prstGeom>
        </p:spPr>
      </p:pic>
      <p:pic>
        <p:nvPicPr>
          <p:cNvPr id="2" name="Picture 1" descr="A close up of a logo&#10;&#10;Description automatically generated">
            <a:extLst>
              <a:ext uri="{FF2B5EF4-FFF2-40B4-BE49-F238E27FC236}">
                <a16:creationId xmlns:a16="http://schemas.microsoft.com/office/drawing/2014/main" id="{B9D399CA-4A32-B40B-1A4A-8441D7EBA2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24955" y="6296773"/>
            <a:ext cx="2867045" cy="561227"/>
          </a:xfrm>
          <a:prstGeom prst="rect">
            <a:avLst/>
          </a:prstGeom>
        </p:spPr>
      </p:pic>
    </p:spTree>
    <p:extLst>
      <p:ext uri="{BB962C8B-B14F-4D97-AF65-F5344CB8AC3E}">
        <p14:creationId xmlns:p14="http://schemas.microsoft.com/office/powerpoint/2010/main" val="9182992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anim calcmode="lin" valueType="num">
                                      <p:cBhvr additive="base">
                                        <p:cTn id="15" dur="500" fill="hold"/>
                                        <p:tgtEl>
                                          <p:spTgt spid="36"/>
                                        </p:tgtEl>
                                        <p:attrNameLst>
                                          <p:attrName>ppt_x</p:attrName>
                                        </p:attrNameLst>
                                      </p:cBhvr>
                                      <p:tavLst>
                                        <p:tav tm="0">
                                          <p:val>
                                            <p:strVal val="#ppt_x"/>
                                          </p:val>
                                        </p:tav>
                                        <p:tav tm="100000">
                                          <p:val>
                                            <p:strVal val="#ppt_x"/>
                                          </p:val>
                                        </p:tav>
                                      </p:tavLst>
                                    </p:anim>
                                    <p:anim calcmode="lin" valueType="num">
                                      <p:cBhvr additive="base">
                                        <p:cTn id="16"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8">
                                            <p:txEl>
                                              <p:pRg st="0" end="0"/>
                                            </p:txEl>
                                          </p:spTgt>
                                        </p:tgtEl>
                                        <p:attrNameLst>
                                          <p:attrName>style.visibility</p:attrName>
                                        </p:attrNameLst>
                                      </p:cBhvr>
                                      <p:to>
                                        <p:strVal val="visible"/>
                                      </p:to>
                                    </p:set>
                                    <p:anim calcmode="lin" valueType="num">
                                      <p:cBhvr additive="base">
                                        <p:cTn id="21"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8">
                                            <p:txEl>
                                              <p:pRg st="0" end="0"/>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ppt_x"/>
                                          </p:val>
                                        </p:tav>
                                        <p:tav tm="100000">
                                          <p:val>
                                            <p:strVal val="#ppt_x"/>
                                          </p:val>
                                        </p:tav>
                                      </p:tavLst>
                                    </p:anim>
                                    <p:anim calcmode="lin" valueType="num">
                                      <p:cBhvr additive="base">
                                        <p:cTn id="26" dur="500" fill="hold"/>
                                        <p:tgtEl>
                                          <p:spTgt spid="15"/>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5">
                                            <p:txEl>
                                              <p:pRg st="0" end="0"/>
                                            </p:txEl>
                                          </p:spTgt>
                                        </p:tgtEl>
                                        <p:attrNameLst>
                                          <p:attrName>style.visibility</p:attrName>
                                        </p:attrNameLst>
                                      </p:cBhvr>
                                      <p:to>
                                        <p:strVal val="visible"/>
                                      </p:to>
                                    </p:set>
                                    <p:anim calcmode="lin" valueType="num">
                                      <p:cBhvr additive="base">
                                        <p:cTn id="29"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9">
                                            <p:txEl>
                                              <p:pRg st="0" end="0"/>
                                            </p:txEl>
                                          </p:spTgt>
                                        </p:tgtEl>
                                        <p:attrNameLst>
                                          <p:attrName>style.visibility</p:attrName>
                                        </p:attrNameLst>
                                      </p:cBhvr>
                                      <p:to>
                                        <p:strVal val="visible"/>
                                      </p:to>
                                    </p:set>
                                    <p:anim calcmode="lin" valueType="num">
                                      <p:cBhvr additive="base">
                                        <p:cTn id="35"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9">
                                            <p:txEl>
                                              <p:pRg st="0" end="0"/>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anim calcmode="lin" valueType="num">
                                      <p:cBhvr additive="base">
                                        <p:cTn id="39" dur="500" fill="hold"/>
                                        <p:tgtEl>
                                          <p:spTgt spid="21"/>
                                        </p:tgtEl>
                                        <p:attrNameLst>
                                          <p:attrName>ppt_x</p:attrName>
                                        </p:attrNameLst>
                                      </p:cBhvr>
                                      <p:tavLst>
                                        <p:tav tm="0">
                                          <p:val>
                                            <p:strVal val="#ppt_x"/>
                                          </p:val>
                                        </p:tav>
                                        <p:tav tm="100000">
                                          <p:val>
                                            <p:strVal val="#ppt_x"/>
                                          </p:val>
                                        </p:tav>
                                      </p:tavLst>
                                    </p:anim>
                                    <p:anim calcmode="lin" valueType="num">
                                      <p:cBhvr additive="base">
                                        <p:cTn id="40" dur="500" fill="hold"/>
                                        <p:tgtEl>
                                          <p:spTgt spid="21"/>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8"/>
                                        </p:tgtEl>
                                        <p:attrNameLst>
                                          <p:attrName>style.visibility</p:attrName>
                                        </p:attrNameLst>
                                      </p:cBhvr>
                                      <p:to>
                                        <p:strVal val="visible"/>
                                      </p:to>
                                    </p:set>
                                    <p:anim calcmode="lin" valueType="num">
                                      <p:cBhvr additive="base">
                                        <p:cTn id="43" dur="500" fill="hold"/>
                                        <p:tgtEl>
                                          <p:spTgt spid="38"/>
                                        </p:tgtEl>
                                        <p:attrNameLst>
                                          <p:attrName>ppt_x</p:attrName>
                                        </p:attrNameLst>
                                      </p:cBhvr>
                                      <p:tavLst>
                                        <p:tav tm="0">
                                          <p:val>
                                            <p:strVal val="#ppt_x"/>
                                          </p:val>
                                        </p:tav>
                                        <p:tav tm="100000">
                                          <p:val>
                                            <p:strVal val="#ppt_x"/>
                                          </p:val>
                                        </p:tav>
                                      </p:tavLst>
                                    </p:anim>
                                    <p:anim calcmode="lin" valueType="num">
                                      <p:cBhvr additive="base">
                                        <p:cTn id="44"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4"/>
                                        </p:tgtEl>
                                        <p:attrNameLst>
                                          <p:attrName>style.visibility</p:attrName>
                                        </p:attrNameLst>
                                      </p:cBhvr>
                                      <p:to>
                                        <p:strVal val="visible"/>
                                      </p:to>
                                    </p:set>
                                    <p:anim calcmode="lin" valueType="num">
                                      <p:cBhvr additive="base">
                                        <p:cTn id="49" dur="500" fill="hold"/>
                                        <p:tgtEl>
                                          <p:spTgt spid="34"/>
                                        </p:tgtEl>
                                        <p:attrNameLst>
                                          <p:attrName>ppt_x</p:attrName>
                                        </p:attrNameLst>
                                      </p:cBhvr>
                                      <p:tavLst>
                                        <p:tav tm="0">
                                          <p:val>
                                            <p:strVal val="#ppt_x"/>
                                          </p:val>
                                        </p:tav>
                                        <p:tav tm="100000">
                                          <p:val>
                                            <p:strVal val="#ppt_x"/>
                                          </p:val>
                                        </p:tav>
                                      </p:tavLst>
                                    </p:anim>
                                    <p:anim calcmode="lin" valueType="num">
                                      <p:cBhvr additive="base">
                                        <p:cTn id="50" dur="500" fill="hold"/>
                                        <p:tgtEl>
                                          <p:spTgt spid="34"/>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43"/>
                                        </p:tgtEl>
                                        <p:attrNameLst>
                                          <p:attrName>style.visibility</p:attrName>
                                        </p:attrNameLst>
                                      </p:cBhvr>
                                      <p:to>
                                        <p:strVal val="visible"/>
                                      </p:to>
                                    </p:set>
                                    <p:anim calcmode="lin" valueType="num">
                                      <p:cBhvr additive="base">
                                        <p:cTn id="53" dur="500" fill="hold"/>
                                        <p:tgtEl>
                                          <p:spTgt spid="43"/>
                                        </p:tgtEl>
                                        <p:attrNameLst>
                                          <p:attrName>ppt_x</p:attrName>
                                        </p:attrNameLst>
                                      </p:cBhvr>
                                      <p:tavLst>
                                        <p:tav tm="0">
                                          <p:val>
                                            <p:strVal val="#ppt_x"/>
                                          </p:val>
                                        </p:tav>
                                        <p:tav tm="100000">
                                          <p:val>
                                            <p:strVal val="#ppt_x"/>
                                          </p:val>
                                        </p:tav>
                                      </p:tavLst>
                                    </p:anim>
                                    <p:anim calcmode="lin" valueType="num">
                                      <p:cBhvr additive="base">
                                        <p:cTn id="54" dur="500" fill="hold"/>
                                        <p:tgtEl>
                                          <p:spTgt spid="43"/>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62"/>
                                        </p:tgtEl>
                                        <p:attrNameLst>
                                          <p:attrName>style.visibility</p:attrName>
                                        </p:attrNameLst>
                                      </p:cBhvr>
                                      <p:to>
                                        <p:strVal val="visible"/>
                                      </p:to>
                                    </p:set>
                                    <p:anim calcmode="lin" valueType="num">
                                      <p:cBhvr additive="base">
                                        <p:cTn id="57" dur="500" fill="hold"/>
                                        <p:tgtEl>
                                          <p:spTgt spid="62"/>
                                        </p:tgtEl>
                                        <p:attrNameLst>
                                          <p:attrName>ppt_x</p:attrName>
                                        </p:attrNameLst>
                                      </p:cBhvr>
                                      <p:tavLst>
                                        <p:tav tm="0">
                                          <p:val>
                                            <p:strVal val="#ppt_x"/>
                                          </p:val>
                                        </p:tav>
                                        <p:tav tm="100000">
                                          <p:val>
                                            <p:strVal val="#ppt_x"/>
                                          </p:val>
                                        </p:tav>
                                      </p:tavLst>
                                    </p:anim>
                                    <p:anim calcmode="lin" valueType="num">
                                      <p:cBhvr additive="base">
                                        <p:cTn id="58" dur="500" fill="hold"/>
                                        <p:tgtEl>
                                          <p:spTgt spid="6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7" grpId="0" build="p"/>
      <p:bldP spid="8" grpId="0" build="p"/>
      <p:bldP spid="9" grpId="0" build="p"/>
      <p:bldP spid="36" grpId="0"/>
      <p:bldP spid="38" grpId="0"/>
      <p:bldP spid="34" grpId="0"/>
      <p:bldP spid="4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7875F-744D-55BF-945F-FEB884D97B38}"/>
              </a:ext>
            </a:extLst>
          </p:cNvPr>
          <p:cNvSpPr>
            <a:spLocks noGrp="1"/>
          </p:cNvSpPr>
          <p:nvPr>
            <p:ph type="title"/>
          </p:nvPr>
        </p:nvSpPr>
        <p:spPr>
          <a:xfrm>
            <a:off x="442765" y="487882"/>
            <a:ext cx="11306469" cy="403137"/>
          </a:xfrm>
        </p:spPr>
        <p:txBody>
          <a:bodyPr vert="horz" wrap="square" lIns="0" tIns="91440" rIns="146304" bIns="91440" rtlCol="0" anchor="ctr">
            <a:noAutofit/>
          </a:bodyPr>
          <a:lstStyle/>
          <a:p>
            <a:pPr>
              <a:lnSpc>
                <a:spcPct val="90000"/>
              </a:lnSpc>
            </a:pPr>
            <a:r>
              <a:rPr lang="en-US" sz="3200" dirty="0">
                <a:solidFill>
                  <a:schemeClr val="tx2">
                    <a:lumMod val="50000"/>
                  </a:schemeClr>
                </a:solidFill>
              </a:rPr>
              <a:t>L</a:t>
            </a:r>
            <a:r>
              <a:rPr lang="en-GB" sz="3200" dirty="0" err="1">
                <a:solidFill>
                  <a:schemeClr val="tx2">
                    <a:lumMod val="50000"/>
                  </a:schemeClr>
                </a:solidFill>
              </a:rPr>
              <a:t>ift</a:t>
            </a:r>
            <a:r>
              <a:rPr lang="en-GB" sz="3200" dirty="0">
                <a:solidFill>
                  <a:schemeClr val="tx2">
                    <a:lumMod val="50000"/>
                  </a:schemeClr>
                </a:solidFill>
              </a:rPr>
              <a:t> &amp; Re-size Approach – Azure TCO</a:t>
            </a:r>
          </a:p>
        </p:txBody>
      </p:sp>
      <p:graphicFrame>
        <p:nvGraphicFramePr>
          <p:cNvPr id="11" name="Table 10">
            <a:extLst>
              <a:ext uri="{FF2B5EF4-FFF2-40B4-BE49-F238E27FC236}">
                <a16:creationId xmlns:a16="http://schemas.microsoft.com/office/drawing/2014/main" id="{AC9BC096-670B-B868-0AB4-DAF67921AB6A}"/>
              </a:ext>
            </a:extLst>
          </p:cNvPr>
          <p:cNvGraphicFramePr>
            <a:graphicFrameLocks noGrp="1"/>
          </p:cNvGraphicFramePr>
          <p:nvPr>
            <p:extLst>
              <p:ext uri="{D42A27DB-BD31-4B8C-83A1-F6EECF244321}">
                <p14:modId xmlns:p14="http://schemas.microsoft.com/office/powerpoint/2010/main" val="1552733980"/>
              </p:ext>
            </p:extLst>
          </p:nvPr>
        </p:nvGraphicFramePr>
        <p:xfrm>
          <a:off x="1723010" y="1266811"/>
          <a:ext cx="8609080" cy="1587726"/>
        </p:xfrm>
        <a:graphic>
          <a:graphicData uri="http://schemas.openxmlformats.org/drawingml/2006/table">
            <a:tbl>
              <a:tblPr firstRow="1" firstCol="1" lastRow="1">
                <a:tableStyleId>{5FD0F851-EC5A-4D38-B0AD-8093EC10F338}</a:tableStyleId>
              </a:tblPr>
              <a:tblGrid>
                <a:gridCol w="2152270">
                  <a:extLst>
                    <a:ext uri="{9D8B030D-6E8A-4147-A177-3AD203B41FA5}">
                      <a16:colId xmlns:a16="http://schemas.microsoft.com/office/drawing/2014/main" val="1023898131"/>
                    </a:ext>
                  </a:extLst>
                </a:gridCol>
                <a:gridCol w="2152270">
                  <a:extLst>
                    <a:ext uri="{9D8B030D-6E8A-4147-A177-3AD203B41FA5}">
                      <a16:colId xmlns:a16="http://schemas.microsoft.com/office/drawing/2014/main" val="1045525629"/>
                    </a:ext>
                  </a:extLst>
                </a:gridCol>
                <a:gridCol w="2152270">
                  <a:extLst>
                    <a:ext uri="{9D8B030D-6E8A-4147-A177-3AD203B41FA5}">
                      <a16:colId xmlns:a16="http://schemas.microsoft.com/office/drawing/2014/main" val="4170505599"/>
                    </a:ext>
                  </a:extLst>
                </a:gridCol>
                <a:gridCol w="2152270">
                  <a:extLst>
                    <a:ext uri="{9D8B030D-6E8A-4147-A177-3AD203B41FA5}">
                      <a16:colId xmlns:a16="http://schemas.microsoft.com/office/drawing/2014/main" val="2405867461"/>
                    </a:ext>
                  </a:extLst>
                </a:gridCol>
              </a:tblGrid>
              <a:tr h="653634">
                <a:tc>
                  <a:txBody>
                    <a:bodyPr/>
                    <a:lstStyle/>
                    <a:p>
                      <a:pPr algn="ctr" fontAlgn="b"/>
                      <a:r>
                        <a:rPr kumimoji="0" lang="en-US" sz="1371" b="0" i="0" u="none" strike="noStrike" kern="1200" cap="none" spc="0" normalizeH="0" baseline="0" dirty="0">
                          <a:ln>
                            <a:noFill/>
                          </a:ln>
                          <a:solidFill>
                            <a:srgbClr val="0078D3"/>
                          </a:solidFill>
                          <a:effectLst/>
                          <a:uLnTx/>
                          <a:uFillTx/>
                          <a:latin typeface="Segoe UI Semibold"/>
                          <a:ea typeface="+mn-ea"/>
                          <a:cs typeface="+mn-cs"/>
                        </a:rPr>
                        <a:t>AHUB Applied</a:t>
                      </a:r>
                    </a:p>
                  </a:txBody>
                  <a:tcPr marL="5443" marR="5443" marT="5443" marB="0" anchor="ctr"/>
                </a:tc>
                <a:tc>
                  <a:txBody>
                    <a:bodyPr/>
                    <a:lstStyle/>
                    <a:p>
                      <a:pPr algn="ctr" fontAlgn="b"/>
                      <a:r>
                        <a:rPr lang="en-US" sz="1400" b="1" u="none" strike="noStrike" dirty="0">
                          <a:solidFill>
                            <a:srgbClr val="000000"/>
                          </a:solidFill>
                          <a:effectLst/>
                        </a:rPr>
                        <a:t>PAYG</a:t>
                      </a:r>
                      <a:endParaRPr lang="en-US" sz="1400" b="1" i="0" u="none" strike="noStrike" dirty="0">
                        <a:solidFill>
                          <a:srgbClr val="000000"/>
                        </a:solidFill>
                        <a:effectLst/>
                        <a:latin typeface="Aktiv Grotesk" panose="020F0502020204030204" pitchFamily="34" charset="0"/>
                      </a:endParaRPr>
                    </a:p>
                  </a:txBody>
                  <a:tcPr marL="5443" marR="5443" marT="5443" marB="0" anchor="ctr"/>
                </a:tc>
                <a:tc>
                  <a:txBody>
                    <a:bodyPr/>
                    <a:lstStyle/>
                    <a:p>
                      <a:pPr algn="ctr" fontAlgn="b"/>
                      <a:r>
                        <a:rPr lang="en-US" sz="1400" b="1" u="none" strike="noStrike" dirty="0">
                          <a:solidFill>
                            <a:srgbClr val="000000"/>
                          </a:solidFill>
                          <a:effectLst/>
                        </a:rPr>
                        <a:t>1 Year SP</a:t>
                      </a:r>
                      <a:endParaRPr lang="en-US" sz="1400" b="1" i="0" u="none" strike="noStrike" dirty="0">
                        <a:solidFill>
                          <a:srgbClr val="000000"/>
                        </a:solidFill>
                        <a:effectLst/>
                        <a:latin typeface="Aktiv Grotesk" panose="020F0502020204030204" pitchFamily="34" charset="0"/>
                      </a:endParaRPr>
                    </a:p>
                  </a:txBody>
                  <a:tcPr marL="5443" marR="5443" marT="5443" marB="0" anchor="ctr"/>
                </a:tc>
                <a:tc>
                  <a:txBody>
                    <a:bodyPr/>
                    <a:lstStyle/>
                    <a:p>
                      <a:pPr algn="ctr" fontAlgn="b"/>
                      <a:r>
                        <a:rPr lang="en-US" sz="1400" b="1" u="none" strike="noStrike" dirty="0">
                          <a:solidFill>
                            <a:srgbClr val="000000"/>
                          </a:solidFill>
                          <a:effectLst/>
                        </a:rPr>
                        <a:t>3 Years SP</a:t>
                      </a:r>
                      <a:endParaRPr lang="en-US" sz="1400" b="1" i="0" u="none" strike="noStrike" dirty="0">
                        <a:solidFill>
                          <a:srgbClr val="000000"/>
                        </a:solidFill>
                        <a:effectLst/>
                        <a:latin typeface="Aktiv Grotesk" panose="020F0502020204030204" pitchFamily="34" charset="0"/>
                      </a:endParaRPr>
                    </a:p>
                  </a:txBody>
                  <a:tcPr marL="5443" marR="5443" marT="5443" marB="0" anchor="ctr"/>
                </a:tc>
                <a:extLst>
                  <a:ext uri="{0D108BD9-81ED-4DB2-BD59-A6C34878D82A}">
                    <a16:rowId xmlns:a16="http://schemas.microsoft.com/office/drawing/2014/main" val="2753449208"/>
                  </a:ext>
                </a:extLst>
              </a:tr>
              <a:tr h="355521">
                <a:tc>
                  <a:txBody>
                    <a:bodyPr/>
                    <a:lstStyle/>
                    <a:p>
                      <a:pPr algn="l" fontAlgn="b"/>
                      <a:r>
                        <a:rPr lang="en-US" sz="1400" b="1" u="none" strike="noStrike" dirty="0">
                          <a:solidFill>
                            <a:srgbClr val="000000"/>
                          </a:solidFill>
                          <a:effectLst/>
                        </a:rPr>
                        <a:t>Compute</a:t>
                      </a:r>
                      <a:endParaRPr lang="en-US" sz="1400" b="1" i="0" u="none" strike="noStrike" dirty="0">
                        <a:solidFill>
                          <a:srgbClr val="000000"/>
                        </a:solidFill>
                        <a:effectLst/>
                        <a:latin typeface="Aktiv Grotesk" panose="020F0502020204030204" pitchFamily="34" charset="0"/>
                      </a:endParaRPr>
                    </a:p>
                  </a:txBody>
                  <a:tcPr marL="5443" marR="5443" marT="5443" marB="0" anchor="ctr"/>
                </a:tc>
                <a:tc>
                  <a:txBody>
                    <a:bodyPr/>
                    <a:lstStyle/>
                    <a:p>
                      <a:pPr algn="ctr" fontAlgn="t"/>
                      <a:r>
                        <a:rPr lang="en-GB" sz="1200" b="1" i="0" u="none" strike="noStrike" dirty="0">
                          <a:solidFill>
                            <a:schemeClr val="tx2">
                              <a:lumMod val="75000"/>
                            </a:schemeClr>
                          </a:solidFill>
                          <a:effectLst/>
                          <a:latin typeface="Aktiv Grotesk" panose="020F0502020204030204" pitchFamily="34" charset="0"/>
                        </a:rPr>
                        <a:t>7,328</a:t>
                      </a:r>
                    </a:p>
                  </a:txBody>
                  <a:tcPr marL="7620" marR="7620" marT="7620" marB="0" anchor="ctr"/>
                </a:tc>
                <a:tc>
                  <a:txBody>
                    <a:bodyPr/>
                    <a:lstStyle/>
                    <a:p>
                      <a:pPr algn="ctr" fontAlgn="t"/>
                      <a:r>
                        <a:rPr lang="en-GB" sz="1200" b="1" i="0" u="none" strike="noStrike" dirty="0">
                          <a:solidFill>
                            <a:schemeClr val="tx2">
                              <a:lumMod val="75000"/>
                            </a:schemeClr>
                          </a:solidFill>
                          <a:effectLst/>
                          <a:latin typeface="Aktiv Grotesk" panose="020F0502020204030204" pitchFamily="34" charset="0"/>
                        </a:rPr>
                        <a:t>4,734</a:t>
                      </a:r>
                    </a:p>
                  </a:txBody>
                  <a:tcPr marL="7620" marR="7620" marT="7620" marB="0" anchor="ctr"/>
                </a:tc>
                <a:tc>
                  <a:txBody>
                    <a:bodyPr/>
                    <a:lstStyle/>
                    <a:p>
                      <a:pPr algn="ctr" fontAlgn="t"/>
                      <a:r>
                        <a:rPr lang="en-GB" sz="1200" b="1" i="0" u="none" strike="noStrike" dirty="0">
                          <a:solidFill>
                            <a:schemeClr val="tx2">
                              <a:lumMod val="75000"/>
                            </a:schemeClr>
                          </a:solidFill>
                          <a:effectLst/>
                          <a:latin typeface="Aktiv Grotesk" panose="020F0502020204030204" pitchFamily="34" charset="0"/>
                        </a:rPr>
                        <a:t>2,915</a:t>
                      </a:r>
                    </a:p>
                  </a:txBody>
                  <a:tcPr marL="7620" marR="7620" marT="7620" marB="0" anchor="ctr"/>
                </a:tc>
                <a:extLst>
                  <a:ext uri="{0D108BD9-81ED-4DB2-BD59-A6C34878D82A}">
                    <a16:rowId xmlns:a16="http://schemas.microsoft.com/office/drawing/2014/main" val="1964055115"/>
                  </a:ext>
                </a:extLst>
              </a:tr>
              <a:tr h="287622">
                <a:tc>
                  <a:txBody>
                    <a:bodyPr/>
                    <a:lstStyle/>
                    <a:p>
                      <a:pPr algn="l" fontAlgn="b"/>
                      <a:r>
                        <a:rPr lang="en-US" sz="1400" b="1" u="none" strike="noStrike" dirty="0">
                          <a:solidFill>
                            <a:srgbClr val="000000"/>
                          </a:solidFill>
                          <a:effectLst/>
                        </a:rPr>
                        <a:t>Storage</a:t>
                      </a:r>
                      <a:endParaRPr lang="en-US" sz="1400" b="1" i="0" u="none" strike="noStrike" dirty="0">
                        <a:solidFill>
                          <a:srgbClr val="000000"/>
                        </a:solidFill>
                        <a:effectLst/>
                        <a:latin typeface="Aktiv Grotesk" panose="020F0502020204030204" pitchFamily="34" charset="0"/>
                      </a:endParaRPr>
                    </a:p>
                  </a:txBody>
                  <a:tcPr marL="5443" marR="5443" marT="5443" marB="0" anchor="ctr"/>
                </a:tc>
                <a:tc>
                  <a:txBody>
                    <a:bodyPr/>
                    <a:lstStyle/>
                    <a:p>
                      <a:pPr algn="ctr" fontAlgn="t"/>
                      <a:r>
                        <a:rPr lang="en-GB" sz="1200" b="1" i="0" u="none" strike="noStrike" dirty="0">
                          <a:solidFill>
                            <a:schemeClr val="tx2">
                              <a:lumMod val="75000"/>
                            </a:schemeClr>
                          </a:solidFill>
                          <a:effectLst/>
                          <a:latin typeface="Aktiv Grotesk" panose="020F0502020204030204" pitchFamily="34" charset="0"/>
                        </a:rPr>
                        <a:t>5,065</a:t>
                      </a:r>
                    </a:p>
                  </a:txBody>
                  <a:tcPr marL="7620" marR="7620" marT="7620" marB="0" anchor="ctr"/>
                </a:tc>
                <a:tc>
                  <a:txBody>
                    <a:bodyPr/>
                    <a:lstStyle/>
                    <a:p>
                      <a:pPr algn="ctr" fontAlgn="t"/>
                      <a:r>
                        <a:rPr lang="en-GB" sz="1200" b="1" i="0" u="none" strike="noStrike" dirty="0">
                          <a:solidFill>
                            <a:schemeClr val="tx2">
                              <a:lumMod val="75000"/>
                            </a:schemeClr>
                          </a:solidFill>
                          <a:effectLst/>
                          <a:latin typeface="Aktiv Grotesk" panose="020F0502020204030204" pitchFamily="34" charset="0"/>
                        </a:rPr>
                        <a:t>5,065</a:t>
                      </a:r>
                    </a:p>
                  </a:txBody>
                  <a:tcPr marL="7620" marR="7620" marT="7620" marB="0" anchor="ctr"/>
                </a:tc>
                <a:tc>
                  <a:txBody>
                    <a:bodyPr/>
                    <a:lstStyle/>
                    <a:p>
                      <a:pPr algn="ctr" fontAlgn="t"/>
                      <a:r>
                        <a:rPr lang="en-GB" sz="1200" b="1" i="0" u="none" strike="noStrike" dirty="0">
                          <a:solidFill>
                            <a:schemeClr val="tx2">
                              <a:lumMod val="75000"/>
                            </a:schemeClr>
                          </a:solidFill>
                          <a:effectLst/>
                          <a:latin typeface="Aktiv Grotesk" panose="020F0502020204030204" pitchFamily="34" charset="0"/>
                        </a:rPr>
                        <a:t>5,065</a:t>
                      </a:r>
                    </a:p>
                  </a:txBody>
                  <a:tcPr marL="7620" marR="7620" marT="7620" marB="0" anchor="ctr"/>
                </a:tc>
                <a:extLst>
                  <a:ext uri="{0D108BD9-81ED-4DB2-BD59-A6C34878D82A}">
                    <a16:rowId xmlns:a16="http://schemas.microsoft.com/office/drawing/2014/main" val="1353118113"/>
                  </a:ext>
                </a:extLst>
              </a:tr>
              <a:tr h="290949">
                <a:tc>
                  <a:txBody>
                    <a:bodyPr/>
                    <a:lstStyle/>
                    <a:p>
                      <a:pPr algn="l" fontAlgn="b"/>
                      <a:r>
                        <a:rPr lang="en-US" sz="1400" b="1" u="none" strike="noStrike" dirty="0">
                          <a:solidFill>
                            <a:srgbClr val="000000"/>
                          </a:solidFill>
                          <a:effectLst/>
                        </a:rPr>
                        <a:t>Total</a:t>
                      </a:r>
                      <a:endParaRPr lang="en-US" sz="1400" b="1" i="0" u="none" strike="noStrike" dirty="0">
                        <a:solidFill>
                          <a:srgbClr val="000000"/>
                        </a:solidFill>
                        <a:effectLst/>
                        <a:latin typeface="Aktiv Grotesk" panose="020F0502020204030204" pitchFamily="34" charset="0"/>
                      </a:endParaRPr>
                    </a:p>
                  </a:txBody>
                  <a:tcPr marL="5443" marR="5443" marT="5443" marB="0" anchor="ctr"/>
                </a:tc>
                <a:tc>
                  <a:txBody>
                    <a:bodyPr/>
                    <a:lstStyle/>
                    <a:p>
                      <a:pPr algn="ctr" rtl="0" fontAlgn="t"/>
                      <a:r>
                        <a:rPr lang="en-GB" sz="1200" b="1" i="0" u="none" strike="noStrike">
                          <a:solidFill>
                            <a:srgbClr val="005A9E"/>
                          </a:solidFill>
                          <a:effectLst/>
                          <a:latin typeface="Aktiv Grotesk" panose="020F0502020204030204" pitchFamily="34" charset="0"/>
                        </a:rPr>
                        <a:t>17,713</a:t>
                      </a:r>
                    </a:p>
                  </a:txBody>
                  <a:tcPr marL="6350" marR="6350" marT="6350" marB="0" anchor="ctr">
                    <a:solidFill>
                      <a:schemeClr val="accent5">
                        <a:lumMod val="20000"/>
                        <a:lumOff val="80000"/>
                      </a:schemeClr>
                    </a:solidFill>
                  </a:tcPr>
                </a:tc>
                <a:tc>
                  <a:txBody>
                    <a:bodyPr/>
                    <a:lstStyle/>
                    <a:p>
                      <a:pPr algn="ctr" rtl="0" fontAlgn="t"/>
                      <a:r>
                        <a:rPr lang="en-GB" sz="1200" b="1" i="0" u="none" strike="noStrike">
                          <a:solidFill>
                            <a:srgbClr val="005A9E"/>
                          </a:solidFill>
                          <a:effectLst/>
                          <a:latin typeface="Aktiv Grotesk" panose="020F0502020204030204" pitchFamily="34" charset="0"/>
                        </a:rPr>
                        <a:t>15,119</a:t>
                      </a:r>
                    </a:p>
                  </a:txBody>
                  <a:tcPr marL="6350" marR="6350" marT="6350" marB="0" anchor="ctr">
                    <a:solidFill>
                      <a:schemeClr val="accent5">
                        <a:lumMod val="20000"/>
                        <a:lumOff val="80000"/>
                      </a:schemeClr>
                    </a:solidFill>
                  </a:tcPr>
                </a:tc>
                <a:tc>
                  <a:txBody>
                    <a:bodyPr/>
                    <a:lstStyle/>
                    <a:p>
                      <a:pPr algn="ctr" rtl="0" fontAlgn="t"/>
                      <a:r>
                        <a:rPr lang="en-GB" sz="1200" b="1" i="0" u="none" strike="noStrike" dirty="0">
                          <a:solidFill>
                            <a:srgbClr val="005A9E"/>
                          </a:solidFill>
                          <a:effectLst/>
                          <a:latin typeface="Aktiv Grotesk" panose="020F0502020204030204" pitchFamily="34" charset="0"/>
                        </a:rPr>
                        <a:t>13,300</a:t>
                      </a:r>
                    </a:p>
                  </a:txBody>
                  <a:tcPr marL="6350" marR="6350" marT="6350" marB="0" anchor="ctr">
                    <a:solidFill>
                      <a:schemeClr val="accent5">
                        <a:lumMod val="20000"/>
                        <a:lumOff val="80000"/>
                      </a:schemeClr>
                    </a:solidFill>
                  </a:tcPr>
                </a:tc>
                <a:extLst>
                  <a:ext uri="{0D108BD9-81ED-4DB2-BD59-A6C34878D82A}">
                    <a16:rowId xmlns:a16="http://schemas.microsoft.com/office/drawing/2014/main" val="655265843"/>
                  </a:ext>
                </a:extLst>
              </a:tr>
            </a:tbl>
          </a:graphicData>
        </a:graphic>
      </p:graphicFrame>
      <p:pic>
        <p:nvPicPr>
          <p:cNvPr id="21" name="Picture 20" descr="A close up of a logo&#10;&#10;Description automatically generated">
            <a:extLst>
              <a:ext uri="{FF2B5EF4-FFF2-40B4-BE49-F238E27FC236}">
                <a16:creationId xmlns:a16="http://schemas.microsoft.com/office/drawing/2014/main" id="{51F097AB-5ED9-5BAA-0B98-BA4E0FA2AA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24955" y="6296773"/>
            <a:ext cx="2867045" cy="561227"/>
          </a:xfrm>
          <a:prstGeom prst="rect">
            <a:avLst/>
          </a:prstGeom>
        </p:spPr>
      </p:pic>
      <p:graphicFrame>
        <p:nvGraphicFramePr>
          <p:cNvPr id="7" name="Chart 6">
            <a:extLst>
              <a:ext uri="{FF2B5EF4-FFF2-40B4-BE49-F238E27FC236}">
                <a16:creationId xmlns:a16="http://schemas.microsoft.com/office/drawing/2014/main" id="{DBF3FEAB-F805-A3EF-A861-26B7A9D8C039}"/>
              </a:ext>
            </a:extLst>
          </p:cNvPr>
          <p:cNvGraphicFramePr>
            <a:graphicFrameLocks/>
          </p:cNvGraphicFramePr>
          <p:nvPr>
            <p:extLst>
              <p:ext uri="{D42A27DB-BD31-4B8C-83A1-F6EECF244321}">
                <p14:modId xmlns:p14="http://schemas.microsoft.com/office/powerpoint/2010/main" val="2118538476"/>
              </p:ext>
            </p:extLst>
          </p:nvPr>
        </p:nvGraphicFramePr>
        <p:xfrm>
          <a:off x="2833475" y="3715842"/>
          <a:ext cx="6388149" cy="265427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824239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92C5154-57AC-20BC-6B7C-1B2576E26AA9}"/>
              </a:ext>
            </a:extLst>
          </p:cNvPr>
          <p:cNvSpPr txBox="1">
            <a:spLocks/>
          </p:cNvSpPr>
          <p:nvPr/>
        </p:nvSpPr>
        <p:spPr>
          <a:xfrm>
            <a:off x="3900335" y="-82357"/>
            <a:ext cx="7263935" cy="2387600"/>
          </a:xfrm>
          <a:prstGeom prst="rect">
            <a:avLst/>
          </a:prstGeom>
        </p:spPr>
        <p:txBody>
          <a:bodyPr vert="horz" lIns="0" tIns="45720" rIns="91440" bIns="45720" rtlCol="0" anchor="ctr">
            <a:noAutofit/>
          </a:bodyPr>
          <a:lstStyle>
            <a:lvl1pPr algn="l" defTabSz="911764" rtl="0" eaLnBrk="1" latinLnBrk="0" hangingPunct="1">
              <a:lnSpc>
                <a:spcPct val="90000"/>
              </a:lnSpc>
              <a:spcBef>
                <a:spcPct val="0"/>
              </a:spcBef>
              <a:buNone/>
              <a:defRPr sz="3600" kern="1200">
                <a:solidFill>
                  <a:schemeClr val="accent1"/>
                </a:solidFill>
                <a:latin typeface="+mj-lt"/>
                <a:ea typeface="+mj-ea"/>
                <a:cs typeface="+mj-cs"/>
              </a:defRPr>
            </a:lvl1pPr>
          </a:lstStyle>
          <a:p>
            <a:pPr marL="0" marR="0" lvl="0" indent="0" algn="l" defTabSz="911764" rtl="0" eaLnBrk="1" fontAlgn="auto" latinLnBrk="0" hangingPunct="1">
              <a:lnSpc>
                <a:spcPct val="90000"/>
              </a:lnSpc>
              <a:spcBef>
                <a:spcPct val="0"/>
              </a:spcBef>
              <a:spcAft>
                <a:spcPts val="0"/>
              </a:spcAft>
              <a:buClrTx/>
              <a:buSzTx/>
              <a:buFontTx/>
              <a:buNone/>
              <a:tabLst/>
              <a:defRPr/>
            </a:pPr>
            <a:r>
              <a:rPr kumimoji="0" lang="en-GB" sz="3600" b="0" i="0" u="none" strike="noStrike" kern="1200" cap="none" spc="0" normalizeH="0" baseline="0" noProof="0" dirty="0">
                <a:ln>
                  <a:noFill/>
                </a:ln>
                <a:solidFill>
                  <a:srgbClr val="0078D4"/>
                </a:solidFill>
                <a:effectLst/>
                <a:uLnTx/>
                <a:uFillTx/>
                <a:latin typeface="Segoe UI Semibold"/>
                <a:ea typeface="+mj-ea"/>
                <a:cs typeface="+mj-cs"/>
              </a:rPr>
              <a:t>Appendix</a:t>
            </a:r>
          </a:p>
        </p:txBody>
      </p:sp>
      <p:pic>
        <p:nvPicPr>
          <p:cNvPr id="6" name="Picture 5" descr="A close up of a logo&#10;&#10;Description automatically generated">
            <a:extLst>
              <a:ext uri="{FF2B5EF4-FFF2-40B4-BE49-F238E27FC236}">
                <a16:creationId xmlns:a16="http://schemas.microsoft.com/office/drawing/2014/main" id="{7411CD3F-EBFA-2226-289C-2BBE153681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24955" y="6296773"/>
            <a:ext cx="2867045" cy="561227"/>
          </a:xfrm>
          <a:prstGeom prst="rect">
            <a:avLst/>
          </a:prstGeom>
        </p:spPr>
      </p:pic>
      <p:sp>
        <p:nvSpPr>
          <p:cNvPr id="7" name="TextBox 6">
            <a:extLst>
              <a:ext uri="{FF2B5EF4-FFF2-40B4-BE49-F238E27FC236}">
                <a16:creationId xmlns:a16="http://schemas.microsoft.com/office/drawing/2014/main" id="{752016AF-63E2-EA1C-8E7B-1E108BE136F0}"/>
              </a:ext>
            </a:extLst>
          </p:cNvPr>
          <p:cNvSpPr txBox="1"/>
          <p:nvPr/>
        </p:nvSpPr>
        <p:spPr>
          <a:xfrm>
            <a:off x="3733179" y="1474619"/>
            <a:ext cx="6971355" cy="3754874"/>
          </a:xfrm>
          <a:prstGeom prst="rect">
            <a:avLst/>
          </a:prstGeom>
          <a:noFill/>
        </p:spPr>
        <p:txBody>
          <a:bodyPr wrap="square" rtlCol="0">
            <a:spAutoFit/>
          </a:bodyPr>
          <a:lstStyle/>
          <a:p>
            <a:pPr defTabSz="914225">
              <a:defRPr/>
            </a:pPr>
            <a:r>
              <a:rPr lang="en-GB" sz="1400" dirty="0">
                <a:hlinkClick r:id="rId3"/>
              </a:rPr>
              <a:t>Troubleshoot assessments in Azure Migrate - Azure Migrate | Microsoft Docs</a:t>
            </a:r>
            <a:br>
              <a:rPr lang="en-GB" sz="1400" dirty="0"/>
            </a:br>
            <a:br>
              <a:rPr lang="en-GB" sz="1400" dirty="0"/>
            </a:br>
            <a:r>
              <a:rPr lang="en-GB" sz="1400" dirty="0">
                <a:hlinkClick r:id="rId4"/>
              </a:rPr>
              <a:t>Azure Monitor overview - Azure Monitor | Microsoft Docs</a:t>
            </a:r>
            <a:endParaRPr kumimoji="0" lang="en-US" sz="2400" b="0" i="0" u="none" strike="noStrike" kern="1200" cap="none" spc="0" normalizeH="0" baseline="0" noProof="0" dirty="0">
              <a:ln>
                <a:noFill/>
              </a:ln>
              <a:solidFill>
                <a:srgbClr val="282828"/>
              </a:solidFill>
              <a:effectLst/>
              <a:uLnTx/>
              <a:uFillTx/>
              <a:latin typeface="Segoe UI Semibold"/>
              <a:ea typeface="+mn-ea"/>
              <a:cs typeface="+mn-cs"/>
            </a:endParaRPr>
          </a:p>
          <a:p>
            <a:pPr defTabSz="914225">
              <a:defRPr/>
            </a:pPr>
            <a:br>
              <a:rPr lang="en-GB" sz="1400" dirty="0">
                <a:hlinkClick r:id="rId5"/>
              </a:rPr>
            </a:br>
            <a:r>
              <a:rPr lang="en-GB" sz="1400" dirty="0">
                <a:hlinkClick r:id="rId5"/>
              </a:rPr>
              <a:t>Microsoft Azure Marketplace</a:t>
            </a:r>
            <a:endParaRPr kumimoji="0" lang="en-US" sz="2400" b="0" i="0" u="none" strike="noStrike" kern="1200" cap="none" spc="0" normalizeH="0" baseline="0" noProof="0" dirty="0">
              <a:ln>
                <a:noFill/>
              </a:ln>
              <a:solidFill>
                <a:srgbClr val="282828"/>
              </a:solidFill>
              <a:effectLst/>
              <a:uLnTx/>
              <a:uFillTx/>
              <a:latin typeface="Segoe UI Semibold"/>
              <a:ea typeface="+mn-ea"/>
              <a:cs typeface="+mn-cs"/>
            </a:endParaRPr>
          </a:p>
          <a:p>
            <a:pPr defTabSz="914225">
              <a:defRPr/>
            </a:pPr>
            <a:br>
              <a:rPr lang="en-GB" sz="1400" dirty="0">
                <a:hlinkClick r:id="rId6"/>
              </a:rPr>
            </a:br>
            <a:r>
              <a:rPr lang="en-GB" sz="1400" dirty="0">
                <a:hlinkClick r:id="rId6"/>
              </a:rPr>
              <a:t>Backup and Disaster Recovery | Microsoft Azure</a:t>
            </a:r>
            <a:endParaRPr kumimoji="0" lang="en-US" sz="2400" b="0" i="0" u="none" strike="noStrike" kern="1200" cap="none" spc="0" normalizeH="0" baseline="0" noProof="0" dirty="0">
              <a:ln>
                <a:noFill/>
              </a:ln>
              <a:solidFill>
                <a:srgbClr val="282828"/>
              </a:solidFill>
              <a:effectLst/>
              <a:uLnTx/>
              <a:uFillTx/>
              <a:latin typeface="Segoe UI Semibold"/>
              <a:ea typeface="+mn-ea"/>
              <a:cs typeface="+mn-cs"/>
            </a:endParaRPr>
          </a:p>
          <a:p>
            <a:pPr defTabSz="914225">
              <a:defRPr/>
            </a:pPr>
            <a:br>
              <a:rPr lang="en-GB" sz="1400" dirty="0">
                <a:hlinkClick r:id="rId7"/>
              </a:rPr>
            </a:br>
            <a:r>
              <a:rPr lang="en-GB" sz="1400" dirty="0">
                <a:hlinkClick r:id="rId7"/>
              </a:rPr>
              <a:t>Azure Sentinel – Cloud-native SIEM Solution | Microsoft Azure</a:t>
            </a:r>
            <a:endParaRPr kumimoji="0" lang="en-US" sz="2400" b="0" i="0" u="none" strike="noStrike" kern="1200" cap="none" spc="0" normalizeH="0" baseline="0" noProof="0" dirty="0">
              <a:ln>
                <a:noFill/>
              </a:ln>
              <a:solidFill>
                <a:srgbClr val="282828"/>
              </a:solidFill>
              <a:effectLst/>
              <a:uLnTx/>
              <a:uFillTx/>
              <a:latin typeface="Segoe UI Semibold"/>
              <a:ea typeface="+mn-ea"/>
              <a:cs typeface="+mn-cs"/>
            </a:endParaRPr>
          </a:p>
          <a:p>
            <a:pPr defTabSz="914225">
              <a:defRPr/>
            </a:pPr>
            <a:br>
              <a:rPr lang="en-GB" sz="1400" dirty="0">
                <a:hlinkClick r:id="rId8"/>
              </a:rPr>
            </a:br>
            <a:r>
              <a:rPr lang="en-GB" sz="1400" dirty="0">
                <a:hlinkClick r:id="rId8"/>
              </a:rPr>
              <a:t>Azure files | Microsoft Azure</a:t>
            </a:r>
            <a:endParaRPr kumimoji="0" lang="en-US" sz="2400" b="0" i="0" u="none" strike="noStrike" kern="1200" cap="none" spc="0" normalizeH="0" baseline="0" noProof="0" dirty="0">
              <a:ln>
                <a:noFill/>
              </a:ln>
              <a:solidFill>
                <a:srgbClr val="282828"/>
              </a:solidFill>
              <a:effectLst/>
              <a:uLnTx/>
              <a:uFillTx/>
              <a:latin typeface="Segoe UI Semibold"/>
              <a:ea typeface="+mn-ea"/>
              <a:cs typeface="+mn-cs"/>
            </a:endParaRPr>
          </a:p>
          <a:p>
            <a:pPr defTabSz="914225">
              <a:defRPr/>
            </a:pPr>
            <a:br>
              <a:rPr lang="pt-BR" sz="1400" dirty="0">
                <a:hlinkClick r:id="rId9"/>
              </a:rPr>
            </a:br>
            <a:r>
              <a:rPr lang="pt-BR" sz="1400" dirty="0">
                <a:hlinkClick r:id="rId9"/>
              </a:rPr>
              <a:t>Azure Virtual Desktop | Microsoft Azure</a:t>
            </a:r>
            <a:endParaRPr kumimoji="0" lang="en-US" sz="2400" b="0" i="0" u="none" strike="noStrike" kern="1200" cap="none" spc="0" normalizeH="0" baseline="0" noProof="0" dirty="0">
              <a:ln>
                <a:noFill/>
              </a:ln>
              <a:solidFill>
                <a:srgbClr val="282828"/>
              </a:solidFill>
              <a:effectLst/>
              <a:uLnTx/>
              <a:uFillTx/>
              <a:latin typeface="Segoe UI Semibold"/>
              <a:ea typeface="+mn-ea"/>
              <a:cs typeface="+mn-cs"/>
            </a:endParaRPr>
          </a:p>
          <a:p>
            <a:pPr defTabSz="914225">
              <a:defRPr/>
            </a:pPr>
            <a:br>
              <a:rPr lang="pt-BR" sz="1400" dirty="0">
                <a:hlinkClick r:id="rId9"/>
              </a:rPr>
            </a:br>
            <a:r>
              <a:rPr lang="en-GB" sz="1400" dirty="0">
                <a:hlinkClick r:id="rId10"/>
              </a:rPr>
              <a:t>SQL Managed Instance | Microsoft Azure</a:t>
            </a:r>
            <a:br>
              <a:rPr lang="en-GB" sz="1400" dirty="0"/>
            </a:br>
            <a:br>
              <a:rPr lang="en-GB" sz="1400" dirty="0"/>
            </a:br>
            <a:r>
              <a:rPr lang="en-GB" sz="1400" dirty="0" err="1">
                <a:solidFill>
                  <a:srgbClr val="3883CE"/>
                </a:solidFill>
                <a:hlinkClick r:id="rId11">
                  <a:extLst>
                    <a:ext uri="{A12FA001-AC4F-418D-AE19-62706E023703}">
                      <ahyp:hlinkClr xmlns:ahyp="http://schemas.microsoft.com/office/drawing/2018/hyperlinkcolor" val="tx"/>
                    </a:ext>
                  </a:extLst>
                </a:hlinkClick>
              </a:rPr>
              <a:t>Azure</a:t>
            </a:r>
            <a:r>
              <a:rPr lang="en-GB" sz="1400" dirty="0">
                <a:solidFill>
                  <a:srgbClr val="3883CE"/>
                </a:solidFill>
                <a:hlinkClick r:id="rId11">
                  <a:extLst>
                    <a:ext uri="{A12FA001-AC4F-418D-AE19-62706E023703}">
                      <ahyp:hlinkClr xmlns:ahyp="http://schemas.microsoft.com/office/drawing/2018/hyperlinkcolor" val="tx"/>
                    </a:ext>
                  </a:extLst>
                </a:hlinkClick>
              </a:rPr>
              <a:t> Arc - Hybrid and </a:t>
            </a:r>
            <a:r>
              <a:rPr lang="en-GB" sz="1400" dirty="0" err="1">
                <a:solidFill>
                  <a:srgbClr val="3883CE"/>
                </a:solidFill>
                <a:hlinkClick r:id="rId11">
                  <a:extLst>
                    <a:ext uri="{A12FA001-AC4F-418D-AE19-62706E023703}">
                      <ahyp:hlinkClr xmlns:ahyp="http://schemas.microsoft.com/office/drawing/2018/hyperlinkcolor" val="tx"/>
                    </a:ext>
                  </a:extLst>
                </a:hlinkClick>
              </a:rPr>
              <a:t>Multicloud</a:t>
            </a:r>
            <a:r>
              <a:rPr lang="en-GB" sz="1400" dirty="0">
                <a:solidFill>
                  <a:srgbClr val="3883CE"/>
                </a:solidFill>
                <a:hlinkClick r:id="rId11">
                  <a:extLst>
                    <a:ext uri="{A12FA001-AC4F-418D-AE19-62706E023703}">
                      <ahyp:hlinkClr xmlns:ahyp="http://schemas.microsoft.com/office/drawing/2018/hyperlinkcolor" val="tx"/>
                    </a:ext>
                  </a:extLst>
                </a:hlinkClick>
              </a:rPr>
              <a:t> Management | Microsoft Azure</a:t>
            </a:r>
            <a:endParaRPr lang="en-US" sz="1400" dirty="0">
              <a:solidFill>
                <a:srgbClr val="3883CE"/>
              </a:solidFill>
            </a:endParaRPr>
          </a:p>
        </p:txBody>
      </p:sp>
    </p:spTree>
    <p:extLst>
      <p:ext uri="{BB962C8B-B14F-4D97-AF65-F5344CB8AC3E}">
        <p14:creationId xmlns:p14="http://schemas.microsoft.com/office/powerpoint/2010/main" val="17017985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4472C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D7288-7E34-44F7-A8BD-617275D7CA2A}"/>
              </a:ext>
            </a:extLst>
          </p:cNvPr>
          <p:cNvSpPr>
            <a:spLocks noGrp="1"/>
          </p:cNvSpPr>
          <p:nvPr>
            <p:ph type="title"/>
          </p:nvPr>
        </p:nvSpPr>
        <p:spPr/>
        <p:txBody>
          <a:bodyPr/>
          <a:lstStyle/>
          <a:p>
            <a:r>
              <a:rPr lang="en-US" b="1" dirty="0">
                <a:solidFill>
                  <a:schemeClr val="bg1"/>
                </a:solidFill>
              </a:rPr>
              <a:t>Thank You</a:t>
            </a:r>
          </a:p>
        </p:txBody>
      </p:sp>
    </p:spTree>
    <p:extLst>
      <p:ext uri="{BB962C8B-B14F-4D97-AF65-F5344CB8AC3E}">
        <p14:creationId xmlns:p14="http://schemas.microsoft.com/office/powerpoint/2010/main" val="909548639"/>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Azure 1">
  <a:themeElements>
    <a:clrScheme name="Custom 3">
      <a:dk1>
        <a:srgbClr val="000000"/>
      </a:dk1>
      <a:lt1>
        <a:srgbClr val="FFFFFF"/>
      </a:lt1>
      <a:dk2>
        <a:srgbClr val="0078D3"/>
      </a:dk2>
      <a:lt2>
        <a:srgbClr val="FFFFFF"/>
      </a:lt2>
      <a:accent1>
        <a:srgbClr val="EBEBEB"/>
      </a:accent1>
      <a:accent2>
        <a:srgbClr val="75757A"/>
      </a:accent2>
      <a:accent3>
        <a:srgbClr val="000041"/>
      </a:accent3>
      <a:accent4>
        <a:srgbClr val="0078D3"/>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Aktiv Grotesk"/>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Aktiv Grotesk" pitchFamily="34" charset="0"/>
            <a:cs typeface="Aktiv Grotesk"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1" id="{65B3B778-14F5-8246-A9D9-04A8D8071A60}" vid="{C9E98E11-734C-F14F-ADE3-6075149E549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ktiv Grotesk"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ktiv Grotesk"/>
        <a:font script="Bugi" typeface="Leelawadee UI"/>
        <a:font script="Bopo" typeface="Microsoft JhengHei"/>
        <a:font script="Java" typeface="Javanese Text"/>
        <a:font script="Lisu" typeface="Aktiv Grotesk"/>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ktiv Grotesk" panose="020F0502020204030204"/>
        <a:ea typeface=""/>
        <a:cs typeface=""/>
        <a:font script="Jpan" typeface="游ゴシック"/>
        <a:font script="Hang" typeface="맑은 고딕"/>
        <a:font script="Hans" typeface="等线"/>
        <a:font script="Hant" typeface="新細明體"/>
        <a:font script="Arab" typeface="Aktiv Grotesk"/>
        <a:font script="Hebr" typeface="Aktiv Grotesk"/>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ktiv Grotesk"/>
        <a:font script="Uigh" typeface="Microsoft Uighur"/>
        <a:font script="Geor" typeface="Sylfaen"/>
        <a:font script="Armn" typeface="Aktiv Grotesk"/>
        <a:font script="Bugi" typeface="Leelawadee UI"/>
        <a:font script="Bopo" typeface="Microsoft JhengHei"/>
        <a:font script="Java" typeface="Javanese Text"/>
        <a:font script="Lisu" typeface="Aktiv Grotesk"/>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ktiv Grotesk"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ktiv Grotesk"/>
      <a:font script="Bugi" typeface="Leelawadee UI"/>
      <a:font script="Bopo" typeface="Microsoft JhengHei"/>
      <a:font script="Java" typeface="Javanese Text"/>
      <a:font script="Lisu" typeface="Aktiv Grotesk"/>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ktiv Grotesk" panose="020F0502020204030204"/>
      <a:ea typeface=""/>
      <a:cs typeface=""/>
      <a:font script="Jpan" typeface="游ゴシック"/>
      <a:font script="Hang" typeface="맑은 고딕"/>
      <a:font script="Hans" typeface="等线"/>
      <a:font script="Hant" typeface="新細明體"/>
      <a:font script="Arab" typeface="Aktiv Grotesk"/>
      <a:font script="Hebr" typeface="Aktiv Grotesk"/>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ktiv Grotesk"/>
      <a:font script="Uigh" typeface="Microsoft Uighur"/>
      <a:font script="Geor" typeface="Sylfaen"/>
      <a:font script="Armn" typeface="Aktiv Grotesk"/>
      <a:font script="Bugi" typeface="Leelawadee UI"/>
      <a:font script="Bopo" typeface="Microsoft JhengHei"/>
      <a:font script="Java" typeface="Javanese Text"/>
      <a:font script="Lisu" typeface="Aktiv Grotesk"/>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A5630F3FF82E142A11653A1E3908E9B" ma:contentTypeVersion="15" ma:contentTypeDescription="Create a new document." ma:contentTypeScope="" ma:versionID="4d6ac63820dcce8d1aefb30bc406aeab">
  <xsd:schema xmlns:xsd="http://www.w3.org/2001/XMLSchema" xmlns:xs="http://www.w3.org/2001/XMLSchema" xmlns:p="http://schemas.microsoft.com/office/2006/metadata/properties" xmlns:ns1="http://schemas.microsoft.com/sharepoint/v3" xmlns:ns2="76948528-eb51-4ee5-8c0e-86bdc665dcdd" xmlns:ns3="7692f148-1f3d-4d35-89f1-87a4904c6cd1" targetNamespace="http://schemas.microsoft.com/office/2006/metadata/properties" ma:root="true" ma:fieldsID="777201d6e28ba56a6a0b6c6d0cc7a644" ns1:_="" ns2:_="" ns3:_="">
    <xsd:import namespace="http://schemas.microsoft.com/sharepoint/v3"/>
    <xsd:import namespace="76948528-eb51-4ee5-8c0e-86bdc665dcdd"/>
    <xsd:import namespace="7692f148-1f3d-4d35-89f1-87a4904c6cd1"/>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checked"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6948528-eb51-4ee5-8c0e-86bdc665dcd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checked" ma:index="20" nillable="true" ma:displayName="checked" ma:default="1" ma:format="Dropdown" ma:internalName="checke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7692f148-1f3d-4d35-89f1-87a4904c6cd1"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checked xmlns="76948528-eb51-4ee5-8c0e-86bdc665dcdd">true</checked>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CA8AE8A-CC9F-40FF-AE04-D068CF96335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6948528-eb51-4ee5-8c0e-86bdc665dcdd"/>
    <ds:schemaRef ds:uri="7692f148-1f3d-4d35-89f1-87a4904c6cd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A2613BA-421B-47CA-9B7C-D78CB771B7D6}">
  <ds:schemaRefs>
    <ds:schemaRef ds:uri="http://www.w3.org/XML/1998/namespace"/>
    <ds:schemaRef ds:uri="7692f148-1f3d-4d35-89f1-87a4904c6cd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76948528-eb51-4ee5-8c0e-86bdc665dcdd"/>
    <ds:schemaRef ds:uri="http://schemas.microsoft.com/sharepoint/v3"/>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B343442D-20EF-4DEA-A41C-7F3F93E7A903}">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0</TotalTime>
  <Words>1461</Words>
  <Application>Microsoft Office PowerPoint</Application>
  <PresentationFormat>Widescreen</PresentationFormat>
  <Paragraphs>408</Paragraphs>
  <Slides>19</Slides>
  <Notes>8</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19</vt:i4>
      </vt:variant>
    </vt:vector>
  </HeadingPairs>
  <TitlesOfParts>
    <vt:vector size="27" baseType="lpstr">
      <vt:lpstr>Arial</vt:lpstr>
      <vt:lpstr>Calibri</vt:lpstr>
      <vt:lpstr>Segoe UI</vt:lpstr>
      <vt:lpstr>Segoe UI Light</vt:lpstr>
      <vt:lpstr>Segoe UI Semibold</vt:lpstr>
      <vt:lpstr>Wingdings</vt:lpstr>
      <vt:lpstr>1_Azure 1</vt:lpstr>
      <vt:lpstr>think-cell Slide</vt:lpstr>
      <vt:lpstr>PowerPoint Presentation</vt:lpstr>
      <vt:lpstr>PowerPoint Presentation</vt:lpstr>
      <vt:lpstr>Azure Journey</vt:lpstr>
      <vt:lpstr>Assessment Summary</vt:lpstr>
      <vt:lpstr>PowerPoint Presentation</vt:lpstr>
      <vt:lpstr>Operating System Analysis</vt:lpstr>
      <vt:lpstr>Windows Support Analysis</vt:lpstr>
      <vt:lpstr>Linux Readiness Conditions Conditionally endorsed Linux OS</vt:lpstr>
      <vt:lpstr>Overall Readiness</vt:lpstr>
      <vt:lpstr>CPU and RAM Performance and Optimization analysis</vt:lpstr>
      <vt:lpstr>Modernization Assessment </vt:lpstr>
      <vt:lpstr>Which Azure SQL offering is right for you?</vt:lpstr>
      <vt:lpstr>PowerPoint Presentation</vt:lpstr>
      <vt:lpstr>PowerPoint Presentation</vt:lpstr>
      <vt:lpstr>PowerPoint Presentation</vt:lpstr>
      <vt:lpstr>PowerPoint Presentation</vt:lpstr>
      <vt:lpstr>Lift &amp; Re-size Approach – Azure TCO</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Mohamed Aly (Webhelp SAS)</dc:creator>
  <cp:lastModifiedBy>Abdallah Al Kurdi</cp:lastModifiedBy>
  <cp:revision>130</cp:revision>
  <dcterms:created xsi:type="dcterms:W3CDTF">2022-06-26T12:42:26Z</dcterms:created>
  <dcterms:modified xsi:type="dcterms:W3CDTF">2023-12-22T08:17:28Z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0x0101003A5630F3FF82E142A11653A1E3908E9B</vt:lpwstr>
  </property>
</Properties>
</file>