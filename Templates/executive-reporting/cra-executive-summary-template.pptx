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3.xml" ContentType="application/vnd.openxmlformats-officedocument.theme+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4.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theme/theme5.xml" ContentType="application/vnd.openxmlformats-officedocument.theme+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6.xml" ContentType="application/vnd.openxmlformats-officedocument.theme+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theme/theme7.xml" ContentType="application/vnd.openxmlformats-officedocument.theme+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theme/theme8.xml" ContentType="application/vnd.openxmlformats-officedocument.theme+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theme/theme9.xml" ContentType="application/vnd.openxmlformats-officedocument.theme+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theme/theme10.xml" ContentType="application/vnd.openxmlformats-officedocument.theme+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theme/theme11.xml" ContentType="application/vnd.openxmlformats-officedocument.theme+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theme/theme12.xml" ContentType="application/vnd.openxmlformats-officedocument.theme+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theme/theme1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heme/theme14.xml" ContentType="application/vnd.openxmlformats-officedocument.theme+xml"/>
  <Override PartName="/ppt/theme/theme1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73" r:id="rId4"/>
    <p:sldMasterId id="2147484107" r:id="rId5"/>
    <p:sldMasterId id="2147484163" r:id="rId6"/>
    <p:sldMasterId id="2147484375" r:id="rId7"/>
    <p:sldMasterId id="2147484405" r:id="rId8"/>
    <p:sldMasterId id="2147484435" r:id="rId9"/>
    <p:sldMasterId id="2147484481" r:id="rId10"/>
    <p:sldMasterId id="2147484513" r:id="rId11"/>
    <p:sldMasterId id="2147484530" r:id="rId12"/>
    <p:sldMasterId id="2147484602" r:id="rId13"/>
    <p:sldMasterId id="2147484660" r:id="rId14"/>
    <p:sldMasterId id="2147484704" r:id="rId15"/>
    <p:sldMasterId id="2147484738" r:id="rId16"/>
  </p:sldMasterIdLst>
  <p:notesMasterIdLst>
    <p:notesMasterId r:id="rId65"/>
  </p:notesMasterIdLst>
  <p:handoutMasterIdLst>
    <p:handoutMasterId r:id="rId66"/>
  </p:handoutMasterIdLst>
  <p:sldIdLst>
    <p:sldId id="257" r:id="rId17"/>
    <p:sldId id="300" r:id="rId18"/>
    <p:sldId id="2147483644" r:id="rId19"/>
    <p:sldId id="276" r:id="rId20"/>
    <p:sldId id="279" r:id="rId21"/>
    <p:sldId id="280" r:id="rId22"/>
    <p:sldId id="2147483647" r:id="rId23"/>
    <p:sldId id="278" r:id="rId24"/>
    <p:sldId id="263" r:id="rId25"/>
    <p:sldId id="273" r:id="rId26"/>
    <p:sldId id="274" r:id="rId27"/>
    <p:sldId id="284" r:id="rId28"/>
    <p:sldId id="262" r:id="rId29"/>
    <p:sldId id="269" r:id="rId30"/>
    <p:sldId id="258" r:id="rId31"/>
    <p:sldId id="289" r:id="rId32"/>
    <p:sldId id="294" r:id="rId33"/>
    <p:sldId id="291" r:id="rId34"/>
    <p:sldId id="256" r:id="rId35"/>
    <p:sldId id="265" r:id="rId36"/>
    <p:sldId id="281" r:id="rId37"/>
    <p:sldId id="288" r:id="rId38"/>
    <p:sldId id="270" r:id="rId39"/>
    <p:sldId id="295" r:id="rId40"/>
    <p:sldId id="287" r:id="rId41"/>
    <p:sldId id="259" r:id="rId42"/>
    <p:sldId id="267" r:id="rId43"/>
    <p:sldId id="285" r:id="rId44"/>
    <p:sldId id="290" r:id="rId45"/>
    <p:sldId id="260" r:id="rId46"/>
    <p:sldId id="266" r:id="rId47"/>
    <p:sldId id="268" r:id="rId48"/>
    <p:sldId id="272" r:id="rId49"/>
    <p:sldId id="264" r:id="rId50"/>
    <p:sldId id="261" r:id="rId51"/>
    <p:sldId id="292" r:id="rId52"/>
    <p:sldId id="293" r:id="rId53"/>
    <p:sldId id="271" r:id="rId54"/>
    <p:sldId id="277" r:id="rId55"/>
    <p:sldId id="282" r:id="rId56"/>
    <p:sldId id="296" r:id="rId57"/>
    <p:sldId id="297" r:id="rId58"/>
    <p:sldId id="283" r:id="rId59"/>
    <p:sldId id="298" r:id="rId60"/>
    <p:sldId id="299" r:id="rId61"/>
    <p:sldId id="302" r:id="rId62"/>
    <p:sldId id="303" r:id="rId63"/>
    <p:sldId id="286" r:id="rId64"/>
  </p:sldIdLst>
  <p:sldSz cx="24384000"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D61A069-7D16-4269-866C-031499F67833}">
          <p14:sldIdLst>
            <p14:sldId id="257"/>
            <p14:sldId id="300"/>
            <p14:sldId id="2147483644"/>
            <p14:sldId id="276"/>
            <p14:sldId id="279"/>
            <p14:sldId id="280"/>
            <p14:sldId id="2147483647"/>
            <p14:sldId id="278"/>
            <p14:sldId id="263"/>
            <p14:sldId id="273"/>
            <p14:sldId id="274"/>
            <p14:sldId id="284"/>
            <p14:sldId id="262"/>
            <p14:sldId id="269"/>
            <p14:sldId id="258"/>
            <p14:sldId id="289"/>
            <p14:sldId id="294"/>
            <p14:sldId id="291"/>
            <p14:sldId id="256"/>
            <p14:sldId id="265"/>
            <p14:sldId id="281"/>
            <p14:sldId id="288"/>
            <p14:sldId id="270"/>
            <p14:sldId id="295"/>
            <p14:sldId id="287"/>
            <p14:sldId id="259"/>
            <p14:sldId id="267"/>
            <p14:sldId id="285"/>
            <p14:sldId id="290"/>
            <p14:sldId id="260"/>
            <p14:sldId id="266"/>
            <p14:sldId id="268"/>
            <p14:sldId id="272"/>
            <p14:sldId id="264"/>
            <p14:sldId id="261"/>
            <p14:sldId id="292"/>
            <p14:sldId id="293"/>
            <p14:sldId id="271"/>
            <p14:sldId id="277"/>
            <p14:sldId id="282"/>
            <p14:sldId id="296"/>
            <p14:sldId id="297"/>
            <p14:sldId id="283"/>
            <p14:sldId id="298"/>
            <p14:sldId id="299"/>
            <p14:sldId id="302"/>
            <p14:sldId id="303"/>
            <p14:sldId id="28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2CFAD03-C1D1-6FC9-E855-8005EE1C9A07}" name="Scott Beckford" initials="SB" userId="S::scott.beckford@rackspace.com::97f88ce4-fa8b-4163-b87d-92edb22d088f" providerId="AD"/>
  <p188:author id="{E8978822-E693-3C50-0FF3-6484C5E26D79}" name="Matthew Wright" initials="MW" userId="S::matthew.wright@rackspace.com::0d3ab189-59d5-47dc-8275-9fbc0b028d65" providerId="AD"/>
  <p188:author id="{EFE7A935-1A5E-1AD6-433E-A89DB6DE14E7}" name="Rashid Anwar Cheema" initials="RA" userId="S::rashid.anwarcheema@rackspace.com::93d5814b-5360-4dda-8d6a-3ba5986ce66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shley Miesner" initials="AM" lastIdx="5" clrIdx="0">
    <p:extLst>
      <p:ext uri="{19B8F6BF-5375-455C-9EA6-DF929625EA0E}">
        <p15:presenceInfo xmlns:p15="http://schemas.microsoft.com/office/powerpoint/2012/main" userId="ad8e07fa54b49bda" providerId="Windows Live"/>
      </p:ext>
    </p:extLst>
  </p:cmAuthor>
  <p:cmAuthor id="2" name="Abi Watson" initials="AW" lastIdx="6" clrIdx="1">
    <p:extLst>
      <p:ext uri="{19B8F6BF-5375-455C-9EA6-DF929625EA0E}">
        <p15:presenceInfo xmlns:p15="http://schemas.microsoft.com/office/powerpoint/2012/main" userId="S::abi.watson@rackspace.co.uk::cbd6f91d-7bfe-46bf-bc79-2b67dca856ba" providerId="AD"/>
      </p:ext>
    </p:extLst>
  </p:cmAuthor>
  <p:cmAuthor id="3" name="Adam Evans" initials="AE" lastIdx="1" clrIdx="2">
    <p:extLst>
      <p:ext uri="{19B8F6BF-5375-455C-9EA6-DF929625EA0E}">
        <p15:presenceInfo xmlns:p15="http://schemas.microsoft.com/office/powerpoint/2012/main" userId="S::Adam.Evans@rackspace.co.uk::9762edaf-6122-415d-b47d-f06fb146bf0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008A"/>
    <a:srgbClr val="00B0F0"/>
    <a:srgbClr val="E57100"/>
    <a:srgbClr val="0059C8"/>
    <a:srgbClr val="222E63"/>
    <a:srgbClr val="0070C0"/>
    <a:srgbClr val="005F5E"/>
    <a:srgbClr val="00BEBC"/>
    <a:srgbClr val="B9B9B9"/>
    <a:srgbClr val="19265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1" d="100"/>
          <a:sy n="51" d="100"/>
        </p:scale>
        <p:origin x="95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0.xml"/><Relationship Id="rId21" Type="http://schemas.openxmlformats.org/officeDocument/2006/relationships/slide" Target="slides/slide5.xml"/><Relationship Id="rId42" Type="http://schemas.openxmlformats.org/officeDocument/2006/relationships/slide" Target="slides/slide26.xml"/><Relationship Id="rId47" Type="http://schemas.openxmlformats.org/officeDocument/2006/relationships/slide" Target="slides/slide31.xml"/><Relationship Id="rId63" Type="http://schemas.openxmlformats.org/officeDocument/2006/relationships/slide" Target="slides/slide47.xml"/><Relationship Id="rId6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Master" Target="slideMasters/slideMaster13.xml"/><Relationship Id="rId29" Type="http://schemas.openxmlformats.org/officeDocument/2006/relationships/slide" Target="slides/slide13.xml"/><Relationship Id="rId11" Type="http://schemas.openxmlformats.org/officeDocument/2006/relationships/slideMaster" Target="slideMasters/slideMaster8.xml"/><Relationship Id="rId24" Type="http://schemas.openxmlformats.org/officeDocument/2006/relationships/slide" Target="slides/slide8.xml"/><Relationship Id="rId32" Type="http://schemas.openxmlformats.org/officeDocument/2006/relationships/slide" Target="slides/slide16.xml"/><Relationship Id="rId37" Type="http://schemas.openxmlformats.org/officeDocument/2006/relationships/slide" Target="slides/slide21.xml"/><Relationship Id="rId40" Type="http://schemas.openxmlformats.org/officeDocument/2006/relationships/slide" Target="slides/slide24.xml"/><Relationship Id="rId45" Type="http://schemas.openxmlformats.org/officeDocument/2006/relationships/slide" Target="slides/slide29.xml"/><Relationship Id="rId53" Type="http://schemas.openxmlformats.org/officeDocument/2006/relationships/slide" Target="slides/slide37.xml"/><Relationship Id="rId58" Type="http://schemas.openxmlformats.org/officeDocument/2006/relationships/slide" Target="slides/slide42.xml"/><Relationship Id="rId66" Type="http://schemas.openxmlformats.org/officeDocument/2006/relationships/handoutMaster" Target="handoutMasters/handoutMaster1.xml"/><Relationship Id="rId5" Type="http://schemas.openxmlformats.org/officeDocument/2006/relationships/slideMaster" Target="slideMasters/slideMaster2.xml"/><Relationship Id="rId61" Type="http://schemas.openxmlformats.org/officeDocument/2006/relationships/slide" Target="slides/slide45.xml"/><Relationship Id="rId19" Type="http://schemas.openxmlformats.org/officeDocument/2006/relationships/slide" Target="slides/slide3.xml"/><Relationship Id="rId14" Type="http://schemas.openxmlformats.org/officeDocument/2006/relationships/slideMaster" Target="slideMasters/slideMaster11.xml"/><Relationship Id="rId22" Type="http://schemas.openxmlformats.org/officeDocument/2006/relationships/slide" Target="slides/slide6.xml"/><Relationship Id="rId27" Type="http://schemas.openxmlformats.org/officeDocument/2006/relationships/slide" Target="slides/slide11.xml"/><Relationship Id="rId30" Type="http://schemas.openxmlformats.org/officeDocument/2006/relationships/slide" Target="slides/slide14.xml"/><Relationship Id="rId35" Type="http://schemas.openxmlformats.org/officeDocument/2006/relationships/slide" Target="slides/slide19.xml"/><Relationship Id="rId43" Type="http://schemas.openxmlformats.org/officeDocument/2006/relationships/slide" Target="slides/slide27.xml"/><Relationship Id="rId48" Type="http://schemas.openxmlformats.org/officeDocument/2006/relationships/slide" Target="slides/slide32.xml"/><Relationship Id="rId56" Type="http://schemas.openxmlformats.org/officeDocument/2006/relationships/slide" Target="slides/slide40.xml"/><Relationship Id="rId64" Type="http://schemas.openxmlformats.org/officeDocument/2006/relationships/slide" Target="slides/slide48.xml"/><Relationship Id="rId69" Type="http://schemas.openxmlformats.org/officeDocument/2006/relationships/viewProps" Target="viewProps.xml"/><Relationship Id="rId8" Type="http://schemas.openxmlformats.org/officeDocument/2006/relationships/slideMaster" Target="slideMasters/slideMaster5.xml"/><Relationship Id="rId51" Type="http://schemas.openxmlformats.org/officeDocument/2006/relationships/slide" Target="slides/slide35.xml"/><Relationship Id="rId72"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1.xml"/><Relationship Id="rId25" Type="http://schemas.openxmlformats.org/officeDocument/2006/relationships/slide" Target="slides/slide9.xml"/><Relationship Id="rId33" Type="http://schemas.openxmlformats.org/officeDocument/2006/relationships/slide" Target="slides/slide17.xml"/><Relationship Id="rId38" Type="http://schemas.openxmlformats.org/officeDocument/2006/relationships/slide" Target="slides/slide22.xml"/><Relationship Id="rId46" Type="http://schemas.openxmlformats.org/officeDocument/2006/relationships/slide" Target="slides/slide30.xml"/><Relationship Id="rId59" Type="http://schemas.openxmlformats.org/officeDocument/2006/relationships/slide" Target="slides/slide43.xml"/><Relationship Id="rId67" Type="http://schemas.openxmlformats.org/officeDocument/2006/relationships/commentAuthors" Target="commentAuthors.xml"/><Relationship Id="rId20" Type="http://schemas.openxmlformats.org/officeDocument/2006/relationships/slide" Target="slides/slide4.xml"/><Relationship Id="rId41" Type="http://schemas.openxmlformats.org/officeDocument/2006/relationships/slide" Target="slides/slide25.xml"/><Relationship Id="rId54" Type="http://schemas.openxmlformats.org/officeDocument/2006/relationships/slide" Target="slides/slide38.xml"/><Relationship Id="rId62" Type="http://schemas.openxmlformats.org/officeDocument/2006/relationships/slide" Target="slides/slide46.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Master" Target="slideMasters/slideMaster12.xml"/><Relationship Id="rId23" Type="http://schemas.openxmlformats.org/officeDocument/2006/relationships/slide" Target="slides/slide7.xml"/><Relationship Id="rId28" Type="http://schemas.openxmlformats.org/officeDocument/2006/relationships/slide" Target="slides/slide12.xml"/><Relationship Id="rId36" Type="http://schemas.openxmlformats.org/officeDocument/2006/relationships/slide" Target="slides/slide20.xml"/><Relationship Id="rId49" Type="http://schemas.openxmlformats.org/officeDocument/2006/relationships/slide" Target="slides/slide33.xml"/><Relationship Id="rId57" Type="http://schemas.openxmlformats.org/officeDocument/2006/relationships/slide" Target="slides/slide41.xml"/><Relationship Id="rId10" Type="http://schemas.openxmlformats.org/officeDocument/2006/relationships/slideMaster" Target="slideMasters/slideMaster7.xml"/><Relationship Id="rId31" Type="http://schemas.openxmlformats.org/officeDocument/2006/relationships/slide" Target="slides/slide15.xml"/><Relationship Id="rId44" Type="http://schemas.openxmlformats.org/officeDocument/2006/relationships/slide" Target="slides/slide28.xml"/><Relationship Id="rId52" Type="http://schemas.openxmlformats.org/officeDocument/2006/relationships/slide" Target="slides/slide36.xml"/><Relationship Id="rId60" Type="http://schemas.openxmlformats.org/officeDocument/2006/relationships/slide" Target="slides/slide44.xml"/><Relationship Id="rId65" Type="http://schemas.openxmlformats.org/officeDocument/2006/relationships/notesMaster" Target="notesMasters/notesMaster1.xml"/><Relationship Id="rId73"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Master" Target="slideMasters/slideMaster10.xml"/><Relationship Id="rId18" Type="http://schemas.openxmlformats.org/officeDocument/2006/relationships/slide" Target="slides/slide2.xml"/><Relationship Id="rId39" Type="http://schemas.openxmlformats.org/officeDocument/2006/relationships/slide" Target="slides/slide23.xml"/><Relationship Id="rId34" Type="http://schemas.openxmlformats.org/officeDocument/2006/relationships/slide" Target="slides/slide18.xml"/><Relationship Id="rId50" Type="http://schemas.openxmlformats.org/officeDocument/2006/relationships/slide" Target="slides/slide34.xml"/><Relationship Id="rId55" Type="http://schemas.openxmlformats.org/officeDocument/2006/relationships/slide" Target="slides/slide39.xml"/><Relationship Id="rId7" Type="http://schemas.openxmlformats.org/officeDocument/2006/relationships/slideMaster" Target="slideMasters/slideMaster4.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pendra Kumar" userId="6c07c951-56e6-444d-b54c-43a261dacbee" providerId="ADAL" clId="{06A93499-00C3-468F-BFAF-ED895873DCA0}"/>
    <pc:docChg chg="custSel delSld modSld modSection">
      <pc:chgData name="Upendra Kumar" userId="6c07c951-56e6-444d-b54c-43a261dacbee" providerId="ADAL" clId="{06A93499-00C3-468F-BFAF-ED895873DCA0}" dt="2026-06-04T05:29:20.439" v="47" actId="478"/>
      <pc:docMkLst>
        <pc:docMk/>
      </pc:docMkLst>
      <pc:sldChg chg="delSp mod">
        <pc:chgData name="Upendra Kumar" userId="6c07c951-56e6-444d-b54c-43a261dacbee" providerId="ADAL" clId="{06A93499-00C3-468F-BFAF-ED895873DCA0}" dt="2026-06-04T05:28:11.519" v="19" actId="478"/>
        <pc:sldMkLst>
          <pc:docMk/>
          <pc:sldMk cId="2078894897" sldId="256"/>
        </pc:sldMkLst>
        <pc:picChg chg="del">
          <ac:chgData name="Upendra Kumar" userId="6c07c951-56e6-444d-b54c-43a261dacbee" providerId="ADAL" clId="{06A93499-00C3-468F-BFAF-ED895873DCA0}" dt="2026-06-04T05:28:11.519" v="19" actId="478"/>
          <ac:picMkLst>
            <pc:docMk/>
            <pc:sldMk cId="2078894897" sldId="256"/>
            <ac:picMk id="4" creationId="{00000000-0000-0000-0000-000000000000}"/>
          </ac:picMkLst>
        </pc:picChg>
      </pc:sldChg>
      <pc:sldChg chg="delSp mod">
        <pc:chgData name="Upendra Kumar" userId="6c07c951-56e6-444d-b54c-43a261dacbee" providerId="ADAL" clId="{06A93499-00C3-468F-BFAF-ED895873DCA0}" dt="2026-06-04T05:27:20.765" v="1" actId="478"/>
        <pc:sldMkLst>
          <pc:docMk/>
          <pc:sldMk cId="1607316324" sldId="257"/>
        </pc:sldMkLst>
        <pc:picChg chg="del">
          <ac:chgData name="Upendra Kumar" userId="6c07c951-56e6-444d-b54c-43a261dacbee" providerId="ADAL" clId="{06A93499-00C3-468F-BFAF-ED895873DCA0}" dt="2026-06-04T05:27:20.765" v="1" actId="478"/>
          <ac:picMkLst>
            <pc:docMk/>
            <pc:sldMk cId="1607316324" sldId="257"/>
            <ac:picMk id="10" creationId="{00000000-0000-0000-0000-000000000000}"/>
          </ac:picMkLst>
        </pc:picChg>
      </pc:sldChg>
      <pc:sldChg chg="delSp mod">
        <pc:chgData name="Upendra Kumar" userId="6c07c951-56e6-444d-b54c-43a261dacbee" providerId="ADAL" clId="{06A93499-00C3-468F-BFAF-ED895873DCA0}" dt="2026-06-04T05:28:01.763" v="15" actId="478"/>
        <pc:sldMkLst>
          <pc:docMk/>
          <pc:sldMk cId="4084012050" sldId="258"/>
        </pc:sldMkLst>
        <pc:picChg chg="del">
          <ac:chgData name="Upendra Kumar" userId="6c07c951-56e6-444d-b54c-43a261dacbee" providerId="ADAL" clId="{06A93499-00C3-468F-BFAF-ED895873DCA0}" dt="2026-06-04T05:28:01.763" v="15" actId="478"/>
          <ac:picMkLst>
            <pc:docMk/>
            <pc:sldMk cId="4084012050" sldId="258"/>
            <ac:picMk id="1093" creationId="{00000000-0000-0000-0000-000000000000}"/>
          </ac:picMkLst>
        </pc:picChg>
      </pc:sldChg>
      <pc:sldChg chg="delSp mod">
        <pc:chgData name="Upendra Kumar" userId="6c07c951-56e6-444d-b54c-43a261dacbee" providerId="ADAL" clId="{06A93499-00C3-468F-BFAF-ED895873DCA0}" dt="2026-06-04T05:28:30.455" v="26" actId="478"/>
        <pc:sldMkLst>
          <pc:docMk/>
          <pc:sldMk cId="4088792011" sldId="259"/>
        </pc:sldMkLst>
        <pc:picChg chg="del">
          <ac:chgData name="Upendra Kumar" userId="6c07c951-56e6-444d-b54c-43a261dacbee" providerId="ADAL" clId="{06A93499-00C3-468F-BFAF-ED895873DCA0}" dt="2026-06-04T05:28:30.455" v="26" actId="478"/>
          <ac:picMkLst>
            <pc:docMk/>
            <pc:sldMk cId="4088792011" sldId="259"/>
            <ac:picMk id="4" creationId="{00000000-0000-0000-0000-000000000000}"/>
          </ac:picMkLst>
        </pc:picChg>
      </pc:sldChg>
      <pc:sldChg chg="delSp mod">
        <pc:chgData name="Upendra Kumar" userId="6c07c951-56e6-444d-b54c-43a261dacbee" providerId="ADAL" clId="{06A93499-00C3-468F-BFAF-ED895873DCA0}" dt="2026-06-04T05:28:41.340" v="30" actId="478"/>
        <pc:sldMkLst>
          <pc:docMk/>
          <pc:sldMk cId="3497725282" sldId="260"/>
        </pc:sldMkLst>
        <pc:picChg chg="del">
          <ac:chgData name="Upendra Kumar" userId="6c07c951-56e6-444d-b54c-43a261dacbee" providerId="ADAL" clId="{06A93499-00C3-468F-BFAF-ED895873DCA0}" dt="2026-06-04T05:28:41.340" v="30" actId="478"/>
          <ac:picMkLst>
            <pc:docMk/>
            <pc:sldMk cId="3497725282" sldId="260"/>
            <ac:picMk id="4" creationId="{00000000-0000-0000-0000-000000000000}"/>
          </ac:picMkLst>
        </pc:picChg>
      </pc:sldChg>
      <pc:sldChg chg="delSp mod">
        <pc:chgData name="Upendra Kumar" userId="6c07c951-56e6-444d-b54c-43a261dacbee" providerId="ADAL" clId="{06A93499-00C3-468F-BFAF-ED895873DCA0}" dt="2026-06-04T05:27:56.708" v="13" actId="478"/>
        <pc:sldMkLst>
          <pc:docMk/>
          <pc:sldMk cId="4171292702" sldId="262"/>
        </pc:sldMkLst>
        <pc:picChg chg="del">
          <ac:chgData name="Upendra Kumar" userId="6c07c951-56e6-444d-b54c-43a261dacbee" providerId="ADAL" clId="{06A93499-00C3-468F-BFAF-ED895873DCA0}" dt="2026-06-04T05:27:56.708" v="13" actId="478"/>
          <ac:picMkLst>
            <pc:docMk/>
            <pc:sldMk cId="4171292702" sldId="262"/>
            <ac:picMk id="4" creationId="{00000000-0000-0000-0000-000000000000}"/>
          </ac:picMkLst>
        </pc:picChg>
      </pc:sldChg>
      <pc:sldChg chg="delSp mod">
        <pc:chgData name="Upendra Kumar" userId="6c07c951-56e6-444d-b54c-43a261dacbee" providerId="ADAL" clId="{06A93499-00C3-468F-BFAF-ED895873DCA0}" dt="2026-06-04T05:27:44.489" v="9" actId="478"/>
        <pc:sldMkLst>
          <pc:docMk/>
          <pc:sldMk cId="920250159" sldId="263"/>
        </pc:sldMkLst>
        <pc:picChg chg="del">
          <ac:chgData name="Upendra Kumar" userId="6c07c951-56e6-444d-b54c-43a261dacbee" providerId="ADAL" clId="{06A93499-00C3-468F-BFAF-ED895873DCA0}" dt="2026-06-04T05:27:44.489" v="9" actId="478"/>
          <ac:picMkLst>
            <pc:docMk/>
            <pc:sldMk cId="920250159" sldId="263"/>
            <ac:picMk id="12" creationId="{00000000-0000-0000-0000-000000000000}"/>
          </ac:picMkLst>
        </pc:picChg>
      </pc:sldChg>
      <pc:sldChg chg="delSp mod">
        <pc:chgData name="Upendra Kumar" userId="6c07c951-56e6-444d-b54c-43a261dacbee" providerId="ADAL" clId="{06A93499-00C3-468F-BFAF-ED895873DCA0}" dt="2026-06-04T05:28:50.568" v="34" actId="478"/>
        <pc:sldMkLst>
          <pc:docMk/>
          <pc:sldMk cId="3870353565" sldId="264"/>
        </pc:sldMkLst>
        <pc:picChg chg="del">
          <ac:chgData name="Upendra Kumar" userId="6c07c951-56e6-444d-b54c-43a261dacbee" providerId="ADAL" clId="{06A93499-00C3-468F-BFAF-ED895873DCA0}" dt="2026-06-04T05:28:50.568" v="34" actId="478"/>
          <ac:picMkLst>
            <pc:docMk/>
            <pc:sldMk cId="3870353565" sldId="264"/>
            <ac:picMk id="22" creationId="{00000000-0000-0000-0000-000000000000}"/>
          </ac:picMkLst>
        </pc:picChg>
      </pc:sldChg>
      <pc:sldChg chg="delSp mod">
        <pc:chgData name="Upendra Kumar" userId="6c07c951-56e6-444d-b54c-43a261dacbee" providerId="ADAL" clId="{06A93499-00C3-468F-BFAF-ED895873DCA0}" dt="2026-06-04T05:28:13.771" v="20" actId="478"/>
        <pc:sldMkLst>
          <pc:docMk/>
          <pc:sldMk cId="1097977507" sldId="265"/>
        </pc:sldMkLst>
        <pc:picChg chg="del">
          <ac:chgData name="Upendra Kumar" userId="6c07c951-56e6-444d-b54c-43a261dacbee" providerId="ADAL" clId="{06A93499-00C3-468F-BFAF-ED895873DCA0}" dt="2026-06-04T05:28:13.771" v="20" actId="478"/>
          <ac:picMkLst>
            <pc:docMk/>
            <pc:sldMk cId="1097977507" sldId="265"/>
            <ac:picMk id="11" creationId="{00000000-0000-0000-0000-000000000000}"/>
          </ac:picMkLst>
        </pc:picChg>
      </pc:sldChg>
      <pc:sldChg chg="delSp mod">
        <pc:chgData name="Upendra Kumar" userId="6c07c951-56e6-444d-b54c-43a261dacbee" providerId="ADAL" clId="{06A93499-00C3-468F-BFAF-ED895873DCA0}" dt="2026-06-04T05:28:43.148" v="31" actId="478"/>
        <pc:sldMkLst>
          <pc:docMk/>
          <pc:sldMk cId="1784270626" sldId="266"/>
        </pc:sldMkLst>
        <pc:picChg chg="del">
          <ac:chgData name="Upendra Kumar" userId="6c07c951-56e6-444d-b54c-43a261dacbee" providerId="ADAL" clId="{06A93499-00C3-468F-BFAF-ED895873DCA0}" dt="2026-06-04T05:28:43.148" v="31" actId="478"/>
          <ac:picMkLst>
            <pc:docMk/>
            <pc:sldMk cId="1784270626" sldId="266"/>
            <ac:picMk id="12" creationId="{00000000-0000-0000-0000-000000000000}"/>
          </ac:picMkLst>
        </pc:picChg>
      </pc:sldChg>
      <pc:sldChg chg="delSp mod">
        <pc:chgData name="Upendra Kumar" userId="6c07c951-56e6-444d-b54c-43a261dacbee" providerId="ADAL" clId="{06A93499-00C3-468F-BFAF-ED895873DCA0}" dt="2026-06-04T05:28:32.675" v="27" actId="478"/>
        <pc:sldMkLst>
          <pc:docMk/>
          <pc:sldMk cId="1748632641" sldId="267"/>
        </pc:sldMkLst>
        <pc:picChg chg="del">
          <ac:chgData name="Upendra Kumar" userId="6c07c951-56e6-444d-b54c-43a261dacbee" providerId="ADAL" clId="{06A93499-00C3-468F-BFAF-ED895873DCA0}" dt="2026-06-04T05:28:32.675" v="27" actId="478"/>
          <ac:picMkLst>
            <pc:docMk/>
            <pc:sldMk cId="1748632641" sldId="267"/>
            <ac:picMk id="11" creationId="{00000000-0000-0000-0000-000000000000}"/>
          </ac:picMkLst>
        </pc:picChg>
      </pc:sldChg>
      <pc:sldChg chg="delSp mod">
        <pc:chgData name="Upendra Kumar" userId="6c07c951-56e6-444d-b54c-43a261dacbee" providerId="ADAL" clId="{06A93499-00C3-468F-BFAF-ED895873DCA0}" dt="2026-06-04T05:28:45.010" v="32" actId="478"/>
        <pc:sldMkLst>
          <pc:docMk/>
          <pc:sldMk cId="1692466608" sldId="268"/>
        </pc:sldMkLst>
        <pc:picChg chg="del">
          <ac:chgData name="Upendra Kumar" userId="6c07c951-56e6-444d-b54c-43a261dacbee" providerId="ADAL" clId="{06A93499-00C3-468F-BFAF-ED895873DCA0}" dt="2026-06-04T05:28:45.010" v="32" actId="478"/>
          <ac:picMkLst>
            <pc:docMk/>
            <pc:sldMk cId="1692466608" sldId="268"/>
            <ac:picMk id="13" creationId="{00000000-0000-0000-0000-000000000000}"/>
          </ac:picMkLst>
        </pc:picChg>
      </pc:sldChg>
      <pc:sldChg chg="delSp mod">
        <pc:chgData name="Upendra Kumar" userId="6c07c951-56e6-444d-b54c-43a261dacbee" providerId="ADAL" clId="{06A93499-00C3-468F-BFAF-ED895873DCA0}" dt="2026-06-04T05:27:59.110" v="14" actId="478"/>
        <pc:sldMkLst>
          <pc:docMk/>
          <pc:sldMk cId="1582066733" sldId="269"/>
        </pc:sldMkLst>
        <pc:picChg chg="del">
          <ac:chgData name="Upendra Kumar" userId="6c07c951-56e6-444d-b54c-43a261dacbee" providerId="ADAL" clId="{06A93499-00C3-468F-BFAF-ED895873DCA0}" dt="2026-06-04T05:27:59.110" v="14" actId="478"/>
          <ac:picMkLst>
            <pc:docMk/>
            <pc:sldMk cId="1582066733" sldId="269"/>
            <ac:picMk id="42" creationId="{00000000-0000-0000-0000-000000000000}"/>
          </ac:picMkLst>
        </pc:picChg>
      </pc:sldChg>
      <pc:sldChg chg="delSp mod">
        <pc:chgData name="Upendra Kumar" userId="6c07c951-56e6-444d-b54c-43a261dacbee" providerId="ADAL" clId="{06A93499-00C3-468F-BFAF-ED895873DCA0}" dt="2026-06-04T05:28:21.357" v="23" actId="478"/>
        <pc:sldMkLst>
          <pc:docMk/>
          <pc:sldMk cId="686612715" sldId="270"/>
        </pc:sldMkLst>
        <pc:picChg chg="del">
          <ac:chgData name="Upendra Kumar" userId="6c07c951-56e6-444d-b54c-43a261dacbee" providerId="ADAL" clId="{06A93499-00C3-468F-BFAF-ED895873DCA0}" dt="2026-06-04T05:28:21.357" v="23" actId="478"/>
          <ac:picMkLst>
            <pc:docMk/>
            <pc:sldMk cId="686612715" sldId="270"/>
            <ac:picMk id="21" creationId="{00000000-0000-0000-0000-000000000000}"/>
          </ac:picMkLst>
        </pc:picChg>
      </pc:sldChg>
      <pc:sldChg chg="delSp mod">
        <pc:chgData name="Upendra Kumar" userId="6c07c951-56e6-444d-b54c-43a261dacbee" providerId="ADAL" clId="{06A93499-00C3-468F-BFAF-ED895873DCA0}" dt="2026-06-04T05:28:56.831" v="37" actId="478"/>
        <pc:sldMkLst>
          <pc:docMk/>
          <pc:sldMk cId="476444648" sldId="271"/>
        </pc:sldMkLst>
        <pc:picChg chg="del">
          <ac:chgData name="Upendra Kumar" userId="6c07c951-56e6-444d-b54c-43a261dacbee" providerId="ADAL" clId="{06A93499-00C3-468F-BFAF-ED895873DCA0}" dt="2026-06-04T05:28:56.831" v="37" actId="478"/>
          <ac:picMkLst>
            <pc:docMk/>
            <pc:sldMk cId="476444648" sldId="271"/>
            <ac:picMk id="4" creationId="{00000000-0000-0000-0000-000000000000}"/>
          </ac:picMkLst>
        </pc:picChg>
      </pc:sldChg>
      <pc:sldChg chg="delSp mod">
        <pc:chgData name="Upendra Kumar" userId="6c07c951-56e6-444d-b54c-43a261dacbee" providerId="ADAL" clId="{06A93499-00C3-468F-BFAF-ED895873DCA0}" dt="2026-06-04T05:28:48.316" v="33" actId="478"/>
        <pc:sldMkLst>
          <pc:docMk/>
          <pc:sldMk cId="2183228781" sldId="272"/>
        </pc:sldMkLst>
        <pc:picChg chg="del">
          <ac:chgData name="Upendra Kumar" userId="6c07c951-56e6-444d-b54c-43a261dacbee" providerId="ADAL" clId="{06A93499-00C3-468F-BFAF-ED895873DCA0}" dt="2026-06-04T05:28:48.316" v="33" actId="478"/>
          <ac:picMkLst>
            <pc:docMk/>
            <pc:sldMk cId="2183228781" sldId="272"/>
            <ac:picMk id="23" creationId="{00000000-0000-0000-0000-000000000000}"/>
          </ac:picMkLst>
        </pc:picChg>
      </pc:sldChg>
      <pc:sldChg chg="delSp mod">
        <pc:chgData name="Upendra Kumar" userId="6c07c951-56e6-444d-b54c-43a261dacbee" providerId="ADAL" clId="{06A93499-00C3-468F-BFAF-ED895873DCA0}" dt="2026-06-04T05:27:47.948" v="10" actId="478"/>
        <pc:sldMkLst>
          <pc:docMk/>
          <pc:sldMk cId="3422648836" sldId="273"/>
        </pc:sldMkLst>
        <pc:picChg chg="del">
          <ac:chgData name="Upendra Kumar" userId="6c07c951-56e6-444d-b54c-43a261dacbee" providerId="ADAL" clId="{06A93499-00C3-468F-BFAF-ED895873DCA0}" dt="2026-06-04T05:27:47.948" v="10" actId="478"/>
          <ac:picMkLst>
            <pc:docMk/>
            <pc:sldMk cId="3422648836" sldId="273"/>
            <ac:picMk id="12" creationId="{00000000-0000-0000-0000-000000000000}"/>
          </ac:picMkLst>
        </pc:picChg>
      </pc:sldChg>
      <pc:sldChg chg="delSp mod">
        <pc:chgData name="Upendra Kumar" userId="6c07c951-56e6-444d-b54c-43a261dacbee" providerId="ADAL" clId="{06A93499-00C3-468F-BFAF-ED895873DCA0}" dt="2026-06-04T05:27:50.396" v="11" actId="478"/>
        <pc:sldMkLst>
          <pc:docMk/>
          <pc:sldMk cId="1101885496" sldId="274"/>
        </pc:sldMkLst>
        <pc:picChg chg="del">
          <ac:chgData name="Upendra Kumar" userId="6c07c951-56e6-444d-b54c-43a261dacbee" providerId="ADAL" clId="{06A93499-00C3-468F-BFAF-ED895873DCA0}" dt="2026-06-04T05:27:50.396" v="11" actId="478"/>
          <ac:picMkLst>
            <pc:docMk/>
            <pc:sldMk cId="1101885496" sldId="274"/>
            <ac:picMk id="12" creationId="{00000000-0000-0000-0000-000000000000}"/>
          </ac:picMkLst>
        </pc:picChg>
      </pc:sldChg>
      <pc:sldChg chg="del">
        <pc:chgData name="Upendra Kumar" userId="6c07c951-56e6-444d-b54c-43a261dacbee" providerId="ADAL" clId="{06A93499-00C3-468F-BFAF-ED895873DCA0}" dt="2026-06-04T05:27:09.192" v="0" actId="2696"/>
        <pc:sldMkLst>
          <pc:docMk/>
          <pc:sldMk cId="0" sldId="275"/>
        </pc:sldMkLst>
      </pc:sldChg>
      <pc:sldChg chg="delSp mod">
        <pc:chgData name="Upendra Kumar" userId="6c07c951-56e6-444d-b54c-43a261dacbee" providerId="ADAL" clId="{06A93499-00C3-468F-BFAF-ED895873DCA0}" dt="2026-06-04T05:27:27.537" v="4" actId="478"/>
        <pc:sldMkLst>
          <pc:docMk/>
          <pc:sldMk cId="1501131436" sldId="276"/>
        </pc:sldMkLst>
        <pc:picChg chg="del">
          <ac:chgData name="Upendra Kumar" userId="6c07c951-56e6-444d-b54c-43a261dacbee" providerId="ADAL" clId="{06A93499-00C3-468F-BFAF-ED895873DCA0}" dt="2026-06-04T05:27:27.537" v="4" actId="478"/>
          <ac:picMkLst>
            <pc:docMk/>
            <pc:sldMk cId="1501131436" sldId="276"/>
            <ac:picMk id="11" creationId="{00000000-0000-0000-0000-000000000000}"/>
          </ac:picMkLst>
        </pc:picChg>
      </pc:sldChg>
      <pc:sldChg chg="delSp mod">
        <pc:chgData name="Upendra Kumar" userId="6c07c951-56e6-444d-b54c-43a261dacbee" providerId="ADAL" clId="{06A93499-00C3-468F-BFAF-ED895873DCA0}" dt="2026-06-04T05:29:00.042" v="38" actId="478"/>
        <pc:sldMkLst>
          <pc:docMk/>
          <pc:sldMk cId="278784179" sldId="277"/>
        </pc:sldMkLst>
        <pc:picChg chg="del">
          <ac:chgData name="Upendra Kumar" userId="6c07c951-56e6-444d-b54c-43a261dacbee" providerId="ADAL" clId="{06A93499-00C3-468F-BFAF-ED895873DCA0}" dt="2026-06-04T05:29:00.042" v="38" actId="478"/>
          <ac:picMkLst>
            <pc:docMk/>
            <pc:sldMk cId="278784179" sldId="277"/>
            <ac:picMk id="94" creationId="{00000000-0000-0000-0000-000000000000}"/>
          </ac:picMkLst>
        </pc:picChg>
      </pc:sldChg>
      <pc:sldChg chg="delSp mod">
        <pc:chgData name="Upendra Kumar" userId="6c07c951-56e6-444d-b54c-43a261dacbee" providerId="ADAL" clId="{06A93499-00C3-468F-BFAF-ED895873DCA0}" dt="2026-06-04T05:27:42.042" v="8" actId="478"/>
        <pc:sldMkLst>
          <pc:docMk/>
          <pc:sldMk cId="3884642875" sldId="278"/>
        </pc:sldMkLst>
        <pc:picChg chg="del">
          <ac:chgData name="Upendra Kumar" userId="6c07c951-56e6-444d-b54c-43a261dacbee" providerId="ADAL" clId="{06A93499-00C3-468F-BFAF-ED895873DCA0}" dt="2026-06-04T05:27:42.042" v="8" actId="478"/>
          <ac:picMkLst>
            <pc:docMk/>
            <pc:sldMk cId="3884642875" sldId="278"/>
            <ac:picMk id="97" creationId="{00000000-0000-0000-0000-000000000000}"/>
          </ac:picMkLst>
        </pc:picChg>
      </pc:sldChg>
      <pc:sldChg chg="delSp mod">
        <pc:chgData name="Upendra Kumar" userId="6c07c951-56e6-444d-b54c-43a261dacbee" providerId="ADAL" clId="{06A93499-00C3-468F-BFAF-ED895873DCA0}" dt="2026-06-04T05:27:29.872" v="5" actId="478"/>
        <pc:sldMkLst>
          <pc:docMk/>
          <pc:sldMk cId="483845317" sldId="279"/>
        </pc:sldMkLst>
        <pc:picChg chg="del">
          <ac:chgData name="Upendra Kumar" userId="6c07c951-56e6-444d-b54c-43a261dacbee" providerId="ADAL" clId="{06A93499-00C3-468F-BFAF-ED895873DCA0}" dt="2026-06-04T05:27:29.872" v="5" actId="478"/>
          <ac:picMkLst>
            <pc:docMk/>
            <pc:sldMk cId="483845317" sldId="279"/>
            <ac:picMk id="7" creationId="{00000000-0000-0000-0000-000000000000}"/>
          </ac:picMkLst>
        </pc:picChg>
      </pc:sldChg>
      <pc:sldChg chg="delSp mod">
        <pc:chgData name="Upendra Kumar" userId="6c07c951-56e6-444d-b54c-43a261dacbee" providerId="ADAL" clId="{06A93499-00C3-468F-BFAF-ED895873DCA0}" dt="2026-06-04T05:27:32.999" v="6" actId="478"/>
        <pc:sldMkLst>
          <pc:docMk/>
          <pc:sldMk cId="2612447691" sldId="280"/>
        </pc:sldMkLst>
        <pc:picChg chg="del">
          <ac:chgData name="Upendra Kumar" userId="6c07c951-56e6-444d-b54c-43a261dacbee" providerId="ADAL" clId="{06A93499-00C3-468F-BFAF-ED895873DCA0}" dt="2026-06-04T05:27:32.999" v="6" actId="478"/>
          <ac:picMkLst>
            <pc:docMk/>
            <pc:sldMk cId="2612447691" sldId="280"/>
            <ac:picMk id="10" creationId="{00000000-0000-0000-0000-000000000000}"/>
          </ac:picMkLst>
        </pc:picChg>
      </pc:sldChg>
      <pc:sldChg chg="delSp mod">
        <pc:chgData name="Upendra Kumar" userId="6c07c951-56e6-444d-b54c-43a261dacbee" providerId="ADAL" clId="{06A93499-00C3-468F-BFAF-ED895873DCA0}" dt="2026-06-04T05:28:16.019" v="21" actId="478"/>
        <pc:sldMkLst>
          <pc:docMk/>
          <pc:sldMk cId="1716175818" sldId="281"/>
        </pc:sldMkLst>
        <pc:picChg chg="del">
          <ac:chgData name="Upendra Kumar" userId="6c07c951-56e6-444d-b54c-43a261dacbee" providerId="ADAL" clId="{06A93499-00C3-468F-BFAF-ED895873DCA0}" dt="2026-06-04T05:28:16.019" v="21" actId="478"/>
          <ac:picMkLst>
            <pc:docMk/>
            <pc:sldMk cId="1716175818" sldId="281"/>
            <ac:picMk id="6" creationId="{00000000-0000-0000-0000-000000000000}"/>
          </ac:picMkLst>
        </pc:picChg>
      </pc:sldChg>
      <pc:sldChg chg="delSp mod">
        <pc:chgData name="Upendra Kumar" userId="6c07c951-56e6-444d-b54c-43a261dacbee" providerId="ADAL" clId="{06A93499-00C3-468F-BFAF-ED895873DCA0}" dt="2026-06-04T05:29:02.009" v="39" actId="478"/>
        <pc:sldMkLst>
          <pc:docMk/>
          <pc:sldMk cId="468791534" sldId="282"/>
        </pc:sldMkLst>
        <pc:picChg chg="del">
          <ac:chgData name="Upendra Kumar" userId="6c07c951-56e6-444d-b54c-43a261dacbee" providerId="ADAL" clId="{06A93499-00C3-468F-BFAF-ED895873DCA0}" dt="2026-06-04T05:29:02.009" v="39" actId="478"/>
          <ac:picMkLst>
            <pc:docMk/>
            <pc:sldMk cId="468791534" sldId="282"/>
            <ac:picMk id="4" creationId="{00000000-0000-0000-0000-000000000000}"/>
          </ac:picMkLst>
        </pc:picChg>
      </pc:sldChg>
      <pc:sldChg chg="delSp mod">
        <pc:chgData name="Upendra Kumar" userId="6c07c951-56e6-444d-b54c-43a261dacbee" providerId="ADAL" clId="{06A93499-00C3-468F-BFAF-ED895873DCA0}" dt="2026-06-04T05:29:09.997" v="42" actId="478"/>
        <pc:sldMkLst>
          <pc:docMk/>
          <pc:sldMk cId="4240702355" sldId="283"/>
        </pc:sldMkLst>
        <pc:picChg chg="del">
          <ac:chgData name="Upendra Kumar" userId="6c07c951-56e6-444d-b54c-43a261dacbee" providerId="ADAL" clId="{06A93499-00C3-468F-BFAF-ED895873DCA0}" dt="2026-06-04T05:29:09.997" v="42" actId="478"/>
          <ac:picMkLst>
            <pc:docMk/>
            <pc:sldMk cId="4240702355" sldId="283"/>
            <ac:picMk id="4" creationId="{00000000-0000-0000-0000-000000000000}"/>
          </ac:picMkLst>
        </pc:picChg>
      </pc:sldChg>
      <pc:sldChg chg="delSp mod">
        <pc:chgData name="Upendra Kumar" userId="6c07c951-56e6-444d-b54c-43a261dacbee" providerId="ADAL" clId="{06A93499-00C3-468F-BFAF-ED895873DCA0}" dt="2026-06-04T05:27:53.896" v="12" actId="478"/>
        <pc:sldMkLst>
          <pc:docMk/>
          <pc:sldMk cId="954823635" sldId="284"/>
        </pc:sldMkLst>
        <pc:picChg chg="del">
          <ac:chgData name="Upendra Kumar" userId="6c07c951-56e6-444d-b54c-43a261dacbee" providerId="ADAL" clId="{06A93499-00C3-468F-BFAF-ED895873DCA0}" dt="2026-06-04T05:27:53.896" v="12" actId="478"/>
          <ac:picMkLst>
            <pc:docMk/>
            <pc:sldMk cId="954823635" sldId="284"/>
            <ac:picMk id="12" creationId="{00000000-0000-0000-0000-000000000000}"/>
          </ac:picMkLst>
        </pc:picChg>
      </pc:sldChg>
      <pc:sldChg chg="delSp mod">
        <pc:chgData name="Upendra Kumar" userId="6c07c951-56e6-444d-b54c-43a261dacbee" providerId="ADAL" clId="{06A93499-00C3-468F-BFAF-ED895873DCA0}" dt="2026-06-04T05:28:35.903" v="28" actId="478"/>
        <pc:sldMkLst>
          <pc:docMk/>
          <pc:sldMk cId="479837967" sldId="285"/>
        </pc:sldMkLst>
        <pc:picChg chg="del">
          <ac:chgData name="Upendra Kumar" userId="6c07c951-56e6-444d-b54c-43a261dacbee" providerId="ADAL" clId="{06A93499-00C3-468F-BFAF-ED895873DCA0}" dt="2026-06-04T05:28:35.903" v="28" actId="478"/>
          <ac:picMkLst>
            <pc:docMk/>
            <pc:sldMk cId="479837967" sldId="285"/>
            <ac:picMk id="11" creationId="{00000000-0000-0000-0000-000000000000}"/>
          </ac:picMkLst>
        </pc:picChg>
      </pc:sldChg>
      <pc:sldChg chg="delSp mod">
        <pc:chgData name="Upendra Kumar" userId="6c07c951-56e6-444d-b54c-43a261dacbee" providerId="ADAL" clId="{06A93499-00C3-468F-BFAF-ED895873DCA0}" dt="2026-06-04T05:29:20.439" v="47" actId="478"/>
        <pc:sldMkLst>
          <pc:docMk/>
          <pc:sldMk cId="957030974" sldId="286"/>
        </pc:sldMkLst>
        <pc:picChg chg="del">
          <ac:chgData name="Upendra Kumar" userId="6c07c951-56e6-444d-b54c-43a261dacbee" providerId="ADAL" clId="{06A93499-00C3-468F-BFAF-ED895873DCA0}" dt="2026-06-04T05:29:20.439" v="47" actId="478"/>
          <ac:picMkLst>
            <pc:docMk/>
            <pc:sldMk cId="957030974" sldId="286"/>
            <ac:picMk id="5" creationId="{00000000-0000-0000-0000-000000000000}"/>
          </ac:picMkLst>
        </pc:picChg>
      </pc:sldChg>
      <pc:sldChg chg="delSp mod">
        <pc:chgData name="Upendra Kumar" userId="6c07c951-56e6-444d-b54c-43a261dacbee" providerId="ADAL" clId="{06A93499-00C3-468F-BFAF-ED895873DCA0}" dt="2026-06-04T05:28:24.888" v="24" actId="478"/>
        <pc:sldMkLst>
          <pc:docMk/>
          <pc:sldMk cId="3674622965" sldId="287"/>
        </pc:sldMkLst>
        <pc:picChg chg="del">
          <ac:chgData name="Upendra Kumar" userId="6c07c951-56e6-444d-b54c-43a261dacbee" providerId="ADAL" clId="{06A93499-00C3-468F-BFAF-ED895873DCA0}" dt="2026-06-04T05:28:24.888" v="24" actId="478"/>
          <ac:picMkLst>
            <pc:docMk/>
            <pc:sldMk cId="3674622965" sldId="287"/>
            <ac:picMk id="10" creationId="{00000000-0000-0000-0000-000000000000}"/>
          </ac:picMkLst>
        </pc:picChg>
      </pc:sldChg>
      <pc:sldChg chg="delSp mod">
        <pc:chgData name="Upendra Kumar" userId="6c07c951-56e6-444d-b54c-43a261dacbee" providerId="ADAL" clId="{06A93499-00C3-468F-BFAF-ED895873DCA0}" dt="2026-06-04T05:28:19.310" v="22" actId="478"/>
        <pc:sldMkLst>
          <pc:docMk/>
          <pc:sldMk cId="3718290946" sldId="288"/>
        </pc:sldMkLst>
        <pc:picChg chg="del">
          <ac:chgData name="Upendra Kumar" userId="6c07c951-56e6-444d-b54c-43a261dacbee" providerId="ADAL" clId="{06A93499-00C3-468F-BFAF-ED895873DCA0}" dt="2026-06-04T05:28:19.310" v="22" actId="478"/>
          <ac:picMkLst>
            <pc:docMk/>
            <pc:sldMk cId="3718290946" sldId="288"/>
            <ac:picMk id="7" creationId="{00000000-0000-0000-0000-000000000000}"/>
          </ac:picMkLst>
        </pc:picChg>
      </pc:sldChg>
      <pc:sldChg chg="delSp mod">
        <pc:chgData name="Upendra Kumar" userId="6c07c951-56e6-444d-b54c-43a261dacbee" providerId="ADAL" clId="{06A93499-00C3-468F-BFAF-ED895873DCA0}" dt="2026-06-04T05:28:04.401" v="16" actId="478"/>
        <pc:sldMkLst>
          <pc:docMk/>
          <pc:sldMk cId="1577834913" sldId="289"/>
        </pc:sldMkLst>
        <pc:picChg chg="del">
          <ac:chgData name="Upendra Kumar" userId="6c07c951-56e6-444d-b54c-43a261dacbee" providerId="ADAL" clId="{06A93499-00C3-468F-BFAF-ED895873DCA0}" dt="2026-06-04T05:28:04.401" v="16" actId="478"/>
          <ac:picMkLst>
            <pc:docMk/>
            <pc:sldMk cId="1577834913" sldId="289"/>
            <ac:picMk id="5" creationId="{00000000-0000-0000-0000-000000000000}"/>
          </ac:picMkLst>
        </pc:picChg>
      </pc:sldChg>
      <pc:sldChg chg="delSp mod">
        <pc:chgData name="Upendra Kumar" userId="6c07c951-56e6-444d-b54c-43a261dacbee" providerId="ADAL" clId="{06A93499-00C3-468F-BFAF-ED895873DCA0}" dt="2026-06-04T05:28:39.416" v="29" actId="478"/>
        <pc:sldMkLst>
          <pc:docMk/>
          <pc:sldMk cId="2961218594" sldId="290"/>
        </pc:sldMkLst>
        <pc:picChg chg="del">
          <ac:chgData name="Upendra Kumar" userId="6c07c951-56e6-444d-b54c-43a261dacbee" providerId="ADAL" clId="{06A93499-00C3-468F-BFAF-ED895873DCA0}" dt="2026-06-04T05:28:39.416" v="29" actId="478"/>
          <ac:picMkLst>
            <pc:docMk/>
            <pc:sldMk cId="2961218594" sldId="290"/>
            <ac:picMk id="11" creationId="{00000000-0000-0000-0000-000000000000}"/>
          </ac:picMkLst>
        </pc:picChg>
      </pc:sldChg>
      <pc:sldChg chg="delSp mod">
        <pc:chgData name="Upendra Kumar" userId="6c07c951-56e6-444d-b54c-43a261dacbee" providerId="ADAL" clId="{06A93499-00C3-468F-BFAF-ED895873DCA0}" dt="2026-06-04T05:28:09.046" v="18" actId="478"/>
        <pc:sldMkLst>
          <pc:docMk/>
          <pc:sldMk cId="1620268937" sldId="291"/>
        </pc:sldMkLst>
        <pc:picChg chg="del">
          <ac:chgData name="Upendra Kumar" userId="6c07c951-56e6-444d-b54c-43a261dacbee" providerId="ADAL" clId="{06A93499-00C3-468F-BFAF-ED895873DCA0}" dt="2026-06-04T05:28:09.046" v="18" actId="478"/>
          <ac:picMkLst>
            <pc:docMk/>
            <pc:sldMk cId="1620268937" sldId="291"/>
            <ac:picMk id="9" creationId="{00000000-0000-0000-0000-000000000000}"/>
          </ac:picMkLst>
        </pc:picChg>
      </pc:sldChg>
      <pc:sldChg chg="delSp mod">
        <pc:chgData name="Upendra Kumar" userId="6c07c951-56e6-444d-b54c-43a261dacbee" providerId="ADAL" clId="{06A93499-00C3-468F-BFAF-ED895873DCA0}" dt="2026-06-04T05:28:52.730" v="35" actId="478"/>
        <pc:sldMkLst>
          <pc:docMk/>
          <pc:sldMk cId="1410413230" sldId="292"/>
        </pc:sldMkLst>
        <pc:picChg chg="del">
          <ac:chgData name="Upendra Kumar" userId="6c07c951-56e6-444d-b54c-43a261dacbee" providerId="ADAL" clId="{06A93499-00C3-468F-BFAF-ED895873DCA0}" dt="2026-06-04T05:28:52.730" v="35" actId="478"/>
          <ac:picMkLst>
            <pc:docMk/>
            <pc:sldMk cId="1410413230" sldId="292"/>
            <ac:picMk id="11" creationId="{00000000-0000-0000-0000-000000000000}"/>
          </ac:picMkLst>
        </pc:picChg>
      </pc:sldChg>
      <pc:sldChg chg="delSp mod">
        <pc:chgData name="Upendra Kumar" userId="6c07c951-56e6-444d-b54c-43a261dacbee" providerId="ADAL" clId="{06A93499-00C3-468F-BFAF-ED895873DCA0}" dt="2026-06-04T05:28:55.153" v="36" actId="478"/>
        <pc:sldMkLst>
          <pc:docMk/>
          <pc:sldMk cId="2246743065" sldId="293"/>
        </pc:sldMkLst>
        <pc:picChg chg="del">
          <ac:chgData name="Upendra Kumar" userId="6c07c951-56e6-444d-b54c-43a261dacbee" providerId="ADAL" clId="{06A93499-00C3-468F-BFAF-ED895873DCA0}" dt="2026-06-04T05:28:55.153" v="36" actId="478"/>
          <ac:picMkLst>
            <pc:docMk/>
            <pc:sldMk cId="2246743065" sldId="293"/>
            <ac:picMk id="11" creationId="{00000000-0000-0000-0000-000000000000}"/>
          </ac:picMkLst>
        </pc:picChg>
      </pc:sldChg>
      <pc:sldChg chg="delSp mod">
        <pc:chgData name="Upendra Kumar" userId="6c07c951-56e6-444d-b54c-43a261dacbee" providerId="ADAL" clId="{06A93499-00C3-468F-BFAF-ED895873DCA0}" dt="2026-06-04T05:28:06.784" v="17" actId="478"/>
        <pc:sldMkLst>
          <pc:docMk/>
          <pc:sldMk cId="1409610421" sldId="294"/>
        </pc:sldMkLst>
        <pc:picChg chg="del">
          <ac:chgData name="Upendra Kumar" userId="6c07c951-56e6-444d-b54c-43a261dacbee" providerId="ADAL" clId="{06A93499-00C3-468F-BFAF-ED895873DCA0}" dt="2026-06-04T05:28:06.784" v="17" actId="478"/>
          <ac:picMkLst>
            <pc:docMk/>
            <pc:sldMk cId="1409610421" sldId="294"/>
            <ac:picMk id="6" creationId="{00000000-0000-0000-0000-000000000000}"/>
          </ac:picMkLst>
        </pc:picChg>
      </pc:sldChg>
      <pc:sldChg chg="delSp mod">
        <pc:chgData name="Upendra Kumar" userId="6c07c951-56e6-444d-b54c-43a261dacbee" providerId="ADAL" clId="{06A93499-00C3-468F-BFAF-ED895873DCA0}" dt="2026-06-04T05:28:26.781" v="25" actId="478"/>
        <pc:sldMkLst>
          <pc:docMk/>
          <pc:sldMk cId="1667653451" sldId="295"/>
        </pc:sldMkLst>
        <pc:picChg chg="del">
          <ac:chgData name="Upendra Kumar" userId="6c07c951-56e6-444d-b54c-43a261dacbee" providerId="ADAL" clId="{06A93499-00C3-468F-BFAF-ED895873DCA0}" dt="2026-06-04T05:28:26.781" v="25" actId="478"/>
          <ac:picMkLst>
            <pc:docMk/>
            <pc:sldMk cId="1667653451" sldId="295"/>
            <ac:picMk id="13" creationId="{00000000-0000-0000-0000-000000000000}"/>
          </ac:picMkLst>
        </pc:picChg>
      </pc:sldChg>
      <pc:sldChg chg="delSp mod">
        <pc:chgData name="Upendra Kumar" userId="6c07c951-56e6-444d-b54c-43a261dacbee" providerId="ADAL" clId="{06A93499-00C3-468F-BFAF-ED895873DCA0}" dt="2026-06-04T05:29:04.524" v="40" actId="478"/>
        <pc:sldMkLst>
          <pc:docMk/>
          <pc:sldMk cId="4211202604" sldId="296"/>
        </pc:sldMkLst>
        <pc:picChg chg="del">
          <ac:chgData name="Upendra Kumar" userId="6c07c951-56e6-444d-b54c-43a261dacbee" providerId="ADAL" clId="{06A93499-00C3-468F-BFAF-ED895873DCA0}" dt="2026-06-04T05:29:04.524" v="40" actId="478"/>
          <ac:picMkLst>
            <pc:docMk/>
            <pc:sldMk cId="4211202604" sldId="296"/>
            <ac:picMk id="11" creationId="{00000000-0000-0000-0000-000000000000}"/>
          </ac:picMkLst>
        </pc:picChg>
      </pc:sldChg>
      <pc:sldChg chg="delSp mod">
        <pc:chgData name="Upendra Kumar" userId="6c07c951-56e6-444d-b54c-43a261dacbee" providerId="ADAL" clId="{06A93499-00C3-468F-BFAF-ED895873DCA0}" dt="2026-06-04T05:29:08.034" v="41" actId="478"/>
        <pc:sldMkLst>
          <pc:docMk/>
          <pc:sldMk cId="3742802056" sldId="297"/>
        </pc:sldMkLst>
        <pc:picChg chg="del">
          <ac:chgData name="Upendra Kumar" userId="6c07c951-56e6-444d-b54c-43a261dacbee" providerId="ADAL" clId="{06A93499-00C3-468F-BFAF-ED895873DCA0}" dt="2026-06-04T05:29:08.034" v="41" actId="478"/>
          <ac:picMkLst>
            <pc:docMk/>
            <pc:sldMk cId="3742802056" sldId="297"/>
            <ac:picMk id="11" creationId="{00000000-0000-0000-0000-000000000000}"/>
          </ac:picMkLst>
        </pc:picChg>
      </pc:sldChg>
      <pc:sldChg chg="delSp mod">
        <pc:chgData name="Upendra Kumar" userId="6c07c951-56e6-444d-b54c-43a261dacbee" providerId="ADAL" clId="{06A93499-00C3-468F-BFAF-ED895873DCA0}" dt="2026-06-04T05:29:12.562" v="43" actId="478"/>
        <pc:sldMkLst>
          <pc:docMk/>
          <pc:sldMk cId="2298065637" sldId="298"/>
        </pc:sldMkLst>
        <pc:picChg chg="del">
          <ac:chgData name="Upendra Kumar" userId="6c07c951-56e6-444d-b54c-43a261dacbee" providerId="ADAL" clId="{06A93499-00C3-468F-BFAF-ED895873DCA0}" dt="2026-06-04T05:29:12.562" v="43" actId="478"/>
          <ac:picMkLst>
            <pc:docMk/>
            <pc:sldMk cId="2298065637" sldId="298"/>
            <ac:picMk id="11" creationId="{00000000-0000-0000-0000-000000000000}"/>
          </ac:picMkLst>
        </pc:picChg>
      </pc:sldChg>
      <pc:sldChg chg="delSp mod">
        <pc:chgData name="Upendra Kumar" userId="6c07c951-56e6-444d-b54c-43a261dacbee" providerId="ADAL" clId="{06A93499-00C3-468F-BFAF-ED895873DCA0}" dt="2026-06-04T05:29:14.355" v="44" actId="478"/>
        <pc:sldMkLst>
          <pc:docMk/>
          <pc:sldMk cId="3187314457" sldId="299"/>
        </pc:sldMkLst>
        <pc:picChg chg="del">
          <ac:chgData name="Upendra Kumar" userId="6c07c951-56e6-444d-b54c-43a261dacbee" providerId="ADAL" clId="{06A93499-00C3-468F-BFAF-ED895873DCA0}" dt="2026-06-04T05:29:14.355" v="44" actId="478"/>
          <ac:picMkLst>
            <pc:docMk/>
            <pc:sldMk cId="3187314457" sldId="299"/>
            <ac:picMk id="11" creationId="{00000000-0000-0000-0000-000000000000}"/>
          </ac:picMkLst>
        </pc:picChg>
      </pc:sldChg>
      <pc:sldChg chg="delSp mod">
        <pc:chgData name="Upendra Kumar" userId="6c07c951-56e6-444d-b54c-43a261dacbee" providerId="ADAL" clId="{06A93499-00C3-468F-BFAF-ED895873DCA0}" dt="2026-06-04T05:27:23.196" v="2" actId="478"/>
        <pc:sldMkLst>
          <pc:docMk/>
          <pc:sldMk cId="3817690726" sldId="300"/>
        </pc:sldMkLst>
        <pc:picChg chg="del">
          <ac:chgData name="Upendra Kumar" userId="6c07c951-56e6-444d-b54c-43a261dacbee" providerId="ADAL" clId="{06A93499-00C3-468F-BFAF-ED895873DCA0}" dt="2026-06-04T05:27:23.196" v="2" actId="478"/>
          <ac:picMkLst>
            <pc:docMk/>
            <pc:sldMk cId="3817690726" sldId="300"/>
            <ac:picMk id="9" creationId="{00000000-0000-0000-0000-000000000000}"/>
          </ac:picMkLst>
        </pc:picChg>
      </pc:sldChg>
      <pc:sldChg chg="delSp mod">
        <pc:chgData name="Upendra Kumar" userId="6c07c951-56e6-444d-b54c-43a261dacbee" providerId="ADAL" clId="{06A93499-00C3-468F-BFAF-ED895873DCA0}" dt="2026-06-04T05:29:16.649" v="45" actId="478"/>
        <pc:sldMkLst>
          <pc:docMk/>
          <pc:sldMk cId="2360489166" sldId="302"/>
        </pc:sldMkLst>
        <pc:picChg chg="del">
          <ac:chgData name="Upendra Kumar" userId="6c07c951-56e6-444d-b54c-43a261dacbee" providerId="ADAL" clId="{06A93499-00C3-468F-BFAF-ED895873DCA0}" dt="2026-06-04T05:29:16.649" v="45" actId="478"/>
          <ac:picMkLst>
            <pc:docMk/>
            <pc:sldMk cId="2360489166" sldId="302"/>
            <ac:picMk id="8" creationId="{00000000-0000-0000-0000-000000000000}"/>
          </ac:picMkLst>
        </pc:picChg>
      </pc:sldChg>
      <pc:sldChg chg="delSp mod">
        <pc:chgData name="Upendra Kumar" userId="6c07c951-56e6-444d-b54c-43a261dacbee" providerId="ADAL" clId="{06A93499-00C3-468F-BFAF-ED895873DCA0}" dt="2026-06-04T05:29:18.792" v="46" actId="478"/>
        <pc:sldMkLst>
          <pc:docMk/>
          <pc:sldMk cId="1908731718" sldId="303"/>
        </pc:sldMkLst>
        <pc:picChg chg="del">
          <ac:chgData name="Upendra Kumar" userId="6c07c951-56e6-444d-b54c-43a261dacbee" providerId="ADAL" clId="{06A93499-00C3-468F-BFAF-ED895873DCA0}" dt="2026-06-04T05:29:18.792" v="46" actId="478"/>
          <ac:picMkLst>
            <pc:docMk/>
            <pc:sldMk cId="1908731718" sldId="303"/>
            <ac:picMk id="8" creationId="{00000000-0000-0000-0000-000000000000}"/>
          </ac:picMkLst>
        </pc:picChg>
      </pc:sldChg>
      <pc:sldChg chg="delSp mod">
        <pc:chgData name="Upendra Kumar" userId="6c07c951-56e6-444d-b54c-43a261dacbee" providerId="ADAL" clId="{06A93499-00C3-468F-BFAF-ED895873DCA0}" dt="2026-06-04T05:27:25.404" v="3" actId="478"/>
        <pc:sldMkLst>
          <pc:docMk/>
          <pc:sldMk cId="2997075761" sldId="2147483644"/>
        </pc:sldMkLst>
        <pc:picChg chg="del">
          <ac:chgData name="Upendra Kumar" userId="6c07c951-56e6-444d-b54c-43a261dacbee" providerId="ADAL" clId="{06A93499-00C3-468F-BFAF-ED895873DCA0}" dt="2026-06-04T05:27:25.404" v="3" actId="478"/>
          <ac:picMkLst>
            <pc:docMk/>
            <pc:sldMk cId="2997075761" sldId="2147483644"/>
            <ac:picMk id="4" creationId="{00000000-0000-0000-0000-000000000000}"/>
          </ac:picMkLst>
        </pc:picChg>
      </pc:sldChg>
      <pc:sldChg chg="delSp mod">
        <pc:chgData name="Upendra Kumar" userId="6c07c951-56e6-444d-b54c-43a261dacbee" providerId="ADAL" clId="{06A93499-00C3-468F-BFAF-ED895873DCA0}" dt="2026-06-04T05:27:39.911" v="7" actId="478"/>
        <pc:sldMkLst>
          <pc:docMk/>
          <pc:sldMk cId="3795709086" sldId="2147483647"/>
        </pc:sldMkLst>
        <pc:picChg chg="del">
          <ac:chgData name="Upendra Kumar" userId="6c07c951-56e6-444d-b54c-43a261dacbee" providerId="ADAL" clId="{06A93499-00C3-468F-BFAF-ED895873DCA0}" dt="2026-06-04T05:27:39.911" v="7" actId="478"/>
          <ac:picMkLst>
            <pc:docMk/>
            <pc:sldMk cId="3795709086" sldId="2147483647"/>
            <ac:picMk id="4" creationId="{00000000-0000-0000-0000-000000000000}"/>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306C49-EB3B-F04D-98FE-2509FB0D9ACD}" type="doc">
      <dgm:prSet loTypeId="urn:microsoft.com/office/officeart/2005/8/layout/list1" loCatId="" qsTypeId="urn:microsoft.com/office/officeart/2005/8/quickstyle/simple1" qsCatId="simple" csTypeId="urn:microsoft.com/office/officeart/2005/8/colors/accent1_2" csCatId="accent1" phldr="1"/>
      <dgm:spPr/>
      <dgm:t>
        <a:bodyPr/>
        <a:lstStyle/>
        <a:p>
          <a:endParaRPr lang="en-GB"/>
        </a:p>
      </dgm:t>
    </dgm:pt>
    <dgm:pt modelId="{9F50EAA7-9774-4045-99BA-BD72AD537A36}">
      <dgm:prSet phldrT="[Text]"/>
      <dgm:spPr/>
      <dgm:t>
        <a:bodyPr/>
        <a:lstStyle/>
        <a:p>
          <a:r>
            <a:rPr lang="en-GB" noProof="0">
              <a:solidFill>
                <a:srgbClr val="FF0000"/>
              </a:solidFill>
              <a:latin typeface="Fira Sans Light" panose="020B0403050000020004" pitchFamily="34" charset="0"/>
            </a:rPr>
            <a:t>Skills Gap</a:t>
          </a:r>
          <a:endParaRPr lang="en-GB"/>
        </a:p>
      </dgm:t>
    </dgm:pt>
    <dgm:pt modelId="{5B9A9636-FE89-8746-BAD0-3D3D065055A0}" type="parTrans" cxnId="{8F4F51C2-88B1-F24B-B3B0-9A825ED849C1}">
      <dgm:prSet/>
      <dgm:spPr/>
      <dgm:t>
        <a:bodyPr/>
        <a:lstStyle/>
        <a:p>
          <a:endParaRPr lang="en-GB"/>
        </a:p>
      </dgm:t>
    </dgm:pt>
    <dgm:pt modelId="{62809083-D5F4-2848-8AD5-3687489C2B0C}" type="sibTrans" cxnId="{8F4F51C2-88B1-F24B-B3B0-9A825ED849C1}">
      <dgm:prSet/>
      <dgm:spPr/>
      <dgm:t>
        <a:bodyPr/>
        <a:lstStyle/>
        <a:p>
          <a:endParaRPr lang="en-GB"/>
        </a:p>
      </dgm:t>
    </dgm:pt>
    <dgm:pt modelId="{1662FC78-A305-C440-8706-2E62710DD74C}">
      <dgm:prSet/>
      <dgm:spPr/>
      <dgm:t>
        <a:bodyPr/>
        <a:lstStyle/>
        <a:p>
          <a:r>
            <a:rPr lang="en-GB" noProof="0" err="1">
              <a:solidFill>
                <a:srgbClr val="FF0000"/>
              </a:solidFill>
              <a:latin typeface="Fira Sans Light" panose="020B0403050000020004" pitchFamily="34" charset="0"/>
            </a:rPr>
            <a:t>Vmware</a:t>
          </a:r>
          <a:r>
            <a:rPr lang="en-GB" noProof="0">
              <a:solidFill>
                <a:srgbClr val="FF0000"/>
              </a:solidFill>
              <a:latin typeface="Fira Sans Light" panose="020B0403050000020004" pitchFamily="34" charset="0"/>
            </a:rPr>
            <a:t> Tools</a:t>
          </a:r>
        </a:p>
      </dgm:t>
    </dgm:pt>
    <dgm:pt modelId="{E6EF2829-939B-C54B-8D26-09F3CB5CDA68}" type="parTrans" cxnId="{76035C4E-8583-1D41-96ED-6821A1021342}">
      <dgm:prSet/>
      <dgm:spPr/>
      <dgm:t>
        <a:bodyPr/>
        <a:lstStyle/>
        <a:p>
          <a:endParaRPr lang="en-GB"/>
        </a:p>
      </dgm:t>
    </dgm:pt>
    <dgm:pt modelId="{98AFFD20-2257-F641-B9EC-73DC618DCB94}" type="sibTrans" cxnId="{76035C4E-8583-1D41-96ED-6821A1021342}">
      <dgm:prSet/>
      <dgm:spPr/>
      <dgm:t>
        <a:bodyPr/>
        <a:lstStyle/>
        <a:p>
          <a:endParaRPr lang="en-GB"/>
        </a:p>
      </dgm:t>
    </dgm:pt>
    <dgm:pt modelId="{8991AD4B-0CB7-2F49-90F8-8706A88E8773}">
      <dgm:prSet/>
      <dgm:spPr/>
      <dgm:t>
        <a:bodyPr/>
        <a:lstStyle/>
        <a:p>
          <a:r>
            <a:rPr lang="en-GB" noProof="0">
              <a:solidFill>
                <a:srgbClr val="FF0000"/>
              </a:solidFill>
              <a:latin typeface="Fira Sans Light" panose="020B0403050000020004" pitchFamily="34" charset="0"/>
            </a:rPr>
            <a:t>Appliances</a:t>
          </a:r>
        </a:p>
      </dgm:t>
    </dgm:pt>
    <dgm:pt modelId="{62C52F19-ED56-9942-B2B8-CF96F6F46CEC}" type="parTrans" cxnId="{4C87D5A2-CEEF-AD47-A0C4-0EE660CEF81A}">
      <dgm:prSet/>
      <dgm:spPr/>
      <dgm:t>
        <a:bodyPr/>
        <a:lstStyle/>
        <a:p>
          <a:endParaRPr lang="en-GB"/>
        </a:p>
      </dgm:t>
    </dgm:pt>
    <dgm:pt modelId="{C33DBD77-4CF1-A747-9537-BAEA2BA9E20B}" type="sibTrans" cxnId="{4C87D5A2-CEEF-AD47-A0C4-0EE660CEF81A}">
      <dgm:prSet/>
      <dgm:spPr/>
      <dgm:t>
        <a:bodyPr/>
        <a:lstStyle/>
        <a:p>
          <a:endParaRPr lang="en-GB"/>
        </a:p>
      </dgm:t>
    </dgm:pt>
    <dgm:pt modelId="{0123180F-55F9-9B43-9D90-6050C97D9B85}">
      <dgm:prSet/>
      <dgm:spPr/>
      <dgm:t>
        <a:bodyPr/>
        <a:lstStyle/>
        <a:p>
          <a:r>
            <a:rPr lang="en-GB" noProof="0">
              <a:latin typeface="Fira Sans" panose="020B0503050000020004" pitchFamily="34" charset="0"/>
            </a:rPr>
            <a:t>Cloud Skills required</a:t>
          </a:r>
          <a:endParaRPr lang="en-GB"/>
        </a:p>
      </dgm:t>
    </dgm:pt>
    <dgm:pt modelId="{AD63FBCB-E2AA-4A47-B13D-96B05DCAB120}" type="parTrans" cxnId="{17D9E18E-D7EA-7C40-802F-59CF06625096}">
      <dgm:prSet/>
      <dgm:spPr/>
      <dgm:t>
        <a:bodyPr/>
        <a:lstStyle/>
        <a:p>
          <a:endParaRPr lang="en-GB"/>
        </a:p>
      </dgm:t>
    </dgm:pt>
    <dgm:pt modelId="{D8E077D4-D57D-914E-B869-5E89F4852011}" type="sibTrans" cxnId="{17D9E18E-D7EA-7C40-802F-59CF06625096}">
      <dgm:prSet/>
      <dgm:spPr/>
      <dgm:t>
        <a:bodyPr/>
        <a:lstStyle/>
        <a:p>
          <a:endParaRPr lang="en-GB"/>
        </a:p>
      </dgm:t>
    </dgm:pt>
    <dgm:pt modelId="{16954F88-3A74-664C-8130-FCC27D52769A}">
      <dgm:prSet/>
      <dgm:spPr/>
      <dgm:t>
        <a:bodyPr/>
        <a:lstStyle/>
        <a:p>
          <a:r>
            <a:rPr lang="en-GB" noProof="0">
              <a:latin typeface="Fira Sans" panose="020B0503050000020004" pitchFamily="34" charset="0"/>
            </a:rPr>
            <a:t>Suggest partner to aid during transition phase</a:t>
          </a:r>
        </a:p>
      </dgm:t>
    </dgm:pt>
    <dgm:pt modelId="{DD57F892-C7E0-C641-BC4A-39B2D06EAA0A}" type="parTrans" cxnId="{A82F1264-B424-2D41-81EC-06E85E22579D}">
      <dgm:prSet/>
      <dgm:spPr/>
      <dgm:t>
        <a:bodyPr/>
        <a:lstStyle/>
        <a:p>
          <a:endParaRPr lang="en-GB"/>
        </a:p>
      </dgm:t>
    </dgm:pt>
    <dgm:pt modelId="{32B515B4-389B-694F-B8E6-A6D00A827070}" type="sibTrans" cxnId="{A82F1264-B424-2D41-81EC-06E85E22579D}">
      <dgm:prSet/>
      <dgm:spPr/>
      <dgm:t>
        <a:bodyPr/>
        <a:lstStyle/>
        <a:p>
          <a:endParaRPr lang="en-GB"/>
        </a:p>
      </dgm:t>
    </dgm:pt>
    <dgm:pt modelId="{0A7472A9-B525-7F4F-8C44-C17EC33EBA19}">
      <dgm:prSet/>
      <dgm:spPr/>
      <dgm:t>
        <a:bodyPr/>
        <a:lstStyle/>
        <a:p>
          <a:r>
            <a:rPr lang="en-GB" noProof="0">
              <a:latin typeface="Fira Sans" panose="020B0503050000020004" pitchFamily="34" charset="0"/>
            </a:rPr>
            <a:t>Build fully featured LZ</a:t>
          </a:r>
        </a:p>
      </dgm:t>
    </dgm:pt>
    <dgm:pt modelId="{645F45D7-5CA7-7742-8973-D8AC8F02723C}" type="parTrans" cxnId="{30B61044-C2A0-814A-812E-228E61537756}">
      <dgm:prSet/>
      <dgm:spPr/>
      <dgm:t>
        <a:bodyPr/>
        <a:lstStyle/>
        <a:p>
          <a:endParaRPr lang="en-GB"/>
        </a:p>
      </dgm:t>
    </dgm:pt>
    <dgm:pt modelId="{22BCDA6D-D79D-FB4A-BB05-DD0999909D92}" type="sibTrans" cxnId="{30B61044-C2A0-814A-812E-228E61537756}">
      <dgm:prSet/>
      <dgm:spPr/>
      <dgm:t>
        <a:bodyPr/>
        <a:lstStyle/>
        <a:p>
          <a:endParaRPr lang="en-GB"/>
        </a:p>
      </dgm:t>
    </dgm:pt>
    <dgm:pt modelId="{8C35E451-1656-0A46-84DA-72611F217055}">
      <dgm:prSet/>
      <dgm:spPr/>
      <dgm:t>
        <a:bodyPr/>
        <a:lstStyle/>
        <a:p>
          <a:r>
            <a:rPr lang="en-GB" noProof="0">
              <a:latin typeface="Fira Sans" panose="020B0503050000020004" pitchFamily="34" charset="0"/>
            </a:rPr>
            <a:t>Assist with migrations</a:t>
          </a:r>
        </a:p>
      </dgm:t>
    </dgm:pt>
    <dgm:pt modelId="{63EF9B05-7D0C-4D4B-9DCB-B4B79F0EDB64}" type="parTrans" cxnId="{B10653F7-BE42-0E4C-B44B-E84CE9285AAA}">
      <dgm:prSet/>
      <dgm:spPr/>
      <dgm:t>
        <a:bodyPr/>
        <a:lstStyle/>
        <a:p>
          <a:endParaRPr lang="en-GB"/>
        </a:p>
      </dgm:t>
    </dgm:pt>
    <dgm:pt modelId="{38D61FE1-3F7B-2D47-AD21-5E16BF6D989E}" type="sibTrans" cxnId="{B10653F7-BE42-0E4C-B44B-E84CE9285AAA}">
      <dgm:prSet/>
      <dgm:spPr/>
      <dgm:t>
        <a:bodyPr/>
        <a:lstStyle/>
        <a:p>
          <a:endParaRPr lang="en-GB"/>
        </a:p>
      </dgm:t>
    </dgm:pt>
    <dgm:pt modelId="{75213998-756B-E54B-A368-8A7F9703B2BD}">
      <dgm:prSet/>
      <dgm:spPr/>
      <dgm:t>
        <a:bodyPr/>
        <a:lstStyle/>
        <a:p>
          <a:r>
            <a:rPr lang="en-GB" noProof="0">
              <a:latin typeface="Fira Sans" panose="020B0503050000020004" pitchFamily="34" charset="0"/>
            </a:rPr>
            <a:t>Develop core security practices</a:t>
          </a:r>
        </a:p>
      </dgm:t>
    </dgm:pt>
    <dgm:pt modelId="{92A05DDC-EB76-DA49-AB57-C7BD161368E3}" type="parTrans" cxnId="{39EAFCF2-F1B1-7C41-874F-FB07E5C12D08}">
      <dgm:prSet/>
      <dgm:spPr/>
      <dgm:t>
        <a:bodyPr/>
        <a:lstStyle/>
        <a:p>
          <a:endParaRPr lang="en-GB"/>
        </a:p>
      </dgm:t>
    </dgm:pt>
    <dgm:pt modelId="{6B4B8AD9-069D-E74E-8825-5A3DDF43059C}" type="sibTrans" cxnId="{39EAFCF2-F1B1-7C41-874F-FB07E5C12D08}">
      <dgm:prSet/>
      <dgm:spPr/>
      <dgm:t>
        <a:bodyPr/>
        <a:lstStyle/>
        <a:p>
          <a:endParaRPr lang="en-GB"/>
        </a:p>
      </dgm:t>
    </dgm:pt>
    <dgm:pt modelId="{93B87697-539B-134A-B943-F534150F60CE}">
      <dgm:prSet/>
      <dgm:spPr/>
      <dgm:t>
        <a:bodyPr/>
        <a:lstStyle/>
        <a:p>
          <a:r>
            <a:rPr lang="en-GB" noProof="0">
              <a:latin typeface="Fira Sans" panose="020B0503050000020004" pitchFamily="34" charset="0"/>
            </a:rPr>
            <a:t>Build foundational FinOps concept</a:t>
          </a:r>
        </a:p>
      </dgm:t>
    </dgm:pt>
    <dgm:pt modelId="{A11B60DD-3467-874B-8CFD-54E64F89D5A2}" type="parTrans" cxnId="{819045B1-0944-1847-9735-2C0B4DBF4E2E}">
      <dgm:prSet/>
      <dgm:spPr/>
      <dgm:t>
        <a:bodyPr/>
        <a:lstStyle/>
        <a:p>
          <a:endParaRPr lang="en-GB"/>
        </a:p>
      </dgm:t>
    </dgm:pt>
    <dgm:pt modelId="{CF97E92E-7F45-1F40-B1E3-FACDF2AE138B}" type="sibTrans" cxnId="{819045B1-0944-1847-9735-2C0B4DBF4E2E}">
      <dgm:prSet/>
      <dgm:spPr/>
      <dgm:t>
        <a:bodyPr/>
        <a:lstStyle/>
        <a:p>
          <a:endParaRPr lang="en-GB"/>
        </a:p>
      </dgm:t>
    </dgm:pt>
    <dgm:pt modelId="{AB2CF87C-0892-BA4C-8637-E8B5894053FE}">
      <dgm:prSet/>
      <dgm:spPr/>
      <dgm:t>
        <a:bodyPr/>
        <a:lstStyle/>
        <a:p>
          <a:r>
            <a:rPr lang="en-GB" noProof="0">
              <a:latin typeface="Fira Sans" panose="020B0503050000020004" pitchFamily="34" charset="0"/>
            </a:rPr>
            <a:t>Develop DevOps automation processes</a:t>
          </a:r>
        </a:p>
      </dgm:t>
    </dgm:pt>
    <dgm:pt modelId="{7C1BB8D1-166C-7244-846D-31DCF1BF36A5}" type="parTrans" cxnId="{23BFAC70-F648-744E-B08A-78E93E82391B}">
      <dgm:prSet/>
      <dgm:spPr/>
      <dgm:t>
        <a:bodyPr/>
        <a:lstStyle/>
        <a:p>
          <a:endParaRPr lang="en-GB"/>
        </a:p>
      </dgm:t>
    </dgm:pt>
    <dgm:pt modelId="{7B011FB4-2E62-3A40-BC75-0FE4A15C5155}" type="sibTrans" cxnId="{23BFAC70-F648-744E-B08A-78E93E82391B}">
      <dgm:prSet/>
      <dgm:spPr/>
      <dgm:t>
        <a:bodyPr/>
        <a:lstStyle/>
        <a:p>
          <a:endParaRPr lang="en-GB"/>
        </a:p>
      </dgm:t>
    </dgm:pt>
    <dgm:pt modelId="{E073F3B9-C127-C744-9B8E-DAD4B2A7D9B6}">
      <dgm:prSet/>
      <dgm:spPr/>
      <dgm:t>
        <a:bodyPr/>
        <a:lstStyle/>
        <a:p>
          <a:r>
            <a:rPr lang="en-GB" noProof="0">
              <a:latin typeface="Fira Sans" panose="020B0503050000020004" pitchFamily="34" charset="0"/>
            </a:rPr>
            <a:t>Upskill in-house team</a:t>
          </a:r>
        </a:p>
      </dgm:t>
    </dgm:pt>
    <dgm:pt modelId="{3E18BAAF-620F-FD4B-8F65-4D0892E92959}" type="parTrans" cxnId="{82E4A26D-FA54-BA41-9C42-6175E2A995B2}">
      <dgm:prSet/>
      <dgm:spPr/>
      <dgm:t>
        <a:bodyPr/>
        <a:lstStyle/>
        <a:p>
          <a:endParaRPr lang="en-GB"/>
        </a:p>
      </dgm:t>
    </dgm:pt>
    <dgm:pt modelId="{242E5462-48EC-5F43-872D-8DDF2846A091}" type="sibTrans" cxnId="{82E4A26D-FA54-BA41-9C42-6175E2A995B2}">
      <dgm:prSet/>
      <dgm:spPr/>
      <dgm:t>
        <a:bodyPr/>
        <a:lstStyle/>
        <a:p>
          <a:endParaRPr lang="en-GB"/>
        </a:p>
      </dgm:t>
    </dgm:pt>
    <dgm:pt modelId="{81E4F34C-D836-7D4E-9845-B2A76B4C2A15}">
      <dgm:prSet/>
      <dgm:spPr/>
      <dgm:t>
        <a:bodyPr/>
        <a:lstStyle/>
        <a:p>
          <a:r>
            <a:rPr lang="en-GB" noProof="0">
              <a:latin typeface="Fira Sans" panose="020B0503050000020004" pitchFamily="34" charset="0"/>
            </a:rPr>
            <a:t>Where possible having </a:t>
          </a:r>
          <a:r>
            <a:rPr lang="en-GB" noProof="0" err="1">
              <a:latin typeface="Fira Sans" panose="020B0503050000020004" pitchFamily="34" charset="0"/>
            </a:rPr>
            <a:t>vmware</a:t>
          </a:r>
          <a:r>
            <a:rPr lang="en-GB" noProof="0">
              <a:latin typeface="Fira Sans" panose="020B0503050000020004" pitchFamily="34" charset="0"/>
            </a:rPr>
            <a:t> tools enabled gives a better perspective of performance inside the VM</a:t>
          </a:r>
          <a:endParaRPr lang="en-GB"/>
        </a:p>
      </dgm:t>
    </dgm:pt>
    <dgm:pt modelId="{8749706C-4E2F-884D-B13E-A97335F60867}" type="parTrans" cxnId="{53454381-68C1-514B-8CA3-352982D266A4}">
      <dgm:prSet/>
      <dgm:spPr/>
      <dgm:t>
        <a:bodyPr/>
        <a:lstStyle/>
        <a:p>
          <a:endParaRPr lang="en-GB"/>
        </a:p>
      </dgm:t>
    </dgm:pt>
    <dgm:pt modelId="{0A0A75CF-853F-2D4C-9099-6051DD3642EF}" type="sibTrans" cxnId="{53454381-68C1-514B-8CA3-352982D266A4}">
      <dgm:prSet/>
      <dgm:spPr/>
      <dgm:t>
        <a:bodyPr/>
        <a:lstStyle/>
        <a:p>
          <a:endParaRPr lang="en-GB"/>
        </a:p>
      </dgm:t>
    </dgm:pt>
    <dgm:pt modelId="{189F5D36-4D28-AD40-BF8C-80A2160ABA3A}">
      <dgm:prSet/>
      <dgm:spPr/>
      <dgm:t>
        <a:bodyPr/>
        <a:lstStyle/>
        <a:p>
          <a:r>
            <a:rPr lang="en-GB" noProof="0">
              <a:latin typeface="Fira Sans" panose="020B0503050000020004" pitchFamily="34" charset="0"/>
            </a:rPr>
            <a:t>Update where possible</a:t>
          </a:r>
        </a:p>
      </dgm:t>
    </dgm:pt>
    <dgm:pt modelId="{D4C7E502-1277-4549-A3D5-5ED28B0136CF}" type="parTrans" cxnId="{E1C8DCEA-E3E0-B94E-ABD1-61D6AE7FADF0}">
      <dgm:prSet/>
      <dgm:spPr/>
      <dgm:t>
        <a:bodyPr/>
        <a:lstStyle/>
        <a:p>
          <a:endParaRPr lang="en-GB"/>
        </a:p>
      </dgm:t>
    </dgm:pt>
    <dgm:pt modelId="{C7B8A242-B684-3C4F-9D52-2024316B229E}" type="sibTrans" cxnId="{E1C8DCEA-E3E0-B94E-ABD1-61D6AE7FADF0}">
      <dgm:prSet/>
      <dgm:spPr/>
      <dgm:t>
        <a:bodyPr/>
        <a:lstStyle/>
        <a:p>
          <a:endParaRPr lang="en-GB"/>
        </a:p>
      </dgm:t>
    </dgm:pt>
    <dgm:pt modelId="{42CF1815-E0C4-4145-ACB2-028AD54AEA4D}">
      <dgm:prSet/>
      <dgm:spPr/>
      <dgm:t>
        <a:bodyPr/>
        <a:lstStyle/>
        <a:p>
          <a:r>
            <a:rPr lang="en-GB" noProof="0">
              <a:latin typeface="Fira Sans" panose="020B0503050000020004" pitchFamily="34" charset="0"/>
            </a:rPr>
            <a:t>challenge</a:t>
          </a:r>
          <a:endParaRPr lang="en-GB"/>
        </a:p>
      </dgm:t>
    </dgm:pt>
    <dgm:pt modelId="{68A5B697-CA34-2648-B133-69962E14E163}" type="parTrans" cxnId="{C29BC228-F3C6-B749-89F1-ECFE901471F4}">
      <dgm:prSet/>
      <dgm:spPr/>
      <dgm:t>
        <a:bodyPr/>
        <a:lstStyle/>
        <a:p>
          <a:endParaRPr lang="en-GB"/>
        </a:p>
      </dgm:t>
    </dgm:pt>
    <dgm:pt modelId="{0881EAF9-F573-AE43-AD6F-B191DCA83B97}" type="sibTrans" cxnId="{C29BC228-F3C6-B749-89F1-ECFE901471F4}">
      <dgm:prSet/>
      <dgm:spPr/>
      <dgm:t>
        <a:bodyPr/>
        <a:lstStyle/>
        <a:p>
          <a:endParaRPr lang="en-GB"/>
        </a:p>
      </dgm:t>
    </dgm:pt>
    <dgm:pt modelId="{40BF7488-157F-484F-BDD9-FD7EB27E7C1F}">
      <dgm:prSet/>
      <dgm:spPr/>
      <dgm:t>
        <a:bodyPr/>
        <a:lstStyle/>
        <a:p>
          <a:r>
            <a:rPr lang="en-GB"/>
            <a:t>response</a:t>
          </a:r>
        </a:p>
      </dgm:t>
    </dgm:pt>
    <dgm:pt modelId="{7D9D8C42-D9AD-614B-82FA-70BDE6EACA66}" type="parTrans" cxnId="{661830A7-1D81-B14D-AD0A-9CC9E387F888}">
      <dgm:prSet/>
      <dgm:spPr/>
      <dgm:t>
        <a:bodyPr/>
        <a:lstStyle/>
        <a:p>
          <a:endParaRPr lang="en-GB"/>
        </a:p>
      </dgm:t>
    </dgm:pt>
    <dgm:pt modelId="{76F448E5-FF89-2B48-8399-861826BE4A78}" type="sibTrans" cxnId="{661830A7-1D81-B14D-AD0A-9CC9E387F888}">
      <dgm:prSet/>
      <dgm:spPr/>
      <dgm:t>
        <a:bodyPr/>
        <a:lstStyle/>
        <a:p>
          <a:endParaRPr lang="en-GB"/>
        </a:p>
      </dgm:t>
    </dgm:pt>
    <dgm:pt modelId="{1DB2552C-4861-624B-8106-2ABC70D7774A}" type="pres">
      <dgm:prSet presAssocID="{37306C49-EB3B-F04D-98FE-2509FB0D9ACD}" presName="linear" presStyleCnt="0">
        <dgm:presLayoutVars>
          <dgm:dir/>
          <dgm:animLvl val="lvl"/>
          <dgm:resizeHandles val="exact"/>
        </dgm:presLayoutVars>
      </dgm:prSet>
      <dgm:spPr/>
    </dgm:pt>
    <dgm:pt modelId="{4D214363-F676-274A-9F5A-3FA40C6AE313}" type="pres">
      <dgm:prSet presAssocID="{9F50EAA7-9774-4045-99BA-BD72AD537A36}" presName="parentLin" presStyleCnt="0"/>
      <dgm:spPr/>
    </dgm:pt>
    <dgm:pt modelId="{18912804-9AEF-6C4F-A7BD-95034F12280A}" type="pres">
      <dgm:prSet presAssocID="{9F50EAA7-9774-4045-99BA-BD72AD537A36}" presName="parentLeftMargin" presStyleLbl="node1" presStyleIdx="0" presStyleCnt="3"/>
      <dgm:spPr/>
    </dgm:pt>
    <dgm:pt modelId="{40FE246F-30B4-0241-855E-3F1CA0A4AD4E}" type="pres">
      <dgm:prSet presAssocID="{9F50EAA7-9774-4045-99BA-BD72AD537A36}" presName="parentText" presStyleLbl="node1" presStyleIdx="0" presStyleCnt="3">
        <dgm:presLayoutVars>
          <dgm:chMax val="0"/>
          <dgm:bulletEnabled val="1"/>
        </dgm:presLayoutVars>
      </dgm:prSet>
      <dgm:spPr/>
    </dgm:pt>
    <dgm:pt modelId="{AA101175-655D-AF47-8CBB-19B65FD1A423}" type="pres">
      <dgm:prSet presAssocID="{9F50EAA7-9774-4045-99BA-BD72AD537A36}" presName="negativeSpace" presStyleCnt="0"/>
      <dgm:spPr/>
    </dgm:pt>
    <dgm:pt modelId="{A7946707-CC26-B84C-AD3D-ADCEF5197422}" type="pres">
      <dgm:prSet presAssocID="{9F50EAA7-9774-4045-99BA-BD72AD537A36}" presName="childText" presStyleLbl="conFgAcc1" presStyleIdx="0" presStyleCnt="3">
        <dgm:presLayoutVars>
          <dgm:bulletEnabled val="1"/>
        </dgm:presLayoutVars>
      </dgm:prSet>
      <dgm:spPr/>
    </dgm:pt>
    <dgm:pt modelId="{FA79C2BC-D1E9-FE47-95B5-C330B7C545FC}" type="pres">
      <dgm:prSet presAssocID="{62809083-D5F4-2848-8AD5-3687489C2B0C}" presName="spaceBetweenRectangles" presStyleCnt="0"/>
      <dgm:spPr/>
    </dgm:pt>
    <dgm:pt modelId="{43DC8091-A1AA-6745-83FE-A2E55E9DFA5E}" type="pres">
      <dgm:prSet presAssocID="{1662FC78-A305-C440-8706-2E62710DD74C}" presName="parentLin" presStyleCnt="0"/>
      <dgm:spPr/>
    </dgm:pt>
    <dgm:pt modelId="{92EF13FC-0710-DF41-932B-2F4AF28A143F}" type="pres">
      <dgm:prSet presAssocID="{1662FC78-A305-C440-8706-2E62710DD74C}" presName="parentLeftMargin" presStyleLbl="node1" presStyleIdx="0" presStyleCnt="3"/>
      <dgm:spPr/>
    </dgm:pt>
    <dgm:pt modelId="{F91A1701-4279-DA45-AB93-345512E9FE74}" type="pres">
      <dgm:prSet presAssocID="{1662FC78-A305-C440-8706-2E62710DD74C}" presName="parentText" presStyleLbl="node1" presStyleIdx="1" presStyleCnt="3">
        <dgm:presLayoutVars>
          <dgm:chMax val="0"/>
          <dgm:bulletEnabled val="1"/>
        </dgm:presLayoutVars>
      </dgm:prSet>
      <dgm:spPr/>
    </dgm:pt>
    <dgm:pt modelId="{0F26F94E-6FE7-BD4C-A6B0-72661D46F6B5}" type="pres">
      <dgm:prSet presAssocID="{1662FC78-A305-C440-8706-2E62710DD74C}" presName="negativeSpace" presStyleCnt="0"/>
      <dgm:spPr/>
    </dgm:pt>
    <dgm:pt modelId="{6EF8F0BE-A990-2C46-B789-BD6D93B89083}" type="pres">
      <dgm:prSet presAssocID="{1662FC78-A305-C440-8706-2E62710DD74C}" presName="childText" presStyleLbl="conFgAcc1" presStyleIdx="1" presStyleCnt="3">
        <dgm:presLayoutVars>
          <dgm:bulletEnabled val="1"/>
        </dgm:presLayoutVars>
      </dgm:prSet>
      <dgm:spPr/>
    </dgm:pt>
    <dgm:pt modelId="{0D0ED172-AE17-854F-A0FA-410DF75FED16}" type="pres">
      <dgm:prSet presAssocID="{98AFFD20-2257-F641-B9EC-73DC618DCB94}" presName="spaceBetweenRectangles" presStyleCnt="0"/>
      <dgm:spPr/>
    </dgm:pt>
    <dgm:pt modelId="{0E60A50C-456A-1241-97D4-5F96AF310345}" type="pres">
      <dgm:prSet presAssocID="{8991AD4B-0CB7-2F49-90F8-8706A88E8773}" presName="parentLin" presStyleCnt="0"/>
      <dgm:spPr/>
    </dgm:pt>
    <dgm:pt modelId="{B3C2A1F5-65A9-5744-9FA4-BF78532F0A84}" type="pres">
      <dgm:prSet presAssocID="{8991AD4B-0CB7-2F49-90F8-8706A88E8773}" presName="parentLeftMargin" presStyleLbl="node1" presStyleIdx="1" presStyleCnt="3"/>
      <dgm:spPr/>
    </dgm:pt>
    <dgm:pt modelId="{1861625B-4C31-AC44-9FC7-4500A780C9AA}" type="pres">
      <dgm:prSet presAssocID="{8991AD4B-0CB7-2F49-90F8-8706A88E8773}" presName="parentText" presStyleLbl="node1" presStyleIdx="2" presStyleCnt="3">
        <dgm:presLayoutVars>
          <dgm:chMax val="0"/>
          <dgm:bulletEnabled val="1"/>
        </dgm:presLayoutVars>
      </dgm:prSet>
      <dgm:spPr/>
    </dgm:pt>
    <dgm:pt modelId="{DDAAB8AC-2D22-1943-9822-CF8FCF6BC02A}" type="pres">
      <dgm:prSet presAssocID="{8991AD4B-0CB7-2F49-90F8-8706A88E8773}" presName="negativeSpace" presStyleCnt="0"/>
      <dgm:spPr/>
    </dgm:pt>
    <dgm:pt modelId="{022DB784-03D2-A845-9D72-54957B3FC1F9}" type="pres">
      <dgm:prSet presAssocID="{8991AD4B-0CB7-2F49-90F8-8706A88E8773}" presName="childText" presStyleLbl="conFgAcc1" presStyleIdx="2" presStyleCnt="3">
        <dgm:presLayoutVars>
          <dgm:bulletEnabled val="1"/>
        </dgm:presLayoutVars>
      </dgm:prSet>
      <dgm:spPr/>
    </dgm:pt>
  </dgm:ptLst>
  <dgm:cxnLst>
    <dgm:cxn modelId="{BD40D908-17F7-824E-B7EF-3CE16B79531E}" type="presOf" srcId="{8991AD4B-0CB7-2F49-90F8-8706A88E8773}" destId="{1861625B-4C31-AC44-9FC7-4500A780C9AA}" srcOrd="1" destOrd="0" presId="urn:microsoft.com/office/officeart/2005/8/layout/list1"/>
    <dgm:cxn modelId="{E78F260A-C447-1341-AFDE-241ABB152CA2}" type="presOf" srcId="{9F50EAA7-9774-4045-99BA-BD72AD537A36}" destId="{18912804-9AEF-6C4F-A7BD-95034F12280A}" srcOrd="0" destOrd="0" presId="urn:microsoft.com/office/officeart/2005/8/layout/list1"/>
    <dgm:cxn modelId="{9A24F216-E6B5-1F4F-ADAB-361463774BDD}" type="presOf" srcId="{75213998-756B-E54B-A368-8A7F9703B2BD}" destId="{A7946707-CC26-B84C-AD3D-ADCEF5197422}" srcOrd="0" destOrd="4" presId="urn:microsoft.com/office/officeart/2005/8/layout/list1"/>
    <dgm:cxn modelId="{462A3519-B79A-D34E-844E-859B8EDFBEAD}" type="presOf" srcId="{0A7472A9-B525-7F4F-8C44-C17EC33EBA19}" destId="{A7946707-CC26-B84C-AD3D-ADCEF5197422}" srcOrd="0" destOrd="2" presId="urn:microsoft.com/office/officeart/2005/8/layout/list1"/>
    <dgm:cxn modelId="{7E59D01F-0F1B-364F-B829-25B38E2BB699}" type="presOf" srcId="{37306C49-EB3B-F04D-98FE-2509FB0D9ACD}" destId="{1DB2552C-4861-624B-8106-2ABC70D7774A}" srcOrd="0" destOrd="0" presId="urn:microsoft.com/office/officeart/2005/8/layout/list1"/>
    <dgm:cxn modelId="{C29BC228-F3C6-B749-89F1-ECFE901471F4}" srcId="{8991AD4B-0CB7-2F49-90F8-8706A88E8773}" destId="{42CF1815-E0C4-4145-ACB2-028AD54AEA4D}" srcOrd="0" destOrd="0" parTransId="{68A5B697-CA34-2648-B133-69962E14E163}" sibTransId="{0881EAF9-F573-AE43-AD6F-B191DCA83B97}"/>
    <dgm:cxn modelId="{DA141E3C-33D2-E943-AF4D-3D924954471E}" type="presOf" srcId="{1662FC78-A305-C440-8706-2E62710DD74C}" destId="{92EF13FC-0710-DF41-932B-2F4AF28A143F}" srcOrd="0" destOrd="0" presId="urn:microsoft.com/office/officeart/2005/8/layout/list1"/>
    <dgm:cxn modelId="{6191FB3D-DCF4-5844-872D-FA925FB38F8B}" type="presOf" srcId="{1662FC78-A305-C440-8706-2E62710DD74C}" destId="{F91A1701-4279-DA45-AB93-345512E9FE74}" srcOrd="1" destOrd="0" presId="urn:microsoft.com/office/officeart/2005/8/layout/list1"/>
    <dgm:cxn modelId="{30B61044-C2A0-814A-812E-228E61537756}" srcId="{9F50EAA7-9774-4045-99BA-BD72AD537A36}" destId="{0A7472A9-B525-7F4F-8C44-C17EC33EBA19}" srcOrd="2" destOrd="0" parTransId="{645F45D7-5CA7-7742-8973-D8AC8F02723C}" sibTransId="{22BCDA6D-D79D-FB4A-BB05-DD0999909D92}"/>
    <dgm:cxn modelId="{A82F1264-B424-2D41-81EC-06E85E22579D}" srcId="{9F50EAA7-9774-4045-99BA-BD72AD537A36}" destId="{16954F88-3A74-664C-8130-FCC27D52769A}" srcOrd="1" destOrd="0" parTransId="{DD57F892-C7E0-C641-BC4A-39B2D06EAA0A}" sibTransId="{32B515B4-389B-694F-B8E6-A6D00A827070}"/>
    <dgm:cxn modelId="{82E4A26D-FA54-BA41-9C42-6175E2A995B2}" srcId="{9F50EAA7-9774-4045-99BA-BD72AD537A36}" destId="{E073F3B9-C127-C744-9B8E-DAD4B2A7D9B6}" srcOrd="7" destOrd="0" parTransId="{3E18BAAF-620F-FD4B-8F65-4D0892E92959}" sibTransId="{242E5462-48EC-5F43-872D-8DDF2846A091}"/>
    <dgm:cxn modelId="{76035C4E-8583-1D41-96ED-6821A1021342}" srcId="{37306C49-EB3B-F04D-98FE-2509FB0D9ACD}" destId="{1662FC78-A305-C440-8706-2E62710DD74C}" srcOrd="1" destOrd="0" parTransId="{E6EF2829-939B-C54B-8D26-09F3CB5CDA68}" sibTransId="{98AFFD20-2257-F641-B9EC-73DC618DCB94}"/>
    <dgm:cxn modelId="{D59B8D4E-1A4B-BF4C-A1D4-0709F0378BEE}" type="presOf" srcId="{81E4F34C-D836-7D4E-9845-B2A76B4C2A15}" destId="{6EF8F0BE-A990-2C46-B789-BD6D93B89083}" srcOrd="0" destOrd="0" presId="urn:microsoft.com/office/officeart/2005/8/layout/list1"/>
    <dgm:cxn modelId="{23BFAC70-F648-744E-B08A-78E93E82391B}" srcId="{9F50EAA7-9774-4045-99BA-BD72AD537A36}" destId="{AB2CF87C-0892-BA4C-8637-E8B5894053FE}" srcOrd="6" destOrd="0" parTransId="{7C1BB8D1-166C-7244-846D-31DCF1BF36A5}" sibTransId="{7B011FB4-2E62-3A40-BC75-0FE4A15C5155}"/>
    <dgm:cxn modelId="{E27C635A-778C-A448-B94F-D7610D1FD525}" type="presOf" srcId="{93B87697-539B-134A-B943-F534150F60CE}" destId="{A7946707-CC26-B84C-AD3D-ADCEF5197422}" srcOrd="0" destOrd="5" presId="urn:microsoft.com/office/officeart/2005/8/layout/list1"/>
    <dgm:cxn modelId="{4E3BE07E-86A5-AE4D-A287-931257A2560D}" type="presOf" srcId="{8C35E451-1656-0A46-84DA-72611F217055}" destId="{A7946707-CC26-B84C-AD3D-ADCEF5197422}" srcOrd="0" destOrd="3" presId="urn:microsoft.com/office/officeart/2005/8/layout/list1"/>
    <dgm:cxn modelId="{53454381-68C1-514B-8CA3-352982D266A4}" srcId="{1662FC78-A305-C440-8706-2E62710DD74C}" destId="{81E4F34C-D836-7D4E-9845-B2A76B4C2A15}" srcOrd="0" destOrd="0" parTransId="{8749706C-4E2F-884D-B13E-A97335F60867}" sibTransId="{0A0A75CF-853F-2D4C-9099-6051DD3642EF}"/>
    <dgm:cxn modelId="{E7CD9682-B65B-0849-91EC-4363AA7AC99A}" type="presOf" srcId="{E073F3B9-C127-C744-9B8E-DAD4B2A7D9B6}" destId="{A7946707-CC26-B84C-AD3D-ADCEF5197422}" srcOrd="0" destOrd="7" presId="urn:microsoft.com/office/officeart/2005/8/layout/list1"/>
    <dgm:cxn modelId="{B9E78E89-F7D5-B94F-81A3-850393511D04}" type="presOf" srcId="{0123180F-55F9-9B43-9D90-6050C97D9B85}" destId="{A7946707-CC26-B84C-AD3D-ADCEF5197422}" srcOrd="0" destOrd="0" presId="urn:microsoft.com/office/officeart/2005/8/layout/list1"/>
    <dgm:cxn modelId="{17D9E18E-D7EA-7C40-802F-59CF06625096}" srcId="{9F50EAA7-9774-4045-99BA-BD72AD537A36}" destId="{0123180F-55F9-9B43-9D90-6050C97D9B85}" srcOrd="0" destOrd="0" parTransId="{AD63FBCB-E2AA-4A47-B13D-96B05DCAB120}" sibTransId="{D8E077D4-D57D-914E-B869-5E89F4852011}"/>
    <dgm:cxn modelId="{A6EDF78E-CB0F-624A-AE33-2BCF51BB85C8}" type="presOf" srcId="{8991AD4B-0CB7-2F49-90F8-8706A88E8773}" destId="{B3C2A1F5-65A9-5744-9FA4-BF78532F0A84}" srcOrd="0" destOrd="0" presId="urn:microsoft.com/office/officeart/2005/8/layout/list1"/>
    <dgm:cxn modelId="{4C87D5A2-CEEF-AD47-A0C4-0EE660CEF81A}" srcId="{37306C49-EB3B-F04D-98FE-2509FB0D9ACD}" destId="{8991AD4B-0CB7-2F49-90F8-8706A88E8773}" srcOrd="2" destOrd="0" parTransId="{62C52F19-ED56-9942-B2B8-CF96F6F46CEC}" sibTransId="{C33DBD77-4CF1-A747-9537-BAEA2BA9E20B}"/>
    <dgm:cxn modelId="{661830A7-1D81-B14D-AD0A-9CC9E387F888}" srcId="{8991AD4B-0CB7-2F49-90F8-8706A88E8773}" destId="{40BF7488-157F-484F-BDD9-FD7EB27E7C1F}" srcOrd="1" destOrd="0" parTransId="{7D9D8C42-D9AD-614B-82FA-70BDE6EACA66}" sibTransId="{76F448E5-FF89-2B48-8399-861826BE4A78}"/>
    <dgm:cxn modelId="{D0D234A9-AA2E-9747-A89F-4DE6109D45A5}" type="presOf" srcId="{42CF1815-E0C4-4145-ACB2-028AD54AEA4D}" destId="{022DB784-03D2-A845-9D72-54957B3FC1F9}" srcOrd="0" destOrd="0" presId="urn:microsoft.com/office/officeart/2005/8/layout/list1"/>
    <dgm:cxn modelId="{F209AFAA-B7A2-5D47-AB8E-365C993D7EB1}" type="presOf" srcId="{189F5D36-4D28-AD40-BF8C-80A2160ABA3A}" destId="{6EF8F0BE-A990-2C46-B789-BD6D93B89083}" srcOrd="0" destOrd="1" presId="urn:microsoft.com/office/officeart/2005/8/layout/list1"/>
    <dgm:cxn modelId="{819045B1-0944-1847-9735-2C0B4DBF4E2E}" srcId="{9F50EAA7-9774-4045-99BA-BD72AD537A36}" destId="{93B87697-539B-134A-B943-F534150F60CE}" srcOrd="5" destOrd="0" parTransId="{A11B60DD-3467-874B-8CFD-54E64F89D5A2}" sibTransId="{CF97E92E-7F45-1F40-B1E3-FACDF2AE138B}"/>
    <dgm:cxn modelId="{8F4F51C2-88B1-F24B-B3B0-9A825ED849C1}" srcId="{37306C49-EB3B-F04D-98FE-2509FB0D9ACD}" destId="{9F50EAA7-9774-4045-99BA-BD72AD537A36}" srcOrd="0" destOrd="0" parTransId="{5B9A9636-FE89-8746-BAD0-3D3D065055A0}" sibTransId="{62809083-D5F4-2848-8AD5-3687489C2B0C}"/>
    <dgm:cxn modelId="{6BAE8ACC-D504-944D-900A-6B8DE302295F}" type="presOf" srcId="{9F50EAA7-9774-4045-99BA-BD72AD537A36}" destId="{40FE246F-30B4-0241-855E-3F1CA0A4AD4E}" srcOrd="1" destOrd="0" presId="urn:microsoft.com/office/officeart/2005/8/layout/list1"/>
    <dgm:cxn modelId="{B04651E7-E8A6-EB49-A530-2C2E103EAABE}" type="presOf" srcId="{AB2CF87C-0892-BA4C-8637-E8B5894053FE}" destId="{A7946707-CC26-B84C-AD3D-ADCEF5197422}" srcOrd="0" destOrd="6" presId="urn:microsoft.com/office/officeart/2005/8/layout/list1"/>
    <dgm:cxn modelId="{E1C8DCEA-E3E0-B94E-ABD1-61D6AE7FADF0}" srcId="{1662FC78-A305-C440-8706-2E62710DD74C}" destId="{189F5D36-4D28-AD40-BF8C-80A2160ABA3A}" srcOrd="1" destOrd="0" parTransId="{D4C7E502-1277-4549-A3D5-5ED28B0136CF}" sibTransId="{C7B8A242-B684-3C4F-9D52-2024316B229E}"/>
    <dgm:cxn modelId="{F79426F0-D792-5045-B7A5-7F9F6CB64641}" type="presOf" srcId="{16954F88-3A74-664C-8130-FCC27D52769A}" destId="{A7946707-CC26-B84C-AD3D-ADCEF5197422}" srcOrd="0" destOrd="1" presId="urn:microsoft.com/office/officeart/2005/8/layout/list1"/>
    <dgm:cxn modelId="{39EAFCF2-F1B1-7C41-874F-FB07E5C12D08}" srcId="{9F50EAA7-9774-4045-99BA-BD72AD537A36}" destId="{75213998-756B-E54B-A368-8A7F9703B2BD}" srcOrd="4" destOrd="0" parTransId="{92A05DDC-EB76-DA49-AB57-C7BD161368E3}" sibTransId="{6B4B8AD9-069D-E74E-8825-5A3DDF43059C}"/>
    <dgm:cxn modelId="{B10653F7-BE42-0E4C-B44B-E84CE9285AAA}" srcId="{9F50EAA7-9774-4045-99BA-BD72AD537A36}" destId="{8C35E451-1656-0A46-84DA-72611F217055}" srcOrd="3" destOrd="0" parTransId="{63EF9B05-7D0C-4D4B-9DCB-B4B79F0EDB64}" sibTransId="{38D61FE1-3F7B-2D47-AD21-5E16BF6D989E}"/>
    <dgm:cxn modelId="{1679A3F8-6D80-FA4B-8680-A5B6C2834DC7}" type="presOf" srcId="{40BF7488-157F-484F-BDD9-FD7EB27E7C1F}" destId="{022DB784-03D2-A845-9D72-54957B3FC1F9}" srcOrd="0" destOrd="1" presId="urn:microsoft.com/office/officeart/2005/8/layout/list1"/>
    <dgm:cxn modelId="{3F254E4C-498B-9348-B8F1-9F6E37962E49}" type="presParOf" srcId="{1DB2552C-4861-624B-8106-2ABC70D7774A}" destId="{4D214363-F676-274A-9F5A-3FA40C6AE313}" srcOrd="0" destOrd="0" presId="urn:microsoft.com/office/officeart/2005/8/layout/list1"/>
    <dgm:cxn modelId="{FB5C0A1F-2BA8-FD48-87B1-C11E68E2A0A0}" type="presParOf" srcId="{4D214363-F676-274A-9F5A-3FA40C6AE313}" destId="{18912804-9AEF-6C4F-A7BD-95034F12280A}" srcOrd="0" destOrd="0" presId="urn:microsoft.com/office/officeart/2005/8/layout/list1"/>
    <dgm:cxn modelId="{7695FE12-73C7-DF41-9FC1-E97C21A1F656}" type="presParOf" srcId="{4D214363-F676-274A-9F5A-3FA40C6AE313}" destId="{40FE246F-30B4-0241-855E-3F1CA0A4AD4E}" srcOrd="1" destOrd="0" presId="urn:microsoft.com/office/officeart/2005/8/layout/list1"/>
    <dgm:cxn modelId="{43B405F7-D499-EE4D-BCD1-45C45AA59957}" type="presParOf" srcId="{1DB2552C-4861-624B-8106-2ABC70D7774A}" destId="{AA101175-655D-AF47-8CBB-19B65FD1A423}" srcOrd="1" destOrd="0" presId="urn:microsoft.com/office/officeart/2005/8/layout/list1"/>
    <dgm:cxn modelId="{E05F38A8-E7F3-2748-964A-EC8807A37D71}" type="presParOf" srcId="{1DB2552C-4861-624B-8106-2ABC70D7774A}" destId="{A7946707-CC26-B84C-AD3D-ADCEF5197422}" srcOrd="2" destOrd="0" presId="urn:microsoft.com/office/officeart/2005/8/layout/list1"/>
    <dgm:cxn modelId="{22AAA826-52D6-FE4F-9034-59963AD394E1}" type="presParOf" srcId="{1DB2552C-4861-624B-8106-2ABC70D7774A}" destId="{FA79C2BC-D1E9-FE47-95B5-C330B7C545FC}" srcOrd="3" destOrd="0" presId="urn:microsoft.com/office/officeart/2005/8/layout/list1"/>
    <dgm:cxn modelId="{7E8B9944-6B8D-B64F-9266-F4CFE1D251D0}" type="presParOf" srcId="{1DB2552C-4861-624B-8106-2ABC70D7774A}" destId="{43DC8091-A1AA-6745-83FE-A2E55E9DFA5E}" srcOrd="4" destOrd="0" presId="urn:microsoft.com/office/officeart/2005/8/layout/list1"/>
    <dgm:cxn modelId="{7337F7A0-F115-B94C-BAAD-C1A9A92B6DA7}" type="presParOf" srcId="{43DC8091-A1AA-6745-83FE-A2E55E9DFA5E}" destId="{92EF13FC-0710-DF41-932B-2F4AF28A143F}" srcOrd="0" destOrd="0" presId="urn:microsoft.com/office/officeart/2005/8/layout/list1"/>
    <dgm:cxn modelId="{DE93740A-2D52-124D-8200-CB351E643D17}" type="presParOf" srcId="{43DC8091-A1AA-6745-83FE-A2E55E9DFA5E}" destId="{F91A1701-4279-DA45-AB93-345512E9FE74}" srcOrd="1" destOrd="0" presId="urn:microsoft.com/office/officeart/2005/8/layout/list1"/>
    <dgm:cxn modelId="{4D30765C-589D-5942-B476-0755BE7326D3}" type="presParOf" srcId="{1DB2552C-4861-624B-8106-2ABC70D7774A}" destId="{0F26F94E-6FE7-BD4C-A6B0-72661D46F6B5}" srcOrd="5" destOrd="0" presId="urn:microsoft.com/office/officeart/2005/8/layout/list1"/>
    <dgm:cxn modelId="{C63C79AC-CE0E-E348-BD17-6D56779EF91D}" type="presParOf" srcId="{1DB2552C-4861-624B-8106-2ABC70D7774A}" destId="{6EF8F0BE-A990-2C46-B789-BD6D93B89083}" srcOrd="6" destOrd="0" presId="urn:microsoft.com/office/officeart/2005/8/layout/list1"/>
    <dgm:cxn modelId="{4450E3C4-60C3-F94A-A917-268F8CA12FC9}" type="presParOf" srcId="{1DB2552C-4861-624B-8106-2ABC70D7774A}" destId="{0D0ED172-AE17-854F-A0FA-410DF75FED16}" srcOrd="7" destOrd="0" presId="urn:microsoft.com/office/officeart/2005/8/layout/list1"/>
    <dgm:cxn modelId="{8BA9AFE3-DECA-7541-B147-0CF1C0485E54}" type="presParOf" srcId="{1DB2552C-4861-624B-8106-2ABC70D7774A}" destId="{0E60A50C-456A-1241-97D4-5F96AF310345}" srcOrd="8" destOrd="0" presId="urn:microsoft.com/office/officeart/2005/8/layout/list1"/>
    <dgm:cxn modelId="{20FE2B25-0423-5A4C-BED4-D20ECC5B728F}" type="presParOf" srcId="{0E60A50C-456A-1241-97D4-5F96AF310345}" destId="{B3C2A1F5-65A9-5744-9FA4-BF78532F0A84}" srcOrd="0" destOrd="0" presId="urn:microsoft.com/office/officeart/2005/8/layout/list1"/>
    <dgm:cxn modelId="{A9EA51BA-CD99-F94A-8DA9-3743A53E7518}" type="presParOf" srcId="{0E60A50C-456A-1241-97D4-5F96AF310345}" destId="{1861625B-4C31-AC44-9FC7-4500A780C9AA}" srcOrd="1" destOrd="0" presId="urn:microsoft.com/office/officeart/2005/8/layout/list1"/>
    <dgm:cxn modelId="{6DC82F1E-F1BF-1349-8A2E-FA1644A2E8CA}" type="presParOf" srcId="{1DB2552C-4861-624B-8106-2ABC70D7774A}" destId="{DDAAB8AC-2D22-1943-9822-CF8FCF6BC02A}" srcOrd="9" destOrd="0" presId="urn:microsoft.com/office/officeart/2005/8/layout/list1"/>
    <dgm:cxn modelId="{04CCCE67-0D83-024D-92B5-25FBFE6D5BAC}" type="presParOf" srcId="{1DB2552C-4861-624B-8106-2ABC70D7774A}" destId="{022DB784-03D2-A845-9D72-54957B3FC1F9}"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7306C49-EB3B-F04D-98FE-2509FB0D9ACD}" type="doc">
      <dgm:prSet loTypeId="urn:microsoft.com/office/officeart/2005/8/layout/list1" loCatId="" qsTypeId="urn:microsoft.com/office/officeart/2005/8/quickstyle/simple1" qsCatId="simple" csTypeId="urn:microsoft.com/office/officeart/2005/8/colors/accent1_2" csCatId="accent1" phldr="1"/>
      <dgm:spPr/>
      <dgm:t>
        <a:bodyPr/>
        <a:lstStyle/>
        <a:p>
          <a:endParaRPr lang="en-GB"/>
        </a:p>
      </dgm:t>
    </dgm:pt>
    <dgm:pt modelId="{9F50EAA7-9774-4045-99BA-BD72AD537A36}">
      <dgm:prSet phldrT="[Text]"/>
      <dgm:spPr/>
      <dgm:t>
        <a:bodyPr/>
        <a:lstStyle/>
        <a:p>
          <a:r>
            <a:rPr lang="en-GB" noProof="0">
              <a:solidFill>
                <a:srgbClr val="FF0000"/>
              </a:solidFill>
              <a:latin typeface="Fira Sans Light" panose="020B0403050000020004" pitchFamily="34" charset="0"/>
            </a:rPr>
            <a:t>Standardised Access</a:t>
          </a:r>
          <a:endParaRPr lang="en-GB"/>
        </a:p>
      </dgm:t>
    </dgm:pt>
    <dgm:pt modelId="{5B9A9636-FE89-8746-BAD0-3D3D065055A0}" type="parTrans" cxnId="{8F4F51C2-88B1-F24B-B3B0-9A825ED849C1}">
      <dgm:prSet/>
      <dgm:spPr/>
      <dgm:t>
        <a:bodyPr/>
        <a:lstStyle/>
        <a:p>
          <a:endParaRPr lang="en-GB"/>
        </a:p>
      </dgm:t>
    </dgm:pt>
    <dgm:pt modelId="{62809083-D5F4-2848-8AD5-3687489C2B0C}" type="sibTrans" cxnId="{8F4F51C2-88B1-F24B-B3B0-9A825ED849C1}">
      <dgm:prSet/>
      <dgm:spPr/>
      <dgm:t>
        <a:bodyPr/>
        <a:lstStyle/>
        <a:p>
          <a:endParaRPr lang="en-GB"/>
        </a:p>
      </dgm:t>
    </dgm:pt>
    <dgm:pt modelId="{1662FC78-A305-C440-8706-2E62710DD74C}">
      <dgm:prSet/>
      <dgm:spPr/>
      <dgm:t>
        <a:bodyPr/>
        <a:lstStyle/>
        <a:p>
          <a:r>
            <a:rPr lang="en-GB" noProof="0">
              <a:solidFill>
                <a:srgbClr val="FF0000"/>
              </a:solidFill>
              <a:latin typeface="Fira Sans Light" panose="020B0403050000020004" pitchFamily="34" charset="0"/>
            </a:rPr>
            <a:t>Legacy OS</a:t>
          </a:r>
        </a:p>
      </dgm:t>
    </dgm:pt>
    <dgm:pt modelId="{E6EF2829-939B-C54B-8D26-09F3CB5CDA68}" type="parTrans" cxnId="{76035C4E-8583-1D41-96ED-6821A1021342}">
      <dgm:prSet/>
      <dgm:spPr/>
      <dgm:t>
        <a:bodyPr/>
        <a:lstStyle/>
        <a:p>
          <a:endParaRPr lang="en-GB"/>
        </a:p>
      </dgm:t>
    </dgm:pt>
    <dgm:pt modelId="{98AFFD20-2257-F641-B9EC-73DC618DCB94}" type="sibTrans" cxnId="{76035C4E-8583-1D41-96ED-6821A1021342}">
      <dgm:prSet/>
      <dgm:spPr/>
      <dgm:t>
        <a:bodyPr/>
        <a:lstStyle/>
        <a:p>
          <a:endParaRPr lang="en-GB"/>
        </a:p>
      </dgm:t>
    </dgm:pt>
    <dgm:pt modelId="{8991AD4B-0CB7-2F49-90F8-8706A88E8773}">
      <dgm:prSet/>
      <dgm:spPr/>
      <dgm:t>
        <a:bodyPr/>
        <a:lstStyle/>
        <a:p>
          <a:r>
            <a:rPr lang="en-GB" noProof="0">
              <a:solidFill>
                <a:srgbClr val="FF0000"/>
              </a:solidFill>
              <a:latin typeface="Fira Sans Light" panose="020B0403050000020004" pitchFamily="34" charset="0"/>
            </a:rPr>
            <a:t>Naming Conventions</a:t>
          </a:r>
        </a:p>
      </dgm:t>
    </dgm:pt>
    <dgm:pt modelId="{62C52F19-ED56-9942-B2B8-CF96F6F46CEC}" type="parTrans" cxnId="{4C87D5A2-CEEF-AD47-A0C4-0EE660CEF81A}">
      <dgm:prSet/>
      <dgm:spPr/>
      <dgm:t>
        <a:bodyPr/>
        <a:lstStyle/>
        <a:p>
          <a:endParaRPr lang="en-GB"/>
        </a:p>
      </dgm:t>
    </dgm:pt>
    <dgm:pt modelId="{C33DBD77-4CF1-A747-9537-BAEA2BA9E20B}" type="sibTrans" cxnId="{4C87D5A2-CEEF-AD47-A0C4-0EE660CEF81A}">
      <dgm:prSet/>
      <dgm:spPr/>
      <dgm:t>
        <a:bodyPr/>
        <a:lstStyle/>
        <a:p>
          <a:endParaRPr lang="en-GB"/>
        </a:p>
      </dgm:t>
    </dgm:pt>
    <dgm:pt modelId="{0123180F-55F9-9B43-9D90-6050C97D9B85}">
      <dgm:prSet/>
      <dgm:spPr/>
      <dgm:t>
        <a:bodyPr/>
        <a:lstStyle/>
        <a:p>
          <a:r>
            <a:rPr lang="en-GB" noProof="0">
              <a:latin typeface="Fira Sans" panose="020B0503050000020004" pitchFamily="34" charset="0"/>
            </a:rPr>
            <a:t>Consistent logins required for administrator access</a:t>
          </a:r>
          <a:endParaRPr lang="en-GB"/>
        </a:p>
      </dgm:t>
    </dgm:pt>
    <dgm:pt modelId="{AD63FBCB-E2AA-4A47-B13D-96B05DCAB120}" type="parTrans" cxnId="{17D9E18E-D7EA-7C40-802F-59CF06625096}">
      <dgm:prSet/>
      <dgm:spPr/>
      <dgm:t>
        <a:bodyPr/>
        <a:lstStyle/>
        <a:p>
          <a:endParaRPr lang="en-GB"/>
        </a:p>
      </dgm:t>
    </dgm:pt>
    <dgm:pt modelId="{D8E077D4-D57D-914E-B869-5E89F4852011}" type="sibTrans" cxnId="{17D9E18E-D7EA-7C40-802F-59CF06625096}">
      <dgm:prSet/>
      <dgm:spPr/>
      <dgm:t>
        <a:bodyPr/>
        <a:lstStyle/>
        <a:p>
          <a:endParaRPr lang="en-GB"/>
        </a:p>
      </dgm:t>
    </dgm:pt>
    <dgm:pt modelId="{81E4F34C-D836-7D4E-9845-B2A76B4C2A15}">
      <dgm:prSet/>
      <dgm:spPr/>
      <dgm:t>
        <a:bodyPr/>
        <a:lstStyle/>
        <a:p>
          <a:r>
            <a:rPr lang="en-GB" noProof="0">
              <a:latin typeface="Fira Sans" panose="020B0503050000020004" pitchFamily="34" charset="0"/>
            </a:rPr>
            <a:t>Old unsupported OS types will take longer to move to Cloud</a:t>
          </a:r>
          <a:endParaRPr lang="en-GB"/>
        </a:p>
      </dgm:t>
    </dgm:pt>
    <dgm:pt modelId="{8749706C-4E2F-884D-B13E-A97335F60867}" type="parTrans" cxnId="{53454381-68C1-514B-8CA3-352982D266A4}">
      <dgm:prSet/>
      <dgm:spPr/>
      <dgm:t>
        <a:bodyPr/>
        <a:lstStyle/>
        <a:p>
          <a:endParaRPr lang="en-GB"/>
        </a:p>
      </dgm:t>
    </dgm:pt>
    <dgm:pt modelId="{0A0A75CF-853F-2D4C-9099-6051DD3642EF}" type="sibTrans" cxnId="{53454381-68C1-514B-8CA3-352982D266A4}">
      <dgm:prSet/>
      <dgm:spPr/>
      <dgm:t>
        <a:bodyPr/>
        <a:lstStyle/>
        <a:p>
          <a:endParaRPr lang="en-GB"/>
        </a:p>
      </dgm:t>
    </dgm:pt>
    <dgm:pt modelId="{42CF1815-E0C4-4145-ACB2-028AD54AEA4D}">
      <dgm:prSet/>
      <dgm:spPr/>
      <dgm:t>
        <a:bodyPr/>
        <a:lstStyle/>
        <a:p>
          <a:r>
            <a:rPr lang="en-GB" noProof="0">
              <a:latin typeface="Fira Sans" panose="020B0503050000020004" pitchFamily="34" charset="0"/>
            </a:rPr>
            <a:t>Risk of duplication or accidentally leaving out of migration</a:t>
          </a:r>
          <a:endParaRPr lang="en-GB"/>
        </a:p>
      </dgm:t>
    </dgm:pt>
    <dgm:pt modelId="{68A5B697-CA34-2648-B133-69962E14E163}" type="parTrans" cxnId="{C29BC228-F3C6-B749-89F1-ECFE901471F4}">
      <dgm:prSet/>
      <dgm:spPr/>
      <dgm:t>
        <a:bodyPr/>
        <a:lstStyle/>
        <a:p>
          <a:endParaRPr lang="en-GB"/>
        </a:p>
      </dgm:t>
    </dgm:pt>
    <dgm:pt modelId="{0881EAF9-F573-AE43-AD6F-B191DCA83B97}" type="sibTrans" cxnId="{C29BC228-F3C6-B749-89F1-ECFE901471F4}">
      <dgm:prSet/>
      <dgm:spPr/>
      <dgm:t>
        <a:bodyPr/>
        <a:lstStyle/>
        <a:p>
          <a:endParaRPr lang="en-GB"/>
        </a:p>
      </dgm:t>
    </dgm:pt>
    <dgm:pt modelId="{5F97BEB5-3EBB-E349-B815-C48E38B212E4}">
      <dgm:prSet/>
      <dgm:spPr/>
      <dgm:t>
        <a:bodyPr/>
        <a:lstStyle/>
        <a:p>
          <a:r>
            <a:rPr lang="en-GB" noProof="0">
              <a:latin typeface="Fira Sans" panose="020B0503050000020004" pitchFamily="34" charset="0"/>
            </a:rPr>
            <a:t>Standardised login methods for Linux/Windows</a:t>
          </a:r>
        </a:p>
      </dgm:t>
    </dgm:pt>
    <dgm:pt modelId="{914FBD76-94A2-1B4F-A71C-0F66171DEEA3}" type="parTrans" cxnId="{72E80ED8-9B69-4B3C-AE71-1FF0514FF819}">
      <dgm:prSet/>
      <dgm:spPr/>
      <dgm:t>
        <a:bodyPr/>
        <a:lstStyle/>
        <a:p>
          <a:endParaRPr lang="en-GB"/>
        </a:p>
      </dgm:t>
    </dgm:pt>
    <dgm:pt modelId="{A7A859A6-F26C-3A47-89D6-2D005FB5033B}" type="sibTrans" cxnId="{72E80ED8-9B69-4B3C-AE71-1FF0514FF819}">
      <dgm:prSet/>
      <dgm:spPr/>
      <dgm:t>
        <a:bodyPr/>
        <a:lstStyle/>
        <a:p>
          <a:endParaRPr lang="en-GB"/>
        </a:p>
      </dgm:t>
    </dgm:pt>
    <dgm:pt modelId="{54A5018D-96B0-194C-A585-4857B7729CE0}">
      <dgm:prSet/>
      <dgm:spPr/>
      <dgm:t>
        <a:bodyPr/>
        <a:lstStyle/>
        <a:p>
          <a:r>
            <a:rPr lang="en-GB" noProof="0">
              <a:latin typeface="Fira Sans" panose="020B0503050000020004" pitchFamily="34" charset="0"/>
            </a:rPr>
            <a:t>Standardised accounts across MOL/ANL</a:t>
          </a:r>
        </a:p>
      </dgm:t>
    </dgm:pt>
    <dgm:pt modelId="{700D8648-930A-4D49-BB83-C89E55E3DBE2}" type="parTrans" cxnId="{D6975989-CD91-446D-A61E-1927C1D86958}">
      <dgm:prSet/>
      <dgm:spPr/>
      <dgm:t>
        <a:bodyPr/>
        <a:lstStyle/>
        <a:p>
          <a:endParaRPr lang="en-GB"/>
        </a:p>
      </dgm:t>
    </dgm:pt>
    <dgm:pt modelId="{B892E025-73B2-6546-95CD-E76D5B8DA7B7}" type="sibTrans" cxnId="{D6975989-CD91-446D-A61E-1927C1D86958}">
      <dgm:prSet/>
      <dgm:spPr/>
      <dgm:t>
        <a:bodyPr/>
        <a:lstStyle/>
        <a:p>
          <a:endParaRPr lang="en-GB"/>
        </a:p>
      </dgm:t>
    </dgm:pt>
    <dgm:pt modelId="{31FC5491-07E7-6447-A7ED-42DFBCD7C9F4}">
      <dgm:prSet/>
      <dgm:spPr/>
      <dgm:t>
        <a:bodyPr/>
        <a:lstStyle/>
        <a:p>
          <a:r>
            <a:rPr lang="en-GB" noProof="0">
              <a:latin typeface="Fira Sans" panose="020B0503050000020004" pitchFamily="34" charset="0"/>
            </a:rPr>
            <a:t>Ability to make changes</a:t>
          </a:r>
        </a:p>
      </dgm:t>
    </dgm:pt>
    <dgm:pt modelId="{EC2136DB-5E6A-F344-8462-BF1EA81501D3}" type="parTrans" cxnId="{62303B00-4F94-4897-8F30-0D59955A2EDD}">
      <dgm:prSet/>
      <dgm:spPr/>
      <dgm:t>
        <a:bodyPr/>
        <a:lstStyle/>
        <a:p>
          <a:endParaRPr lang="en-GB"/>
        </a:p>
      </dgm:t>
    </dgm:pt>
    <dgm:pt modelId="{B669F63E-2B33-A94E-B529-E9FED4E059F9}" type="sibTrans" cxnId="{62303B00-4F94-4897-8F30-0D59955A2EDD}">
      <dgm:prSet/>
      <dgm:spPr/>
      <dgm:t>
        <a:bodyPr/>
        <a:lstStyle/>
        <a:p>
          <a:endParaRPr lang="en-GB"/>
        </a:p>
      </dgm:t>
    </dgm:pt>
    <dgm:pt modelId="{58BE3162-18F1-9044-A496-7688104E1749}">
      <dgm:prSet/>
      <dgm:spPr/>
      <dgm:t>
        <a:bodyPr/>
        <a:lstStyle/>
        <a:p>
          <a:r>
            <a:rPr lang="en-GB" noProof="0">
              <a:latin typeface="Fira Sans" panose="020B0503050000020004" pitchFamily="34" charset="0"/>
            </a:rPr>
            <a:t>Some customers prefer to use a tool to manage PAM. (eg: Cyberark)</a:t>
          </a:r>
        </a:p>
      </dgm:t>
    </dgm:pt>
    <dgm:pt modelId="{5728CCF3-4385-E84A-A909-72A0D62EA9C8}" type="parTrans" cxnId="{0C7B65E8-F3E7-405F-8833-8779F78C2DB0}">
      <dgm:prSet/>
      <dgm:spPr/>
      <dgm:t>
        <a:bodyPr/>
        <a:lstStyle/>
        <a:p>
          <a:endParaRPr lang="en-GB"/>
        </a:p>
      </dgm:t>
    </dgm:pt>
    <dgm:pt modelId="{720C5B11-0693-7948-84D7-C03715D2B61E}" type="sibTrans" cxnId="{0C7B65E8-F3E7-405F-8833-8779F78C2DB0}">
      <dgm:prSet/>
      <dgm:spPr/>
      <dgm:t>
        <a:bodyPr/>
        <a:lstStyle/>
        <a:p>
          <a:endParaRPr lang="en-GB"/>
        </a:p>
      </dgm:t>
    </dgm:pt>
    <dgm:pt modelId="{442854AC-D80D-9745-83BF-432287E44EF8}">
      <dgm:prSet/>
      <dgm:spPr/>
      <dgm:t>
        <a:bodyPr/>
        <a:lstStyle/>
        <a:p>
          <a:r>
            <a:rPr lang="en-GB" noProof="0" err="1">
              <a:latin typeface="Fira Sans" panose="020B0503050000020004" pitchFamily="34" charset="0"/>
            </a:rPr>
            <a:t>Replatforming</a:t>
          </a:r>
          <a:r>
            <a:rPr lang="en-GB" noProof="0">
              <a:latin typeface="Fira Sans" panose="020B0503050000020004" pitchFamily="34" charset="0"/>
            </a:rPr>
            <a:t> is possible but must be factored into timeline.</a:t>
          </a:r>
        </a:p>
      </dgm:t>
    </dgm:pt>
    <dgm:pt modelId="{D53A772B-D5E0-8547-B64F-CC2F2FA79236}" type="parTrans" cxnId="{88C44342-F82B-4D5C-9D48-ADFFBA90D1CF}">
      <dgm:prSet/>
      <dgm:spPr/>
      <dgm:t>
        <a:bodyPr/>
        <a:lstStyle/>
        <a:p>
          <a:endParaRPr lang="en-GB"/>
        </a:p>
      </dgm:t>
    </dgm:pt>
    <dgm:pt modelId="{DDEB7E54-5AED-CF43-A2BA-0CFC5F34C298}" type="sibTrans" cxnId="{88C44342-F82B-4D5C-9D48-ADFFBA90D1CF}">
      <dgm:prSet/>
      <dgm:spPr/>
      <dgm:t>
        <a:bodyPr/>
        <a:lstStyle/>
        <a:p>
          <a:endParaRPr lang="en-GB"/>
        </a:p>
      </dgm:t>
    </dgm:pt>
    <dgm:pt modelId="{F4B476B1-A512-E14C-805B-F7845592FF81}">
      <dgm:prSet/>
      <dgm:spPr/>
      <dgm:t>
        <a:bodyPr/>
        <a:lstStyle/>
        <a:p>
          <a:r>
            <a:rPr lang="en-GB" noProof="0">
              <a:latin typeface="Fira Sans" panose="020B0503050000020004" pitchFamily="34" charset="0"/>
            </a:rPr>
            <a:t>Same hostnames with .int and .hsk </a:t>
          </a:r>
        </a:p>
      </dgm:t>
    </dgm:pt>
    <dgm:pt modelId="{CB6803C7-E131-F04B-B107-188B18F4925E}" type="parTrans" cxnId="{20D19A39-7FC5-4F5B-BBC3-C6063BA7B549}">
      <dgm:prSet/>
      <dgm:spPr/>
      <dgm:t>
        <a:bodyPr/>
        <a:lstStyle/>
        <a:p>
          <a:endParaRPr lang="en-GB"/>
        </a:p>
      </dgm:t>
    </dgm:pt>
    <dgm:pt modelId="{48736AFD-215A-F647-B4C2-6DDB87911505}" type="sibTrans" cxnId="{20D19A39-7FC5-4F5B-BBC3-C6063BA7B549}">
      <dgm:prSet/>
      <dgm:spPr/>
      <dgm:t>
        <a:bodyPr/>
        <a:lstStyle/>
        <a:p>
          <a:endParaRPr lang="en-GB"/>
        </a:p>
      </dgm:t>
    </dgm:pt>
    <dgm:pt modelId="{1DB2552C-4861-624B-8106-2ABC70D7774A}" type="pres">
      <dgm:prSet presAssocID="{37306C49-EB3B-F04D-98FE-2509FB0D9ACD}" presName="linear" presStyleCnt="0">
        <dgm:presLayoutVars>
          <dgm:dir/>
          <dgm:animLvl val="lvl"/>
          <dgm:resizeHandles val="exact"/>
        </dgm:presLayoutVars>
      </dgm:prSet>
      <dgm:spPr/>
    </dgm:pt>
    <dgm:pt modelId="{4D214363-F676-274A-9F5A-3FA40C6AE313}" type="pres">
      <dgm:prSet presAssocID="{9F50EAA7-9774-4045-99BA-BD72AD537A36}" presName="parentLin" presStyleCnt="0"/>
      <dgm:spPr/>
    </dgm:pt>
    <dgm:pt modelId="{18912804-9AEF-6C4F-A7BD-95034F12280A}" type="pres">
      <dgm:prSet presAssocID="{9F50EAA7-9774-4045-99BA-BD72AD537A36}" presName="parentLeftMargin" presStyleLbl="node1" presStyleIdx="0" presStyleCnt="3"/>
      <dgm:spPr/>
    </dgm:pt>
    <dgm:pt modelId="{40FE246F-30B4-0241-855E-3F1CA0A4AD4E}" type="pres">
      <dgm:prSet presAssocID="{9F50EAA7-9774-4045-99BA-BD72AD537A36}" presName="parentText" presStyleLbl="node1" presStyleIdx="0" presStyleCnt="3">
        <dgm:presLayoutVars>
          <dgm:chMax val="0"/>
          <dgm:bulletEnabled val="1"/>
        </dgm:presLayoutVars>
      </dgm:prSet>
      <dgm:spPr/>
    </dgm:pt>
    <dgm:pt modelId="{AA101175-655D-AF47-8CBB-19B65FD1A423}" type="pres">
      <dgm:prSet presAssocID="{9F50EAA7-9774-4045-99BA-BD72AD537A36}" presName="negativeSpace" presStyleCnt="0"/>
      <dgm:spPr/>
    </dgm:pt>
    <dgm:pt modelId="{A7946707-CC26-B84C-AD3D-ADCEF5197422}" type="pres">
      <dgm:prSet presAssocID="{9F50EAA7-9774-4045-99BA-BD72AD537A36}" presName="childText" presStyleLbl="conFgAcc1" presStyleIdx="0" presStyleCnt="3">
        <dgm:presLayoutVars>
          <dgm:bulletEnabled val="1"/>
        </dgm:presLayoutVars>
      </dgm:prSet>
      <dgm:spPr/>
    </dgm:pt>
    <dgm:pt modelId="{FA79C2BC-D1E9-FE47-95B5-C330B7C545FC}" type="pres">
      <dgm:prSet presAssocID="{62809083-D5F4-2848-8AD5-3687489C2B0C}" presName="spaceBetweenRectangles" presStyleCnt="0"/>
      <dgm:spPr/>
    </dgm:pt>
    <dgm:pt modelId="{43DC8091-A1AA-6745-83FE-A2E55E9DFA5E}" type="pres">
      <dgm:prSet presAssocID="{1662FC78-A305-C440-8706-2E62710DD74C}" presName="parentLin" presStyleCnt="0"/>
      <dgm:spPr/>
    </dgm:pt>
    <dgm:pt modelId="{92EF13FC-0710-DF41-932B-2F4AF28A143F}" type="pres">
      <dgm:prSet presAssocID="{1662FC78-A305-C440-8706-2E62710DD74C}" presName="parentLeftMargin" presStyleLbl="node1" presStyleIdx="0" presStyleCnt="3"/>
      <dgm:spPr/>
    </dgm:pt>
    <dgm:pt modelId="{F91A1701-4279-DA45-AB93-345512E9FE74}" type="pres">
      <dgm:prSet presAssocID="{1662FC78-A305-C440-8706-2E62710DD74C}" presName="parentText" presStyleLbl="node1" presStyleIdx="1" presStyleCnt="3">
        <dgm:presLayoutVars>
          <dgm:chMax val="0"/>
          <dgm:bulletEnabled val="1"/>
        </dgm:presLayoutVars>
      </dgm:prSet>
      <dgm:spPr/>
    </dgm:pt>
    <dgm:pt modelId="{0F26F94E-6FE7-BD4C-A6B0-72661D46F6B5}" type="pres">
      <dgm:prSet presAssocID="{1662FC78-A305-C440-8706-2E62710DD74C}" presName="negativeSpace" presStyleCnt="0"/>
      <dgm:spPr/>
    </dgm:pt>
    <dgm:pt modelId="{6EF8F0BE-A990-2C46-B789-BD6D93B89083}" type="pres">
      <dgm:prSet presAssocID="{1662FC78-A305-C440-8706-2E62710DD74C}" presName="childText" presStyleLbl="conFgAcc1" presStyleIdx="1" presStyleCnt="3">
        <dgm:presLayoutVars>
          <dgm:bulletEnabled val="1"/>
        </dgm:presLayoutVars>
      </dgm:prSet>
      <dgm:spPr/>
    </dgm:pt>
    <dgm:pt modelId="{0D0ED172-AE17-854F-A0FA-410DF75FED16}" type="pres">
      <dgm:prSet presAssocID="{98AFFD20-2257-F641-B9EC-73DC618DCB94}" presName="spaceBetweenRectangles" presStyleCnt="0"/>
      <dgm:spPr/>
    </dgm:pt>
    <dgm:pt modelId="{0E60A50C-456A-1241-97D4-5F96AF310345}" type="pres">
      <dgm:prSet presAssocID="{8991AD4B-0CB7-2F49-90F8-8706A88E8773}" presName="parentLin" presStyleCnt="0"/>
      <dgm:spPr/>
    </dgm:pt>
    <dgm:pt modelId="{B3C2A1F5-65A9-5744-9FA4-BF78532F0A84}" type="pres">
      <dgm:prSet presAssocID="{8991AD4B-0CB7-2F49-90F8-8706A88E8773}" presName="parentLeftMargin" presStyleLbl="node1" presStyleIdx="1" presStyleCnt="3"/>
      <dgm:spPr/>
    </dgm:pt>
    <dgm:pt modelId="{1861625B-4C31-AC44-9FC7-4500A780C9AA}" type="pres">
      <dgm:prSet presAssocID="{8991AD4B-0CB7-2F49-90F8-8706A88E8773}" presName="parentText" presStyleLbl="node1" presStyleIdx="2" presStyleCnt="3">
        <dgm:presLayoutVars>
          <dgm:chMax val="0"/>
          <dgm:bulletEnabled val="1"/>
        </dgm:presLayoutVars>
      </dgm:prSet>
      <dgm:spPr/>
    </dgm:pt>
    <dgm:pt modelId="{DDAAB8AC-2D22-1943-9822-CF8FCF6BC02A}" type="pres">
      <dgm:prSet presAssocID="{8991AD4B-0CB7-2F49-90F8-8706A88E8773}" presName="negativeSpace" presStyleCnt="0"/>
      <dgm:spPr/>
    </dgm:pt>
    <dgm:pt modelId="{022DB784-03D2-A845-9D72-54957B3FC1F9}" type="pres">
      <dgm:prSet presAssocID="{8991AD4B-0CB7-2F49-90F8-8706A88E8773}" presName="childText" presStyleLbl="conFgAcc1" presStyleIdx="2" presStyleCnt="3">
        <dgm:presLayoutVars>
          <dgm:bulletEnabled val="1"/>
        </dgm:presLayoutVars>
      </dgm:prSet>
      <dgm:spPr/>
    </dgm:pt>
  </dgm:ptLst>
  <dgm:cxnLst>
    <dgm:cxn modelId="{62303B00-4F94-4897-8F30-0D59955A2EDD}" srcId="{5F97BEB5-3EBB-E349-B815-C48E38B212E4}" destId="{31FC5491-07E7-6447-A7ED-42DFBCD7C9F4}" srcOrd="1" destOrd="0" parTransId="{EC2136DB-5E6A-F344-8462-BF1EA81501D3}" sibTransId="{B669F63E-2B33-A94E-B529-E9FED4E059F9}"/>
    <dgm:cxn modelId="{D9FE0512-5D7A-498C-B1A8-944E7B977D3C}" type="presOf" srcId="{5F97BEB5-3EBB-E349-B815-C48E38B212E4}" destId="{A7946707-CC26-B84C-AD3D-ADCEF5197422}" srcOrd="0" destOrd="1" presId="urn:microsoft.com/office/officeart/2005/8/layout/list1"/>
    <dgm:cxn modelId="{7202731F-6101-4E26-96E0-FBDC6F9DDBBA}" type="presOf" srcId="{54A5018D-96B0-194C-A585-4857B7729CE0}" destId="{A7946707-CC26-B84C-AD3D-ADCEF5197422}" srcOrd="0" destOrd="2" presId="urn:microsoft.com/office/officeart/2005/8/layout/list1"/>
    <dgm:cxn modelId="{7E59D01F-0F1B-364F-B829-25B38E2BB699}" type="presOf" srcId="{37306C49-EB3B-F04D-98FE-2509FB0D9ACD}" destId="{1DB2552C-4861-624B-8106-2ABC70D7774A}" srcOrd="0" destOrd="0" presId="urn:microsoft.com/office/officeart/2005/8/layout/list1"/>
    <dgm:cxn modelId="{985B7827-9A9E-4271-B0C5-FC39CB9E2B88}" type="presOf" srcId="{8991AD4B-0CB7-2F49-90F8-8706A88E8773}" destId="{B3C2A1F5-65A9-5744-9FA4-BF78532F0A84}" srcOrd="0" destOrd="0" presId="urn:microsoft.com/office/officeart/2005/8/layout/list1"/>
    <dgm:cxn modelId="{C29BC228-F3C6-B749-89F1-ECFE901471F4}" srcId="{8991AD4B-0CB7-2F49-90F8-8706A88E8773}" destId="{42CF1815-E0C4-4145-ACB2-028AD54AEA4D}" srcOrd="0" destOrd="0" parTransId="{68A5B697-CA34-2648-B133-69962E14E163}" sibTransId="{0881EAF9-F573-AE43-AD6F-B191DCA83B97}"/>
    <dgm:cxn modelId="{C80C9B2C-5F07-4548-8ACF-085303C5D95D}" type="presOf" srcId="{9F50EAA7-9774-4045-99BA-BD72AD537A36}" destId="{40FE246F-30B4-0241-855E-3F1CA0A4AD4E}" srcOrd="1" destOrd="0" presId="urn:microsoft.com/office/officeart/2005/8/layout/list1"/>
    <dgm:cxn modelId="{20D19A39-7FC5-4F5B-BBC3-C6063BA7B549}" srcId="{8991AD4B-0CB7-2F49-90F8-8706A88E8773}" destId="{F4B476B1-A512-E14C-805B-F7845592FF81}" srcOrd="1" destOrd="0" parTransId="{CB6803C7-E131-F04B-B107-188B18F4925E}" sibTransId="{48736AFD-215A-F647-B4C2-6DDB87911505}"/>
    <dgm:cxn modelId="{88C44342-F82B-4D5C-9D48-ADFFBA90D1CF}" srcId="{1662FC78-A305-C440-8706-2E62710DD74C}" destId="{442854AC-D80D-9745-83BF-432287E44EF8}" srcOrd="1" destOrd="0" parTransId="{D53A772B-D5E0-8547-B64F-CC2F2FA79236}" sibTransId="{DDEB7E54-5AED-CF43-A2BA-0CFC5F34C298}"/>
    <dgm:cxn modelId="{32A93147-8990-4325-8638-D4E135C649B0}" type="presOf" srcId="{442854AC-D80D-9745-83BF-432287E44EF8}" destId="{6EF8F0BE-A990-2C46-B789-BD6D93B89083}" srcOrd="0" destOrd="1" presId="urn:microsoft.com/office/officeart/2005/8/layout/list1"/>
    <dgm:cxn modelId="{76035C4E-8583-1D41-96ED-6821A1021342}" srcId="{37306C49-EB3B-F04D-98FE-2509FB0D9ACD}" destId="{1662FC78-A305-C440-8706-2E62710DD74C}" srcOrd="1" destOrd="0" parTransId="{E6EF2829-939B-C54B-8D26-09F3CB5CDA68}" sibTransId="{98AFFD20-2257-F641-B9EC-73DC618DCB94}"/>
    <dgm:cxn modelId="{FF89416E-AC83-4C38-B564-598C28FF9181}" type="presOf" srcId="{1662FC78-A305-C440-8706-2E62710DD74C}" destId="{F91A1701-4279-DA45-AB93-345512E9FE74}" srcOrd="1" destOrd="0" presId="urn:microsoft.com/office/officeart/2005/8/layout/list1"/>
    <dgm:cxn modelId="{D1D72F7B-B683-4071-B33D-86EA49D51754}" type="presOf" srcId="{81E4F34C-D836-7D4E-9845-B2A76B4C2A15}" destId="{6EF8F0BE-A990-2C46-B789-BD6D93B89083}" srcOrd="0" destOrd="0" presId="urn:microsoft.com/office/officeart/2005/8/layout/list1"/>
    <dgm:cxn modelId="{EDA0497C-4C87-4B38-BD21-BA4E9362A5E9}" type="presOf" srcId="{42CF1815-E0C4-4145-ACB2-028AD54AEA4D}" destId="{022DB784-03D2-A845-9D72-54957B3FC1F9}" srcOrd="0" destOrd="0" presId="urn:microsoft.com/office/officeart/2005/8/layout/list1"/>
    <dgm:cxn modelId="{53454381-68C1-514B-8CA3-352982D266A4}" srcId="{1662FC78-A305-C440-8706-2E62710DD74C}" destId="{81E4F34C-D836-7D4E-9845-B2A76B4C2A15}" srcOrd="0" destOrd="0" parTransId="{8749706C-4E2F-884D-B13E-A97335F60867}" sibTransId="{0A0A75CF-853F-2D4C-9099-6051DD3642EF}"/>
    <dgm:cxn modelId="{D6975989-CD91-446D-A61E-1927C1D86958}" srcId="{5F97BEB5-3EBB-E349-B815-C48E38B212E4}" destId="{54A5018D-96B0-194C-A585-4857B7729CE0}" srcOrd="0" destOrd="0" parTransId="{700D8648-930A-4D49-BB83-C89E55E3DBE2}" sibTransId="{B892E025-73B2-6546-95CD-E76D5B8DA7B7}"/>
    <dgm:cxn modelId="{17D9E18E-D7EA-7C40-802F-59CF06625096}" srcId="{9F50EAA7-9774-4045-99BA-BD72AD537A36}" destId="{0123180F-55F9-9B43-9D90-6050C97D9B85}" srcOrd="0" destOrd="0" parTransId="{AD63FBCB-E2AA-4A47-B13D-96B05DCAB120}" sibTransId="{D8E077D4-D57D-914E-B869-5E89F4852011}"/>
    <dgm:cxn modelId="{9200E890-28AD-4560-B2C9-BD814DCDDB82}" type="presOf" srcId="{F4B476B1-A512-E14C-805B-F7845592FF81}" destId="{022DB784-03D2-A845-9D72-54957B3FC1F9}" srcOrd="0" destOrd="1" presId="urn:microsoft.com/office/officeart/2005/8/layout/list1"/>
    <dgm:cxn modelId="{9660869F-6B1D-4D6B-8A88-E3763E3B0C8E}" type="presOf" srcId="{8991AD4B-0CB7-2F49-90F8-8706A88E8773}" destId="{1861625B-4C31-AC44-9FC7-4500A780C9AA}" srcOrd="1" destOrd="0" presId="urn:microsoft.com/office/officeart/2005/8/layout/list1"/>
    <dgm:cxn modelId="{4C87D5A2-CEEF-AD47-A0C4-0EE660CEF81A}" srcId="{37306C49-EB3B-F04D-98FE-2509FB0D9ACD}" destId="{8991AD4B-0CB7-2F49-90F8-8706A88E8773}" srcOrd="2" destOrd="0" parTransId="{62C52F19-ED56-9942-B2B8-CF96F6F46CEC}" sibTransId="{C33DBD77-4CF1-A747-9537-BAEA2BA9E20B}"/>
    <dgm:cxn modelId="{27457EA4-5C6F-48DF-AF7F-76E1B7DD20F0}" type="presOf" srcId="{1662FC78-A305-C440-8706-2E62710DD74C}" destId="{92EF13FC-0710-DF41-932B-2F4AF28A143F}" srcOrd="0" destOrd="0" presId="urn:microsoft.com/office/officeart/2005/8/layout/list1"/>
    <dgm:cxn modelId="{8F4F51C2-88B1-F24B-B3B0-9A825ED849C1}" srcId="{37306C49-EB3B-F04D-98FE-2509FB0D9ACD}" destId="{9F50EAA7-9774-4045-99BA-BD72AD537A36}" srcOrd="0" destOrd="0" parTransId="{5B9A9636-FE89-8746-BAD0-3D3D065055A0}" sibTransId="{62809083-D5F4-2848-8AD5-3687489C2B0C}"/>
    <dgm:cxn modelId="{37BA67CF-DB93-4180-8D51-F7FEC8B38931}" type="presOf" srcId="{9F50EAA7-9774-4045-99BA-BD72AD537A36}" destId="{18912804-9AEF-6C4F-A7BD-95034F12280A}" srcOrd="0" destOrd="0" presId="urn:microsoft.com/office/officeart/2005/8/layout/list1"/>
    <dgm:cxn modelId="{72E80ED8-9B69-4B3C-AE71-1FF0514FF819}" srcId="{9F50EAA7-9774-4045-99BA-BD72AD537A36}" destId="{5F97BEB5-3EBB-E349-B815-C48E38B212E4}" srcOrd="1" destOrd="0" parTransId="{914FBD76-94A2-1B4F-A71C-0F66171DEEA3}" sibTransId="{A7A859A6-F26C-3A47-89D6-2D005FB5033B}"/>
    <dgm:cxn modelId="{8A2AC8D9-EF23-47E3-AF3E-942852BD9AC9}" type="presOf" srcId="{0123180F-55F9-9B43-9D90-6050C97D9B85}" destId="{A7946707-CC26-B84C-AD3D-ADCEF5197422}" srcOrd="0" destOrd="0" presId="urn:microsoft.com/office/officeart/2005/8/layout/list1"/>
    <dgm:cxn modelId="{0C7B65E8-F3E7-405F-8833-8779F78C2DB0}" srcId="{9F50EAA7-9774-4045-99BA-BD72AD537A36}" destId="{58BE3162-18F1-9044-A496-7688104E1749}" srcOrd="2" destOrd="0" parTransId="{5728CCF3-4385-E84A-A909-72A0D62EA9C8}" sibTransId="{720C5B11-0693-7948-84D7-C03715D2B61E}"/>
    <dgm:cxn modelId="{4A0113F1-88E2-40EC-A541-C618250F13A9}" type="presOf" srcId="{58BE3162-18F1-9044-A496-7688104E1749}" destId="{A7946707-CC26-B84C-AD3D-ADCEF5197422}" srcOrd="0" destOrd="4" presId="urn:microsoft.com/office/officeart/2005/8/layout/list1"/>
    <dgm:cxn modelId="{0D3B70FD-B068-4741-9ADC-2D9C76F3B439}" type="presOf" srcId="{31FC5491-07E7-6447-A7ED-42DFBCD7C9F4}" destId="{A7946707-CC26-B84C-AD3D-ADCEF5197422}" srcOrd="0" destOrd="3" presId="urn:microsoft.com/office/officeart/2005/8/layout/list1"/>
    <dgm:cxn modelId="{9B2BED6C-AEE1-4380-AA4D-704621607AF3}" type="presParOf" srcId="{1DB2552C-4861-624B-8106-2ABC70D7774A}" destId="{4D214363-F676-274A-9F5A-3FA40C6AE313}" srcOrd="0" destOrd="0" presId="urn:microsoft.com/office/officeart/2005/8/layout/list1"/>
    <dgm:cxn modelId="{D214BC32-5809-4C0D-9914-8779D12B7E5A}" type="presParOf" srcId="{4D214363-F676-274A-9F5A-3FA40C6AE313}" destId="{18912804-9AEF-6C4F-A7BD-95034F12280A}" srcOrd="0" destOrd="0" presId="urn:microsoft.com/office/officeart/2005/8/layout/list1"/>
    <dgm:cxn modelId="{0FF25563-F8EA-4E68-8D56-ECCE530DB8C9}" type="presParOf" srcId="{4D214363-F676-274A-9F5A-3FA40C6AE313}" destId="{40FE246F-30B4-0241-855E-3F1CA0A4AD4E}" srcOrd="1" destOrd="0" presId="urn:microsoft.com/office/officeart/2005/8/layout/list1"/>
    <dgm:cxn modelId="{AC904689-67E8-46EC-93A5-5547ECAD3DEE}" type="presParOf" srcId="{1DB2552C-4861-624B-8106-2ABC70D7774A}" destId="{AA101175-655D-AF47-8CBB-19B65FD1A423}" srcOrd="1" destOrd="0" presId="urn:microsoft.com/office/officeart/2005/8/layout/list1"/>
    <dgm:cxn modelId="{1AE38A5A-3C77-420F-81F9-27B960149058}" type="presParOf" srcId="{1DB2552C-4861-624B-8106-2ABC70D7774A}" destId="{A7946707-CC26-B84C-AD3D-ADCEF5197422}" srcOrd="2" destOrd="0" presId="urn:microsoft.com/office/officeart/2005/8/layout/list1"/>
    <dgm:cxn modelId="{44348DBE-C2B3-4214-BF2C-90E9C9D72E3F}" type="presParOf" srcId="{1DB2552C-4861-624B-8106-2ABC70D7774A}" destId="{FA79C2BC-D1E9-FE47-95B5-C330B7C545FC}" srcOrd="3" destOrd="0" presId="urn:microsoft.com/office/officeart/2005/8/layout/list1"/>
    <dgm:cxn modelId="{A515A5EF-1047-4D7F-97D4-19F8279F1071}" type="presParOf" srcId="{1DB2552C-4861-624B-8106-2ABC70D7774A}" destId="{43DC8091-A1AA-6745-83FE-A2E55E9DFA5E}" srcOrd="4" destOrd="0" presId="urn:microsoft.com/office/officeart/2005/8/layout/list1"/>
    <dgm:cxn modelId="{3461199C-EBF2-450A-85EB-23E211A4112C}" type="presParOf" srcId="{43DC8091-A1AA-6745-83FE-A2E55E9DFA5E}" destId="{92EF13FC-0710-DF41-932B-2F4AF28A143F}" srcOrd="0" destOrd="0" presId="urn:microsoft.com/office/officeart/2005/8/layout/list1"/>
    <dgm:cxn modelId="{BEC1F128-8DB6-4BA7-A9EB-ADA03570A20E}" type="presParOf" srcId="{43DC8091-A1AA-6745-83FE-A2E55E9DFA5E}" destId="{F91A1701-4279-DA45-AB93-345512E9FE74}" srcOrd="1" destOrd="0" presId="urn:microsoft.com/office/officeart/2005/8/layout/list1"/>
    <dgm:cxn modelId="{4A2A64F9-821F-4C79-AE11-0E2EB1A1B18F}" type="presParOf" srcId="{1DB2552C-4861-624B-8106-2ABC70D7774A}" destId="{0F26F94E-6FE7-BD4C-A6B0-72661D46F6B5}" srcOrd="5" destOrd="0" presId="urn:microsoft.com/office/officeart/2005/8/layout/list1"/>
    <dgm:cxn modelId="{85A8AE43-3E75-45FB-BEF1-3D1607F557B8}" type="presParOf" srcId="{1DB2552C-4861-624B-8106-2ABC70D7774A}" destId="{6EF8F0BE-A990-2C46-B789-BD6D93B89083}" srcOrd="6" destOrd="0" presId="urn:microsoft.com/office/officeart/2005/8/layout/list1"/>
    <dgm:cxn modelId="{849AF7A4-149A-4970-BAA1-607420C9B912}" type="presParOf" srcId="{1DB2552C-4861-624B-8106-2ABC70D7774A}" destId="{0D0ED172-AE17-854F-A0FA-410DF75FED16}" srcOrd="7" destOrd="0" presId="urn:microsoft.com/office/officeart/2005/8/layout/list1"/>
    <dgm:cxn modelId="{279CBC6C-DAC5-47C7-AB7A-DA518AD7E4CC}" type="presParOf" srcId="{1DB2552C-4861-624B-8106-2ABC70D7774A}" destId="{0E60A50C-456A-1241-97D4-5F96AF310345}" srcOrd="8" destOrd="0" presId="urn:microsoft.com/office/officeart/2005/8/layout/list1"/>
    <dgm:cxn modelId="{9F95F467-4566-447A-AADB-E674FBDBAAAB}" type="presParOf" srcId="{0E60A50C-456A-1241-97D4-5F96AF310345}" destId="{B3C2A1F5-65A9-5744-9FA4-BF78532F0A84}" srcOrd="0" destOrd="0" presId="urn:microsoft.com/office/officeart/2005/8/layout/list1"/>
    <dgm:cxn modelId="{E0E0EAF2-356C-4812-A2F0-2DD675E33F38}" type="presParOf" srcId="{0E60A50C-456A-1241-97D4-5F96AF310345}" destId="{1861625B-4C31-AC44-9FC7-4500A780C9AA}" srcOrd="1" destOrd="0" presId="urn:microsoft.com/office/officeart/2005/8/layout/list1"/>
    <dgm:cxn modelId="{708EEB50-DBBB-4C5B-A219-2B28533BE12D}" type="presParOf" srcId="{1DB2552C-4861-624B-8106-2ABC70D7774A}" destId="{DDAAB8AC-2D22-1943-9822-CF8FCF6BC02A}" srcOrd="9" destOrd="0" presId="urn:microsoft.com/office/officeart/2005/8/layout/list1"/>
    <dgm:cxn modelId="{A064028A-4F92-4DB8-BF65-634A4464D597}" type="presParOf" srcId="{1DB2552C-4861-624B-8106-2ABC70D7774A}" destId="{022DB784-03D2-A845-9D72-54957B3FC1F9}" srcOrd="10" destOrd="0" presId="urn:microsoft.com/office/officeart/2005/8/layout/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946707-CC26-B84C-AD3D-ADCEF5197422}">
      <dsp:nvSpPr>
        <dsp:cNvPr id="0" name=""/>
        <dsp:cNvSpPr/>
      </dsp:nvSpPr>
      <dsp:spPr>
        <a:xfrm>
          <a:off x="0" y="731915"/>
          <a:ext cx="9908674" cy="41674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9023" tIns="562356" rIns="769023" bIns="192024" numCol="1" spcCol="1270" anchor="t" anchorCtr="0">
          <a:noAutofit/>
        </a:bodyPr>
        <a:lstStyle/>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Cloud Skills required</a:t>
          </a:r>
          <a:endParaRPr lang="en-GB" sz="2700" kern="1200"/>
        </a:p>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Suggest partner to aid during transition phase</a:t>
          </a:r>
        </a:p>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Build fully featured LZ</a:t>
          </a:r>
        </a:p>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Assist with migrations</a:t>
          </a:r>
        </a:p>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Develop core security practices</a:t>
          </a:r>
        </a:p>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Build foundational FinOps concept</a:t>
          </a:r>
        </a:p>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Develop DevOps automation processes</a:t>
          </a:r>
        </a:p>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Upskill in-house team</a:t>
          </a:r>
        </a:p>
      </dsp:txBody>
      <dsp:txXfrm>
        <a:off x="0" y="731915"/>
        <a:ext cx="9908674" cy="4167450"/>
      </dsp:txXfrm>
    </dsp:sp>
    <dsp:sp modelId="{40FE246F-30B4-0241-855E-3F1CA0A4AD4E}">
      <dsp:nvSpPr>
        <dsp:cNvPr id="0" name=""/>
        <dsp:cNvSpPr/>
      </dsp:nvSpPr>
      <dsp:spPr>
        <a:xfrm>
          <a:off x="495433" y="333395"/>
          <a:ext cx="6936071" cy="797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2167" tIns="0" rIns="262167" bIns="0" numCol="1" spcCol="1270" anchor="ctr" anchorCtr="0">
          <a:noAutofit/>
        </a:bodyPr>
        <a:lstStyle/>
        <a:p>
          <a:pPr marL="0" lvl="0" indent="0" algn="l" defTabSz="1200150">
            <a:lnSpc>
              <a:spcPct val="90000"/>
            </a:lnSpc>
            <a:spcBef>
              <a:spcPct val="0"/>
            </a:spcBef>
            <a:spcAft>
              <a:spcPct val="35000"/>
            </a:spcAft>
            <a:buNone/>
          </a:pPr>
          <a:r>
            <a:rPr lang="en-GB" sz="2700" kern="1200" noProof="0">
              <a:solidFill>
                <a:srgbClr val="FF0000"/>
              </a:solidFill>
              <a:latin typeface="Fira Sans Light" panose="020B0403050000020004" pitchFamily="34" charset="0"/>
            </a:rPr>
            <a:t>Skills Gap</a:t>
          </a:r>
          <a:endParaRPr lang="en-GB" sz="2700" kern="1200"/>
        </a:p>
      </dsp:txBody>
      <dsp:txXfrm>
        <a:off x="534341" y="372303"/>
        <a:ext cx="6858255" cy="719224"/>
      </dsp:txXfrm>
    </dsp:sp>
    <dsp:sp modelId="{6EF8F0BE-A990-2C46-B789-BD6D93B89083}">
      <dsp:nvSpPr>
        <dsp:cNvPr id="0" name=""/>
        <dsp:cNvSpPr/>
      </dsp:nvSpPr>
      <dsp:spPr>
        <a:xfrm>
          <a:off x="0" y="5443686"/>
          <a:ext cx="9908674" cy="19561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9023" tIns="562356" rIns="769023" bIns="192024" numCol="1" spcCol="1270" anchor="t" anchorCtr="0">
          <a:noAutofit/>
        </a:bodyPr>
        <a:lstStyle/>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Where possible having </a:t>
          </a:r>
          <a:r>
            <a:rPr lang="en-GB" sz="2700" kern="1200" noProof="0" err="1">
              <a:latin typeface="Fira Sans" panose="020B0503050000020004" pitchFamily="34" charset="0"/>
            </a:rPr>
            <a:t>vmware</a:t>
          </a:r>
          <a:r>
            <a:rPr lang="en-GB" sz="2700" kern="1200" noProof="0">
              <a:latin typeface="Fira Sans" panose="020B0503050000020004" pitchFamily="34" charset="0"/>
            </a:rPr>
            <a:t> tools enabled gives a better perspective of performance inside the VM</a:t>
          </a:r>
          <a:endParaRPr lang="en-GB" sz="2700" kern="1200"/>
        </a:p>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Update where possible</a:t>
          </a:r>
        </a:p>
      </dsp:txBody>
      <dsp:txXfrm>
        <a:off x="0" y="5443686"/>
        <a:ext cx="9908674" cy="1956150"/>
      </dsp:txXfrm>
    </dsp:sp>
    <dsp:sp modelId="{F91A1701-4279-DA45-AB93-345512E9FE74}">
      <dsp:nvSpPr>
        <dsp:cNvPr id="0" name=""/>
        <dsp:cNvSpPr/>
      </dsp:nvSpPr>
      <dsp:spPr>
        <a:xfrm>
          <a:off x="495433" y="5045165"/>
          <a:ext cx="6936071" cy="797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2167" tIns="0" rIns="262167" bIns="0" numCol="1" spcCol="1270" anchor="ctr" anchorCtr="0">
          <a:noAutofit/>
        </a:bodyPr>
        <a:lstStyle/>
        <a:p>
          <a:pPr marL="0" lvl="0" indent="0" algn="l" defTabSz="1200150">
            <a:lnSpc>
              <a:spcPct val="90000"/>
            </a:lnSpc>
            <a:spcBef>
              <a:spcPct val="0"/>
            </a:spcBef>
            <a:spcAft>
              <a:spcPct val="35000"/>
            </a:spcAft>
            <a:buNone/>
          </a:pPr>
          <a:r>
            <a:rPr lang="en-GB" sz="2700" kern="1200" noProof="0" err="1">
              <a:solidFill>
                <a:srgbClr val="FF0000"/>
              </a:solidFill>
              <a:latin typeface="Fira Sans Light" panose="020B0403050000020004" pitchFamily="34" charset="0"/>
            </a:rPr>
            <a:t>Vmware</a:t>
          </a:r>
          <a:r>
            <a:rPr lang="en-GB" sz="2700" kern="1200" noProof="0">
              <a:solidFill>
                <a:srgbClr val="FF0000"/>
              </a:solidFill>
              <a:latin typeface="Fira Sans Light" panose="020B0403050000020004" pitchFamily="34" charset="0"/>
            </a:rPr>
            <a:t> Tools</a:t>
          </a:r>
        </a:p>
      </dsp:txBody>
      <dsp:txXfrm>
        <a:off x="534341" y="5084073"/>
        <a:ext cx="6858255" cy="719224"/>
      </dsp:txXfrm>
    </dsp:sp>
    <dsp:sp modelId="{022DB784-03D2-A845-9D72-54957B3FC1F9}">
      <dsp:nvSpPr>
        <dsp:cNvPr id="0" name=""/>
        <dsp:cNvSpPr/>
      </dsp:nvSpPr>
      <dsp:spPr>
        <a:xfrm>
          <a:off x="0" y="7944156"/>
          <a:ext cx="9908674" cy="1573424"/>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9023" tIns="562356" rIns="769023" bIns="192024" numCol="1" spcCol="1270" anchor="t" anchorCtr="0">
          <a:noAutofit/>
        </a:bodyPr>
        <a:lstStyle/>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challenge</a:t>
          </a:r>
          <a:endParaRPr lang="en-GB" sz="2700" kern="1200"/>
        </a:p>
        <a:p>
          <a:pPr marL="228600" lvl="1" indent="-228600" algn="l" defTabSz="1200150">
            <a:lnSpc>
              <a:spcPct val="90000"/>
            </a:lnSpc>
            <a:spcBef>
              <a:spcPct val="0"/>
            </a:spcBef>
            <a:spcAft>
              <a:spcPct val="15000"/>
            </a:spcAft>
            <a:buChar char="•"/>
          </a:pPr>
          <a:r>
            <a:rPr lang="en-GB" sz="2700" kern="1200"/>
            <a:t>response</a:t>
          </a:r>
        </a:p>
      </dsp:txBody>
      <dsp:txXfrm>
        <a:off x="0" y="7944156"/>
        <a:ext cx="9908674" cy="1573424"/>
      </dsp:txXfrm>
    </dsp:sp>
    <dsp:sp modelId="{1861625B-4C31-AC44-9FC7-4500A780C9AA}">
      <dsp:nvSpPr>
        <dsp:cNvPr id="0" name=""/>
        <dsp:cNvSpPr/>
      </dsp:nvSpPr>
      <dsp:spPr>
        <a:xfrm>
          <a:off x="495433" y="7545636"/>
          <a:ext cx="6936071" cy="797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2167" tIns="0" rIns="262167" bIns="0" numCol="1" spcCol="1270" anchor="ctr" anchorCtr="0">
          <a:noAutofit/>
        </a:bodyPr>
        <a:lstStyle/>
        <a:p>
          <a:pPr marL="0" lvl="0" indent="0" algn="l" defTabSz="1200150">
            <a:lnSpc>
              <a:spcPct val="90000"/>
            </a:lnSpc>
            <a:spcBef>
              <a:spcPct val="0"/>
            </a:spcBef>
            <a:spcAft>
              <a:spcPct val="35000"/>
            </a:spcAft>
            <a:buNone/>
          </a:pPr>
          <a:r>
            <a:rPr lang="en-GB" sz="2700" kern="1200" noProof="0">
              <a:solidFill>
                <a:srgbClr val="FF0000"/>
              </a:solidFill>
              <a:latin typeface="Fira Sans Light" panose="020B0403050000020004" pitchFamily="34" charset="0"/>
            </a:rPr>
            <a:t>Appliances</a:t>
          </a:r>
        </a:p>
      </dsp:txBody>
      <dsp:txXfrm>
        <a:off x="534341" y="7584544"/>
        <a:ext cx="6858255" cy="7192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946707-CC26-B84C-AD3D-ADCEF5197422}">
      <dsp:nvSpPr>
        <dsp:cNvPr id="0" name=""/>
        <dsp:cNvSpPr/>
      </dsp:nvSpPr>
      <dsp:spPr>
        <a:xfrm>
          <a:off x="0" y="444298"/>
          <a:ext cx="9908674" cy="3792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9023" tIns="583184" rIns="769023" bIns="199136" numCol="1" spcCol="1270" anchor="t" anchorCtr="0">
          <a:noAutofit/>
        </a:bodyPr>
        <a:lstStyle/>
        <a:p>
          <a:pPr marL="285750" lvl="1" indent="-285750" algn="l" defTabSz="1244600">
            <a:lnSpc>
              <a:spcPct val="90000"/>
            </a:lnSpc>
            <a:spcBef>
              <a:spcPct val="0"/>
            </a:spcBef>
            <a:spcAft>
              <a:spcPct val="15000"/>
            </a:spcAft>
            <a:buChar char="•"/>
          </a:pPr>
          <a:r>
            <a:rPr lang="en-GB" sz="2800" kern="1200" noProof="0">
              <a:latin typeface="Fira Sans" panose="020B0503050000020004" pitchFamily="34" charset="0"/>
            </a:rPr>
            <a:t>Consistent logins required for administrator access</a:t>
          </a:r>
          <a:endParaRPr lang="en-GB" sz="2800" kern="1200"/>
        </a:p>
        <a:p>
          <a:pPr marL="285750" lvl="1" indent="-285750" algn="l" defTabSz="1244600">
            <a:lnSpc>
              <a:spcPct val="90000"/>
            </a:lnSpc>
            <a:spcBef>
              <a:spcPct val="0"/>
            </a:spcBef>
            <a:spcAft>
              <a:spcPct val="15000"/>
            </a:spcAft>
            <a:buChar char="•"/>
          </a:pPr>
          <a:r>
            <a:rPr lang="en-GB" sz="2800" kern="1200" noProof="0">
              <a:latin typeface="Fira Sans" panose="020B0503050000020004" pitchFamily="34" charset="0"/>
            </a:rPr>
            <a:t>Standardised login methods for Linux/Windows</a:t>
          </a:r>
        </a:p>
        <a:p>
          <a:pPr marL="571500" lvl="2" indent="-285750" algn="l" defTabSz="1244600">
            <a:lnSpc>
              <a:spcPct val="90000"/>
            </a:lnSpc>
            <a:spcBef>
              <a:spcPct val="0"/>
            </a:spcBef>
            <a:spcAft>
              <a:spcPct val="15000"/>
            </a:spcAft>
            <a:buChar char="•"/>
          </a:pPr>
          <a:r>
            <a:rPr lang="en-GB" sz="2800" kern="1200" noProof="0">
              <a:latin typeface="Fira Sans" panose="020B0503050000020004" pitchFamily="34" charset="0"/>
            </a:rPr>
            <a:t>Standardised accounts across MOL/ANL</a:t>
          </a:r>
        </a:p>
        <a:p>
          <a:pPr marL="571500" lvl="2" indent="-285750" algn="l" defTabSz="1244600">
            <a:lnSpc>
              <a:spcPct val="90000"/>
            </a:lnSpc>
            <a:spcBef>
              <a:spcPct val="0"/>
            </a:spcBef>
            <a:spcAft>
              <a:spcPct val="15000"/>
            </a:spcAft>
            <a:buChar char="•"/>
          </a:pPr>
          <a:r>
            <a:rPr lang="en-GB" sz="2800" kern="1200" noProof="0">
              <a:latin typeface="Fira Sans" panose="020B0503050000020004" pitchFamily="34" charset="0"/>
            </a:rPr>
            <a:t>Ability to make changes</a:t>
          </a:r>
        </a:p>
        <a:p>
          <a:pPr marL="285750" lvl="1" indent="-285750" algn="l" defTabSz="1244600">
            <a:lnSpc>
              <a:spcPct val="90000"/>
            </a:lnSpc>
            <a:spcBef>
              <a:spcPct val="0"/>
            </a:spcBef>
            <a:spcAft>
              <a:spcPct val="15000"/>
            </a:spcAft>
            <a:buChar char="•"/>
          </a:pPr>
          <a:r>
            <a:rPr lang="en-GB" sz="2800" kern="1200" noProof="0">
              <a:latin typeface="Fira Sans" panose="020B0503050000020004" pitchFamily="34" charset="0"/>
            </a:rPr>
            <a:t>Some customers prefer to use a tool to manage PAM. (eg: Cyberark)</a:t>
          </a:r>
        </a:p>
      </dsp:txBody>
      <dsp:txXfrm>
        <a:off x="0" y="444298"/>
        <a:ext cx="9908674" cy="3792600"/>
      </dsp:txXfrm>
    </dsp:sp>
    <dsp:sp modelId="{40FE246F-30B4-0241-855E-3F1CA0A4AD4E}">
      <dsp:nvSpPr>
        <dsp:cNvPr id="0" name=""/>
        <dsp:cNvSpPr/>
      </dsp:nvSpPr>
      <dsp:spPr>
        <a:xfrm>
          <a:off x="495433" y="31018"/>
          <a:ext cx="6936071" cy="8265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2167" tIns="0" rIns="262167" bIns="0" numCol="1" spcCol="1270" anchor="ctr" anchorCtr="0">
          <a:noAutofit/>
        </a:bodyPr>
        <a:lstStyle/>
        <a:p>
          <a:pPr marL="0" lvl="0" indent="0" algn="l" defTabSz="1244600">
            <a:lnSpc>
              <a:spcPct val="90000"/>
            </a:lnSpc>
            <a:spcBef>
              <a:spcPct val="0"/>
            </a:spcBef>
            <a:spcAft>
              <a:spcPct val="35000"/>
            </a:spcAft>
            <a:buNone/>
          </a:pPr>
          <a:r>
            <a:rPr lang="en-GB" sz="2800" kern="1200" noProof="0">
              <a:solidFill>
                <a:srgbClr val="FF0000"/>
              </a:solidFill>
              <a:latin typeface="Fira Sans Light" panose="020B0403050000020004" pitchFamily="34" charset="0"/>
            </a:rPr>
            <a:t>Standardised Access</a:t>
          </a:r>
          <a:endParaRPr lang="en-GB" sz="2800" kern="1200"/>
        </a:p>
      </dsp:txBody>
      <dsp:txXfrm>
        <a:off x="535782" y="71367"/>
        <a:ext cx="6855373" cy="745862"/>
      </dsp:txXfrm>
    </dsp:sp>
    <dsp:sp modelId="{6EF8F0BE-A990-2C46-B789-BD6D93B89083}">
      <dsp:nvSpPr>
        <dsp:cNvPr id="0" name=""/>
        <dsp:cNvSpPr/>
      </dsp:nvSpPr>
      <dsp:spPr>
        <a:xfrm>
          <a:off x="0" y="4801378"/>
          <a:ext cx="9908674" cy="2425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9023" tIns="583184" rIns="769023" bIns="199136" numCol="1" spcCol="1270" anchor="t" anchorCtr="0">
          <a:noAutofit/>
        </a:bodyPr>
        <a:lstStyle/>
        <a:p>
          <a:pPr marL="285750" lvl="1" indent="-285750" algn="l" defTabSz="1244600">
            <a:lnSpc>
              <a:spcPct val="90000"/>
            </a:lnSpc>
            <a:spcBef>
              <a:spcPct val="0"/>
            </a:spcBef>
            <a:spcAft>
              <a:spcPct val="15000"/>
            </a:spcAft>
            <a:buChar char="•"/>
          </a:pPr>
          <a:r>
            <a:rPr lang="en-GB" sz="2800" kern="1200" noProof="0">
              <a:latin typeface="Fira Sans" panose="020B0503050000020004" pitchFamily="34" charset="0"/>
            </a:rPr>
            <a:t>Old unsupported OS types will take longer to move to Cloud</a:t>
          </a:r>
          <a:endParaRPr lang="en-GB" sz="2800" kern="1200"/>
        </a:p>
        <a:p>
          <a:pPr marL="285750" lvl="1" indent="-285750" algn="l" defTabSz="1244600">
            <a:lnSpc>
              <a:spcPct val="90000"/>
            </a:lnSpc>
            <a:spcBef>
              <a:spcPct val="0"/>
            </a:spcBef>
            <a:spcAft>
              <a:spcPct val="15000"/>
            </a:spcAft>
            <a:buChar char="•"/>
          </a:pPr>
          <a:r>
            <a:rPr lang="en-GB" sz="2800" kern="1200" noProof="0" err="1">
              <a:latin typeface="Fira Sans" panose="020B0503050000020004" pitchFamily="34" charset="0"/>
            </a:rPr>
            <a:t>Replatforming</a:t>
          </a:r>
          <a:r>
            <a:rPr lang="en-GB" sz="2800" kern="1200" noProof="0">
              <a:latin typeface="Fira Sans" panose="020B0503050000020004" pitchFamily="34" charset="0"/>
            </a:rPr>
            <a:t> is possible but must be factored into timeline.</a:t>
          </a:r>
        </a:p>
      </dsp:txBody>
      <dsp:txXfrm>
        <a:off x="0" y="4801378"/>
        <a:ext cx="9908674" cy="2425500"/>
      </dsp:txXfrm>
    </dsp:sp>
    <dsp:sp modelId="{F91A1701-4279-DA45-AB93-345512E9FE74}">
      <dsp:nvSpPr>
        <dsp:cNvPr id="0" name=""/>
        <dsp:cNvSpPr/>
      </dsp:nvSpPr>
      <dsp:spPr>
        <a:xfrm>
          <a:off x="495433" y="4388098"/>
          <a:ext cx="6936071" cy="8265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2167" tIns="0" rIns="262167" bIns="0" numCol="1" spcCol="1270" anchor="ctr" anchorCtr="0">
          <a:noAutofit/>
        </a:bodyPr>
        <a:lstStyle/>
        <a:p>
          <a:pPr marL="0" lvl="0" indent="0" algn="l" defTabSz="1244600">
            <a:lnSpc>
              <a:spcPct val="90000"/>
            </a:lnSpc>
            <a:spcBef>
              <a:spcPct val="0"/>
            </a:spcBef>
            <a:spcAft>
              <a:spcPct val="35000"/>
            </a:spcAft>
            <a:buNone/>
          </a:pPr>
          <a:r>
            <a:rPr lang="en-GB" sz="2800" kern="1200" noProof="0">
              <a:solidFill>
                <a:srgbClr val="FF0000"/>
              </a:solidFill>
              <a:latin typeface="Fira Sans Light" panose="020B0403050000020004" pitchFamily="34" charset="0"/>
            </a:rPr>
            <a:t>Legacy OS</a:t>
          </a:r>
        </a:p>
      </dsp:txBody>
      <dsp:txXfrm>
        <a:off x="535782" y="4428447"/>
        <a:ext cx="6855373" cy="745862"/>
      </dsp:txXfrm>
    </dsp:sp>
    <dsp:sp modelId="{022DB784-03D2-A845-9D72-54957B3FC1F9}">
      <dsp:nvSpPr>
        <dsp:cNvPr id="0" name=""/>
        <dsp:cNvSpPr/>
      </dsp:nvSpPr>
      <dsp:spPr>
        <a:xfrm>
          <a:off x="0" y="7791358"/>
          <a:ext cx="9908674" cy="2028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9023" tIns="583184" rIns="769023" bIns="199136" numCol="1" spcCol="1270" anchor="t" anchorCtr="0">
          <a:noAutofit/>
        </a:bodyPr>
        <a:lstStyle/>
        <a:p>
          <a:pPr marL="285750" lvl="1" indent="-285750" algn="l" defTabSz="1244600">
            <a:lnSpc>
              <a:spcPct val="90000"/>
            </a:lnSpc>
            <a:spcBef>
              <a:spcPct val="0"/>
            </a:spcBef>
            <a:spcAft>
              <a:spcPct val="15000"/>
            </a:spcAft>
            <a:buChar char="•"/>
          </a:pPr>
          <a:r>
            <a:rPr lang="en-GB" sz="2800" kern="1200" noProof="0">
              <a:latin typeface="Fira Sans" panose="020B0503050000020004" pitchFamily="34" charset="0"/>
            </a:rPr>
            <a:t>Risk of duplication or accidentally leaving out of migration</a:t>
          </a:r>
          <a:endParaRPr lang="en-GB" sz="2800" kern="1200"/>
        </a:p>
        <a:p>
          <a:pPr marL="285750" lvl="1" indent="-285750" algn="l" defTabSz="1244600">
            <a:lnSpc>
              <a:spcPct val="90000"/>
            </a:lnSpc>
            <a:spcBef>
              <a:spcPct val="0"/>
            </a:spcBef>
            <a:spcAft>
              <a:spcPct val="15000"/>
            </a:spcAft>
            <a:buChar char="•"/>
          </a:pPr>
          <a:r>
            <a:rPr lang="en-GB" sz="2800" kern="1200" noProof="0">
              <a:latin typeface="Fira Sans" panose="020B0503050000020004" pitchFamily="34" charset="0"/>
            </a:rPr>
            <a:t>Same hostnames with .int and .hsk </a:t>
          </a:r>
        </a:p>
      </dsp:txBody>
      <dsp:txXfrm>
        <a:off x="0" y="7791358"/>
        <a:ext cx="9908674" cy="2028600"/>
      </dsp:txXfrm>
    </dsp:sp>
    <dsp:sp modelId="{1861625B-4C31-AC44-9FC7-4500A780C9AA}">
      <dsp:nvSpPr>
        <dsp:cNvPr id="0" name=""/>
        <dsp:cNvSpPr/>
      </dsp:nvSpPr>
      <dsp:spPr>
        <a:xfrm>
          <a:off x="495433" y="7378078"/>
          <a:ext cx="6936071" cy="8265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2167" tIns="0" rIns="262167" bIns="0" numCol="1" spcCol="1270" anchor="ctr" anchorCtr="0">
          <a:noAutofit/>
        </a:bodyPr>
        <a:lstStyle/>
        <a:p>
          <a:pPr marL="0" lvl="0" indent="0" algn="l" defTabSz="1244600">
            <a:lnSpc>
              <a:spcPct val="90000"/>
            </a:lnSpc>
            <a:spcBef>
              <a:spcPct val="0"/>
            </a:spcBef>
            <a:spcAft>
              <a:spcPct val="35000"/>
            </a:spcAft>
            <a:buNone/>
          </a:pPr>
          <a:r>
            <a:rPr lang="en-GB" sz="2800" kern="1200" noProof="0">
              <a:solidFill>
                <a:srgbClr val="FF0000"/>
              </a:solidFill>
              <a:latin typeface="Fira Sans Light" panose="020B0403050000020004" pitchFamily="34" charset="0"/>
            </a:rPr>
            <a:t>Naming Conventions</a:t>
          </a:r>
        </a:p>
      </dsp:txBody>
      <dsp:txXfrm>
        <a:off x="535782" y="7418427"/>
        <a:ext cx="6855373" cy="74586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DA0C39B-B38C-4AAA-B27A-B351D17E993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7458503-EC51-4570-9EFC-84D0DE753D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8552C3-53A9-4EAE-98D2-96F7E807C082}" type="datetimeFigureOut">
              <a:rPr lang="en-US" smtClean="0"/>
              <a:t>6/4/2026</a:t>
            </a:fld>
            <a:endParaRPr lang="en-US"/>
          </a:p>
        </p:txBody>
      </p:sp>
      <p:sp>
        <p:nvSpPr>
          <p:cNvPr id="4" name="Footer Placeholder 3">
            <a:extLst>
              <a:ext uri="{FF2B5EF4-FFF2-40B4-BE49-F238E27FC236}">
                <a16:creationId xmlns:a16="http://schemas.microsoft.com/office/drawing/2014/main" id="{CF9542E6-4148-41C6-8765-7774913CF9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0FD1801-DC87-4EE6-ADE9-B29C555E1DB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6FBD4D7-8404-432A-8B7A-5DDC046EC741}" type="slidenum">
              <a:rPr lang="en-US" smtClean="0"/>
              <a:t>‹#›</a:t>
            </a:fld>
            <a:endParaRPr lang="en-US"/>
          </a:p>
        </p:txBody>
      </p:sp>
    </p:spTree>
    <p:extLst>
      <p:ext uri="{BB962C8B-B14F-4D97-AF65-F5344CB8AC3E}">
        <p14:creationId xmlns:p14="http://schemas.microsoft.com/office/powerpoint/2010/main" val="35827710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C1FFEF-7AA5-49AA-AC58-7D6786C64E8F}" type="datetimeFigureOut">
              <a:rPr lang="en-US" smtClean="0"/>
              <a:t>6/4/2026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3F7EE4-7D84-4D77-B4B2-0C966043B366}" type="slidenum">
              <a:rPr lang="en-US" smtClean="0"/>
              <a:t>‹#›</a:t>
            </a:fld>
            <a:endParaRPr lang="en-US"/>
          </a:p>
        </p:txBody>
      </p:sp>
    </p:spTree>
    <p:extLst>
      <p:ext uri="{BB962C8B-B14F-4D97-AF65-F5344CB8AC3E}">
        <p14:creationId xmlns:p14="http://schemas.microsoft.com/office/powerpoint/2010/main" val="730966419"/>
      </p:ext>
    </p:extLst>
  </p:cSld>
  <p:clrMap bg1="lt1" tx1="dk1" bg2="lt2" tx2="dk2" accent1="accent1" accent2="accent2" accent3="accent3" accent4="accent4" accent5="accent5" accent6="accent6" hlink="hlink" folHlink="folHlink"/>
  <p:notesStyle>
    <a:lvl1pPr marL="0" algn="l" defTabSz="1828800" rtl="0" eaLnBrk="1" latinLnBrk="0" hangingPunct="1">
      <a:defRPr sz="2400" kern="1200">
        <a:solidFill>
          <a:schemeClr val="tx1"/>
        </a:solidFill>
        <a:latin typeface="+mn-lt"/>
        <a:ea typeface="+mn-ea"/>
        <a:cs typeface="+mn-cs"/>
      </a:defRPr>
    </a:lvl1pPr>
    <a:lvl2pPr marL="914400" algn="l" defTabSz="1828800" rtl="0" eaLnBrk="1" latinLnBrk="0" hangingPunct="1">
      <a:defRPr sz="2400" kern="1200">
        <a:solidFill>
          <a:schemeClr val="tx1"/>
        </a:solidFill>
        <a:latin typeface="+mn-lt"/>
        <a:ea typeface="+mn-ea"/>
        <a:cs typeface="+mn-cs"/>
      </a:defRPr>
    </a:lvl2pPr>
    <a:lvl3pPr marL="1828800" algn="l" defTabSz="1828800" rtl="0" eaLnBrk="1" latinLnBrk="0" hangingPunct="1">
      <a:defRPr sz="2400" kern="1200">
        <a:solidFill>
          <a:schemeClr val="tx1"/>
        </a:solidFill>
        <a:latin typeface="+mn-lt"/>
        <a:ea typeface="+mn-ea"/>
        <a:cs typeface="+mn-cs"/>
      </a:defRPr>
    </a:lvl3pPr>
    <a:lvl4pPr marL="2743200" algn="l" defTabSz="1828800" rtl="0" eaLnBrk="1" latinLnBrk="0" hangingPunct="1">
      <a:defRPr sz="2400" kern="1200">
        <a:solidFill>
          <a:schemeClr val="tx1"/>
        </a:solidFill>
        <a:latin typeface="+mn-lt"/>
        <a:ea typeface="+mn-ea"/>
        <a:cs typeface="+mn-cs"/>
      </a:defRPr>
    </a:lvl4pPr>
    <a:lvl5pPr marL="3657600" algn="l" defTabSz="1828800" rtl="0" eaLnBrk="1" latinLnBrk="0" hangingPunct="1">
      <a:defRPr sz="2400" kern="1200">
        <a:solidFill>
          <a:schemeClr val="tx1"/>
        </a:solidFill>
        <a:latin typeface="+mn-lt"/>
        <a:ea typeface="+mn-ea"/>
        <a:cs typeface="+mn-cs"/>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43F7EE4-7D84-4D77-B4B2-0C966043B366}" type="slidenum">
              <a:rPr kumimoji="0" lang="en-US" sz="1000" b="0" i="0" u="none" strike="noStrike" kern="1200" cap="none" spc="0" normalizeH="0" baseline="0" noProof="0" smtClean="0">
                <a:ln>
                  <a:noFill/>
                </a:ln>
                <a:solidFill>
                  <a:prstClr val="black"/>
                </a:solidFill>
                <a:effectLst/>
                <a:uLnTx/>
                <a:uFillTx/>
                <a:latin typeface="Aktiv Grotesk" panose="020F050202020403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1</a:t>
            </a:fld>
            <a:endParaRPr kumimoji="0" lang="en-US" sz="1000" b="0" i="0" u="none" strike="noStrike" kern="1200" cap="none" spc="0" normalizeH="0" baseline="0" noProof="0">
              <a:ln>
                <a:noFill/>
              </a:ln>
              <a:solidFill>
                <a:prstClr val="black"/>
              </a:solidFill>
              <a:effectLst/>
              <a:uLnTx/>
              <a:uFillTx/>
              <a:latin typeface="Aktiv Grotesk" panose="020F0502020204030204"/>
              <a:ea typeface="+mn-ea"/>
              <a:cs typeface="+mn-cs"/>
            </a:endParaRPr>
          </a:p>
        </p:txBody>
      </p:sp>
    </p:spTree>
    <p:extLst>
      <p:ext uri="{BB962C8B-B14F-4D97-AF65-F5344CB8AC3E}">
        <p14:creationId xmlns:p14="http://schemas.microsoft.com/office/powerpoint/2010/main" val="9454870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7D0E5-CC5C-A07A-0F9B-8F5E1F10A8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7CFC03-F42B-F388-8E36-BAB7C3882ED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3FFF693-5CD6-E02B-2524-58133A3D2D6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C4BDA6E-4684-1C26-4DDC-EF7D27098A5E}"/>
              </a:ext>
            </a:extLst>
          </p:cNvPr>
          <p:cNvSpPr>
            <a:spLocks noGrp="1"/>
          </p:cNvSpPr>
          <p:nvPr>
            <p:ph type="sldNum" sz="quarter" idx="5"/>
          </p:nvPr>
        </p:nvSpPr>
        <p:spPr/>
        <p:txBody>
          <a:bodyPr/>
          <a:lstStyle/>
          <a:p>
            <a:fld id="{743F7EE4-7D84-4D77-B4B2-0C966043B366}" type="slidenum">
              <a:rPr lang="en-US" smtClean="0"/>
              <a:t>4</a:t>
            </a:fld>
            <a:endParaRPr lang="en-US"/>
          </a:p>
        </p:txBody>
      </p:sp>
    </p:spTree>
    <p:extLst>
      <p:ext uri="{BB962C8B-B14F-4D97-AF65-F5344CB8AC3E}">
        <p14:creationId xmlns:p14="http://schemas.microsoft.com/office/powerpoint/2010/main" val="30643740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32A6E-7E93-A34A-F407-E841F4EF78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AB1E7-3079-F30E-0E3F-F5F277DB06E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1F025C4-1060-89D9-3CFD-02E604D228A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7C394D6-8598-2D47-8979-688FDC577899}"/>
              </a:ext>
            </a:extLst>
          </p:cNvPr>
          <p:cNvSpPr>
            <a:spLocks noGrp="1"/>
          </p:cNvSpPr>
          <p:nvPr>
            <p:ph type="sldNum" sz="quarter" idx="5"/>
          </p:nvPr>
        </p:nvSpPr>
        <p:spPr/>
        <p:txBody>
          <a:bodyPr/>
          <a:lstStyle/>
          <a:p>
            <a:fld id="{743F7EE4-7D84-4D77-B4B2-0C966043B366}" type="slidenum">
              <a:rPr lang="en-US" smtClean="0"/>
              <a:t>5</a:t>
            </a:fld>
            <a:endParaRPr lang="en-US"/>
          </a:p>
        </p:txBody>
      </p:sp>
    </p:spTree>
    <p:extLst>
      <p:ext uri="{BB962C8B-B14F-4D97-AF65-F5344CB8AC3E}">
        <p14:creationId xmlns:p14="http://schemas.microsoft.com/office/powerpoint/2010/main" val="35552314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277CE-E50C-D87C-7956-B70FA38D74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9A03A8-407F-6021-2A9D-F9C5ECE4ADB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6ADC336-CE96-3C32-43BE-D6EED235405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7D0778A-F48A-13DC-B1D4-645F57F00DFE}"/>
              </a:ext>
            </a:extLst>
          </p:cNvPr>
          <p:cNvSpPr>
            <a:spLocks noGrp="1"/>
          </p:cNvSpPr>
          <p:nvPr>
            <p:ph type="sldNum" sz="quarter" idx="5"/>
          </p:nvPr>
        </p:nvSpPr>
        <p:spPr/>
        <p:txBody>
          <a:bodyPr/>
          <a:lstStyle/>
          <a:p>
            <a:fld id="{743F7EE4-7D84-4D77-B4B2-0C966043B366}" type="slidenum">
              <a:rPr lang="en-US" smtClean="0"/>
              <a:t>6</a:t>
            </a:fld>
            <a:endParaRPr lang="en-US"/>
          </a:p>
        </p:txBody>
      </p:sp>
    </p:spTree>
    <p:extLst>
      <p:ext uri="{BB962C8B-B14F-4D97-AF65-F5344CB8AC3E}">
        <p14:creationId xmlns:p14="http://schemas.microsoft.com/office/powerpoint/2010/main" val="2851247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0F527-7F62-4EFD-3961-F2789F6AB0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5E050D-F1CA-200D-DE86-45A453A4A55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882761F-E1DD-3E67-0672-2432357165D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9F9A43B-7B2C-0C24-E897-2BBE67BA8907}"/>
              </a:ext>
            </a:extLst>
          </p:cNvPr>
          <p:cNvSpPr>
            <a:spLocks noGrp="1"/>
          </p:cNvSpPr>
          <p:nvPr>
            <p:ph type="sldNum" sz="quarter" idx="5"/>
          </p:nvPr>
        </p:nvSpPr>
        <p:spPr/>
        <p:txBody>
          <a:bodyPr/>
          <a:lstStyle/>
          <a:p>
            <a:fld id="{743F7EE4-7D84-4D77-B4B2-0C966043B366}" type="slidenum">
              <a:rPr lang="en-US" smtClean="0"/>
              <a:t>8</a:t>
            </a:fld>
            <a:endParaRPr lang="en-US"/>
          </a:p>
        </p:txBody>
      </p:sp>
    </p:spTree>
    <p:extLst>
      <p:ext uri="{BB962C8B-B14F-4D97-AF65-F5344CB8AC3E}">
        <p14:creationId xmlns:p14="http://schemas.microsoft.com/office/powerpoint/2010/main" val="41713370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err="1"/>
              <a:t>Leceister</a:t>
            </a:r>
            <a:r>
              <a:rPr lang="en-GB"/>
              <a:t>, Manchester</a:t>
            </a:r>
          </a:p>
        </p:txBody>
      </p:sp>
      <p:sp>
        <p:nvSpPr>
          <p:cNvPr id="4" name="Slide Number Placeholder 3"/>
          <p:cNvSpPr>
            <a:spLocks noGrp="1"/>
          </p:cNvSpPr>
          <p:nvPr>
            <p:ph type="sldNum" sz="quarter" idx="5"/>
          </p:nvPr>
        </p:nvSpPr>
        <p:spPr/>
        <p:txBody>
          <a:bodyPr/>
          <a:lstStyle/>
          <a:p>
            <a:fld id="{743F7EE4-7D84-4D77-B4B2-0C966043B366}" type="slidenum">
              <a:rPr lang="en-US" smtClean="0"/>
              <a:t>14</a:t>
            </a:fld>
            <a:endParaRPr lang="en-US"/>
          </a:p>
        </p:txBody>
      </p:sp>
    </p:spTree>
    <p:extLst>
      <p:ext uri="{BB962C8B-B14F-4D97-AF65-F5344CB8AC3E}">
        <p14:creationId xmlns:p14="http://schemas.microsoft.com/office/powerpoint/2010/main" val="1503813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3F010-3164-7619-29A7-742A180D6C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B70B8A-A823-5ED5-7687-1B8AA9300A6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D7B74A0-6CBC-D3D0-6F99-FD706C1EAC4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D02F527-F1D4-2407-C4B9-4D1A9710C7C5}"/>
              </a:ext>
            </a:extLst>
          </p:cNvPr>
          <p:cNvSpPr>
            <a:spLocks noGrp="1"/>
          </p:cNvSpPr>
          <p:nvPr>
            <p:ph type="sldNum" sz="quarter" idx="5"/>
          </p:nvPr>
        </p:nvSpPr>
        <p:spPr/>
        <p:txBody>
          <a:bodyPr/>
          <a:lstStyle/>
          <a:p>
            <a:fld id="{743F7EE4-7D84-4D77-B4B2-0C966043B366}" type="slidenum">
              <a:rPr lang="en-US" smtClean="0"/>
              <a:t>15</a:t>
            </a:fld>
            <a:endParaRPr lang="en-US"/>
          </a:p>
        </p:txBody>
      </p:sp>
    </p:spTree>
    <p:extLst>
      <p:ext uri="{BB962C8B-B14F-4D97-AF65-F5344CB8AC3E}">
        <p14:creationId xmlns:p14="http://schemas.microsoft.com/office/powerpoint/2010/main" val="24520002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36FBA-EBDF-8E4E-DE23-175AB9FE6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34C378-3832-8DEB-7E10-94C57130FE9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8397F57-C1B8-776F-671C-E3FFF9DEFF9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52ED10C-1EAF-FF93-22AD-B499D82CE424}"/>
              </a:ext>
            </a:extLst>
          </p:cNvPr>
          <p:cNvSpPr>
            <a:spLocks noGrp="1"/>
          </p:cNvSpPr>
          <p:nvPr>
            <p:ph type="sldNum" sz="quarter" idx="5"/>
          </p:nvPr>
        </p:nvSpPr>
        <p:spPr/>
        <p:txBody>
          <a:bodyPr/>
          <a:lstStyle/>
          <a:p>
            <a:fld id="{743F7EE4-7D84-4D77-B4B2-0C966043B366}" type="slidenum">
              <a:rPr lang="en-US" smtClean="0"/>
              <a:t>21</a:t>
            </a:fld>
            <a:endParaRPr lang="en-US"/>
          </a:p>
        </p:txBody>
      </p:sp>
    </p:spTree>
    <p:extLst>
      <p:ext uri="{BB962C8B-B14F-4D97-AF65-F5344CB8AC3E}">
        <p14:creationId xmlns:p14="http://schemas.microsoft.com/office/powerpoint/2010/main" val="19930564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CD8DE-AAAF-0F35-0E57-2391F934AA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621AD1-CA84-C2DF-55E3-62739CB0151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F025A55-820E-3E46-84CF-193B54B94A7A}"/>
              </a:ext>
            </a:extLst>
          </p:cNvPr>
          <p:cNvSpPr>
            <a:spLocks noGrp="1"/>
          </p:cNvSpPr>
          <p:nvPr>
            <p:ph type="body" idx="1"/>
          </p:nvPr>
        </p:nvSpPr>
        <p:spPr/>
        <p:txBody>
          <a:bodyPr/>
          <a:lstStyle/>
          <a:p>
            <a:r>
              <a:rPr lang="en-GB"/>
              <a:t>As you shared with us</a:t>
            </a:r>
          </a:p>
        </p:txBody>
      </p:sp>
      <p:sp>
        <p:nvSpPr>
          <p:cNvPr id="4" name="Slide Number Placeholder 3">
            <a:extLst>
              <a:ext uri="{FF2B5EF4-FFF2-40B4-BE49-F238E27FC236}">
                <a16:creationId xmlns:a16="http://schemas.microsoft.com/office/drawing/2014/main" id="{7E2FB7DB-7DAD-1E27-3298-297AE40296D6}"/>
              </a:ext>
            </a:extLst>
          </p:cNvPr>
          <p:cNvSpPr>
            <a:spLocks noGrp="1"/>
          </p:cNvSpPr>
          <p:nvPr>
            <p:ph type="sldNum" sz="quarter" idx="5"/>
          </p:nvPr>
        </p:nvSpPr>
        <p:spPr/>
        <p:txBody>
          <a:bodyPr/>
          <a:lstStyle/>
          <a:p>
            <a:fld id="{743F7EE4-7D84-4D77-B4B2-0C966043B366}" type="slidenum">
              <a:rPr lang="en-US" smtClean="0"/>
              <a:t>22</a:t>
            </a:fld>
            <a:endParaRPr lang="en-US"/>
          </a:p>
        </p:txBody>
      </p:sp>
    </p:spTree>
    <p:extLst>
      <p:ext uri="{BB962C8B-B14F-4D97-AF65-F5344CB8AC3E}">
        <p14:creationId xmlns:p14="http://schemas.microsoft.com/office/powerpoint/2010/main" val="41449367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0AEE0-D603-4005-BF47-33871E6298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8B8E5E-C81C-7286-E005-F09B0723242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F6A32D4-1840-D27F-6786-AD7937B579DF}"/>
              </a:ext>
            </a:extLst>
          </p:cNvPr>
          <p:cNvSpPr>
            <a:spLocks noGrp="1"/>
          </p:cNvSpPr>
          <p:nvPr>
            <p:ph type="body" idx="1"/>
          </p:nvPr>
        </p:nvSpPr>
        <p:spPr/>
        <p:txBody>
          <a:bodyPr/>
          <a:lstStyle/>
          <a:p>
            <a:r>
              <a:rPr lang="en-GB" sz="2400" kern="1200">
                <a:solidFill>
                  <a:schemeClr val="tx1"/>
                </a:solidFill>
                <a:effectLst/>
                <a:latin typeface="+mn-lt"/>
                <a:ea typeface="+mn-ea"/>
                <a:cs typeface="+mn-cs"/>
              </a:rPr>
              <a:t>On a 3-year committed basis in London, GCP is the cheapest by approximately 2% over AWS. </a:t>
            </a:r>
          </a:p>
          <a:p>
            <a:endParaRPr lang="en-GB"/>
          </a:p>
          <a:p>
            <a:r>
              <a:rPr lang="en-GB"/>
              <a:t>What does </a:t>
            </a:r>
            <a:r>
              <a:rPr lang="en-GB" sz="2400">
                <a:latin typeface="Fira Sans" panose="020B0503050000020004" pitchFamily="34" charset="0"/>
              </a:rPr>
              <a:t>“apples-to-apples” mean?</a:t>
            </a:r>
          </a:p>
          <a:p>
            <a:pPr marL="342900" marR="0" lvl="0" indent="-342900" algn="l" defTabSz="1828800" rtl="0" eaLnBrk="1" fontAlgn="auto" latinLnBrk="0" hangingPunct="1">
              <a:lnSpc>
                <a:spcPct val="100000"/>
              </a:lnSpc>
              <a:spcBef>
                <a:spcPts val="0"/>
              </a:spcBef>
              <a:spcAft>
                <a:spcPts val="0"/>
              </a:spcAft>
              <a:buClrTx/>
              <a:buSzTx/>
              <a:buFont typeface="Aktiv Grotesk" panose="020B0604020202020204" pitchFamily="34" charset="0"/>
              <a:buChar char="•"/>
              <a:tabLst/>
              <a:defRPr/>
            </a:pPr>
            <a:r>
              <a:rPr lang="en-US" sz="2400" kern="1200">
                <a:solidFill>
                  <a:schemeClr val="tx1"/>
                </a:solidFill>
                <a:effectLst/>
                <a:latin typeface="+mn-lt"/>
                <a:ea typeface="+mn-ea"/>
                <a:cs typeface="+mn-cs"/>
              </a:rPr>
              <a:t>The same source data (server specifications, memory, storage, operating system) was fed to all three </a:t>
            </a:r>
            <a:r>
              <a:rPr lang="en-US" sz="2400" kern="1200" err="1">
                <a:solidFill>
                  <a:schemeClr val="tx1"/>
                </a:solidFill>
                <a:effectLst/>
                <a:latin typeface="+mn-lt"/>
                <a:ea typeface="+mn-ea"/>
                <a:cs typeface="+mn-cs"/>
              </a:rPr>
              <a:t>hyperscalers</a:t>
            </a:r>
            <a:r>
              <a:rPr lang="en-US" sz="2400" kern="1200">
                <a:solidFill>
                  <a:schemeClr val="tx1"/>
                </a:solidFill>
                <a:effectLst/>
                <a:latin typeface="+mn-lt"/>
                <a:ea typeface="+mn-ea"/>
                <a:cs typeface="+mn-cs"/>
              </a:rPr>
              <a:t> . </a:t>
            </a:r>
            <a:endParaRPr lang="en-GB" sz="2400">
              <a:latin typeface="Fira Sans" panose="020B0503050000020004" pitchFamily="34" charset="0"/>
            </a:endParaRPr>
          </a:p>
          <a:p>
            <a:pPr marL="342900" indent="-342900">
              <a:buFont typeface="Aktiv Grotesk" panose="020B0604020202020204" pitchFamily="34" charset="0"/>
              <a:buChar char="•"/>
            </a:pPr>
            <a:r>
              <a:rPr lang="en-GB" sz="2400" kern="1200">
                <a:solidFill>
                  <a:schemeClr val="tx1"/>
                </a:solidFill>
                <a:effectLst/>
                <a:latin typeface="+mn-lt"/>
                <a:ea typeface="+mn-ea"/>
                <a:cs typeface="+mn-cs"/>
              </a:rPr>
              <a:t>Block storage (SSD class, IOPS-matched across clouds at 80,000 IOPS per disk where needed) – Explaining Large Azure Storage Variance</a:t>
            </a:r>
          </a:p>
          <a:p>
            <a:pPr marL="342900" indent="-342900">
              <a:buFont typeface="Aktiv Grotesk" panose="020B0604020202020204" pitchFamily="34" charset="0"/>
              <a:buChar char="•"/>
            </a:pPr>
            <a:r>
              <a:rPr lang="en-GB" sz="2400" kern="1200">
                <a:solidFill>
                  <a:schemeClr val="tx1"/>
                </a:solidFill>
                <a:effectLst/>
                <a:latin typeface="+mn-lt"/>
                <a:ea typeface="+mn-ea"/>
                <a:cs typeface="+mn-cs"/>
              </a:rPr>
              <a:t>Ensured that burstable VM families were excluded across all three clouds by team agreement as not suitable for production workloads. </a:t>
            </a:r>
          </a:p>
          <a:p>
            <a:pPr marL="342900" indent="-342900">
              <a:buFont typeface="Aktiv Grotesk" panose="020B0604020202020204" pitchFamily="34" charset="0"/>
              <a:buChar char="•"/>
            </a:pPr>
            <a:r>
              <a:rPr lang="en-GB" sz="2400" kern="1200">
                <a:solidFill>
                  <a:schemeClr val="tx1"/>
                </a:solidFill>
                <a:effectLst/>
                <a:latin typeface="+mn-lt"/>
                <a:ea typeface="+mn-ea"/>
                <a:cs typeface="+mn-cs"/>
              </a:rPr>
              <a:t>Consistent “Comfort factor” and “Utilisation percentile” applied </a:t>
            </a:r>
            <a:endParaRPr lang="en-DE" sz="2400" kern="1200">
              <a:solidFill>
                <a:schemeClr val="tx1"/>
              </a:solidFill>
              <a:effectLst/>
              <a:latin typeface="+mn-lt"/>
              <a:ea typeface="+mn-ea"/>
              <a:cs typeface="+mn-cs"/>
            </a:endParaRPr>
          </a:p>
          <a:p>
            <a:r>
              <a:rPr lang="en-GB" sz="2400" kern="1200">
                <a:solidFill>
                  <a:schemeClr val="tx1"/>
                </a:solidFill>
                <a:effectLst/>
                <a:latin typeface="+mn-lt"/>
                <a:ea typeface="+mn-ea"/>
                <a:cs typeface="+mn-cs"/>
              </a:rPr>
              <a:t> </a:t>
            </a:r>
            <a:endParaRPr lang="en-DE" sz="2400" kern="1200">
              <a:solidFill>
                <a:schemeClr val="tx1"/>
              </a:solidFill>
              <a:effectLst/>
              <a:latin typeface="+mn-lt"/>
              <a:ea typeface="+mn-ea"/>
              <a:cs typeface="+mn-cs"/>
            </a:endParaRPr>
          </a:p>
          <a:p>
            <a:pPr marL="342900" indent="-342900">
              <a:buFont typeface="Aktiv Grotesk" panose="020B0604020202020204" pitchFamily="34" charset="0"/>
              <a:buChar char="•"/>
            </a:pPr>
            <a:r>
              <a:rPr lang="en-DE" sz="2400" kern="1200">
                <a:solidFill>
                  <a:schemeClr val="tx1"/>
                </a:solidFill>
                <a:effectLst/>
                <a:latin typeface="+mn-lt"/>
                <a:ea typeface="+mn-ea"/>
                <a:cs typeface="+mn-cs"/>
              </a:rPr>
              <a:t>Even then, the tooling has differences.  </a:t>
            </a:r>
            <a:r>
              <a:rPr lang="en-GB" sz="2400" kern="1200">
                <a:solidFill>
                  <a:schemeClr val="tx1"/>
                </a:solidFill>
                <a:effectLst/>
                <a:latin typeface="+mn-lt"/>
                <a:ea typeface="+mn-ea"/>
                <a:cs typeface="+mn-cs"/>
              </a:rPr>
              <a:t>The cost spread reflects how each cloud's own assessment tool sized the same source workload. </a:t>
            </a:r>
          </a:p>
          <a:p>
            <a:pPr marL="342900" indent="-342900">
              <a:buFont typeface="Aktiv Grotesk" panose="020B0604020202020204" pitchFamily="34" charset="0"/>
              <a:buChar char="•"/>
            </a:pPr>
            <a:r>
              <a:rPr lang="en-GB" sz="2400" kern="1200">
                <a:solidFill>
                  <a:schemeClr val="tx1"/>
                </a:solidFill>
                <a:effectLst/>
                <a:latin typeface="+mn-lt"/>
                <a:ea typeface="+mn-ea"/>
                <a:cs typeface="+mn-cs"/>
              </a:rPr>
              <a:t>GCP Migration </a:t>
            </a:r>
            <a:r>
              <a:rPr lang="en-GB" sz="2400" kern="1200" err="1">
                <a:solidFill>
                  <a:schemeClr val="tx1"/>
                </a:solidFill>
                <a:effectLst/>
                <a:latin typeface="+mn-lt"/>
                <a:ea typeface="+mn-ea"/>
                <a:cs typeface="+mn-cs"/>
              </a:rPr>
              <a:t>Center</a:t>
            </a:r>
            <a:r>
              <a:rPr lang="en-GB" sz="2400" kern="1200">
                <a:solidFill>
                  <a:schemeClr val="tx1"/>
                </a:solidFill>
                <a:effectLst/>
                <a:latin typeface="+mn-lt"/>
                <a:ea typeface="+mn-ea"/>
                <a:cs typeface="+mn-cs"/>
              </a:rPr>
              <a:t> produced the smallest vCPU allocation at 32% of source, using custom instance shapes down to 1 vCPU.   This drives their licensing costs down as cores are licensed.</a:t>
            </a:r>
            <a:endParaRPr lang="en-DE" sz="2400" kern="1200">
              <a:solidFill>
                <a:schemeClr val="tx1"/>
              </a:solidFill>
              <a:effectLst/>
              <a:latin typeface="+mn-lt"/>
              <a:ea typeface="+mn-ea"/>
              <a:cs typeface="+mn-cs"/>
            </a:endParaRPr>
          </a:p>
          <a:p>
            <a:pPr marL="342900" indent="-342900">
              <a:buFont typeface="Aktiv Grotesk" panose="020B0604020202020204" pitchFamily="34" charset="0"/>
              <a:buChar char="•"/>
            </a:pPr>
            <a:r>
              <a:rPr lang="en-GB" sz="2400" kern="1200">
                <a:solidFill>
                  <a:schemeClr val="tx1"/>
                </a:solidFill>
                <a:effectLst/>
                <a:latin typeface="+mn-lt"/>
                <a:ea typeface="+mn-ea"/>
                <a:cs typeface="+mn-cs"/>
              </a:rPr>
              <a:t>AWS Transform sat at 49% vCPU allocation. </a:t>
            </a:r>
            <a:endParaRPr lang="en-DE" sz="2400" kern="1200">
              <a:solidFill>
                <a:schemeClr val="tx1"/>
              </a:solidFill>
              <a:effectLst/>
              <a:latin typeface="+mn-lt"/>
              <a:ea typeface="+mn-ea"/>
              <a:cs typeface="+mn-cs"/>
            </a:endParaRPr>
          </a:p>
          <a:p>
            <a:pPr marL="342900" indent="-342900">
              <a:buFont typeface="Aktiv Grotesk" panose="020B0604020202020204" pitchFamily="34" charset="0"/>
              <a:buChar char="•"/>
            </a:pPr>
            <a:r>
              <a:rPr lang="en-GB" sz="2400" kern="1200">
                <a:solidFill>
                  <a:schemeClr val="tx1"/>
                </a:solidFill>
                <a:effectLst/>
                <a:latin typeface="+mn-lt"/>
                <a:ea typeface="+mn-ea"/>
                <a:cs typeface="+mn-cs"/>
              </a:rPr>
              <a:t>Azure Migrate sat at 53%, typically assigning F2s_v2 (2 vCPU minimum) across most of the estate because its sizing algorithm did not generate 1-vCPU SKUs for production workloads and F-series SKU availability with 3-year Reserved Instance coverage in London shapes the options available. </a:t>
            </a:r>
            <a:endParaRPr lang="en-DE" sz="2400" kern="1200">
              <a:solidFill>
                <a:schemeClr val="tx1"/>
              </a:solidFill>
              <a:effectLst/>
              <a:latin typeface="+mn-lt"/>
              <a:ea typeface="+mn-ea"/>
              <a:cs typeface="+mn-cs"/>
            </a:endParaRPr>
          </a:p>
          <a:p>
            <a:pPr marL="0" indent="0">
              <a:buFont typeface="Aktiv Grotesk" panose="020B0604020202020204" pitchFamily="34" charset="0"/>
              <a:buNone/>
            </a:pPr>
            <a:endParaRPr lang="en-DE">
              <a:effectLst/>
            </a:endParaRPr>
          </a:p>
          <a:p>
            <a:endParaRPr lang="en-GB" sz="2400">
              <a:latin typeface="Fira Sans" panose="020B0503050000020004" pitchFamily="34" charset="0"/>
            </a:endParaRPr>
          </a:p>
          <a:p>
            <a:r>
              <a:rPr lang="en-GB" sz="2400">
                <a:latin typeface="Fira Sans" panose="020B0503050000020004" pitchFamily="34" charset="0"/>
              </a:rPr>
              <a:t>Methodology</a:t>
            </a:r>
          </a:p>
          <a:p>
            <a:pPr marL="457200" lvl="0" indent="-457200">
              <a:buFont typeface="+mj-lt"/>
              <a:buAutoNum type="arabicPeriod"/>
            </a:pPr>
            <a:r>
              <a:rPr lang="en-US" sz="2400" b="1" kern="1200">
                <a:solidFill>
                  <a:schemeClr val="tx1"/>
                </a:solidFill>
                <a:effectLst/>
                <a:latin typeface="+mn-lt"/>
                <a:ea typeface="+mn-ea"/>
                <a:cs typeface="+mn-cs"/>
              </a:rPr>
              <a:t>Data </a:t>
            </a:r>
            <a:r>
              <a:rPr lang="en-US" sz="2400" b="1" kern="1200" err="1">
                <a:solidFill>
                  <a:schemeClr val="tx1"/>
                </a:solidFill>
                <a:effectLst/>
                <a:latin typeface="+mn-lt"/>
                <a:ea typeface="+mn-ea"/>
                <a:cs typeface="+mn-cs"/>
              </a:rPr>
              <a:t>normalisation</a:t>
            </a:r>
            <a:r>
              <a:rPr lang="en-US" sz="2400" kern="1200">
                <a:solidFill>
                  <a:schemeClr val="tx1"/>
                </a:solidFill>
                <a:effectLst/>
                <a:latin typeface="+mn-lt"/>
                <a:ea typeface="+mn-ea"/>
                <a:cs typeface="+mn-cs"/>
              </a:rPr>
              <a:t>. The same source data (server specifications, memory, storage, operating system) was fed to all three </a:t>
            </a:r>
            <a:r>
              <a:rPr lang="en-US" sz="2400" kern="1200" err="1">
                <a:solidFill>
                  <a:schemeClr val="tx1"/>
                </a:solidFill>
                <a:effectLst/>
                <a:latin typeface="+mn-lt"/>
                <a:ea typeface="+mn-ea"/>
                <a:cs typeface="+mn-cs"/>
              </a:rPr>
              <a:t>hyperscalers</a:t>
            </a:r>
            <a:r>
              <a:rPr lang="en-US" sz="2400" kern="1200">
                <a:solidFill>
                  <a:schemeClr val="tx1"/>
                </a:solidFill>
                <a:effectLst/>
                <a:latin typeface="+mn-lt"/>
                <a:ea typeface="+mn-ea"/>
                <a:cs typeface="+mn-cs"/>
              </a:rPr>
              <a:t> . </a:t>
            </a:r>
          </a:p>
          <a:p>
            <a:pPr marL="457200" lvl="0" indent="-457200">
              <a:buFont typeface="+mj-lt"/>
              <a:buAutoNum type="arabicPeriod"/>
            </a:pPr>
            <a:r>
              <a:rPr lang="en-US" sz="2400" b="1" kern="1200">
                <a:solidFill>
                  <a:schemeClr val="tx1"/>
                </a:solidFill>
                <a:effectLst/>
                <a:latin typeface="+mn-lt"/>
                <a:ea typeface="+mn-ea"/>
                <a:cs typeface="+mn-cs"/>
              </a:rPr>
              <a:t>Architectural benchmarking</a:t>
            </a:r>
            <a:r>
              <a:rPr lang="en-US" sz="2400" kern="1200">
                <a:solidFill>
                  <a:schemeClr val="tx1"/>
                </a:solidFill>
                <a:effectLst/>
                <a:latin typeface="+mn-lt"/>
                <a:ea typeface="+mn-ea"/>
                <a:cs typeface="+mn-cs"/>
              </a:rPr>
              <a:t>. Each cloud's own sizing tool (GCP Migration Center, AWS Transform, Azure Migrate) produced right-sized target configurations. The native tools did the sizing. Their outputs are the starting point, not the final answer.</a:t>
            </a:r>
            <a:endParaRPr lang="en-DE" sz="2400" kern="1200">
              <a:solidFill>
                <a:schemeClr val="tx1"/>
              </a:solidFill>
              <a:effectLst/>
              <a:latin typeface="+mn-lt"/>
              <a:ea typeface="+mn-ea"/>
              <a:cs typeface="+mn-cs"/>
            </a:endParaRPr>
          </a:p>
          <a:p>
            <a:pPr marL="457200" lvl="0" indent="-457200">
              <a:buFont typeface="+mj-lt"/>
              <a:buAutoNum type="arabicPeriod"/>
            </a:pPr>
            <a:r>
              <a:rPr lang="en-US" sz="2400" b="1" kern="1200">
                <a:solidFill>
                  <a:schemeClr val="tx1"/>
                </a:solidFill>
                <a:effectLst/>
                <a:latin typeface="+mn-lt"/>
                <a:ea typeface="+mn-ea"/>
                <a:cs typeface="+mn-cs"/>
              </a:rPr>
              <a:t>AI logic audit.</a:t>
            </a:r>
            <a:r>
              <a:rPr lang="en-US" sz="2400" kern="1200">
                <a:solidFill>
                  <a:schemeClr val="tx1"/>
                </a:solidFill>
                <a:effectLst/>
                <a:latin typeface="+mn-lt"/>
                <a:ea typeface="+mn-ea"/>
                <a:cs typeface="+mn-cs"/>
              </a:rPr>
              <a:t> We audited the SKU mappings each tool produced. Different tools use different </a:t>
            </a:r>
            <a:r>
              <a:rPr lang="en-US" sz="2400" kern="1200" err="1">
                <a:solidFill>
                  <a:schemeClr val="tx1"/>
                </a:solidFill>
                <a:effectLst/>
                <a:latin typeface="+mn-lt"/>
                <a:ea typeface="+mn-ea"/>
                <a:cs typeface="+mn-cs"/>
              </a:rPr>
              <a:t>optimisation</a:t>
            </a:r>
            <a:r>
              <a:rPr lang="en-US" sz="2400" kern="1200">
                <a:solidFill>
                  <a:schemeClr val="tx1"/>
                </a:solidFill>
                <a:effectLst/>
                <a:latin typeface="+mn-lt"/>
                <a:ea typeface="+mn-ea"/>
                <a:cs typeface="+mn-cs"/>
              </a:rPr>
              <a:t> logic. We checked what each tool assumed and why.</a:t>
            </a:r>
            <a:endParaRPr lang="en-DE" sz="2400" kern="1200">
              <a:solidFill>
                <a:schemeClr val="tx1"/>
              </a:solidFill>
              <a:effectLst/>
              <a:latin typeface="+mn-lt"/>
              <a:ea typeface="+mn-ea"/>
              <a:cs typeface="+mn-cs"/>
            </a:endParaRPr>
          </a:p>
          <a:p>
            <a:pPr marL="457200" lvl="0" indent="-457200">
              <a:buFont typeface="+mj-lt"/>
              <a:buAutoNum type="arabicPeriod"/>
            </a:pPr>
            <a:r>
              <a:rPr lang="en-US" sz="2400" b="1" kern="1200">
                <a:solidFill>
                  <a:schemeClr val="tx1"/>
                </a:solidFill>
                <a:effectLst/>
                <a:latin typeface="+mn-lt"/>
                <a:ea typeface="+mn-ea"/>
                <a:cs typeface="+mn-cs"/>
              </a:rPr>
              <a:t>Bias mitigation</a:t>
            </a:r>
            <a:r>
              <a:rPr lang="en-US" sz="2400" kern="1200">
                <a:solidFill>
                  <a:schemeClr val="tx1"/>
                </a:solidFill>
                <a:effectLst/>
                <a:latin typeface="+mn-lt"/>
                <a:ea typeface="+mn-ea"/>
                <a:cs typeface="+mn-cs"/>
              </a:rPr>
              <a:t>. To remove tool-specific bias, we re-priced every recommended SKU against the official cloud pricing APIs (AWS Price List API, Azure Retail Prices API, GCP Billing Catalog API). This produced a validated, </a:t>
            </a:r>
            <a:r>
              <a:rPr lang="en-US" sz="2400" kern="1200" err="1">
                <a:solidFill>
                  <a:schemeClr val="tx1"/>
                </a:solidFill>
                <a:effectLst/>
                <a:latin typeface="+mn-lt"/>
                <a:ea typeface="+mn-ea"/>
                <a:cs typeface="+mn-cs"/>
              </a:rPr>
              <a:t>normalised</a:t>
            </a:r>
            <a:r>
              <a:rPr lang="en-US" sz="2400" kern="1200">
                <a:solidFill>
                  <a:schemeClr val="tx1"/>
                </a:solidFill>
                <a:effectLst/>
                <a:latin typeface="+mn-lt"/>
                <a:ea typeface="+mn-ea"/>
                <a:cs typeface="+mn-cs"/>
              </a:rPr>
              <a:t> view. The provider-native outputs are kept for internal validation only.</a:t>
            </a:r>
            <a:endParaRPr lang="en-DE" sz="2400" kern="1200">
              <a:solidFill>
                <a:schemeClr val="tx1"/>
              </a:solidFill>
              <a:effectLst/>
              <a:latin typeface="+mn-lt"/>
              <a:ea typeface="+mn-ea"/>
              <a:cs typeface="+mn-cs"/>
            </a:endParaRPr>
          </a:p>
          <a:p>
            <a:pPr marL="457200" lvl="0" indent="-457200">
              <a:buFont typeface="+mj-lt"/>
              <a:buAutoNum type="arabicPeriod"/>
            </a:pPr>
            <a:r>
              <a:rPr lang="en-US" sz="2400" b="1" kern="1200">
                <a:solidFill>
                  <a:schemeClr val="tx1"/>
                </a:solidFill>
                <a:effectLst/>
                <a:latin typeface="+mn-lt"/>
                <a:ea typeface="+mn-ea"/>
                <a:cs typeface="+mn-cs"/>
              </a:rPr>
              <a:t>Two pricing pillars.</a:t>
            </a:r>
            <a:r>
              <a:rPr lang="en-US" sz="2400" kern="1200">
                <a:solidFill>
                  <a:schemeClr val="tx1"/>
                </a:solidFill>
                <a:effectLst/>
                <a:latin typeface="+mn-lt"/>
                <a:ea typeface="+mn-ea"/>
                <a:cs typeface="+mn-cs"/>
              </a:rPr>
              <a:t> We report on-demand (the clean baseline) and 3-year committed (the realistic commitment for an organization of your scale). One-year commitments are </a:t>
            </a:r>
            <a:r>
              <a:rPr lang="en-US" sz="2400" kern="1200" err="1">
                <a:solidFill>
                  <a:schemeClr val="tx1"/>
                </a:solidFill>
                <a:effectLst/>
                <a:latin typeface="+mn-lt"/>
                <a:ea typeface="+mn-ea"/>
                <a:cs typeface="+mn-cs"/>
              </a:rPr>
              <a:t>deprioritised</a:t>
            </a:r>
            <a:r>
              <a:rPr lang="en-US" sz="2400" kern="1200">
                <a:solidFill>
                  <a:schemeClr val="tx1"/>
                </a:solidFill>
                <a:effectLst/>
                <a:latin typeface="+mn-lt"/>
                <a:ea typeface="+mn-ea"/>
                <a:cs typeface="+mn-cs"/>
              </a:rPr>
              <a:t> as a less attractive option.</a:t>
            </a:r>
            <a:endParaRPr lang="en-DE" sz="2400" kern="1200">
              <a:solidFill>
                <a:schemeClr val="tx1"/>
              </a:solidFill>
              <a:effectLst/>
              <a:latin typeface="+mn-lt"/>
              <a:ea typeface="+mn-ea"/>
              <a:cs typeface="+mn-cs"/>
            </a:endParaRPr>
          </a:p>
          <a:p>
            <a:pPr marL="457200" lvl="0" indent="-457200">
              <a:buFont typeface="+mj-lt"/>
              <a:buAutoNum type="arabicPeriod"/>
            </a:pPr>
            <a:r>
              <a:rPr lang="en-US" sz="2400" b="1" kern="1200">
                <a:solidFill>
                  <a:schemeClr val="tx1"/>
                </a:solidFill>
                <a:effectLst/>
                <a:latin typeface="+mn-lt"/>
                <a:ea typeface="+mn-ea"/>
                <a:cs typeface="+mn-cs"/>
              </a:rPr>
              <a:t>Partner and commercial pricing is a separate layer.</a:t>
            </a:r>
            <a:r>
              <a:rPr lang="en-US" sz="2400" kern="1200">
                <a:solidFill>
                  <a:schemeClr val="tx1"/>
                </a:solidFill>
                <a:effectLst/>
                <a:latin typeface="+mn-lt"/>
                <a:ea typeface="+mn-ea"/>
                <a:cs typeface="+mn-cs"/>
              </a:rPr>
              <a:t> This sits on top of the </a:t>
            </a:r>
            <a:r>
              <a:rPr lang="en-US" sz="2400" kern="1200" err="1">
                <a:solidFill>
                  <a:schemeClr val="tx1"/>
                </a:solidFill>
                <a:effectLst/>
                <a:latin typeface="+mn-lt"/>
                <a:ea typeface="+mn-ea"/>
                <a:cs typeface="+mn-cs"/>
              </a:rPr>
              <a:t>normalised</a:t>
            </a:r>
            <a:r>
              <a:rPr lang="en-US" sz="2400" kern="1200">
                <a:solidFill>
                  <a:schemeClr val="tx1"/>
                </a:solidFill>
                <a:effectLst/>
                <a:latin typeface="+mn-lt"/>
                <a:ea typeface="+mn-ea"/>
                <a:cs typeface="+mn-cs"/>
              </a:rPr>
              <a:t> baseline. Where commercial offers are not yet received, the layer is flagged [PENDING ] rather than inferred.</a:t>
            </a:r>
            <a:endParaRPr lang="en-DE" sz="2400" kern="1200">
              <a:solidFill>
                <a:schemeClr val="tx1"/>
              </a:solidFill>
              <a:effectLst/>
              <a:latin typeface="+mn-lt"/>
              <a:ea typeface="+mn-ea"/>
              <a:cs typeface="+mn-cs"/>
            </a:endParaRPr>
          </a:p>
          <a:p>
            <a:pPr marL="457200" lvl="0" indent="-457200">
              <a:buFont typeface="+mj-lt"/>
              <a:buAutoNum type="arabicPeriod"/>
            </a:pPr>
            <a:r>
              <a:rPr lang="en-US" sz="2400" b="1" kern="1200">
                <a:solidFill>
                  <a:schemeClr val="tx1"/>
                </a:solidFill>
                <a:effectLst/>
                <a:latin typeface="+mn-lt"/>
                <a:ea typeface="+mn-ea"/>
                <a:cs typeface="+mn-cs"/>
              </a:rPr>
              <a:t>Oracle scenarios are modelled separately</a:t>
            </a:r>
            <a:r>
              <a:rPr lang="en-US" sz="2400" kern="1200">
                <a:solidFill>
                  <a:schemeClr val="tx1"/>
                </a:solidFill>
                <a:effectLst/>
                <a:latin typeface="+mn-lt"/>
                <a:ea typeface="+mn-ea"/>
                <a:cs typeface="+mn-cs"/>
              </a:rPr>
              <a:t>. Oracle has three fundamentally different migration paths, each with different pricing mechanics. These are separated rather than averaged into compute cost.</a:t>
            </a:r>
            <a:endParaRPr lang="en-DE" sz="2400" kern="1200">
              <a:solidFill>
                <a:schemeClr val="tx1"/>
              </a:solidFill>
              <a:effectLst/>
              <a:latin typeface="+mn-lt"/>
              <a:ea typeface="+mn-ea"/>
              <a:cs typeface="+mn-cs"/>
            </a:endParaRPr>
          </a:p>
          <a:p>
            <a:pPr marL="0" lvl="0" indent="0">
              <a:buFont typeface="+mj-lt"/>
              <a:buNone/>
            </a:pPr>
            <a:r>
              <a:rPr lang="en-GB" sz="2400" kern="1200">
                <a:solidFill>
                  <a:schemeClr val="tx1"/>
                </a:solidFill>
                <a:effectLst/>
                <a:latin typeface="+mn-lt"/>
                <a:ea typeface="+mn-ea"/>
                <a:cs typeface="+mn-cs"/>
              </a:rPr>
              <a:t>This methodology is what gives the figures credibility when each cloud provider presents their own view directly. Your technical panel can verify any number against a specific API response and data normalisation step.</a:t>
            </a:r>
            <a:endParaRPr lang="en-DE" sz="240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5B0670F-2429-396B-78A8-4CE7990F9C82}"/>
              </a:ext>
            </a:extLst>
          </p:cNvPr>
          <p:cNvSpPr>
            <a:spLocks noGrp="1"/>
          </p:cNvSpPr>
          <p:nvPr>
            <p:ph type="sldNum" sz="quarter" idx="5"/>
          </p:nvPr>
        </p:nvSpPr>
        <p:spPr/>
        <p:txBody>
          <a:bodyPr/>
          <a:lstStyle/>
          <a:p>
            <a:fld id="{743F7EE4-7D84-4D77-B4B2-0C966043B366}" type="slidenum">
              <a:rPr lang="en-US" smtClean="0"/>
              <a:t>23</a:t>
            </a:fld>
            <a:endParaRPr lang="en-US"/>
          </a:p>
        </p:txBody>
      </p:sp>
    </p:spTree>
    <p:extLst>
      <p:ext uri="{BB962C8B-B14F-4D97-AF65-F5344CB8AC3E}">
        <p14:creationId xmlns:p14="http://schemas.microsoft.com/office/powerpoint/2010/main" val="551228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A33B-4C2B-A736-1615-247008C99D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6F1052-2884-C40C-4611-DF2521C149D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DB0B66D-890E-DC0A-AB5C-FFC806FC598A}"/>
              </a:ext>
            </a:extLst>
          </p:cNvPr>
          <p:cNvSpPr>
            <a:spLocks noGrp="1"/>
          </p:cNvSpPr>
          <p:nvPr>
            <p:ph type="body" idx="1"/>
          </p:nvPr>
        </p:nvSpPr>
        <p:spPr/>
        <p: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sz="2400" b="0" i="1" u="none" strike="noStrike">
                <a:solidFill>
                  <a:srgbClr val="808080"/>
                </a:solidFill>
                <a:effectLst/>
                <a:latin typeface="Aktiv Grotesk" panose="020F0502020204030204" pitchFamily="34" charset="0"/>
              </a:rPr>
              <a:t>Egress - API-verified rates: AWS 0-10/10-50/50-150TB = $0.09/$0.085/$0.07 per GB | Azure (Internet) = $0.08/$0.065/$0.06 per GB | GCP Premium = $0.12 first 1TB, $0.11 to 10TB, $0.08 above</a:t>
            </a:r>
          </a:p>
          <a:p>
            <a:endParaRPr lang="en-GB"/>
          </a:p>
        </p:txBody>
      </p:sp>
      <p:sp>
        <p:nvSpPr>
          <p:cNvPr id="4" name="Slide Number Placeholder 3">
            <a:extLst>
              <a:ext uri="{FF2B5EF4-FFF2-40B4-BE49-F238E27FC236}">
                <a16:creationId xmlns:a16="http://schemas.microsoft.com/office/drawing/2014/main" id="{17A643D7-167F-8E5E-376E-A3EE2696CCB9}"/>
              </a:ext>
            </a:extLst>
          </p:cNvPr>
          <p:cNvSpPr>
            <a:spLocks noGrp="1"/>
          </p:cNvSpPr>
          <p:nvPr>
            <p:ph type="sldNum" sz="quarter" idx="5"/>
          </p:nvPr>
        </p:nvSpPr>
        <p:spPr/>
        <p:txBody>
          <a:bodyPr/>
          <a:lstStyle/>
          <a:p>
            <a:fld id="{743F7EE4-7D84-4D77-B4B2-0C966043B366}" type="slidenum">
              <a:rPr lang="en-US" smtClean="0"/>
              <a:t>24</a:t>
            </a:fld>
            <a:endParaRPr lang="en-US"/>
          </a:p>
        </p:txBody>
      </p:sp>
    </p:spTree>
    <p:extLst>
      <p:ext uri="{BB962C8B-B14F-4D97-AF65-F5344CB8AC3E}">
        <p14:creationId xmlns:p14="http://schemas.microsoft.com/office/powerpoint/2010/main" val="26016137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5E3AC-63CF-D16B-83FF-A77B7B0C42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7CFD41-F16D-330E-7D93-E5E064D712B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D83EDFA-13F1-C41B-ADEA-D58F224B737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02AC81F-8F5A-C9B7-E1BA-F8B2743F7F65}"/>
              </a:ext>
            </a:extLst>
          </p:cNvPr>
          <p:cNvSpPr>
            <a:spLocks noGrp="1"/>
          </p:cNvSpPr>
          <p:nvPr>
            <p:ph type="sldNum" sz="quarter" idx="5"/>
          </p:nvPr>
        </p:nvSpPr>
        <p:spPr/>
        <p:txBody>
          <a:bodyPr/>
          <a:lstStyle/>
          <a:p>
            <a:fld id="{743F7EE4-7D84-4D77-B4B2-0C966043B366}" type="slidenum">
              <a:rPr lang="en-US" smtClean="0"/>
              <a:t>25</a:t>
            </a:fld>
            <a:endParaRPr lang="en-US"/>
          </a:p>
        </p:txBody>
      </p:sp>
    </p:spTree>
    <p:extLst>
      <p:ext uri="{BB962C8B-B14F-4D97-AF65-F5344CB8AC3E}">
        <p14:creationId xmlns:p14="http://schemas.microsoft.com/office/powerpoint/2010/main" val="13421133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43F7EE4-7D84-4D77-B4B2-0C966043B366}" type="slidenum">
              <a:rPr lang="en-US" smtClean="0"/>
              <a:t>27</a:t>
            </a:fld>
            <a:endParaRPr lang="en-US"/>
          </a:p>
        </p:txBody>
      </p:sp>
    </p:spTree>
    <p:extLst>
      <p:ext uri="{BB962C8B-B14F-4D97-AF65-F5344CB8AC3E}">
        <p14:creationId xmlns:p14="http://schemas.microsoft.com/office/powerpoint/2010/main" val="404938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51B95-DE4D-E931-FC9F-9DC50292C5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916D42-47F9-C412-8A2E-7380152768C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F3B1930-54C9-36E5-3A1B-87AB1F46170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EFF7057-13B6-E726-03A6-4D2F4EB50FAB}"/>
              </a:ext>
            </a:extLst>
          </p:cNvPr>
          <p:cNvSpPr>
            <a:spLocks noGrp="1"/>
          </p:cNvSpPr>
          <p:nvPr>
            <p:ph type="sldNum" sz="quarter" idx="5"/>
          </p:nvPr>
        </p:nvSpPr>
        <p:spPr/>
        <p:txBody>
          <a:bodyPr/>
          <a:lstStyle/>
          <a:p>
            <a:fld id="{743F7EE4-7D84-4D77-B4B2-0C966043B366}" type="slidenum">
              <a:rPr lang="en-US" smtClean="0"/>
              <a:t>31</a:t>
            </a:fld>
            <a:endParaRPr lang="en-US"/>
          </a:p>
        </p:txBody>
      </p:sp>
    </p:spTree>
    <p:extLst>
      <p:ext uri="{BB962C8B-B14F-4D97-AF65-F5344CB8AC3E}">
        <p14:creationId xmlns:p14="http://schemas.microsoft.com/office/powerpoint/2010/main" val="41571494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39669-3DEB-9C19-F577-53CA49F939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D1E756-1739-AB28-35F5-50D9458C5F8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FE56079-6940-8AE8-DA2E-4DC2396702A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183661C-E0A5-2524-7FC6-394AC7E6908C}"/>
              </a:ext>
            </a:extLst>
          </p:cNvPr>
          <p:cNvSpPr>
            <a:spLocks noGrp="1"/>
          </p:cNvSpPr>
          <p:nvPr>
            <p:ph type="sldNum" sz="quarter" idx="5"/>
          </p:nvPr>
        </p:nvSpPr>
        <p:spPr/>
        <p:txBody>
          <a:bodyPr/>
          <a:lstStyle/>
          <a:p>
            <a:fld id="{743F7EE4-7D84-4D77-B4B2-0C966043B366}" type="slidenum">
              <a:rPr lang="en-US" smtClean="0"/>
              <a:t>32</a:t>
            </a:fld>
            <a:endParaRPr lang="en-US"/>
          </a:p>
        </p:txBody>
      </p:sp>
    </p:spTree>
    <p:extLst>
      <p:ext uri="{BB962C8B-B14F-4D97-AF65-F5344CB8AC3E}">
        <p14:creationId xmlns:p14="http://schemas.microsoft.com/office/powerpoint/2010/main" val="24976856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64819-7833-2650-C852-A85BB877F3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04CD38-45EA-9417-1F57-74A332BBD65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D49BE5D-4036-BB0E-1438-B6F7236A3A6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A388086-9885-8D30-1FD8-4A6343C37FF3}"/>
              </a:ext>
            </a:extLst>
          </p:cNvPr>
          <p:cNvSpPr>
            <a:spLocks noGrp="1"/>
          </p:cNvSpPr>
          <p:nvPr>
            <p:ph type="sldNum" sz="quarter" idx="5"/>
          </p:nvPr>
        </p:nvSpPr>
        <p:spPr/>
        <p:txBody>
          <a:bodyPr/>
          <a:lstStyle/>
          <a:p>
            <a:fld id="{743F7EE4-7D84-4D77-B4B2-0C966043B366}" type="slidenum">
              <a:rPr lang="en-US" smtClean="0"/>
              <a:t>33</a:t>
            </a:fld>
            <a:endParaRPr lang="en-US"/>
          </a:p>
        </p:txBody>
      </p:sp>
    </p:spTree>
    <p:extLst>
      <p:ext uri="{BB962C8B-B14F-4D97-AF65-F5344CB8AC3E}">
        <p14:creationId xmlns:p14="http://schemas.microsoft.com/office/powerpoint/2010/main" val="29052416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Overall Recommendation comes down to:</a:t>
            </a:r>
          </a:p>
          <a:p>
            <a:pPr marL="457200" indent="-457200">
              <a:buAutoNum type="arabicPeriod"/>
            </a:pPr>
            <a:r>
              <a:rPr lang="en-GB"/>
              <a:t>TCO</a:t>
            </a:r>
          </a:p>
          <a:p>
            <a:pPr marL="457200" indent="-457200">
              <a:buAutoNum type="arabicPeriod"/>
            </a:pPr>
            <a:r>
              <a:rPr lang="en-GB"/>
              <a:t>Weighted Scoring</a:t>
            </a:r>
          </a:p>
          <a:p>
            <a:pPr marL="457200" indent="-457200">
              <a:buAutoNum type="arabicPeriod"/>
            </a:pPr>
            <a:r>
              <a:rPr lang="en-GB"/>
              <a:t>Business Fit</a:t>
            </a:r>
          </a:p>
        </p:txBody>
      </p:sp>
      <p:sp>
        <p:nvSpPr>
          <p:cNvPr id="4" name="Slide Number Placeholder 3"/>
          <p:cNvSpPr>
            <a:spLocks noGrp="1"/>
          </p:cNvSpPr>
          <p:nvPr>
            <p:ph type="sldNum" sz="quarter" idx="5"/>
          </p:nvPr>
        </p:nvSpPr>
        <p:spPr/>
        <p:txBody>
          <a:bodyPr/>
          <a:lstStyle/>
          <a:p>
            <a:fld id="{743F7EE4-7D84-4D77-B4B2-0C966043B366}" type="slidenum">
              <a:rPr lang="en-US" smtClean="0"/>
              <a:t>34</a:t>
            </a:fld>
            <a:endParaRPr lang="en-US"/>
          </a:p>
        </p:txBody>
      </p:sp>
    </p:spTree>
    <p:extLst>
      <p:ext uri="{BB962C8B-B14F-4D97-AF65-F5344CB8AC3E}">
        <p14:creationId xmlns:p14="http://schemas.microsoft.com/office/powerpoint/2010/main" val="14573316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FBB8A-598C-5A7A-BBC1-96A5BEB966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A13F3F-9F6D-606B-ACF3-8005F8BDBFE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F0B077B-37D7-3A15-74F8-1CD5EFFD6ED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228E47B-111A-8597-AC06-757EB3979143}"/>
              </a:ext>
            </a:extLst>
          </p:cNvPr>
          <p:cNvSpPr>
            <a:spLocks noGrp="1"/>
          </p:cNvSpPr>
          <p:nvPr>
            <p:ph type="sldNum" sz="quarter" idx="5"/>
          </p:nvPr>
        </p:nvSpPr>
        <p:spPr/>
        <p:txBody>
          <a:bodyPr/>
          <a:lstStyle/>
          <a:p>
            <a:fld id="{743F7EE4-7D84-4D77-B4B2-0C966043B366}" type="slidenum">
              <a:rPr lang="en-US" smtClean="0"/>
              <a:t>39</a:t>
            </a:fld>
            <a:endParaRPr lang="en-US"/>
          </a:p>
        </p:txBody>
      </p:sp>
    </p:spTree>
    <p:extLst>
      <p:ext uri="{BB962C8B-B14F-4D97-AF65-F5344CB8AC3E}">
        <p14:creationId xmlns:p14="http://schemas.microsoft.com/office/powerpoint/2010/main" val="3486191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4.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8.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sv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svg"/><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17.png"/><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9.png"/><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0.png"/><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7.svg"/><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2.svg"/><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3.png"/><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3.png"/><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3.png"/><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3.png"/><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4.png"/><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7.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svg"/><Relationship Id="rId1" Type="http://schemas.openxmlformats.org/officeDocument/2006/relationships/slideMaster" Target="../slideMasters/slideMaster7.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7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_rels/slideLayout17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7.xml"/></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6.png"/><Relationship Id="rId1" Type="http://schemas.openxmlformats.org/officeDocument/2006/relationships/slideMaster" Target="../slideMasters/slideMaster7.xml"/></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6.png"/><Relationship Id="rId1" Type="http://schemas.openxmlformats.org/officeDocument/2006/relationships/slideMaster" Target="../slideMasters/slideMaster8.xml"/></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17.png"/><Relationship Id="rId1" Type="http://schemas.openxmlformats.org/officeDocument/2006/relationships/slideMaster" Target="../slideMasters/slideMaster8.xml"/></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9.png"/><Relationship Id="rId1" Type="http://schemas.openxmlformats.org/officeDocument/2006/relationships/slideMaster" Target="../slideMasters/slideMaster8.xml"/></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20.png"/><Relationship Id="rId1" Type="http://schemas.openxmlformats.org/officeDocument/2006/relationships/slideMaster" Target="../slideMasters/slideMaster8.xml"/></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7.svg"/><Relationship Id="rId1" Type="http://schemas.openxmlformats.org/officeDocument/2006/relationships/slideMaster" Target="../slideMasters/slideMaster8.xml"/></Relationships>
</file>

<file path=ppt/slideLayouts/_rels/slideLayout18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2.svg"/><Relationship Id="rId1" Type="http://schemas.openxmlformats.org/officeDocument/2006/relationships/slideMaster" Target="../slideMasters/slideMaster8.xml"/></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6.png"/><Relationship Id="rId1" Type="http://schemas.openxmlformats.org/officeDocument/2006/relationships/slideMaster" Target="../slideMasters/slideMaster8.xml"/></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3.png"/><Relationship Id="rId1" Type="http://schemas.openxmlformats.org/officeDocument/2006/relationships/slideMaster" Target="../slideMasters/slideMaster8.xml"/></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3.png"/><Relationship Id="rId1" Type="http://schemas.openxmlformats.org/officeDocument/2006/relationships/slideMaster" Target="../slideMasters/slideMaster8.xml"/></Relationships>
</file>

<file path=ppt/slideLayouts/_rels/slideLayout19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3.png"/><Relationship Id="rId1" Type="http://schemas.openxmlformats.org/officeDocument/2006/relationships/slideMaster" Target="../slideMasters/slideMaster8.xml"/></Relationships>
</file>

<file path=ppt/slideLayouts/_rels/slideLayout19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3.png"/><Relationship Id="rId1" Type="http://schemas.openxmlformats.org/officeDocument/2006/relationships/slideMaster" Target="../slideMasters/slideMaster8.xml"/></Relationships>
</file>

<file path=ppt/slideLayouts/_rels/slideLayout19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19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19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46.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4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4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4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5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5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52.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5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5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5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62.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8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8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9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9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92.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9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9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9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302.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31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6.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31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2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2.xml"/></Relationships>
</file>

<file path=ppt/slideLayouts/_rels/slideLayout3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2.xml"/></Relationships>
</file>

<file path=ppt/slideLayouts/_rels/slideLayout3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2.xml"/></Relationships>
</file>

<file path=ppt/slideLayouts/_rels/slideLayout3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Master" Target="../slideMasters/slideMaster12.xml"/></Relationships>
</file>

<file path=ppt/slideLayouts/_rels/slideLayout32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3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3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3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3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3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2.xml"/></Relationships>
</file>

<file path=ppt/slideLayouts/_rels/slideLayout3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12.xml"/></Relationships>
</file>

<file path=ppt/slideLayouts/_rels/slideLayout3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svg"/><Relationship Id="rId1" Type="http://schemas.openxmlformats.org/officeDocument/2006/relationships/slideMaster" Target="../slideMasters/slideMaster12.xml"/></Relationships>
</file>

<file path=ppt/slideLayouts/_rels/slideLayout3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png"/><Relationship Id="rId1" Type="http://schemas.openxmlformats.org/officeDocument/2006/relationships/slideMaster" Target="../slideMasters/slideMaster12.xml"/></Relationships>
</file>

<file path=ppt/slideLayouts/_rels/slideLayout3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2.xml"/></Relationships>
</file>

<file path=ppt/slideLayouts/_rels/slideLayout3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2.xml"/></Relationships>
</file>

<file path=ppt/slideLayouts/_rels/slideLayout3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2.xml"/></Relationships>
</file>

<file path=ppt/slideLayouts/_rels/slideLayout34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2.xml"/></Relationships>
</file>

<file path=ppt/slideLayouts/_rels/slideLayout35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0.png"/><Relationship Id="rId1" Type="http://schemas.openxmlformats.org/officeDocument/2006/relationships/slideMaster" Target="../slideMasters/slideMaster12.xml"/></Relationships>
</file>

<file path=ppt/slideLayouts/_rels/slideLayout35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6.png"/><Relationship Id="rId1" Type="http://schemas.openxmlformats.org/officeDocument/2006/relationships/slideMaster" Target="../slideMasters/slideMaster12.xml"/></Relationships>
</file>

<file path=ppt/slideLayouts/_rels/slideLayout35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3.png"/><Relationship Id="rId1" Type="http://schemas.openxmlformats.org/officeDocument/2006/relationships/slideMaster" Target="../slideMasters/slideMaster12.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3.xml"/></Relationships>
</file>

<file path=ppt/slideLayouts/_rels/slideLayout35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Master" Target="../slideMasters/slideMaster13.xml"/></Relationships>
</file>

<file path=ppt/slideLayouts/_rels/slideLayout35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6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6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6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6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6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3.xml"/></Relationships>
</file>

<file path=ppt/slideLayouts/_rels/slideLayout36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13.xml"/></Relationships>
</file>

<file path=ppt/slideLayouts/_rels/slideLayout37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svg"/><Relationship Id="rId1" Type="http://schemas.openxmlformats.org/officeDocument/2006/relationships/slideMaster" Target="../slideMasters/slideMaster13.xml"/></Relationships>
</file>

<file path=ppt/slideLayouts/_rels/slideLayout37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png"/><Relationship Id="rId1" Type="http://schemas.openxmlformats.org/officeDocument/2006/relationships/slideMaster" Target="../slideMasters/slideMaster13.xml"/></Relationships>
</file>

<file path=ppt/slideLayouts/_rels/slideLayout37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3.xml"/></Relationships>
</file>

<file path=ppt/slideLayouts/_rels/slideLayout3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7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7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7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7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3.xml"/></Relationships>
</file>

<file path=ppt/slideLayouts/_rels/slideLayout37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3.xml"/></Relationships>
</file>

<file path=ppt/slideLayouts/_rels/slideLayout37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3.xml"/></Relationships>
</file>

<file path=ppt/slideLayouts/_rels/slideLayout38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0.png"/><Relationship Id="rId1" Type="http://schemas.openxmlformats.org/officeDocument/2006/relationships/slideMaster" Target="../slideMasters/slideMaster13.xml"/></Relationships>
</file>

<file path=ppt/slideLayouts/_rels/slideLayout38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slideMaster" Target="../slideMasters/slideMaster13.xml"/><Relationship Id="rId1" Type="http://schemas.openxmlformats.org/officeDocument/2006/relationships/tags" Target="../tags/tag3.xml"/></Relationships>
</file>

<file path=ppt/slideLayouts/_rels/slideLayout38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Master" Target="../slideMasters/slideMaster13.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72476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655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2210791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94309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85550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95101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91257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0549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1492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59836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653235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03798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0333644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70903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519068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0425559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621391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21278694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12939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72EA0346-F25C-266C-9220-E0A94729862A}"/>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3"/>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799489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1207817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8108864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20018233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3811314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686256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405870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297963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742289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7BA5F6E2-C36B-50E8-D29A-B716E4997AE7}"/>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17063310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_Single Column - Simple">
  <p:cSld name="2_Single Column - Simple">
    <p:spTree>
      <p:nvGrpSpPr>
        <p:cNvPr id="1" name="Shape 190"/>
        <p:cNvGrpSpPr/>
        <p:nvPr/>
      </p:nvGrpSpPr>
      <p:grpSpPr>
        <a:xfrm>
          <a:off x="0" y="0"/>
          <a:ext cx="0" cy="0"/>
          <a:chOff x="0" y="0"/>
          <a:chExt cx="0" cy="0"/>
        </a:xfrm>
      </p:grpSpPr>
      <p:sp>
        <p:nvSpPr>
          <p:cNvPr id="191" name="Google Shape;191;p31"/>
          <p:cNvSpPr txBox="1">
            <a:spLocks noGrp="1"/>
          </p:cNvSpPr>
          <p:nvPr>
            <p:ph type="body" idx="1"/>
          </p:nvPr>
        </p:nvSpPr>
        <p:spPr>
          <a:xfrm>
            <a:off x="723900" y="2781301"/>
            <a:ext cx="22936200" cy="553998"/>
          </a:xfrm>
          <a:prstGeom prst="rect">
            <a:avLst/>
          </a:prstGeom>
          <a:noFill/>
          <a:ln>
            <a:noFill/>
          </a:ln>
        </p:spPr>
        <p:txBody>
          <a:bodyPr spcFirstLastPara="1" wrap="square" lIns="0" tIns="0" rIns="0" bIns="0" anchor="t" anchorCtr="0">
            <a:spAutoFit/>
          </a:bodyPr>
          <a:lstStyle>
            <a:lvl1pPr marL="914400" lvl="0" indent="-685800" algn="l">
              <a:lnSpc>
                <a:spcPct val="100000"/>
              </a:lnSpc>
              <a:spcBef>
                <a:spcPts val="0"/>
              </a:spcBef>
              <a:spcAft>
                <a:spcPts val="0"/>
              </a:spcAft>
              <a:buSzPts val="1800"/>
              <a:buChar char="•"/>
              <a:defRPr/>
            </a:lvl1pPr>
            <a:lvl2pPr marL="1828800" lvl="1" indent="-685800" algn="l">
              <a:lnSpc>
                <a:spcPct val="100000"/>
              </a:lnSpc>
              <a:spcBef>
                <a:spcPts val="1400"/>
              </a:spcBef>
              <a:spcAft>
                <a:spcPts val="0"/>
              </a:spcAft>
              <a:buSzPts val="1800"/>
              <a:buChar char="•"/>
              <a:defRPr/>
            </a:lvl2pPr>
            <a:lvl3pPr marL="2743200" lvl="2" indent="-685800" algn="l">
              <a:lnSpc>
                <a:spcPct val="100000"/>
              </a:lnSpc>
              <a:spcBef>
                <a:spcPts val="1400"/>
              </a:spcBef>
              <a:spcAft>
                <a:spcPts val="0"/>
              </a:spcAft>
              <a:buSzPts val="1800"/>
              <a:buChar char="•"/>
              <a:defRPr/>
            </a:lvl3pPr>
            <a:lvl4pPr marL="3657600" lvl="3" indent="-685800" algn="l">
              <a:lnSpc>
                <a:spcPct val="100000"/>
              </a:lnSpc>
              <a:spcBef>
                <a:spcPts val="1400"/>
              </a:spcBef>
              <a:spcAft>
                <a:spcPts val="0"/>
              </a:spcAft>
              <a:buSzPts val="1800"/>
              <a:buChar char="•"/>
              <a:defRPr/>
            </a:lvl4pPr>
            <a:lvl5pPr marL="4572000" lvl="4" indent="-685800" algn="l">
              <a:lnSpc>
                <a:spcPct val="100000"/>
              </a:lnSpc>
              <a:spcBef>
                <a:spcPts val="1400"/>
              </a:spcBef>
              <a:spcAft>
                <a:spcPts val="0"/>
              </a:spcAft>
              <a:buSzPts val="1800"/>
              <a:buChar char="•"/>
              <a:defRPr/>
            </a:lvl5pPr>
            <a:lvl6pPr marL="5486400" lvl="5" indent="-685800" algn="l">
              <a:lnSpc>
                <a:spcPct val="90000"/>
              </a:lnSpc>
              <a:spcBef>
                <a:spcPts val="1400"/>
              </a:spcBef>
              <a:spcAft>
                <a:spcPts val="0"/>
              </a:spcAft>
              <a:buClr>
                <a:schemeClr val="dk1"/>
              </a:buClr>
              <a:buSzPts val="1800"/>
              <a:buChar char="•"/>
              <a:defRPr/>
            </a:lvl6pPr>
            <a:lvl7pPr marL="6400800" lvl="6" indent="-685800" algn="l">
              <a:lnSpc>
                <a:spcPct val="90000"/>
              </a:lnSpc>
              <a:spcBef>
                <a:spcPts val="1000"/>
              </a:spcBef>
              <a:spcAft>
                <a:spcPts val="0"/>
              </a:spcAft>
              <a:buClr>
                <a:schemeClr val="dk1"/>
              </a:buClr>
              <a:buSzPts val="1800"/>
              <a:buChar char="•"/>
              <a:defRPr/>
            </a:lvl7pPr>
            <a:lvl8pPr marL="7315200" lvl="7" indent="-685800" algn="l">
              <a:lnSpc>
                <a:spcPct val="90000"/>
              </a:lnSpc>
              <a:spcBef>
                <a:spcPts val="1000"/>
              </a:spcBef>
              <a:spcAft>
                <a:spcPts val="0"/>
              </a:spcAft>
              <a:buClr>
                <a:schemeClr val="dk1"/>
              </a:buClr>
              <a:buSzPts val="1800"/>
              <a:buChar char="•"/>
              <a:defRPr/>
            </a:lvl8pPr>
            <a:lvl9pPr marL="8229600" lvl="8" indent="-685800" algn="l">
              <a:lnSpc>
                <a:spcPct val="90000"/>
              </a:lnSpc>
              <a:spcBef>
                <a:spcPts val="1000"/>
              </a:spcBef>
              <a:spcAft>
                <a:spcPts val="0"/>
              </a:spcAft>
              <a:buClr>
                <a:schemeClr val="dk1"/>
              </a:buClr>
              <a:buSzPts val="1800"/>
              <a:buChar char="•"/>
              <a:defRPr/>
            </a:lvl9pPr>
          </a:lstStyle>
          <a:p>
            <a:endParaRPr/>
          </a:p>
        </p:txBody>
      </p:sp>
      <p:sp>
        <p:nvSpPr>
          <p:cNvPr id="192" name="Google Shape;192;p31"/>
          <p:cNvSpPr txBox="1">
            <a:spLocks noGrp="1"/>
          </p:cNvSpPr>
          <p:nvPr>
            <p:ph type="title"/>
          </p:nvPr>
        </p:nvSpPr>
        <p:spPr>
          <a:xfrm>
            <a:off x="668992" y="537179"/>
            <a:ext cx="22991108" cy="1049518"/>
          </a:xfrm>
          <a:prstGeom prst="rect">
            <a:avLst/>
          </a:prstGeom>
          <a:noFill/>
          <a:ln>
            <a:noFill/>
          </a:ln>
        </p:spPr>
        <p:txBody>
          <a:bodyPr spcFirstLastPara="1" wrap="square" lIns="0" tIns="0" rIns="0" bIns="0" anchor="t" anchorCtr="0">
            <a:spAutoFit/>
          </a:bodyPr>
          <a:lstStyle>
            <a:lvl1pPr lvl="0" algn="l">
              <a:lnSpc>
                <a:spcPct val="11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3" name="Google Shape;193;p31"/>
          <p:cNvSpPr txBox="1">
            <a:spLocks noGrp="1"/>
          </p:cNvSpPr>
          <p:nvPr>
            <p:ph type="ftr" idx="11"/>
          </p:nvPr>
        </p:nvSpPr>
        <p:spPr>
          <a:xfrm>
            <a:off x="13887450" y="13271500"/>
            <a:ext cx="8146364" cy="215444"/>
          </a:xfrm>
          <a:prstGeom prst="rect">
            <a:avLst/>
          </a:prstGeom>
          <a:noFill/>
          <a:ln>
            <a:noFill/>
          </a:ln>
        </p:spPr>
        <p:txBody>
          <a:bodyPr spcFirstLastPara="1" wrap="square" lIns="0" tIns="0" rIns="0" bIns="0" anchor="t" anchorCtr="0">
            <a:spAutoFit/>
          </a:bodyPr>
          <a:lstStyle>
            <a:lvl1pPr lvl="0" algn="r">
              <a:lnSpc>
                <a:spcPct val="100000"/>
              </a:lnSpc>
              <a:spcBef>
                <a:spcPts val="0"/>
              </a:spcBef>
              <a:spcAft>
                <a:spcPts val="0"/>
              </a:spcAft>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4" name="Google Shape;194;p31"/>
          <p:cNvSpPr txBox="1">
            <a:spLocks noGrp="1"/>
          </p:cNvSpPr>
          <p:nvPr>
            <p:ph type="sldNum" idx="12"/>
          </p:nvPr>
        </p:nvSpPr>
        <p:spPr>
          <a:xfrm>
            <a:off x="22402802" y="13271500"/>
            <a:ext cx="1234804" cy="215444"/>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1pPr>
            <a:lvl2pPr marL="0" marR="0" lvl="1"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2pPr>
            <a:lvl3pPr marL="0" marR="0" lvl="2"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3pPr>
            <a:lvl4pPr marL="0" marR="0" lvl="3"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4pPr>
            <a:lvl5pPr marL="0" marR="0" lvl="4"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5pPr>
            <a:lvl6pPr marL="0" marR="0" lvl="5"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6pPr>
            <a:lvl7pPr marL="0" marR="0" lvl="6"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7pPr>
            <a:lvl8pPr marL="0" marR="0" lvl="7"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8pPr>
            <a:lvl9pPr marL="0" marR="0" lvl="8"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8366287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855822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4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39411199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3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285802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088525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536920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3012898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3390680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150364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2_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27033620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1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0402125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8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3500450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cSld name="2_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3CEBEF5-5F64-D477-77CA-127C6A5E8558}"/>
              </a:ext>
            </a:extLst>
          </p:cNvPr>
          <p:cNvSpPr>
            <a:spLocks noGrp="1"/>
          </p:cNvSpPr>
          <p:nvPr>
            <p:ph type="ftr" sz="quarter" idx="10"/>
          </p:nvPr>
        </p:nvSpPr>
        <p:spPr/>
        <p:txBody>
          <a:bodyPr/>
          <a:lstStyle/>
          <a:p>
            <a:endParaRPr lang="en-US"/>
          </a:p>
        </p:txBody>
      </p:sp>
      <p:sp>
        <p:nvSpPr>
          <p:cNvPr id="3" name="Slide Number Placeholder 2">
            <a:extLst>
              <a:ext uri="{FF2B5EF4-FFF2-40B4-BE49-F238E27FC236}">
                <a16:creationId xmlns:a16="http://schemas.microsoft.com/office/drawing/2014/main" id="{28261476-9687-C505-0878-3971DD50217B}"/>
              </a:ext>
            </a:extLst>
          </p:cNvPr>
          <p:cNvSpPr>
            <a:spLocks noGrp="1"/>
          </p:cNvSpPr>
          <p:nvPr>
            <p:ph type="sldNum" sz="quarter" idx="11"/>
          </p:nvPr>
        </p:nvSpPr>
        <p:spPr/>
        <p:txBody>
          <a:bodyPr/>
          <a:lstStyle/>
          <a:p>
            <a:fld id="{762E77F0-FB5B-4E8E-9BC9-34F14560A017}" type="slidenum">
              <a:rPr lang="en-US" smtClean="0"/>
              <a:pPr/>
              <a:t>‹#›</a:t>
            </a:fld>
            <a:endParaRPr lang="en-US"/>
          </a:p>
        </p:txBody>
      </p:sp>
    </p:spTree>
    <p:extLst>
      <p:ext uri="{BB962C8B-B14F-4D97-AF65-F5344CB8AC3E}">
        <p14:creationId xmlns:p14="http://schemas.microsoft.com/office/powerpoint/2010/main" val="356227944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22934522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9474200" y="0"/>
            <a:ext cx="14909800" cy="125476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202330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5336012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716813" y="0"/>
            <a:ext cx="21667186"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86629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418106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39101156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8585200" y="0"/>
            <a:ext cx="15798800" cy="13716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68901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62627239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545612" y="0"/>
            <a:ext cx="19838388"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1874118"/>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188884"/>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85328701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206590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38067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695047" y="0"/>
            <a:ext cx="13688954" cy="13716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14802550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0873689" y="623811"/>
            <a:ext cx="11160126" cy="4200146"/>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0908615" y="4969057"/>
            <a:ext cx="8875710" cy="1600438"/>
          </a:xfrm>
          <a:prstGeom prst="rect">
            <a:avLst/>
          </a:prstGeom>
        </p:spPr>
        <p:txBody>
          <a:bodyPr vert="horz" wrap="square" lIns="0" tIns="0" rIns="0" bIns="0" rtlCol="0" anchor="t">
            <a:spAutoFit/>
          </a:bodyPr>
          <a:lstStyle>
            <a:lvl1pPr marL="0" indent="0">
              <a:buNone/>
              <a:defRPr lang="en-US" sz="5200" dirty="0">
                <a:ln>
                  <a:noFill/>
                </a:ln>
                <a:solidFill>
                  <a:schemeClr val="bg1"/>
                </a:solidFill>
              </a:defRPr>
            </a:lvl1pPr>
          </a:lstStyle>
          <a:p>
            <a:pPr lvl="0"/>
            <a:r>
              <a:rPr lang="en-US"/>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3810000" y="0"/>
            <a:ext cx="20574000" cy="13716000"/>
          </a:xfrm>
          <a:prstGeom prst="rect">
            <a:avLst/>
          </a:prstGeom>
        </p:spPr>
      </p:pic>
    </p:spTree>
    <p:extLst>
      <p:ext uri="{BB962C8B-B14F-4D97-AF65-F5344CB8AC3E}">
        <p14:creationId xmlns:p14="http://schemas.microsoft.com/office/powerpoint/2010/main" val="27907928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9930909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3104" y="618382"/>
            <a:ext cx="519747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600"/>
              </a:spcBef>
              <a:spcAft>
                <a:spcPts val="600"/>
              </a:spcAft>
            </a:pPr>
            <a:r>
              <a:rPr lang="en-US" sz="3000" b="1">
                <a:solidFill>
                  <a:schemeClr val="tx1"/>
                </a:solidFill>
              </a:rPr>
              <a:t>Rackspace Technology</a:t>
            </a:r>
          </a:p>
          <a:p>
            <a:pPr>
              <a:lnSpc>
                <a:spcPct val="110000"/>
              </a:lnSpc>
              <a:spcBef>
                <a:spcPts val="600"/>
              </a:spcBef>
              <a:spcAft>
                <a:spcPts val="600"/>
              </a:spcAft>
            </a:pPr>
            <a:r>
              <a:rPr lang="en-US" sz="3000">
                <a:solidFill>
                  <a:schemeClr val="tx1"/>
                </a:solidFill>
              </a:rPr>
              <a:t>One Fanatical Place</a:t>
            </a:r>
            <a:br>
              <a:rPr lang="en-US" sz="3000">
                <a:solidFill>
                  <a:schemeClr val="tx1"/>
                </a:solidFill>
              </a:rPr>
            </a:br>
            <a:r>
              <a:rPr lang="en-US" sz="3000">
                <a:solidFill>
                  <a:schemeClr val="tx1"/>
                </a:solidFill>
              </a:rPr>
              <a:t>San Antonio, TX 78218</a:t>
            </a:r>
          </a:p>
          <a:p>
            <a:pPr>
              <a:lnSpc>
                <a:spcPct val="110000"/>
              </a:lnSpc>
              <a:spcBef>
                <a:spcPts val="600"/>
              </a:spcBef>
              <a:spcAft>
                <a:spcPts val="600"/>
              </a:spcAft>
            </a:pPr>
            <a:r>
              <a:rPr lang="en-US" sz="3000">
                <a:solidFill>
                  <a:schemeClr val="tx1"/>
                </a:solidFill>
              </a:rPr>
              <a:t>US sales: 1-800-961-2888 </a:t>
            </a:r>
            <a:br>
              <a:rPr lang="en-US" sz="3000">
                <a:solidFill>
                  <a:schemeClr val="tx1"/>
                </a:solidFill>
              </a:rPr>
            </a:br>
            <a:r>
              <a:rPr lang="en-US" sz="3000">
                <a:solidFill>
                  <a:schemeClr val="tx1"/>
                </a:solidFill>
              </a:rPr>
              <a:t>US support: 1-800-961-4454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1828800" rtl="0" eaLnBrk="1" fontAlgn="auto" latinLnBrk="0" hangingPunct="1">
              <a:lnSpc>
                <a:spcPct val="110000"/>
              </a:lnSpc>
              <a:spcBef>
                <a:spcPts val="600"/>
              </a:spcBef>
              <a:spcAft>
                <a:spcPts val="600"/>
              </a:spcAft>
              <a:buClrTx/>
              <a:buSzTx/>
              <a:buFont typeface="Aktiv Grotesk" panose="020B0604020202020204" pitchFamily="34" charset="0"/>
              <a:buNone/>
              <a:tabLst/>
              <a:defRPr/>
            </a:pPr>
            <a:endParaRPr lang="en-US" sz="900" cap="none" baseline="0">
              <a:solidFill>
                <a:schemeClr val="tx1"/>
              </a:solidFill>
            </a:endParaRPr>
          </a:p>
          <a:p>
            <a:pPr>
              <a:spcBef>
                <a:spcPts val="600"/>
              </a:spcBef>
              <a:spcAft>
                <a:spcPts val="600"/>
              </a:spcAft>
            </a:pPr>
            <a:endParaRPr lang="en-US" sz="900">
              <a:solidFill>
                <a:schemeClr val="tx1"/>
              </a:solidFill>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87704920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8 Millington Road</a:t>
            </a:r>
            <a:br>
              <a:rPr lang="en-US" sz="3000" kern="1200">
                <a:solidFill>
                  <a:schemeClr val="tx1"/>
                </a:solidFill>
                <a:latin typeface="+mn-lt"/>
                <a:ea typeface="+mn-ea"/>
                <a:cs typeface="+mn-cs"/>
              </a:rPr>
            </a:br>
            <a:r>
              <a:rPr lang="en-US" sz="3000" kern="1200">
                <a:solidFill>
                  <a:schemeClr val="tx1"/>
                </a:solidFill>
                <a:latin typeface="+mn-lt"/>
                <a:ea typeface="+mn-ea"/>
                <a:cs typeface="+mn-cs"/>
              </a:rPr>
              <a:t>Hayes, Middlesex </a:t>
            </a:r>
            <a:br>
              <a:rPr lang="en-US" sz="3000" kern="1200">
                <a:solidFill>
                  <a:schemeClr val="tx1"/>
                </a:solidFill>
                <a:latin typeface="+mn-lt"/>
                <a:ea typeface="+mn-ea"/>
                <a:cs typeface="+mn-cs"/>
              </a:rPr>
            </a:br>
            <a:r>
              <a:rPr lang="en-US" sz="3000" kern="1200">
                <a:solidFill>
                  <a:schemeClr val="tx1"/>
                </a:solidFill>
                <a:latin typeface="+mn-lt"/>
                <a:ea typeface="+mn-ea"/>
                <a:cs typeface="+mn-cs"/>
              </a:rPr>
              <a:t>UB3 4AZ</a:t>
            </a:r>
          </a:p>
          <a:p>
            <a:pPr>
              <a:lnSpc>
                <a:spcPct val="110000"/>
              </a:lnSpc>
              <a:spcBef>
                <a:spcPts val="600"/>
              </a:spcBef>
              <a:spcAft>
                <a:spcPts val="600"/>
              </a:spcAft>
            </a:pPr>
            <a:r>
              <a:rPr lang="en-US" sz="3000">
                <a:solidFill>
                  <a:schemeClr val="tx1"/>
                </a:solidFill>
              </a:rPr>
              <a:t>U.K. sales: 020 8734 2600  </a:t>
            </a:r>
            <a:br>
              <a:rPr lang="en-US" sz="3000">
                <a:solidFill>
                  <a:schemeClr val="tx1"/>
                </a:solidFill>
              </a:rPr>
            </a:br>
            <a:r>
              <a:rPr lang="en-US" sz="3000">
                <a:solidFill>
                  <a:schemeClr val="tx1"/>
                </a:solidFill>
              </a:rPr>
              <a:t>U.K. support: 020 8734 2700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7231582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Level 1, 37 Pitt Street,</a:t>
            </a:r>
            <a:br>
              <a:rPr lang="en-US" sz="3000" kern="1200">
                <a:solidFill>
                  <a:schemeClr val="tx1"/>
                </a:solidFill>
                <a:latin typeface="+mn-lt"/>
                <a:ea typeface="+mn-ea"/>
                <a:cs typeface="+mn-cs"/>
              </a:rPr>
            </a:br>
            <a:r>
              <a:rPr lang="en-US" sz="3000" kern="1200">
                <a:solidFill>
                  <a:schemeClr val="tx1"/>
                </a:solidFill>
                <a:latin typeface="+mn-lt"/>
                <a:ea typeface="+mn-ea"/>
                <a:cs typeface="+mn-cs"/>
              </a:rPr>
              <a:t>Sydney NSW 2000, Australia</a:t>
            </a:r>
          </a:p>
          <a:p>
            <a:pPr>
              <a:lnSpc>
                <a:spcPct val="110000"/>
              </a:lnSpc>
              <a:spcBef>
                <a:spcPts val="600"/>
              </a:spcBef>
              <a:spcAft>
                <a:spcPts val="600"/>
              </a:spcAft>
            </a:pPr>
            <a:r>
              <a:rPr lang="en-US" sz="3000">
                <a:solidFill>
                  <a:schemeClr val="tx1"/>
                </a:solidFill>
              </a:rPr>
              <a:t>AUS sales: 1-800-722-577</a:t>
            </a:r>
            <a:br>
              <a:rPr lang="en-US" sz="3000">
                <a:solidFill>
                  <a:schemeClr val="tx1"/>
                </a:solidFill>
              </a:rPr>
            </a:br>
            <a:r>
              <a:rPr lang="en-US" sz="3000">
                <a:solidFill>
                  <a:schemeClr val="tx1"/>
                </a:solidFill>
              </a:rPr>
              <a:t>AUS support: 1-800-421-267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www.rackspace.co.au</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408133925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12370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marR="0" lvl="0" indent="0" algn="l" defTabSz="457200" rtl="0" eaLnBrk="1" fontAlgn="auto" latinLnBrk="0" hangingPunct="1">
              <a:lnSpc>
                <a:spcPct val="110000"/>
              </a:lnSpc>
              <a:spcBef>
                <a:spcPts val="600"/>
              </a:spcBef>
              <a:spcAft>
                <a:spcPts val="1200"/>
              </a:spcAft>
              <a:buClrTx/>
              <a:buSzTx/>
              <a:buFontTx/>
              <a:buNone/>
              <a:tabLst/>
              <a:defRPr/>
            </a:pPr>
            <a:r>
              <a:rPr lang="en-US" sz="3000" kern="1200" cap="none">
                <a:solidFill>
                  <a:schemeClr val="tx1"/>
                </a:solidFill>
                <a:latin typeface="+mn-lt"/>
                <a:ea typeface="+mn-ea"/>
                <a:cs typeface="+mn-cs"/>
              </a:rPr>
              <a:t>9/F., Cambridge House</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Taikoo Place, 979 King's Road</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Quarry Bay, Hong Kong</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China: +86 21 5058 8808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Hong Kong: +852 3752 6488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India: 000800 100 8796</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Philippines: 1 800 1110 1468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Singapore: +65 6428 6102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Taiwan: +886 2 2650 7441</a:t>
            </a:r>
          </a:p>
          <a:p>
            <a:pPr marL="0" algn="l" defTabSz="457200" rtl="0" eaLnBrk="1" latinLnBrk="0" hangingPunct="1">
              <a:lnSpc>
                <a:spcPct val="110000"/>
              </a:lnSpc>
              <a:spcBef>
                <a:spcPts val="600"/>
              </a:spcBef>
              <a:spcAft>
                <a:spcPts val="1200"/>
              </a:spcAft>
            </a:pPr>
            <a:r>
              <a:rPr lang="en-US" sz="3000" kern="1200" cap="none">
                <a:solidFill>
                  <a:schemeClr val="tx1"/>
                </a:solidFill>
                <a:latin typeface="+mn-lt"/>
                <a:ea typeface="+mn-ea"/>
                <a:cs typeface="+mn-cs"/>
              </a:rPr>
              <a:t>Thailand: +66 2105 5712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48771280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1676400" y="0"/>
            <a:ext cx="21031200" cy="13716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5647010" y="5614416"/>
            <a:ext cx="13089980" cy="2487168"/>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sz="3600"/>
          </a:p>
        </p:txBody>
      </p:sp>
    </p:spTree>
    <p:extLst>
      <p:ext uri="{BB962C8B-B14F-4D97-AF65-F5344CB8AC3E}">
        <p14:creationId xmlns:p14="http://schemas.microsoft.com/office/powerpoint/2010/main" val="3944518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20076244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rgbClr val="1C1C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1"/>
            <a:ext cx="22936200" cy="3488134"/>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10" name="Footer Placeholder 4">
            <a:extLst>
              <a:ext uri="{FF2B5EF4-FFF2-40B4-BE49-F238E27FC236}">
                <a16:creationId xmlns:a16="http://schemas.microsoft.com/office/drawing/2014/main" id="{A78695ED-2F1E-494A-BB48-9F1643AA5F5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8F85B9C0-2FA3-C642-B0A2-F972FA1284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5327766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rgbClr val="1C1C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584776"/>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11" name="Footer Placeholder 4">
            <a:extLst>
              <a:ext uri="{FF2B5EF4-FFF2-40B4-BE49-F238E27FC236}">
                <a16:creationId xmlns:a16="http://schemas.microsoft.com/office/drawing/2014/main" id="{EF68921A-3D84-0C43-BCF7-2359425BBAF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3C34AF9E-CC5A-D94B-A257-8357FE5D4D4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6509125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3"/>
            <a:ext cx="17160240" cy="3488134"/>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p>
            <a:r>
              <a:rPr lang="en-US"/>
              <a:t>Click to edit Master title style</a:t>
            </a:r>
          </a:p>
        </p:txBody>
      </p:sp>
      <p:sp>
        <p:nvSpPr>
          <p:cNvPr id="11" name="Footer Placeholder 4">
            <a:extLst>
              <a:ext uri="{FF2B5EF4-FFF2-40B4-BE49-F238E27FC236}">
                <a16:creationId xmlns:a16="http://schemas.microsoft.com/office/drawing/2014/main" id="{40A38931-98FA-BE47-B1AE-523C0961A6B7}"/>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969D2E81-8C3B-0043-9477-955DB211D4CB}"/>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82112853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624971"/>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7"/>
            <a:ext cx="7315200" cy="3488134"/>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3685032"/>
            <a:ext cx="5468112" cy="2339102"/>
          </a:xfrm>
          <a:prstGeom prst="rect">
            <a:avLst/>
          </a:prstGeo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0" name="Footer Placeholder 4">
            <a:extLst>
              <a:ext uri="{FF2B5EF4-FFF2-40B4-BE49-F238E27FC236}">
                <a16:creationId xmlns:a16="http://schemas.microsoft.com/office/drawing/2014/main" id="{156A0A62-087E-784B-9DD1-38534E1A4B07}"/>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8E27B880-B2E3-2C46-B7F9-CAD8D1E9265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1479446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4833410"/>
            <a:ext cx="17183100" cy="553998"/>
          </a:xfrm>
          <a:prstGeom prst="rect">
            <a:avLst/>
          </a:prstGeo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3687499"/>
            <a:ext cx="5468112"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1" name="Text Placeholder 2">
            <a:extLst>
              <a:ext uri="{FF2B5EF4-FFF2-40B4-BE49-F238E27FC236}">
                <a16:creationId xmlns:a16="http://schemas.microsoft.com/office/drawing/2014/main" id="{A208867F-67F6-E940-A59D-2EEB7E6B95FA}"/>
              </a:ext>
            </a:extLst>
          </p:cNvPr>
          <p:cNvSpPr>
            <a:spLocks noGrp="1"/>
          </p:cNvSpPr>
          <p:nvPr>
            <p:ph idx="1" hasCustomPrompt="1"/>
          </p:nvPr>
        </p:nvSpPr>
        <p:spPr>
          <a:xfrm>
            <a:off x="6477003" y="624971"/>
            <a:ext cx="17160602" cy="3488134"/>
          </a:xfrm>
          <a:prstGeom prst="rect">
            <a:avLst/>
          </a:prstGeom>
        </p:spPr>
        <p:txBody>
          <a:bodyPr vert="horz" lIns="182880" tIns="0" rIns="0" bIns="0" rtlCol="0">
            <a:spAutoFit/>
          </a:bodyPr>
          <a:lstStyle>
            <a:lvl1pPr marL="571500" indent="-571500">
              <a:buClr>
                <a:schemeClr val="bg1"/>
              </a:buClr>
              <a:buFont typeface="Aktiv Grotesk" panose="020B0604020202020204" pitchFamily="34" charset="0"/>
              <a:buChar char="•"/>
              <a:defRPr>
                <a:solidFill>
                  <a:schemeClr val="bg1"/>
                </a:solidFill>
              </a:defRPr>
            </a:lvl1pPr>
            <a:lvl2pPr marL="1485900" indent="-571500">
              <a:buClr>
                <a:schemeClr val="bg1"/>
              </a:buClr>
              <a:buFont typeface="Aktiv Grotesk" panose="020B0604020202020204" pitchFamily="34" charset="0"/>
              <a:buChar char="•"/>
              <a:defRPr>
                <a:solidFill>
                  <a:schemeClr val="bg1"/>
                </a:solidFill>
              </a:defRPr>
            </a:lvl2pPr>
            <a:lvl3pPr marL="2400300" indent="-571500">
              <a:buClr>
                <a:schemeClr val="bg1"/>
              </a:buClr>
              <a:buFont typeface="Aktiv Grotesk" panose="020B0604020202020204" pitchFamily="34" charset="0"/>
              <a:buChar char="•"/>
              <a:defRPr>
                <a:solidFill>
                  <a:schemeClr val="bg1"/>
                </a:solidFill>
              </a:defRPr>
            </a:lvl3pPr>
            <a:lvl4pPr marL="3314700" indent="-571500">
              <a:buClr>
                <a:schemeClr val="bg1"/>
              </a:buClr>
              <a:buFont typeface="Aktiv Grotesk" panose="020B0604020202020204" pitchFamily="34" charset="0"/>
              <a:buChar char="•"/>
              <a:defRPr>
                <a:solidFill>
                  <a:schemeClr val="bg1"/>
                </a:solidFill>
              </a:defRPr>
            </a:lvl4pPr>
            <a:lvl5pPr marL="4229100" indent="-571500">
              <a:buClr>
                <a:schemeClr val="bg1"/>
              </a:buClr>
              <a:buFont typeface="Aktiv Grotesk"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4">
            <a:extLst>
              <a:ext uri="{FF2B5EF4-FFF2-40B4-BE49-F238E27FC236}">
                <a16:creationId xmlns:a16="http://schemas.microsoft.com/office/drawing/2014/main" id="{11EF6F69-B713-564F-BAF2-3A8E767B5BD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5991D8A6-7F67-9440-AF41-53A069C8F40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0256095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3687499"/>
            <a:ext cx="5468112"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2" name="Text Placeholder 2">
            <a:extLst>
              <a:ext uri="{FF2B5EF4-FFF2-40B4-BE49-F238E27FC236}">
                <a16:creationId xmlns:a16="http://schemas.microsoft.com/office/drawing/2014/main" id="{3CAAA4C2-3C05-F041-9337-D10DF6DF7FE4}"/>
              </a:ext>
            </a:extLst>
          </p:cNvPr>
          <p:cNvSpPr>
            <a:spLocks noGrp="1"/>
          </p:cNvSpPr>
          <p:nvPr>
            <p:ph idx="1" hasCustomPrompt="1"/>
          </p:nvPr>
        </p:nvSpPr>
        <p:spPr>
          <a:xfrm>
            <a:off x="6477003" y="624971"/>
            <a:ext cx="17160602" cy="3488134"/>
          </a:xfrm>
          <a:prstGeom prst="rect">
            <a:avLst/>
          </a:prstGeom>
        </p:spPr>
        <p:txBody>
          <a:bodyPr vert="horz" lIns="182880" tIns="0" rIns="0" bIns="0" rtlCol="0">
            <a:spAutoFit/>
          </a:bodyPr>
          <a:lstStyle>
            <a:lvl1pPr marL="571500" indent="-571500">
              <a:buClr>
                <a:schemeClr val="bg1"/>
              </a:buClr>
              <a:buFont typeface="Aktiv Grotesk" panose="020B0604020202020204" pitchFamily="34" charset="0"/>
              <a:buChar char="•"/>
              <a:defRPr>
                <a:solidFill>
                  <a:schemeClr val="bg1"/>
                </a:solidFill>
              </a:defRPr>
            </a:lvl1pPr>
            <a:lvl2pPr marL="1485900" indent="-571500">
              <a:buClr>
                <a:schemeClr val="bg1"/>
              </a:buClr>
              <a:buFont typeface="Aktiv Grotesk" panose="020B0604020202020204" pitchFamily="34" charset="0"/>
              <a:buChar char="•"/>
              <a:defRPr>
                <a:solidFill>
                  <a:schemeClr val="bg1"/>
                </a:solidFill>
              </a:defRPr>
            </a:lvl2pPr>
            <a:lvl3pPr marL="2400300" indent="-571500">
              <a:buClr>
                <a:schemeClr val="bg1"/>
              </a:buClr>
              <a:buFont typeface="Aktiv Grotesk" panose="020B0604020202020204" pitchFamily="34" charset="0"/>
              <a:buChar char="•"/>
              <a:defRPr>
                <a:solidFill>
                  <a:schemeClr val="bg1"/>
                </a:solidFill>
              </a:defRPr>
            </a:lvl3pPr>
            <a:lvl4pPr marL="3314700" indent="-571500">
              <a:buClr>
                <a:schemeClr val="bg1"/>
              </a:buClr>
              <a:buFont typeface="Aktiv Grotesk" panose="020B0604020202020204" pitchFamily="34" charset="0"/>
              <a:buChar char="•"/>
              <a:defRPr>
                <a:solidFill>
                  <a:schemeClr val="bg1"/>
                </a:solidFill>
              </a:defRPr>
            </a:lvl4pPr>
            <a:lvl5pPr marL="4229100" indent="-571500">
              <a:buClr>
                <a:schemeClr val="bg1"/>
              </a:buClr>
              <a:buFont typeface="Aktiv Grotesk"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74285A73-5F89-444B-B12F-B9E47CB2DFD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7D747C1E-E5F9-3847-87C2-C1E33BFF68C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3691654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pic>
        <p:nvPicPr>
          <p:cNvPr id="7" name="Graphic 6">
            <a:extLst>
              <a:ext uri="{FF2B5EF4-FFF2-40B4-BE49-F238E27FC236}">
                <a16:creationId xmlns:a16="http://schemas.microsoft.com/office/drawing/2014/main" id="{29CC8F76-A361-314D-B285-35441B7FF5E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2B6F1109-EB65-C94A-AA12-2CF4DF38E7E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EAFEC2A3-61A0-3C4C-A1C7-F1D9EA9DE3D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9593051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p>
            <a:r>
              <a:rPr lang="en-US"/>
              <a:t>Click to edit Master title style</a:t>
            </a:r>
          </a:p>
        </p:txBody>
      </p: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06D1107E-377F-1C4D-825D-2D388EB1CC1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5EA424A9-9F99-5C4C-867C-130C2A181E2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8798582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prstGeom prst="rect">
            <a:avLst/>
          </a:prstGeo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62696866-BC8C-9147-9465-61E5AEA4F58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EF17C66D-3409-BF41-8787-FD6B3224F20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26350596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a:extLst>
              <a:ext uri="{FF2B5EF4-FFF2-40B4-BE49-F238E27FC236}">
                <a16:creationId xmlns:a16="http://schemas.microsoft.com/office/drawing/2014/main" id="{834B8D64-D2B5-B04A-8E1B-280A11CF824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5" name="Footer Placeholder 4">
            <a:extLst>
              <a:ext uri="{FF2B5EF4-FFF2-40B4-BE49-F238E27FC236}">
                <a16:creationId xmlns:a16="http://schemas.microsoft.com/office/drawing/2014/main" id="{D6781EC2-90CC-EA49-9C4F-F63A18DB9A4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6" name="Slide Number Placeholder 5">
            <a:extLst>
              <a:ext uri="{FF2B5EF4-FFF2-40B4-BE49-F238E27FC236}">
                <a16:creationId xmlns:a16="http://schemas.microsoft.com/office/drawing/2014/main" id="{773A6A02-6A23-704D-B348-F117251E3C9B}"/>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99431487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a:prstGeom prst="rect">
            <a:avLst/>
          </a:prstGeo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8" name="Graphic 7">
            <a:extLst>
              <a:ext uri="{FF2B5EF4-FFF2-40B4-BE49-F238E27FC236}">
                <a16:creationId xmlns:a16="http://schemas.microsoft.com/office/drawing/2014/main" id="{16E729CA-D7F7-9D4C-8995-BE11C5ADAE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371047956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11" name="Graphic 10">
            <a:extLst>
              <a:ext uri="{FF2B5EF4-FFF2-40B4-BE49-F238E27FC236}">
                <a16:creationId xmlns:a16="http://schemas.microsoft.com/office/drawing/2014/main" id="{6EC9CD29-2B0B-D84F-9F82-1452EF9A6C5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102282216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4"/>
            <a:ext cx="5210098"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E2B02E0F-958B-D343-8575-8BC713243DC7}"/>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934D70E-9CAD-904F-9B97-4F8F754E83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11" name="Graphic 10">
            <a:extLst>
              <a:ext uri="{FF2B5EF4-FFF2-40B4-BE49-F238E27FC236}">
                <a16:creationId xmlns:a16="http://schemas.microsoft.com/office/drawing/2014/main" id="{48BF7A79-7B50-4445-9318-39F0053D656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261889493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6"/>
            <a:ext cx="5210098"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169550"/>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4" name="Footer Placeholder 4">
            <a:extLst>
              <a:ext uri="{FF2B5EF4-FFF2-40B4-BE49-F238E27FC236}">
                <a16:creationId xmlns:a16="http://schemas.microsoft.com/office/drawing/2014/main" id="{17A9286D-8AD3-CB46-B613-DFA76629A08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BF77D4FD-4664-EC48-9279-63E7C134C6A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12" name="Graphic 11">
            <a:extLst>
              <a:ext uri="{FF2B5EF4-FFF2-40B4-BE49-F238E27FC236}">
                <a16:creationId xmlns:a16="http://schemas.microsoft.com/office/drawing/2014/main" id="{904AB782-EA23-4E4B-9915-D9A394CD6B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389185362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3906472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prstGeom prst="rect">
            <a:avLst/>
          </a:prstGeo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Content Placeholder 4">
            <a:extLst>
              <a:ext uri="{FF2B5EF4-FFF2-40B4-BE49-F238E27FC236}">
                <a16:creationId xmlns:a16="http://schemas.microsoft.com/office/drawing/2014/main" id="{A1FC5E1F-F93B-45F5-A1E9-06CBE05062C0}"/>
              </a:ext>
            </a:extLst>
          </p:cNvPr>
          <p:cNvSpPr>
            <a:spLocks noGrp="1"/>
          </p:cNvSpPr>
          <p:nvPr>
            <p:ph sz="quarter" idx="13"/>
          </p:nvPr>
        </p:nvSpPr>
        <p:spPr>
          <a:xfrm>
            <a:off x="17945100" y="4800600"/>
            <a:ext cx="5715000" cy="4180632"/>
          </a:xfrm>
          <a:prstGeom prst="rect">
            <a:avLst/>
          </a:prstGeo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41E3877-4B41-9F45-BD42-A1FE25C7E3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E9B603E0-8FA9-9847-B36F-F5BA639FA39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343FC31D-21A8-9944-9030-294192AB357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8242779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3"/>
            <a:ext cx="5202936" cy="2572435"/>
          </a:xfrm>
          <a:prstGeom prst="rect">
            <a:avLst/>
          </a:prstGeom>
        </p:spPr>
        <p:txBody>
          <a:bodyPr vert="horz" lIns="0" tIns="0" rIns="0" bIns="0" rtlCol="0">
            <a:spAutoFit/>
          </a:bodyPr>
          <a:lstStyle>
            <a:lvl1pPr marL="0" indent="0">
              <a:lnSpc>
                <a:spcPct val="110000"/>
              </a:lnSpc>
              <a:buNone/>
              <a:defRPr lang="en-US" sz="5200" dirty="0">
                <a:ln w="3175">
                  <a:noFill/>
                </a:ln>
                <a:solidFill>
                  <a:schemeClr val="bg1"/>
                </a:solidFill>
              </a:defRPr>
            </a:lvl1pPr>
          </a:lstStyle>
          <a:p>
            <a:pPr lvl="0" fontAlgn="base">
              <a:spcAft>
                <a:spcPts val="5250"/>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1928990"/>
          </a:xfrm>
          <a:prstGeom prst="rect">
            <a:avLst/>
          </a:prstGeom>
        </p:spPr>
        <p:txBody>
          <a:bodyPr lIns="0">
            <a:spAutoFit/>
          </a:bodyPr>
          <a:lstStyle>
            <a:lvl1pPr marL="0" indent="0">
              <a:buFont typeface="Aktiv Grotesk" panose="020B0604020202020204" pitchFamily="34" charset="0"/>
              <a:buNone/>
              <a:defRPr lang="en-US" sz="13400" kern="1200" dirty="0">
                <a:ln w="38100">
                  <a:noFill/>
                </a:ln>
                <a:solidFill>
                  <a:schemeClr val="bg1"/>
                </a:solidFill>
                <a:latin typeface="+mj-lt"/>
                <a:ea typeface="+mj-ea"/>
                <a:cs typeface="+mj-cs"/>
              </a:defRPr>
            </a:lvl1pPr>
          </a:lstStyle>
          <a:p>
            <a:pPr marL="285750" lvl="0" indent="-285750" fontAlgn="b">
              <a:lnSpc>
                <a:spcPct val="112000"/>
              </a:lnSpc>
              <a:spcBef>
                <a:spcPct val="0"/>
              </a:spcBef>
            </a:pPr>
            <a:r>
              <a:rPr lang="en-US"/>
              <a:t>Callout slide</a:t>
            </a:r>
          </a:p>
        </p:txBody>
      </p:sp>
      <p:sp>
        <p:nvSpPr>
          <p:cNvPr id="11" name="Footer Placeholder 4">
            <a:extLst>
              <a:ext uri="{FF2B5EF4-FFF2-40B4-BE49-F238E27FC236}">
                <a16:creationId xmlns:a16="http://schemas.microsoft.com/office/drawing/2014/main" id="{9FD5F880-4836-C449-9783-CE04F8417CA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A2F629D-4995-C54F-9A64-51737169A442}"/>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8" name="Graphic 7">
            <a:extLst>
              <a:ext uri="{FF2B5EF4-FFF2-40B4-BE49-F238E27FC236}">
                <a16:creationId xmlns:a16="http://schemas.microsoft.com/office/drawing/2014/main" id="{E4CAF95C-E5AE-C248-B874-0BFED819A78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408392511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Content Placeholder 7">
            <a:extLst>
              <a:ext uri="{FF2B5EF4-FFF2-40B4-BE49-F238E27FC236}">
                <a16:creationId xmlns:a16="http://schemas.microsoft.com/office/drawing/2014/main" id="{6CA01019-F071-4E1A-99E8-170815F58D79}"/>
              </a:ext>
            </a:extLst>
          </p:cNvPr>
          <p:cNvSpPr>
            <a:spLocks noGrp="1"/>
          </p:cNvSpPr>
          <p:nvPr>
            <p:ph sz="quarter" idx="15" hasCustomPrompt="1"/>
          </p:nvPr>
        </p:nvSpPr>
        <p:spPr>
          <a:xfrm>
            <a:off x="18440399" y="628653"/>
            <a:ext cx="5238750" cy="2640722"/>
          </a:xfrm>
          <a:prstGeom prst="rect">
            <a:avLst/>
          </a:prstGeom>
        </p:spPr>
        <p:txBody>
          <a:bodyPr lIns="0">
            <a:spAutoFit/>
          </a:bodyPr>
          <a:lstStyle>
            <a:lvl1pPr marL="0" indent="0">
              <a:lnSpc>
                <a:spcPct val="110000"/>
              </a:lnSpc>
              <a:buNone/>
              <a:defRPr sz="5200">
                <a:solidFill>
                  <a:schemeClr val="bg1"/>
                </a:solidFill>
              </a:defRPr>
            </a:lvl1pPr>
            <a:lvl2pPr marL="566736" indent="0">
              <a:buNone/>
              <a:defRPr sz="5200">
                <a:solidFill>
                  <a:schemeClr val="bg1"/>
                </a:solidFill>
              </a:defRPr>
            </a:lvl2pPr>
            <a:lvl3pPr marL="1133474" indent="0">
              <a:buNone/>
              <a:defRPr sz="5200">
                <a:solidFill>
                  <a:schemeClr val="bg1"/>
                </a:solidFill>
              </a:defRPr>
            </a:lvl3pPr>
            <a:lvl4pPr marL="1700212" indent="0">
              <a:buNone/>
              <a:defRPr sz="5200">
                <a:solidFill>
                  <a:schemeClr val="bg1"/>
                </a:solidFill>
              </a:defRPr>
            </a:lvl4pPr>
            <a:lvl5pPr marL="2266950" indent="0">
              <a:buNone/>
              <a:defRPr sz="5200">
                <a:solidFill>
                  <a:schemeClr val="bg1"/>
                </a:solidFill>
              </a:defRPr>
            </a:lvl5pPr>
          </a:lstStyle>
          <a:p>
            <a:pPr lvl="0"/>
            <a:r>
              <a:rPr lang="en-US"/>
              <a:t>Additional information if needed</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3"/>
            <a:ext cx="17192098" cy="1928990"/>
          </a:xfrm>
          <a:prstGeom prst="rect">
            <a:avLst/>
          </a:prstGeom>
          <a:ln w="12700">
            <a:noFill/>
          </a:ln>
        </p:spPr>
        <p:txBody>
          <a:bodyPr vert="horz" lIns="0" tIns="0" rIns="0" bIns="0" rtlCol="0" anchor="t" anchorCtr="0">
            <a:spAutoFit/>
          </a:bodyPr>
          <a:lstStyle>
            <a:lvl1pPr marL="0" indent="0">
              <a:buNone/>
              <a:defRPr lang="en-US" sz="13400" i="1" dirty="0">
                <a:ln w="38100">
                  <a:noFill/>
                </a:ln>
                <a:solidFill>
                  <a:schemeClr val="bg1"/>
                </a:solidFill>
                <a:latin typeface="+mj-lt"/>
                <a:ea typeface="+mj-ea"/>
                <a:cs typeface="+mj-cs"/>
              </a:defRPr>
            </a:lvl1pPr>
          </a:lstStyle>
          <a:p>
            <a:pPr marL="285750" lvl="0" indent="-285750" fontAlgn="b">
              <a:lnSpc>
                <a:spcPct val="112000"/>
              </a:lnSpc>
              <a:spcBef>
                <a:spcPct val="0"/>
              </a:spcBef>
            </a:pPr>
            <a:r>
              <a:rPr lang="en-US"/>
              <a:t>“Quote” slide</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553998"/>
          </a:xfrm>
          <a:prstGeom prst="rect">
            <a:avLst/>
          </a:prstGeom>
        </p:spPr>
        <p:txBody>
          <a:bodyPr vert="horz" lIns="0" tIns="0" rIns="0" bIns="0" rtlCol="0">
            <a:spAutoFit/>
          </a:bodyPr>
          <a:lstStyle>
            <a:lvl1pPr marL="0" indent="0">
              <a:buNone/>
              <a:defRPr lang="en-US" sz="3600" smtClean="0">
                <a:solidFill>
                  <a:schemeClr val="bg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pic>
        <p:nvPicPr>
          <p:cNvPr id="9" name="Graphic 8">
            <a:extLst>
              <a:ext uri="{FF2B5EF4-FFF2-40B4-BE49-F238E27FC236}">
                <a16:creationId xmlns:a16="http://schemas.microsoft.com/office/drawing/2014/main" id="{B8B09FA7-0368-CA42-9C8A-2E48C9D933B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336C8641-33A4-5C4F-9DA7-173CE0A509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4536EE17-66CB-DB42-BBD8-8F288A5837A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8250370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2F422BAE-8942-5945-8107-A11B1B5BB16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79117891-6452-0048-963A-6E5C5F95F90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
        <p:nvSpPr>
          <p:cNvPr id="19" name="Text Placeholder 6">
            <a:extLst>
              <a:ext uri="{FF2B5EF4-FFF2-40B4-BE49-F238E27FC236}">
                <a16:creationId xmlns:a16="http://schemas.microsoft.com/office/drawing/2014/main" id="{FD62A0E5-A248-554A-A834-720A8AF128B8}"/>
              </a:ext>
            </a:extLst>
          </p:cNvPr>
          <p:cNvSpPr>
            <a:spLocks noGrp="1"/>
          </p:cNvSpPr>
          <p:nvPr>
            <p:ph type="body" sz="quarter" idx="23"/>
          </p:nvPr>
        </p:nvSpPr>
        <p:spPr>
          <a:xfrm>
            <a:off x="6477000" y="621793"/>
            <a:ext cx="17154144" cy="3488134"/>
          </a:xfrm>
          <a:prstGeom prst="rect">
            <a:avLst/>
          </a:prstGeom>
        </p:spPr>
        <p:txBody>
          <a:bodyPr lIns="182880">
            <a:spAutoFit/>
          </a:bodyPr>
          <a:lstStyle>
            <a:lvl1pPr marL="285750" marR="0" indent="-28575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346141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Image Slide - case study">
    <p:spTree>
      <p:nvGrpSpPr>
        <p:cNvPr id="1" name=""/>
        <p:cNvGrpSpPr/>
        <p:nvPr/>
      </p:nvGrpSpPr>
      <p:grpSpPr>
        <a:xfrm>
          <a:off x="0" y="0"/>
          <a:ext cx="0" cy="0"/>
          <a:chOff x="0" y="0"/>
          <a:chExt cx="0" cy="0"/>
        </a:xfrm>
      </p:grpSpPr>
      <p:sp>
        <p:nvSpPr>
          <p:cNvPr id="11" name="Picture Placeholder 4">
            <a:extLst>
              <a:ext uri="{FF2B5EF4-FFF2-40B4-BE49-F238E27FC236}">
                <a16:creationId xmlns:a16="http://schemas.microsoft.com/office/drawing/2014/main" id="{7C7733D8-84F1-0447-9A12-FCC275403537}"/>
              </a:ext>
            </a:extLst>
          </p:cNvPr>
          <p:cNvSpPr>
            <a:spLocks noGrp="1"/>
          </p:cNvSpPr>
          <p:nvPr>
            <p:ph type="pic" sz="quarter" idx="18" hasCustomPrompt="1"/>
          </p:nvPr>
        </p:nvSpPr>
        <p:spPr>
          <a:xfrm>
            <a:off x="14538706" y="0"/>
            <a:ext cx="9838944" cy="553998"/>
          </a:xfrm>
          <a:prstGeom prst="rect">
            <a:avLst/>
          </a:prstGeom>
        </p:spPr>
        <p:txBody>
          <a:bodyPr/>
          <a:lstStyle>
            <a:lvl1pPr marL="0" marR="0" indent="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None/>
              <a:tabLst/>
              <a:defRPr/>
            </a:lvl1pPr>
          </a:lstStyle>
          <a:p>
            <a:pPr marL="285750" marR="0" lvl="0" indent="-28575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pPr>
            <a:r>
              <a:rPr lang="en-US"/>
              <a:t>Image Size: 5.38” x 7.5”</a:t>
            </a:r>
          </a:p>
        </p:txBody>
      </p:sp>
      <p:sp>
        <p:nvSpPr>
          <p:cNvPr id="9" name="Picture Placeholder 8">
            <a:extLst>
              <a:ext uri="{FF2B5EF4-FFF2-40B4-BE49-F238E27FC236}">
                <a16:creationId xmlns:a16="http://schemas.microsoft.com/office/drawing/2014/main" id="{F8BB2227-3D4D-4CC6-A74E-E59F4C42E1E7}"/>
              </a:ext>
            </a:extLst>
          </p:cNvPr>
          <p:cNvSpPr>
            <a:spLocks noGrp="1"/>
          </p:cNvSpPr>
          <p:nvPr>
            <p:ph type="pic" sz="quarter" idx="17" hasCustomPrompt="1"/>
          </p:nvPr>
        </p:nvSpPr>
        <p:spPr>
          <a:xfrm>
            <a:off x="10659995" y="12497521"/>
            <a:ext cx="3333750" cy="553998"/>
          </a:xfrm>
          <a:prstGeom prst="rect">
            <a:avLst/>
          </a:prstGeom>
        </p:spPr>
        <p:txBody>
          <a:bodyPr anchor="ctr" anchorCtr="0"/>
          <a:lstStyle>
            <a:lvl1pPr marL="0" indent="0" algn="ctr">
              <a:buNone/>
              <a:defRPr b="0">
                <a:solidFill>
                  <a:schemeClr val="tx1"/>
                </a:solidFill>
                <a:highlight>
                  <a:srgbClr val="FFFF00"/>
                </a:highlight>
              </a:defRPr>
            </a:lvl1pPr>
          </a:lstStyle>
          <a:p>
            <a:r>
              <a:rPr lang="en-US"/>
              <a:t>LOGO</a:t>
            </a:r>
          </a:p>
        </p:txBody>
      </p:sp>
      <p:pic>
        <p:nvPicPr>
          <p:cNvPr id="5" name="Graphic 4">
            <a:extLst>
              <a:ext uri="{FF2B5EF4-FFF2-40B4-BE49-F238E27FC236}">
                <a16:creationId xmlns:a16="http://schemas.microsoft.com/office/drawing/2014/main" id="{A69AB107-F3A5-DE49-9656-1D28E392B3E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230107149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2" name="Graphic 11">
            <a:extLst>
              <a:ext uri="{FF2B5EF4-FFF2-40B4-BE49-F238E27FC236}">
                <a16:creationId xmlns:a16="http://schemas.microsoft.com/office/drawing/2014/main" id="{855C35C3-B5B3-484A-A7C7-CDC7F3EAC5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C71E9504-2C71-DF49-8C52-11EB893E693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67AAD467-AB33-084D-85C9-C24EC0BEEE68}"/>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
        <p:nvSpPr>
          <p:cNvPr id="13" name="Text Placeholder 6">
            <a:extLst>
              <a:ext uri="{FF2B5EF4-FFF2-40B4-BE49-F238E27FC236}">
                <a16:creationId xmlns:a16="http://schemas.microsoft.com/office/drawing/2014/main" id="{B48B9AFD-8D2A-7742-85F5-9C9AA8908214}"/>
              </a:ext>
            </a:extLst>
          </p:cNvPr>
          <p:cNvSpPr>
            <a:spLocks noGrp="1"/>
          </p:cNvSpPr>
          <p:nvPr>
            <p:ph type="body" sz="quarter" idx="23"/>
          </p:nvPr>
        </p:nvSpPr>
        <p:spPr>
          <a:xfrm>
            <a:off x="6477000" y="621793"/>
            <a:ext cx="17154144" cy="3488134"/>
          </a:xfrm>
          <a:prstGeom prst="rect">
            <a:avLst/>
          </a:prstGeom>
        </p:spPr>
        <p:txBody>
          <a:bodyPr lIns="182880">
            <a:spAutoFit/>
          </a:bodyPr>
          <a:lstStyle>
            <a:lvl1pPr marL="285750" marR="0" indent="-28575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184089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sp>
        <p:nvSpPr>
          <p:cNvPr id="10" name="Text Placeholder 2">
            <a:extLst>
              <a:ext uri="{FF2B5EF4-FFF2-40B4-BE49-F238E27FC236}">
                <a16:creationId xmlns:a16="http://schemas.microsoft.com/office/drawing/2014/main" id="{D4D50CFA-DD46-479A-871F-605CCAC6B671}"/>
              </a:ext>
            </a:extLst>
          </p:cNvPr>
          <p:cNvSpPr>
            <a:spLocks noGrp="1"/>
          </p:cNvSpPr>
          <p:nvPr>
            <p:ph idx="1"/>
          </p:nvPr>
        </p:nvSpPr>
        <p:spPr>
          <a:xfrm>
            <a:off x="6477003" y="624971"/>
            <a:ext cx="17160602"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Graphic 10">
            <a:extLst>
              <a:ext uri="{FF2B5EF4-FFF2-40B4-BE49-F238E27FC236}">
                <a16:creationId xmlns:a16="http://schemas.microsoft.com/office/drawing/2014/main" id="{85D6DF84-7473-9D43-9A0F-FDEC904115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48748410-6EFE-A249-927D-70B7A0DF1CE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9FF8626B-572A-5841-BDEC-6538B51FA2A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4523916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matchingName="Title">
  <p:cSld name="Title">
    <p:bg>
      <p:bgPr>
        <a:solidFill>
          <a:schemeClr val="lt1"/>
        </a:solidFill>
        <a:effectLst/>
      </p:bgPr>
    </p:bg>
    <p:spTree>
      <p:nvGrpSpPr>
        <p:cNvPr id="1" name="Shape 13"/>
        <p:cNvGrpSpPr/>
        <p:nvPr/>
      </p:nvGrpSpPr>
      <p:grpSpPr>
        <a:xfrm>
          <a:off x="0" y="0"/>
          <a:ext cx="0" cy="0"/>
          <a:chOff x="0" y="0"/>
          <a:chExt cx="0" cy="0"/>
        </a:xfrm>
      </p:grpSpPr>
      <p:pic>
        <p:nvPicPr>
          <p:cNvPr id="14" name="Google Shape;14;p12"/>
          <p:cNvPicPr preferRelativeResize="0"/>
          <p:nvPr/>
        </p:nvPicPr>
        <p:blipFill rotWithShape="1">
          <a:blip r:embed="rId2">
            <a:alphaModFix/>
          </a:blip>
          <a:srcRect/>
          <a:stretch/>
        </p:blipFill>
        <p:spPr>
          <a:xfrm>
            <a:off x="1099629" y="11937201"/>
            <a:ext cx="4304950" cy="1334534"/>
          </a:xfrm>
          <a:prstGeom prst="rect">
            <a:avLst/>
          </a:prstGeom>
          <a:noFill/>
          <a:ln>
            <a:noFill/>
          </a:ln>
        </p:spPr>
      </p:pic>
      <p:sp>
        <p:nvSpPr>
          <p:cNvPr id="15" name="Google Shape;15;p12"/>
          <p:cNvSpPr txBox="1">
            <a:spLocks noGrp="1"/>
          </p:cNvSpPr>
          <p:nvPr>
            <p:ph type="body" idx="1"/>
          </p:nvPr>
        </p:nvSpPr>
        <p:spPr>
          <a:xfrm>
            <a:off x="1101601" y="9020336"/>
            <a:ext cx="11088118" cy="507831"/>
          </a:xfrm>
          <a:prstGeom prst="rect">
            <a:avLst/>
          </a:prstGeom>
          <a:noFill/>
          <a:ln>
            <a:noFill/>
          </a:ln>
        </p:spPr>
        <p:txBody>
          <a:bodyPr spcFirstLastPara="1" wrap="square" lIns="0" tIns="0" rIns="0" bIns="0" anchor="t" anchorCtr="0">
            <a:spAutoFit/>
          </a:bodyPr>
          <a:lstStyle>
            <a:lvl1pPr marL="914400" lvl="0" indent="-635000" algn="l">
              <a:lnSpc>
                <a:spcPct val="100000"/>
              </a:lnSpc>
              <a:spcBef>
                <a:spcPts val="600"/>
              </a:spcBef>
              <a:spcAft>
                <a:spcPts val="0"/>
              </a:spcAft>
              <a:buClr>
                <a:schemeClr val="dk1"/>
              </a:buClr>
              <a:buSzPts val="1400"/>
              <a:buChar char="​"/>
              <a:defRPr sz="2800"/>
            </a:lvl1pPr>
            <a:lvl2pPr marL="1828800" lvl="1" indent="-708660" algn="l">
              <a:lnSpc>
                <a:spcPct val="100000"/>
              </a:lnSpc>
              <a:spcBef>
                <a:spcPts val="600"/>
              </a:spcBef>
              <a:spcAft>
                <a:spcPts val="0"/>
              </a:spcAft>
              <a:buClr>
                <a:schemeClr val="dk1"/>
              </a:buClr>
              <a:buSzPts val="1980"/>
              <a:buChar char="•"/>
              <a:defRPr/>
            </a:lvl2pPr>
            <a:lvl3pPr marL="2743200" lvl="2" indent="-708660" algn="l">
              <a:lnSpc>
                <a:spcPct val="100000"/>
              </a:lnSpc>
              <a:spcBef>
                <a:spcPts val="600"/>
              </a:spcBef>
              <a:spcAft>
                <a:spcPts val="0"/>
              </a:spcAft>
              <a:buClr>
                <a:schemeClr val="dk1"/>
              </a:buClr>
              <a:buSzPts val="1980"/>
              <a:buChar char="‒"/>
              <a:defRPr/>
            </a:lvl3pPr>
            <a:lvl4pPr marL="3657600" lvl="3" indent="-685800" algn="l">
              <a:lnSpc>
                <a:spcPct val="100000"/>
              </a:lnSpc>
              <a:spcBef>
                <a:spcPts val="600"/>
              </a:spcBef>
              <a:spcAft>
                <a:spcPts val="0"/>
              </a:spcAft>
              <a:buClr>
                <a:schemeClr val="dk1"/>
              </a:buClr>
              <a:buSzPts val="1800"/>
              <a:buChar char="•"/>
              <a:defRPr/>
            </a:lvl4pPr>
            <a:lvl5pPr marL="4572000" lvl="4" indent="-685800" algn="l">
              <a:lnSpc>
                <a:spcPct val="100000"/>
              </a:lnSpc>
              <a:spcBef>
                <a:spcPts val="600"/>
              </a:spcBef>
              <a:spcAft>
                <a:spcPts val="0"/>
              </a:spcAft>
              <a:buClr>
                <a:schemeClr val="dk1"/>
              </a:buClr>
              <a:buSzPts val="1800"/>
              <a:buChar char="̶"/>
              <a:defRPr/>
            </a:lvl5pPr>
            <a:lvl6pPr marL="5486400" lvl="5" indent="-685800" algn="l">
              <a:lnSpc>
                <a:spcPct val="100000"/>
              </a:lnSpc>
              <a:spcBef>
                <a:spcPts val="600"/>
              </a:spcBef>
              <a:spcAft>
                <a:spcPts val="0"/>
              </a:spcAft>
              <a:buClr>
                <a:schemeClr val="dk1"/>
              </a:buClr>
              <a:buSzPts val="1800"/>
              <a:buChar char="▫"/>
              <a:defRPr/>
            </a:lvl6pPr>
            <a:lvl7pPr marL="6400800" lvl="6" indent="-685800" algn="l">
              <a:lnSpc>
                <a:spcPct val="100000"/>
              </a:lnSpc>
              <a:spcBef>
                <a:spcPts val="600"/>
              </a:spcBef>
              <a:spcAft>
                <a:spcPts val="0"/>
              </a:spcAft>
              <a:buClr>
                <a:schemeClr val="dk1"/>
              </a:buClr>
              <a:buSzPts val="1800"/>
              <a:buChar char="▫"/>
              <a:defRPr/>
            </a:lvl7pPr>
            <a:lvl8pPr marL="7315200" lvl="7" indent="-685800" algn="l">
              <a:lnSpc>
                <a:spcPct val="100000"/>
              </a:lnSpc>
              <a:spcBef>
                <a:spcPts val="600"/>
              </a:spcBef>
              <a:spcAft>
                <a:spcPts val="0"/>
              </a:spcAft>
              <a:buClr>
                <a:schemeClr val="dk1"/>
              </a:buClr>
              <a:buSzPts val="1800"/>
              <a:buChar char="▫"/>
              <a:defRPr/>
            </a:lvl8pPr>
            <a:lvl9pPr marL="8229600" lvl="8" indent="-685800" algn="l">
              <a:lnSpc>
                <a:spcPct val="100000"/>
              </a:lnSpc>
              <a:spcBef>
                <a:spcPts val="600"/>
              </a:spcBef>
              <a:spcAft>
                <a:spcPts val="600"/>
              </a:spcAft>
              <a:buClr>
                <a:schemeClr val="dk1"/>
              </a:buClr>
              <a:buSzPts val="1800"/>
              <a:buChar char="▫"/>
              <a:defRPr/>
            </a:lvl9pPr>
          </a:lstStyle>
          <a:p>
            <a:endParaRPr/>
          </a:p>
        </p:txBody>
      </p:sp>
      <p:sp>
        <p:nvSpPr>
          <p:cNvPr id="16" name="Google Shape;16;p12"/>
          <p:cNvSpPr txBox="1">
            <a:spLocks noGrp="1"/>
          </p:cNvSpPr>
          <p:nvPr>
            <p:ph type="subTitle" idx="2"/>
          </p:nvPr>
        </p:nvSpPr>
        <p:spPr>
          <a:xfrm>
            <a:off x="1103883" y="8185119"/>
            <a:ext cx="11088118" cy="692497"/>
          </a:xfrm>
          <a:prstGeom prst="rect">
            <a:avLst/>
          </a:prstGeom>
          <a:noFill/>
          <a:ln>
            <a:noFill/>
          </a:ln>
        </p:spPr>
        <p:txBody>
          <a:bodyPr spcFirstLastPara="1" wrap="square" lIns="0" tIns="0" rIns="0" bIns="0" anchor="t" anchorCtr="0">
            <a:spAutoFit/>
          </a:bodyPr>
          <a:lstStyle>
            <a:lvl1pPr lvl="0" algn="l">
              <a:lnSpc>
                <a:spcPct val="100000"/>
              </a:lnSpc>
              <a:spcBef>
                <a:spcPts val="600"/>
              </a:spcBef>
              <a:spcAft>
                <a:spcPts val="0"/>
              </a:spcAft>
              <a:buClr>
                <a:schemeClr val="dk1"/>
              </a:buClr>
              <a:buSzPts val="2000"/>
              <a:buChar char="​"/>
              <a:defRPr sz="4000"/>
            </a:lvl1pPr>
            <a:lvl2pPr lvl="1" algn="l">
              <a:lnSpc>
                <a:spcPct val="100000"/>
              </a:lnSpc>
              <a:spcBef>
                <a:spcPts val="600"/>
              </a:spcBef>
              <a:spcAft>
                <a:spcPts val="0"/>
              </a:spcAft>
              <a:buClr>
                <a:schemeClr val="dk1"/>
              </a:buClr>
              <a:buSzPts val="1980"/>
              <a:buChar char="•"/>
              <a:defRPr/>
            </a:lvl2pPr>
            <a:lvl3pPr lvl="2" algn="l">
              <a:lnSpc>
                <a:spcPct val="100000"/>
              </a:lnSpc>
              <a:spcBef>
                <a:spcPts val="600"/>
              </a:spcBef>
              <a:spcAft>
                <a:spcPts val="0"/>
              </a:spcAft>
              <a:buClr>
                <a:schemeClr val="dk1"/>
              </a:buClr>
              <a:buSzPts val="1980"/>
              <a:buChar char="‒"/>
              <a:defRPr/>
            </a:lvl3pPr>
            <a:lvl4pPr lvl="3" algn="l">
              <a:lnSpc>
                <a:spcPct val="100000"/>
              </a:lnSpc>
              <a:spcBef>
                <a:spcPts val="600"/>
              </a:spcBef>
              <a:spcAft>
                <a:spcPts val="0"/>
              </a:spcAft>
              <a:buClr>
                <a:schemeClr val="dk1"/>
              </a:buClr>
              <a:buSzPts val="1800"/>
              <a:buChar char="•"/>
              <a:defRPr/>
            </a:lvl4pPr>
            <a:lvl5pPr lvl="4" algn="l">
              <a:lnSpc>
                <a:spcPct val="100000"/>
              </a:lnSpc>
              <a:spcBef>
                <a:spcPts val="600"/>
              </a:spcBef>
              <a:spcAft>
                <a:spcPts val="0"/>
              </a:spcAft>
              <a:buClr>
                <a:schemeClr val="dk1"/>
              </a:buClr>
              <a:buSzPts val="1800"/>
              <a:buChar char="̶"/>
              <a:defRPr/>
            </a:lvl5pPr>
            <a:lvl6pPr lvl="5" algn="l">
              <a:lnSpc>
                <a:spcPct val="100000"/>
              </a:lnSpc>
              <a:spcBef>
                <a:spcPts val="600"/>
              </a:spcBef>
              <a:spcAft>
                <a:spcPts val="0"/>
              </a:spcAft>
              <a:buClr>
                <a:schemeClr val="dk1"/>
              </a:buClr>
              <a:buSzPts val="1800"/>
              <a:buChar char="▫"/>
              <a:defRPr/>
            </a:lvl6pPr>
            <a:lvl7pPr lvl="6" algn="l">
              <a:lnSpc>
                <a:spcPct val="100000"/>
              </a:lnSpc>
              <a:spcBef>
                <a:spcPts val="600"/>
              </a:spcBef>
              <a:spcAft>
                <a:spcPts val="0"/>
              </a:spcAft>
              <a:buClr>
                <a:schemeClr val="dk1"/>
              </a:buClr>
              <a:buSzPts val="1800"/>
              <a:buChar char="▫"/>
              <a:defRPr/>
            </a:lvl7pPr>
            <a:lvl8pPr lvl="7" algn="l">
              <a:lnSpc>
                <a:spcPct val="100000"/>
              </a:lnSpc>
              <a:spcBef>
                <a:spcPts val="600"/>
              </a:spcBef>
              <a:spcAft>
                <a:spcPts val="0"/>
              </a:spcAft>
              <a:buClr>
                <a:schemeClr val="dk1"/>
              </a:buClr>
              <a:buSzPts val="1800"/>
              <a:buChar char="▫"/>
              <a:defRPr/>
            </a:lvl8pPr>
            <a:lvl9pPr lvl="8" algn="l">
              <a:lnSpc>
                <a:spcPct val="100000"/>
              </a:lnSpc>
              <a:spcBef>
                <a:spcPts val="600"/>
              </a:spcBef>
              <a:spcAft>
                <a:spcPts val="600"/>
              </a:spcAft>
              <a:buClr>
                <a:schemeClr val="dk1"/>
              </a:buClr>
              <a:buSzPts val="1800"/>
              <a:buChar char="▫"/>
              <a:defRPr/>
            </a:lvl9pPr>
          </a:lstStyle>
          <a:p>
            <a:endParaRPr/>
          </a:p>
        </p:txBody>
      </p:sp>
      <p:sp>
        <p:nvSpPr>
          <p:cNvPr id="17" name="Google Shape;17;p12"/>
          <p:cNvSpPr txBox="1">
            <a:spLocks noGrp="1"/>
          </p:cNvSpPr>
          <p:nvPr>
            <p:ph type="title"/>
          </p:nvPr>
        </p:nvSpPr>
        <p:spPr>
          <a:xfrm>
            <a:off x="1103883" y="6588810"/>
            <a:ext cx="11088118" cy="1354217"/>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dk1"/>
              </a:buClr>
              <a:buSzPts val="4400"/>
              <a:buFont typeface="Aktiv Grotesk"/>
              <a:buNone/>
              <a:defRPr sz="88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8" name="Google Shape;18;p12"/>
          <p:cNvPicPr preferRelativeResize="0"/>
          <p:nvPr/>
        </p:nvPicPr>
        <p:blipFill rotWithShape="1">
          <a:blip r:embed="rId3">
            <a:alphaModFix/>
          </a:blip>
          <a:srcRect/>
          <a:stretch/>
        </p:blipFill>
        <p:spPr>
          <a:xfrm>
            <a:off x="13457730" y="0"/>
            <a:ext cx="9822388" cy="13716000"/>
          </a:xfrm>
          <a:prstGeom prst="rect">
            <a:avLst/>
          </a:prstGeom>
          <a:noFill/>
          <a:ln>
            <a:noFill/>
          </a:ln>
        </p:spPr>
      </p:pic>
    </p:spTree>
    <p:extLst>
      <p:ext uri="{BB962C8B-B14F-4D97-AF65-F5344CB8AC3E}">
        <p14:creationId xmlns:p14="http://schemas.microsoft.com/office/powerpoint/2010/main" val="16574942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1_Default">
  <p:cSld name="1_Default">
    <p:spTree>
      <p:nvGrpSpPr>
        <p:cNvPr id="1" name="Shape 24"/>
        <p:cNvGrpSpPr/>
        <p:nvPr/>
      </p:nvGrpSpPr>
      <p:grpSpPr>
        <a:xfrm>
          <a:off x="0" y="0"/>
          <a:ext cx="0" cy="0"/>
          <a:chOff x="0" y="0"/>
          <a:chExt cx="0" cy="0"/>
        </a:xfrm>
      </p:grpSpPr>
      <p:sp>
        <p:nvSpPr>
          <p:cNvPr id="25" name="Google Shape;25;p34"/>
          <p:cNvSpPr/>
          <p:nvPr/>
        </p:nvSpPr>
        <p:spPr>
          <a:xfrm>
            <a:off x="0" y="0"/>
            <a:ext cx="24384000" cy="13716000"/>
          </a:xfrm>
          <a:prstGeom prst="rect">
            <a:avLst/>
          </a:prstGeom>
          <a:gradFill>
            <a:gsLst>
              <a:gs pos="0">
                <a:srgbClr val="C50034"/>
              </a:gs>
              <a:gs pos="100000">
                <a:srgbClr val="8B0084">
                  <a:alpha val="84313"/>
                </a:srgbClr>
              </a:gs>
            </a:gsLst>
            <a:lin ang="3000000" scaled="0"/>
          </a:gradFill>
          <a:ln>
            <a:noFill/>
          </a:ln>
        </p:spPr>
        <p:txBody>
          <a:bodyPr spcFirstLastPara="1" wrap="square" lIns="182850" tIns="91400" rIns="182850" bIns="91400" anchor="ctr" anchorCtr="0">
            <a:noAutofit/>
          </a:bodyPr>
          <a:lstStyle/>
          <a:p>
            <a:pPr marL="0" marR="0" lvl="0" indent="0" algn="ctr" rtl="0">
              <a:lnSpc>
                <a:spcPct val="100000"/>
              </a:lnSpc>
              <a:spcBef>
                <a:spcPts val="0"/>
              </a:spcBef>
              <a:spcAft>
                <a:spcPts val="0"/>
              </a:spcAft>
              <a:buClr>
                <a:schemeClr val="lt1"/>
              </a:buClr>
              <a:buSzPts val="1500"/>
              <a:buFont typeface="Aktiv Grotesk"/>
              <a:buNone/>
            </a:pPr>
            <a:endParaRPr sz="3000" b="1" i="0" u="none" strike="noStrike" cap="none">
              <a:solidFill>
                <a:srgbClr val="FFFFFF"/>
              </a:solidFill>
              <a:latin typeface="Aktiv Grotesk"/>
              <a:ea typeface="Aktiv Grotesk"/>
              <a:cs typeface="Aktiv Grotesk"/>
              <a:sym typeface="Aktiv Grotesk"/>
            </a:endParaRPr>
          </a:p>
        </p:txBody>
      </p:sp>
      <p:sp>
        <p:nvSpPr>
          <p:cNvPr id="26" name="Google Shape;26;p34"/>
          <p:cNvSpPr/>
          <p:nvPr/>
        </p:nvSpPr>
        <p:spPr>
          <a:xfrm>
            <a:off x="1107944" y="12931792"/>
            <a:ext cx="2192448" cy="436740"/>
          </a:xfrm>
          <a:custGeom>
            <a:avLst/>
            <a:gdLst/>
            <a:ahLst/>
            <a:cxnLst/>
            <a:rect l="l" t="t" r="r" b="b"/>
            <a:pathLst>
              <a:path w="5691" h="1139" extrusionOk="0">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lt1"/>
          </a:solidFill>
          <a:ln>
            <a:noFill/>
          </a:ln>
        </p:spPr>
        <p:txBody>
          <a:bodyPr spcFirstLastPara="1" wrap="square" lIns="182800" tIns="91400" rIns="182800" bIns="91400" anchor="t" anchorCtr="0">
            <a:noAutofit/>
          </a:bodyPr>
          <a:lstStyle/>
          <a:p>
            <a:pPr marL="0" marR="0" lvl="0" indent="0" algn="l" rtl="0">
              <a:lnSpc>
                <a:spcPct val="100000"/>
              </a:lnSpc>
              <a:spcBef>
                <a:spcPts val="0"/>
              </a:spcBef>
              <a:spcAft>
                <a:spcPts val="0"/>
              </a:spcAft>
              <a:buClr>
                <a:srgbClr val="000000"/>
              </a:buClr>
              <a:buSzPts val="450"/>
              <a:buFont typeface="Aktiv Grotesk"/>
              <a:buNone/>
            </a:pPr>
            <a:endParaRPr sz="1800" b="0" i="0" u="none" strike="noStrike" cap="none">
              <a:solidFill>
                <a:schemeClr val="dk1"/>
              </a:solidFill>
              <a:latin typeface="Aktiv Grotesk"/>
              <a:ea typeface="Aktiv Grotesk"/>
              <a:cs typeface="Aktiv Grotesk"/>
              <a:sym typeface="Aktiv Grotesk"/>
            </a:endParaRPr>
          </a:p>
        </p:txBody>
      </p:sp>
      <p:sp>
        <p:nvSpPr>
          <p:cNvPr id="27" name="Google Shape;27;p34"/>
          <p:cNvSpPr txBox="1">
            <a:spLocks noGrp="1"/>
          </p:cNvSpPr>
          <p:nvPr>
            <p:ph type="title"/>
          </p:nvPr>
        </p:nvSpPr>
        <p:spPr>
          <a:xfrm>
            <a:off x="1109472" y="344425"/>
            <a:ext cx="22165056" cy="95410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lt1"/>
              </a:buClr>
              <a:buSzPts val="2500"/>
              <a:buFont typeface="Aktiv Grotesk"/>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4"/>
          <p:cNvSpPr txBox="1">
            <a:spLocks noGrp="1"/>
          </p:cNvSpPr>
          <p:nvPr>
            <p:ph type="subTitle" idx="1"/>
          </p:nvPr>
        </p:nvSpPr>
        <p:spPr>
          <a:xfrm>
            <a:off x="1109472" y="1215453"/>
            <a:ext cx="22165056" cy="630942"/>
          </a:xfrm>
          <a:prstGeom prst="rect">
            <a:avLst/>
          </a:prstGeom>
          <a:noFill/>
          <a:ln>
            <a:noFill/>
          </a:ln>
        </p:spPr>
        <p:txBody>
          <a:bodyPr spcFirstLastPara="1" wrap="square" lIns="0" tIns="0" rIns="0" bIns="0" anchor="t" anchorCtr="0">
            <a:spAutoFit/>
          </a:bodyPr>
          <a:lstStyle>
            <a:lvl1pPr lvl="0" algn="l">
              <a:lnSpc>
                <a:spcPct val="100000"/>
              </a:lnSpc>
              <a:spcBef>
                <a:spcPts val="600"/>
              </a:spcBef>
              <a:spcAft>
                <a:spcPts val="0"/>
              </a:spcAft>
              <a:buClr>
                <a:schemeClr val="lt1"/>
              </a:buClr>
              <a:buSzPts val="1800"/>
              <a:buChar char="​"/>
              <a:defRPr sz="3600" b="0">
                <a:solidFill>
                  <a:schemeClr val="lt1"/>
                </a:solidFill>
              </a:defRPr>
            </a:lvl1pPr>
            <a:lvl2pPr lvl="1" algn="l">
              <a:lnSpc>
                <a:spcPct val="100000"/>
              </a:lnSpc>
              <a:spcBef>
                <a:spcPts val="600"/>
              </a:spcBef>
              <a:spcAft>
                <a:spcPts val="0"/>
              </a:spcAft>
              <a:buClr>
                <a:schemeClr val="dk1"/>
              </a:buClr>
              <a:buSzPts val="1980"/>
              <a:buChar char="•"/>
              <a:defRPr/>
            </a:lvl2pPr>
            <a:lvl3pPr lvl="2" algn="l">
              <a:lnSpc>
                <a:spcPct val="100000"/>
              </a:lnSpc>
              <a:spcBef>
                <a:spcPts val="600"/>
              </a:spcBef>
              <a:spcAft>
                <a:spcPts val="0"/>
              </a:spcAft>
              <a:buClr>
                <a:schemeClr val="dk1"/>
              </a:buClr>
              <a:buSzPts val="1980"/>
              <a:buChar char="‒"/>
              <a:defRPr/>
            </a:lvl3pPr>
            <a:lvl4pPr lvl="3" algn="l">
              <a:lnSpc>
                <a:spcPct val="100000"/>
              </a:lnSpc>
              <a:spcBef>
                <a:spcPts val="600"/>
              </a:spcBef>
              <a:spcAft>
                <a:spcPts val="0"/>
              </a:spcAft>
              <a:buClr>
                <a:schemeClr val="dk1"/>
              </a:buClr>
              <a:buSzPts val="1800"/>
              <a:buChar char="•"/>
              <a:defRPr/>
            </a:lvl4pPr>
            <a:lvl5pPr lvl="4" algn="l">
              <a:lnSpc>
                <a:spcPct val="100000"/>
              </a:lnSpc>
              <a:spcBef>
                <a:spcPts val="600"/>
              </a:spcBef>
              <a:spcAft>
                <a:spcPts val="0"/>
              </a:spcAft>
              <a:buClr>
                <a:schemeClr val="dk1"/>
              </a:buClr>
              <a:buSzPts val="1800"/>
              <a:buChar char="̶"/>
              <a:defRPr/>
            </a:lvl5pPr>
            <a:lvl6pPr lvl="5" algn="l">
              <a:lnSpc>
                <a:spcPct val="100000"/>
              </a:lnSpc>
              <a:spcBef>
                <a:spcPts val="600"/>
              </a:spcBef>
              <a:spcAft>
                <a:spcPts val="0"/>
              </a:spcAft>
              <a:buClr>
                <a:schemeClr val="dk1"/>
              </a:buClr>
              <a:buSzPts val="1800"/>
              <a:buChar char="▫"/>
              <a:defRPr/>
            </a:lvl6pPr>
            <a:lvl7pPr lvl="6" algn="l">
              <a:lnSpc>
                <a:spcPct val="100000"/>
              </a:lnSpc>
              <a:spcBef>
                <a:spcPts val="600"/>
              </a:spcBef>
              <a:spcAft>
                <a:spcPts val="0"/>
              </a:spcAft>
              <a:buClr>
                <a:schemeClr val="dk1"/>
              </a:buClr>
              <a:buSzPts val="1800"/>
              <a:buChar char="▫"/>
              <a:defRPr/>
            </a:lvl7pPr>
            <a:lvl8pPr lvl="7" algn="l">
              <a:lnSpc>
                <a:spcPct val="100000"/>
              </a:lnSpc>
              <a:spcBef>
                <a:spcPts val="600"/>
              </a:spcBef>
              <a:spcAft>
                <a:spcPts val="0"/>
              </a:spcAft>
              <a:buClr>
                <a:schemeClr val="dk1"/>
              </a:buClr>
              <a:buSzPts val="1800"/>
              <a:buChar char="▫"/>
              <a:defRPr/>
            </a:lvl8pPr>
            <a:lvl9pPr lvl="8" algn="l">
              <a:lnSpc>
                <a:spcPct val="100000"/>
              </a:lnSpc>
              <a:spcBef>
                <a:spcPts val="600"/>
              </a:spcBef>
              <a:spcAft>
                <a:spcPts val="600"/>
              </a:spcAft>
              <a:buClr>
                <a:schemeClr val="dk1"/>
              </a:buClr>
              <a:buSzPts val="1800"/>
              <a:buChar char="▫"/>
              <a:defRPr/>
            </a:lvl9pPr>
          </a:lstStyle>
          <a:p>
            <a:endParaRPr/>
          </a:p>
        </p:txBody>
      </p:sp>
      <p:sp>
        <p:nvSpPr>
          <p:cNvPr id="29" name="Google Shape;29;p34"/>
          <p:cNvSpPr/>
          <p:nvPr/>
        </p:nvSpPr>
        <p:spPr>
          <a:xfrm>
            <a:off x="22625051" y="12997508"/>
            <a:ext cx="651002" cy="276999"/>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000000"/>
              </a:buClr>
              <a:buSzPts val="900"/>
              <a:buFont typeface="Aktiv Grotesk"/>
              <a:buNone/>
            </a:pPr>
            <a:fld id="{00000000-1234-1234-1234-123412341234}" type="slidenum">
              <a:rPr lang="en-US" sz="1800" b="0" i="0" u="none" strike="noStrike" cap="none">
                <a:solidFill>
                  <a:schemeClr val="lt1"/>
                </a:solidFill>
                <a:latin typeface="Aktiv Grotesk"/>
                <a:ea typeface="Aktiv Grotesk"/>
                <a:cs typeface="Aktiv Grotesk"/>
                <a:sym typeface="Aktiv Grotesk"/>
              </a:rPr>
              <a:pPr marL="0" marR="0" lvl="0" indent="0" algn="r" rtl="0">
                <a:lnSpc>
                  <a:spcPct val="100000"/>
                </a:lnSpc>
                <a:spcBef>
                  <a:spcPts val="0"/>
                </a:spcBef>
                <a:spcAft>
                  <a:spcPts val="0"/>
                </a:spcAft>
                <a:buClr>
                  <a:srgbClr val="000000"/>
                </a:buClr>
                <a:buSzPts val="900"/>
                <a:buFont typeface="Aktiv Grotesk"/>
                <a:buNone/>
              </a:pPr>
              <a:t>‹#›</a:t>
            </a:fld>
            <a:endParaRPr sz="1800" b="0" i="0" u="none" strike="noStrike" cap="none">
              <a:solidFill>
                <a:schemeClr val="lt1"/>
              </a:solidFill>
              <a:latin typeface="Aktiv Grotesk"/>
              <a:ea typeface="Aktiv Grotesk"/>
              <a:cs typeface="Aktiv Grotesk"/>
              <a:sym typeface="Aktiv Grotesk"/>
            </a:endParaRPr>
          </a:p>
        </p:txBody>
      </p:sp>
      <p:sp>
        <p:nvSpPr>
          <p:cNvPr id="30" name="Google Shape;30;p34"/>
          <p:cNvSpPr txBox="1">
            <a:spLocks noGrp="1"/>
          </p:cNvSpPr>
          <p:nvPr>
            <p:ph type="body" idx="2"/>
          </p:nvPr>
        </p:nvSpPr>
        <p:spPr>
          <a:xfrm>
            <a:off x="1109470" y="83195"/>
            <a:ext cx="7686676" cy="323165"/>
          </a:xfrm>
          <a:prstGeom prst="rect">
            <a:avLst/>
          </a:prstGeom>
          <a:noFill/>
          <a:ln>
            <a:noFill/>
          </a:ln>
        </p:spPr>
        <p:txBody>
          <a:bodyPr spcFirstLastPara="1" wrap="square" lIns="0" tIns="0" rIns="0" bIns="0" anchor="t" anchorCtr="0">
            <a:spAutoFit/>
          </a:bodyPr>
          <a:lstStyle>
            <a:lvl1pPr marL="914400" lvl="0" indent="-558800" algn="l">
              <a:lnSpc>
                <a:spcPct val="100000"/>
              </a:lnSpc>
              <a:spcBef>
                <a:spcPts val="600"/>
              </a:spcBef>
              <a:spcAft>
                <a:spcPts val="0"/>
              </a:spcAft>
              <a:buClr>
                <a:schemeClr val="lt1"/>
              </a:buClr>
              <a:buSzPts val="800"/>
              <a:buChar char="​"/>
              <a:defRPr sz="1600" b="0">
                <a:solidFill>
                  <a:schemeClr val="lt1"/>
                </a:solidFill>
              </a:defRPr>
            </a:lvl1pPr>
            <a:lvl2pPr marL="1828800" lvl="1" indent="-708660" algn="l">
              <a:lnSpc>
                <a:spcPct val="100000"/>
              </a:lnSpc>
              <a:spcBef>
                <a:spcPts val="600"/>
              </a:spcBef>
              <a:spcAft>
                <a:spcPts val="0"/>
              </a:spcAft>
              <a:buClr>
                <a:schemeClr val="dk1"/>
              </a:buClr>
              <a:buSzPts val="1980"/>
              <a:buChar char="•"/>
              <a:defRPr/>
            </a:lvl2pPr>
            <a:lvl3pPr marL="2743200" lvl="2" indent="-708660" algn="l">
              <a:lnSpc>
                <a:spcPct val="100000"/>
              </a:lnSpc>
              <a:spcBef>
                <a:spcPts val="600"/>
              </a:spcBef>
              <a:spcAft>
                <a:spcPts val="0"/>
              </a:spcAft>
              <a:buClr>
                <a:schemeClr val="dk1"/>
              </a:buClr>
              <a:buSzPts val="1980"/>
              <a:buChar char="‒"/>
              <a:defRPr/>
            </a:lvl3pPr>
            <a:lvl4pPr marL="3657600" lvl="3" indent="-685800" algn="l">
              <a:lnSpc>
                <a:spcPct val="100000"/>
              </a:lnSpc>
              <a:spcBef>
                <a:spcPts val="600"/>
              </a:spcBef>
              <a:spcAft>
                <a:spcPts val="0"/>
              </a:spcAft>
              <a:buClr>
                <a:schemeClr val="dk1"/>
              </a:buClr>
              <a:buSzPts val="1800"/>
              <a:buChar char="•"/>
              <a:defRPr/>
            </a:lvl4pPr>
            <a:lvl5pPr marL="4572000" lvl="4" indent="-685800" algn="l">
              <a:lnSpc>
                <a:spcPct val="100000"/>
              </a:lnSpc>
              <a:spcBef>
                <a:spcPts val="600"/>
              </a:spcBef>
              <a:spcAft>
                <a:spcPts val="0"/>
              </a:spcAft>
              <a:buClr>
                <a:schemeClr val="dk1"/>
              </a:buClr>
              <a:buSzPts val="1800"/>
              <a:buChar char="̶"/>
              <a:defRPr/>
            </a:lvl5pPr>
            <a:lvl6pPr marL="5486400" lvl="5" indent="-685800" algn="l">
              <a:lnSpc>
                <a:spcPct val="100000"/>
              </a:lnSpc>
              <a:spcBef>
                <a:spcPts val="600"/>
              </a:spcBef>
              <a:spcAft>
                <a:spcPts val="0"/>
              </a:spcAft>
              <a:buClr>
                <a:schemeClr val="dk1"/>
              </a:buClr>
              <a:buSzPts val="1800"/>
              <a:buChar char="▫"/>
              <a:defRPr/>
            </a:lvl6pPr>
            <a:lvl7pPr marL="6400800" lvl="6" indent="-685800" algn="l">
              <a:lnSpc>
                <a:spcPct val="100000"/>
              </a:lnSpc>
              <a:spcBef>
                <a:spcPts val="600"/>
              </a:spcBef>
              <a:spcAft>
                <a:spcPts val="0"/>
              </a:spcAft>
              <a:buClr>
                <a:schemeClr val="dk1"/>
              </a:buClr>
              <a:buSzPts val="1800"/>
              <a:buChar char="▫"/>
              <a:defRPr/>
            </a:lvl7pPr>
            <a:lvl8pPr marL="7315200" lvl="7" indent="-685800" algn="l">
              <a:lnSpc>
                <a:spcPct val="100000"/>
              </a:lnSpc>
              <a:spcBef>
                <a:spcPts val="600"/>
              </a:spcBef>
              <a:spcAft>
                <a:spcPts val="0"/>
              </a:spcAft>
              <a:buClr>
                <a:schemeClr val="dk1"/>
              </a:buClr>
              <a:buSzPts val="1800"/>
              <a:buChar char="▫"/>
              <a:defRPr/>
            </a:lvl8pPr>
            <a:lvl9pPr marL="8229600" lvl="8" indent="-685800" algn="l">
              <a:lnSpc>
                <a:spcPct val="100000"/>
              </a:lnSpc>
              <a:spcBef>
                <a:spcPts val="600"/>
              </a:spcBef>
              <a:spcAft>
                <a:spcPts val="600"/>
              </a:spcAft>
              <a:buClr>
                <a:schemeClr val="dk1"/>
              </a:buClr>
              <a:buSzPts val="1800"/>
              <a:buChar char="▫"/>
              <a:defRPr/>
            </a:lvl9pPr>
          </a:lstStyle>
          <a:p>
            <a:endParaRPr/>
          </a:p>
        </p:txBody>
      </p:sp>
    </p:spTree>
    <p:extLst>
      <p:ext uri="{BB962C8B-B14F-4D97-AF65-F5344CB8AC3E}">
        <p14:creationId xmlns:p14="http://schemas.microsoft.com/office/powerpoint/2010/main" val="425112034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03"/>
        <p:cNvGrpSpPr/>
        <p:nvPr/>
      </p:nvGrpSpPr>
      <p:grpSpPr>
        <a:xfrm>
          <a:off x="0" y="0"/>
          <a:ext cx="0" cy="0"/>
          <a:chOff x="0" y="0"/>
          <a:chExt cx="0" cy="0"/>
        </a:xfrm>
      </p:grpSpPr>
      <p:sp>
        <p:nvSpPr>
          <p:cNvPr id="104" name="Google Shape;104;p49"/>
          <p:cNvSpPr txBox="1">
            <a:spLocks noGrp="1"/>
          </p:cNvSpPr>
          <p:nvPr>
            <p:ph type="title"/>
          </p:nvPr>
        </p:nvSpPr>
        <p:spPr>
          <a:xfrm>
            <a:off x="1109472" y="344425"/>
            <a:ext cx="22165056" cy="95410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accen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49"/>
          <p:cNvSpPr txBox="1"/>
          <p:nvPr/>
        </p:nvSpPr>
        <p:spPr>
          <a:xfrm>
            <a:off x="23304106" y="13280966"/>
            <a:ext cx="256480" cy="251159"/>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16"/>
              <a:buFont typeface="Aktiv Grotesk"/>
              <a:buNone/>
            </a:pPr>
            <a:fld id="{00000000-1234-1234-1234-123412341234}" type="slidenum">
              <a:rPr lang="en-US" sz="1632" b="0" i="0" u="none" strike="noStrike" cap="none">
                <a:solidFill>
                  <a:srgbClr val="808080"/>
                </a:solidFill>
                <a:latin typeface="Aktiv Grotesk"/>
                <a:ea typeface="Aktiv Grotesk"/>
                <a:cs typeface="Aktiv Grotesk"/>
                <a:sym typeface="Aktiv Grotesk"/>
              </a:rPr>
              <a:pPr marL="0" marR="0" lvl="0" indent="0" algn="l" rtl="0">
                <a:lnSpc>
                  <a:spcPct val="100000"/>
                </a:lnSpc>
                <a:spcBef>
                  <a:spcPts val="0"/>
                </a:spcBef>
                <a:spcAft>
                  <a:spcPts val="0"/>
                </a:spcAft>
                <a:buClr>
                  <a:srgbClr val="000000"/>
                </a:buClr>
                <a:buSzPts val="816"/>
                <a:buFont typeface="Aktiv Grotesk"/>
                <a:buNone/>
              </a:pPr>
              <a:t>‹#›</a:t>
            </a:fld>
            <a:endParaRPr sz="1632" b="0" i="0" u="none" strike="noStrike" cap="none">
              <a:solidFill>
                <a:srgbClr val="808080"/>
              </a:solidFill>
              <a:latin typeface="Aktiv Grotesk"/>
              <a:ea typeface="Aktiv Grotesk"/>
              <a:cs typeface="Aktiv Grotesk"/>
              <a:sym typeface="Aktiv Grotesk"/>
            </a:endParaRPr>
          </a:p>
        </p:txBody>
      </p:sp>
      <p:sp>
        <p:nvSpPr>
          <p:cNvPr id="106" name="Google Shape;106;p49"/>
          <p:cNvSpPr/>
          <p:nvPr/>
        </p:nvSpPr>
        <p:spPr>
          <a:xfrm>
            <a:off x="20971988" y="13280966"/>
            <a:ext cx="2058256" cy="25115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816"/>
              <a:buFont typeface="Aktiv Grotesk"/>
              <a:buNone/>
            </a:pPr>
            <a:r>
              <a:rPr lang="en-US" sz="1632" b="0" i="0" u="none" strike="noStrike" cap="none">
                <a:solidFill>
                  <a:srgbClr val="808080"/>
                </a:solidFill>
                <a:latin typeface="Aktiv Grotesk"/>
                <a:ea typeface="Aktiv Grotesk"/>
                <a:cs typeface="Aktiv Grotesk"/>
                <a:sym typeface="Aktiv Grotesk"/>
              </a:rPr>
              <a:t>McKinsey &amp; Company</a:t>
            </a:r>
            <a:endParaRPr sz="2800" b="0" i="0" u="none" strike="noStrike" cap="none">
              <a:solidFill>
                <a:srgbClr val="000000"/>
              </a:solidFill>
              <a:latin typeface="Aktiv Grotesk"/>
              <a:ea typeface="Aktiv Grotesk"/>
              <a:cs typeface="Aktiv Grotesk"/>
              <a:sym typeface="Aktiv Grotesk"/>
            </a:endParaRPr>
          </a:p>
        </p:txBody>
      </p:sp>
    </p:spTree>
    <p:extLst>
      <p:ext uri="{BB962C8B-B14F-4D97-AF65-F5344CB8AC3E}">
        <p14:creationId xmlns:p14="http://schemas.microsoft.com/office/powerpoint/2010/main" val="2317037981"/>
      </p:ext>
    </p:extLst>
  </p:cSld>
  <p:clrMapOvr>
    <a:masterClrMapping/>
  </p:clrMapOvr>
  <p:extLst>
    <p:ext uri="{DCECCB84-F9BA-43D5-87BE-67443E8EF086}">
      <p15:sldGuideLst xmlns:p15="http://schemas.microsoft.com/office/powerpoint/2012/main">
        <p15:guide id="1" pos="5505">
          <p15:clr>
            <a:srgbClr val="F26B43"/>
          </p15:clr>
        </p15:guide>
        <p15:guide id="2" pos="74">
          <p15:clr>
            <a:srgbClr val="F26B43"/>
          </p15:clr>
        </p15:guide>
        <p15:guide id="3" orient="horz" pos="571">
          <p15:clr>
            <a:srgbClr val="F26B43"/>
          </p15:clr>
        </p15:guide>
        <p15:guide id="4" orient="horz" pos="3911">
          <p15:clr>
            <a:srgbClr val="F26B43"/>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07981412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GB"/>
              <a:t>Click to edit Master title style</a:t>
            </a:r>
            <a:endParaRPr lang="en-US"/>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140650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12294113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GB"/>
              <a:t>Click to edit Master title style</a:t>
            </a:r>
            <a:endParaRPr lang="en-US"/>
          </a:p>
        </p:txBody>
      </p:sp>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0127806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GB"/>
              <a:t>Click to edit Master title style</a:t>
            </a:r>
            <a:endParaRPr lang="en-US"/>
          </a:p>
        </p:txBody>
      </p:sp>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3449928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3394962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2790392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GB"/>
              <a:t>Click to edit Master title style</a:t>
            </a:r>
            <a:endParaRPr lang="en-US"/>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848562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GB"/>
              <a:t>Click icon to add chart</a:t>
            </a:r>
            <a:endParaRPr lang="en-US"/>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444484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4862375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GB"/>
              <a:t>Click to edit Master title style</a:t>
            </a:r>
            <a:endParaRPr lang="en-US"/>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7094296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GB"/>
              <a:t>Click to edit Master title style</a:t>
            </a:r>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971229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GB"/>
              <a:t>Click to edit Master title style</a:t>
            </a:r>
            <a:endParaRPr lang="en-US"/>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8794427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9" name="Graphic 8">
            <a:extLst>
              <a:ext uri="{FF2B5EF4-FFF2-40B4-BE49-F238E27FC236}">
                <a16:creationId xmlns:a16="http://schemas.microsoft.com/office/drawing/2014/main" id="{59F508EA-9B74-CF42-99A9-ABCDB2E9903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1779115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5989165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GB"/>
              <a:t>Click to edit Master title style</a:t>
            </a:r>
            <a:endParaRPr lang="en-US"/>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5095230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143089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395248044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223524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05853659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09929162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7867484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74937589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968015008"/>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89787928"/>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454852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0436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38317098-BF10-BA42-A3E5-65C0634430A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311057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370573453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4757915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58157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1605770504"/>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6977990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71677549"/>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6731110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82204899"/>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515428"/>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1498644"/>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78813440"/>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39695277"/>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08489451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239975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25415832"/>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48045987"/>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1904792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39856075"/>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549525902"/>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44650452"/>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5869881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713436231"/>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217457363"/>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2367495976"/>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191184130"/>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31621659"/>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4418133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960027349"/>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91203961"/>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9474200" y="0"/>
            <a:ext cx="14909800" cy="125476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202330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170696786"/>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716813" y="0"/>
            <a:ext cx="21667186"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86629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418106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157461509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8585200" y="0"/>
            <a:ext cx="15798800" cy="13716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68901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63002644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545612" y="0"/>
            <a:ext cx="19838388"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1874118"/>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188884"/>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590542989"/>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206590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38067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695047" y="0"/>
            <a:ext cx="13688954" cy="13716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268963293"/>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0873689" y="623811"/>
            <a:ext cx="11160126" cy="4200146"/>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0908615" y="4969057"/>
            <a:ext cx="8875710" cy="1600438"/>
          </a:xfrm>
          <a:prstGeom prst="rect">
            <a:avLst/>
          </a:prstGeom>
        </p:spPr>
        <p:txBody>
          <a:bodyPr vert="horz" wrap="square" lIns="0" tIns="0" rIns="0" bIns="0" rtlCol="0" anchor="t">
            <a:spAutoFit/>
          </a:bodyPr>
          <a:lstStyle>
            <a:lvl1pPr marL="0" indent="0">
              <a:buNone/>
              <a:defRPr lang="en-US" sz="5200" dirty="0">
                <a:ln>
                  <a:noFill/>
                </a:ln>
                <a:solidFill>
                  <a:schemeClr val="bg1"/>
                </a:solidFill>
              </a:defRPr>
            </a:lvl1pPr>
          </a:lstStyle>
          <a:p>
            <a:pPr lvl="0"/>
            <a:r>
              <a:rPr lang="en-US"/>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3810000" y="0"/>
            <a:ext cx="20574000" cy="13716000"/>
          </a:xfrm>
          <a:prstGeom prst="rect">
            <a:avLst/>
          </a:prstGeom>
        </p:spPr>
      </p:pic>
    </p:spTree>
    <p:extLst>
      <p:ext uri="{BB962C8B-B14F-4D97-AF65-F5344CB8AC3E}">
        <p14:creationId xmlns:p14="http://schemas.microsoft.com/office/powerpoint/2010/main" val="2899194018"/>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53434897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3104" y="618382"/>
            <a:ext cx="519747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600"/>
              </a:spcBef>
              <a:spcAft>
                <a:spcPts val="600"/>
              </a:spcAft>
            </a:pPr>
            <a:r>
              <a:rPr lang="en-US" sz="3000" b="1">
                <a:solidFill>
                  <a:schemeClr val="tx1"/>
                </a:solidFill>
              </a:rPr>
              <a:t>Rackspace Technology</a:t>
            </a:r>
          </a:p>
          <a:p>
            <a:pPr>
              <a:lnSpc>
                <a:spcPct val="110000"/>
              </a:lnSpc>
              <a:spcBef>
                <a:spcPts val="600"/>
              </a:spcBef>
              <a:spcAft>
                <a:spcPts val="600"/>
              </a:spcAft>
            </a:pPr>
            <a:r>
              <a:rPr lang="en-US" sz="3000">
                <a:solidFill>
                  <a:schemeClr val="tx1"/>
                </a:solidFill>
              </a:rPr>
              <a:t>One Fanatical Place</a:t>
            </a:r>
            <a:br>
              <a:rPr lang="en-US" sz="3000">
                <a:solidFill>
                  <a:schemeClr val="tx1"/>
                </a:solidFill>
              </a:rPr>
            </a:br>
            <a:r>
              <a:rPr lang="en-US" sz="3000">
                <a:solidFill>
                  <a:schemeClr val="tx1"/>
                </a:solidFill>
              </a:rPr>
              <a:t>San Antonio, TX 78218</a:t>
            </a:r>
          </a:p>
          <a:p>
            <a:pPr>
              <a:lnSpc>
                <a:spcPct val="110000"/>
              </a:lnSpc>
              <a:spcBef>
                <a:spcPts val="600"/>
              </a:spcBef>
              <a:spcAft>
                <a:spcPts val="600"/>
              </a:spcAft>
            </a:pPr>
            <a:r>
              <a:rPr lang="en-US" sz="3000">
                <a:solidFill>
                  <a:schemeClr val="tx1"/>
                </a:solidFill>
              </a:rPr>
              <a:t>US sales: 1-800-961-2888 </a:t>
            </a:r>
            <a:br>
              <a:rPr lang="en-US" sz="3000">
                <a:solidFill>
                  <a:schemeClr val="tx1"/>
                </a:solidFill>
              </a:rPr>
            </a:br>
            <a:r>
              <a:rPr lang="en-US" sz="3000">
                <a:solidFill>
                  <a:schemeClr val="tx1"/>
                </a:solidFill>
              </a:rPr>
              <a:t>US support: 1-800-961-4454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1828800" rtl="0" eaLnBrk="1" fontAlgn="auto" latinLnBrk="0" hangingPunct="1">
              <a:lnSpc>
                <a:spcPct val="110000"/>
              </a:lnSpc>
              <a:spcBef>
                <a:spcPts val="600"/>
              </a:spcBef>
              <a:spcAft>
                <a:spcPts val="600"/>
              </a:spcAft>
              <a:buClrTx/>
              <a:buSzTx/>
              <a:buFont typeface="Aktiv Grotesk" panose="020B0604020202020204" pitchFamily="34" charset="0"/>
              <a:buNone/>
              <a:tabLst/>
              <a:defRPr/>
            </a:pPr>
            <a:endParaRPr lang="en-US" sz="900" cap="none" baseline="0">
              <a:solidFill>
                <a:schemeClr val="tx1"/>
              </a:solidFill>
            </a:endParaRPr>
          </a:p>
          <a:p>
            <a:pPr>
              <a:spcBef>
                <a:spcPts val="600"/>
              </a:spcBef>
              <a:spcAft>
                <a:spcPts val="600"/>
              </a:spcAft>
            </a:pPr>
            <a:endParaRPr lang="en-US" sz="900">
              <a:solidFill>
                <a:schemeClr val="tx1"/>
              </a:solidFill>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597184182"/>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8 Millington Road</a:t>
            </a:r>
            <a:br>
              <a:rPr lang="en-US" sz="3000" kern="1200">
                <a:solidFill>
                  <a:schemeClr val="tx1"/>
                </a:solidFill>
                <a:latin typeface="+mn-lt"/>
                <a:ea typeface="+mn-ea"/>
                <a:cs typeface="+mn-cs"/>
              </a:rPr>
            </a:br>
            <a:r>
              <a:rPr lang="en-US" sz="3000" kern="1200">
                <a:solidFill>
                  <a:schemeClr val="tx1"/>
                </a:solidFill>
                <a:latin typeface="+mn-lt"/>
                <a:ea typeface="+mn-ea"/>
                <a:cs typeface="+mn-cs"/>
              </a:rPr>
              <a:t>Hayes, Middlesex </a:t>
            </a:r>
            <a:br>
              <a:rPr lang="en-US" sz="3000" kern="1200">
                <a:solidFill>
                  <a:schemeClr val="tx1"/>
                </a:solidFill>
                <a:latin typeface="+mn-lt"/>
                <a:ea typeface="+mn-ea"/>
                <a:cs typeface="+mn-cs"/>
              </a:rPr>
            </a:br>
            <a:r>
              <a:rPr lang="en-US" sz="3000" kern="1200">
                <a:solidFill>
                  <a:schemeClr val="tx1"/>
                </a:solidFill>
                <a:latin typeface="+mn-lt"/>
                <a:ea typeface="+mn-ea"/>
                <a:cs typeface="+mn-cs"/>
              </a:rPr>
              <a:t>UB3 4AZ</a:t>
            </a:r>
          </a:p>
          <a:p>
            <a:pPr>
              <a:lnSpc>
                <a:spcPct val="110000"/>
              </a:lnSpc>
              <a:spcBef>
                <a:spcPts val="600"/>
              </a:spcBef>
              <a:spcAft>
                <a:spcPts val="600"/>
              </a:spcAft>
            </a:pPr>
            <a:r>
              <a:rPr lang="en-US" sz="3000">
                <a:solidFill>
                  <a:schemeClr val="tx1"/>
                </a:solidFill>
              </a:rPr>
              <a:t>U.K. sales: 020 8734 2600  </a:t>
            </a:r>
            <a:br>
              <a:rPr lang="en-US" sz="3000">
                <a:solidFill>
                  <a:schemeClr val="tx1"/>
                </a:solidFill>
              </a:rPr>
            </a:br>
            <a:r>
              <a:rPr lang="en-US" sz="3000">
                <a:solidFill>
                  <a:schemeClr val="tx1"/>
                </a:solidFill>
              </a:rPr>
              <a:t>U.K. support: 020 8734 2700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60783666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Level 1, 37 Pitt Street,</a:t>
            </a:r>
            <a:br>
              <a:rPr lang="en-US" sz="3000" kern="1200">
                <a:solidFill>
                  <a:schemeClr val="tx1"/>
                </a:solidFill>
                <a:latin typeface="+mn-lt"/>
                <a:ea typeface="+mn-ea"/>
                <a:cs typeface="+mn-cs"/>
              </a:rPr>
            </a:br>
            <a:r>
              <a:rPr lang="en-US" sz="3000" kern="1200">
                <a:solidFill>
                  <a:schemeClr val="tx1"/>
                </a:solidFill>
                <a:latin typeface="+mn-lt"/>
                <a:ea typeface="+mn-ea"/>
                <a:cs typeface="+mn-cs"/>
              </a:rPr>
              <a:t>Sydney NSW 2000, Australia</a:t>
            </a:r>
          </a:p>
          <a:p>
            <a:pPr>
              <a:lnSpc>
                <a:spcPct val="110000"/>
              </a:lnSpc>
              <a:spcBef>
                <a:spcPts val="600"/>
              </a:spcBef>
              <a:spcAft>
                <a:spcPts val="600"/>
              </a:spcAft>
            </a:pPr>
            <a:r>
              <a:rPr lang="en-US" sz="3000">
                <a:solidFill>
                  <a:schemeClr val="tx1"/>
                </a:solidFill>
              </a:rPr>
              <a:t>AUS sales: 1-800-722-577</a:t>
            </a:r>
            <a:br>
              <a:rPr lang="en-US" sz="3000">
                <a:solidFill>
                  <a:schemeClr val="tx1"/>
                </a:solidFill>
              </a:rPr>
            </a:br>
            <a:r>
              <a:rPr lang="en-US" sz="3000">
                <a:solidFill>
                  <a:schemeClr val="tx1"/>
                </a:solidFill>
              </a:rPr>
              <a:t>AUS support: 1-800-421-267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www.rackspace.co.au</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968527659"/>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12370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marR="0" lvl="0" indent="0" algn="l" defTabSz="457200" rtl="0" eaLnBrk="1" fontAlgn="auto" latinLnBrk="0" hangingPunct="1">
              <a:lnSpc>
                <a:spcPct val="110000"/>
              </a:lnSpc>
              <a:spcBef>
                <a:spcPts val="600"/>
              </a:spcBef>
              <a:spcAft>
                <a:spcPts val="1200"/>
              </a:spcAft>
              <a:buClrTx/>
              <a:buSzTx/>
              <a:buFontTx/>
              <a:buNone/>
              <a:tabLst/>
              <a:defRPr/>
            </a:pPr>
            <a:r>
              <a:rPr lang="en-US" sz="3000" kern="1200" cap="none">
                <a:solidFill>
                  <a:schemeClr val="tx1"/>
                </a:solidFill>
                <a:latin typeface="+mn-lt"/>
                <a:ea typeface="+mn-ea"/>
                <a:cs typeface="+mn-cs"/>
              </a:rPr>
              <a:t>9/F., Cambridge House</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Taikoo Place, 979 King's Road</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Quarry Bay, Hong Kong</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China: +86 21 5058 8808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Hong Kong: +852 3752 6488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India: 000800 100 8796</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Philippines: 1 800 1110 1468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Singapore: +65 6428 6102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Taiwan: +886 2 2650 7441</a:t>
            </a:r>
          </a:p>
          <a:p>
            <a:pPr marL="0" algn="l" defTabSz="457200" rtl="0" eaLnBrk="1" latinLnBrk="0" hangingPunct="1">
              <a:lnSpc>
                <a:spcPct val="110000"/>
              </a:lnSpc>
              <a:spcBef>
                <a:spcPts val="600"/>
              </a:spcBef>
              <a:spcAft>
                <a:spcPts val="1200"/>
              </a:spcAft>
            </a:pPr>
            <a:r>
              <a:rPr lang="en-US" sz="3000" kern="1200" cap="none">
                <a:solidFill>
                  <a:schemeClr val="tx1"/>
                </a:solidFill>
                <a:latin typeface="+mn-lt"/>
                <a:ea typeface="+mn-ea"/>
                <a:cs typeface="+mn-cs"/>
              </a:rPr>
              <a:t>Thailand: +66 2105 5712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1690365937"/>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1676400" y="0"/>
            <a:ext cx="21031200" cy="13716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5647010" y="5614416"/>
            <a:ext cx="13089980" cy="2487168"/>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sz="3600"/>
          </a:p>
        </p:txBody>
      </p:sp>
    </p:spTree>
    <p:extLst>
      <p:ext uri="{BB962C8B-B14F-4D97-AF65-F5344CB8AC3E}">
        <p14:creationId xmlns:p14="http://schemas.microsoft.com/office/powerpoint/2010/main" val="3687805343"/>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52726565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2"/>
            <a:ext cx="22936200" cy="3020392"/>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81"/>
            <a:ext cx="22991108" cy="838270"/>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58729258"/>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2"/>
            <a:ext cx="22936200" cy="3020392"/>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81"/>
            <a:ext cx="22991108" cy="838270"/>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8449634"/>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4"/>
            <a:ext cx="22936200" cy="3020392"/>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81"/>
            <a:ext cx="22991108" cy="838270"/>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298"/>
            <a:ext cx="22936200" cy="506360"/>
          </a:xfrm>
        </p:spPr>
        <p:txBody>
          <a:bodyPr/>
          <a:lstStyle>
            <a:lvl1pPr marL="0" indent="0">
              <a:buNone/>
              <a:defRPr sz="3290" b="1"/>
            </a:lvl1pPr>
            <a:lvl2pPr marL="490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205054134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5" y="-4803"/>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18"/>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81"/>
            <a:ext cx="22991108" cy="83827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44827320"/>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2"/>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18"/>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7"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81"/>
            <a:ext cx="22991108" cy="83827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4163065"/>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8853471"/>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6"/>
            <a:ext cx="17160240" cy="3020392"/>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81"/>
            <a:ext cx="10728346" cy="838270"/>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924900128"/>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6"/>
            <a:ext cx="7600948" cy="3020392"/>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6"/>
            <a:ext cx="7315200" cy="3020392"/>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7"/>
            <a:ext cx="5468112" cy="1518877"/>
          </a:xfrm>
        </p:spPr>
        <p:txBody>
          <a:bodyPr vert="horz" lIns="0" tIns="0" rIns="0" bIns="0" rtlCol="0">
            <a:spAutoFit/>
          </a:bodyPr>
          <a:lstStyle>
            <a:lvl1pPr>
              <a:defRPr lang="en-US" sz="329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6531715"/>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7"/>
            <a:ext cx="17183100" cy="479710"/>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7" y="537181"/>
            <a:ext cx="5466338" cy="838270"/>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7"/>
            <a:ext cx="5468112"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014608"/>
          </a:xfrm>
        </p:spPr>
        <p:txBody>
          <a:bodyPr lIns="18288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213940"/>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014608"/>
          </a:xfrm>
        </p:spPr>
        <p:txBody>
          <a:bodyPr lIns="18288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7" y="537181"/>
            <a:ext cx="5466338" cy="838270"/>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7"/>
            <a:ext cx="5468112"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39400297"/>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83" y="6724560"/>
            <a:ext cx="7183198" cy="1012584"/>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7"/>
            <a:ext cx="7217706" cy="174705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4"/>
            <a:ext cx="15255604" cy="302039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83748532"/>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1747018"/>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13237502"/>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1747018"/>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1"/>
            <a:ext cx="5715000" cy="3014608"/>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31607361"/>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7" y="1752606"/>
            <a:ext cx="11115598" cy="3020392"/>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34252797"/>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7" y="3169808"/>
            <a:ext cx="11115598" cy="3020392"/>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6"/>
            <a:ext cx="11122026" cy="101272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99994785"/>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118">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7" y="4800602"/>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2598"/>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31" y="12595229"/>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8356" tIns="79178" rIns="158356" bIns="79178" numCol="1" anchor="t" anchorCtr="0" compatLnSpc="1">
            <a:prstTxWarp prst="textNoShape">
              <a:avLst/>
            </a:prstTxWarp>
          </a:bodyPr>
          <a:lstStyle/>
          <a:p>
            <a:endParaRPr lang="en-US" sz="1558"/>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75176471"/>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014608"/>
          </a:xfrm>
        </p:spPr>
        <p:txBody>
          <a:bodyPr vert="horz" lIns="182880" tIns="0" rIns="0" bIns="0" rtlCol="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9"/>
            <a:ext cx="5241586" cy="1747018"/>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7930051"/>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014608"/>
          </a:xfrm>
        </p:spPr>
        <p:txBody>
          <a:bodyPr vert="horz" lIns="182880" tIns="0" rIns="0" bIns="0" rtlCol="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9"/>
            <a:ext cx="5241586" cy="1747018"/>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874550738"/>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9"/>
            <a:ext cx="5241586" cy="1747018"/>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26298474"/>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3" y="1561561"/>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1747018"/>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501"/>
            <a:ext cx="3621768" cy="2025170"/>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652642560"/>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9"/>
            <a:ext cx="5814964"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06360"/>
          </a:xfrm>
          <a:ln>
            <a:noFill/>
          </a:ln>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5" y="7127210"/>
            <a:ext cx="5216526"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5"/>
            <a:ext cx="5208456"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13" y="7822157"/>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13" y="7822157"/>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31" y="0"/>
            <a:ext cx="20869574" cy="6858000"/>
          </a:xfrm>
          <a:prstGeom prst="rect">
            <a:avLst/>
          </a:prstGeom>
        </p:spPr>
      </p:pic>
    </p:spTree>
    <p:extLst>
      <p:ext uri="{BB962C8B-B14F-4D97-AF65-F5344CB8AC3E}">
        <p14:creationId xmlns:p14="http://schemas.microsoft.com/office/powerpoint/2010/main" val="342933120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9"/>
            <a:ext cx="5814964"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31" y="0"/>
            <a:ext cx="20869574" cy="6858000"/>
          </a:xfrm>
          <a:prstGeom prst="rect">
            <a:avLst/>
          </a:prstGeom>
        </p:spPr>
      </p:pic>
    </p:spTree>
    <p:extLst>
      <p:ext uri="{BB962C8B-B14F-4D97-AF65-F5344CB8AC3E}">
        <p14:creationId xmlns:p14="http://schemas.microsoft.com/office/powerpoint/2010/main" val="3170881967"/>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9"/>
            <a:ext cx="6484402"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51"/>
            <a:ext cx="5208456"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7" y="4165856"/>
            <a:ext cx="5216526"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5" y="4165856"/>
            <a:ext cx="521661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5"/>
            <a:ext cx="521104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13" y="4860805"/>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13" y="4860805"/>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2"/>
            <a:ext cx="16535400" cy="3810000"/>
          </a:xfrm>
          <a:prstGeom prst="rect">
            <a:avLst/>
          </a:prstGeom>
        </p:spPr>
      </p:pic>
    </p:spTree>
    <p:extLst>
      <p:ext uri="{BB962C8B-B14F-4D97-AF65-F5344CB8AC3E}">
        <p14:creationId xmlns:p14="http://schemas.microsoft.com/office/powerpoint/2010/main" val="1072652915"/>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9"/>
            <a:ext cx="6484402"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2"/>
            <a:ext cx="16535400" cy="3810000"/>
          </a:xfrm>
          <a:prstGeom prst="rect">
            <a:avLst/>
          </a:prstGeom>
        </p:spPr>
      </p:pic>
    </p:spTree>
    <p:extLst>
      <p:ext uri="{BB962C8B-B14F-4D97-AF65-F5344CB8AC3E}">
        <p14:creationId xmlns:p14="http://schemas.microsoft.com/office/powerpoint/2010/main" val="2811113490"/>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2"/>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5"/>
            <a:ext cx="11120928" cy="1012585"/>
          </a:xfrm>
        </p:spPr>
        <p:txBody>
          <a:bodyPr vert="horz" lIns="0" tIns="0" rIns="0" bIns="0" rtlCol="0">
            <a:spAutoFit/>
          </a:bodyPr>
          <a:lstStyle>
            <a:lvl1pPr marL="19246" indent="-19246" algn="l">
              <a:buFontTx/>
              <a:buNone/>
              <a:tabLst/>
              <a:defRPr lang="en-US" sz="3290" dirty="0">
                <a:ln w="3175">
                  <a:noFill/>
                </a:ln>
                <a:solidFill>
                  <a:schemeClr val="bg1"/>
                </a:solidFill>
              </a:defRPr>
            </a:lvl1pPr>
          </a:lstStyle>
          <a:p>
            <a:pPr marL="247430" lvl="0" indent="-24743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8"/>
            <a:ext cx="11115676" cy="3020392"/>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31" y="12595229"/>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8356" tIns="79178" rIns="158356" bIns="79178" numCol="1" anchor="t" anchorCtr="0" compatLnSpc="1">
            <a:prstTxWarp prst="textNoShape">
              <a:avLst/>
            </a:prstTxWarp>
          </a:bodyPr>
          <a:lstStyle/>
          <a:p>
            <a:endParaRPr lang="en-US" sz="1558"/>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571806045"/>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2"/>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31" y="12595229"/>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8356" tIns="79178" rIns="158356" bIns="79178" numCol="1" anchor="t" anchorCtr="0" compatLnSpc="1">
            <a:prstTxWarp prst="textNoShape">
              <a:avLst/>
            </a:prstTxWarp>
          </a:bodyPr>
          <a:lstStyle/>
          <a:p>
            <a:endParaRPr lang="en-US" sz="1558"/>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53799981"/>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2"/>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5"/>
            <a:ext cx="11120928" cy="1012585"/>
          </a:xfrm>
        </p:spPr>
        <p:txBody>
          <a:bodyPr vert="horz" lIns="0" tIns="0" rIns="0" bIns="0" rtlCol="0">
            <a:spAutoFit/>
          </a:bodyPr>
          <a:lstStyle>
            <a:lvl1pPr>
              <a:defRPr lang="en-US" sz="329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81"/>
            <a:ext cx="11142008" cy="838270"/>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8"/>
            <a:ext cx="11115676" cy="3020392"/>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96931109"/>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5"/>
            <a:ext cx="5215428" cy="1518877"/>
          </a:xfrm>
        </p:spPr>
        <p:txBody>
          <a:bodyPr vert="horz" lIns="0" tIns="0" rIns="0" bIns="0" rtlCol="0">
            <a:spAutoFit/>
          </a:bodyPr>
          <a:lstStyle>
            <a:lvl1pPr>
              <a:defRPr lang="en-US" sz="329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3"/>
            <a:ext cx="5207000" cy="3500102"/>
          </a:xfrm>
        </p:spPr>
        <p:txBody>
          <a:bodyPr vert="horz" lIns="0" tIns="0" rIns="0" bIns="0" rtlCol="0">
            <a:spAutoFit/>
          </a:bodyPr>
          <a:lstStyle>
            <a:lvl1pPr marL="247430" marR="0" indent="-247430"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smtClean="0">
                <a:solidFill>
                  <a:schemeClr val="bg1"/>
                </a:solidFill>
              </a:defRPr>
            </a:lvl1pPr>
            <a:lvl2pPr marL="742292" marR="0" indent="-251556"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dirty="0" smtClean="0">
                <a:solidFill>
                  <a:schemeClr val="bg1"/>
                </a:solidFill>
              </a:defRPr>
            </a:lvl2pPr>
            <a:lvl3pPr marL="1237154" marR="0" indent="-255680"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dirty="0" smtClean="0">
                <a:solidFill>
                  <a:schemeClr val="bg1"/>
                </a:solidFill>
              </a:defRPr>
            </a:lvl3pPr>
            <a:lvl4pPr marL="1732016" marR="0" indent="-259802"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dirty="0" smtClean="0">
                <a:solidFill>
                  <a:schemeClr val="bg1"/>
                </a:solidFill>
              </a:defRPr>
            </a:lvl4pPr>
            <a:lvl5pPr marL="2226878" marR="0" indent="-263926"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1747018"/>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2281222"/>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8522166"/>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3"/>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7794" kern="1200" dirty="0" smtClean="0">
                <a:ln w="3175">
                  <a:noFill/>
                </a:ln>
                <a:solidFill>
                  <a:schemeClr val="bg1"/>
                </a:solidFill>
                <a:latin typeface="+mj-lt"/>
                <a:ea typeface="+mj-ea"/>
                <a:cs typeface="+mj-cs"/>
              </a:defRPr>
            </a:lvl1pPr>
            <a:lvl2pPr marL="197944"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4502"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31" y="12595229"/>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58356" tIns="79178" rIns="158356" bIns="79178" numCol="1" anchor="t" anchorCtr="0" compatLnSpc="1">
            <a:prstTxWarp prst="textNoShape">
              <a:avLst/>
            </a:prstTxWarp>
          </a:bodyPr>
          <a:lstStyle/>
          <a:p>
            <a:endParaRPr lang="en-US" sz="1558"/>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770918808"/>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1490798693"/>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9474200" y="0"/>
            <a:ext cx="14909800" cy="125476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2023304"/>
            <a:ext cx="7039170" cy="390927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1829281314"/>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716813" y="0"/>
            <a:ext cx="21667186"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866296"/>
            <a:ext cx="9530580" cy="253043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4181062"/>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1369744782"/>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8585200" y="0"/>
            <a:ext cx="15798800" cy="13716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689014"/>
            <a:ext cx="7039170" cy="390927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59754298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545612" y="0"/>
            <a:ext cx="19838388"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1874118"/>
            <a:ext cx="9530580" cy="253043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188884"/>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4105547508"/>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2065906"/>
            <a:ext cx="9530580" cy="253043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380672"/>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695047" y="0"/>
            <a:ext cx="13688954" cy="13716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2275536829"/>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0873689" y="623811"/>
            <a:ext cx="11160126" cy="4200146"/>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9000" b="0" i="0" kern="1200" dirty="0" smtClean="0">
                <a:ln w="3175">
                  <a:noFill/>
                </a:ln>
                <a:solidFill>
                  <a:schemeClr val="bg1"/>
                </a:solidFill>
                <a:latin typeface="Fira Sans" panose="020B0503050000020004" pitchFamily="34" charset="0"/>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0908615" y="4969057"/>
            <a:ext cx="8875710" cy="1600438"/>
          </a:xfrm>
          <a:prstGeom prst="rect">
            <a:avLst/>
          </a:prstGeom>
        </p:spPr>
        <p:txBody>
          <a:bodyPr vert="horz" wrap="square" lIns="0" tIns="0" rIns="0" bIns="0" rtlCol="0" anchor="t">
            <a:spAutoFit/>
          </a:bodyPr>
          <a:lstStyle>
            <a:lvl1pPr marL="0" indent="0">
              <a:buNone/>
              <a:defRPr lang="en-US" sz="5200" b="0" i="0" dirty="0">
                <a:ln>
                  <a:noFill/>
                </a:ln>
                <a:solidFill>
                  <a:schemeClr val="bg1"/>
                </a:solidFill>
                <a:latin typeface="Fira Sans" panose="020B0503050000020004" pitchFamily="34" charset="0"/>
              </a:defRPr>
            </a:lvl1pPr>
          </a:lstStyle>
          <a:p>
            <a:pPr lvl="0"/>
            <a:r>
              <a:rPr lang="en-US"/>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3810000" y="0"/>
            <a:ext cx="20574000" cy="13716000"/>
          </a:xfrm>
          <a:prstGeom prst="rect">
            <a:avLst/>
          </a:prstGeom>
        </p:spPr>
      </p:pic>
    </p:spTree>
    <p:extLst>
      <p:ext uri="{BB962C8B-B14F-4D97-AF65-F5344CB8AC3E}">
        <p14:creationId xmlns:p14="http://schemas.microsoft.com/office/powerpoint/2010/main" val="4217141724"/>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b="0" i="0" kern="1200" dirty="0" smtClean="0">
                <a:ln w="3175">
                  <a:noFill/>
                </a:ln>
                <a:solidFill>
                  <a:schemeClr val="bg1"/>
                </a:solidFill>
                <a:latin typeface="Fira Sans" panose="020B0503050000020004" pitchFamily="34" charset="0"/>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b="0" i="0" dirty="0">
                <a:ln>
                  <a:noFill/>
                </a:ln>
                <a:solidFill>
                  <a:schemeClr val="bg1"/>
                </a:solidFill>
                <a:latin typeface="Fira Sans" panose="020B0503050000020004" pitchFamily="34" charset="0"/>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1145835099"/>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3104" y="618382"/>
            <a:ext cx="519747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600"/>
              </a:spcBef>
              <a:spcAft>
                <a:spcPts val="600"/>
              </a:spcAft>
            </a:pPr>
            <a:r>
              <a:rPr lang="en-US" sz="3000" b="0" i="0">
                <a:solidFill>
                  <a:schemeClr val="tx1"/>
                </a:solidFill>
                <a:latin typeface="Fira Sans" panose="020B0503050000020004" pitchFamily="34" charset="0"/>
              </a:rPr>
              <a:t>Rackspace Technology</a:t>
            </a:r>
          </a:p>
          <a:p>
            <a:pPr>
              <a:lnSpc>
                <a:spcPct val="110000"/>
              </a:lnSpc>
              <a:spcBef>
                <a:spcPts val="600"/>
              </a:spcBef>
              <a:spcAft>
                <a:spcPts val="600"/>
              </a:spcAft>
            </a:pPr>
            <a:r>
              <a:rPr lang="en-US" sz="3000" b="0" i="0">
                <a:solidFill>
                  <a:schemeClr val="tx1"/>
                </a:solidFill>
                <a:latin typeface="Fira Sans" panose="020B0503050000020004" pitchFamily="34" charset="0"/>
              </a:rPr>
              <a:t>One Fanatical Place</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San Antonio, TX 78218</a:t>
            </a:r>
          </a:p>
          <a:p>
            <a:pPr>
              <a:lnSpc>
                <a:spcPct val="110000"/>
              </a:lnSpc>
              <a:spcBef>
                <a:spcPts val="600"/>
              </a:spcBef>
              <a:spcAft>
                <a:spcPts val="600"/>
              </a:spcAft>
            </a:pPr>
            <a:r>
              <a:rPr lang="en-US" sz="3000" b="0" i="0">
                <a:solidFill>
                  <a:schemeClr val="tx1"/>
                </a:solidFill>
                <a:latin typeface="Fira Sans" panose="020B0503050000020004" pitchFamily="34" charset="0"/>
              </a:rPr>
              <a:t>US sales: 1-800-961-2888 </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US support: 1-800-961-4454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1828800" rtl="0" eaLnBrk="1" fontAlgn="auto" latinLnBrk="0" hangingPunct="1">
              <a:lnSpc>
                <a:spcPct val="110000"/>
              </a:lnSpc>
              <a:spcBef>
                <a:spcPts val="600"/>
              </a:spcBef>
              <a:spcAft>
                <a:spcPts val="600"/>
              </a:spcAft>
              <a:buClrTx/>
              <a:buSzTx/>
              <a:buFont typeface="Aktiv Grotesk" panose="020B0604020202020204" pitchFamily="34" charset="0"/>
              <a:buNone/>
              <a:tabLst/>
              <a:defRPr/>
            </a:pPr>
            <a:endParaRPr lang="en-US" sz="9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363448068"/>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Rackspace Technology</a:t>
            </a:r>
          </a:p>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8 Millington Road</a:t>
            </a:r>
            <a:br>
              <a:rPr lang="en-US" sz="3000" b="0" i="0" kern="1200">
                <a:solidFill>
                  <a:schemeClr val="tx1"/>
                </a:solidFill>
                <a:latin typeface="Fira Sans" panose="020B0503050000020004" pitchFamily="34" charset="0"/>
                <a:ea typeface="+mn-ea"/>
                <a:cs typeface="+mn-cs"/>
              </a:rPr>
            </a:br>
            <a:r>
              <a:rPr lang="en-US" sz="3000" b="0" i="0" kern="1200">
                <a:solidFill>
                  <a:schemeClr val="tx1"/>
                </a:solidFill>
                <a:latin typeface="Fira Sans" panose="020B0503050000020004" pitchFamily="34" charset="0"/>
                <a:ea typeface="+mn-ea"/>
                <a:cs typeface="+mn-cs"/>
              </a:rPr>
              <a:t>Hayes, Middlesex </a:t>
            </a:r>
            <a:br>
              <a:rPr lang="en-US" sz="3000" b="0" i="0" kern="1200">
                <a:solidFill>
                  <a:schemeClr val="tx1"/>
                </a:solidFill>
                <a:latin typeface="Fira Sans" panose="020B0503050000020004" pitchFamily="34" charset="0"/>
                <a:ea typeface="+mn-ea"/>
                <a:cs typeface="+mn-cs"/>
              </a:rPr>
            </a:br>
            <a:r>
              <a:rPr lang="en-US" sz="3000" b="0" i="0" kern="1200">
                <a:solidFill>
                  <a:schemeClr val="tx1"/>
                </a:solidFill>
                <a:latin typeface="Fira Sans" panose="020B0503050000020004" pitchFamily="34" charset="0"/>
                <a:ea typeface="+mn-ea"/>
                <a:cs typeface="+mn-cs"/>
              </a:rPr>
              <a:t>UB3 4AZ</a:t>
            </a:r>
          </a:p>
          <a:p>
            <a:pPr>
              <a:lnSpc>
                <a:spcPct val="110000"/>
              </a:lnSpc>
              <a:spcBef>
                <a:spcPts val="600"/>
              </a:spcBef>
              <a:spcAft>
                <a:spcPts val="600"/>
              </a:spcAft>
            </a:pPr>
            <a:r>
              <a:rPr lang="en-US" sz="3000" b="0" i="0">
                <a:solidFill>
                  <a:schemeClr val="tx1"/>
                </a:solidFill>
                <a:latin typeface="Fira Sans" panose="020B0503050000020004" pitchFamily="34" charset="0"/>
              </a:rPr>
              <a:t>U.K. sales: 020 8734 2600  </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U.K. support: 020 8734 2700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752062596"/>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Rackspace Technology</a:t>
            </a:r>
          </a:p>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Level 1, 37 Pitt Street,</a:t>
            </a:r>
            <a:br>
              <a:rPr lang="en-US" sz="3000" b="0" i="0" kern="1200">
                <a:solidFill>
                  <a:schemeClr val="tx1"/>
                </a:solidFill>
                <a:latin typeface="Fira Sans" panose="020B0503050000020004" pitchFamily="34" charset="0"/>
                <a:ea typeface="+mn-ea"/>
                <a:cs typeface="+mn-cs"/>
              </a:rPr>
            </a:br>
            <a:r>
              <a:rPr lang="en-US" sz="3000" b="0" i="0" kern="1200">
                <a:solidFill>
                  <a:schemeClr val="tx1"/>
                </a:solidFill>
                <a:latin typeface="Fira Sans" panose="020B0503050000020004" pitchFamily="34" charset="0"/>
                <a:ea typeface="+mn-ea"/>
                <a:cs typeface="+mn-cs"/>
              </a:rPr>
              <a:t>Sydney NSW 2000, Australia</a:t>
            </a:r>
          </a:p>
          <a:p>
            <a:pPr>
              <a:lnSpc>
                <a:spcPct val="110000"/>
              </a:lnSpc>
              <a:spcBef>
                <a:spcPts val="600"/>
              </a:spcBef>
              <a:spcAft>
                <a:spcPts val="600"/>
              </a:spcAft>
            </a:pPr>
            <a:r>
              <a:rPr lang="en-US" sz="3000" b="0" i="0">
                <a:solidFill>
                  <a:schemeClr val="tx1"/>
                </a:solidFill>
                <a:latin typeface="Fira Sans" panose="020B0503050000020004" pitchFamily="34" charset="0"/>
              </a:rPr>
              <a:t>AUS sales: 1-800-722-577</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AUS support: 1-800-421-267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www.rackspace.co.au</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2896700720"/>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12370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Rackspace Technology</a:t>
            </a:r>
          </a:p>
          <a:p>
            <a:pPr marL="0" marR="0" lvl="0" indent="0" algn="l" defTabSz="457200" rtl="0" eaLnBrk="1" fontAlgn="auto" latinLnBrk="0" hangingPunct="1">
              <a:lnSpc>
                <a:spcPct val="110000"/>
              </a:lnSpc>
              <a:spcBef>
                <a:spcPts val="600"/>
              </a:spcBef>
              <a:spcAft>
                <a:spcPts val="1200"/>
              </a:spcAft>
              <a:buClrTx/>
              <a:buSzTx/>
              <a:buFontTx/>
              <a:buNone/>
              <a:tabLst/>
              <a:defRPr/>
            </a:pPr>
            <a:r>
              <a:rPr lang="en-US" sz="3000" b="0" i="0" kern="1200" cap="none">
                <a:solidFill>
                  <a:schemeClr val="tx1"/>
                </a:solidFill>
                <a:latin typeface="Fira Sans" panose="020B0503050000020004" pitchFamily="34" charset="0"/>
                <a:ea typeface="+mn-ea"/>
                <a:cs typeface="+mn-cs"/>
              </a:rPr>
              <a:t>9/F., Cambridge House</a:t>
            </a:r>
            <a:br>
              <a:rPr lang="en-US" sz="3000" b="0" i="0" kern="1200" cap="none">
                <a:solidFill>
                  <a:schemeClr val="tx1"/>
                </a:solidFill>
                <a:latin typeface="Fira Sans" panose="020B0503050000020004" pitchFamily="34" charset="0"/>
                <a:ea typeface="+mn-ea"/>
                <a:cs typeface="+mn-cs"/>
              </a:rPr>
            </a:br>
            <a:r>
              <a:rPr lang="en-US" sz="3000" b="0" i="0" kern="1200" cap="none">
                <a:solidFill>
                  <a:schemeClr val="tx1"/>
                </a:solidFill>
                <a:latin typeface="Fira Sans" panose="020B0503050000020004" pitchFamily="34" charset="0"/>
                <a:ea typeface="+mn-ea"/>
                <a:cs typeface="+mn-cs"/>
              </a:rPr>
              <a:t>Taikoo Place, 979 King's Road</a:t>
            </a:r>
            <a:br>
              <a:rPr lang="en-US" sz="3000" b="0" i="0" kern="1200" cap="none">
                <a:solidFill>
                  <a:schemeClr val="tx1"/>
                </a:solidFill>
                <a:latin typeface="Fira Sans" panose="020B0503050000020004" pitchFamily="34" charset="0"/>
                <a:ea typeface="+mn-ea"/>
                <a:cs typeface="+mn-cs"/>
              </a:rPr>
            </a:br>
            <a:r>
              <a:rPr lang="en-US" sz="3000" b="0" i="0" kern="1200" cap="none">
                <a:solidFill>
                  <a:schemeClr val="tx1"/>
                </a:solidFill>
                <a:latin typeface="Fira Sans" panose="020B0503050000020004" pitchFamily="34" charset="0"/>
                <a:ea typeface="+mn-ea"/>
                <a:cs typeface="+mn-cs"/>
              </a:rPr>
              <a:t>Quarry Bay, Hong Kong</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China: +86 21 5058 8808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Hong Kong: +852 3752 6488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India: 000800 100 8796</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Philippines: 1 800 1110 1468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Singapore: +65 6428 6102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Taiwan: +886 2 2650 7441</a:t>
            </a:r>
          </a:p>
          <a:p>
            <a:pPr marL="0" algn="l" defTabSz="457200" rtl="0" eaLnBrk="1" latinLnBrk="0" hangingPunct="1">
              <a:lnSpc>
                <a:spcPct val="110000"/>
              </a:lnSpc>
              <a:spcBef>
                <a:spcPts val="600"/>
              </a:spcBef>
              <a:spcAft>
                <a:spcPts val="1200"/>
              </a:spcAft>
            </a:pPr>
            <a:r>
              <a:rPr lang="en-US" sz="3000" b="0" i="0" kern="1200" cap="none">
                <a:solidFill>
                  <a:schemeClr val="tx1"/>
                </a:solidFill>
                <a:latin typeface="Fira Sans" panose="020B0503050000020004" pitchFamily="34" charset="0"/>
                <a:ea typeface="+mn-ea"/>
                <a:cs typeface="+mn-cs"/>
              </a:rPr>
              <a:t>Thailand: +66 2105 5712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3329760981"/>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1676400" y="0"/>
            <a:ext cx="21031200" cy="13716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5647010" y="5614416"/>
            <a:ext cx="13089980" cy="2487168"/>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4282026738"/>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2534831973"/>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b="0" i="0">
                <a:latin typeface="Fira Sans" panose="020B0503050000020004" pitchFamily="34" charset="0"/>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b="0" i="0">
                <a:latin typeface="Fira Sans" panose="020B0503050000020004" pitchFamily="34" charset="0"/>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b="0" i="0" kern="1200" dirty="0">
                <a:ln w="3175">
                  <a:noFill/>
                </a:ln>
                <a:solidFill>
                  <a:schemeClr val="bg1"/>
                </a:solidFill>
                <a:latin typeface="Fira Sans" panose="020B0503050000020004" pitchFamily="34" charset="0"/>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b="0" i="0">
                <a:solidFill>
                  <a:schemeClr val="bg1"/>
                </a:solidFill>
                <a:latin typeface="Fira Sans" panose="020B0503050000020004" pitchFamily="34" charset="0"/>
              </a:defRPr>
            </a:lvl1pPr>
          </a:lstStyle>
          <a:p>
            <a:r>
              <a:rPr lang="en-US"/>
              <a:t>Click to edit Master title style</a:t>
            </a:r>
          </a:p>
        </p:txBody>
      </p:sp>
      <p:sp>
        <p:nvSpPr>
          <p:cNvPr id="10" name="Freeform 5">
            <a:extLst>
              <a:ext uri="{FF2B5EF4-FFF2-40B4-BE49-F238E27FC236}">
                <a16:creationId xmlns:a16="http://schemas.microsoft.com/office/drawing/2014/main" id="{B4752C1F-6E8C-435A-BAC0-434144BBAEC8}"/>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4139659234"/>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0726400"/>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1417320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b="0" i="0" kern="1200" dirty="0">
                <a:ln w="3175">
                  <a:noFill/>
                </a:ln>
                <a:solidFill>
                  <a:schemeClr val="bg1"/>
                </a:solidFill>
                <a:latin typeface="Fira Sans" panose="020B0503050000020004" pitchFamily="34" charset="0"/>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6930330"/>
          </a:xfrm>
        </p:spPr>
        <p:txBody>
          <a:bodyPr>
            <a:spAutoFit/>
          </a:bodyPr>
          <a:lstStyle>
            <a:lvl1pPr>
              <a:defRPr b="0" i="0">
                <a:solidFill>
                  <a:schemeClr val="bg1"/>
                </a:solidFill>
                <a:latin typeface="Fira Sans" panose="020B0503050000020004" pitchFamily="34" charset="0"/>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b="0" i="0">
                <a:solidFill>
                  <a:schemeClr val="tx1"/>
                </a:solidFill>
                <a:latin typeface="Fira Sans" panose="020B0503050000020004" pitchFamily="34" charset="0"/>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b="0" i="0">
                <a:solidFill>
                  <a:schemeClr val="tx1"/>
                </a:solidFill>
                <a:latin typeface="Fira Sans" panose="020B0503050000020004" pitchFamily="34" charset="0"/>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62773836"/>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showMasterSp="0"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0" i="0">
                <a:latin typeface="Fira Sans" panose="020B0503050000020004" pitchFamily="34" charset="0"/>
              </a:endParaRPr>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9"/>
            <a:ext cx="22991108" cy="997838"/>
          </a:xfrm>
        </p:spPr>
        <p:txBody>
          <a:bodyPr/>
          <a:lstStyle>
            <a:lvl1pPr>
              <a:defRPr b="0" i="0">
                <a:latin typeface="Fira Sans" panose="020B0503050000020004" pitchFamily="34" charset="0"/>
              </a:defRPr>
            </a:lvl1p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b="0" i="0">
                <a:solidFill>
                  <a:schemeClr val="tx1"/>
                </a:solidFill>
                <a:latin typeface="Fira Sans" panose="020B0503050000020004" pitchFamily="34" charset="0"/>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b="0" i="0">
                <a:solidFill>
                  <a:schemeClr val="tx1"/>
                </a:solidFill>
                <a:latin typeface="Fira Sans" panose="020B0503050000020004" pitchFamily="34" charset="0"/>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36467205"/>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0"/>
            <a:ext cx="22936200" cy="112227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1852863027"/>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0"/>
            <a:ext cx="22936200" cy="101940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102870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366300004"/>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p>
            <a:r>
              <a:rPr lang="en-US"/>
              <a:t>Click to edit Master title style</a:t>
            </a:r>
          </a:p>
        </p:txBody>
      </p:sp>
    </p:spTree>
    <p:extLst>
      <p:ext uri="{BB962C8B-B14F-4D97-AF65-F5344CB8AC3E}">
        <p14:creationId xmlns:p14="http://schemas.microsoft.com/office/powerpoint/2010/main" val="636057819"/>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6"/>
            <a:ext cx="731520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3" y="3685032"/>
            <a:ext cx="5236506" cy="2276856"/>
          </a:xfrm>
        </p:spPr>
        <p:txBody>
          <a:bodyPr vert="horz" lIns="0" tIns="0" rIns="0" bIns="0" rtlCol="0">
            <a:noAutofit/>
          </a:bodyPr>
          <a:lstStyle>
            <a:lvl1pPr>
              <a:defRPr lang="en-US" sz="3750" dirty="0">
                <a:ln w="3175">
                  <a:noFill/>
                </a:ln>
              </a:defRPr>
            </a:lvl1pPr>
          </a:lstStyle>
          <a:p>
            <a:pPr marL="0" lvl="0" indent="0" fontAlgn="base">
              <a:buNone/>
            </a:pPr>
            <a:r>
              <a:rPr lang="en-US"/>
              <a:t>Subtitle or callout if needed, all titles and subtitles are sentence case </a:t>
            </a:r>
          </a:p>
        </p:txBody>
      </p:sp>
      <p:sp>
        <p:nvSpPr>
          <p:cNvPr id="6" name="Text Placeholder 5">
            <a:extLst>
              <a:ext uri="{FF2B5EF4-FFF2-40B4-BE49-F238E27FC236}">
                <a16:creationId xmlns:a16="http://schemas.microsoft.com/office/drawing/2014/main" id="{808F5F46-46D7-FC41-96C7-36DEC6BD8687}"/>
              </a:ext>
            </a:extLst>
          </p:cNvPr>
          <p:cNvSpPr>
            <a:spLocks noGrp="1"/>
          </p:cNvSpPr>
          <p:nvPr>
            <p:ph type="body" sz="quarter" idx="14"/>
          </p:nvPr>
        </p:nvSpPr>
        <p:spPr>
          <a:xfrm>
            <a:off x="16040100" y="624968"/>
            <a:ext cx="7618984"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365760"/>
          <a:lstStyle/>
          <a:p>
            <a:endParaRPr lang="en-US"/>
          </a:p>
        </p:txBody>
      </p:sp>
    </p:spTree>
    <p:extLst>
      <p:ext uri="{BB962C8B-B14F-4D97-AF65-F5344CB8AC3E}">
        <p14:creationId xmlns:p14="http://schemas.microsoft.com/office/powerpoint/2010/main" val="195996354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305550" y="4833410"/>
            <a:ext cx="17183100" cy="8158692"/>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0" name="Freeform 5">
            <a:extLst>
              <a:ext uri="{FF2B5EF4-FFF2-40B4-BE49-F238E27FC236}">
                <a16:creationId xmlns:a16="http://schemas.microsoft.com/office/drawing/2014/main" id="{CFFE015B-98FD-1C46-9214-B765A4A59ADC}"/>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77254315"/>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8" name="Freeform 5">
            <a:extLst>
              <a:ext uri="{FF2B5EF4-FFF2-40B4-BE49-F238E27FC236}">
                <a16:creationId xmlns:a16="http://schemas.microsoft.com/office/drawing/2014/main" id="{EEC651F5-C6E2-A04D-81A9-27593887E07E}"/>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977183915"/>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1215424"/>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5" name="Freeform 5">
            <a:extLst>
              <a:ext uri="{FF2B5EF4-FFF2-40B4-BE49-F238E27FC236}">
                <a16:creationId xmlns:a16="http://schemas.microsoft.com/office/drawing/2014/main" id="{58E08819-833F-144A-BA8A-41723F41C8A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740198260"/>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8382000" y="13000317"/>
            <a:ext cx="5746892" cy="486410"/>
          </a:xfrm>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8382000" y="621792"/>
            <a:ext cx="15255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2280490"/>
          </a:xfrm>
        </p:spPr>
        <p:txBody>
          <a:bodyPr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5292124"/>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186418"/>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reeform 5">
            <a:extLst>
              <a:ext uri="{FF2B5EF4-FFF2-40B4-BE49-F238E27FC236}">
                <a16:creationId xmlns:a16="http://schemas.microsoft.com/office/drawing/2014/main" id="{E9E68A23-5B63-BA4D-84F2-48D9185FF9A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973427542"/>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6477000" y="13000317"/>
            <a:ext cx="5518292" cy="486410"/>
          </a:xfrm>
        </p:spPr>
        <p:txBody>
          <a:bodyPr/>
          <a:lstStyle>
            <a:lvl1pPr>
              <a:defRPr>
                <a:solidFill>
                  <a:schemeClr val="bg1"/>
                </a:solidFill>
              </a:defRPr>
            </a:lvl1pPr>
          </a:lstStyle>
          <a:p>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3851721614"/>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6477000" y="13000317"/>
            <a:ext cx="5647832" cy="486410"/>
          </a:xfrm>
        </p:spPr>
        <p:txBody>
          <a:bodyPr lIns="365760"/>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7945100" y="621792"/>
            <a:ext cx="571500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mtClean="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0" name="Freeform 5">
            <a:extLst>
              <a:ext uri="{FF2B5EF4-FFF2-40B4-BE49-F238E27FC236}">
                <a16:creationId xmlns:a16="http://schemas.microsoft.com/office/drawing/2014/main" id="{61BE3BB1-3989-7445-BCE4-110B2167128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584582623"/>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8"/>
            <a:ext cx="11142008" cy="1215424"/>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92512333"/>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370379805"/>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70846555"/>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220292703"/>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663327120"/>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2155455740"/>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defRPr lang="en-US" sz="5250" dirty="0">
                <a:ln w="3175">
                  <a:noFill/>
                </a:ln>
                <a:solidFill>
                  <a:schemeClr val="bg1"/>
                </a:solidFill>
              </a:defRPr>
            </a:lvl1pPr>
          </a:lstStyle>
          <a:p>
            <a:pPr lvl="0" fontAlgn="base">
              <a:spcAft>
                <a:spcPts val="5250"/>
              </a:spcAft>
            </a:pPr>
            <a:r>
              <a:rPr lang="en-US"/>
              <a:t>Additional information if needed</a:t>
            </a:r>
          </a:p>
        </p:txBody>
      </p:sp>
      <p:sp>
        <p:nvSpPr>
          <p:cNvPr id="10" name="Freeform 5">
            <a:extLst>
              <a:ext uri="{FF2B5EF4-FFF2-40B4-BE49-F238E27FC236}">
                <a16:creationId xmlns:a16="http://schemas.microsoft.com/office/drawing/2014/main" id="{B369E10D-C034-5D4E-B41E-A0D5075D5F77}"/>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9505950"/>
          </a:xfrm>
        </p:spPr>
        <p:txBody>
          <a:bodyPr lIns="0"/>
          <a:lstStyle>
            <a:lvl1pPr marL="0" indent="0">
              <a:buFont typeface="Aktiv Grotesk" panose="020B0604020202020204" pitchFamily="34" charset="0"/>
              <a:buNone/>
              <a:defRPr lang="en-US" sz="13500" kern="1200"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Callout slide</a:t>
            </a:r>
          </a:p>
        </p:txBody>
      </p:sp>
    </p:spTree>
    <p:extLst>
      <p:ext uri="{BB962C8B-B14F-4D97-AF65-F5344CB8AC3E}">
        <p14:creationId xmlns:p14="http://schemas.microsoft.com/office/powerpoint/2010/main" val="4005370699"/>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2"/>
            <a:ext cx="17192098" cy="10488628"/>
          </a:xfrm>
          <a:ln w="12700">
            <a:noFill/>
          </a:ln>
        </p:spPr>
        <p:txBody>
          <a:bodyPr vert="horz" lIns="0" tIns="0" rIns="0" bIns="0" rtlCol="0" anchor="t" anchorCtr="0">
            <a:noAutofit/>
          </a:bodyPr>
          <a:lstStyle>
            <a:lvl1pPr marL="0" indent="0">
              <a:buNone/>
              <a:defRPr lang="en-US" sz="13500" i="1"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“Quote” slide</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spcBef>
                <a:spcPts val="0"/>
              </a:spcBef>
              <a:spcAft>
                <a:spcPts val="5250"/>
              </a:spcAft>
              <a:defRPr lang="en-US" sz="5250" dirty="0">
                <a:ln w="3175">
                  <a:noFill/>
                </a:ln>
                <a:solidFill>
                  <a:schemeClr val="bg1"/>
                </a:solidFill>
              </a:defRPr>
            </a:lvl1pPr>
          </a:lstStyle>
          <a:p>
            <a:pPr marL="0" lvl="0" indent="0" fontAlgn="base">
              <a:lnSpc>
                <a:spcPct val="100000"/>
              </a:lnSpc>
              <a:buNone/>
            </a:pPr>
            <a:r>
              <a:rPr lang="en-US"/>
              <a:t>Additional information if needed</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800100"/>
          </a:xfrm>
        </p:spPr>
        <p:txBody>
          <a:bodyPr vert="horz" lIns="0" tIns="0" rIns="0" bIns="0" rtlCol="0">
            <a:noAutofit/>
          </a:bodyPr>
          <a:lstStyle>
            <a:lvl1pPr marL="0" indent="0">
              <a:buNone/>
              <a:defRPr lang="en-US" sz="3750" smtClean="0">
                <a:solidFill>
                  <a:schemeClr val="tx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sp>
        <p:nvSpPr>
          <p:cNvPr id="10" name="Freeform 5">
            <a:extLst>
              <a:ext uri="{FF2B5EF4-FFF2-40B4-BE49-F238E27FC236}">
                <a16:creationId xmlns:a16="http://schemas.microsoft.com/office/drawing/2014/main" id="{B924813B-B6BF-7240-B754-7FA0C6A44327}"/>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361134961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3828256507"/>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645857359"/>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74398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875636431"/>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4229940873"/>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5737226"/>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3603109"/>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a:p>
        </p:txBody>
      </p:sp>
    </p:spTree>
    <p:extLst>
      <p:ext uri="{BB962C8B-B14F-4D97-AF65-F5344CB8AC3E}">
        <p14:creationId xmlns:p14="http://schemas.microsoft.com/office/powerpoint/2010/main" val="1695070787"/>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1" name="Freeform 5">
            <a:extLst>
              <a:ext uri="{FF2B5EF4-FFF2-40B4-BE49-F238E27FC236}">
                <a16:creationId xmlns:a16="http://schemas.microsoft.com/office/drawing/2014/main" id="{F157A664-DA27-D54A-9841-80BA581D6EFB}"/>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689092638"/>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791218172"/>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8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1498639133"/>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3793267529"/>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3727202521"/>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1347759742"/>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2887186944"/>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3974710935"/>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1458341144"/>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783834508"/>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12371031"/>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06487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057810"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3033243457"/>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3505863654"/>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625764859"/>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135847114"/>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grpSp>
        <p:nvGrpSpPr>
          <p:cNvPr id="5" name="Group 4">
            <a:extLst>
              <a:ext uri="{FF2B5EF4-FFF2-40B4-BE49-F238E27FC236}">
                <a16:creationId xmlns:a16="http://schemas.microsoft.com/office/drawing/2014/main" id="{4CD80BBE-E9C1-4ADE-A161-0379299AA354}"/>
              </a:ext>
            </a:extLst>
          </p:cNvPr>
          <p:cNvGrpSpPr/>
          <p:nvPr userDrawn="1"/>
        </p:nvGrpSpPr>
        <p:grpSpPr>
          <a:xfrm>
            <a:off x="20482559" y="11617235"/>
            <a:ext cx="2910578" cy="1484086"/>
            <a:chOff x="6551613" y="3198813"/>
            <a:chExt cx="5856287" cy="2986087"/>
          </a:xfrm>
          <a:solidFill>
            <a:schemeClr val="bg1"/>
          </a:solidFill>
        </p:grpSpPr>
        <p:sp>
          <p:nvSpPr>
            <p:cNvPr id="7" name="Freeform 5">
              <a:extLst>
                <a:ext uri="{FF2B5EF4-FFF2-40B4-BE49-F238E27FC236}">
                  <a16:creationId xmlns:a16="http://schemas.microsoft.com/office/drawing/2014/main" id="{07ACEAA7-1C6C-469C-841B-DBCC48ED2727}"/>
                </a:ext>
              </a:extLst>
            </p:cNvPr>
            <p:cNvSpPr>
              <a:spLocks/>
            </p:cNvSpPr>
            <p:nvPr/>
          </p:nvSpPr>
          <p:spPr bwMode="auto">
            <a:xfrm>
              <a:off x="6559550" y="3346450"/>
              <a:ext cx="822325" cy="1155700"/>
            </a:xfrm>
            <a:custGeom>
              <a:avLst/>
              <a:gdLst>
                <a:gd name="T0" fmla="*/ 209 w 218"/>
                <a:gd name="T1" fmla="*/ 36 h 306"/>
                <a:gd name="T2" fmla="*/ 181 w 218"/>
                <a:gd name="T3" fmla="*/ 68 h 306"/>
                <a:gd name="T4" fmla="*/ 115 w 218"/>
                <a:gd name="T5" fmla="*/ 42 h 306"/>
                <a:gd name="T6" fmla="*/ 70 w 218"/>
                <a:gd name="T7" fmla="*/ 77 h 306"/>
                <a:gd name="T8" fmla="*/ 130 w 218"/>
                <a:gd name="T9" fmla="*/ 123 h 306"/>
                <a:gd name="T10" fmla="*/ 218 w 218"/>
                <a:gd name="T11" fmla="*/ 216 h 306"/>
                <a:gd name="T12" fmla="*/ 106 w 218"/>
                <a:gd name="T13" fmla="*/ 306 h 306"/>
                <a:gd name="T14" fmla="*/ 0 w 218"/>
                <a:gd name="T15" fmla="*/ 266 h 306"/>
                <a:gd name="T16" fmla="*/ 29 w 218"/>
                <a:gd name="T17" fmla="*/ 233 h 306"/>
                <a:gd name="T18" fmla="*/ 105 w 218"/>
                <a:gd name="T19" fmla="*/ 263 h 306"/>
                <a:gd name="T20" fmla="*/ 159 w 218"/>
                <a:gd name="T21" fmla="*/ 219 h 306"/>
                <a:gd name="T22" fmla="*/ 101 w 218"/>
                <a:gd name="T23" fmla="*/ 169 h 306"/>
                <a:gd name="T24" fmla="*/ 12 w 218"/>
                <a:gd name="T25" fmla="*/ 81 h 306"/>
                <a:gd name="T26" fmla="*/ 112 w 218"/>
                <a:gd name="T27" fmla="*/ 0 h 306"/>
                <a:gd name="T28" fmla="*/ 209 w 218"/>
                <a:gd name="T29" fmla="*/ 3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8" h="306">
                  <a:moveTo>
                    <a:pt x="209" y="36"/>
                  </a:moveTo>
                  <a:cubicBezTo>
                    <a:pt x="181" y="68"/>
                    <a:pt x="181" y="68"/>
                    <a:pt x="181" y="68"/>
                  </a:cubicBezTo>
                  <a:cubicBezTo>
                    <a:pt x="160" y="50"/>
                    <a:pt x="140" y="42"/>
                    <a:pt x="115" y="42"/>
                  </a:cubicBezTo>
                  <a:cubicBezTo>
                    <a:pt x="89" y="42"/>
                    <a:pt x="70" y="54"/>
                    <a:pt x="70" y="77"/>
                  </a:cubicBezTo>
                  <a:cubicBezTo>
                    <a:pt x="70" y="99"/>
                    <a:pt x="81" y="108"/>
                    <a:pt x="130" y="123"/>
                  </a:cubicBezTo>
                  <a:cubicBezTo>
                    <a:pt x="182" y="139"/>
                    <a:pt x="218" y="161"/>
                    <a:pt x="218" y="216"/>
                  </a:cubicBezTo>
                  <a:cubicBezTo>
                    <a:pt x="218" y="269"/>
                    <a:pt x="176" y="306"/>
                    <a:pt x="106" y="306"/>
                  </a:cubicBezTo>
                  <a:cubicBezTo>
                    <a:pt x="59" y="306"/>
                    <a:pt x="24" y="290"/>
                    <a:pt x="0" y="266"/>
                  </a:cubicBezTo>
                  <a:cubicBezTo>
                    <a:pt x="29" y="233"/>
                    <a:pt x="29" y="233"/>
                    <a:pt x="29" y="233"/>
                  </a:cubicBezTo>
                  <a:cubicBezTo>
                    <a:pt x="51" y="252"/>
                    <a:pt x="74" y="263"/>
                    <a:pt x="105" y="263"/>
                  </a:cubicBezTo>
                  <a:cubicBezTo>
                    <a:pt x="136" y="263"/>
                    <a:pt x="159" y="248"/>
                    <a:pt x="159" y="219"/>
                  </a:cubicBezTo>
                  <a:cubicBezTo>
                    <a:pt x="159" y="194"/>
                    <a:pt x="147" y="183"/>
                    <a:pt x="101" y="169"/>
                  </a:cubicBezTo>
                  <a:cubicBezTo>
                    <a:pt x="39" y="150"/>
                    <a:pt x="12" y="125"/>
                    <a:pt x="12" y="81"/>
                  </a:cubicBezTo>
                  <a:cubicBezTo>
                    <a:pt x="12" y="32"/>
                    <a:pt x="54" y="0"/>
                    <a:pt x="112" y="0"/>
                  </a:cubicBezTo>
                  <a:cubicBezTo>
                    <a:pt x="155" y="0"/>
                    <a:pt x="184" y="12"/>
                    <a:pt x="209"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8" name="Freeform 6">
              <a:extLst>
                <a:ext uri="{FF2B5EF4-FFF2-40B4-BE49-F238E27FC236}">
                  <a16:creationId xmlns:a16="http://schemas.microsoft.com/office/drawing/2014/main" id="{781C4BC7-E6C3-48AF-AB86-B4B67AE2B2AC}"/>
                </a:ext>
              </a:extLst>
            </p:cNvPr>
            <p:cNvSpPr>
              <a:spLocks noEditPoints="1"/>
            </p:cNvSpPr>
            <p:nvPr/>
          </p:nvSpPr>
          <p:spPr bwMode="auto">
            <a:xfrm>
              <a:off x="7456488" y="3603625"/>
              <a:ext cx="800100" cy="898525"/>
            </a:xfrm>
            <a:custGeom>
              <a:avLst/>
              <a:gdLst>
                <a:gd name="T0" fmla="*/ 212 w 212"/>
                <a:gd name="T1" fmla="*/ 119 h 238"/>
                <a:gd name="T2" fmla="*/ 106 w 212"/>
                <a:gd name="T3" fmla="*/ 238 h 238"/>
                <a:gd name="T4" fmla="*/ 0 w 212"/>
                <a:gd name="T5" fmla="*/ 119 h 238"/>
                <a:gd name="T6" fmla="*/ 106 w 212"/>
                <a:gd name="T7" fmla="*/ 0 h 238"/>
                <a:gd name="T8" fmla="*/ 212 w 212"/>
                <a:gd name="T9" fmla="*/ 119 h 238"/>
                <a:gd name="T10" fmla="*/ 57 w 212"/>
                <a:gd name="T11" fmla="*/ 119 h 238"/>
                <a:gd name="T12" fmla="*/ 106 w 212"/>
                <a:gd name="T13" fmla="*/ 197 h 238"/>
                <a:gd name="T14" fmla="*/ 154 w 212"/>
                <a:gd name="T15" fmla="*/ 119 h 238"/>
                <a:gd name="T16" fmla="*/ 106 w 212"/>
                <a:gd name="T17" fmla="*/ 42 h 238"/>
                <a:gd name="T18" fmla="*/ 57 w 212"/>
                <a:gd name="T19" fmla="*/ 119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38">
                  <a:moveTo>
                    <a:pt x="212" y="119"/>
                  </a:moveTo>
                  <a:cubicBezTo>
                    <a:pt x="212" y="190"/>
                    <a:pt x="172" y="238"/>
                    <a:pt x="106" y="238"/>
                  </a:cubicBezTo>
                  <a:cubicBezTo>
                    <a:pt x="40" y="238"/>
                    <a:pt x="0" y="193"/>
                    <a:pt x="0" y="119"/>
                  </a:cubicBezTo>
                  <a:cubicBezTo>
                    <a:pt x="0" y="48"/>
                    <a:pt x="40" y="0"/>
                    <a:pt x="106" y="0"/>
                  </a:cubicBezTo>
                  <a:cubicBezTo>
                    <a:pt x="173" y="0"/>
                    <a:pt x="212" y="46"/>
                    <a:pt x="212" y="119"/>
                  </a:cubicBezTo>
                  <a:moveTo>
                    <a:pt x="57" y="119"/>
                  </a:moveTo>
                  <a:cubicBezTo>
                    <a:pt x="57" y="173"/>
                    <a:pt x="74" y="197"/>
                    <a:pt x="106" y="197"/>
                  </a:cubicBezTo>
                  <a:cubicBezTo>
                    <a:pt x="138" y="197"/>
                    <a:pt x="154" y="173"/>
                    <a:pt x="154" y="119"/>
                  </a:cubicBezTo>
                  <a:cubicBezTo>
                    <a:pt x="154" y="66"/>
                    <a:pt x="138" y="42"/>
                    <a:pt x="106" y="42"/>
                  </a:cubicBezTo>
                  <a:cubicBezTo>
                    <a:pt x="74" y="42"/>
                    <a:pt x="57" y="66"/>
                    <a:pt x="57" y="11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0" name="Freeform 7">
              <a:extLst>
                <a:ext uri="{FF2B5EF4-FFF2-40B4-BE49-F238E27FC236}">
                  <a16:creationId xmlns:a16="http://schemas.microsoft.com/office/drawing/2014/main" id="{0EB10CA2-AD98-46FB-904E-3FC53AF6D322}"/>
                </a:ext>
              </a:extLst>
            </p:cNvPr>
            <p:cNvSpPr>
              <a:spLocks/>
            </p:cNvSpPr>
            <p:nvPr/>
          </p:nvSpPr>
          <p:spPr bwMode="auto">
            <a:xfrm>
              <a:off x="8369300" y="3267075"/>
              <a:ext cx="342900" cy="1235075"/>
            </a:xfrm>
            <a:custGeom>
              <a:avLst/>
              <a:gdLst>
                <a:gd name="T0" fmla="*/ 0 w 91"/>
                <a:gd name="T1" fmla="*/ 269 h 327"/>
                <a:gd name="T2" fmla="*/ 0 w 91"/>
                <a:gd name="T3" fmla="*/ 6 h 327"/>
                <a:gd name="T4" fmla="*/ 54 w 91"/>
                <a:gd name="T5" fmla="*/ 0 h 327"/>
                <a:gd name="T6" fmla="*/ 54 w 91"/>
                <a:gd name="T7" fmla="*/ 268 h 327"/>
                <a:gd name="T8" fmla="*/ 67 w 91"/>
                <a:gd name="T9" fmla="*/ 283 h 327"/>
                <a:gd name="T10" fmla="*/ 80 w 91"/>
                <a:gd name="T11" fmla="*/ 281 h 327"/>
                <a:gd name="T12" fmla="*/ 91 w 91"/>
                <a:gd name="T13" fmla="*/ 320 h 327"/>
                <a:gd name="T14" fmla="*/ 55 w 91"/>
                <a:gd name="T15" fmla="*/ 327 h 327"/>
                <a:gd name="T16" fmla="*/ 0 w 91"/>
                <a:gd name="T17" fmla="*/ 269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327">
                  <a:moveTo>
                    <a:pt x="0" y="269"/>
                  </a:moveTo>
                  <a:cubicBezTo>
                    <a:pt x="0" y="6"/>
                    <a:pt x="0" y="6"/>
                    <a:pt x="0" y="6"/>
                  </a:cubicBezTo>
                  <a:cubicBezTo>
                    <a:pt x="54" y="0"/>
                    <a:pt x="54" y="0"/>
                    <a:pt x="54" y="0"/>
                  </a:cubicBezTo>
                  <a:cubicBezTo>
                    <a:pt x="54" y="268"/>
                    <a:pt x="54" y="268"/>
                    <a:pt x="54" y="268"/>
                  </a:cubicBezTo>
                  <a:cubicBezTo>
                    <a:pt x="54" y="278"/>
                    <a:pt x="58" y="283"/>
                    <a:pt x="67" y="283"/>
                  </a:cubicBezTo>
                  <a:cubicBezTo>
                    <a:pt x="72" y="283"/>
                    <a:pt x="76" y="283"/>
                    <a:pt x="80" y="281"/>
                  </a:cubicBezTo>
                  <a:cubicBezTo>
                    <a:pt x="91" y="320"/>
                    <a:pt x="91" y="320"/>
                    <a:pt x="91" y="320"/>
                  </a:cubicBezTo>
                  <a:cubicBezTo>
                    <a:pt x="82" y="324"/>
                    <a:pt x="69" y="327"/>
                    <a:pt x="55" y="327"/>
                  </a:cubicBezTo>
                  <a:cubicBezTo>
                    <a:pt x="20" y="327"/>
                    <a:pt x="0" y="306"/>
                    <a:pt x="0" y="26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1" name="Freeform 8">
              <a:extLst>
                <a:ext uri="{FF2B5EF4-FFF2-40B4-BE49-F238E27FC236}">
                  <a16:creationId xmlns:a16="http://schemas.microsoft.com/office/drawing/2014/main" id="{B9E5C79F-E295-488C-8EE4-9FF1E890F79F}"/>
                </a:ext>
              </a:extLst>
            </p:cNvPr>
            <p:cNvSpPr>
              <a:spLocks/>
            </p:cNvSpPr>
            <p:nvPr/>
          </p:nvSpPr>
          <p:spPr bwMode="auto">
            <a:xfrm>
              <a:off x="8640763" y="3630613"/>
              <a:ext cx="803275" cy="849312"/>
            </a:xfrm>
            <a:custGeom>
              <a:avLst/>
              <a:gdLst>
                <a:gd name="T0" fmla="*/ 330 w 506"/>
                <a:gd name="T1" fmla="*/ 535 h 535"/>
                <a:gd name="T2" fmla="*/ 176 w 506"/>
                <a:gd name="T3" fmla="*/ 535 h 535"/>
                <a:gd name="T4" fmla="*/ 0 w 506"/>
                <a:gd name="T5" fmla="*/ 0 h 535"/>
                <a:gd name="T6" fmla="*/ 140 w 506"/>
                <a:gd name="T7" fmla="*/ 0 h 535"/>
                <a:gd name="T8" fmla="*/ 254 w 506"/>
                <a:gd name="T9" fmla="*/ 430 h 535"/>
                <a:gd name="T10" fmla="*/ 371 w 506"/>
                <a:gd name="T11" fmla="*/ 0 h 535"/>
                <a:gd name="T12" fmla="*/ 506 w 506"/>
                <a:gd name="T13" fmla="*/ 0 h 535"/>
                <a:gd name="T14" fmla="*/ 330 w 506"/>
                <a:gd name="T15" fmla="*/ 535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6" h="535">
                  <a:moveTo>
                    <a:pt x="330" y="535"/>
                  </a:moveTo>
                  <a:lnTo>
                    <a:pt x="176" y="535"/>
                  </a:lnTo>
                  <a:lnTo>
                    <a:pt x="0" y="0"/>
                  </a:lnTo>
                  <a:lnTo>
                    <a:pt x="140" y="0"/>
                  </a:lnTo>
                  <a:lnTo>
                    <a:pt x="254" y="430"/>
                  </a:lnTo>
                  <a:lnTo>
                    <a:pt x="371" y="0"/>
                  </a:lnTo>
                  <a:lnTo>
                    <a:pt x="506" y="0"/>
                  </a:lnTo>
                  <a:lnTo>
                    <a:pt x="330" y="5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3" name="Freeform 9">
              <a:extLst>
                <a:ext uri="{FF2B5EF4-FFF2-40B4-BE49-F238E27FC236}">
                  <a16:creationId xmlns:a16="http://schemas.microsoft.com/office/drawing/2014/main" id="{EFBA0CC9-5A1F-479E-8678-19B836D49C6A}"/>
                </a:ext>
              </a:extLst>
            </p:cNvPr>
            <p:cNvSpPr>
              <a:spLocks noEditPoints="1"/>
            </p:cNvSpPr>
            <p:nvPr/>
          </p:nvSpPr>
          <p:spPr bwMode="auto">
            <a:xfrm>
              <a:off x="9471025" y="3198813"/>
              <a:ext cx="255587" cy="1281112"/>
            </a:xfrm>
            <a:custGeom>
              <a:avLst/>
              <a:gdLst>
                <a:gd name="T0" fmla="*/ 68 w 68"/>
                <a:gd name="T1" fmla="*/ 33 h 339"/>
                <a:gd name="T2" fmla="*/ 34 w 68"/>
                <a:gd name="T3" fmla="*/ 66 h 339"/>
                <a:gd name="T4" fmla="*/ 0 w 68"/>
                <a:gd name="T5" fmla="*/ 33 h 339"/>
                <a:gd name="T6" fmla="*/ 34 w 68"/>
                <a:gd name="T7" fmla="*/ 0 h 339"/>
                <a:gd name="T8" fmla="*/ 68 w 68"/>
                <a:gd name="T9" fmla="*/ 33 h 339"/>
                <a:gd name="T10" fmla="*/ 62 w 68"/>
                <a:gd name="T11" fmla="*/ 339 h 339"/>
                <a:gd name="T12" fmla="*/ 7 w 68"/>
                <a:gd name="T13" fmla="*/ 339 h 339"/>
                <a:gd name="T14" fmla="*/ 7 w 68"/>
                <a:gd name="T15" fmla="*/ 114 h 339"/>
                <a:gd name="T16" fmla="*/ 62 w 68"/>
                <a:gd name="T17" fmla="*/ 114 h 339"/>
                <a:gd name="T18" fmla="*/ 62 w 68"/>
                <a:gd name="T19" fmla="*/ 339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339">
                  <a:moveTo>
                    <a:pt x="68" y="33"/>
                  </a:moveTo>
                  <a:cubicBezTo>
                    <a:pt x="68" y="51"/>
                    <a:pt x="54" y="66"/>
                    <a:pt x="34" y="66"/>
                  </a:cubicBezTo>
                  <a:cubicBezTo>
                    <a:pt x="14" y="66"/>
                    <a:pt x="0" y="51"/>
                    <a:pt x="0" y="33"/>
                  </a:cubicBezTo>
                  <a:cubicBezTo>
                    <a:pt x="0" y="14"/>
                    <a:pt x="14" y="0"/>
                    <a:pt x="34" y="0"/>
                  </a:cubicBezTo>
                  <a:cubicBezTo>
                    <a:pt x="54" y="0"/>
                    <a:pt x="68" y="14"/>
                    <a:pt x="68" y="33"/>
                  </a:cubicBezTo>
                  <a:moveTo>
                    <a:pt x="62" y="339"/>
                  </a:moveTo>
                  <a:cubicBezTo>
                    <a:pt x="7" y="339"/>
                    <a:pt x="7" y="339"/>
                    <a:pt x="7" y="339"/>
                  </a:cubicBezTo>
                  <a:cubicBezTo>
                    <a:pt x="7" y="114"/>
                    <a:pt x="7" y="114"/>
                    <a:pt x="7" y="114"/>
                  </a:cubicBezTo>
                  <a:cubicBezTo>
                    <a:pt x="62" y="114"/>
                    <a:pt x="62" y="114"/>
                    <a:pt x="62" y="114"/>
                  </a:cubicBezTo>
                  <a:lnTo>
                    <a:pt x="62" y="3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4" name="Freeform 10">
              <a:extLst>
                <a:ext uri="{FF2B5EF4-FFF2-40B4-BE49-F238E27FC236}">
                  <a16:creationId xmlns:a16="http://schemas.microsoft.com/office/drawing/2014/main" id="{17FF4A07-8B4D-47A8-9A59-AA3085E43920}"/>
                </a:ext>
              </a:extLst>
            </p:cNvPr>
            <p:cNvSpPr>
              <a:spLocks/>
            </p:cNvSpPr>
            <p:nvPr/>
          </p:nvSpPr>
          <p:spPr bwMode="auto">
            <a:xfrm>
              <a:off x="9877425" y="3603625"/>
              <a:ext cx="693737" cy="876300"/>
            </a:xfrm>
            <a:custGeom>
              <a:avLst/>
              <a:gdLst>
                <a:gd name="T0" fmla="*/ 184 w 184"/>
                <a:gd name="T1" fmla="*/ 69 h 232"/>
                <a:gd name="T2" fmla="*/ 184 w 184"/>
                <a:gd name="T3" fmla="*/ 232 h 232"/>
                <a:gd name="T4" fmla="*/ 129 w 184"/>
                <a:gd name="T5" fmla="*/ 232 h 232"/>
                <a:gd name="T6" fmla="*/ 129 w 184"/>
                <a:gd name="T7" fmla="*/ 77 h 232"/>
                <a:gd name="T8" fmla="*/ 102 w 184"/>
                <a:gd name="T9" fmla="*/ 41 h 232"/>
                <a:gd name="T10" fmla="*/ 54 w 184"/>
                <a:gd name="T11" fmla="*/ 75 h 232"/>
                <a:gd name="T12" fmla="*/ 54 w 184"/>
                <a:gd name="T13" fmla="*/ 232 h 232"/>
                <a:gd name="T14" fmla="*/ 0 w 184"/>
                <a:gd name="T15" fmla="*/ 232 h 232"/>
                <a:gd name="T16" fmla="*/ 0 w 184"/>
                <a:gd name="T17" fmla="*/ 7 h 232"/>
                <a:gd name="T18" fmla="*/ 47 w 184"/>
                <a:gd name="T19" fmla="*/ 7 h 232"/>
                <a:gd name="T20" fmla="*/ 51 w 184"/>
                <a:gd name="T21" fmla="*/ 36 h 232"/>
                <a:gd name="T22" fmla="*/ 120 w 184"/>
                <a:gd name="T23" fmla="*/ 0 h 232"/>
                <a:gd name="T24" fmla="*/ 184 w 184"/>
                <a:gd name="T25" fmla="*/ 69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4" h="232">
                  <a:moveTo>
                    <a:pt x="184" y="69"/>
                  </a:moveTo>
                  <a:cubicBezTo>
                    <a:pt x="184" y="232"/>
                    <a:pt x="184" y="232"/>
                    <a:pt x="184" y="232"/>
                  </a:cubicBezTo>
                  <a:cubicBezTo>
                    <a:pt x="129" y="232"/>
                    <a:pt x="129" y="232"/>
                    <a:pt x="129" y="232"/>
                  </a:cubicBezTo>
                  <a:cubicBezTo>
                    <a:pt x="129" y="77"/>
                    <a:pt x="129" y="77"/>
                    <a:pt x="129" y="77"/>
                  </a:cubicBezTo>
                  <a:cubicBezTo>
                    <a:pt x="129" y="49"/>
                    <a:pt x="119" y="41"/>
                    <a:pt x="102" y="41"/>
                  </a:cubicBezTo>
                  <a:cubicBezTo>
                    <a:pt x="82" y="41"/>
                    <a:pt x="68" y="54"/>
                    <a:pt x="54" y="75"/>
                  </a:cubicBezTo>
                  <a:cubicBezTo>
                    <a:pt x="54" y="232"/>
                    <a:pt x="54" y="232"/>
                    <a:pt x="54" y="232"/>
                  </a:cubicBezTo>
                  <a:cubicBezTo>
                    <a:pt x="0" y="232"/>
                    <a:pt x="0" y="232"/>
                    <a:pt x="0" y="232"/>
                  </a:cubicBezTo>
                  <a:cubicBezTo>
                    <a:pt x="0" y="7"/>
                    <a:pt x="0" y="7"/>
                    <a:pt x="0" y="7"/>
                  </a:cubicBezTo>
                  <a:cubicBezTo>
                    <a:pt x="47" y="7"/>
                    <a:pt x="47" y="7"/>
                    <a:pt x="47" y="7"/>
                  </a:cubicBezTo>
                  <a:cubicBezTo>
                    <a:pt x="51" y="36"/>
                    <a:pt x="51" y="36"/>
                    <a:pt x="51" y="36"/>
                  </a:cubicBezTo>
                  <a:cubicBezTo>
                    <a:pt x="69" y="14"/>
                    <a:pt x="91" y="0"/>
                    <a:pt x="120" y="0"/>
                  </a:cubicBezTo>
                  <a:cubicBezTo>
                    <a:pt x="160" y="0"/>
                    <a:pt x="184" y="26"/>
                    <a:pt x="184" y="6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5" name="Freeform 11">
              <a:extLst>
                <a:ext uri="{FF2B5EF4-FFF2-40B4-BE49-F238E27FC236}">
                  <a16:creationId xmlns:a16="http://schemas.microsoft.com/office/drawing/2014/main" id="{8693E875-09F4-48DF-AFDE-3A3E0AA5EA2C}"/>
                </a:ext>
              </a:extLst>
            </p:cNvPr>
            <p:cNvSpPr>
              <a:spLocks noEditPoints="1"/>
            </p:cNvSpPr>
            <p:nvPr/>
          </p:nvSpPr>
          <p:spPr bwMode="auto">
            <a:xfrm>
              <a:off x="10628313" y="3509963"/>
              <a:ext cx="836612" cy="1322387"/>
            </a:xfrm>
            <a:custGeom>
              <a:avLst/>
              <a:gdLst>
                <a:gd name="T0" fmla="*/ 222 w 222"/>
                <a:gd name="T1" fmla="*/ 44 h 350"/>
                <a:gd name="T2" fmla="*/ 156 w 222"/>
                <a:gd name="T3" fmla="*/ 51 h 350"/>
                <a:gd name="T4" fmla="*/ 197 w 222"/>
                <a:gd name="T5" fmla="*/ 109 h 350"/>
                <a:gd name="T6" fmla="*/ 107 w 222"/>
                <a:gd name="T7" fmla="*/ 185 h 350"/>
                <a:gd name="T8" fmla="*/ 80 w 222"/>
                <a:gd name="T9" fmla="*/ 182 h 350"/>
                <a:gd name="T10" fmla="*/ 71 w 222"/>
                <a:gd name="T11" fmla="*/ 198 h 350"/>
                <a:gd name="T12" fmla="*/ 98 w 222"/>
                <a:gd name="T13" fmla="*/ 214 h 350"/>
                <a:gd name="T14" fmla="*/ 132 w 222"/>
                <a:gd name="T15" fmla="*/ 214 h 350"/>
                <a:gd name="T16" fmla="*/ 214 w 222"/>
                <a:gd name="T17" fmla="*/ 278 h 350"/>
                <a:gd name="T18" fmla="*/ 102 w 222"/>
                <a:gd name="T19" fmla="*/ 350 h 350"/>
                <a:gd name="T20" fmla="*/ 0 w 222"/>
                <a:gd name="T21" fmla="*/ 279 h 350"/>
                <a:gd name="T22" fmla="*/ 48 w 222"/>
                <a:gd name="T23" fmla="*/ 279 h 350"/>
                <a:gd name="T24" fmla="*/ 103 w 222"/>
                <a:gd name="T25" fmla="*/ 311 h 350"/>
                <a:gd name="T26" fmla="*/ 159 w 222"/>
                <a:gd name="T27" fmla="*/ 281 h 350"/>
                <a:gd name="T28" fmla="*/ 121 w 222"/>
                <a:gd name="T29" fmla="*/ 255 h 350"/>
                <a:gd name="T30" fmla="*/ 87 w 222"/>
                <a:gd name="T31" fmla="*/ 255 h 350"/>
                <a:gd name="T32" fmla="*/ 23 w 222"/>
                <a:gd name="T33" fmla="*/ 211 h 350"/>
                <a:gd name="T34" fmla="*/ 49 w 222"/>
                <a:gd name="T35" fmla="*/ 170 h 350"/>
                <a:gd name="T36" fmla="*/ 10 w 222"/>
                <a:gd name="T37" fmla="*/ 106 h 350"/>
                <a:gd name="T38" fmla="*/ 103 w 222"/>
                <a:gd name="T39" fmla="*/ 25 h 350"/>
                <a:gd name="T40" fmla="*/ 208 w 222"/>
                <a:gd name="T41" fmla="*/ 0 h 350"/>
                <a:gd name="T42" fmla="*/ 222 w 222"/>
                <a:gd name="T43" fmla="*/ 44 h 350"/>
                <a:gd name="T44" fmla="*/ 65 w 222"/>
                <a:gd name="T45" fmla="*/ 105 h 350"/>
                <a:gd name="T46" fmla="*/ 105 w 222"/>
                <a:gd name="T47" fmla="*/ 150 h 350"/>
                <a:gd name="T48" fmla="*/ 145 w 222"/>
                <a:gd name="T49" fmla="*/ 105 h 350"/>
                <a:gd name="T50" fmla="*/ 104 w 222"/>
                <a:gd name="T51" fmla="*/ 62 h 350"/>
                <a:gd name="T52" fmla="*/ 65 w 222"/>
                <a:gd name="T53" fmla="*/ 105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2" h="350">
                  <a:moveTo>
                    <a:pt x="222" y="44"/>
                  </a:moveTo>
                  <a:cubicBezTo>
                    <a:pt x="205" y="50"/>
                    <a:pt x="183" y="51"/>
                    <a:pt x="156" y="51"/>
                  </a:cubicBezTo>
                  <a:cubicBezTo>
                    <a:pt x="184" y="64"/>
                    <a:pt x="197" y="81"/>
                    <a:pt x="197" y="109"/>
                  </a:cubicBezTo>
                  <a:cubicBezTo>
                    <a:pt x="197" y="153"/>
                    <a:pt x="163" y="185"/>
                    <a:pt x="107" y="185"/>
                  </a:cubicBezTo>
                  <a:cubicBezTo>
                    <a:pt x="97" y="185"/>
                    <a:pt x="88" y="184"/>
                    <a:pt x="80" y="182"/>
                  </a:cubicBezTo>
                  <a:cubicBezTo>
                    <a:pt x="74" y="185"/>
                    <a:pt x="71" y="191"/>
                    <a:pt x="71" y="198"/>
                  </a:cubicBezTo>
                  <a:cubicBezTo>
                    <a:pt x="71" y="206"/>
                    <a:pt x="75" y="214"/>
                    <a:pt x="98" y="214"/>
                  </a:cubicBezTo>
                  <a:cubicBezTo>
                    <a:pt x="132" y="214"/>
                    <a:pt x="132" y="214"/>
                    <a:pt x="132" y="214"/>
                  </a:cubicBezTo>
                  <a:cubicBezTo>
                    <a:pt x="182" y="214"/>
                    <a:pt x="214" y="241"/>
                    <a:pt x="214" y="278"/>
                  </a:cubicBezTo>
                  <a:cubicBezTo>
                    <a:pt x="214" y="323"/>
                    <a:pt x="176" y="350"/>
                    <a:pt x="102" y="350"/>
                  </a:cubicBezTo>
                  <a:cubicBezTo>
                    <a:pt x="22" y="350"/>
                    <a:pt x="0" y="324"/>
                    <a:pt x="0" y="279"/>
                  </a:cubicBezTo>
                  <a:cubicBezTo>
                    <a:pt x="48" y="279"/>
                    <a:pt x="48" y="279"/>
                    <a:pt x="48" y="279"/>
                  </a:cubicBezTo>
                  <a:cubicBezTo>
                    <a:pt x="48" y="301"/>
                    <a:pt x="58" y="311"/>
                    <a:pt x="103" y="311"/>
                  </a:cubicBezTo>
                  <a:cubicBezTo>
                    <a:pt x="147" y="311"/>
                    <a:pt x="159" y="299"/>
                    <a:pt x="159" y="281"/>
                  </a:cubicBezTo>
                  <a:cubicBezTo>
                    <a:pt x="159" y="265"/>
                    <a:pt x="146" y="255"/>
                    <a:pt x="121" y="255"/>
                  </a:cubicBezTo>
                  <a:cubicBezTo>
                    <a:pt x="87" y="255"/>
                    <a:pt x="87" y="255"/>
                    <a:pt x="87" y="255"/>
                  </a:cubicBezTo>
                  <a:cubicBezTo>
                    <a:pt x="42" y="255"/>
                    <a:pt x="23" y="235"/>
                    <a:pt x="23" y="211"/>
                  </a:cubicBezTo>
                  <a:cubicBezTo>
                    <a:pt x="23" y="196"/>
                    <a:pt x="33" y="180"/>
                    <a:pt x="49" y="170"/>
                  </a:cubicBezTo>
                  <a:cubicBezTo>
                    <a:pt x="22" y="155"/>
                    <a:pt x="10" y="135"/>
                    <a:pt x="10" y="106"/>
                  </a:cubicBezTo>
                  <a:cubicBezTo>
                    <a:pt x="10" y="57"/>
                    <a:pt x="48" y="25"/>
                    <a:pt x="103" y="25"/>
                  </a:cubicBezTo>
                  <a:cubicBezTo>
                    <a:pt x="156" y="27"/>
                    <a:pt x="181" y="15"/>
                    <a:pt x="208" y="0"/>
                  </a:cubicBezTo>
                  <a:lnTo>
                    <a:pt x="222" y="44"/>
                  </a:lnTo>
                  <a:close/>
                  <a:moveTo>
                    <a:pt x="65" y="105"/>
                  </a:moveTo>
                  <a:cubicBezTo>
                    <a:pt x="65" y="133"/>
                    <a:pt x="79" y="150"/>
                    <a:pt x="105" y="150"/>
                  </a:cubicBezTo>
                  <a:cubicBezTo>
                    <a:pt x="131" y="150"/>
                    <a:pt x="145" y="133"/>
                    <a:pt x="145" y="105"/>
                  </a:cubicBezTo>
                  <a:cubicBezTo>
                    <a:pt x="145" y="76"/>
                    <a:pt x="131" y="62"/>
                    <a:pt x="104" y="62"/>
                  </a:cubicBezTo>
                  <a:cubicBezTo>
                    <a:pt x="79" y="62"/>
                    <a:pt x="65" y="79"/>
                    <a:pt x="65" y="10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6" name="Freeform 12">
              <a:extLst>
                <a:ext uri="{FF2B5EF4-FFF2-40B4-BE49-F238E27FC236}">
                  <a16:creationId xmlns:a16="http://schemas.microsoft.com/office/drawing/2014/main" id="{30BC2F92-20AB-4C9D-83BC-16D359C9AF3A}"/>
                </a:ext>
              </a:extLst>
            </p:cNvPr>
            <p:cNvSpPr>
              <a:spLocks/>
            </p:cNvSpPr>
            <p:nvPr/>
          </p:nvSpPr>
          <p:spPr bwMode="auto">
            <a:xfrm>
              <a:off x="6551613" y="4722813"/>
              <a:ext cx="822325" cy="1109662"/>
            </a:xfrm>
            <a:custGeom>
              <a:avLst/>
              <a:gdLst>
                <a:gd name="T0" fmla="*/ 504 w 518"/>
                <a:gd name="T1" fmla="*/ 107 h 699"/>
                <a:gd name="T2" fmla="*/ 323 w 518"/>
                <a:gd name="T3" fmla="*/ 107 h 699"/>
                <a:gd name="T4" fmla="*/ 323 w 518"/>
                <a:gd name="T5" fmla="*/ 699 h 699"/>
                <a:gd name="T6" fmla="*/ 188 w 518"/>
                <a:gd name="T7" fmla="*/ 699 h 699"/>
                <a:gd name="T8" fmla="*/ 188 w 518"/>
                <a:gd name="T9" fmla="*/ 107 h 699"/>
                <a:gd name="T10" fmla="*/ 0 w 518"/>
                <a:gd name="T11" fmla="*/ 107 h 699"/>
                <a:gd name="T12" fmla="*/ 0 w 518"/>
                <a:gd name="T13" fmla="*/ 0 h 699"/>
                <a:gd name="T14" fmla="*/ 518 w 518"/>
                <a:gd name="T15" fmla="*/ 0 h 699"/>
                <a:gd name="T16" fmla="*/ 504 w 518"/>
                <a:gd name="T17" fmla="*/ 107 h 6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8" h="699">
                  <a:moveTo>
                    <a:pt x="504" y="107"/>
                  </a:moveTo>
                  <a:lnTo>
                    <a:pt x="323" y="107"/>
                  </a:lnTo>
                  <a:lnTo>
                    <a:pt x="323" y="699"/>
                  </a:lnTo>
                  <a:lnTo>
                    <a:pt x="188" y="699"/>
                  </a:lnTo>
                  <a:lnTo>
                    <a:pt x="188" y="107"/>
                  </a:lnTo>
                  <a:lnTo>
                    <a:pt x="0" y="107"/>
                  </a:lnTo>
                  <a:lnTo>
                    <a:pt x="0" y="0"/>
                  </a:lnTo>
                  <a:lnTo>
                    <a:pt x="518" y="0"/>
                  </a:lnTo>
                  <a:lnTo>
                    <a:pt x="504" y="10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7" name="Freeform 13">
              <a:extLst>
                <a:ext uri="{FF2B5EF4-FFF2-40B4-BE49-F238E27FC236}">
                  <a16:creationId xmlns:a16="http://schemas.microsoft.com/office/drawing/2014/main" id="{F5677F5A-4561-41FC-A9BB-FD8D5C2FFF86}"/>
                </a:ext>
              </a:extLst>
            </p:cNvPr>
            <p:cNvSpPr>
              <a:spLocks noEditPoints="1"/>
            </p:cNvSpPr>
            <p:nvPr/>
          </p:nvSpPr>
          <p:spPr bwMode="auto">
            <a:xfrm>
              <a:off x="7227888" y="4959350"/>
              <a:ext cx="798512" cy="896937"/>
            </a:xfrm>
            <a:custGeom>
              <a:avLst/>
              <a:gdLst>
                <a:gd name="T0" fmla="*/ 212 w 212"/>
                <a:gd name="T1" fmla="*/ 118 h 237"/>
                <a:gd name="T2" fmla="*/ 106 w 212"/>
                <a:gd name="T3" fmla="*/ 237 h 237"/>
                <a:gd name="T4" fmla="*/ 0 w 212"/>
                <a:gd name="T5" fmla="*/ 118 h 237"/>
                <a:gd name="T6" fmla="*/ 106 w 212"/>
                <a:gd name="T7" fmla="*/ 0 h 237"/>
                <a:gd name="T8" fmla="*/ 212 w 212"/>
                <a:gd name="T9" fmla="*/ 118 h 237"/>
                <a:gd name="T10" fmla="*/ 57 w 212"/>
                <a:gd name="T11" fmla="*/ 118 h 237"/>
                <a:gd name="T12" fmla="*/ 106 w 212"/>
                <a:gd name="T13" fmla="*/ 196 h 237"/>
                <a:gd name="T14" fmla="*/ 154 w 212"/>
                <a:gd name="T15" fmla="*/ 118 h 237"/>
                <a:gd name="T16" fmla="*/ 106 w 212"/>
                <a:gd name="T17" fmla="*/ 41 h 237"/>
                <a:gd name="T18" fmla="*/ 57 w 212"/>
                <a:gd name="T19" fmla="*/ 11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37">
                  <a:moveTo>
                    <a:pt x="212" y="118"/>
                  </a:moveTo>
                  <a:cubicBezTo>
                    <a:pt x="212" y="189"/>
                    <a:pt x="172" y="237"/>
                    <a:pt x="106" y="237"/>
                  </a:cubicBezTo>
                  <a:cubicBezTo>
                    <a:pt x="39" y="237"/>
                    <a:pt x="0" y="192"/>
                    <a:pt x="0" y="118"/>
                  </a:cubicBezTo>
                  <a:cubicBezTo>
                    <a:pt x="0" y="48"/>
                    <a:pt x="39" y="0"/>
                    <a:pt x="106" y="0"/>
                  </a:cubicBezTo>
                  <a:cubicBezTo>
                    <a:pt x="172" y="0"/>
                    <a:pt x="212" y="45"/>
                    <a:pt x="212" y="118"/>
                  </a:cubicBezTo>
                  <a:moveTo>
                    <a:pt x="57" y="118"/>
                  </a:moveTo>
                  <a:cubicBezTo>
                    <a:pt x="57" y="172"/>
                    <a:pt x="74" y="196"/>
                    <a:pt x="106" y="196"/>
                  </a:cubicBezTo>
                  <a:cubicBezTo>
                    <a:pt x="138" y="196"/>
                    <a:pt x="154" y="172"/>
                    <a:pt x="154" y="118"/>
                  </a:cubicBezTo>
                  <a:cubicBezTo>
                    <a:pt x="154" y="65"/>
                    <a:pt x="138" y="41"/>
                    <a:pt x="106" y="41"/>
                  </a:cubicBezTo>
                  <a:cubicBezTo>
                    <a:pt x="74" y="41"/>
                    <a:pt x="57" y="65"/>
                    <a:pt x="57" y="11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8" name="Freeform 14">
              <a:extLst>
                <a:ext uri="{FF2B5EF4-FFF2-40B4-BE49-F238E27FC236}">
                  <a16:creationId xmlns:a16="http://schemas.microsoft.com/office/drawing/2014/main" id="{4EF423AE-2087-4E28-AD07-42A25FBD874C}"/>
                </a:ext>
              </a:extLst>
            </p:cNvPr>
            <p:cNvSpPr>
              <a:spLocks noEditPoints="1"/>
            </p:cNvSpPr>
            <p:nvPr/>
          </p:nvSpPr>
          <p:spPr bwMode="auto">
            <a:xfrm>
              <a:off x="8048625" y="4865688"/>
              <a:ext cx="838200" cy="1319212"/>
            </a:xfrm>
            <a:custGeom>
              <a:avLst/>
              <a:gdLst>
                <a:gd name="T0" fmla="*/ 222 w 222"/>
                <a:gd name="T1" fmla="*/ 43 h 349"/>
                <a:gd name="T2" fmla="*/ 157 w 222"/>
                <a:gd name="T3" fmla="*/ 51 h 349"/>
                <a:gd name="T4" fmla="*/ 197 w 222"/>
                <a:gd name="T5" fmla="*/ 109 h 349"/>
                <a:gd name="T6" fmla="*/ 107 w 222"/>
                <a:gd name="T7" fmla="*/ 184 h 349"/>
                <a:gd name="T8" fmla="*/ 80 w 222"/>
                <a:gd name="T9" fmla="*/ 181 h 349"/>
                <a:gd name="T10" fmla="*/ 71 w 222"/>
                <a:gd name="T11" fmla="*/ 197 h 349"/>
                <a:gd name="T12" fmla="*/ 98 w 222"/>
                <a:gd name="T13" fmla="*/ 213 h 349"/>
                <a:gd name="T14" fmla="*/ 132 w 222"/>
                <a:gd name="T15" fmla="*/ 213 h 349"/>
                <a:gd name="T16" fmla="*/ 214 w 222"/>
                <a:gd name="T17" fmla="*/ 277 h 349"/>
                <a:gd name="T18" fmla="*/ 102 w 222"/>
                <a:gd name="T19" fmla="*/ 349 h 349"/>
                <a:gd name="T20" fmla="*/ 0 w 222"/>
                <a:gd name="T21" fmla="*/ 278 h 349"/>
                <a:gd name="T22" fmla="*/ 48 w 222"/>
                <a:gd name="T23" fmla="*/ 278 h 349"/>
                <a:gd name="T24" fmla="*/ 103 w 222"/>
                <a:gd name="T25" fmla="*/ 311 h 349"/>
                <a:gd name="T26" fmla="*/ 159 w 222"/>
                <a:gd name="T27" fmla="*/ 281 h 349"/>
                <a:gd name="T28" fmla="*/ 121 w 222"/>
                <a:gd name="T29" fmla="*/ 254 h 349"/>
                <a:gd name="T30" fmla="*/ 87 w 222"/>
                <a:gd name="T31" fmla="*/ 254 h 349"/>
                <a:gd name="T32" fmla="*/ 23 w 222"/>
                <a:gd name="T33" fmla="*/ 211 h 349"/>
                <a:gd name="T34" fmla="*/ 49 w 222"/>
                <a:gd name="T35" fmla="*/ 169 h 349"/>
                <a:gd name="T36" fmla="*/ 10 w 222"/>
                <a:gd name="T37" fmla="*/ 106 h 349"/>
                <a:gd name="T38" fmla="*/ 103 w 222"/>
                <a:gd name="T39" fmla="*/ 25 h 349"/>
                <a:gd name="T40" fmla="*/ 208 w 222"/>
                <a:gd name="T41" fmla="*/ 0 h 349"/>
                <a:gd name="T42" fmla="*/ 222 w 222"/>
                <a:gd name="T43" fmla="*/ 43 h 349"/>
                <a:gd name="T44" fmla="*/ 65 w 222"/>
                <a:gd name="T45" fmla="*/ 105 h 349"/>
                <a:gd name="T46" fmla="*/ 105 w 222"/>
                <a:gd name="T47" fmla="*/ 149 h 349"/>
                <a:gd name="T48" fmla="*/ 145 w 222"/>
                <a:gd name="T49" fmla="*/ 104 h 349"/>
                <a:gd name="T50" fmla="*/ 104 w 222"/>
                <a:gd name="T51" fmla="*/ 62 h 349"/>
                <a:gd name="T52" fmla="*/ 65 w 222"/>
                <a:gd name="T53" fmla="*/ 105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2" h="349">
                  <a:moveTo>
                    <a:pt x="222" y="43"/>
                  </a:moveTo>
                  <a:cubicBezTo>
                    <a:pt x="205" y="49"/>
                    <a:pt x="183" y="51"/>
                    <a:pt x="157" y="51"/>
                  </a:cubicBezTo>
                  <a:cubicBezTo>
                    <a:pt x="184" y="63"/>
                    <a:pt x="197" y="80"/>
                    <a:pt x="197" y="109"/>
                  </a:cubicBezTo>
                  <a:cubicBezTo>
                    <a:pt x="197" y="152"/>
                    <a:pt x="163" y="184"/>
                    <a:pt x="107" y="184"/>
                  </a:cubicBezTo>
                  <a:cubicBezTo>
                    <a:pt x="97" y="184"/>
                    <a:pt x="88" y="183"/>
                    <a:pt x="80" y="181"/>
                  </a:cubicBezTo>
                  <a:cubicBezTo>
                    <a:pt x="74" y="185"/>
                    <a:pt x="71" y="191"/>
                    <a:pt x="71" y="197"/>
                  </a:cubicBezTo>
                  <a:cubicBezTo>
                    <a:pt x="71" y="205"/>
                    <a:pt x="75" y="213"/>
                    <a:pt x="98" y="213"/>
                  </a:cubicBezTo>
                  <a:cubicBezTo>
                    <a:pt x="132" y="213"/>
                    <a:pt x="132" y="213"/>
                    <a:pt x="132" y="213"/>
                  </a:cubicBezTo>
                  <a:cubicBezTo>
                    <a:pt x="182" y="213"/>
                    <a:pt x="214" y="240"/>
                    <a:pt x="214" y="277"/>
                  </a:cubicBezTo>
                  <a:cubicBezTo>
                    <a:pt x="214" y="322"/>
                    <a:pt x="176" y="349"/>
                    <a:pt x="102" y="349"/>
                  </a:cubicBezTo>
                  <a:cubicBezTo>
                    <a:pt x="22" y="349"/>
                    <a:pt x="0" y="323"/>
                    <a:pt x="0" y="278"/>
                  </a:cubicBezTo>
                  <a:cubicBezTo>
                    <a:pt x="48" y="278"/>
                    <a:pt x="48" y="278"/>
                    <a:pt x="48" y="278"/>
                  </a:cubicBezTo>
                  <a:cubicBezTo>
                    <a:pt x="48" y="301"/>
                    <a:pt x="58" y="311"/>
                    <a:pt x="103" y="311"/>
                  </a:cubicBezTo>
                  <a:cubicBezTo>
                    <a:pt x="147" y="311"/>
                    <a:pt x="159" y="299"/>
                    <a:pt x="159" y="281"/>
                  </a:cubicBezTo>
                  <a:cubicBezTo>
                    <a:pt x="159" y="264"/>
                    <a:pt x="146" y="254"/>
                    <a:pt x="121" y="254"/>
                  </a:cubicBezTo>
                  <a:cubicBezTo>
                    <a:pt x="87" y="254"/>
                    <a:pt x="87" y="254"/>
                    <a:pt x="87" y="254"/>
                  </a:cubicBezTo>
                  <a:cubicBezTo>
                    <a:pt x="42" y="254"/>
                    <a:pt x="23" y="234"/>
                    <a:pt x="23" y="211"/>
                  </a:cubicBezTo>
                  <a:cubicBezTo>
                    <a:pt x="23" y="195"/>
                    <a:pt x="33" y="179"/>
                    <a:pt x="49" y="169"/>
                  </a:cubicBezTo>
                  <a:cubicBezTo>
                    <a:pt x="22" y="154"/>
                    <a:pt x="10" y="134"/>
                    <a:pt x="10" y="106"/>
                  </a:cubicBezTo>
                  <a:cubicBezTo>
                    <a:pt x="10" y="57"/>
                    <a:pt x="48" y="25"/>
                    <a:pt x="103" y="25"/>
                  </a:cubicBezTo>
                  <a:cubicBezTo>
                    <a:pt x="156" y="26"/>
                    <a:pt x="181" y="14"/>
                    <a:pt x="208" y="0"/>
                  </a:cubicBezTo>
                  <a:lnTo>
                    <a:pt x="222" y="43"/>
                  </a:lnTo>
                  <a:close/>
                  <a:moveTo>
                    <a:pt x="65" y="105"/>
                  </a:moveTo>
                  <a:cubicBezTo>
                    <a:pt x="65" y="132"/>
                    <a:pt x="80" y="149"/>
                    <a:pt x="105" y="149"/>
                  </a:cubicBezTo>
                  <a:cubicBezTo>
                    <a:pt x="131" y="149"/>
                    <a:pt x="145" y="133"/>
                    <a:pt x="145" y="104"/>
                  </a:cubicBezTo>
                  <a:cubicBezTo>
                    <a:pt x="145" y="76"/>
                    <a:pt x="131" y="62"/>
                    <a:pt x="104" y="62"/>
                  </a:cubicBezTo>
                  <a:cubicBezTo>
                    <a:pt x="79" y="62"/>
                    <a:pt x="65" y="79"/>
                    <a:pt x="65" y="10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9" name="Freeform 15">
              <a:extLst>
                <a:ext uri="{FF2B5EF4-FFF2-40B4-BE49-F238E27FC236}">
                  <a16:creationId xmlns:a16="http://schemas.microsoft.com/office/drawing/2014/main" id="{88875B8D-1DDF-474C-8A0D-CA26410880F2}"/>
                </a:ext>
              </a:extLst>
            </p:cNvPr>
            <p:cNvSpPr>
              <a:spLocks noEditPoints="1"/>
            </p:cNvSpPr>
            <p:nvPr/>
          </p:nvSpPr>
          <p:spPr bwMode="auto">
            <a:xfrm>
              <a:off x="8851900" y="4959350"/>
              <a:ext cx="750887" cy="896937"/>
            </a:xfrm>
            <a:custGeom>
              <a:avLst/>
              <a:gdLst>
                <a:gd name="T0" fmla="*/ 197 w 199"/>
                <a:gd name="T1" fmla="*/ 135 h 237"/>
                <a:gd name="T2" fmla="*/ 56 w 199"/>
                <a:gd name="T3" fmla="*/ 135 h 237"/>
                <a:gd name="T4" fmla="*/ 112 w 199"/>
                <a:gd name="T5" fmla="*/ 196 h 237"/>
                <a:gd name="T6" fmla="*/ 168 w 199"/>
                <a:gd name="T7" fmla="*/ 176 h 237"/>
                <a:gd name="T8" fmla="*/ 190 w 199"/>
                <a:gd name="T9" fmla="*/ 207 h 237"/>
                <a:gd name="T10" fmla="*/ 107 w 199"/>
                <a:gd name="T11" fmla="*/ 237 h 237"/>
                <a:gd name="T12" fmla="*/ 0 w 199"/>
                <a:gd name="T13" fmla="*/ 120 h 237"/>
                <a:gd name="T14" fmla="*/ 100 w 199"/>
                <a:gd name="T15" fmla="*/ 0 h 237"/>
                <a:gd name="T16" fmla="*/ 199 w 199"/>
                <a:gd name="T17" fmla="*/ 113 h 237"/>
                <a:gd name="T18" fmla="*/ 197 w 199"/>
                <a:gd name="T19" fmla="*/ 135 h 237"/>
                <a:gd name="T20" fmla="*/ 145 w 199"/>
                <a:gd name="T21" fmla="*/ 98 h 237"/>
                <a:gd name="T22" fmla="*/ 101 w 199"/>
                <a:gd name="T23" fmla="*/ 38 h 237"/>
                <a:gd name="T24" fmla="*/ 56 w 199"/>
                <a:gd name="T25" fmla="*/ 100 h 237"/>
                <a:gd name="T26" fmla="*/ 145 w 199"/>
                <a:gd name="T27" fmla="*/ 100 h 237"/>
                <a:gd name="T28" fmla="*/ 145 w 199"/>
                <a:gd name="T29" fmla="*/ 9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237">
                  <a:moveTo>
                    <a:pt x="197" y="135"/>
                  </a:moveTo>
                  <a:cubicBezTo>
                    <a:pt x="56" y="135"/>
                    <a:pt x="56" y="135"/>
                    <a:pt x="56" y="135"/>
                  </a:cubicBezTo>
                  <a:cubicBezTo>
                    <a:pt x="60" y="181"/>
                    <a:pt x="82" y="196"/>
                    <a:pt x="112" y="196"/>
                  </a:cubicBezTo>
                  <a:cubicBezTo>
                    <a:pt x="132" y="196"/>
                    <a:pt x="148" y="190"/>
                    <a:pt x="168" y="176"/>
                  </a:cubicBezTo>
                  <a:cubicBezTo>
                    <a:pt x="190" y="207"/>
                    <a:pt x="190" y="207"/>
                    <a:pt x="190" y="207"/>
                  </a:cubicBezTo>
                  <a:cubicBezTo>
                    <a:pt x="168" y="225"/>
                    <a:pt x="141" y="237"/>
                    <a:pt x="107" y="237"/>
                  </a:cubicBezTo>
                  <a:cubicBezTo>
                    <a:pt x="37" y="237"/>
                    <a:pt x="0" y="191"/>
                    <a:pt x="0" y="120"/>
                  </a:cubicBezTo>
                  <a:cubicBezTo>
                    <a:pt x="0" y="52"/>
                    <a:pt x="36" y="0"/>
                    <a:pt x="100" y="0"/>
                  </a:cubicBezTo>
                  <a:cubicBezTo>
                    <a:pt x="163" y="0"/>
                    <a:pt x="199" y="42"/>
                    <a:pt x="199" y="113"/>
                  </a:cubicBezTo>
                  <a:cubicBezTo>
                    <a:pt x="199" y="121"/>
                    <a:pt x="198" y="129"/>
                    <a:pt x="197" y="135"/>
                  </a:cubicBezTo>
                  <a:moveTo>
                    <a:pt x="145" y="98"/>
                  </a:moveTo>
                  <a:cubicBezTo>
                    <a:pt x="145" y="61"/>
                    <a:pt x="132" y="38"/>
                    <a:pt x="101" y="38"/>
                  </a:cubicBezTo>
                  <a:cubicBezTo>
                    <a:pt x="75" y="38"/>
                    <a:pt x="59" y="55"/>
                    <a:pt x="56" y="100"/>
                  </a:cubicBezTo>
                  <a:cubicBezTo>
                    <a:pt x="145" y="100"/>
                    <a:pt x="145" y="100"/>
                    <a:pt x="145" y="100"/>
                  </a:cubicBezTo>
                  <a:lnTo>
                    <a:pt x="145"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0" name="Freeform 16">
              <a:extLst>
                <a:ext uri="{FF2B5EF4-FFF2-40B4-BE49-F238E27FC236}">
                  <a16:creationId xmlns:a16="http://schemas.microsoft.com/office/drawing/2014/main" id="{AD24EEE4-D914-4CA5-863B-380C164D7818}"/>
                </a:ext>
              </a:extLst>
            </p:cNvPr>
            <p:cNvSpPr>
              <a:spLocks/>
            </p:cNvSpPr>
            <p:nvPr/>
          </p:nvSpPr>
          <p:spPr bwMode="auto">
            <a:xfrm>
              <a:off x="9598025" y="4770438"/>
              <a:ext cx="600075" cy="1085850"/>
            </a:xfrm>
            <a:custGeom>
              <a:avLst/>
              <a:gdLst>
                <a:gd name="T0" fmla="*/ 159 w 159"/>
                <a:gd name="T1" fmla="*/ 270 h 287"/>
                <a:gd name="T2" fmla="*/ 103 w 159"/>
                <a:gd name="T3" fmla="*/ 287 h 287"/>
                <a:gd name="T4" fmla="*/ 35 w 159"/>
                <a:gd name="T5" fmla="*/ 214 h 287"/>
                <a:gd name="T6" fmla="*/ 35 w 159"/>
                <a:gd name="T7" fmla="*/ 95 h 287"/>
                <a:gd name="T8" fmla="*/ 0 w 159"/>
                <a:gd name="T9" fmla="*/ 95 h 287"/>
                <a:gd name="T10" fmla="*/ 0 w 159"/>
                <a:gd name="T11" fmla="*/ 56 h 287"/>
                <a:gd name="T12" fmla="*/ 35 w 159"/>
                <a:gd name="T13" fmla="*/ 56 h 287"/>
                <a:gd name="T14" fmla="*/ 35 w 159"/>
                <a:gd name="T15" fmla="*/ 6 h 287"/>
                <a:gd name="T16" fmla="*/ 90 w 159"/>
                <a:gd name="T17" fmla="*/ 0 h 287"/>
                <a:gd name="T18" fmla="*/ 90 w 159"/>
                <a:gd name="T19" fmla="*/ 56 h 287"/>
                <a:gd name="T20" fmla="*/ 142 w 159"/>
                <a:gd name="T21" fmla="*/ 56 h 287"/>
                <a:gd name="T22" fmla="*/ 136 w 159"/>
                <a:gd name="T23" fmla="*/ 95 h 287"/>
                <a:gd name="T24" fmla="*/ 90 w 159"/>
                <a:gd name="T25" fmla="*/ 95 h 287"/>
                <a:gd name="T26" fmla="*/ 90 w 159"/>
                <a:gd name="T27" fmla="*/ 213 h 287"/>
                <a:gd name="T28" fmla="*/ 113 w 159"/>
                <a:gd name="T29" fmla="*/ 244 h 287"/>
                <a:gd name="T30" fmla="*/ 140 w 159"/>
                <a:gd name="T31" fmla="*/ 236 h 287"/>
                <a:gd name="T32" fmla="*/ 159 w 159"/>
                <a:gd name="T33" fmla="*/ 27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9" h="287">
                  <a:moveTo>
                    <a:pt x="159" y="270"/>
                  </a:moveTo>
                  <a:cubicBezTo>
                    <a:pt x="143" y="282"/>
                    <a:pt x="123" y="287"/>
                    <a:pt x="103" y="287"/>
                  </a:cubicBezTo>
                  <a:cubicBezTo>
                    <a:pt x="59" y="287"/>
                    <a:pt x="35" y="262"/>
                    <a:pt x="35" y="214"/>
                  </a:cubicBezTo>
                  <a:cubicBezTo>
                    <a:pt x="35" y="95"/>
                    <a:pt x="35" y="95"/>
                    <a:pt x="35" y="95"/>
                  </a:cubicBezTo>
                  <a:cubicBezTo>
                    <a:pt x="0" y="95"/>
                    <a:pt x="0" y="95"/>
                    <a:pt x="0" y="95"/>
                  </a:cubicBezTo>
                  <a:cubicBezTo>
                    <a:pt x="0" y="56"/>
                    <a:pt x="0" y="56"/>
                    <a:pt x="0" y="56"/>
                  </a:cubicBezTo>
                  <a:cubicBezTo>
                    <a:pt x="35" y="56"/>
                    <a:pt x="35" y="56"/>
                    <a:pt x="35" y="56"/>
                  </a:cubicBezTo>
                  <a:cubicBezTo>
                    <a:pt x="35" y="6"/>
                    <a:pt x="35" y="6"/>
                    <a:pt x="35" y="6"/>
                  </a:cubicBezTo>
                  <a:cubicBezTo>
                    <a:pt x="90" y="0"/>
                    <a:pt x="90" y="0"/>
                    <a:pt x="90" y="0"/>
                  </a:cubicBezTo>
                  <a:cubicBezTo>
                    <a:pt x="90" y="56"/>
                    <a:pt x="90" y="56"/>
                    <a:pt x="90" y="56"/>
                  </a:cubicBezTo>
                  <a:cubicBezTo>
                    <a:pt x="142" y="56"/>
                    <a:pt x="142" y="56"/>
                    <a:pt x="142" y="56"/>
                  </a:cubicBezTo>
                  <a:cubicBezTo>
                    <a:pt x="136" y="95"/>
                    <a:pt x="136" y="95"/>
                    <a:pt x="136" y="95"/>
                  </a:cubicBezTo>
                  <a:cubicBezTo>
                    <a:pt x="90" y="95"/>
                    <a:pt x="90" y="95"/>
                    <a:pt x="90" y="95"/>
                  </a:cubicBezTo>
                  <a:cubicBezTo>
                    <a:pt x="90" y="213"/>
                    <a:pt x="90" y="213"/>
                    <a:pt x="90" y="213"/>
                  </a:cubicBezTo>
                  <a:cubicBezTo>
                    <a:pt x="90" y="235"/>
                    <a:pt x="97" y="244"/>
                    <a:pt x="113" y="244"/>
                  </a:cubicBezTo>
                  <a:cubicBezTo>
                    <a:pt x="122" y="244"/>
                    <a:pt x="130" y="241"/>
                    <a:pt x="140" y="236"/>
                  </a:cubicBezTo>
                  <a:lnTo>
                    <a:pt x="159" y="2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1" name="Freeform 17">
              <a:extLst>
                <a:ext uri="{FF2B5EF4-FFF2-40B4-BE49-F238E27FC236}">
                  <a16:creationId xmlns:a16="http://schemas.microsoft.com/office/drawing/2014/main" id="{0974722C-B5F3-45EE-AE0D-5977D6CAA91E}"/>
                </a:ext>
              </a:extLst>
            </p:cNvPr>
            <p:cNvSpPr>
              <a:spLocks/>
            </p:cNvSpPr>
            <p:nvPr/>
          </p:nvSpPr>
          <p:spPr bwMode="auto">
            <a:xfrm>
              <a:off x="10244138" y="4624388"/>
              <a:ext cx="693737" cy="1208087"/>
            </a:xfrm>
            <a:custGeom>
              <a:avLst/>
              <a:gdLst>
                <a:gd name="T0" fmla="*/ 184 w 184"/>
                <a:gd name="T1" fmla="*/ 157 h 320"/>
                <a:gd name="T2" fmla="*/ 184 w 184"/>
                <a:gd name="T3" fmla="*/ 320 h 320"/>
                <a:gd name="T4" fmla="*/ 129 w 184"/>
                <a:gd name="T5" fmla="*/ 320 h 320"/>
                <a:gd name="T6" fmla="*/ 129 w 184"/>
                <a:gd name="T7" fmla="*/ 166 h 320"/>
                <a:gd name="T8" fmla="*/ 102 w 184"/>
                <a:gd name="T9" fmla="*/ 130 h 320"/>
                <a:gd name="T10" fmla="*/ 54 w 184"/>
                <a:gd name="T11" fmla="*/ 163 h 320"/>
                <a:gd name="T12" fmla="*/ 54 w 184"/>
                <a:gd name="T13" fmla="*/ 320 h 320"/>
                <a:gd name="T14" fmla="*/ 0 w 184"/>
                <a:gd name="T15" fmla="*/ 320 h 320"/>
                <a:gd name="T16" fmla="*/ 0 w 184"/>
                <a:gd name="T17" fmla="*/ 5 h 320"/>
                <a:gd name="T18" fmla="*/ 54 w 184"/>
                <a:gd name="T19" fmla="*/ 0 h 320"/>
                <a:gd name="T20" fmla="*/ 54 w 184"/>
                <a:gd name="T21" fmla="*/ 122 h 320"/>
                <a:gd name="T22" fmla="*/ 120 w 184"/>
                <a:gd name="T23" fmla="*/ 89 h 320"/>
                <a:gd name="T24" fmla="*/ 184 w 184"/>
                <a:gd name="T25" fmla="*/ 157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4" h="320">
                  <a:moveTo>
                    <a:pt x="184" y="157"/>
                  </a:moveTo>
                  <a:cubicBezTo>
                    <a:pt x="184" y="320"/>
                    <a:pt x="184" y="320"/>
                    <a:pt x="184" y="320"/>
                  </a:cubicBezTo>
                  <a:cubicBezTo>
                    <a:pt x="129" y="320"/>
                    <a:pt x="129" y="320"/>
                    <a:pt x="129" y="320"/>
                  </a:cubicBezTo>
                  <a:cubicBezTo>
                    <a:pt x="129" y="166"/>
                    <a:pt x="129" y="166"/>
                    <a:pt x="129" y="166"/>
                  </a:cubicBezTo>
                  <a:cubicBezTo>
                    <a:pt x="129" y="138"/>
                    <a:pt x="118" y="130"/>
                    <a:pt x="102" y="130"/>
                  </a:cubicBezTo>
                  <a:cubicBezTo>
                    <a:pt x="82" y="130"/>
                    <a:pt x="67" y="143"/>
                    <a:pt x="54" y="163"/>
                  </a:cubicBezTo>
                  <a:cubicBezTo>
                    <a:pt x="54" y="320"/>
                    <a:pt x="54" y="320"/>
                    <a:pt x="54" y="320"/>
                  </a:cubicBezTo>
                  <a:cubicBezTo>
                    <a:pt x="0" y="320"/>
                    <a:pt x="0" y="320"/>
                    <a:pt x="0" y="320"/>
                  </a:cubicBezTo>
                  <a:cubicBezTo>
                    <a:pt x="0" y="5"/>
                    <a:pt x="0" y="5"/>
                    <a:pt x="0" y="5"/>
                  </a:cubicBezTo>
                  <a:cubicBezTo>
                    <a:pt x="54" y="0"/>
                    <a:pt x="54" y="0"/>
                    <a:pt x="54" y="0"/>
                  </a:cubicBezTo>
                  <a:cubicBezTo>
                    <a:pt x="54" y="122"/>
                    <a:pt x="54" y="122"/>
                    <a:pt x="54" y="122"/>
                  </a:cubicBezTo>
                  <a:cubicBezTo>
                    <a:pt x="72" y="101"/>
                    <a:pt x="93" y="89"/>
                    <a:pt x="120" y="89"/>
                  </a:cubicBezTo>
                  <a:cubicBezTo>
                    <a:pt x="160" y="89"/>
                    <a:pt x="184" y="115"/>
                    <a:pt x="184" y="15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2" name="Freeform 18">
              <a:extLst>
                <a:ext uri="{FF2B5EF4-FFF2-40B4-BE49-F238E27FC236}">
                  <a16:creationId xmlns:a16="http://schemas.microsoft.com/office/drawing/2014/main" id="{6AA35440-C817-473B-8A19-8A9BA333C734}"/>
                </a:ext>
              </a:extLst>
            </p:cNvPr>
            <p:cNvSpPr>
              <a:spLocks noEditPoints="1"/>
            </p:cNvSpPr>
            <p:nvPr/>
          </p:nvSpPr>
          <p:spPr bwMode="auto">
            <a:xfrm>
              <a:off x="11039475" y="4959350"/>
              <a:ext cx="749300" cy="896937"/>
            </a:xfrm>
            <a:custGeom>
              <a:avLst/>
              <a:gdLst>
                <a:gd name="T0" fmla="*/ 198 w 199"/>
                <a:gd name="T1" fmla="*/ 135 h 237"/>
                <a:gd name="T2" fmla="*/ 57 w 199"/>
                <a:gd name="T3" fmla="*/ 135 h 237"/>
                <a:gd name="T4" fmla="*/ 112 w 199"/>
                <a:gd name="T5" fmla="*/ 196 h 237"/>
                <a:gd name="T6" fmla="*/ 168 w 199"/>
                <a:gd name="T7" fmla="*/ 176 h 237"/>
                <a:gd name="T8" fmla="*/ 191 w 199"/>
                <a:gd name="T9" fmla="*/ 207 h 237"/>
                <a:gd name="T10" fmla="*/ 107 w 199"/>
                <a:gd name="T11" fmla="*/ 237 h 237"/>
                <a:gd name="T12" fmla="*/ 0 w 199"/>
                <a:gd name="T13" fmla="*/ 120 h 237"/>
                <a:gd name="T14" fmla="*/ 100 w 199"/>
                <a:gd name="T15" fmla="*/ 0 h 237"/>
                <a:gd name="T16" fmla="*/ 199 w 199"/>
                <a:gd name="T17" fmla="*/ 113 h 237"/>
                <a:gd name="T18" fmla="*/ 198 w 199"/>
                <a:gd name="T19" fmla="*/ 135 h 237"/>
                <a:gd name="T20" fmla="*/ 145 w 199"/>
                <a:gd name="T21" fmla="*/ 98 h 237"/>
                <a:gd name="T22" fmla="*/ 101 w 199"/>
                <a:gd name="T23" fmla="*/ 38 h 237"/>
                <a:gd name="T24" fmla="*/ 57 w 199"/>
                <a:gd name="T25" fmla="*/ 100 h 237"/>
                <a:gd name="T26" fmla="*/ 145 w 199"/>
                <a:gd name="T27" fmla="*/ 100 h 237"/>
                <a:gd name="T28" fmla="*/ 145 w 199"/>
                <a:gd name="T29" fmla="*/ 9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237">
                  <a:moveTo>
                    <a:pt x="198" y="135"/>
                  </a:moveTo>
                  <a:cubicBezTo>
                    <a:pt x="57" y="135"/>
                    <a:pt x="57" y="135"/>
                    <a:pt x="57" y="135"/>
                  </a:cubicBezTo>
                  <a:cubicBezTo>
                    <a:pt x="61" y="181"/>
                    <a:pt x="82" y="196"/>
                    <a:pt x="112" y="196"/>
                  </a:cubicBezTo>
                  <a:cubicBezTo>
                    <a:pt x="132" y="196"/>
                    <a:pt x="149" y="190"/>
                    <a:pt x="168" y="176"/>
                  </a:cubicBezTo>
                  <a:cubicBezTo>
                    <a:pt x="191" y="207"/>
                    <a:pt x="191" y="207"/>
                    <a:pt x="191" y="207"/>
                  </a:cubicBezTo>
                  <a:cubicBezTo>
                    <a:pt x="169" y="225"/>
                    <a:pt x="141" y="237"/>
                    <a:pt x="107" y="237"/>
                  </a:cubicBezTo>
                  <a:cubicBezTo>
                    <a:pt x="38" y="237"/>
                    <a:pt x="0" y="191"/>
                    <a:pt x="0" y="120"/>
                  </a:cubicBezTo>
                  <a:cubicBezTo>
                    <a:pt x="0" y="52"/>
                    <a:pt x="36" y="0"/>
                    <a:pt x="100" y="0"/>
                  </a:cubicBezTo>
                  <a:cubicBezTo>
                    <a:pt x="163" y="0"/>
                    <a:pt x="199" y="42"/>
                    <a:pt x="199" y="113"/>
                  </a:cubicBezTo>
                  <a:cubicBezTo>
                    <a:pt x="199" y="121"/>
                    <a:pt x="198" y="129"/>
                    <a:pt x="198" y="135"/>
                  </a:cubicBezTo>
                  <a:moveTo>
                    <a:pt x="145" y="98"/>
                  </a:moveTo>
                  <a:cubicBezTo>
                    <a:pt x="145" y="61"/>
                    <a:pt x="132" y="38"/>
                    <a:pt x="101" y="38"/>
                  </a:cubicBezTo>
                  <a:cubicBezTo>
                    <a:pt x="76" y="38"/>
                    <a:pt x="60" y="55"/>
                    <a:pt x="57" y="100"/>
                  </a:cubicBezTo>
                  <a:cubicBezTo>
                    <a:pt x="145" y="100"/>
                    <a:pt x="145" y="100"/>
                    <a:pt x="145" y="100"/>
                  </a:cubicBezTo>
                  <a:lnTo>
                    <a:pt x="145"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3" name="Freeform 19">
              <a:extLst>
                <a:ext uri="{FF2B5EF4-FFF2-40B4-BE49-F238E27FC236}">
                  <a16:creationId xmlns:a16="http://schemas.microsoft.com/office/drawing/2014/main" id="{9806855E-1115-4D33-B7D2-7867ACC82E85}"/>
                </a:ext>
              </a:extLst>
            </p:cNvPr>
            <p:cNvSpPr>
              <a:spLocks/>
            </p:cNvSpPr>
            <p:nvPr/>
          </p:nvSpPr>
          <p:spPr bwMode="auto">
            <a:xfrm>
              <a:off x="11903075" y="4959350"/>
              <a:ext cx="504825" cy="873125"/>
            </a:xfrm>
            <a:custGeom>
              <a:avLst/>
              <a:gdLst>
                <a:gd name="T0" fmla="*/ 134 w 134"/>
                <a:gd name="T1" fmla="*/ 3 h 231"/>
                <a:gd name="T2" fmla="*/ 124 w 134"/>
                <a:gd name="T3" fmla="*/ 56 h 231"/>
                <a:gd name="T4" fmla="*/ 104 w 134"/>
                <a:gd name="T5" fmla="*/ 53 h 231"/>
                <a:gd name="T6" fmla="*/ 55 w 134"/>
                <a:gd name="T7" fmla="*/ 111 h 231"/>
                <a:gd name="T8" fmla="*/ 55 w 134"/>
                <a:gd name="T9" fmla="*/ 231 h 231"/>
                <a:gd name="T10" fmla="*/ 0 w 134"/>
                <a:gd name="T11" fmla="*/ 231 h 231"/>
                <a:gd name="T12" fmla="*/ 0 w 134"/>
                <a:gd name="T13" fmla="*/ 6 h 231"/>
                <a:gd name="T14" fmla="*/ 47 w 134"/>
                <a:gd name="T15" fmla="*/ 6 h 231"/>
                <a:gd name="T16" fmla="*/ 52 w 134"/>
                <a:gd name="T17" fmla="*/ 50 h 231"/>
                <a:gd name="T18" fmla="*/ 111 w 134"/>
                <a:gd name="T19" fmla="*/ 0 h 231"/>
                <a:gd name="T20" fmla="*/ 134 w 134"/>
                <a:gd name="T21" fmla="*/ 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4" h="231">
                  <a:moveTo>
                    <a:pt x="134" y="3"/>
                  </a:moveTo>
                  <a:cubicBezTo>
                    <a:pt x="124" y="56"/>
                    <a:pt x="124" y="56"/>
                    <a:pt x="124" y="56"/>
                  </a:cubicBezTo>
                  <a:cubicBezTo>
                    <a:pt x="118" y="54"/>
                    <a:pt x="112" y="53"/>
                    <a:pt x="104" y="53"/>
                  </a:cubicBezTo>
                  <a:cubicBezTo>
                    <a:pt x="77" y="53"/>
                    <a:pt x="63" y="73"/>
                    <a:pt x="55" y="111"/>
                  </a:cubicBezTo>
                  <a:cubicBezTo>
                    <a:pt x="55" y="231"/>
                    <a:pt x="55" y="231"/>
                    <a:pt x="55" y="231"/>
                  </a:cubicBezTo>
                  <a:cubicBezTo>
                    <a:pt x="0" y="231"/>
                    <a:pt x="0" y="231"/>
                    <a:pt x="0" y="231"/>
                  </a:cubicBezTo>
                  <a:cubicBezTo>
                    <a:pt x="0" y="6"/>
                    <a:pt x="0" y="6"/>
                    <a:pt x="0" y="6"/>
                  </a:cubicBezTo>
                  <a:cubicBezTo>
                    <a:pt x="47" y="6"/>
                    <a:pt x="47" y="6"/>
                    <a:pt x="47" y="6"/>
                  </a:cubicBezTo>
                  <a:cubicBezTo>
                    <a:pt x="52" y="50"/>
                    <a:pt x="52" y="50"/>
                    <a:pt x="52" y="50"/>
                  </a:cubicBezTo>
                  <a:cubicBezTo>
                    <a:pt x="63" y="18"/>
                    <a:pt x="85" y="0"/>
                    <a:pt x="111" y="0"/>
                  </a:cubicBezTo>
                  <a:cubicBezTo>
                    <a:pt x="119" y="0"/>
                    <a:pt x="126" y="1"/>
                    <a:pt x="134" y="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4" name="Freeform 20">
              <a:extLst>
                <a:ext uri="{FF2B5EF4-FFF2-40B4-BE49-F238E27FC236}">
                  <a16:creationId xmlns:a16="http://schemas.microsoft.com/office/drawing/2014/main" id="{80621759-201B-44E2-B1DC-8EA13B8E70BE}"/>
                </a:ext>
              </a:extLst>
            </p:cNvPr>
            <p:cNvSpPr>
              <a:spLocks/>
            </p:cNvSpPr>
            <p:nvPr/>
          </p:nvSpPr>
          <p:spPr bwMode="auto">
            <a:xfrm>
              <a:off x="12158663" y="5703888"/>
              <a:ext cx="87312" cy="128587"/>
            </a:xfrm>
            <a:custGeom>
              <a:avLst/>
              <a:gdLst>
                <a:gd name="T0" fmla="*/ 52 w 55"/>
                <a:gd name="T1" fmla="*/ 7 h 81"/>
                <a:gd name="T2" fmla="*/ 29 w 55"/>
                <a:gd name="T3" fmla="*/ 7 h 81"/>
                <a:gd name="T4" fmla="*/ 29 w 55"/>
                <a:gd name="T5" fmla="*/ 81 h 81"/>
                <a:gd name="T6" fmla="*/ 24 w 55"/>
                <a:gd name="T7" fmla="*/ 81 h 81"/>
                <a:gd name="T8" fmla="*/ 24 w 55"/>
                <a:gd name="T9" fmla="*/ 7 h 81"/>
                <a:gd name="T10" fmla="*/ 0 w 55"/>
                <a:gd name="T11" fmla="*/ 7 h 81"/>
                <a:gd name="T12" fmla="*/ 0 w 55"/>
                <a:gd name="T13" fmla="*/ 0 h 81"/>
                <a:gd name="T14" fmla="*/ 55 w 55"/>
                <a:gd name="T15" fmla="*/ 0 h 81"/>
                <a:gd name="T16" fmla="*/ 52 w 55"/>
                <a:gd name="T17" fmla="*/ 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81">
                  <a:moveTo>
                    <a:pt x="52" y="7"/>
                  </a:moveTo>
                  <a:lnTo>
                    <a:pt x="29" y="7"/>
                  </a:lnTo>
                  <a:lnTo>
                    <a:pt x="29" y="81"/>
                  </a:lnTo>
                  <a:lnTo>
                    <a:pt x="24" y="81"/>
                  </a:lnTo>
                  <a:lnTo>
                    <a:pt x="24" y="7"/>
                  </a:lnTo>
                  <a:lnTo>
                    <a:pt x="0" y="7"/>
                  </a:lnTo>
                  <a:lnTo>
                    <a:pt x="0" y="0"/>
                  </a:lnTo>
                  <a:lnTo>
                    <a:pt x="55" y="0"/>
                  </a:lnTo>
                  <a:lnTo>
                    <a:pt x="5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5" name="Freeform 21">
              <a:extLst>
                <a:ext uri="{FF2B5EF4-FFF2-40B4-BE49-F238E27FC236}">
                  <a16:creationId xmlns:a16="http://schemas.microsoft.com/office/drawing/2014/main" id="{97FC4F56-3F67-4DAF-BCB9-0CF464380EE0}"/>
                </a:ext>
              </a:extLst>
            </p:cNvPr>
            <p:cNvSpPr>
              <a:spLocks/>
            </p:cNvSpPr>
            <p:nvPr/>
          </p:nvSpPr>
          <p:spPr bwMode="auto">
            <a:xfrm>
              <a:off x="12245975" y="5703888"/>
              <a:ext cx="115887" cy="128587"/>
            </a:xfrm>
            <a:custGeom>
              <a:avLst/>
              <a:gdLst>
                <a:gd name="T0" fmla="*/ 31 w 31"/>
                <a:gd name="T1" fmla="*/ 34 h 34"/>
                <a:gd name="T2" fmla="*/ 28 w 31"/>
                <a:gd name="T3" fmla="*/ 34 h 34"/>
                <a:gd name="T4" fmla="*/ 27 w 31"/>
                <a:gd name="T5" fmla="*/ 18 h 34"/>
                <a:gd name="T6" fmla="*/ 26 w 31"/>
                <a:gd name="T7" fmla="*/ 3 h 34"/>
                <a:gd name="T8" fmla="*/ 17 w 31"/>
                <a:gd name="T9" fmla="*/ 30 h 34"/>
                <a:gd name="T10" fmla="*/ 14 w 31"/>
                <a:gd name="T11" fmla="*/ 30 h 34"/>
                <a:gd name="T12" fmla="*/ 6 w 31"/>
                <a:gd name="T13" fmla="*/ 3 h 34"/>
                <a:gd name="T14" fmla="*/ 4 w 31"/>
                <a:gd name="T15" fmla="*/ 18 h 34"/>
                <a:gd name="T16" fmla="*/ 3 w 31"/>
                <a:gd name="T17" fmla="*/ 34 h 34"/>
                <a:gd name="T18" fmla="*/ 0 w 31"/>
                <a:gd name="T19" fmla="*/ 34 h 34"/>
                <a:gd name="T20" fmla="*/ 3 w 31"/>
                <a:gd name="T21" fmla="*/ 0 h 34"/>
                <a:gd name="T22" fmla="*/ 7 w 31"/>
                <a:gd name="T23" fmla="*/ 0 h 34"/>
                <a:gd name="T24" fmla="*/ 16 w 31"/>
                <a:gd name="T25" fmla="*/ 26 h 34"/>
                <a:gd name="T26" fmla="*/ 24 w 31"/>
                <a:gd name="T27" fmla="*/ 0 h 34"/>
                <a:gd name="T28" fmla="*/ 28 w 31"/>
                <a:gd name="T29" fmla="*/ 0 h 34"/>
                <a:gd name="T30" fmla="*/ 31 w 31"/>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34">
                  <a:moveTo>
                    <a:pt x="31" y="34"/>
                  </a:moveTo>
                  <a:cubicBezTo>
                    <a:pt x="28" y="34"/>
                    <a:pt x="28" y="34"/>
                    <a:pt x="28" y="34"/>
                  </a:cubicBezTo>
                  <a:cubicBezTo>
                    <a:pt x="27" y="18"/>
                    <a:pt x="27" y="18"/>
                    <a:pt x="27" y="18"/>
                  </a:cubicBezTo>
                  <a:cubicBezTo>
                    <a:pt x="26" y="12"/>
                    <a:pt x="26" y="6"/>
                    <a:pt x="26" y="3"/>
                  </a:cubicBezTo>
                  <a:cubicBezTo>
                    <a:pt x="17" y="30"/>
                    <a:pt x="17" y="30"/>
                    <a:pt x="17" y="30"/>
                  </a:cubicBezTo>
                  <a:cubicBezTo>
                    <a:pt x="14" y="30"/>
                    <a:pt x="14" y="30"/>
                    <a:pt x="14" y="30"/>
                  </a:cubicBezTo>
                  <a:cubicBezTo>
                    <a:pt x="6" y="3"/>
                    <a:pt x="6" y="3"/>
                    <a:pt x="6" y="3"/>
                  </a:cubicBezTo>
                  <a:cubicBezTo>
                    <a:pt x="5" y="6"/>
                    <a:pt x="5" y="12"/>
                    <a:pt x="4" y="18"/>
                  </a:cubicBezTo>
                  <a:cubicBezTo>
                    <a:pt x="3" y="34"/>
                    <a:pt x="3" y="34"/>
                    <a:pt x="3" y="34"/>
                  </a:cubicBezTo>
                  <a:cubicBezTo>
                    <a:pt x="0" y="34"/>
                    <a:pt x="0" y="34"/>
                    <a:pt x="0" y="34"/>
                  </a:cubicBezTo>
                  <a:cubicBezTo>
                    <a:pt x="3" y="0"/>
                    <a:pt x="3" y="0"/>
                    <a:pt x="3" y="0"/>
                  </a:cubicBezTo>
                  <a:cubicBezTo>
                    <a:pt x="7" y="0"/>
                    <a:pt x="7" y="0"/>
                    <a:pt x="7" y="0"/>
                  </a:cubicBezTo>
                  <a:cubicBezTo>
                    <a:pt x="16" y="26"/>
                    <a:pt x="16" y="26"/>
                    <a:pt x="16" y="26"/>
                  </a:cubicBezTo>
                  <a:cubicBezTo>
                    <a:pt x="24" y="0"/>
                    <a:pt x="24" y="0"/>
                    <a:pt x="24" y="0"/>
                  </a:cubicBezTo>
                  <a:cubicBezTo>
                    <a:pt x="28" y="0"/>
                    <a:pt x="28" y="0"/>
                    <a:pt x="28" y="0"/>
                  </a:cubicBezTo>
                  <a:lnTo>
                    <a:pt x="31"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grpSp>
    </p:spTree>
    <p:extLst>
      <p:ext uri="{BB962C8B-B14F-4D97-AF65-F5344CB8AC3E}">
        <p14:creationId xmlns:p14="http://schemas.microsoft.com/office/powerpoint/2010/main" val="515001298"/>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0"/>
            <a:ext cx="22936200" cy="112227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2364613526"/>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0"/>
            <a:ext cx="22936200" cy="101940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102870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637898163"/>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p>
            <a:r>
              <a:rPr lang="en-US"/>
              <a:t>Click to edit Master title style</a:t>
            </a:r>
          </a:p>
        </p:txBody>
      </p:sp>
    </p:spTree>
    <p:extLst>
      <p:ext uri="{BB962C8B-B14F-4D97-AF65-F5344CB8AC3E}">
        <p14:creationId xmlns:p14="http://schemas.microsoft.com/office/powerpoint/2010/main" val="2380029800"/>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hasCustomPrompt="1"/>
          </p:nvPr>
        </p:nvSpPr>
        <p:spPr>
          <a:xfrm>
            <a:off x="16059154" y="624971"/>
            <a:ext cx="7600948" cy="12350774"/>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6"/>
            <a:ext cx="731520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3" y="3685032"/>
            <a:ext cx="5236506" cy="2276856"/>
          </a:xfrm>
        </p:spPr>
        <p:txBody>
          <a:bodyPr vert="horz" lIns="0" tIns="0" rIns="0" bIns="0" rtlCol="0">
            <a:no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182880"/>
          <a:lstStyle/>
          <a:p>
            <a:endParaRPr lang="en-US"/>
          </a:p>
        </p:txBody>
      </p:sp>
    </p:spTree>
    <p:extLst>
      <p:ext uri="{BB962C8B-B14F-4D97-AF65-F5344CB8AC3E}">
        <p14:creationId xmlns:p14="http://schemas.microsoft.com/office/powerpoint/2010/main" val="455601854"/>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305550" y="4833410"/>
            <a:ext cx="17183100" cy="8158692"/>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47626612"/>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4090034870"/>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1215424"/>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672544882"/>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
        <p:nvSpPr>
          <p:cNvPr id="10" name="Rectangle 9">
            <a:extLst>
              <a:ext uri="{FF2B5EF4-FFF2-40B4-BE49-F238E27FC236}">
                <a16:creationId xmlns:a16="http://schemas.microsoft.com/office/drawing/2014/main" id="{67BB237D-A36D-4310-9C78-F94A591DE369}"/>
              </a:ext>
            </a:extLst>
          </p:cNvPr>
          <p:cNvSpPr/>
          <p:nvPr/>
        </p:nvSpPr>
        <p:spPr>
          <a:xfrm>
            <a:off x="8552834" y="8520844"/>
            <a:ext cx="6728748" cy="5195156"/>
          </a:xfrm>
          <a:prstGeom prst="rect">
            <a:avLst/>
          </a:prstGeom>
          <a:gradFill flip="none" rotWithShape="1">
            <a:gsLst>
              <a:gs pos="0">
                <a:srgbClr val="666666"/>
              </a:gs>
              <a:gs pos="64000">
                <a:srgbClr val="494949"/>
              </a:gs>
              <a:gs pos="97000">
                <a:schemeClr val="tx1">
                  <a:lumMod val="85000"/>
                  <a:lumOff val="15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180000" rtlCol="0" anchor="t"/>
          <a:lstStyle/>
          <a:p>
            <a:r>
              <a:rPr lang="en-GB" sz="2400" b="1">
                <a:solidFill>
                  <a:schemeClr val="bg1"/>
                </a:solidFill>
              </a:rPr>
              <a:t>   SERVER FOOTPRINT</a:t>
            </a:r>
          </a:p>
        </p:txBody>
      </p:sp>
      <p:sp>
        <p:nvSpPr>
          <p:cNvPr id="22" name="Rectangle 21">
            <a:extLst>
              <a:ext uri="{FF2B5EF4-FFF2-40B4-BE49-F238E27FC236}">
                <a16:creationId xmlns:a16="http://schemas.microsoft.com/office/drawing/2014/main" id="{95C3D5F0-E8E0-4305-91A8-58425CC96E53}"/>
              </a:ext>
            </a:extLst>
          </p:cNvPr>
          <p:cNvSpPr/>
          <p:nvPr userDrawn="1"/>
        </p:nvSpPr>
        <p:spPr>
          <a:xfrm>
            <a:off x="0" y="0"/>
            <a:ext cx="19336552" cy="34783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23" name="TextBox 22">
            <a:extLst>
              <a:ext uri="{FF2B5EF4-FFF2-40B4-BE49-F238E27FC236}">
                <a16:creationId xmlns:a16="http://schemas.microsoft.com/office/drawing/2014/main" id="{2870DD5E-57BA-4758-AE12-C69D53EA2D87}"/>
              </a:ext>
            </a:extLst>
          </p:cNvPr>
          <p:cNvSpPr txBox="1"/>
          <p:nvPr userDrawn="1"/>
        </p:nvSpPr>
        <p:spPr>
          <a:xfrm>
            <a:off x="391994" y="3667375"/>
            <a:ext cx="13757008" cy="461665"/>
          </a:xfrm>
          <a:prstGeom prst="rect">
            <a:avLst/>
          </a:prstGeom>
          <a:noFill/>
        </p:spPr>
        <p:txBody>
          <a:bodyPr wrap="square" rtlCol="0">
            <a:spAutoFit/>
          </a:bodyPr>
          <a:lstStyle/>
          <a:p>
            <a:r>
              <a:rPr lang="en-GB" sz="2400" b="1"/>
              <a:t>INFRASTRUCTURE &amp; TECHNOLOGY</a:t>
            </a:r>
          </a:p>
        </p:txBody>
      </p:sp>
      <p:sp>
        <p:nvSpPr>
          <p:cNvPr id="24" name="TextBox 23">
            <a:extLst>
              <a:ext uri="{FF2B5EF4-FFF2-40B4-BE49-F238E27FC236}">
                <a16:creationId xmlns:a16="http://schemas.microsoft.com/office/drawing/2014/main" id="{6A7444CD-E422-490C-819C-FF01E113F82B}"/>
              </a:ext>
            </a:extLst>
          </p:cNvPr>
          <p:cNvSpPr txBox="1"/>
          <p:nvPr userDrawn="1"/>
        </p:nvSpPr>
        <p:spPr>
          <a:xfrm>
            <a:off x="391994" y="1391183"/>
            <a:ext cx="18929736" cy="830997"/>
          </a:xfrm>
          <a:prstGeom prst="rect">
            <a:avLst/>
          </a:prstGeom>
          <a:noFill/>
        </p:spPr>
        <p:txBody>
          <a:bodyPr wrap="square" rtlCol="0">
            <a:spAutoFit/>
          </a:bodyPr>
          <a:lstStyle/>
          <a:p>
            <a:r>
              <a:rPr lang="en-GB" sz="2400" b="1"/>
              <a:t>DESCRIPTION</a:t>
            </a:r>
          </a:p>
          <a:p>
            <a:endParaRPr lang="en-GB" sz="2400"/>
          </a:p>
        </p:txBody>
      </p:sp>
      <p:sp>
        <p:nvSpPr>
          <p:cNvPr id="25" name="Rectangle 24">
            <a:extLst>
              <a:ext uri="{FF2B5EF4-FFF2-40B4-BE49-F238E27FC236}">
                <a16:creationId xmlns:a16="http://schemas.microsoft.com/office/drawing/2014/main" id="{D60FEB19-83FF-45CB-BC9E-B7BCD08E7EA5}"/>
              </a:ext>
            </a:extLst>
          </p:cNvPr>
          <p:cNvSpPr/>
          <p:nvPr userDrawn="1"/>
        </p:nvSpPr>
        <p:spPr>
          <a:xfrm>
            <a:off x="19338330" y="1137498"/>
            <a:ext cx="5045672" cy="2336668"/>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grpSp>
        <p:nvGrpSpPr>
          <p:cNvPr id="27" name="Group 26">
            <a:extLst>
              <a:ext uri="{FF2B5EF4-FFF2-40B4-BE49-F238E27FC236}">
                <a16:creationId xmlns:a16="http://schemas.microsoft.com/office/drawing/2014/main" id="{37AC1D33-28DE-4267-AECA-E276F06FD1F6}"/>
              </a:ext>
            </a:extLst>
          </p:cNvPr>
          <p:cNvGrpSpPr/>
          <p:nvPr userDrawn="1"/>
        </p:nvGrpSpPr>
        <p:grpSpPr>
          <a:xfrm>
            <a:off x="19824584" y="1433577"/>
            <a:ext cx="970108" cy="1335010"/>
            <a:chOff x="8852116" y="593421"/>
            <a:chExt cx="431818" cy="594245"/>
          </a:xfrm>
          <a:effectLst>
            <a:outerShdw blurRad="50800" dist="38100" dir="2700000" algn="tl" rotWithShape="0">
              <a:prstClr val="black">
                <a:alpha val="40000"/>
              </a:prstClr>
            </a:outerShdw>
          </a:effectLst>
        </p:grpSpPr>
        <p:sp>
          <p:nvSpPr>
            <p:cNvPr id="28" name="Freeform 483">
              <a:extLst>
                <a:ext uri="{FF2B5EF4-FFF2-40B4-BE49-F238E27FC236}">
                  <a16:creationId xmlns:a16="http://schemas.microsoft.com/office/drawing/2014/main" id="{B5F0D06D-7A0A-4DC7-8126-E4AC3EF40CF5}"/>
                </a:ext>
              </a:extLst>
            </p:cNvPr>
            <p:cNvSpPr>
              <a:spLocks noChangeArrowheads="1"/>
            </p:cNvSpPr>
            <p:nvPr/>
          </p:nvSpPr>
          <p:spPr bwMode="auto">
            <a:xfrm>
              <a:off x="8889752" y="593421"/>
              <a:ext cx="356547" cy="186197"/>
            </a:xfrm>
            <a:custGeom>
              <a:avLst/>
              <a:gdLst>
                <a:gd name="T0" fmla="*/ 612 w 793"/>
                <a:gd name="T1" fmla="*/ 413 h 414"/>
                <a:gd name="T2" fmla="*/ 612 w 793"/>
                <a:gd name="T3" fmla="*/ 320 h 414"/>
                <a:gd name="T4" fmla="*/ 626 w 793"/>
                <a:gd name="T5" fmla="*/ 306 h 414"/>
                <a:gd name="T6" fmla="*/ 776 w 793"/>
                <a:gd name="T7" fmla="*/ 306 h 414"/>
                <a:gd name="T8" fmla="*/ 790 w 793"/>
                <a:gd name="T9" fmla="*/ 296 h 414"/>
                <a:gd name="T10" fmla="*/ 785 w 793"/>
                <a:gd name="T11" fmla="*/ 280 h 414"/>
                <a:gd name="T12" fmla="*/ 413 w 793"/>
                <a:gd name="T13" fmla="*/ 7 h 414"/>
                <a:gd name="T14" fmla="*/ 379 w 793"/>
                <a:gd name="T15" fmla="*/ 7 h 414"/>
                <a:gd name="T16" fmla="*/ 7 w 793"/>
                <a:gd name="T17" fmla="*/ 280 h 414"/>
                <a:gd name="T18" fmla="*/ 2 w 793"/>
                <a:gd name="T19" fmla="*/ 296 h 414"/>
                <a:gd name="T20" fmla="*/ 16 w 793"/>
                <a:gd name="T21" fmla="*/ 306 h 414"/>
                <a:gd name="T22" fmla="*/ 166 w 793"/>
                <a:gd name="T23" fmla="*/ 306 h 414"/>
                <a:gd name="T24" fmla="*/ 180 w 793"/>
                <a:gd name="T25" fmla="*/ 320 h 414"/>
                <a:gd name="T26" fmla="*/ 180 w 793"/>
                <a:gd name="T27" fmla="*/ 413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93" h="414">
                  <a:moveTo>
                    <a:pt x="612" y="413"/>
                  </a:moveTo>
                  <a:cubicBezTo>
                    <a:pt x="612" y="382"/>
                    <a:pt x="612" y="351"/>
                    <a:pt x="612" y="320"/>
                  </a:cubicBezTo>
                  <a:cubicBezTo>
                    <a:pt x="612" y="312"/>
                    <a:pt x="618" y="306"/>
                    <a:pt x="626" y="306"/>
                  </a:cubicBezTo>
                  <a:cubicBezTo>
                    <a:pt x="676" y="306"/>
                    <a:pt x="726" y="306"/>
                    <a:pt x="776" y="306"/>
                  </a:cubicBezTo>
                  <a:cubicBezTo>
                    <a:pt x="782" y="306"/>
                    <a:pt x="788" y="302"/>
                    <a:pt x="790" y="296"/>
                  </a:cubicBezTo>
                  <a:cubicBezTo>
                    <a:pt x="792" y="290"/>
                    <a:pt x="790" y="284"/>
                    <a:pt x="785" y="280"/>
                  </a:cubicBezTo>
                  <a:cubicBezTo>
                    <a:pt x="661" y="189"/>
                    <a:pt x="537" y="98"/>
                    <a:pt x="413" y="7"/>
                  </a:cubicBezTo>
                  <a:cubicBezTo>
                    <a:pt x="403" y="0"/>
                    <a:pt x="389" y="0"/>
                    <a:pt x="379" y="7"/>
                  </a:cubicBezTo>
                  <a:cubicBezTo>
                    <a:pt x="255" y="98"/>
                    <a:pt x="131" y="189"/>
                    <a:pt x="7" y="280"/>
                  </a:cubicBezTo>
                  <a:cubicBezTo>
                    <a:pt x="3" y="284"/>
                    <a:pt x="0" y="290"/>
                    <a:pt x="2" y="296"/>
                  </a:cubicBezTo>
                  <a:cubicBezTo>
                    <a:pt x="3" y="302"/>
                    <a:pt x="10" y="306"/>
                    <a:pt x="16" y="306"/>
                  </a:cubicBezTo>
                  <a:cubicBezTo>
                    <a:pt x="66" y="306"/>
                    <a:pt x="116" y="306"/>
                    <a:pt x="166" y="306"/>
                  </a:cubicBezTo>
                  <a:cubicBezTo>
                    <a:pt x="174" y="306"/>
                    <a:pt x="180" y="312"/>
                    <a:pt x="180" y="320"/>
                  </a:cubicBezTo>
                  <a:cubicBezTo>
                    <a:pt x="180" y="351"/>
                    <a:pt x="180" y="382"/>
                    <a:pt x="180" y="413"/>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29" name="Freeform 484">
              <a:extLst>
                <a:ext uri="{FF2B5EF4-FFF2-40B4-BE49-F238E27FC236}">
                  <a16:creationId xmlns:a16="http://schemas.microsoft.com/office/drawing/2014/main" id="{3FB37720-E2EB-4C1B-86CB-25D60CDCA011}"/>
                </a:ext>
              </a:extLst>
            </p:cNvPr>
            <p:cNvSpPr>
              <a:spLocks noChangeArrowheads="1"/>
            </p:cNvSpPr>
            <p:nvPr/>
          </p:nvSpPr>
          <p:spPr bwMode="auto">
            <a:xfrm>
              <a:off x="8852116" y="755848"/>
              <a:ext cx="431818" cy="431818"/>
            </a:xfrm>
            <a:custGeom>
              <a:avLst/>
              <a:gdLst>
                <a:gd name="T0" fmla="*/ 960 w 961"/>
                <a:gd name="T1" fmla="*/ 479 h 960"/>
                <a:gd name="T2" fmla="*/ 896 w 961"/>
                <a:gd name="T3" fmla="*/ 719 h 960"/>
                <a:gd name="T4" fmla="*/ 720 w 961"/>
                <a:gd name="T5" fmla="*/ 895 h 960"/>
                <a:gd name="T6" fmla="*/ 480 w 961"/>
                <a:gd name="T7" fmla="*/ 959 h 960"/>
                <a:gd name="T8" fmla="*/ 240 w 961"/>
                <a:gd name="T9" fmla="*/ 895 h 960"/>
                <a:gd name="T10" fmla="*/ 65 w 961"/>
                <a:gd name="T11" fmla="*/ 719 h 960"/>
                <a:gd name="T12" fmla="*/ 0 w 961"/>
                <a:gd name="T13" fmla="*/ 479 h 960"/>
                <a:gd name="T14" fmla="*/ 65 w 961"/>
                <a:gd name="T15" fmla="*/ 240 h 960"/>
                <a:gd name="T16" fmla="*/ 240 w 961"/>
                <a:gd name="T17" fmla="*/ 64 h 960"/>
                <a:gd name="T18" fmla="*/ 480 w 961"/>
                <a:gd name="T19" fmla="*/ 0 h 960"/>
                <a:gd name="T20" fmla="*/ 720 w 961"/>
                <a:gd name="T21" fmla="*/ 64 h 960"/>
                <a:gd name="T22" fmla="*/ 896 w 961"/>
                <a:gd name="T23" fmla="*/ 240 h 960"/>
                <a:gd name="T24" fmla="*/ 960 w 961"/>
                <a:gd name="T25" fmla="*/ 479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61" h="960">
                  <a:moveTo>
                    <a:pt x="960" y="479"/>
                  </a:moveTo>
                  <a:cubicBezTo>
                    <a:pt x="960" y="568"/>
                    <a:pt x="940" y="642"/>
                    <a:pt x="896" y="719"/>
                  </a:cubicBezTo>
                  <a:cubicBezTo>
                    <a:pt x="851" y="795"/>
                    <a:pt x="796" y="851"/>
                    <a:pt x="720" y="895"/>
                  </a:cubicBezTo>
                  <a:cubicBezTo>
                    <a:pt x="644" y="939"/>
                    <a:pt x="568" y="959"/>
                    <a:pt x="480" y="959"/>
                  </a:cubicBezTo>
                  <a:cubicBezTo>
                    <a:pt x="392" y="959"/>
                    <a:pt x="316" y="939"/>
                    <a:pt x="240" y="895"/>
                  </a:cubicBezTo>
                  <a:cubicBezTo>
                    <a:pt x="163" y="851"/>
                    <a:pt x="109" y="795"/>
                    <a:pt x="65" y="719"/>
                  </a:cubicBezTo>
                  <a:cubicBezTo>
                    <a:pt x="20" y="642"/>
                    <a:pt x="0" y="567"/>
                    <a:pt x="0" y="479"/>
                  </a:cubicBezTo>
                  <a:cubicBezTo>
                    <a:pt x="0" y="390"/>
                    <a:pt x="20" y="316"/>
                    <a:pt x="65" y="240"/>
                  </a:cubicBezTo>
                  <a:cubicBezTo>
                    <a:pt x="109" y="163"/>
                    <a:pt x="163" y="108"/>
                    <a:pt x="240" y="64"/>
                  </a:cubicBezTo>
                  <a:cubicBezTo>
                    <a:pt x="316" y="20"/>
                    <a:pt x="392" y="0"/>
                    <a:pt x="480" y="0"/>
                  </a:cubicBezTo>
                  <a:cubicBezTo>
                    <a:pt x="568" y="0"/>
                    <a:pt x="644" y="20"/>
                    <a:pt x="720" y="64"/>
                  </a:cubicBezTo>
                  <a:cubicBezTo>
                    <a:pt x="796" y="108"/>
                    <a:pt x="851" y="163"/>
                    <a:pt x="896" y="240"/>
                  </a:cubicBezTo>
                  <a:cubicBezTo>
                    <a:pt x="940" y="316"/>
                    <a:pt x="960" y="391"/>
                    <a:pt x="960" y="47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solidFill>
                  <a:schemeClr val="bg1"/>
                </a:solidFill>
              </a:endParaRPr>
            </a:p>
          </p:txBody>
        </p:sp>
        <p:sp>
          <p:nvSpPr>
            <p:cNvPr id="30" name="Freeform 485">
              <a:extLst>
                <a:ext uri="{FF2B5EF4-FFF2-40B4-BE49-F238E27FC236}">
                  <a16:creationId xmlns:a16="http://schemas.microsoft.com/office/drawing/2014/main" id="{E250C8C6-E646-40CD-990E-41AD3DBFF04A}"/>
                </a:ext>
              </a:extLst>
            </p:cNvPr>
            <p:cNvSpPr>
              <a:spLocks noChangeArrowheads="1"/>
            </p:cNvSpPr>
            <p:nvPr/>
          </p:nvSpPr>
          <p:spPr bwMode="auto">
            <a:xfrm>
              <a:off x="9093776" y="969776"/>
              <a:ext cx="99041" cy="1980"/>
            </a:xfrm>
            <a:custGeom>
              <a:avLst/>
              <a:gdLst>
                <a:gd name="T0" fmla="*/ 0 w 219"/>
                <a:gd name="T1" fmla="*/ 0 h 1"/>
                <a:gd name="T2" fmla="*/ 218 w 219"/>
                <a:gd name="T3" fmla="*/ 0 h 1"/>
              </a:gdLst>
              <a:ahLst/>
              <a:cxnLst>
                <a:cxn ang="0">
                  <a:pos x="T0" y="T1"/>
                </a:cxn>
                <a:cxn ang="0">
                  <a:pos x="T2" y="T3"/>
                </a:cxn>
              </a:cxnLst>
              <a:rect l="0" t="0" r="r" b="b"/>
              <a:pathLst>
                <a:path w="219" h="1">
                  <a:moveTo>
                    <a:pt x="0" y="0"/>
                  </a:moveTo>
                  <a:cubicBezTo>
                    <a:pt x="72" y="0"/>
                    <a:pt x="145" y="0"/>
                    <a:pt x="218"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1" name="Freeform 486">
              <a:extLst>
                <a:ext uri="{FF2B5EF4-FFF2-40B4-BE49-F238E27FC236}">
                  <a16:creationId xmlns:a16="http://schemas.microsoft.com/office/drawing/2014/main" id="{FB083B1C-AD2A-4817-83FE-99AB4B1C2D57}"/>
                </a:ext>
              </a:extLst>
            </p:cNvPr>
            <p:cNvSpPr>
              <a:spLocks noChangeArrowheads="1"/>
            </p:cNvSpPr>
            <p:nvPr/>
          </p:nvSpPr>
          <p:spPr bwMode="auto">
            <a:xfrm>
              <a:off x="9068026" y="898467"/>
              <a:ext cx="1980" cy="47540"/>
            </a:xfrm>
            <a:custGeom>
              <a:avLst/>
              <a:gdLst>
                <a:gd name="T0" fmla="*/ 0 w 1"/>
                <a:gd name="T1" fmla="*/ 106 h 107"/>
                <a:gd name="T2" fmla="*/ 0 w 1"/>
                <a:gd name="T3" fmla="*/ 0 h 107"/>
              </a:gdLst>
              <a:ahLst/>
              <a:cxnLst>
                <a:cxn ang="0">
                  <a:pos x="T0" y="T1"/>
                </a:cxn>
                <a:cxn ang="0">
                  <a:pos x="T2" y="T3"/>
                </a:cxn>
              </a:cxnLst>
              <a:rect l="0" t="0" r="r" b="b"/>
              <a:pathLst>
                <a:path w="1" h="107">
                  <a:moveTo>
                    <a:pt x="0" y="106"/>
                  </a:moveTo>
                  <a:cubicBezTo>
                    <a:pt x="0" y="70"/>
                    <a:pt x="0" y="3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2" name="Freeform 487">
              <a:extLst>
                <a:ext uri="{FF2B5EF4-FFF2-40B4-BE49-F238E27FC236}">
                  <a16:creationId xmlns:a16="http://schemas.microsoft.com/office/drawing/2014/main" id="{9D1F4D11-F3E0-47A5-92DA-64B41155C0B2}"/>
                </a:ext>
              </a:extLst>
            </p:cNvPr>
            <p:cNvSpPr>
              <a:spLocks noChangeArrowheads="1"/>
            </p:cNvSpPr>
            <p:nvPr/>
          </p:nvSpPr>
          <p:spPr bwMode="auto">
            <a:xfrm>
              <a:off x="9042274" y="946006"/>
              <a:ext cx="51501" cy="51501"/>
            </a:xfrm>
            <a:custGeom>
              <a:avLst/>
              <a:gdLst>
                <a:gd name="T0" fmla="*/ 113 w 114"/>
                <a:gd name="T1" fmla="*/ 56 h 114"/>
                <a:gd name="T2" fmla="*/ 105 w 114"/>
                <a:gd name="T3" fmla="*/ 85 h 114"/>
                <a:gd name="T4" fmla="*/ 84 w 114"/>
                <a:gd name="T5" fmla="*/ 105 h 114"/>
                <a:gd name="T6" fmla="*/ 56 w 114"/>
                <a:gd name="T7" fmla="*/ 113 h 114"/>
                <a:gd name="T8" fmla="*/ 28 w 114"/>
                <a:gd name="T9" fmla="*/ 105 h 114"/>
                <a:gd name="T10" fmla="*/ 7 w 114"/>
                <a:gd name="T11" fmla="*/ 85 h 114"/>
                <a:gd name="T12" fmla="*/ 0 w 114"/>
                <a:gd name="T13" fmla="*/ 56 h 114"/>
                <a:gd name="T14" fmla="*/ 7 w 114"/>
                <a:gd name="T15" fmla="*/ 28 h 114"/>
                <a:gd name="T16" fmla="*/ 28 w 114"/>
                <a:gd name="T17" fmla="*/ 8 h 114"/>
                <a:gd name="T18" fmla="*/ 56 w 114"/>
                <a:gd name="T19" fmla="*/ 0 h 114"/>
                <a:gd name="T20" fmla="*/ 84 w 114"/>
                <a:gd name="T21" fmla="*/ 8 h 114"/>
                <a:gd name="T22" fmla="*/ 105 w 114"/>
                <a:gd name="T23" fmla="*/ 28 h 114"/>
                <a:gd name="T24" fmla="*/ 113 w 114"/>
                <a:gd name="T25" fmla="*/ 56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14">
                  <a:moveTo>
                    <a:pt x="113" y="56"/>
                  </a:moveTo>
                  <a:cubicBezTo>
                    <a:pt x="113" y="67"/>
                    <a:pt x="110" y="76"/>
                    <a:pt x="105" y="85"/>
                  </a:cubicBezTo>
                  <a:cubicBezTo>
                    <a:pt x="100" y="94"/>
                    <a:pt x="93" y="99"/>
                    <a:pt x="84" y="105"/>
                  </a:cubicBezTo>
                  <a:cubicBezTo>
                    <a:pt x="75" y="110"/>
                    <a:pt x="66" y="113"/>
                    <a:pt x="56" y="113"/>
                  </a:cubicBezTo>
                  <a:cubicBezTo>
                    <a:pt x="45" y="113"/>
                    <a:pt x="37" y="110"/>
                    <a:pt x="28" y="105"/>
                  </a:cubicBezTo>
                  <a:cubicBezTo>
                    <a:pt x="19" y="99"/>
                    <a:pt x="12" y="94"/>
                    <a:pt x="7" y="85"/>
                  </a:cubicBezTo>
                  <a:cubicBezTo>
                    <a:pt x="2" y="76"/>
                    <a:pt x="0" y="66"/>
                    <a:pt x="0" y="56"/>
                  </a:cubicBezTo>
                  <a:cubicBezTo>
                    <a:pt x="0" y="45"/>
                    <a:pt x="2" y="37"/>
                    <a:pt x="7" y="28"/>
                  </a:cubicBezTo>
                  <a:cubicBezTo>
                    <a:pt x="12" y="19"/>
                    <a:pt x="19" y="13"/>
                    <a:pt x="28" y="8"/>
                  </a:cubicBezTo>
                  <a:cubicBezTo>
                    <a:pt x="37" y="2"/>
                    <a:pt x="46" y="0"/>
                    <a:pt x="56" y="0"/>
                  </a:cubicBezTo>
                  <a:cubicBezTo>
                    <a:pt x="67" y="0"/>
                    <a:pt x="75" y="2"/>
                    <a:pt x="84" y="8"/>
                  </a:cubicBezTo>
                  <a:cubicBezTo>
                    <a:pt x="93" y="13"/>
                    <a:pt x="100" y="19"/>
                    <a:pt x="105" y="28"/>
                  </a:cubicBezTo>
                  <a:cubicBezTo>
                    <a:pt x="110" y="37"/>
                    <a:pt x="113" y="46"/>
                    <a:pt x="113" y="5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solidFill>
                  <a:schemeClr val="bg1"/>
                </a:solidFill>
              </a:endParaRPr>
            </a:p>
          </p:txBody>
        </p:sp>
        <p:sp>
          <p:nvSpPr>
            <p:cNvPr id="33" name="Freeform 488">
              <a:extLst>
                <a:ext uri="{FF2B5EF4-FFF2-40B4-BE49-F238E27FC236}">
                  <a16:creationId xmlns:a16="http://schemas.microsoft.com/office/drawing/2014/main" id="{D5BBBE63-E846-4154-959D-975F5CAB3900}"/>
                </a:ext>
              </a:extLst>
            </p:cNvPr>
            <p:cNvSpPr>
              <a:spLocks noChangeArrowheads="1"/>
            </p:cNvSpPr>
            <p:nvPr/>
          </p:nvSpPr>
          <p:spPr bwMode="auto">
            <a:xfrm>
              <a:off x="8903617" y="805368"/>
              <a:ext cx="330797" cy="328816"/>
            </a:xfrm>
            <a:custGeom>
              <a:avLst/>
              <a:gdLst>
                <a:gd name="T0" fmla="*/ 734 w 735"/>
                <a:gd name="T1" fmla="*/ 366 h 734"/>
                <a:gd name="T2" fmla="*/ 685 w 735"/>
                <a:gd name="T3" fmla="*/ 550 h 734"/>
                <a:gd name="T4" fmla="*/ 551 w 735"/>
                <a:gd name="T5" fmla="*/ 684 h 734"/>
                <a:gd name="T6" fmla="*/ 367 w 735"/>
                <a:gd name="T7" fmla="*/ 733 h 734"/>
                <a:gd name="T8" fmla="*/ 184 w 735"/>
                <a:gd name="T9" fmla="*/ 684 h 734"/>
                <a:gd name="T10" fmla="*/ 49 w 735"/>
                <a:gd name="T11" fmla="*/ 550 h 734"/>
                <a:gd name="T12" fmla="*/ 0 w 735"/>
                <a:gd name="T13" fmla="*/ 366 h 734"/>
                <a:gd name="T14" fmla="*/ 49 w 735"/>
                <a:gd name="T15" fmla="*/ 183 h 734"/>
                <a:gd name="T16" fmla="*/ 184 w 735"/>
                <a:gd name="T17" fmla="*/ 49 h 734"/>
                <a:gd name="T18" fmla="*/ 367 w 735"/>
                <a:gd name="T19" fmla="*/ 0 h 734"/>
                <a:gd name="T20" fmla="*/ 551 w 735"/>
                <a:gd name="T21" fmla="*/ 49 h 734"/>
                <a:gd name="T22" fmla="*/ 685 w 735"/>
                <a:gd name="T23" fmla="*/ 183 h 734"/>
                <a:gd name="T24" fmla="*/ 734 w 735"/>
                <a:gd name="T25" fmla="*/ 366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5" h="734">
                  <a:moveTo>
                    <a:pt x="734" y="366"/>
                  </a:moveTo>
                  <a:cubicBezTo>
                    <a:pt x="734" y="434"/>
                    <a:pt x="719" y="491"/>
                    <a:pt x="685" y="550"/>
                  </a:cubicBezTo>
                  <a:cubicBezTo>
                    <a:pt x="651" y="608"/>
                    <a:pt x="609" y="650"/>
                    <a:pt x="551" y="684"/>
                  </a:cubicBezTo>
                  <a:cubicBezTo>
                    <a:pt x="492" y="718"/>
                    <a:pt x="434" y="733"/>
                    <a:pt x="367" y="733"/>
                  </a:cubicBezTo>
                  <a:cubicBezTo>
                    <a:pt x="299" y="733"/>
                    <a:pt x="242" y="718"/>
                    <a:pt x="184" y="684"/>
                  </a:cubicBezTo>
                  <a:cubicBezTo>
                    <a:pt x="125" y="650"/>
                    <a:pt x="82" y="608"/>
                    <a:pt x="49" y="550"/>
                  </a:cubicBezTo>
                  <a:cubicBezTo>
                    <a:pt x="15" y="491"/>
                    <a:pt x="0" y="433"/>
                    <a:pt x="0" y="366"/>
                  </a:cubicBezTo>
                  <a:cubicBezTo>
                    <a:pt x="0" y="298"/>
                    <a:pt x="15" y="241"/>
                    <a:pt x="49" y="183"/>
                  </a:cubicBezTo>
                  <a:cubicBezTo>
                    <a:pt x="82" y="124"/>
                    <a:pt x="125" y="83"/>
                    <a:pt x="184" y="49"/>
                  </a:cubicBezTo>
                  <a:cubicBezTo>
                    <a:pt x="242" y="15"/>
                    <a:pt x="300" y="0"/>
                    <a:pt x="367" y="0"/>
                  </a:cubicBezTo>
                  <a:cubicBezTo>
                    <a:pt x="435" y="0"/>
                    <a:pt x="492" y="15"/>
                    <a:pt x="551" y="49"/>
                  </a:cubicBezTo>
                  <a:cubicBezTo>
                    <a:pt x="609" y="83"/>
                    <a:pt x="651" y="124"/>
                    <a:pt x="685" y="183"/>
                  </a:cubicBezTo>
                  <a:cubicBezTo>
                    <a:pt x="719" y="241"/>
                    <a:pt x="734" y="299"/>
                    <a:pt x="734" y="36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solidFill>
                  <a:schemeClr val="bg1"/>
                </a:solidFill>
              </a:endParaRPr>
            </a:p>
          </p:txBody>
        </p:sp>
        <p:sp>
          <p:nvSpPr>
            <p:cNvPr id="34" name="Freeform 489">
              <a:extLst>
                <a:ext uri="{FF2B5EF4-FFF2-40B4-BE49-F238E27FC236}">
                  <a16:creationId xmlns:a16="http://schemas.microsoft.com/office/drawing/2014/main" id="{FB6FE389-EE66-4A6A-9E2E-9C93C6D3EA6D}"/>
                </a:ext>
              </a:extLst>
            </p:cNvPr>
            <p:cNvSpPr>
              <a:spLocks noChangeArrowheads="1"/>
            </p:cNvSpPr>
            <p:nvPr/>
          </p:nvSpPr>
          <p:spPr bwMode="auto">
            <a:xfrm>
              <a:off x="9068026" y="843004"/>
              <a:ext cx="1980" cy="13865"/>
            </a:xfrm>
            <a:custGeom>
              <a:avLst/>
              <a:gdLst>
                <a:gd name="T0" fmla="*/ 0 w 1"/>
                <a:gd name="T1" fmla="*/ 28 h 29"/>
                <a:gd name="T2" fmla="*/ 0 w 1"/>
                <a:gd name="T3" fmla="*/ 0 h 29"/>
              </a:gdLst>
              <a:ahLst/>
              <a:cxnLst>
                <a:cxn ang="0">
                  <a:pos x="T0" y="T1"/>
                </a:cxn>
                <a:cxn ang="0">
                  <a:pos x="T2" y="T3"/>
                </a:cxn>
              </a:cxnLst>
              <a:rect l="0" t="0" r="r" b="b"/>
              <a:pathLst>
                <a:path w="1" h="29">
                  <a:moveTo>
                    <a:pt x="0" y="28"/>
                  </a:moveTo>
                  <a:cubicBezTo>
                    <a:pt x="0" y="18"/>
                    <a:pt x="0"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5" name="Freeform 490">
              <a:extLst>
                <a:ext uri="{FF2B5EF4-FFF2-40B4-BE49-F238E27FC236}">
                  <a16:creationId xmlns:a16="http://schemas.microsoft.com/office/drawing/2014/main" id="{B719E170-46CE-4FC6-B852-61CA8A441FB4}"/>
                </a:ext>
              </a:extLst>
            </p:cNvPr>
            <p:cNvSpPr>
              <a:spLocks noChangeArrowheads="1"/>
            </p:cNvSpPr>
            <p:nvPr/>
          </p:nvSpPr>
          <p:spPr bwMode="auto">
            <a:xfrm>
              <a:off x="9068026" y="1084664"/>
              <a:ext cx="1980" cy="13865"/>
            </a:xfrm>
            <a:custGeom>
              <a:avLst/>
              <a:gdLst>
                <a:gd name="T0" fmla="*/ 0 w 1"/>
                <a:gd name="T1" fmla="*/ 29 h 30"/>
                <a:gd name="T2" fmla="*/ 0 w 1"/>
                <a:gd name="T3" fmla="*/ 0 h 30"/>
              </a:gdLst>
              <a:ahLst/>
              <a:cxnLst>
                <a:cxn ang="0">
                  <a:pos x="T0" y="T1"/>
                </a:cxn>
                <a:cxn ang="0">
                  <a:pos x="T2" y="T3"/>
                </a:cxn>
              </a:cxnLst>
              <a:rect l="0" t="0" r="r" b="b"/>
              <a:pathLst>
                <a:path w="1" h="30">
                  <a:moveTo>
                    <a:pt x="0" y="29"/>
                  </a:moveTo>
                  <a:cubicBezTo>
                    <a:pt x="0" y="19"/>
                    <a:pt x="0"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6" name="Freeform 491">
              <a:extLst>
                <a:ext uri="{FF2B5EF4-FFF2-40B4-BE49-F238E27FC236}">
                  <a16:creationId xmlns:a16="http://schemas.microsoft.com/office/drawing/2014/main" id="{2258B39D-1162-4297-9772-1A6BB8BE18FD}"/>
                </a:ext>
              </a:extLst>
            </p:cNvPr>
            <p:cNvSpPr>
              <a:spLocks noChangeArrowheads="1"/>
            </p:cNvSpPr>
            <p:nvPr/>
          </p:nvSpPr>
          <p:spPr bwMode="auto">
            <a:xfrm>
              <a:off x="8941253" y="969776"/>
              <a:ext cx="13865" cy="1980"/>
            </a:xfrm>
            <a:custGeom>
              <a:avLst/>
              <a:gdLst>
                <a:gd name="T0" fmla="*/ 28 w 29"/>
                <a:gd name="T1" fmla="*/ 0 h 1"/>
                <a:gd name="T2" fmla="*/ 0 w 29"/>
                <a:gd name="T3" fmla="*/ 0 h 1"/>
              </a:gdLst>
              <a:ahLst/>
              <a:cxnLst>
                <a:cxn ang="0">
                  <a:pos x="T0" y="T1"/>
                </a:cxn>
                <a:cxn ang="0">
                  <a:pos x="T2" y="T3"/>
                </a:cxn>
              </a:cxnLst>
              <a:rect l="0" t="0" r="r" b="b"/>
              <a:pathLst>
                <a:path w="29" h="1">
                  <a:moveTo>
                    <a:pt x="28" y="0"/>
                  </a:moveTo>
                  <a:cubicBezTo>
                    <a:pt x="19" y="0"/>
                    <a:pt x="9"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7" name="Freeform 492">
              <a:extLst>
                <a:ext uri="{FF2B5EF4-FFF2-40B4-BE49-F238E27FC236}">
                  <a16:creationId xmlns:a16="http://schemas.microsoft.com/office/drawing/2014/main" id="{E5BE5008-DDB0-4E75-8974-6105DD702F19}"/>
                </a:ext>
              </a:extLst>
            </p:cNvPr>
            <p:cNvSpPr>
              <a:spLocks noChangeArrowheads="1"/>
            </p:cNvSpPr>
            <p:nvPr/>
          </p:nvSpPr>
          <p:spPr bwMode="auto">
            <a:xfrm>
              <a:off x="9004639" y="860831"/>
              <a:ext cx="5942" cy="11885"/>
            </a:xfrm>
            <a:custGeom>
              <a:avLst/>
              <a:gdLst>
                <a:gd name="T0" fmla="*/ 14 w 15"/>
                <a:gd name="T1" fmla="*/ 25 h 26"/>
                <a:gd name="T2" fmla="*/ 0 w 15"/>
                <a:gd name="T3" fmla="*/ 0 h 26"/>
              </a:gdLst>
              <a:ahLst/>
              <a:cxnLst>
                <a:cxn ang="0">
                  <a:pos x="T0" y="T1"/>
                </a:cxn>
                <a:cxn ang="0">
                  <a:pos x="T2" y="T3"/>
                </a:cxn>
              </a:cxnLst>
              <a:rect l="0" t="0" r="r" b="b"/>
              <a:pathLst>
                <a:path w="15" h="26">
                  <a:moveTo>
                    <a:pt x="14" y="25"/>
                  </a:moveTo>
                  <a:cubicBezTo>
                    <a:pt x="9" y="16"/>
                    <a:pt x="5"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8" name="Freeform 493">
              <a:extLst>
                <a:ext uri="{FF2B5EF4-FFF2-40B4-BE49-F238E27FC236}">
                  <a16:creationId xmlns:a16="http://schemas.microsoft.com/office/drawing/2014/main" id="{09834015-67A7-4B09-A7A0-21E04AB84521}"/>
                </a:ext>
              </a:extLst>
            </p:cNvPr>
            <p:cNvSpPr>
              <a:spLocks noChangeArrowheads="1"/>
            </p:cNvSpPr>
            <p:nvPr/>
          </p:nvSpPr>
          <p:spPr bwMode="auto">
            <a:xfrm>
              <a:off x="9125469" y="1068817"/>
              <a:ext cx="5943" cy="11885"/>
            </a:xfrm>
            <a:custGeom>
              <a:avLst/>
              <a:gdLst>
                <a:gd name="T0" fmla="*/ 14 w 15"/>
                <a:gd name="T1" fmla="*/ 25 h 26"/>
                <a:gd name="T2" fmla="*/ 0 w 15"/>
                <a:gd name="T3" fmla="*/ 0 h 26"/>
              </a:gdLst>
              <a:ahLst/>
              <a:cxnLst>
                <a:cxn ang="0">
                  <a:pos x="T0" y="T1"/>
                </a:cxn>
                <a:cxn ang="0">
                  <a:pos x="T2" y="T3"/>
                </a:cxn>
              </a:cxnLst>
              <a:rect l="0" t="0" r="r" b="b"/>
              <a:pathLst>
                <a:path w="15" h="26">
                  <a:moveTo>
                    <a:pt x="14" y="25"/>
                  </a:moveTo>
                  <a:cubicBezTo>
                    <a:pt x="9" y="16"/>
                    <a:pt x="4"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9" name="Freeform 494">
              <a:extLst>
                <a:ext uri="{FF2B5EF4-FFF2-40B4-BE49-F238E27FC236}">
                  <a16:creationId xmlns:a16="http://schemas.microsoft.com/office/drawing/2014/main" id="{72A75E7C-3C53-4D66-88B9-59F852CA0521}"/>
                </a:ext>
              </a:extLst>
            </p:cNvPr>
            <p:cNvSpPr>
              <a:spLocks noChangeArrowheads="1"/>
            </p:cNvSpPr>
            <p:nvPr/>
          </p:nvSpPr>
          <p:spPr bwMode="auto">
            <a:xfrm>
              <a:off x="8957100" y="1027219"/>
              <a:ext cx="11885" cy="7923"/>
            </a:xfrm>
            <a:custGeom>
              <a:avLst/>
              <a:gdLst>
                <a:gd name="T0" fmla="*/ 24 w 25"/>
                <a:gd name="T1" fmla="*/ 0 h 16"/>
                <a:gd name="T2" fmla="*/ 0 w 25"/>
                <a:gd name="T3" fmla="*/ 15 h 16"/>
              </a:gdLst>
              <a:ahLst/>
              <a:cxnLst>
                <a:cxn ang="0">
                  <a:pos x="T0" y="T1"/>
                </a:cxn>
                <a:cxn ang="0">
                  <a:pos x="T2" y="T3"/>
                </a:cxn>
              </a:cxnLst>
              <a:rect l="0" t="0" r="r" b="b"/>
              <a:pathLst>
                <a:path w="25" h="16">
                  <a:moveTo>
                    <a:pt x="24" y="0"/>
                  </a:moveTo>
                  <a:cubicBezTo>
                    <a:pt x="16" y="5"/>
                    <a:pt x="8" y="10"/>
                    <a:pt x="0" y="1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0" name="Freeform 495">
              <a:extLst>
                <a:ext uri="{FF2B5EF4-FFF2-40B4-BE49-F238E27FC236}">
                  <a16:creationId xmlns:a16="http://schemas.microsoft.com/office/drawing/2014/main" id="{90E4CB1D-83CD-45E8-BF68-693CD9B2E110}"/>
                </a:ext>
              </a:extLst>
            </p:cNvPr>
            <p:cNvSpPr>
              <a:spLocks noChangeArrowheads="1"/>
            </p:cNvSpPr>
            <p:nvPr/>
          </p:nvSpPr>
          <p:spPr bwMode="auto">
            <a:xfrm>
              <a:off x="8957100" y="906390"/>
              <a:ext cx="11885" cy="5942"/>
            </a:xfrm>
            <a:custGeom>
              <a:avLst/>
              <a:gdLst>
                <a:gd name="T0" fmla="*/ 24 w 25"/>
                <a:gd name="T1" fmla="*/ 14 h 15"/>
                <a:gd name="T2" fmla="*/ 0 w 25"/>
                <a:gd name="T3" fmla="*/ 0 h 15"/>
              </a:gdLst>
              <a:ahLst/>
              <a:cxnLst>
                <a:cxn ang="0">
                  <a:pos x="T0" y="T1"/>
                </a:cxn>
                <a:cxn ang="0">
                  <a:pos x="T2" y="T3"/>
                </a:cxn>
              </a:cxnLst>
              <a:rect l="0" t="0" r="r" b="b"/>
              <a:pathLst>
                <a:path w="25" h="15">
                  <a:moveTo>
                    <a:pt x="24" y="14"/>
                  </a:moveTo>
                  <a:cubicBezTo>
                    <a:pt x="16" y="9"/>
                    <a:pt x="8" y="4"/>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1" name="Freeform 497">
              <a:extLst>
                <a:ext uri="{FF2B5EF4-FFF2-40B4-BE49-F238E27FC236}">
                  <a16:creationId xmlns:a16="http://schemas.microsoft.com/office/drawing/2014/main" id="{9A3222BC-AF78-46B3-9939-BF05AF121060}"/>
                </a:ext>
              </a:extLst>
            </p:cNvPr>
            <p:cNvSpPr>
              <a:spLocks noChangeArrowheads="1"/>
            </p:cNvSpPr>
            <p:nvPr/>
          </p:nvSpPr>
          <p:spPr bwMode="auto">
            <a:xfrm>
              <a:off x="9167066" y="906390"/>
              <a:ext cx="11885" cy="5942"/>
            </a:xfrm>
            <a:custGeom>
              <a:avLst/>
              <a:gdLst>
                <a:gd name="T0" fmla="*/ 0 w 26"/>
                <a:gd name="T1" fmla="*/ 14 h 15"/>
                <a:gd name="T2" fmla="*/ 25 w 26"/>
                <a:gd name="T3" fmla="*/ 0 h 15"/>
              </a:gdLst>
              <a:ahLst/>
              <a:cxnLst>
                <a:cxn ang="0">
                  <a:pos x="T0" y="T1"/>
                </a:cxn>
                <a:cxn ang="0">
                  <a:pos x="T2" y="T3"/>
                </a:cxn>
              </a:cxnLst>
              <a:rect l="0" t="0" r="r" b="b"/>
              <a:pathLst>
                <a:path w="26" h="15">
                  <a:moveTo>
                    <a:pt x="0" y="14"/>
                  </a:moveTo>
                  <a:cubicBezTo>
                    <a:pt x="8" y="9"/>
                    <a:pt x="16" y="4"/>
                    <a:pt x="25"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2" name="Freeform 498">
              <a:extLst>
                <a:ext uri="{FF2B5EF4-FFF2-40B4-BE49-F238E27FC236}">
                  <a16:creationId xmlns:a16="http://schemas.microsoft.com/office/drawing/2014/main" id="{58425F11-1BDA-4AD0-87B9-BB200C5D91E7}"/>
                </a:ext>
              </a:extLst>
            </p:cNvPr>
            <p:cNvSpPr>
              <a:spLocks noChangeArrowheads="1"/>
            </p:cNvSpPr>
            <p:nvPr/>
          </p:nvSpPr>
          <p:spPr bwMode="auto">
            <a:xfrm>
              <a:off x="9167066" y="1027219"/>
              <a:ext cx="11885" cy="7923"/>
            </a:xfrm>
            <a:custGeom>
              <a:avLst/>
              <a:gdLst>
                <a:gd name="T0" fmla="*/ 25 w 26"/>
                <a:gd name="T1" fmla="*/ 15 h 16"/>
                <a:gd name="T2" fmla="*/ 0 w 26"/>
                <a:gd name="T3" fmla="*/ 0 h 16"/>
              </a:gdLst>
              <a:ahLst/>
              <a:cxnLst>
                <a:cxn ang="0">
                  <a:pos x="T0" y="T1"/>
                </a:cxn>
                <a:cxn ang="0">
                  <a:pos x="T2" y="T3"/>
                </a:cxn>
              </a:cxnLst>
              <a:rect l="0" t="0" r="r" b="b"/>
              <a:pathLst>
                <a:path w="26" h="16">
                  <a:moveTo>
                    <a:pt x="25" y="15"/>
                  </a:moveTo>
                  <a:cubicBezTo>
                    <a:pt x="16" y="10"/>
                    <a:pt x="8" y="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3" name="Freeform 499">
              <a:extLst>
                <a:ext uri="{FF2B5EF4-FFF2-40B4-BE49-F238E27FC236}">
                  <a16:creationId xmlns:a16="http://schemas.microsoft.com/office/drawing/2014/main" id="{8E05DDFE-05C2-4D1B-98BC-6BAE23052671}"/>
                </a:ext>
              </a:extLst>
            </p:cNvPr>
            <p:cNvSpPr>
              <a:spLocks noChangeArrowheads="1"/>
            </p:cNvSpPr>
            <p:nvPr/>
          </p:nvSpPr>
          <p:spPr bwMode="auto">
            <a:xfrm>
              <a:off x="9004639" y="1068817"/>
              <a:ext cx="5942" cy="11885"/>
            </a:xfrm>
            <a:custGeom>
              <a:avLst/>
              <a:gdLst>
                <a:gd name="T0" fmla="*/ 14 w 15"/>
                <a:gd name="T1" fmla="*/ 0 h 26"/>
                <a:gd name="T2" fmla="*/ 0 w 15"/>
                <a:gd name="T3" fmla="*/ 25 h 26"/>
              </a:gdLst>
              <a:ahLst/>
              <a:cxnLst>
                <a:cxn ang="0">
                  <a:pos x="T0" y="T1"/>
                </a:cxn>
                <a:cxn ang="0">
                  <a:pos x="T2" y="T3"/>
                </a:cxn>
              </a:cxnLst>
              <a:rect l="0" t="0" r="r" b="b"/>
              <a:pathLst>
                <a:path w="15" h="26">
                  <a:moveTo>
                    <a:pt x="14" y="0"/>
                  </a:moveTo>
                  <a:cubicBezTo>
                    <a:pt x="9" y="8"/>
                    <a:pt x="5" y="16"/>
                    <a:pt x="0" y="2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4" name="Freeform 500">
              <a:extLst>
                <a:ext uri="{FF2B5EF4-FFF2-40B4-BE49-F238E27FC236}">
                  <a16:creationId xmlns:a16="http://schemas.microsoft.com/office/drawing/2014/main" id="{3FB01653-A392-42E0-9BE2-41C05E16AA25}"/>
                </a:ext>
              </a:extLst>
            </p:cNvPr>
            <p:cNvSpPr>
              <a:spLocks noChangeArrowheads="1"/>
            </p:cNvSpPr>
            <p:nvPr/>
          </p:nvSpPr>
          <p:spPr bwMode="auto">
            <a:xfrm>
              <a:off x="9125469" y="860831"/>
              <a:ext cx="5943" cy="11885"/>
            </a:xfrm>
            <a:custGeom>
              <a:avLst/>
              <a:gdLst>
                <a:gd name="T0" fmla="*/ 14 w 15"/>
                <a:gd name="T1" fmla="*/ 0 h 26"/>
                <a:gd name="T2" fmla="*/ 0 w 15"/>
                <a:gd name="T3" fmla="*/ 25 h 26"/>
              </a:gdLst>
              <a:ahLst/>
              <a:cxnLst>
                <a:cxn ang="0">
                  <a:pos x="T0" y="T1"/>
                </a:cxn>
                <a:cxn ang="0">
                  <a:pos x="T2" y="T3"/>
                </a:cxn>
              </a:cxnLst>
              <a:rect l="0" t="0" r="r" b="b"/>
              <a:pathLst>
                <a:path w="15" h="26">
                  <a:moveTo>
                    <a:pt x="14" y="0"/>
                  </a:moveTo>
                  <a:cubicBezTo>
                    <a:pt x="9" y="8"/>
                    <a:pt x="4" y="16"/>
                    <a:pt x="0" y="2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grpSp>
      <p:sp>
        <p:nvSpPr>
          <p:cNvPr id="45" name="TextBox 44">
            <a:extLst>
              <a:ext uri="{FF2B5EF4-FFF2-40B4-BE49-F238E27FC236}">
                <a16:creationId xmlns:a16="http://schemas.microsoft.com/office/drawing/2014/main" id="{92293C7C-AED3-47B9-B315-F3249471E1B1}"/>
              </a:ext>
            </a:extLst>
          </p:cNvPr>
          <p:cNvSpPr txBox="1"/>
          <p:nvPr userDrawn="1"/>
        </p:nvSpPr>
        <p:spPr>
          <a:xfrm>
            <a:off x="391994" y="5947245"/>
            <a:ext cx="13677516" cy="461665"/>
          </a:xfrm>
          <a:prstGeom prst="rect">
            <a:avLst/>
          </a:prstGeom>
          <a:noFill/>
        </p:spPr>
        <p:txBody>
          <a:bodyPr wrap="square" rtlCol="0">
            <a:spAutoFit/>
          </a:bodyPr>
          <a:lstStyle/>
          <a:p>
            <a:r>
              <a:rPr lang="en-GB" sz="2400" b="1"/>
              <a:t>ENVIRONMENTS</a:t>
            </a:r>
          </a:p>
        </p:txBody>
      </p:sp>
      <p:sp>
        <p:nvSpPr>
          <p:cNvPr id="48" name="Rectangle 47">
            <a:extLst>
              <a:ext uri="{FF2B5EF4-FFF2-40B4-BE49-F238E27FC236}">
                <a16:creationId xmlns:a16="http://schemas.microsoft.com/office/drawing/2014/main" id="{2564E4B6-1999-4019-8324-0CBE2B1EFA9B}"/>
              </a:ext>
            </a:extLst>
          </p:cNvPr>
          <p:cNvSpPr/>
          <p:nvPr userDrawn="1"/>
        </p:nvSpPr>
        <p:spPr>
          <a:xfrm>
            <a:off x="1" y="263906"/>
            <a:ext cx="4871258" cy="848456"/>
          </a:xfrm>
          <a:prstGeom prst="rect">
            <a:avLst/>
          </a:prstGeom>
          <a:solidFill>
            <a:schemeClr val="accent5">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000"/>
          </a:p>
        </p:txBody>
      </p:sp>
      <p:sp>
        <p:nvSpPr>
          <p:cNvPr id="50" name="TextBox 49">
            <a:extLst>
              <a:ext uri="{FF2B5EF4-FFF2-40B4-BE49-F238E27FC236}">
                <a16:creationId xmlns:a16="http://schemas.microsoft.com/office/drawing/2014/main" id="{C0CBA648-4538-43C3-A70C-141F4EA6D228}"/>
              </a:ext>
            </a:extLst>
          </p:cNvPr>
          <p:cNvSpPr txBox="1"/>
          <p:nvPr userDrawn="1"/>
        </p:nvSpPr>
        <p:spPr>
          <a:xfrm>
            <a:off x="19808469" y="2845527"/>
            <a:ext cx="1002342" cy="461665"/>
          </a:xfrm>
          <a:prstGeom prst="rect">
            <a:avLst/>
          </a:prstGeom>
          <a:noFill/>
        </p:spPr>
        <p:txBody>
          <a:bodyPr wrap="square" rtlCol="0">
            <a:spAutoFit/>
          </a:bodyPr>
          <a:lstStyle/>
          <a:p>
            <a:pPr algn="r"/>
            <a:r>
              <a:rPr lang="en-GB" sz="2400" b="1">
                <a:solidFill>
                  <a:schemeClr val="bg1"/>
                </a:solidFill>
              </a:rPr>
              <a:t>SLA</a:t>
            </a:r>
          </a:p>
        </p:txBody>
      </p:sp>
      <p:sp>
        <p:nvSpPr>
          <p:cNvPr id="55" name="Rectangle 54">
            <a:extLst>
              <a:ext uri="{FF2B5EF4-FFF2-40B4-BE49-F238E27FC236}">
                <a16:creationId xmlns:a16="http://schemas.microsoft.com/office/drawing/2014/main" id="{B0CDC1FF-DC03-4FF5-9148-4E63C82481B5}"/>
              </a:ext>
            </a:extLst>
          </p:cNvPr>
          <p:cNvSpPr/>
          <p:nvPr userDrawn="1"/>
        </p:nvSpPr>
        <p:spPr>
          <a:xfrm>
            <a:off x="14653549" y="3474168"/>
            <a:ext cx="9730450" cy="5084664"/>
          </a:xfrm>
          <a:prstGeom prst="rect">
            <a:avLst/>
          </a:prstGeom>
          <a:solidFill>
            <a:srgbClr val="D8EB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grpSp>
        <p:nvGrpSpPr>
          <p:cNvPr id="56" name="Group 55">
            <a:extLst>
              <a:ext uri="{FF2B5EF4-FFF2-40B4-BE49-F238E27FC236}">
                <a16:creationId xmlns:a16="http://schemas.microsoft.com/office/drawing/2014/main" id="{5F8277F1-9589-42A0-941C-8DECE7E7FEB8}"/>
              </a:ext>
            </a:extLst>
          </p:cNvPr>
          <p:cNvGrpSpPr/>
          <p:nvPr userDrawn="1"/>
        </p:nvGrpSpPr>
        <p:grpSpPr>
          <a:xfrm>
            <a:off x="15380206" y="7453657"/>
            <a:ext cx="709436" cy="674754"/>
            <a:chOff x="2899462" y="3986801"/>
            <a:chExt cx="446638" cy="424803"/>
          </a:xfrm>
        </p:grpSpPr>
        <p:sp>
          <p:nvSpPr>
            <p:cNvPr id="57" name="Freeform 50">
              <a:extLst>
                <a:ext uri="{FF2B5EF4-FFF2-40B4-BE49-F238E27FC236}">
                  <a16:creationId xmlns:a16="http://schemas.microsoft.com/office/drawing/2014/main" id="{8B2A3A71-B67F-4941-9ED9-9FD5E504BF12}"/>
                </a:ext>
              </a:extLst>
            </p:cNvPr>
            <p:cNvSpPr>
              <a:spLocks noChangeArrowheads="1"/>
            </p:cNvSpPr>
            <p:nvPr/>
          </p:nvSpPr>
          <p:spPr bwMode="auto">
            <a:xfrm>
              <a:off x="2899462" y="3986801"/>
              <a:ext cx="446638" cy="190565"/>
            </a:xfrm>
            <a:custGeom>
              <a:avLst/>
              <a:gdLst>
                <a:gd name="T0" fmla="*/ 496 w 992"/>
                <a:gd name="T1" fmla="*/ 422 h 423"/>
                <a:gd name="T2" fmla="*/ 991 w 992"/>
                <a:gd name="T3" fmla="*/ 211 h 423"/>
                <a:gd name="T4" fmla="*/ 496 w 992"/>
                <a:gd name="T5" fmla="*/ 0 h 423"/>
                <a:gd name="T6" fmla="*/ 0 w 992"/>
                <a:gd name="T7" fmla="*/ 211 h 423"/>
                <a:gd name="T8" fmla="*/ 496 w 992"/>
                <a:gd name="T9" fmla="*/ 422 h 423"/>
              </a:gdLst>
              <a:ahLst/>
              <a:cxnLst>
                <a:cxn ang="0">
                  <a:pos x="T0" y="T1"/>
                </a:cxn>
                <a:cxn ang="0">
                  <a:pos x="T2" y="T3"/>
                </a:cxn>
                <a:cxn ang="0">
                  <a:pos x="T4" y="T5"/>
                </a:cxn>
                <a:cxn ang="0">
                  <a:pos x="T6" y="T7"/>
                </a:cxn>
                <a:cxn ang="0">
                  <a:pos x="T8" y="T9"/>
                </a:cxn>
              </a:cxnLst>
              <a:rect l="0" t="0" r="r" b="b"/>
              <a:pathLst>
                <a:path w="992" h="423">
                  <a:moveTo>
                    <a:pt x="496" y="422"/>
                  </a:moveTo>
                  <a:cubicBezTo>
                    <a:pt x="769" y="422"/>
                    <a:pt x="991" y="327"/>
                    <a:pt x="991" y="211"/>
                  </a:cubicBezTo>
                  <a:cubicBezTo>
                    <a:pt x="991" y="95"/>
                    <a:pt x="769" y="0"/>
                    <a:pt x="496" y="0"/>
                  </a:cubicBezTo>
                  <a:cubicBezTo>
                    <a:pt x="222" y="0"/>
                    <a:pt x="0" y="95"/>
                    <a:pt x="0" y="211"/>
                  </a:cubicBezTo>
                  <a:cubicBezTo>
                    <a:pt x="0" y="327"/>
                    <a:pt x="222" y="422"/>
                    <a:pt x="496" y="422"/>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58" name="Freeform 51">
              <a:extLst>
                <a:ext uri="{FF2B5EF4-FFF2-40B4-BE49-F238E27FC236}">
                  <a16:creationId xmlns:a16="http://schemas.microsoft.com/office/drawing/2014/main" id="{B596B805-FC2A-416C-B0AC-3EE7EEDC8220}"/>
                </a:ext>
              </a:extLst>
            </p:cNvPr>
            <p:cNvSpPr>
              <a:spLocks noChangeArrowheads="1"/>
            </p:cNvSpPr>
            <p:nvPr/>
          </p:nvSpPr>
          <p:spPr bwMode="auto">
            <a:xfrm>
              <a:off x="3056282" y="4058263"/>
              <a:ext cx="134984" cy="45656"/>
            </a:xfrm>
            <a:custGeom>
              <a:avLst/>
              <a:gdLst>
                <a:gd name="T0" fmla="*/ 149 w 298"/>
                <a:gd name="T1" fmla="*/ 99 h 100"/>
                <a:gd name="T2" fmla="*/ 297 w 298"/>
                <a:gd name="T3" fmla="*/ 50 h 100"/>
                <a:gd name="T4" fmla="*/ 149 w 298"/>
                <a:gd name="T5" fmla="*/ 0 h 100"/>
                <a:gd name="T6" fmla="*/ 0 w 298"/>
                <a:gd name="T7" fmla="*/ 50 h 100"/>
                <a:gd name="T8" fmla="*/ 149 w 298"/>
                <a:gd name="T9" fmla="*/ 99 h 100"/>
              </a:gdLst>
              <a:ahLst/>
              <a:cxnLst>
                <a:cxn ang="0">
                  <a:pos x="T0" y="T1"/>
                </a:cxn>
                <a:cxn ang="0">
                  <a:pos x="T2" y="T3"/>
                </a:cxn>
                <a:cxn ang="0">
                  <a:pos x="T4" y="T5"/>
                </a:cxn>
                <a:cxn ang="0">
                  <a:pos x="T6" y="T7"/>
                </a:cxn>
                <a:cxn ang="0">
                  <a:pos x="T8" y="T9"/>
                </a:cxn>
              </a:cxnLst>
              <a:rect l="0" t="0" r="r" b="b"/>
              <a:pathLst>
                <a:path w="298" h="100">
                  <a:moveTo>
                    <a:pt x="149" y="99"/>
                  </a:moveTo>
                  <a:cubicBezTo>
                    <a:pt x="231" y="99"/>
                    <a:pt x="297" y="77"/>
                    <a:pt x="297" y="50"/>
                  </a:cubicBezTo>
                  <a:cubicBezTo>
                    <a:pt x="297" y="23"/>
                    <a:pt x="231" y="0"/>
                    <a:pt x="149" y="0"/>
                  </a:cubicBezTo>
                  <a:cubicBezTo>
                    <a:pt x="67" y="0"/>
                    <a:pt x="0" y="23"/>
                    <a:pt x="0" y="50"/>
                  </a:cubicBezTo>
                  <a:cubicBezTo>
                    <a:pt x="0" y="77"/>
                    <a:pt x="67" y="99"/>
                    <a:pt x="149" y="99"/>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59" name="Freeform 52">
              <a:extLst>
                <a:ext uri="{FF2B5EF4-FFF2-40B4-BE49-F238E27FC236}">
                  <a16:creationId xmlns:a16="http://schemas.microsoft.com/office/drawing/2014/main" id="{1E9A2A6F-5BD3-4E51-B0DE-C44E2F62F914}"/>
                </a:ext>
              </a:extLst>
            </p:cNvPr>
            <p:cNvSpPr>
              <a:spLocks noChangeArrowheads="1"/>
            </p:cNvSpPr>
            <p:nvPr/>
          </p:nvSpPr>
          <p:spPr bwMode="auto">
            <a:xfrm>
              <a:off x="2899462" y="4119799"/>
              <a:ext cx="446638" cy="134984"/>
            </a:xfrm>
            <a:custGeom>
              <a:avLst/>
              <a:gdLst>
                <a:gd name="T0" fmla="*/ 44 w 992"/>
                <a:gd name="T1" fmla="*/ 0 h 298"/>
                <a:gd name="T2" fmla="*/ 0 w 992"/>
                <a:gd name="T3" fmla="*/ 86 h 298"/>
                <a:gd name="T4" fmla="*/ 496 w 992"/>
                <a:gd name="T5" fmla="*/ 297 h 298"/>
                <a:gd name="T6" fmla="*/ 991 w 992"/>
                <a:gd name="T7" fmla="*/ 86 h 298"/>
                <a:gd name="T8" fmla="*/ 947 w 992"/>
                <a:gd name="T9" fmla="*/ 0 h 298"/>
              </a:gdLst>
              <a:ahLst/>
              <a:cxnLst>
                <a:cxn ang="0">
                  <a:pos x="T0" y="T1"/>
                </a:cxn>
                <a:cxn ang="0">
                  <a:pos x="T2" y="T3"/>
                </a:cxn>
                <a:cxn ang="0">
                  <a:pos x="T4" y="T5"/>
                </a:cxn>
                <a:cxn ang="0">
                  <a:pos x="T6" y="T7"/>
                </a:cxn>
                <a:cxn ang="0">
                  <a:pos x="T8" y="T9"/>
                </a:cxn>
              </a:cxnLst>
              <a:rect l="0" t="0" r="r" b="b"/>
              <a:pathLst>
                <a:path w="992" h="298">
                  <a:moveTo>
                    <a:pt x="44" y="0"/>
                  </a:moveTo>
                  <a:cubicBezTo>
                    <a:pt x="16" y="26"/>
                    <a:pt x="0" y="55"/>
                    <a:pt x="0" y="86"/>
                  </a:cubicBezTo>
                  <a:cubicBezTo>
                    <a:pt x="0" y="203"/>
                    <a:pt x="222" y="297"/>
                    <a:pt x="496" y="297"/>
                  </a:cubicBezTo>
                  <a:cubicBezTo>
                    <a:pt x="769" y="297"/>
                    <a:pt x="991" y="203"/>
                    <a:pt x="991" y="86"/>
                  </a:cubicBezTo>
                  <a:cubicBezTo>
                    <a:pt x="991" y="55"/>
                    <a:pt x="975" y="26"/>
                    <a:pt x="947"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0" name="Freeform 53">
              <a:extLst>
                <a:ext uri="{FF2B5EF4-FFF2-40B4-BE49-F238E27FC236}">
                  <a16:creationId xmlns:a16="http://schemas.microsoft.com/office/drawing/2014/main" id="{CFC29199-B0C0-4562-A3A0-C1E67A4DEB2B}"/>
                </a:ext>
              </a:extLst>
            </p:cNvPr>
            <p:cNvSpPr>
              <a:spLocks noChangeArrowheads="1"/>
            </p:cNvSpPr>
            <p:nvPr/>
          </p:nvSpPr>
          <p:spPr bwMode="auto">
            <a:xfrm>
              <a:off x="2899462" y="4197217"/>
              <a:ext cx="446638" cy="134984"/>
            </a:xfrm>
            <a:custGeom>
              <a:avLst/>
              <a:gdLst>
                <a:gd name="T0" fmla="*/ 44 w 992"/>
                <a:gd name="T1" fmla="*/ 0 h 298"/>
                <a:gd name="T2" fmla="*/ 0 w 992"/>
                <a:gd name="T3" fmla="*/ 87 h 298"/>
                <a:gd name="T4" fmla="*/ 496 w 992"/>
                <a:gd name="T5" fmla="*/ 297 h 298"/>
                <a:gd name="T6" fmla="*/ 991 w 992"/>
                <a:gd name="T7" fmla="*/ 87 h 298"/>
                <a:gd name="T8" fmla="*/ 947 w 992"/>
                <a:gd name="T9" fmla="*/ 0 h 298"/>
              </a:gdLst>
              <a:ahLst/>
              <a:cxnLst>
                <a:cxn ang="0">
                  <a:pos x="T0" y="T1"/>
                </a:cxn>
                <a:cxn ang="0">
                  <a:pos x="T2" y="T3"/>
                </a:cxn>
                <a:cxn ang="0">
                  <a:pos x="T4" y="T5"/>
                </a:cxn>
                <a:cxn ang="0">
                  <a:pos x="T6" y="T7"/>
                </a:cxn>
                <a:cxn ang="0">
                  <a:pos x="T8" y="T9"/>
                </a:cxn>
              </a:cxnLst>
              <a:rect l="0" t="0" r="r" b="b"/>
              <a:pathLst>
                <a:path w="992" h="298">
                  <a:moveTo>
                    <a:pt x="44" y="0"/>
                  </a:moveTo>
                  <a:cubicBezTo>
                    <a:pt x="16" y="27"/>
                    <a:pt x="0" y="56"/>
                    <a:pt x="0" y="87"/>
                  </a:cubicBezTo>
                  <a:cubicBezTo>
                    <a:pt x="0" y="203"/>
                    <a:pt x="222" y="297"/>
                    <a:pt x="496" y="297"/>
                  </a:cubicBezTo>
                  <a:cubicBezTo>
                    <a:pt x="769" y="297"/>
                    <a:pt x="991" y="203"/>
                    <a:pt x="991" y="87"/>
                  </a:cubicBezTo>
                  <a:cubicBezTo>
                    <a:pt x="991" y="56"/>
                    <a:pt x="975" y="27"/>
                    <a:pt x="947"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1" name="Freeform 54">
              <a:extLst>
                <a:ext uri="{FF2B5EF4-FFF2-40B4-BE49-F238E27FC236}">
                  <a16:creationId xmlns:a16="http://schemas.microsoft.com/office/drawing/2014/main" id="{F7D5F134-FE4A-4512-A34D-DA1B36F80642}"/>
                </a:ext>
              </a:extLst>
            </p:cNvPr>
            <p:cNvSpPr>
              <a:spLocks noChangeArrowheads="1"/>
            </p:cNvSpPr>
            <p:nvPr/>
          </p:nvSpPr>
          <p:spPr bwMode="auto">
            <a:xfrm>
              <a:off x="2899462" y="4276620"/>
              <a:ext cx="446638" cy="134984"/>
            </a:xfrm>
            <a:custGeom>
              <a:avLst/>
              <a:gdLst>
                <a:gd name="T0" fmla="*/ 44 w 992"/>
                <a:gd name="T1" fmla="*/ 0 h 298"/>
                <a:gd name="T2" fmla="*/ 0 w 992"/>
                <a:gd name="T3" fmla="*/ 86 h 298"/>
                <a:gd name="T4" fmla="*/ 496 w 992"/>
                <a:gd name="T5" fmla="*/ 297 h 298"/>
                <a:gd name="T6" fmla="*/ 991 w 992"/>
                <a:gd name="T7" fmla="*/ 86 h 298"/>
                <a:gd name="T8" fmla="*/ 947 w 992"/>
                <a:gd name="T9" fmla="*/ 0 h 298"/>
              </a:gdLst>
              <a:ahLst/>
              <a:cxnLst>
                <a:cxn ang="0">
                  <a:pos x="T0" y="T1"/>
                </a:cxn>
                <a:cxn ang="0">
                  <a:pos x="T2" y="T3"/>
                </a:cxn>
                <a:cxn ang="0">
                  <a:pos x="T4" y="T5"/>
                </a:cxn>
                <a:cxn ang="0">
                  <a:pos x="T6" y="T7"/>
                </a:cxn>
                <a:cxn ang="0">
                  <a:pos x="T8" y="T9"/>
                </a:cxn>
              </a:cxnLst>
              <a:rect l="0" t="0" r="r" b="b"/>
              <a:pathLst>
                <a:path w="992" h="298">
                  <a:moveTo>
                    <a:pt x="44" y="0"/>
                  </a:moveTo>
                  <a:cubicBezTo>
                    <a:pt x="16" y="26"/>
                    <a:pt x="0" y="55"/>
                    <a:pt x="0" y="86"/>
                  </a:cubicBezTo>
                  <a:cubicBezTo>
                    <a:pt x="0" y="203"/>
                    <a:pt x="222" y="297"/>
                    <a:pt x="496" y="297"/>
                  </a:cubicBezTo>
                  <a:cubicBezTo>
                    <a:pt x="769" y="297"/>
                    <a:pt x="991" y="203"/>
                    <a:pt x="991" y="86"/>
                  </a:cubicBezTo>
                  <a:cubicBezTo>
                    <a:pt x="991" y="55"/>
                    <a:pt x="975" y="26"/>
                    <a:pt x="947"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grpSp>
      <p:grpSp>
        <p:nvGrpSpPr>
          <p:cNvPr id="62" name="Group 61">
            <a:extLst>
              <a:ext uri="{FF2B5EF4-FFF2-40B4-BE49-F238E27FC236}">
                <a16:creationId xmlns:a16="http://schemas.microsoft.com/office/drawing/2014/main" id="{45D2D09C-CCD3-46C4-ADF8-378AC0A2535D}"/>
              </a:ext>
            </a:extLst>
          </p:cNvPr>
          <p:cNvGrpSpPr/>
          <p:nvPr userDrawn="1"/>
        </p:nvGrpSpPr>
        <p:grpSpPr>
          <a:xfrm>
            <a:off x="15414891" y="5971293"/>
            <a:ext cx="640070" cy="655834"/>
            <a:chOff x="8866544" y="2345158"/>
            <a:chExt cx="402967" cy="412892"/>
          </a:xfrm>
        </p:grpSpPr>
        <p:sp>
          <p:nvSpPr>
            <p:cNvPr id="63" name="Freeform 88">
              <a:extLst>
                <a:ext uri="{FF2B5EF4-FFF2-40B4-BE49-F238E27FC236}">
                  <a16:creationId xmlns:a16="http://schemas.microsoft.com/office/drawing/2014/main" id="{1B96C5CE-0AFE-4399-8400-DA69FDD369E1}"/>
                </a:ext>
              </a:extLst>
            </p:cNvPr>
            <p:cNvSpPr>
              <a:spLocks noChangeArrowheads="1"/>
            </p:cNvSpPr>
            <p:nvPr/>
          </p:nvSpPr>
          <p:spPr bwMode="auto">
            <a:xfrm>
              <a:off x="8866544" y="2400739"/>
              <a:ext cx="402967" cy="55582"/>
            </a:xfrm>
            <a:custGeom>
              <a:avLst/>
              <a:gdLst>
                <a:gd name="T0" fmla="*/ 0 w 893"/>
                <a:gd name="T1" fmla="*/ 0 h 125"/>
                <a:gd name="T2" fmla="*/ 446 w 893"/>
                <a:gd name="T3" fmla="*/ 124 h 125"/>
                <a:gd name="T4" fmla="*/ 892 w 893"/>
                <a:gd name="T5" fmla="*/ 0 h 125"/>
              </a:gdLst>
              <a:ahLst/>
              <a:cxnLst>
                <a:cxn ang="0">
                  <a:pos x="T0" y="T1"/>
                </a:cxn>
                <a:cxn ang="0">
                  <a:pos x="T2" y="T3"/>
                </a:cxn>
                <a:cxn ang="0">
                  <a:pos x="T4" y="T5"/>
                </a:cxn>
              </a:cxnLst>
              <a:rect l="0" t="0" r="r" b="b"/>
              <a:pathLst>
                <a:path w="893" h="125">
                  <a:moveTo>
                    <a:pt x="0" y="0"/>
                  </a:moveTo>
                  <a:cubicBezTo>
                    <a:pt x="0" y="69"/>
                    <a:pt x="200" y="124"/>
                    <a:pt x="446" y="124"/>
                  </a:cubicBezTo>
                  <a:cubicBezTo>
                    <a:pt x="693" y="124"/>
                    <a:pt x="892" y="69"/>
                    <a:pt x="892"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4" name="Freeform 89">
              <a:extLst>
                <a:ext uri="{FF2B5EF4-FFF2-40B4-BE49-F238E27FC236}">
                  <a16:creationId xmlns:a16="http://schemas.microsoft.com/office/drawing/2014/main" id="{8F37E960-9AD1-4536-B891-DE521473E555}"/>
                </a:ext>
              </a:extLst>
            </p:cNvPr>
            <p:cNvSpPr>
              <a:spLocks noChangeArrowheads="1"/>
            </p:cNvSpPr>
            <p:nvPr/>
          </p:nvSpPr>
          <p:spPr bwMode="auto">
            <a:xfrm>
              <a:off x="8866544" y="2499992"/>
              <a:ext cx="402967" cy="55582"/>
            </a:xfrm>
            <a:custGeom>
              <a:avLst/>
              <a:gdLst>
                <a:gd name="T0" fmla="*/ 0 w 893"/>
                <a:gd name="T1" fmla="*/ 0 h 125"/>
                <a:gd name="T2" fmla="*/ 446 w 893"/>
                <a:gd name="T3" fmla="*/ 124 h 125"/>
                <a:gd name="T4" fmla="*/ 892 w 893"/>
                <a:gd name="T5" fmla="*/ 0 h 125"/>
              </a:gdLst>
              <a:ahLst/>
              <a:cxnLst>
                <a:cxn ang="0">
                  <a:pos x="T0" y="T1"/>
                </a:cxn>
                <a:cxn ang="0">
                  <a:pos x="T2" y="T3"/>
                </a:cxn>
                <a:cxn ang="0">
                  <a:pos x="T4" y="T5"/>
                </a:cxn>
              </a:cxnLst>
              <a:rect l="0" t="0" r="r" b="b"/>
              <a:pathLst>
                <a:path w="893" h="125">
                  <a:moveTo>
                    <a:pt x="0" y="0"/>
                  </a:moveTo>
                  <a:cubicBezTo>
                    <a:pt x="0" y="69"/>
                    <a:pt x="200" y="124"/>
                    <a:pt x="446" y="124"/>
                  </a:cubicBezTo>
                  <a:cubicBezTo>
                    <a:pt x="693" y="124"/>
                    <a:pt x="892" y="69"/>
                    <a:pt x="892"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5" name="Freeform 90">
              <a:extLst>
                <a:ext uri="{FF2B5EF4-FFF2-40B4-BE49-F238E27FC236}">
                  <a16:creationId xmlns:a16="http://schemas.microsoft.com/office/drawing/2014/main" id="{41F16239-177A-435C-BEA6-D9B81F12BB64}"/>
                </a:ext>
              </a:extLst>
            </p:cNvPr>
            <p:cNvSpPr>
              <a:spLocks noChangeArrowheads="1"/>
            </p:cNvSpPr>
            <p:nvPr/>
          </p:nvSpPr>
          <p:spPr bwMode="auto">
            <a:xfrm>
              <a:off x="8866544" y="2601231"/>
              <a:ext cx="402967" cy="55582"/>
            </a:xfrm>
            <a:custGeom>
              <a:avLst/>
              <a:gdLst>
                <a:gd name="T0" fmla="*/ 0 w 893"/>
                <a:gd name="T1" fmla="*/ 0 h 125"/>
                <a:gd name="T2" fmla="*/ 446 w 893"/>
                <a:gd name="T3" fmla="*/ 124 h 125"/>
                <a:gd name="T4" fmla="*/ 892 w 893"/>
                <a:gd name="T5" fmla="*/ 0 h 125"/>
              </a:gdLst>
              <a:ahLst/>
              <a:cxnLst>
                <a:cxn ang="0">
                  <a:pos x="T0" y="T1"/>
                </a:cxn>
                <a:cxn ang="0">
                  <a:pos x="T2" y="T3"/>
                </a:cxn>
                <a:cxn ang="0">
                  <a:pos x="T4" y="T5"/>
                </a:cxn>
              </a:cxnLst>
              <a:rect l="0" t="0" r="r" b="b"/>
              <a:pathLst>
                <a:path w="893" h="125">
                  <a:moveTo>
                    <a:pt x="0" y="0"/>
                  </a:moveTo>
                  <a:cubicBezTo>
                    <a:pt x="0" y="69"/>
                    <a:pt x="200" y="124"/>
                    <a:pt x="446" y="124"/>
                  </a:cubicBezTo>
                  <a:cubicBezTo>
                    <a:pt x="693" y="124"/>
                    <a:pt x="892" y="69"/>
                    <a:pt x="892"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6" name="Freeform 91">
              <a:extLst>
                <a:ext uri="{FF2B5EF4-FFF2-40B4-BE49-F238E27FC236}">
                  <a16:creationId xmlns:a16="http://schemas.microsoft.com/office/drawing/2014/main" id="{6C670908-1D3D-459A-9002-889E9DE41E14}"/>
                </a:ext>
              </a:extLst>
            </p:cNvPr>
            <p:cNvSpPr>
              <a:spLocks noChangeArrowheads="1"/>
            </p:cNvSpPr>
            <p:nvPr/>
          </p:nvSpPr>
          <p:spPr bwMode="auto">
            <a:xfrm>
              <a:off x="8866544" y="2345158"/>
              <a:ext cx="402967" cy="412892"/>
            </a:xfrm>
            <a:custGeom>
              <a:avLst/>
              <a:gdLst>
                <a:gd name="T0" fmla="*/ 446 w 893"/>
                <a:gd name="T1" fmla="*/ 0 h 917"/>
                <a:gd name="T2" fmla="*/ 0 w 893"/>
                <a:gd name="T3" fmla="*/ 123 h 917"/>
                <a:gd name="T4" fmla="*/ 0 w 893"/>
                <a:gd name="T5" fmla="*/ 792 h 917"/>
                <a:gd name="T6" fmla="*/ 446 w 893"/>
                <a:gd name="T7" fmla="*/ 916 h 917"/>
                <a:gd name="T8" fmla="*/ 892 w 893"/>
                <a:gd name="T9" fmla="*/ 792 h 917"/>
                <a:gd name="T10" fmla="*/ 892 w 893"/>
                <a:gd name="T11" fmla="*/ 123 h 917"/>
                <a:gd name="T12" fmla="*/ 446 w 893"/>
                <a:gd name="T13" fmla="*/ 0 h 917"/>
              </a:gdLst>
              <a:ahLst/>
              <a:cxnLst>
                <a:cxn ang="0">
                  <a:pos x="T0" y="T1"/>
                </a:cxn>
                <a:cxn ang="0">
                  <a:pos x="T2" y="T3"/>
                </a:cxn>
                <a:cxn ang="0">
                  <a:pos x="T4" y="T5"/>
                </a:cxn>
                <a:cxn ang="0">
                  <a:pos x="T6" y="T7"/>
                </a:cxn>
                <a:cxn ang="0">
                  <a:pos x="T8" y="T9"/>
                </a:cxn>
                <a:cxn ang="0">
                  <a:pos x="T10" y="T11"/>
                </a:cxn>
                <a:cxn ang="0">
                  <a:pos x="T12" y="T13"/>
                </a:cxn>
              </a:cxnLst>
              <a:rect l="0" t="0" r="r" b="b"/>
              <a:pathLst>
                <a:path w="893" h="917">
                  <a:moveTo>
                    <a:pt x="446" y="0"/>
                  </a:moveTo>
                  <a:cubicBezTo>
                    <a:pt x="200" y="0"/>
                    <a:pt x="0" y="55"/>
                    <a:pt x="0" y="123"/>
                  </a:cubicBezTo>
                  <a:cubicBezTo>
                    <a:pt x="0" y="346"/>
                    <a:pt x="0" y="569"/>
                    <a:pt x="0" y="792"/>
                  </a:cubicBezTo>
                  <a:cubicBezTo>
                    <a:pt x="0" y="861"/>
                    <a:pt x="200" y="916"/>
                    <a:pt x="446" y="916"/>
                  </a:cubicBezTo>
                  <a:cubicBezTo>
                    <a:pt x="693" y="916"/>
                    <a:pt x="892" y="861"/>
                    <a:pt x="892" y="792"/>
                  </a:cubicBezTo>
                  <a:cubicBezTo>
                    <a:pt x="892" y="569"/>
                    <a:pt x="892" y="346"/>
                    <a:pt x="892" y="123"/>
                  </a:cubicBezTo>
                  <a:cubicBezTo>
                    <a:pt x="892" y="55"/>
                    <a:pt x="693" y="0"/>
                    <a:pt x="446"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grpSp>
      <p:grpSp>
        <p:nvGrpSpPr>
          <p:cNvPr id="67" name="Group 66">
            <a:extLst>
              <a:ext uri="{FF2B5EF4-FFF2-40B4-BE49-F238E27FC236}">
                <a16:creationId xmlns:a16="http://schemas.microsoft.com/office/drawing/2014/main" id="{9BD5A7BF-91ED-4FB5-B275-6EA4BA544375}"/>
              </a:ext>
            </a:extLst>
          </p:cNvPr>
          <p:cNvGrpSpPr/>
          <p:nvPr userDrawn="1"/>
        </p:nvGrpSpPr>
        <p:grpSpPr>
          <a:xfrm>
            <a:off x="15375477" y="4530374"/>
            <a:ext cx="718898" cy="649528"/>
            <a:chOff x="10823810" y="5630428"/>
            <a:chExt cx="452594" cy="408922"/>
          </a:xfrm>
        </p:grpSpPr>
        <p:sp>
          <p:nvSpPr>
            <p:cNvPr id="68" name="Freeform 293">
              <a:extLst>
                <a:ext uri="{FF2B5EF4-FFF2-40B4-BE49-F238E27FC236}">
                  <a16:creationId xmlns:a16="http://schemas.microsoft.com/office/drawing/2014/main" id="{CD8D5090-2FA9-4CA3-AE56-80794C679D2A}"/>
                </a:ext>
              </a:extLst>
            </p:cNvPr>
            <p:cNvSpPr>
              <a:spLocks noChangeArrowheads="1"/>
            </p:cNvSpPr>
            <p:nvPr/>
          </p:nvSpPr>
          <p:spPr bwMode="auto">
            <a:xfrm>
              <a:off x="10998495" y="5630428"/>
              <a:ext cx="101239" cy="101237"/>
            </a:xfrm>
            <a:custGeom>
              <a:avLst/>
              <a:gdLst>
                <a:gd name="T0" fmla="*/ 226 w 227"/>
                <a:gd name="T1" fmla="*/ 113 h 227"/>
                <a:gd name="T2" fmla="*/ 211 w 227"/>
                <a:gd name="T3" fmla="*/ 170 h 227"/>
                <a:gd name="T4" fmla="*/ 169 w 227"/>
                <a:gd name="T5" fmla="*/ 211 h 227"/>
                <a:gd name="T6" fmla="*/ 113 w 227"/>
                <a:gd name="T7" fmla="*/ 226 h 227"/>
                <a:gd name="T8" fmla="*/ 56 w 227"/>
                <a:gd name="T9" fmla="*/ 211 h 227"/>
                <a:gd name="T10" fmla="*/ 15 w 227"/>
                <a:gd name="T11" fmla="*/ 170 h 227"/>
                <a:gd name="T12" fmla="*/ 0 w 227"/>
                <a:gd name="T13" fmla="*/ 113 h 227"/>
                <a:gd name="T14" fmla="*/ 15 w 227"/>
                <a:gd name="T15" fmla="*/ 57 h 227"/>
                <a:gd name="T16" fmla="*/ 56 w 227"/>
                <a:gd name="T17" fmla="*/ 16 h 227"/>
                <a:gd name="T18" fmla="*/ 113 w 227"/>
                <a:gd name="T19" fmla="*/ 0 h 227"/>
                <a:gd name="T20" fmla="*/ 169 w 227"/>
                <a:gd name="T21" fmla="*/ 16 h 227"/>
                <a:gd name="T22" fmla="*/ 211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2" y="152"/>
                    <a:pt x="211" y="170"/>
                  </a:cubicBezTo>
                  <a:cubicBezTo>
                    <a:pt x="201" y="188"/>
                    <a:pt x="187" y="201"/>
                    <a:pt x="169" y="211"/>
                  </a:cubicBezTo>
                  <a:cubicBezTo>
                    <a:pt x="151" y="221"/>
                    <a:pt x="134" y="226"/>
                    <a:pt x="113" y="226"/>
                  </a:cubicBezTo>
                  <a:cubicBezTo>
                    <a:pt x="92" y="226"/>
                    <a:pt x="74" y="221"/>
                    <a:pt x="56" y="211"/>
                  </a:cubicBezTo>
                  <a:cubicBezTo>
                    <a:pt x="39" y="201"/>
                    <a:pt x="26" y="188"/>
                    <a:pt x="15" y="170"/>
                  </a:cubicBezTo>
                  <a:cubicBezTo>
                    <a:pt x="5" y="152"/>
                    <a:pt x="0" y="134"/>
                    <a:pt x="0" y="113"/>
                  </a:cubicBezTo>
                  <a:cubicBezTo>
                    <a:pt x="0" y="93"/>
                    <a:pt x="5" y="75"/>
                    <a:pt x="15" y="57"/>
                  </a:cubicBezTo>
                  <a:cubicBezTo>
                    <a:pt x="26" y="39"/>
                    <a:pt x="39" y="27"/>
                    <a:pt x="56" y="16"/>
                  </a:cubicBezTo>
                  <a:cubicBezTo>
                    <a:pt x="74" y="6"/>
                    <a:pt x="92" y="0"/>
                    <a:pt x="113" y="0"/>
                  </a:cubicBezTo>
                  <a:cubicBezTo>
                    <a:pt x="134" y="0"/>
                    <a:pt x="151" y="6"/>
                    <a:pt x="169" y="16"/>
                  </a:cubicBezTo>
                  <a:cubicBezTo>
                    <a:pt x="187" y="27"/>
                    <a:pt x="201" y="39"/>
                    <a:pt x="211" y="57"/>
                  </a:cubicBezTo>
                  <a:cubicBezTo>
                    <a:pt x="222" y="75"/>
                    <a:pt x="226" y="93"/>
                    <a:pt x="226" y="113"/>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69" name="Freeform 294">
              <a:extLst>
                <a:ext uri="{FF2B5EF4-FFF2-40B4-BE49-F238E27FC236}">
                  <a16:creationId xmlns:a16="http://schemas.microsoft.com/office/drawing/2014/main" id="{99999A3F-FEB1-4617-A3C9-B3097BED8B50}"/>
                </a:ext>
              </a:extLst>
            </p:cNvPr>
            <p:cNvSpPr>
              <a:spLocks noChangeArrowheads="1"/>
            </p:cNvSpPr>
            <p:nvPr/>
          </p:nvSpPr>
          <p:spPr bwMode="auto">
            <a:xfrm>
              <a:off x="10950854" y="5731666"/>
              <a:ext cx="198506" cy="77418"/>
            </a:xfrm>
            <a:custGeom>
              <a:avLst/>
              <a:gdLst>
                <a:gd name="T0" fmla="*/ 438 w 439"/>
                <a:gd name="T1" fmla="*/ 170 h 171"/>
                <a:gd name="T2" fmla="*/ 219 w 439"/>
                <a:gd name="T3" fmla="*/ 0 h 171"/>
                <a:gd name="T4" fmla="*/ 0 w 439"/>
                <a:gd name="T5" fmla="*/ 170 h 171"/>
              </a:gdLst>
              <a:ahLst/>
              <a:cxnLst>
                <a:cxn ang="0">
                  <a:pos x="T0" y="T1"/>
                </a:cxn>
                <a:cxn ang="0">
                  <a:pos x="T2" y="T3"/>
                </a:cxn>
                <a:cxn ang="0">
                  <a:pos x="T4" y="T5"/>
                </a:cxn>
              </a:cxnLst>
              <a:rect l="0" t="0" r="r" b="b"/>
              <a:pathLst>
                <a:path w="439" h="171">
                  <a:moveTo>
                    <a:pt x="438" y="170"/>
                  </a:moveTo>
                  <a:cubicBezTo>
                    <a:pt x="413" y="72"/>
                    <a:pt x="324" y="0"/>
                    <a:pt x="219" y="0"/>
                  </a:cubicBezTo>
                  <a:cubicBezTo>
                    <a:pt x="114" y="0"/>
                    <a:pt x="25" y="72"/>
                    <a:pt x="0" y="170"/>
                  </a:cubicBezTo>
                </a:path>
              </a:pathLst>
            </a:custGeom>
            <a:noFill/>
            <a:ln w="12700"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70" name="Freeform 295">
              <a:extLst>
                <a:ext uri="{FF2B5EF4-FFF2-40B4-BE49-F238E27FC236}">
                  <a16:creationId xmlns:a16="http://schemas.microsoft.com/office/drawing/2014/main" id="{D3EB1F70-5437-4747-96FE-751D427471D9}"/>
                </a:ext>
              </a:extLst>
            </p:cNvPr>
            <p:cNvSpPr>
              <a:spLocks noChangeArrowheads="1"/>
            </p:cNvSpPr>
            <p:nvPr/>
          </p:nvSpPr>
          <p:spPr bwMode="auto">
            <a:xfrm>
              <a:off x="11125539" y="5858709"/>
              <a:ext cx="101239" cy="101239"/>
            </a:xfrm>
            <a:custGeom>
              <a:avLst/>
              <a:gdLst>
                <a:gd name="T0" fmla="*/ 226 w 227"/>
                <a:gd name="T1" fmla="*/ 113 h 227"/>
                <a:gd name="T2" fmla="*/ 211 w 227"/>
                <a:gd name="T3" fmla="*/ 170 h 227"/>
                <a:gd name="T4" fmla="*/ 170 w 227"/>
                <a:gd name="T5" fmla="*/ 211 h 227"/>
                <a:gd name="T6" fmla="*/ 113 w 227"/>
                <a:gd name="T7" fmla="*/ 226 h 227"/>
                <a:gd name="T8" fmla="*/ 57 w 227"/>
                <a:gd name="T9" fmla="*/ 211 h 227"/>
                <a:gd name="T10" fmla="*/ 15 w 227"/>
                <a:gd name="T11" fmla="*/ 170 h 227"/>
                <a:gd name="T12" fmla="*/ 0 w 227"/>
                <a:gd name="T13" fmla="*/ 113 h 227"/>
                <a:gd name="T14" fmla="*/ 15 w 227"/>
                <a:gd name="T15" fmla="*/ 57 h 227"/>
                <a:gd name="T16" fmla="*/ 57 w 227"/>
                <a:gd name="T17" fmla="*/ 16 h 227"/>
                <a:gd name="T18" fmla="*/ 113 w 227"/>
                <a:gd name="T19" fmla="*/ 0 h 227"/>
                <a:gd name="T20" fmla="*/ 170 w 227"/>
                <a:gd name="T21" fmla="*/ 16 h 227"/>
                <a:gd name="T22" fmla="*/ 211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1" y="152"/>
                    <a:pt x="211" y="170"/>
                  </a:cubicBezTo>
                  <a:cubicBezTo>
                    <a:pt x="201" y="188"/>
                    <a:pt x="188" y="201"/>
                    <a:pt x="170" y="211"/>
                  </a:cubicBezTo>
                  <a:cubicBezTo>
                    <a:pt x="152" y="221"/>
                    <a:pt x="134" y="226"/>
                    <a:pt x="113" y="226"/>
                  </a:cubicBezTo>
                  <a:cubicBezTo>
                    <a:pt x="92" y="226"/>
                    <a:pt x="75" y="221"/>
                    <a:pt x="57" y="211"/>
                  </a:cubicBezTo>
                  <a:cubicBezTo>
                    <a:pt x="39" y="201"/>
                    <a:pt x="26" y="188"/>
                    <a:pt x="15" y="170"/>
                  </a:cubicBezTo>
                  <a:cubicBezTo>
                    <a:pt x="5" y="152"/>
                    <a:pt x="0" y="134"/>
                    <a:pt x="0" y="113"/>
                  </a:cubicBezTo>
                  <a:cubicBezTo>
                    <a:pt x="0" y="92"/>
                    <a:pt x="5" y="75"/>
                    <a:pt x="15" y="57"/>
                  </a:cubicBezTo>
                  <a:cubicBezTo>
                    <a:pt x="26" y="39"/>
                    <a:pt x="39" y="27"/>
                    <a:pt x="57" y="16"/>
                  </a:cubicBezTo>
                  <a:cubicBezTo>
                    <a:pt x="75" y="6"/>
                    <a:pt x="92" y="0"/>
                    <a:pt x="113" y="0"/>
                  </a:cubicBezTo>
                  <a:cubicBezTo>
                    <a:pt x="134" y="0"/>
                    <a:pt x="152" y="6"/>
                    <a:pt x="170" y="16"/>
                  </a:cubicBezTo>
                  <a:cubicBezTo>
                    <a:pt x="188" y="27"/>
                    <a:pt x="201" y="39"/>
                    <a:pt x="211" y="57"/>
                  </a:cubicBezTo>
                  <a:cubicBezTo>
                    <a:pt x="221" y="75"/>
                    <a:pt x="226" y="92"/>
                    <a:pt x="226" y="113"/>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71" name="Freeform 296">
              <a:extLst>
                <a:ext uri="{FF2B5EF4-FFF2-40B4-BE49-F238E27FC236}">
                  <a16:creationId xmlns:a16="http://schemas.microsoft.com/office/drawing/2014/main" id="{690BEF4B-77B3-42A2-BA1E-B57022D3FB16}"/>
                </a:ext>
              </a:extLst>
            </p:cNvPr>
            <p:cNvSpPr>
              <a:spLocks noChangeArrowheads="1"/>
            </p:cNvSpPr>
            <p:nvPr/>
          </p:nvSpPr>
          <p:spPr bwMode="auto">
            <a:xfrm>
              <a:off x="11077898" y="5961932"/>
              <a:ext cx="198506" cy="77418"/>
            </a:xfrm>
            <a:custGeom>
              <a:avLst/>
              <a:gdLst>
                <a:gd name="T0" fmla="*/ 438 w 439"/>
                <a:gd name="T1" fmla="*/ 169 h 170"/>
                <a:gd name="T2" fmla="*/ 219 w 439"/>
                <a:gd name="T3" fmla="*/ 0 h 170"/>
                <a:gd name="T4" fmla="*/ 0 w 439"/>
                <a:gd name="T5" fmla="*/ 169 h 170"/>
              </a:gdLst>
              <a:ahLst/>
              <a:cxnLst>
                <a:cxn ang="0">
                  <a:pos x="T0" y="T1"/>
                </a:cxn>
                <a:cxn ang="0">
                  <a:pos x="T2" y="T3"/>
                </a:cxn>
                <a:cxn ang="0">
                  <a:pos x="T4" y="T5"/>
                </a:cxn>
              </a:cxnLst>
              <a:rect l="0" t="0" r="r" b="b"/>
              <a:pathLst>
                <a:path w="439" h="170">
                  <a:moveTo>
                    <a:pt x="438" y="169"/>
                  </a:moveTo>
                  <a:cubicBezTo>
                    <a:pt x="413" y="72"/>
                    <a:pt x="324" y="0"/>
                    <a:pt x="219" y="0"/>
                  </a:cubicBezTo>
                  <a:cubicBezTo>
                    <a:pt x="114" y="0"/>
                    <a:pt x="26" y="72"/>
                    <a:pt x="0" y="169"/>
                  </a:cubicBezTo>
                </a:path>
              </a:pathLst>
            </a:custGeom>
            <a:noFill/>
            <a:ln w="12700"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72" name="Freeform 297">
              <a:extLst>
                <a:ext uri="{FF2B5EF4-FFF2-40B4-BE49-F238E27FC236}">
                  <a16:creationId xmlns:a16="http://schemas.microsoft.com/office/drawing/2014/main" id="{A9359B28-D57A-438E-A4F1-2BA0A663C957}"/>
                </a:ext>
              </a:extLst>
            </p:cNvPr>
            <p:cNvSpPr>
              <a:spLocks noChangeArrowheads="1"/>
            </p:cNvSpPr>
            <p:nvPr/>
          </p:nvSpPr>
          <p:spPr bwMode="auto">
            <a:xfrm>
              <a:off x="10871452" y="5858709"/>
              <a:ext cx="101239" cy="101239"/>
            </a:xfrm>
            <a:custGeom>
              <a:avLst/>
              <a:gdLst>
                <a:gd name="T0" fmla="*/ 226 w 227"/>
                <a:gd name="T1" fmla="*/ 113 h 227"/>
                <a:gd name="T2" fmla="*/ 210 w 227"/>
                <a:gd name="T3" fmla="*/ 170 h 227"/>
                <a:gd name="T4" fmla="*/ 169 w 227"/>
                <a:gd name="T5" fmla="*/ 211 h 227"/>
                <a:gd name="T6" fmla="*/ 113 w 227"/>
                <a:gd name="T7" fmla="*/ 226 h 227"/>
                <a:gd name="T8" fmla="*/ 56 w 227"/>
                <a:gd name="T9" fmla="*/ 211 h 227"/>
                <a:gd name="T10" fmla="*/ 15 w 227"/>
                <a:gd name="T11" fmla="*/ 170 h 227"/>
                <a:gd name="T12" fmla="*/ 0 w 227"/>
                <a:gd name="T13" fmla="*/ 113 h 227"/>
                <a:gd name="T14" fmla="*/ 15 w 227"/>
                <a:gd name="T15" fmla="*/ 57 h 227"/>
                <a:gd name="T16" fmla="*/ 56 w 227"/>
                <a:gd name="T17" fmla="*/ 16 h 227"/>
                <a:gd name="T18" fmla="*/ 113 w 227"/>
                <a:gd name="T19" fmla="*/ 0 h 227"/>
                <a:gd name="T20" fmla="*/ 169 w 227"/>
                <a:gd name="T21" fmla="*/ 16 h 227"/>
                <a:gd name="T22" fmla="*/ 210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1" y="152"/>
                    <a:pt x="210" y="170"/>
                  </a:cubicBezTo>
                  <a:cubicBezTo>
                    <a:pt x="200" y="188"/>
                    <a:pt x="187" y="201"/>
                    <a:pt x="169" y="211"/>
                  </a:cubicBezTo>
                  <a:cubicBezTo>
                    <a:pt x="151" y="221"/>
                    <a:pt x="134" y="226"/>
                    <a:pt x="113" y="226"/>
                  </a:cubicBezTo>
                  <a:cubicBezTo>
                    <a:pt x="92" y="226"/>
                    <a:pt x="74" y="221"/>
                    <a:pt x="56" y="211"/>
                  </a:cubicBezTo>
                  <a:cubicBezTo>
                    <a:pt x="38" y="201"/>
                    <a:pt x="25" y="188"/>
                    <a:pt x="15" y="170"/>
                  </a:cubicBezTo>
                  <a:cubicBezTo>
                    <a:pt x="5" y="152"/>
                    <a:pt x="0" y="134"/>
                    <a:pt x="0" y="113"/>
                  </a:cubicBezTo>
                  <a:cubicBezTo>
                    <a:pt x="0" y="92"/>
                    <a:pt x="5" y="75"/>
                    <a:pt x="15" y="57"/>
                  </a:cubicBezTo>
                  <a:cubicBezTo>
                    <a:pt x="25" y="39"/>
                    <a:pt x="38" y="27"/>
                    <a:pt x="56" y="16"/>
                  </a:cubicBezTo>
                  <a:cubicBezTo>
                    <a:pt x="74" y="6"/>
                    <a:pt x="92" y="0"/>
                    <a:pt x="113" y="0"/>
                  </a:cubicBezTo>
                  <a:cubicBezTo>
                    <a:pt x="134" y="0"/>
                    <a:pt x="151" y="6"/>
                    <a:pt x="169" y="16"/>
                  </a:cubicBezTo>
                  <a:cubicBezTo>
                    <a:pt x="187" y="27"/>
                    <a:pt x="200" y="39"/>
                    <a:pt x="210" y="57"/>
                  </a:cubicBezTo>
                  <a:cubicBezTo>
                    <a:pt x="221" y="75"/>
                    <a:pt x="226" y="92"/>
                    <a:pt x="226" y="113"/>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73" name="Freeform 298">
              <a:extLst>
                <a:ext uri="{FF2B5EF4-FFF2-40B4-BE49-F238E27FC236}">
                  <a16:creationId xmlns:a16="http://schemas.microsoft.com/office/drawing/2014/main" id="{9189CF91-AED3-47B7-8C20-15CEC74E9810}"/>
                </a:ext>
              </a:extLst>
            </p:cNvPr>
            <p:cNvSpPr>
              <a:spLocks noChangeArrowheads="1"/>
            </p:cNvSpPr>
            <p:nvPr/>
          </p:nvSpPr>
          <p:spPr bwMode="auto">
            <a:xfrm>
              <a:off x="10823810" y="5961932"/>
              <a:ext cx="196521" cy="77418"/>
            </a:xfrm>
            <a:custGeom>
              <a:avLst/>
              <a:gdLst>
                <a:gd name="T0" fmla="*/ 437 w 438"/>
                <a:gd name="T1" fmla="*/ 169 h 170"/>
                <a:gd name="T2" fmla="*/ 219 w 438"/>
                <a:gd name="T3" fmla="*/ 0 h 170"/>
                <a:gd name="T4" fmla="*/ 0 w 438"/>
                <a:gd name="T5" fmla="*/ 169 h 170"/>
              </a:gdLst>
              <a:ahLst/>
              <a:cxnLst>
                <a:cxn ang="0">
                  <a:pos x="T0" y="T1"/>
                </a:cxn>
                <a:cxn ang="0">
                  <a:pos x="T2" y="T3"/>
                </a:cxn>
                <a:cxn ang="0">
                  <a:pos x="T4" y="T5"/>
                </a:cxn>
              </a:cxnLst>
              <a:rect l="0" t="0" r="r" b="b"/>
              <a:pathLst>
                <a:path w="438" h="170">
                  <a:moveTo>
                    <a:pt x="437" y="169"/>
                  </a:moveTo>
                  <a:cubicBezTo>
                    <a:pt x="412" y="72"/>
                    <a:pt x="324" y="0"/>
                    <a:pt x="219" y="0"/>
                  </a:cubicBezTo>
                  <a:cubicBezTo>
                    <a:pt x="114" y="0"/>
                    <a:pt x="25" y="72"/>
                    <a:pt x="0" y="169"/>
                  </a:cubicBezTo>
                </a:path>
              </a:pathLst>
            </a:custGeom>
            <a:noFill/>
            <a:ln w="12700"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grpSp>
      <p:sp>
        <p:nvSpPr>
          <p:cNvPr id="74" name="TextBox 73">
            <a:extLst>
              <a:ext uri="{FF2B5EF4-FFF2-40B4-BE49-F238E27FC236}">
                <a16:creationId xmlns:a16="http://schemas.microsoft.com/office/drawing/2014/main" id="{0CDE86CF-42E6-48B1-8475-F9B94CA60AE2}"/>
              </a:ext>
            </a:extLst>
          </p:cNvPr>
          <p:cNvSpPr txBox="1"/>
          <p:nvPr userDrawn="1"/>
        </p:nvSpPr>
        <p:spPr>
          <a:xfrm>
            <a:off x="14694287" y="3549957"/>
            <a:ext cx="3550346" cy="461665"/>
          </a:xfrm>
          <a:prstGeom prst="rect">
            <a:avLst/>
          </a:prstGeom>
          <a:noFill/>
        </p:spPr>
        <p:txBody>
          <a:bodyPr wrap="square" rtlCol="0">
            <a:spAutoFit/>
          </a:bodyPr>
          <a:lstStyle/>
          <a:p>
            <a:pPr algn="l"/>
            <a:r>
              <a:rPr lang="en-GB" sz="2400" b="1" cap="all">
                <a:solidFill>
                  <a:srgbClr val="404040"/>
                </a:solidFill>
              </a:rPr>
              <a:t>Application Stats</a:t>
            </a:r>
          </a:p>
        </p:txBody>
      </p:sp>
      <p:sp>
        <p:nvSpPr>
          <p:cNvPr id="79" name="Rectangle 78">
            <a:extLst>
              <a:ext uri="{FF2B5EF4-FFF2-40B4-BE49-F238E27FC236}">
                <a16:creationId xmlns:a16="http://schemas.microsoft.com/office/drawing/2014/main" id="{DA69B30A-756E-4234-804A-485CC9472BF2}"/>
              </a:ext>
            </a:extLst>
          </p:cNvPr>
          <p:cNvSpPr/>
          <p:nvPr userDrawn="1"/>
        </p:nvSpPr>
        <p:spPr>
          <a:xfrm>
            <a:off x="14653551" y="8520844"/>
            <a:ext cx="9730450" cy="5195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tIns="180000" rtlCol="0" anchor="t"/>
          <a:lstStyle/>
          <a:p>
            <a:r>
              <a:rPr lang="en-GB" sz="2400" b="1">
                <a:solidFill>
                  <a:schemeClr val="bg1"/>
                </a:solidFill>
              </a:rPr>
              <a:t>MIGRATION CONSIDERATIONS</a:t>
            </a:r>
          </a:p>
        </p:txBody>
      </p:sp>
      <p:grpSp>
        <p:nvGrpSpPr>
          <p:cNvPr id="82" name="Group 81">
            <a:extLst>
              <a:ext uri="{FF2B5EF4-FFF2-40B4-BE49-F238E27FC236}">
                <a16:creationId xmlns:a16="http://schemas.microsoft.com/office/drawing/2014/main" id="{941F8BA7-D9D3-4FA0-B176-F6C839211B60}"/>
              </a:ext>
            </a:extLst>
          </p:cNvPr>
          <p:cNvGrpSpPr/>
          <p:nvPr userDrawn="1"/>
        </p:nvGrpSpPr>
        <p:grpSpPr>
          <a:xfrm>
            <a:off x="6940146" y="3"/>
            <a:ext cx="10748992" cy="1455226"/>
            <a:chOff x="3470073" y="1"/>
            <a:chExt cx="5374496" cy="727613"/>
          </a:xfrm>
        </p:grpSpPr>
        <p:sp>
          <p:nvSpPr>
            <p:cNvPr id="83" name="Rectangle 82">
              <a:extLst>
                <a:ext uri="{FF2B5EF4-FFF2-40B4-BE49-F238E27FC236}">
                  <a16:creationId xmlns:a16="http://schemas.microsoft.com/office/drawing/2014/main" id="{0AA578D5-2473-4A18-BA4E-4D08029B9CF7}"/>
                </a:ext>
              </a:extLst>
            </p:cNvPr>
            <p:cNvSpPr/>
            <p:nvPr/>
          </p:nvSpPr>
          <p:spPr>
            <a:xfrm>
              <a:off x="5262385" y="1"/>
              <a:ext cx="1791092" cy="29223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b="1" cap="all"/>
                <a:t>Scope</a:t>
              </a:r>
            </a:p>
          </p:txBody>
        </p:sp>
        <p:sp>
          <p:nvSpPr>
            <p:cNvPr id="84" name="Rectangle 83">
              <a:extLst>
                <a:ext uri="{FF2B5EF4-FFF2-40B4-BE49-F238E27FC236}">
                  <a16:creationId xmlns:a16="http://schemas.microsoft.com/office/drawing/2014/main" id="{66B790FE-DD54-41E7-B7C5-5E87BF6859B4}"/>
                </a:ext>
              </a:extLst>
            </p:cNvPr>
            <p:cNvSpPr/>
            <p:nvPr/>
          </p:nvSpPr>
          <p:spPr>
            <a:xfrm>
              <a:off x="7053477" y="1"/>
              <a:ext cx="1791092" cy="29223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b="1" cap="all"/>
                <a:t>Strategy</a:t>
              </a:r>
            </a:p>
          </p:txBody>
        </p:sp>
        <p:sp>
          <p:nvSpPr>
            <p:cNvPr id="85" name="Rectangle 84">
              <a:extLst>
                <a:ext uri="{FF2B5EF4-FFF2-40B4-BE49-F238E27FC236}">
                  <a16:creationId xmlns:a16="http://schemas.microsoft.com/office/drawing/2014/main" id="{E0CBF8BF-B5D9-4D62-9948-65EAB5E0CA3F}"/>
                </a:ext>
              </a:extLst>
            </p:cNvPr>
            <p:cNvSpPr/>
            <p:nvPr/>
          </p:nvSpPr>
          <p:spPr>
            <a:xfrm>
              <a:off x="5262386" y="291261"/>
              <a:ext cx="1789060" cy="43635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a:solidFill>
                  <a:schemeClr val="tx1"/>
                </a:solidFill>
              </a:endParaRPr>
            </a:p>
          </p:txBody>
        </p:sp>
        <p:sp>
          <p:nvSpPr>
            <p:cNvPr id="86" name="Rectangle 85">
              <a:extLst>
                <a:ext uri="{FF2B5EF4-FFF2-40B4-BE49-F238E27FC236}">
                  <a16:creationId xmlns:a16="http://schemas.microsoft.com/office/drawing/2014/main" id="{02A8E6DB-6318-4433-B645-5C27E2621E72}"/>
                </a:ext>
              </a:extLst>
            </p:cNvPr>
            <p:cNvSpPr/>
            <p:nvPr/>
          </p:nvSpPr>
          <p:spPr>
            <a:xfrm>
              <a:off x="7053477" y="291261"/>
              <a:ext cx="1784031" cy="43635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endParaRPr>
            </a:p>
          </p:txBody>
        </p:sp>
        <p:sp>
          <p:nvSpPr>
            <p:cNvPr id="87" name="Rectangle 86">
              <a:extLst>
                <a:ext uri="{FF2B5EF4-FFF2-40B4-BE49-F238E27FC236}">
                  <a16:creationId xmlns:a16="http://schemas.microsoft.com/office/drawing/2014/main" id="{34E1E051-077F-4A58-AA8D-035F451093BB}"/>
                </a:ext>
              </a:extLst>
            </p:cNvPr>
            <p:cNvSpPr/>
            <p:nvPr/>
          </p:nvSpPr>
          <p:spPr>
            <a:xfrm>
              <a:off x="3470073" y="1"/>
              <a:ext cx="1791092" cy="29223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b="1" cap="all"/>
                <a:t>Classification</a:t>
              </a:r>
            </a:p>
          </p:txBody>
        </p:sp>
        <p:sp>
          <p:nvSpPr>
            <p:cNvPr id="88" name="Rectangle 87">
              <a:extLst>
                <a:ext uri="{FF2B5EF4-FFF2-40B4-BE49-F238E27FC236}">
                  <a16:creationId xmlns:a16="http://schemas.microsoft.com/office/drawing/2014/main" id="{FD664E14-CFFF-46F2-9BD5-D0CE96F7202F}"/>
                </a:ext>
              </a:extLst>
            </p:cNvPr>
            <p:cNvSpPr/>
            <p:nvPr/>
          </p:nvSpPr>
          <p:spPr>
            <a:xfrm>
              <a:off x="3470074" y="291261"/>
              <a:ext cx="1789060" cy="43635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a:solidFill>
                  <a:schemeClr val="tx1"/>
                </a:solidFill>
              </a:endParaRPr>
            </a:p>
          </p:txBody>
        </p:sp>
      </p:gr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spTree>
    <p:extLst>
      <p:ext uri="{BB962C8B-B14F-4D97-AF65-F5344CB8AC3E}">
        <p14:creationId xmlns:p14="http://schemas.microsoft.com/office/powerpoint/2010/main" val="1194152686"/>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Sp="0" preserve="1" userDrawn="1">
  <p:cSld name="2_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5" name="Rectangle 74">
            <a:extLst>
              <a:ext uri="{FF2B5EF4-FFF2-40B4-BE49-F238E27FC236}">
                <a16:creationId xmlns:a16="http://schemas.microsoft.com/office/drawing/2014/main" id="{7F3240E7-B1A4-4D69-97AF-98E251F2B598}"/>
              </a:ext>
            </a:extLst>
          </p:cNvPr>
          <p:cNvSpPr/>
          <p:nvPr userDrawn="1"/>
        </p:nvSpPr>
        <p:spPr>
          <a:xfrm>
            <a:off x="146304" y="970122"/>
            <a:ext cx="13935456" cy="114912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77" name="Rectangle 76">
            <a:extLst>
              <a:ext uri="{FF2B5EF4-FFF2-40B4-BE49-F238E27FC236}">
                <a16:creationId xmlns:a16="http://schemas.microsoft.com/office/drawing/2014/main" id="{41986F08-B57F-49AA-A79F-3B83ABFBE0E9}"/>
              </a:ext>
            </a:extLst>
          </p:cNvPr>
          <p:cNvSpPr/>
          <p:nvPr/>
        </p:nvSpPr>
        <p:spPr>
          <a:xfrm>
            <a:off x="312380" y="1112363"/>
            <a:ext cx="7070104" cy="11189290"/>
          </a:xfrm>
          <a:prstGeom prst="rect">
            <a:avLst/>
          </a:prstGeom>
          <a:solidFill>
            <a:schemeClr val="bg2"/>
          </a:solidFill>
          <a:ln>
            <a:solidFill>
              <a:schemeClr val="accent5">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0" tIns="180000" bIns="180000" rtlCol="0" anchor="t"/>
          <a:lstStyle/>
          <a:p>
            <a:pPr>
              <a:spcAft>
                <a:spcPts val="600"/>
              </a:spcAft>
            </a:pPr>
            <a:r>
              <a:rPr lang="en-GB" sz="2800" b="1">
                <a:solidFill>
                  <a:schemeClr val="bg1"/>
                </a:solidFill>
              </a:rPr>
              <a:t>Application</a:t>
            </a:r>
          </a:p>
        </p:txBody>
      </p:sp>
      <p:sp>
        <p:nvSpPr>
          <p:cNvPr id="48" name="Rectangle 47">
            <a:extLst>
              <a:ext uri="{FF2B5EF4-FFF2-40B4-BE49-F238E27FC236}">
                <a16:creationId xmlns:a16="http://schemas.microsoft.com/office/drawing/2014/main" id="{2564E4B6-1999-4019-8324-0CBE2B1EFA9B}"/>
              </a:ext>
            </a:extLst>
          </p:cNvPr>
          <p:cNvSpPr/>
          <p:nvPr userDrawn="1"/>
        </p:nvSpPr>
        <p:spPr>
          <a:xfrm>
            <a:off x="1" y="263906"/>
            <a:ext cx="4472294" cy="848456"/>
          </a:xfrm>
          <a:prstGeom prst="rect">
            <a:avLst/>
          </a:prstGeom>
          <a:solidFill>
            <a:schemeClr val="accent5">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000"/>
          </a:p>
        </p:txBody>
      </p:sp>
    </p:spTree>
    <p:extLst>
      <p:ext uri="{BB962C8B-B14F-4D97-AF65-F5344CB8AC3E}">
        <p14:creationId xmlns:p14="http://schemas.microsoft.com/office/powerpoint/2010/main" val="1381634556"/>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8382000" y="13000317"/>
            <a:ext cx="5746892" cy="486410"/>
          </a:xfrm>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5292124"/>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DDE50C59-4891-4B61-861D-AFDDCDDDBC4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554843926"/>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6477000" y="13000317"/>
            <a:ext cx="5518292" cy="486410"/>
          </a:xfrm>
        </p:spPr>
        <p:txBody>
          <a:bodyPr/>
          <a:lstStyle>
            <a:lvl1pPr>
              <a:defRPr>
                <a:solidFill>
                  <a:schemeClr val="bg1"/>
                </a:solidFill>
              </a:defRPr>
            </a:lvl1pPr>
          </a:lstStyle>
          <a:p>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A82C6687-F817-452E-A9E5-14021D46A7D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016381359"/>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6477000" y="13000317"/>
            <a:ext cx="5647832" cy="486410"/>
          </a:xfrm>
        </p:spPr>
        <p:txBody>
          <a:bodyPr lIns="182880"/>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1"/>
            <a:ext cx="5715000"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CD43B523-15C5-4B07-814A-A20877C99FBE}"/>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97099140"/>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8"/>
            <a:ext cx="11142008" cy="1215424"/>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5944302"/>
          </a:xfrm>
        </p:spPr>
        <p:txBody>
          <a:bodyPr lIns="0"/>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D6BEBB49-959A-4EB0-A47F-63B63FBBE2B3}"/>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18836922"/>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5944302"/>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56D9CD07-5AE1-482F-A618-9E43C9B6026D}"/>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841225"/>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5210098" cy="5944302"/>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5846640"/>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74CDD492-DA90-450D-9611-0AF03FB0F9F3}"/>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687256645"/>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5210098" cy="5944302"/>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5846640"/>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11" name="Picture 10">
            <a:extLst>
              <a:ext uri="{FF2B5EF4-FFF2-40B4-BE49-F238E27FC236}">
                <a16:creationId xmlns:a16="http://schemas.microsoft.com/office/drawing/2014/main" id="{8E10A35F-A572-41B6-9982-B2D09CD00418}"/>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176562040"/>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sp>
        <p:nvSpPr>
          <p:cNvPr id="7" name="Freeform 5">
            <a:extLst>
              <a:ext uri="{FF2B5EF4-FFF2-40B4-BE49-F238E27FC236}">
                <a16:creationId xmlns:a16="http://schemas.microsoft.com/office/drawing/2014/main" id="{62A334C7-39E0-4BC9-909A-79A06CAC7E8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553052778"/>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Content Placeholder 4">
            <a:extLst>
              <a:ext uri="{FF2B5EF4-FFF2-40B4-BE49-F238E27FC236}">
                <a16:creationId xmlns:a16="http://schemas.microsoft.com/office/drawing/2014/main" id="{A1FC5E1F-F93B-45F5-A1E9-06CBE05062C0}"/>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reeform 5">
            <a:extLst>
              <a:ext uri="{FF2B5EF4-FFF2-40B4-BE49-F238E27FC236}">
                <a16:creationId xmlns:a16="http://schemas.microsoft.com/office/drawing/2014/main" id="{EBA87B6E-F16C-4855-A953-A8C4737FFBD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401234625"/>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marL="0" indent="0">
              <a:lnSpc>
                <a:spcPct val="110000"/>
              </a:lnSpc>
              <a:buNone/>
              <a:defRPr lang="en-US" sz="5200" dirty="0">
                <a:ln w="3175">
                  <a:noFill/>
                </a:ln>
                <a:solidFill>
                  <a:schemeClr val="bg1"/>
                </a:solidFill>
              </a:defRPr>
            </a:lvl1pPr>
          </a:lstStyle>
          <a:p>
            <a:pPr lvl="0" fontAlgn="base">
              <a:spcAft>
                <a:spcPts val="5250"/>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9505950"/>
          </a:xfrm>
        </p:spPr>
        <p:txBody>
          <a:bodyPr lIns="0"/>
          <a:lstStyle>
            <a:lvl1pPr marL="0" indent="0">
              <a:buFont typeface="Aktiv Grotesk" panose="020B0604020202020204" pitchFamily="34" charset="0"/>
              <a:buNone/>
              <a:defRPr lang="en-US" sz="13400" kern="1200"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Callout slide</a:t>
            </a:r>
          </a:p>
        </p:txBody>
      </p:sp>
      <p:pic>
        <p:nvPicPr>
          <p:cNvPr id="11" name="Picture 10">
            <a:extLst>
              <a:ext uri="{FF2B5EF4-FFF2-40B4-BE49-F238E27FC236}">
                <a16:creationId xmlns:a16="http://schemas.microsoft.com/office/drawing/2014/main" id="{D4434CB0-2D97-49C4-9549-325F9A985CA1}"/>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319155189"/>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Content Placeholder 7">
            <a:extLst>
              <a:ext uri="{FF2B5EF4-FFF2-40B4-BE49-F238E27FC236}">
                <a16:creationId xmlns:a16="http://schemas.microsoft.com/office/drawing/2014/main" id="{6CA01019-F071-4E1A-99E8-170815F58D79}"/>
              </a:ext>
            </a:extLst>
          </p:cNvPr>
          <p:cNvSpPr>
            <a:spLocks noGrp="1"/>
          </p:cNvSpPr>
          <p:nvPr>
            <p:ph sz="quarter" idx="15" hasCustomPrompt="1"/>
          </p:nvPr>
        </p:nvSpPr>
        <p:spPr>
          <a:xfrm>
            <a:off x="18440399" y="628652"/>
            <a:ext cx="5238750" cy="12344400"/>
          </a:xfrm>
        </p:spPr>
        <p:txBody>
          <a:bodyPr lIns="0"/>
          <a:lstStyle>
            <a:lvl1pPr marL="0" indent="0">
              <a:lnSpc>
                <a:spcPct val="110000"/>
              </a:lnSpc>
              <a:buNone/>
              <a:defRPr sz="5200">
                <a:solidFill>
                  <a:schemeClr val="bg1"/>
                </a:solidFill>
              </a:defRPr>
            </a:lvl1pPr>
            <a:lvl2pPr marL="566736" indent="0">
              <a:buNone/>
              <a:defRPr sz="5200">
                <a:solidFill>
                  <a:schemeClr val="bg1"/>
                </a:solidFill>
              </a:defRPr>
            </a:lvl2pPr>
            <a:lvl3pPr marL="1133474" indent="0">
              <a:buNone/>
              <a:defRPr sz="5200">
                <a:solidFill>
                  <a:schemeClr val="bg1"/>
                </a:solidFill>
              </a:defRPr>
            </a:lvl3pPr>
            <a:lvl4pPr marL="1700212" indent="0">
              <a:buNone/>
              <a:defRPr sz="5200">
                <a:solidFill>
                  <a:schemeClr val="bg1"/>
                </a:solidFill>
              </a:defRPr>
            </a:lvl4pPr>
            <a:lvl5pPr marL="2266950" indent="0">
              <a:buNone/>
              <a:defRPr sz="5200">
                <a:solidFill>
                  <a:schemeClr val="bg1"/>
                </a:solidFill>
              </a:defRPr>
            </a:lvl5pPr>
          </a:lstStyle>
          <a:p>
            <a:pPr lvl="0"/>
            <a:r>
              <a:rPr lang="en-US"/>
              <a:t>Additional information if needed</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2"/>
            <a:ext cx="17192098" cy="10488628"/>
          </a:xfrm>
          <a:ln w="12700">
            <a:noFill/>
          </a:ln>
        </p:spPr>
        <p:txBody>
          <a:bodyPr vert="horz" lIns="0" tIns="0" rIns="0" bIns="0" rtlCol="0" anchor="t" anchorCtr="0">
            <a:noAutofit/>
          </a:bodyPr>
          <a:lstStyle>
            <a:lvl1pPr marL="0" indent="0">
              <a:buNone/>
              <a:defRPr lang="en-US" sz="13400" i="1"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“Quote” slide</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800100"/>
          </a:xfrm>
        </p:spPr>
        <p:txBody>
          <a:bodyPr vert="horz" lIns="0" tIns="0" rIns="0" bIns="0" rtlCol="0">
            <a:noAutofit/>
          </a:bodyPr>
          <a:lstStyle>
            <a:lvl1pPr marL="0" indent="0">
              <a:buNone/>
              <a:defRPr lang="en-US" sz="3600" smtClean="0">
                <a:solidFill>
                  <a:schemeClr val="tx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pic>
        <p:nvPicPr>
          <p:cNvPr id="9" name="Picture 8">
            <a:extLst>
              <a:ext uri="{FF2B5EF4-FFF2-40B4-BE49-F238E27FC236}">
                <a16:creationId xmlns:a16="http://schemas.microsoft.com/office/drawing/2014/main" id="{841E7A66-D870-4C1E-9E6E-1A17919A41F5}"/>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632352101"/>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E1422F4A-F341-4586-A8F8-46D4C7276617}"/>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027834419"/>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B5845AAA-BED0-4398-B713-72768175EACE}"/>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595423907"/>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a:ln>
            <a:noFill/>
          </a:ln>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74398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3" name="Picture 22">
            <a:extLst>
              <a:ext uri="{FF2B5EF4-FFF2-40B4-BE49-F238E27FC236}">
                <a16:creationId xmlns:a16="http://schemas.microsoft.com/office/drawing/2014/main" id="{A5EF6E62-49B7-4648-BD94-6E22AA138C4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077659975"/>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12192000" cy="3810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7" name="Picture 16">
            <a:extLst>
              <a:ext uri="{FF2B5EF4-FFF2-40B4-BE49-F238E27FC236}">
                <a16:creationId xmlns:a16="http://schemas.microsoft.com/office/drawing/2014/main" id="{003C9149-C5DE-41D7-AA30-BF91FED573C2}"/>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241336799"/>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2276856"/>
          </a:xfrm>
        </p:spPr>
        <p:txBody>
          <a:bodyPr vert="horz" lIns="0" tIns="0" rIns="0" bIns="0" rtlCol="0">
            <a:no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sp>
        <p:nvSpPr>
          <p:cNvPr id="12" name="Freeform 5">
            <a:extLst>
              <a:ext uri="{FF2B5EF4-FFF2-40B4-BE49-F238E27FC236}">
                <a16:creationId xmlns:a16="http://schemas.microsoft.com/office/drawing/2014/main" id="{D54D659C-D8FD-4F93-8C77-B8A55AFB2AE7}"/>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334872985"/>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2276856"/>
          </a:xfrm>
        </p:spPr>
        <p:txBody>
          <a:bodyPr vert="horz" lIns="0" tIns="0" rIns="0" bIns="0" rtlCol="0">
            <a:no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a:p>
        </p:txBody>
      </p:sp>
      <p:sp>
        <p:nvSpPr>
          <p:cNvPr id="11" name="Freeform 5">
            <a:extLst>
              <a:ext uri="{FF2B5EF4-FFF2-40B4-BE49-F238E27FC236}">
                <a16:creationId xmlns:a16="http://schemas.microsoft.com/office/drawing/2014/main" id="{E2A96162-D306-4576-A5C2-48AEDBC2AE8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814256617"/>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276856"/>
          </a:xfrm>
        </p:spPr>
        <p:txBody>
          <a:bodyPr vert="horz" lIns="0" tIns="0" rIns="0" bIns="0" rtlCol="0">
            <a:no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DE5BFC79-186A-4929-B2E7-4CC5D37CF893}"/>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075859536"/>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tx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31751B68-E87A-4B97-835D-658C3BACD65D}"/>
              </a:ext>
            </a:extLst>
          </p:cNvPr>
          <p:cNvSpPr>
            <a:spLocks noGrp="1"/>
          </p:cNvSpPr>
          <p:nvPr>
            <p:ph sz="quarter" idx="13"/>
          </p:nvPr>
        </p:nvSpPr>
        <p:spPr>
          <a:xfrm>
            <a:off x="64770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2943A067-BA21-420F-B462-83F14269CE4A}"/>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656471372"/>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8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tx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53601784-4D78-4579-A49D-1EDD743CA563}"/>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D263A39B-32BF-4C6F-BD0D-5E8D082789D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751463114"/>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B4752C1F-6E8C-435A-BAC0-434144BBAEC8}"/>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001993295"/>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E62B4C78-B914-4446-A66F-140BF3BF063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289192943"/>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21661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80" y="7805568"/>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BE21847E-13F4-4E38-8691-D656AF93AA4A}"/>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873922581"/>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12192000" cy="381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22BED7DB-D222-46CF-9B99-F1C631E2EF7F}"/>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902213455"/>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6A2D20C4-66D0-4CE2-8BD3-9DDCFA49A2E1}"/>
              </a:ext>
            </a:extLst>
          </p:cNvPr>
          <p:cNvSpPr>
            <a:spLocks noGrp="1"/>
          </p:cNvSpPr>
          <p:nvPr>
            <p:ph sz="quarter" idx="13"/>
          </p:nvPr>
        </p:nvSpPr>
        <p:spPr>
          <a:xfrm>
            <a:off x="64770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31A78552-D992-4658-BA5E-E928AC9D8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821704872"/>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01DF4AB6-0CA0-4F6F-A402-D64FFDDB2FD6}"/>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7AB3128C-224A-4FCF-B9C8-5AC4ED524CB1}"/>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064527129"/>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Text Placeholder 2">
            <a:extLst>
              <a:ext uri="{FF2B5EF4-FFF2-40B4-BE49-F238E27FC236}">
                <a16:creationId xmlns:a16="http://schemas.microsoft.com/office/drawing/2014/main" id="{D4D50CFA-DD46-479A-871F-605CCAC6B671}"/>
              </a:ext>
            </a:extLst>
          </p:cNvPr>
          <p:cNvSpPr>
            <a:spLocks noGrp="1"/>
          </p:cNvSpPr>
          <p:nvPr>
            <p:ph idx="1"/>
          </p:nvPr>
        </p:nvSpPr>
        <p:spPr>
          <a:xfrm>
            <a:off x="6477003" y="624971"/>
            <a:ext cx="17160602"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reeform 5">
            <a:extLst>
              <a:ext uri="{FF2B5EF4-FFF2-40B4-BE49-F238E27FC236}">
                <a16:creationId xmlns:a16="http://schemas.microsoft.com/office/drawing/2014/main" id="{9805233A-26E2-42B0-A929-15D77E5D60AD}"/>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102442860"/>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2462C2CF-31F5-416E-BCB4-4A82A49459DE}"/>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034607325"/>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06487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057810"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79D19EE4-D3FD-46BD-90D3-24A8C4336495}"/>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970595080"/>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12192000" cy="381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8FBD6D32-C64B-4DE4-BF37-7CF847BA88C8}"/>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400645100"/>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B3DF85A6-1AD2-4BCB-AAB5-75DBE64F6165}"/>
              </a:ext>
            </a:extLst>
          </p:cNvPr>
          <p:cNvSpPr>
            <a:spLocks noGrp="1"/>
          </p:cNvSpPr>
          <p:nvPr>
            <p:ph sz="quarter" idx="13"/>
          </p:nvPr>
        </p:nvSpPr>
        <p:spPr>
          <a:xfrm>
            <a:off x="64770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95EB7D96-D7B0-4CDD-8226-A5B6926114B1}"/>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82664935"/>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DE114E42-B9CD-419F-AF34-28A5B96009CA}"/>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58B04D86-084D-4319-96B9-CA48FBCF4170}"/>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284184690"/>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showMasterSp="0" type="tx">
  <p:cSld name="White Blank No Logo">
    <p:spTree>
      <p:nvGrpSpPr>
        <p:cNvPr id="1" name=""/>
        <p:cNvGrpSpPr/>
        <p:nvPr/>
      </p:nvGrpSpPr>
      <p:grpSpPr>
        <a:xfrm>
          <a:off x="0" y="0"/>
          <a:ext cx="0" cy="0"/>
          <a:chOff x="0" y="0"/>
          <a:chExt cx="0" cy="0"/>
        </a:xfrm>
      </p:grpSpPr>
      <p:sp>
        <p:nvSpPr>
          <p:cNvPr id="877" name="Rectangle"/>
          <p:cNvSpPr/>
          <p:nvPr/>
        </p:nvSpPr>
        <p:spPr>
          <a:xfrm>
            <a:off x="-1343783" y="-1"/>
            <a:ext cx="1119822" cy="537826"/>
          </a:xfrm>
          <a:prstGeom prst="rect">
            <a:avLst/>
          </a:prstGeom>
          <a:solidFill>
            <a:srgbClr val="C4002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78" name="Rectangle"/>
          <p:cNvSpPr/>
          <p:nvPr/>
        </p:nvSpPr>
        <p:spPr>
          <a:xfrm>
            <a:off x="-1343783" y="537825"/>
            <a:ext cx="1119822" cy="537826"/>
          </a:xfrm>
          <a:prstGeom prst="rect">
            <a:avLst/>
          </a:prstGeom>
          <a:solidFill>
            <a:srgbClr val="9C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79" name="Rectangle"/>
          <p:cNvSpPr/>
          <p:nvPr/>
        </p:nvSpPr>
        <p:spPr>
          <a:xfrm>
            <a:off x="-1343783" y="1075649"/>
            <a:ext cx="1119822" cy="537826"/>
          </a:xfrm>
          <a:prstGeom prst="rect">
            <a:avLst/>
          </a:prstGeom>
          <a:solidFill>
            <a:srgbClr val="74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0" name="Rectangle"/>
          <p:cNvSpPr/>
          <p:nvPr/>
        </p:nvSpPr>
        <p:spPr>
          <a:xfrm>
            <a:off x="-1343783" y="1613473"/>
            <a:ext cx="1119822" cy="537826"/>
          </a:xfrm>
          <a:prstGeom prst="rect">
            <a:avLst/>
          </a:prstGeom>
          <a:solidFill>
            <a:srgbClr val="C4C8C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1" name="Rectangle"/>
          <p:cNvSpPr/>
          <p:nvPr/>
        </p:nvSpPr>
        <p:spPr>
          <a:xfrm>
            <a:off x="-1343783" y="2151297"/>
            <a:ext cx="1119822" cy="537826"/>
          </a:xfrm>
          <a:prstGeom prst="rect">
            <a:avLst/>
          </a:prstGeom>
          <a:solidFill>
            <a:srgbClr val="6A6E7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2" name="Rectangle"/>
          <p:cNvSpPr/>
          <p:nvPr/>
        </p:nvSpPr>
        <p:spPr>
          <a:xfrm>
            <a:off x="-1343783" y="2689121"/>
            <a:ext cx="1119822" cy="537826"/>
          </a:xfrm>
          <a:prstGeom prst="rect">
            <a:avLst/>
          </a:prstGeom>
          <a:solidFill>
            <a:srgbClr val="383C4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3" name="Rectangle"/>
          <p:cNvSpPr/>
          <p:nvPr/>
        </p:nvSpPr>
        <p:spPr>
          <a:xfrm>
            <a:off x="-1343783" y="3226945"/>
            <a:ext cx="1119822" cy="537826"/>
          </a:xfrm>
          <a:prstGeom prst="rect">
            <a:avLst/>
          </a:prstGeom>
          <a:solidFill>
            <a:srgbClr val="1AE9EF"/>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4" name="Rectangle"/>
          <p:cNvSpPr/>
          <p:nvPr/>
        </p:nvSpPr>
        <p:spPr>
          <a:xfrm>
            <a:off x="-1343783" y="3764769"/>
            <a:ext cx="1119822" cy="537826"/>
          </a:xfrm>
          <a:prstGeom prst="rect">
            <a:avLst/>
          </a:prstGeom>
          <a:solidFill>
            <a:srgbClr val="0DCFD9"/>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5" name="Rectangle"/>
          <p:cNvSpPr/>
          <p:nvPr/>
        </p:nvSpPr>
        <p:spPr>
          <a:xfrm>
            <a:off x="-1343783" y="4302593"/>
            <a:ext cx="1119822" cy="537826"/>
          </a:xfrm>
          <a:prstGeom prst="rect">
            <a:avLst/>
          </a:prstGeom>
          <a:solidFill>
            <a:srgbClr val="00B4C3"/>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6" name="Rectangle"/>
          <p:cNvSpPr/>
          <p:nvPr/>
        </p:nvSpPr>
        <p:spPr>
          <a:xfrm>
            <a:off x="-1343783" y="4840417"/>
            <a:ext cx="1119822" cy="537826"/>
          </a:xfrm>
          <a:prstGeom prst="rect">
            <a:avLst/>
          </a:prstGeom>
          <a:solidFill>
            <a:srgbClr val="F6B1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7" name="Rectangle"/>
          <p:cNvSpPr/>
          <p:nvPr/>
        </p:nvSpPr>
        <p:spPr>
          <a:xfrm>
            <a:off x="-1343783" y="5378241"/>
            <a:ext cx="1119822" cy="537826"/>
          </a:xfrm>
          <a:prstGeom prst="rect">
            <a:avLst/>
          </a:prstGeom>
          <a:solidFill>
            <a:srgbClr val="F69D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8" name="Rectangle"/>
          <p:cNvSpPr/>
          <p:nvPr/>
        </p:nvSpPr>
        <p:spPr>
          <a:xfrm>
            <a:off x="-1343783" y="5916065"/>
            <a:ext cx="1119822" cy="537826"/>
          </a:xfrm>
          <a:prstGeom prst="rect">
            <a:avLst/>
          </a:prstGeom>
          <a:solidFill>
            <a:srgbClr val="F689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9" name="Rectangle"/>
          <p:cNvSpPr/>
          <p:nvPr/>
        </p:nvSpPr>
        <p:spPr>
          <a:xfrm>
            <a:off x="-1343783" y="6453889"/>
            <a:ext cx="1119822" cy="537826"/>
          </a:xfrm>
          <a:prstGeom prst="rect">
            <a:avLst/>
          </a:prstGeom>
          <a:solidFill>
            <a:srgbClr val="969CE6"/>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0" name="Rectangle"/>
          <p:cNvSpPr/>
          <p:nvPr/>
        </p:nvSpPr>
        <p:spPr>
          <a:xfrm>
            <a:off x="-1343787" y="6991713"/>
            <a:ext cx="1119822" cy="537826"/>
          </a:xfrm>
          <a:prstGeom prst="rect">
            <a:avLst/>
          </a:prstGeom>
          <a:solidFill>
            <a:srgbClr val="8A8BD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1" name="Rectangle"/>
          <p:cNvSpPr/>
          <p:nvPr/>
        </p:nvSpPr>
        <p:spPr>
          <a:xfrm>
            <a:off x="-1343787" y="7529537"/>
            <a:ext cx="1119822" cy="537826"/>
          </a:xfrm>
          <a:prstGeom prst="rect">
            <a:avLst/>
          </a:prstGeom>
          <a:solidFill>
            <a:srgbClr val="7D79C3"/>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2" name="Rectangle"/>
          <p:cNvSpPr/>
          <p:nvPr/>
        </p:nvSpPr>
        <p:spPr>
          <a:xfrm>
            <a:off x="-1343783" y="8067361"/>
            <a:ext cx="1119822" cy="537826"/>
          </a:xfrm>
          <a:prstGeom prst="rect">
            <a:avLst/>
          </a:prstGeom>
          <a:solidFill>
            <a:srgbClr val="88CD78"/>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3" name="Rectangle"/>
          <p:cNvSpPr/>
          <p:nvPr/>
        </p:nvSpPr>
        <p:spPr>
          <a:xfrm>
            <a:off x="-1343787" y="8605185"/>
            <a:ext cx="1119822" cy="537826"/>
          </a:xfrm>
          <a:prstGeom prst="rect">
            <a:avLst/>
          </a:prstGeom>
          <a:solidFill>
            <a:srgbClr val="74B96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4" name="Rectangle"/>
          <p:cNvSpPr/>
          <p:nvPr/>
        </p:nvSpPr>
        <p:spPr>
          <a:xfrm>
            <a:off x="-1343787" y="9143009"/>
            <a:ext cx="1119822" cy="537826"/>
          </a:xfrm>
          <a:prstGeom prst="rect">
            <a:avLst/>
          </a:prstGeom>
          <a:solidFill>
            <a:srgbClr val="60A55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5" name="Rectangle"/>
          <p:cNvSpPr/>
          <p:nvPr/>
        </p:nvSpPr>
        <p:spPr>
          <a:xfrm>
            <a:off x="24769783" y="-1"/>
            <a:ext cx="1119822" cy="537826"/>
          </a:xfrm>
          <a:prstGeom prst="rect">
            <a:avLst/>
          </a:prstGeom>
          <a:solidFill>
            <a:srgbClr val="C4002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6" name="Rectangle"/>
          <p:cNvSpPr/>
          <p:nvPr/>
        </p:nvSpPr>
        <p:spPr>
          <a:xfrm>
            <a:off x="24769781" y="537825"/>
            <a:ext cx="1119822" cy="537826"/>
          </a:xfrm>
          <a:prstGeom prst="rect">
            <a:avLst/>
          </a:prstGeom>
          <a:solidFill>
            <a:srgbClr val="B0000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7" name="Rectangle"/>
          <p:cNvSpPr/>
          <p:nvPr/>
        </p:nvSpPr>
        <p:spPr>
          <a:xfrm>
            <a:off x="24769781" y="1075649"/>
            <a:ext cx="1119822" cy="537826"/>
          </a:xfrm>
          <a:prstGeom prst="rect">
            <a:avLst/>
          </a:prstGeom>
          <a:solidFill>
            <a:srgbClr val="9C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8" name="Rectangle"/>
          <p:cNvSpPr/>
          <p:nvPr/>
        </p:nvSpPr>
        <p:spPr>
          <a:xfrm>
            <a:off x="24769783" y="1613473"/>
            <a:ext cx="1119822" cy="537826"/>
          </a:xfrm>
          <a:prstGeom prst="rect">
            <a:avLst/>
          </a:prstGeom>
          <a:solidFill>
            <a:srgbClr val="88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9" name="Rectangle"/>
          <p:cNvSpPr/>
          <p:nvPr/>
        </p:nvSpPr>
        <p:spPr>
          <a:xfrm>
            <a:off x="24769781" y="2151297"/>
            <a:ext cx="1119822" cy="537826"/>
          </a:xfrm>
          <a:prstGeom prst="rect">
            <a:avLst/>
          </a:prstGeom>
          <a:solidFill>
            <a:srgbClr val="74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0" name="Rectangle"/>
          <p:cNvSpPr/>
          <p:nvPr/>
        </p:nvSpPr>
        <p:spPr>
          <a:xfrm>
            <a:off x="24769781" y="2689121"/>
            <a:ext cx="1119822" cy="537826"/>
          </a:xfrm>
          <a:prstGeom prst="rect">
            <a:avLst/>
          </a:prstGeom>
          <a:solidFill>
            <a:srgbClr val="ECF0F6"/>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1" name="Rectangle"/>
          <p:cNvSpPr/>
          <p:nvPr/>
        </p:nvSpPr>
        <p:spPr>
          <a:xfrm>
            <a:off x="24769781" y="3226945"/>
            <a:ext cx="1119822" cy="537826"/>
          </a:xfrm>
          <a:prstGeom prst="rect">
            <a:avLst/>
          </a:prstGeom>
          <a:solidFill>
            <a:srgbClr val="D8DCE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2" name="Rectangle"/>
          <p:cNvSpPr/>
          <p:nvPr/>
        </p:nvSpPr>
        <p:spPr>
          <a:xfrm>
            <a:off x="24769781" y="3764769"/>
            <a:ext cx="1119822" cy="537826"/>
          </a:xfrm>
          <a:prstGeom prst="rect">
            <a:avLst/>
          </a:prstGeom>
          <a:solidFill>
            <a:srgbClr val="C4C8C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3" name="Rectangle"/>
          <p:cNvSpPr/>
          <p:nvPr/>
        </p:nvSpPr>
        <p:spPr>
          <a:xfrm>
            <a:off x="24769781" y="4302593"/>
            <a:ext cx="1119822" cy="537826"/>
          </a:xfrm>
          <a:prstGeom prst="rect">
            <a:avLst/>
          </a:prstGeom>
          <a:solidFill>
            <a:srgbClr val="BABEC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4" name="Rectangle"/>
          <p:cNvSpPr/>
          <p:nvPr/>
        </p:nvSpPr>
        <p:spPr>
          <a:xfrm>
            <a:off x="24769781" y="4840417"/>
            <a:ext cx="1119822" cy="537826"/>
          </a:xfrm>
          <a:prstGeom prst="rect">
            <a:avLst/>
          </a:prstGeom>
          <a:solidFill>
            <a:srgbClr val="A6AAB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5" name="Rectangle"/>
          <p:cNvSpPr/>
          <p:nvPr/>
        </p:nvSpPr>
        <p:spPr>
          <a:xfrm>
            <a:off x="24769781" y="5378241"/>
            <a:ext cx="1119822" cy="537826"/>
          </a:xfrm>
          <a:prstGeom prst="rect">
            <a:avLst/>
          </a:prstGeom>
          <a:solidFill>
            <a:srgbClr val="92969C"/>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6" name="Rectangle"/>
          <p:cNvSpPr/>
          <p:nvPr/>
        </p:nvSpPr>
        <p:spPr>
          <a:xfrm>
            <a:off x="24769781" y="5916065"/>
            <a:ext cx="1119822" cy="537826"/>
          </a:xfrm>
          <a:prstGeom prst="rect">
            <a:avLst/>
          </a:prstGeom>
          <a:solidFill>
            <a:srgbClr val="7E8288"/>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7" name="Rectangle"/>
          <p:cNvSpPr/>
          <p:nvPr/>
        </p:nvSpPr>
        <p:spPr>
          <a:xfrm>
            <a:off x="24769781" y="6453889"/>
            <a:ext cx="1119822" cy="537826"/>
          </a:xfrm>
          <a:prstGeom prst="rect">
            <a:avLst/>
          </a:prstGeom>
          <a:solidFill>
            <a:srgbClr val="6A6E7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8" name="Rectangle"/>
          <p:cNvSpPr/>
          <p:nvPr/>
        </p:nvSpPr>
        <p:spPr>
          <a:xfrm>
            <a:off x="24769779" y="6991713"/>
            <a:ext cx="1119822" cy="537826"/>
          </a:xfrm>
          <a:prstGeom prst="rect">
            <a:avLst/>
          </a:prstGeom>
          <a:solidFill>
            <a:srgbClr val="565A6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9" name="Rectangle"/>
          <p:cNvSpPr/>
          <p:nvPr/>
        </p:nvSpPr>
        <p:spPr>
          <a:xfrm>
            <a:off x="24769779" y="7529537"/>
            <a:ext cx="1119822" cy="537826"/>
          </a:xfrm>
          <a:prstGeom prst="rect">
            <a:avLst/>
          </a:prstGeom>
          <a:solidFill>
            <a:srgbClr val="42464C"/>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0" name="Rectangle"/>
          <p:cNvSpPr/>
          <p:nvPr/>
        </p:nvSpPr>
        <p:spPr>
          <a:xfrm>
            <a:off x="24769781" y="8067361"/>
            <a:ext cx="1119822" cy="537826"/>
          </a:xfrm>
          <a:prstGeom prst="rect">
            <a:avLst/>
          </a:prstGeom>
          <a:solidFill>
            <a:srgbClr val="383C4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1" name="Rectangle"/>
          <p:cNvSpPr/>
          <p:nvPr/>
        </p:nvSpPr>
        <p:spPr>
          <a:xfrm>
            <a:off x="24769779" y="8605185"/>
            <a:ext cx="1119822" cy="537826"/>
          </a:xfrm>
          <a:prstGeom prst="rect">
            <a:avLst/>
          </a:prstGeom>
          <a:solidFill>
            <a:srgbClr val="2E3238"/>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2" name="Rectangle"/>
          <p:cNvSpPr/>
          <p:nvPr/>
        </p:nvSpPr>
        <p:spPr>
          <a:xfrm>
            <a:off x="24769779" y="9143009"/>
            <a:ext cx="1119822" cy="537826"/>
          </a:xfrm>
          <a:prstGeom prst="rect">
            <a:avLst/>
          </a:prstGeom>
          <a:solidFill>
            <a:srgbClr val="24282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3" name="Rectangle"/>
          <p:cNvSpPr/>
          <p:nvPr/>
        </p:nvSpPr>
        <p:spPr>
          <a:xfrm>
            <a:off x="24769777" y="9680833"/>
            <a:ext cx="1119822" cy="537826"/>
          </a:xfrm>
          <a:prstGeom prst="rect">
            <a:avLst/>
          </a:prstGeom>
          <a:solidFill>
            <a:srgbClr val="1A1E2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4" name="Rectangle"/>
          <p:cNvSpPr/>
          <p:nvPr/>
        </p:nvSpPr>
        <p:spPr>
          <a:xfrm>
            <a:off x="24769777" y="10218657"/>
            <a:ext cx="1119822" cy="537826"/>
          </a:xfrm>
          <a:prstGeom prst="rect">
            <a:avLst/>
          </a:prstGeom>
          <a:solidFill>
            <a:srgbClr val="10141A"/>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5" name="Rectangle"/>
          <p:cNvSpPr/>
          <p:nvPr/>
        </p:nvSpPr>
        <p:spPr>
          <a:xfrm>
            <a:off x="24769779" y="10756481"/>
            <a:ext cx="1119822" cy="537826"/>
          </a:xfrm>
          <a:prstGeom prst="rect">
            <a:avLst/>
          </a:prstGeom>
          <a:solidFill>
            <a:srgbClr val="060A1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6" name="Rectangle"/>
          <p:cNvSpPr/>
          <p:nvPr/>
        </p:nvSpPr>
        <p:spPr>
          <a:xfrm>
            <a:off x="24769777" y="11294305"/>
            <a:ext cx="1119822" cy="537826"/>
          </a:xfrm>
          <a:prstGeom prst="rect">
            <a:avLst/>
          </a:prstGeom>
          <a:solidFill>
            <a:srgbClr val="FFFFFF"/>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7" name="Rectangle"/>
          <p:cNvSpPr/>
          <p:nvPr/>
        </p:nvSpPr>
        <p:spPr>
          <a:xfrm>
            <a:off x="24769779" y="11832129"/>
            <a:ext cx="1119822" cy="537826"/>
          </a:xfrm>
          <a:prstGeom prst="rect">
            <a:avLst/>
          </a:prstGeom>
          <a:solidFill>
            <a:srgbClr val="00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919" name="Footer"/>
          <p:cNvSpPr txBox="1">
            <a:spLocks noGrp="1"/>
          </p:cNvSpPr>
          <p:nvPr>
            <p:ph type="body" sz="quarter" idx="13"/>
          </p:nvPr>
        </p:nvSpPr>
        <p:spPr>
          <a:xfrm>
            <a:off x="1727200" y="12807441"/>
            <a:ext cx="6210696" cy="276998"/>
          </a:xfrm>
          <a:prstGeom prst="rect">
            <a:avLst/>
          </a:prstGeom>
        </p:spPr>
        <p:txBody>
          <a:bodyPr>
            <a:spAutoFit/>
          </a:bodyPr>
          <a:lstStyle>
            <a:lvl1pPr marL="0" indent="0" defTabSz="1828892">
              <a:lnSpc>
                <a:spcPct val="100000"/>
              </a:lnSpc>
              <a:spcBef>
                <a:spcPts val="0"/>
              </a:spcBef>
              <a:buClrTx/>
              <a:buSzTx/>
              <a:buFontTx/>
              <a:buNone/>
              <a:defRPr sz="1800" b="1" spc="92">
                <a:solidFill>
                  <a:srgbClr val="9CA0A6"/>
                </a:solidFill>
              </a:defRPr>
            </a:lvl1pPr>
          </a:lstStyle>
          <a:p>
            <a:r>
              <a:t>Footer</a:t>
            </a:r>
          </a:p>
        </p:txBody>
      </p:sp>
    </p:spTree>
    <p:extLst>
      <p:ext uri="{BB962C8B-B14F-4D97-AF65-F5344CB8AC3E}">
        <p14:creationId xmlns:p14="http://schemas.microsoft.com/office/powerpoint/2010/main" val="2621715949"/>
      </p:ext>
    </p:extLst>
  </p:cSld>
  <p:clrMapOvr>
    <a:masterClrMapping/>
  </p:clrMapOvr>
  <p:transition spd="med"/>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0"/>
            <a:ext cx="22936200" cy="112227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1941911613"/>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0"/>
            <a:ext cx="22936200" cy="101940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102870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3999888055"/>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p>
            <a:r>
              <a:rPr lang="en-US"/>
              <a:t>Click to edit Master title style</a:t>
            </a:r>
          </a:p>
        </p:txBody>
      </p:sp>
    </p:spTree>
    <p:extLst>
      <p:ext uri="{BB962C8B-B14F-4D97-AF65-F5344CB8AC3E}">
        <p14:creationId xmlns:p14="http://schemas.microsoft.com/office/powerpoint/2010/main" val="3102298794"/>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6"/>
            <a:ext cx="731520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3" y="3685032"/>
            <a:ext cx="5236506" cy="2276856"/>
          </a:xfrm>
        </p:spPr>
        <p:txBody>
          <a:bodyPr vert="horz" lIns="0" tIns="0" rIns="0" bIns="0" rtlCol="0">
            <a:noAutofit/>
          </a:bodyPr>
          <a:lstStyle>
            <a:lvl1pPr>
              <a:defRPr lang="en-US" sz="3750" dirty="0">
                <a:ln w="3175">
                  <a:noFill/>
                </a:ln>
              </a:defRPr>
            </a:lvl1pPr>
          </a:lstStyle>
          <a:p>
            <a:pPr marL="0" lvl="0" indent="0" fontAlgn="base">
              <a:buNone/>
            </a:pPr>
            <a:r>
              <a:rPr lang="en-US"/>
              <a:t>Subtitle or callout if needed, all titles and subtitles are sentence case </a:t>
            </a:r>
          </a:p>
        </p:txBody>
      </p:sp>
      <p:sp>
        <p:nvSpPr>
          <p:cNvPr id="6" name="Text Placeholder 5">
            <a:extLst>
              <a:ext uri="{FF2B5EF4-FFF2-40B4-BE49-F238E27FC236}">
                <a16:creationId xmlns:a16="http://schemas.microsoft.com/office/drawing/2014/main" id="{808F5F46-46D7-FC41-96C7-36DEC6BD8687}"/>
              </a:ext>
            </a:extLst>
          </p:cNvPr>
          <p:cNvSpPr>
            <a:spLocks noGrp="1"/>
          </p:cNvSpPr>
          <p:nvPr>
            <p:ph type="body" sz="quarter" idx="14"/>
          </p:nvPr>
        </p:nvSpPr>
        <p:spPr>
          <a:xfrm>
            <a:off x="16040100" y="624968"/>
            <a:ext cx="7618984"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365760"/>
          <a:lstStyle/>
          <a:p>
            <a:endParaRPr lang="en-US"/>
          </a:p>
        </p:txBody>
      </p:sp>
    </p:spTree>
    <p:extLst>
      <p:ext uri="{BB962C8B-B14F-4D97-AF65-F5344CB8AC3E}">
        <p14:creationId xmlns:p14="http://schemas.microsoft.com/office/powerpoint/2010/main" val="2029628577"/>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305550" y="4833410"/>
            <a:ext cx="17183100" cy="8158692"/>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1733527831"/>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4196148558"/>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1215424"/>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pic>
        <p:nvPicPr>
          <p:cNvPr id="6" name="Picture 5">
            <a:extLst>
              <a:ext uri="{FF2B5EF4-FFF2-40B4-BE49-F238E27FC236}">
                <a16:creationId xmlns:a16="http://schemas.microsoft.com/office/drawing/2014/main" id="{520484D5-16DE-4712-B129-D2A66A2FCE22}"/>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726587640"/>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8382000" y="13000317"/>
            <a:ext cx="5746892" cy="486410"/>
          </a:xfrm>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8382000" y="621792"/>
            <a:ext cx="15255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2280490"/>
          </a:xfrm>
        </p:spPr>
        <p:txBody>
          <a:bodyPr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5292124"/>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186418"/>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B8DEF417-431A-4C33-8A76-58BBE129E967}"/>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904482127"/>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6477000" y="13000317"/>
            <a:ext cx="5518292" cy="486410"/>
          </a:xfrm>
        </p:spPr>
        <p:txBody>
          <a:bodyPr/>
          <a:lstStyle>
            <a:lvl1pPr>
              <a:defRPr>
                <a:solidFill>
                  <a:schemeClr val="bg1"/>
                </a:solidFill>
              </a:defRPr>
            </a:lvl1pPr>
          </a:lstStyle>
          <a:p>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E01928CC-EE62-4CC7-B7D1-1F8AD45338D2}"/>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924993476"/>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6477000" y="13000317"/>
            <a:ext cx="5647832" cy="486410"/>
          </a:xfrm>
        </p:spPr>
        <p:txBody>
          <a:bodyPr lIns="365760"/>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7945100" y="621792"/>
            <a:ext cx="571500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mtClean="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88492984-4EB5-4E4A-8FC1-E5337341B70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983498633"/>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8"/>
            <a:ext cx="11142008" cy="1215424"/>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BC7F59C7-6089-4A74-BCED-ACDC9A78027F}"/>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76216599"/>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CB6528F4-B103-418F-B114-1DFE38B86E27}"/>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337416727"/>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EA4E166B-520B-45F4-AEB1-079C224DD278}"/>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607067566"/>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11" name="Picture 10">
            <a:extLst>
              <a:ext uri="{FF2B5EF4-FFF2-40B4-BE49-F238E27FC236}">
                <a16:creationId xmlns:a16="http://schemas.microsoft.com/office/drawing/2014/main" id="{8D8E05D2-F04D-41D8-8B79-A72C6B5BB816}"/>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892527221"/>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902A831D-23BF-4C78-BD6E-375B8EEC1865}"/>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919947300"/>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A48484F5-F9A7-49D4-82F2-F109C6EDA02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092987072"/>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defRPr lang="en-US" sz="5250" dirty="0">
                <a:ln w="3175">
                  <a:noFill/>
                </a:ln>
                <a:solidFill>
                  <a:schemeClr val="bg1"/>
                </a:solidFill>
              </a:defRPr>
            </a:lvl1pPr>
          </a:lstStyle>
          <a:p>
            <a:pPr lvl="0" fontAlgn="base">
              <a:spcAft>
                <a:spcPts val="5250"/>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9505950"/>
          </a:xfrm>
        </p:spPr>
        <p:txBody>
          <a:bodyPr lIns="0"/>
          <a:lstStyle>
            <a:lvl1pPr marL="0" indent="0">
              <a:buFont typeface="Aktiv Grotesk" panose="020B0604020202020204" pitchFamily="34" charset="0"/>
              <a:buNone/>
              <a:defRPr lang="en-US" sz="13500" kern="1200"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Callout slide</a:t>
            </a:r>
          </a:p>
        </p:txBody>
      </p:sp>
      <p:pic>
        <p:nvPicPr>
          <p:cNvPr id="8" name="Picture 7">
            <a:extLst>
              <a:ext uri="{FF2B5EF4-FFF2-40B4-BE49-F238E27FC236}">
                <a16:creationId xmlns:a16="http://schemas.microsoft.com/office/drawing/2014/main" id="{D0FEDF07-2F82-420C-94A2-62D6554BEA1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724868432"/>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2"/>
            <a:ext cx="17192098" cy="10488628"/>
          </a:xfrm>
          <a:ln w="12700">
            <a:noFill/>
          </a:ln>
        </p:spPr>
        <p:txBody>
          <a:bodyPr vert="horz" lIns="0" tIns="0" rIns="0" bIns="0" rtlCol="0" anchor="t" anchorCtr="0">
            <a:noAutofit/>
          </a:bodyPr>
          <a:lstStyle>
            <a:lvl1pPr marL="0" indent="0">
              <a:buNone/>
              <a:defRPr lang="en-US" sz="13500" i="1"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“Quote” slide</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spcBef>
                <a:spcPts val="0"/>
              </a:spcBef>
              <a:spcAft>
                <a:spcPts val="5250"/>
              </a:spcAft>
              <a:defRPr lang="en-US" sz="5250" dirty="0">
                <a:ln w="3175">
                  <a:noFill/>
                </a:ln>
                <a:solidFill>
                  <a:schemeClr val="bg1"/>
                </a:solidFill>
              </a:defRPr>
            </a:lvl1pPr>
          </a:lstStyle>
          <a:p>
            <a:pPr marL="0" lvl="0" indent="0" fontAlgn="base">
              <a:lnSpc>
                <a:spcPct val="100000"/>
              </a:lnSpc>
              <a:buNone/>
            </a:pPr>
            <a:r>
              <a:rPr lang="en-US"/>
              <a:t>Additional information if needed</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800100"/>
          </a:xfrm>
        </p:spPr>
        <p:txBody>
          <a:bodyPr vert="horz" lIns="0" tIns="0" rIns="0" bIns="0" rtlCol="0">
            <a:noAutofit/>
          </a:bodyPr>
          <a:lstStyle>
            <a:lvl1pPr marL="0" indent="0">
              <a:buNone/>
              <a:defRPr lang="en-US" sz="3750" smtClean="0">
                <a:solidFill>
                  <a:schemeClr val="tx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pic>
        <p:nvPicPr>
          <p:cNvPr id="11" name="Picture 10">
            <a:extLst>
              <a:ext uri="{FF2B5EF4-FFF2-40B4-BE49-F238E27FC236}">
                <a16:creationId xmlns:a16="http://schemas.microsoft.com/office/drawing/2014/main" id="{02FA3E51-7126-49BB-AEEB-D6ADD15D3E1A}"/>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085870639"/>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1CF5BF08-9925-43E8-91A6-E1D67778F47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631771848"/>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5F9DE99E-8802-4D87-A0BB-5C0BED02360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116165800"/>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74398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23" name="Picture 22">
            <a:extLst>
              <a:ext uri="{FF2B5EF4-FFF2-40B4-BE49-F238E27FC236}">
                <a16:creationId xmlns:a16="http://schemas.microsoft.com/office/drawing/2014/main" id="{2B13526F-D661-4B4D-A012-B0B4FA8383A3}"/>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06916790"/>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F0D9B8CA-A228-4CA4-90F2-2C16B5B6429C}"/>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709906992"/>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5737226"/>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reeform 5">
            <a:extLst>
              <a:ext uri="{FF2B5EF4-FFF2-40B4-BE49-F238E27FC236}">
                <a16:creationId xmlns:a16="http://schemas.microsoft.com/office/drawing/2014/main" id="{08B903AE-3FEF-49ED-A049-44973DCE982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412120298"/>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a:p>
        </p:txBody>
      </p:sp>
      <p:sp>
        <p:nvSpPr>
          <p:cNvPr id="10" name="Freeform 5">
            <a:extLst>
              <a:ext uri="{FF2B5EF4-FFF2-40B4-BE49-F238E27FC236}">
                <a16:creationId xmlns:a16="http://schemas.microsoft.com/office/drawing/2014/main" id="{EEF1AFAF-2421-493C-806B-2FBA1427BDA3}"/>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813404183"/>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711BF3AF-6E43-4A1A-A814-8C52B1AE48FE}"/>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373892066"/>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D610A9BD-424B-4759-89B6-9AB73E4DF3F4}"/>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02335749"/>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8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6AEAE3CF-1B66-42CE-B82A-9BBD9C08CDD5}"/>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11115513"/>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59CA273E-354C-4099-BD3B-72488E3AD774}"/>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234847319"/>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54D08F3D-D744-4759-9D4C-A7E7BDF5AF3A}"/>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734553733"/>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884C8F79-7DA2-4E9F-9651-417DF832F3E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48537765"/>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72744DCE-C3CF-495F-9AEF-B2E276524D61}"/>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332980980"/>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89F7D717-4240-48F3-A18B-094446C56461}"/>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772623861"/>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6D1DE763-0A5C-4E6C-ADAD-63E5D4EE154C}"/>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738351611"/>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7B94E043-64BC-4ABE-8DF4-6F0A6FC91FC4}"/>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401431139"/>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EE3A5068-5C28-48D0-BF5E-93FA41F4EF5F}"/>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256995403"/>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06487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057810"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B1C3CAD3-1CA7-493E-9AD3-8B0C1BB152BC}"/>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325598195"/>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D849D188-5CF7-40B4-9CE3-E8F2826430C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927252139"/>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CB8122EE-77B3-4D25-9D8E-8FB52B3C2AC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558177388"/>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A0457777-0493-42E3-8F48-152CCF754CB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026652323"/>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showMasterSp="0" userDrawn="1">
  <p:cSld name="Title Slide 3">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49224" y="557784"/>
            <a:ext cx="11542776" cy="4315968"/>
          </a:xfrm>
        </p:spPr>
        <p:txBody>
          <a:bodyPr anchor="b" anchorCtr="0">
            <a:noAutofit/>
          </a:bodyPr>
          <a:lstStyle>
            <a:lvl1pPr algn="l" fontAlgn="b">
              <a:lnSpc>
                <a:spcPct val="112000"/>
              </a:lnSpc>
              <a:defRPr sz="9000">
                <a:ln w="9525">
                  <a:noFill/>
                </a:ln>
                <a:solidFill>
                  <a:srgbClr val="EB0000"/>
                </a:solidFill>
              </a:defRPr>
            </a:lvl1pPr>
          </a:lstStyle>
          <a:p>
            <a:r>
              <a:rPr lang="en-US"/>
              <a:t>Title with</a:t>
            </a:r>
            <a:br>
              <a:rPr lang="en-US"/>
            </a:br>
            <a:r>
              <a:rPr lang="en-US"/>
              <a:t>multiple lines</a:t>
            </a:r>
            <a:br>
              <a:rPr lang="en-US"/>
            </a:br>
            <a:r>
              <a:rPr lang="en-US"/>
              <a:t>here</a:t>
            </a:r>
          </a:p>
        </p:txBody>
      </p:sp>
      <p:sp>
        <p:nvSpPr>
          <p:cNvPr id="3" name="Subtitle 2"/>
          <p:cNvSpPr>
            <a:spLocks noGrp="1"/>
          </p:cNvSpPr>
          <p:nvPr>
            <p:ph type="subTitle" idx="1" hasCustomPrompt="1"/>
          </p:nvPr>
        </p:nvSpPr>
        <p:spPr>
          <a:xfrm>
            <a:off x="676656" y="5029203"/>
            <a:ext cx="11515344" cy="2306638"/>
          </a:xfrm>
        </p:spPr>
        <p:txBody>
          <a:bodyPr vert="horz" lIns="0" tIns="0" rIns="0" bIns="0" rtlCol="0" anchor="t">
            <a:noAutofit/>
          </a:bodyPr>
          <a:lstStyle>
            <a:lvl1pPr marL="0" indent="0">
              <a:buNone/>
              <a:defRPr lang="en-US" sz="5250" dirty="0">
                <a:ln>
                  <a:noFill/>
                </a:ln>
              </a:defRPr>
            </a:lvl1pPr>
          </a:lstStyle>
          <a:p>
            <a:pPr lvl="0"/>
            <a:r>
              <a:rPr lang="en-US"/>
              <a:t>Date/subtitle goes here</a:t>
            </a:r>
          </a:p>
        </p:txBody>
      </p:sp>
      <p:sp>
        <p:nvSpPr>
          <p:cNvPr id="17" name="Text Placeholder 16">
            <a:extLst>
              <a:ext uri="{FF2B5EF4-FFF2-40B4-BE49-F238E27FC236}">
                <a16:creationId xmlns:a16="http://schemas.microsoft.com/office/drawing/2014/main" id="{53F3D094-8507-4675-9425-D7CCB291279A}"/>
              </a:ext>
            </a:extLst>
          </p:cNvPr>
          <p:cNvSpPr>
            <a:spLocks noGrp="1"/>
          </p:cNvSpPr>
          <p:nvPr>
            <p:ph type="body" sz="quarter" idx="10" hasCustomPrompt="1"/>
          </p:nvPr>
        </p:nvSpPr>
        <p:spPr>
          <a:xfrm>
            <a:off x="694944" y="9802371"/>
            <a:ext cx="11497056" cy="1581150"/>
          </a:xfrm>
        </p:spPr>
        <p:txBody>
          <a:bodyPr/>
          <a:lstStyle>
            <a:lvl1pPr marL="0" indent="0">
              <a:spcBef>
                <a:spcPts val="0"/>
              </a:spcBef>
              <a:buNone/>
              <a:defRPr/>
            </a:lvl1pPr>
          </a:lstStyle>
          <a:p>
            <a:pPr lvl="0"/>
            <a:r>
              <a:rPr lang="en-US"/>
              <a:t>Name goes here</a:t>
            </a:r>
            <a:br>
              <a:rPr lang="en-US"/>
            </a:br>
            <a:r>
              <a:rPr lang="en-US"/>
              <a:t>Position goes here</a:t>
            </a:r>
          </a:p>
        </p:txBody>
      </p:sp>
      <p:sp>
        <p:nvSpPr>
          <p:cNvPr id="8" name="Freeform: Shape 13">
            <a:extLst>
              <a:ext uri="{FF2B5EF4-FFF2-40B4-BE49-F238E27FC236}">
                <a16:creationId xmlns:a16="http://schemas.microsoft.com/office/drawing/2014/main" id="{9F557C70-FE77-1840-9176-02291FB36A72}"/>
              </a:ext>
            </a:extLst>
          </p:cNvPr>
          <p:cNvSpPr/>
          <p:nvPr userDrawn="1"/>
        </p:nvSpPr>
        <p:spPr>
          <a:xfrm>
            <a:off x="14157962" y="3"/>
            <a:ext cx="10226040" cy="13719262"/>
          </a:xfrm>
          <a:custGeom>
            <a:avLst/>
            <a:gdLst>
              <a:gd name="connsiteX0" fmla="*/ 2570684 w 10226039"/>
              <a:gd name="connsiteY0" fmla="*/ 0 h 13719261"/>
              <a:gd name="connsiteX1" fmla="*/ 6040601 w 10226039"/>
              <a:gd name="connsiteY1" fmla="*/ 0 h 13719261"/>
              <a:gd name="connsiteX2" fmla="*/ 5489003 w 10226039"/>
              <a:gd name="connsiteY2" fmla="*/ 2946777 h 13719261"/>
              <a:gd name="connsiteX3" fmla="*/ 8422727 w 10226039"/>
              <a:gd name="connsiteY3" fmla="*/ 44613 h 13719261"/>
              <a:gd name="connsiteX4" fmla="*/ 8543311 w 10226039"/>
              <a:gd name="connsiteY4" fmla="*/ 0 h 13719261"/>
              <a:gd name="connsiteX5" fmla="*/ 10226039 w 10226039"/>
              <a:gd name="connsiteY5" fmla="*/ 0 h 13719261"/>
              <a:gd name="connsiteX6" fmla="*/ 10226039 w 10226039"/>
              <a:gd name="connsiteY6" fmla="*/ 3726234 h 13719261"/>
              <a:gd name="connsiteX7" fmla="*/ 10218619 w 10226039"/>
              <a:gd name="connsiteY7" fmla="*/ 3765852 h 13719261"/>
              <a:gd name="connsiteX8" fmla="*/ 5004857 w 10226039"/>
              <a:gd name="connsiteY8" fmla="*/ 8040537 h 13719261"/>
              <a:gd name="connsiteX9" fmla="*/ 3940763 w 10226039"/>
              <a:gd name="connsiteY9" fmla="*/ 13719261 h 13719261"/>
              <a:gd name="connsiteX10" fmla="*/ 0 w 10226039"/>
              <a:gd name="connsiteY10" fmla="*/ 13719261 h 13719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6039" h="13719261">
                <a:moveTo>
                  <a:pt x="2570684" y="0"/>
                </a:moveTo>
                <a:lnTo>
                  <a:pt x="6040601" y="0"/>
                </a:lnTo>
                <a:lnTo>
                  <a:pt x="5489003" y="2946777"/>
                </a:lnTo>
                <a:cubicBezTo>
                  <a:pt x="6058449" y="1630922"/>
                  <a:pt x="7116933" y="587408"/>
                  <a:pt x="8422727" y="44613"/>
                </a:cubicBezTo>
                <a:lnTo>
                  <a:pt x="8543311" y="0"/>
                </a:lnTo>
                <a:lnTo>
                  <a:pt x="10226039" y="0"/>
                </a:lnTo>
                <a:lnTo>
                  <a:pt x="10226039" y="3726234"/>
                </a:lnTo>
                <a:lnTo>
                  <a:pt x="10218619" y="3765852"/>
                </a:lnTo>
                <a:cubicBezTo>
                  <a:pt x="7524903" y="3351926"/>
                  <a:pt x="5632205" y="4691887"/>
                  <a:pt x="5004857" y="8040537"/>
                </a:cubicBezTo>
                <a:lnTo>
                  <a:pt x="3940763" y="13719261"/>
                </a:lnTo>
                <a:lnTo>
                  <a:pt x="0" y="13719261"/>
                </a:lnTo>
                <a:close/>
              </a:path>
            </a:pathLst>
          </a:custGeom>
          <a:gradFill>
            <a:gsLst>
              <a:gs pos="0">
                <a:schemeClr val="tx2"/>
              </a:gs>
              <a:gs pos="100000">
                <a:schemeClr val="accent4"/>
              </a:gs>
              <a:gs pos="50000">
                <a:schemeClr val="accent2"/>
              </a:gs>
            </a:gsLst>
            <a:lin ang="5400000" scaled="1"/>
          </a:gradFill>
          <a:ln w="12537" cap="flat">
            <a:noFill/>
            <a:prstDash val="solid"/>
            <a:miter/>
          </a:ln>
        </p:spPr>
        <p:txBody>
          <a:bodyPr wrap="square" rtlCol="0" anchor="ctr">
            <a:noAutofit/>
          </a:bodyPr>
          <a:lstStyle/>
          <a:p>
            <a:endParaRPr lang="en-US" sz="900"/>
          </a:p>
        </p:txBody>
      </p:sp>
      <p:sp>
        <p:nvSpPr>
          <p:cNvPr id="7" name="TextBox 6">
            <a:extLst>
              <a:ext uri="{FF2B5EF4-FFF2-40B4-BE49-F238E27FC236}">
                <a16:creationId xmlns:a16="http://schemas.microsoft.com/office/drawing/2014/main" id="{8E86A58D-A8F4-7A42-B2E2-D3E6C32D02EC}"/>
              </a:ext>
            </a:extLst>
          </p:cNvPr>
          <p:cNvSpPr txBox="1"/>
          <p:nvPr userDrawn="1"/>
        </p:nvSpPr>
        <p:spPr>
          <a:xfrm>
            <a:off x="18162739" y="13162003"/>
            <a:ext cx="2430050" cy="461665"/>
          </a:xfrm>
          <a:prstGeom prst="rect">
            <a:avLst/>
          </a:prstGeom>
          <a:noFill/>
        </p:spPr>
        <p:txBody>
          <a:bodyPr wrap="square" rtlCol="0">
            <a:spAutoFit/>
          </a:bodyPr>
          <a:lstStyle/>
          <a:p>
            <a:pPr algn="l"/>
            <a:r>
              <a:rPr lang="en-US" sz="2400">
                <a:solidFill>
                  <a:schemeClr val="accent4"/>
                </a:solidFill>
              </a:rPr>
              <a:t>TM</a:t>
            </a:r>
          </a:p>
        </p:txBody>
      </p:sp>
      <p:pic>
        <p:nvPicPr>
          <p:cNvPr id="9" name="Picture 8">
            <a:extLst>
              <a:ext uri="{FF2B5EF4-FFF2-40B4-BE49-F238E27FC236}">
                <a16:creationId xmlns:a16="http://schemas.microsoft.com/office/drawing/2014/main" id="{B18C2F85-53AD-4385-86D2-047DFF3E103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94016414"/>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097403756"/>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319641"/>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698166794"/>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784595506"/>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showMasterSp="0" preserve="1" userDrawn="1">
  <p:cSld name="2_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7462156" y="-4805"/>
            <a:ext cx="31846156" cy="2199366"/>
            <a:chOff x="-3731078" y="-2403"/>
            <a:chExt cx="15923078"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731078"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64494257"/>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2" y="-4805"/>
            <a:ext cx="21433536" cy="1394694"/>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44557356"/>
      </p:ext>
    </p:extLst>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93923412"/>
      </p:ext>
    </p:extLst>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53701106"/>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92731566"/>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2594616"/>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585485"/>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730815182"/>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69327586"/>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52116063"/>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51913183"/>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81560070"/>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73197743"/>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47016744"/>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18027071"/>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2787700942"/>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95084789"/>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42028793"/>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114927504"/>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2691079024"/>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3101520019"/>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3216712293"/>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58268933"/>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2767621"/>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3645595"/>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67192974"/>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showMasterSp="0"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077900692"/>
      </p:ext>
    </p:extLst>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showMasterSp="0"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Unit 2, 6 Millington Road</a:t>
            </a:r>
            <a:br>
              <a:rPr lang="en-US" sz="3000" kern="1200">
                <a:solidFill>
                  <a:schemeClr val="tx1"/>
                </a:solidFill>
                <a:latin typeface="+mn-lt"/>
                <a:ea typeface="+mn-ea"/>
                <a:cs typeface="+mn-cs"/>
              </a:rPr>
            </a:br>
            <a:r>
              <a:rPr lang="en-US" sz="3000" kern="1200">
                <a:solidFill>
                  <a:schemeClr val="tx1"/>
                </a:solidFill>
                <a:latin typeface="+mn-lt"/>
                <a:ea typeface="+mn-ea"/>
                <a:cs typeface="+mn-cs"/>
              </a:rPr>
              <a:t>Hayes, Middlesex </a:t>
            </a:r>
            <a:br>
              <a:rPr lang="en-US" sz="3000" kern="1200">
                <a:solidFill>
                  <a:schemeClr val="tx1"/>
                </a:solidFill>
                <a:latin typeface="+mn-lt"/>
                <a:ea typeface="+mn-ea"/>
                <a:cs typeface="+mn-cs"/>
              </a:rPr>
            </a:br>
            <a:r>
              <a:rPr lang="en-US" sz="3000" kern="1200">
                <a:solidFill>
                  <a:schemeClr val="tx1"/>
                </a:solidFill>
                <a:latin typeface="+mn-lt"/>
                <a:ea typeface="+mn-ea"/>
                <a:cs typeface="+mn-cs"/>
              </a:rPr>
              <a:t>UB3 4AZ</a:t>
            </a:r>
          </a:p>
          <a:p>
            <a:pPr>
              <a:lnSpc>
                <a:spcPct val="110000"/>
              </a:lnSpc>
              <a:spcBef>
                <a:spcPts val="600"/>
              </a:spcBef>
              <a:spcAft>
                <a:spcPts val="600"/>
              </a:spcAft>
            </a:pPr>
            <a:r>
              <a:rPr lang="en-US" sz="3000">
                <a:solidFill>
                  <a:schemeClr val="tx1"/>
                </a:solidFill>
              </a:rPr>
              <a:t>U.K. sales: 0800 988 0100  </a:t>
            </a:r>
            <a:br>
              <a:rPr lang="en-US" sz="3000">
                <a:solidFill>
                  <a:schemeClr val="tx1"/>
                </a:solidFill>
              </a:rPr>
            </a:br>
            <a:r>
              <a:rPr lang="en-US" sz="3000">
                <a:solidFill>
                  <a:schemeClr val="tx1"/>
                </a:solidFill>
              </a:rPr>
              <a:t>U.K. support: 0800 988 0300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342993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59338555"/>
      </p:ext>
    </p:extLst>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0877093"/>
      </p:ext>
    </p:extLst>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2903036756"/>
      </p:ext>
    </p:extLst>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30874459"/>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502484887"/>
      </p:ext>
    </p:extLst>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47559096"/>
      </p:ext>
    </p:extLst>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9723646"/>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2652136"/>
      </p:ext>
    </p:extLst>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3738115"/>
      </p:ext>
    </p:extLst>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98237865"/>
      </p:ext>
    </p:extLst>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44839741"/>
      </p:ext>
    </p:extLst>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77104041"/>
      </p:ext>
    </p:extLst>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41643546"/>
      </p:ext>
    </p:extLst>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74398072"/>
      </p:ext>
    </p:extLst>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45338246"/>
      </p:ext>
    </p:extLst>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94182183"/>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51279751"/>
      </p:ext>
    </p:extLst>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2715976591"/>
      </p:ext>
    </p:extLst>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403269356"/>
      </p:ext>
    </p:extLst>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65265906"/>
      </p:ext>
    </p:extLst>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13042128"/>
      </p:ext>
    </p:extLst>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141875463"/>
      </p:ext>
    </p:extLst>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2854702488"/>
      </p:ext>
    </p:extLst>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4271625791"/>
      </p:ext>
    </p:extLst>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58459224"/>
      </p:ext>
    </p:extLst>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76389408"/>
      </p:ext>
    </p:extLst>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25339421"/>
      </p:ext>
    </p:extLst>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52554931"/>
      </p:ext>
    </p:extLst>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043DE420-8D0F-08AC-8010-59FF6CB700A5}"/>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3962912488"/>
      </p:ext>
    </p:extLst>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showMasterSp="0" userDrawn="1">
  <p:cSld name="6_Single Column - Clouds">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5A1D9BC3-452F-9EA4-DF34-837D316BE2C0}"/>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12192000" cy="1371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b="0" i="0" kern="1200" dirty="0">
                <a:ln w="3175">
                  <a:noFill/>
                </a:ln>
                <a:solidFill>
                  <a:schemeClr val="bg1"/>
                </a:solidFill>
                <a:latin typeface="Fira Sans Medium" panose="020B0503050000020004" pitchFamily="34" charset="0"/>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65691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2.png"/><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5" Type="http://schemas.openxmlformats.org/officeDocument/2006/relationships/image" Target="../media/image15.svg"/><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18" Type="http://schemas.openxmlformats.org/officeDocument/2006/relationships/slideLayout" Target="../slideLayouts/slideLayout74.xml"/><Relationship Id="rId26" Type="http://schemas.openxmlformats.org/officeDocument/2006/relationships/theme" Target="../theme/theme3.xml"/><Relationship Id="rId3" Type="http://schemas.openxmlformats.org/officeDocument/2006/relationships/slideLayout" Target="../slideLayouts/slideLayout59.xml"/><Relationship Id="rId21" Type="http://schemas.openxmlformats.org/officeDocument/2006/relationships/slideLayout" Target="../slideLayouts/slideLayout77.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17" Type="http://schemas.openxmlformats.org/officeDocument/2006/relationships/slideLayout" Target="../slideLayouts/slideLayout73.xml"/><Relationship Id="rId25" Type="http://schemas.openxmlformats.org/officeDocument/2006/relationships/slideLayout" Target="../slideLayouts/slideLayout81.xml"/><Relationship Id="rId2" Type="http://schemas.openxmlformats.org/officeDocument/2006/relationships/slideLayout" Target="../slideLayouts/slideLayout58.xml"/><Relationship Id="rId16" Type="http://schemas.openxmlformats.org/officeDocument/2006/relationships/slideLayout" Target="../slideLayouts/slideLayout72.xml"/><Relationship Id="rId20" Type="http://schemas.openxmlformats.org/officeDocument/2006/relationships/slideLayout" Target="../slideLayouts/slideLayout76.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24" Type="http://schemas.openxmlformats.org/officeDocument/2006/relationships/slideLayout" Target="../slideLayouts/slideLayout80.xml"/><Relationship Id="rId5" Type="http://schemas.openxmlformats.org/officeDocument/2006/relationships/slideLayout" Target="../slideLayouts/slideLayout61.xml"/><Relationship Id="rId15" Type="http://schemas.openxmlformats.org/officeDocument/2006/relationships/slideLayout" Target="../slideLayouts/slideLayout71.xml"/><Relationship Id="rId23" Type="http://schemas.openxmlformats.org/officeDocument/2006/relationships/slideLayout" Target="../slideLayouts/slideLayout79.xml"/><Relationship Id="rId10" Type="http://schemas.openxmlformats.org/officeDocument/2006/relationships/slideLayout" Target="../slideLayouts/slideLayout66.xml"/><Relationship Id="rId19" Type="http://schemas.openxmlformats.org/officeDocument/2006/relationships/slideLayout" Target="../slideLayouts/slideLayout75.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 Id="rId22" Type="http://schemas.openxmlformats.org/officeDocument/2006/relationships/slideLayout" Target="../slideLayouts/slideLayout78.xml"/><Relationship Id="rId27" Type="http://schemas.openxmlformats.org/officeDocument/2006/relationships/image" Target="../media/image12.sv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9.xml"/><Relationship Id="rId13" Type="http://schemas.openxmlformats.org/officeDocument/2006/relationships/slideLayout" Target="../slideLayouts/slideLayout94.xml"/><Relationship Id="rId18" Type="http://schemas.openxmlformats.org/officeDocument/2006/relationships/slideLayout" Target="../slideLayouts/slideLayout99.xml"/><Relationship Id="rId26" Type="http://schemas.openxmlformats.org/officeDocument/2006/relationships/slideLayout" Target="../slideLayouts/slideLayout107.xml"/><Relationship Id="rId3" Type="http://schemas.openxmlformats.org/officeDocument/2006/relationships/slideLayout" Target="../slideLayouts/slideLayout84.xml"/><Relationship Id="rId21" Type="http://schemas.openxmlformats.org/officeDocument/2006/relationships/slideLayout" Target="../slideLayouts/slideLayout102.xml"/><Relationship Id="rId7" Type="http://schemas.openxmlformats.org/officeDocument/2006/relationships/slideLayout" Target="../slideLayouts/slideLayout88.xml"/><Relationship Id="rId12" Type="http://schemas.openxmlformats.org/officeDocument/2006/relationships/slideLayout" Target="../slideLayouts/slideLayout93.xml"/><Relationship Id="rId17" Type="http://schemas.openxmlformats.org/officeDocument/2006/relationships/slideLayout" Target="../slideLayouts/slideLayout98.xml"/><Relationship Id="rId25" Type="http://schemas.openxmlformats.org/officeDocument/2006/relationships/slideLayout" Target="../slideLayouts/slideLayout106.xml"/><Relationship Id="rId2" Type="http://schemas.openxmlformats.org/officeDocument/2006/relationships/slideLayout" Target="../slideLayouts/slideLayout83.xml"/><Relationship Id="rId16" Type="http://schemas.openxmlformats.org/officeDocument/2006/relationships/slideLayout" Target="../slideLayouts/slideLayout97.xml"/><Relationship Id="rId20" Type="http://schemas.openxmlformats.org/officeDocument/2006/relationships/slideLayout" Target="../slideLayouts/slideLayout101.xml"/><Relationship Id="rId29" Type="http://schemas.openxmlformats.org/officeDocument/2006/relationships/slideLayout" Target="../slideLayouts/slideLayout110.xml"/><Relationship Id="rId1" Type="http://schemas.openxmlformats.org/officeDocument/2006/relationships/slideLayout" Target="../slideLayouts/slideLayout82.xml"/><Relationship Id="rId6" Type="http://schemas.openxmlformats.org/officeDocument/2006/relationships/slideLayout" Target="../slideLayouts/slideLayout87.xml"/><Relationship Id="rId11" Type="http://schemas.openxmlformats.org/officeDocument/2006/relationships/slideLayout" Target="../slideLayouts/slideLayout92.xml"/><Relationship Id="rId24" Type="http://schemas.openxmlformats.org/officeDocument/2006/relationships/slideLayout" Target="../slideLayouts/slideLayout105.xml"/><Relationship Id="rId32" Type="http://schemas.openxmlformats.org/officeDocument/2006/relationships/image" Target="../media/image2.png"/><Relationship Id="rId5" Type="http://schemas.openxmlformats.org/officeDocument/2006/relationships/slideLayout" Target="../slideLayouts/slideLayout86.xml"/><Relationship Id="rId15" Type="http://schemas.openxmlformats.org/officeDocument/2006/relationships/slideLayout" Target="../slideLayouts/slideLayout96.xml"/><Relationship Id="rId23" Type="http://schemas.openxmlformats.org/officeDocument/2006/relationships/slideLayout" Target="../slideLayouts/slideLayout104.xml"/><Relationship Id="rId28" Type="http://schemas.openxmlformats.org/officeDocument/2006/relationships/slideLayout" Target="../slideLayouts/slideLayout109.xml"/><Relationship Id="rId10" Type="http://schemas.openxmlformats.org/officeDocument/2006/relationships/slideLayout" Target="../slideLayouts/slideLayout91.xml"/><Relationship Id="rId19" Type="http://schemas.openxmlformats.org/officeDocument/2006/relationships/slideLayout" Target="../slideLayouts/slideLayout100.xml"/><Relationship Id="rId31" Type="http://schemas.openxmlformats.org/officeDocument/2006/relationships/image" Target="../media/image1.svg"/><Relationship Id="rId4" Type="http://schemas.openxmlformats.org/officeDocument/2006/relationships/slideLayout" Target="../slideLayouts/slideLayout85.xml"/><Relationship Id="rId9" Type="http://schemas.openxmlformats.org/officeDocument/2006/relationships/slideLayout" Target="../slideLayouts/slideLayout90.xml"/><Relationship Id="rId14" Type="http://schemas.openxmlformats.org/officeDocument/2006/relationships/slideLayout" Target="../slideLayouts/slideLayout95.xml"/><Relationship Id="rId22" Type="http://schemas.openxmlformats.org/officeDocument/2006/relationships/slideLayout" Target="../slideLayouts/slideLayout103.xml"/><Relationship Id="rId27" Type="http://schemas.openxmlformats.org/officeDocument/2006/relationships/slideLayout" Target="../slideLayouts/slideLayout108.xml"/><Relationship Id="rId30"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slideLayout" Target="../slideLayouts/slideLayout123.xml"/><Relationship Id="rId18" Type="http://schemas.openxmlformats.org/officeDocument/2006/relationships/slideLayout" Target="../slideLayouts/slideLayout128.xml"/><Relationship Id="rId26" Type="http://schemas.openxmlformats.org/officeDocument/2006/relationships/slideLayout" Target="../slideLayouts/slideLayout136.xml"/><Relationship Id="rId3" Type="http://schemas.openxmlformats.org/officeDocument/2006/relationships/slideLayout" Target="../slideLayouts/slideLayout113.xml"/><Relationship Id="rId21" Type="http://schemas.openxmlformats.org/officeDocument/2006/relationships/slideLayout" Target="../slideLayouts/slideLayout131.xml"/><Relationship Id="rId7" Type="http://schemas.openxmlformats.org/officeDocument/2006/relationships/slideLayout" Target="../slideLayouts/slideLayout117.xml"/><Relationship Id="rId12" Type="http://schemas.openxmlformats.org/officeDocument/2006/relationships/slideLayout" Target="../slideLayouts/slideLayout122.xml"/><Relationship Id="rId17" Type="http://schemas.openxmlformats.org/officeDocument/2006/relationships/slideLayout" Target="../slideLayouts/slideLayout127.xml"/><Relationship Id="rId25" Type="http://schemas.openxmlformats.org/officeDocument/2006/relationships/slideLayout" Target="../slideLayouts/slideLayout135.xml"/><Relationship Id="rId2" Type="http://schemas.openxmlformats.org/officeDocument/2006/relationships/slideLayout" Target="../slideLayouts/slideLayout112.xml"/><Relationship Id="rId16" Type="http://schemas.openxmlformats.org/officeDocument/2006/relationships/slideLayout" Target="../slideLayouts/slideLayout126.xml"/><Relationship Id="rId20" Type="http://schemas.openxmlformats.org/officeDocument/2006/relationships/slideLayout" Target="../slideLayouts/slideLayout130.xml"/><Relationship Id="rId29" Type="http://schemas.openxmlformats.org/officeDocument/2006/relationships/theme" Target="../theme/theme5.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24" Type="http://schemas.openxmlformats.org/officeDocument/2006/relationships/slideLayout" Target="../slideLayouts/slideLayout134.xml"/><Relationship Id="rId5" Type="http://schemas.openxmlformats.org/officeDocument/2006/relationships/slideLayout" Target="../slideLayouts/slideLayout115.xml"/><Relationship Id="rId15" Type="http://schemas.openxmlformats.org/officeDocument/2006/relationships/slideLayout" Target="../slideLayouts/slideLayout125.xml"/><Relationship Id="rId23" Type="http://schemas.openxmlformats.org/officeDocument/2006/relationships/slideLayout" Target="../slideLayouts/slideLayout133.xml"/><Relationship Id="rId28" Type="http://schemas.openxmlformats.org/officeDocument/2006/relationships/slideLayout" Target="../slideLayouts/slideLayout138.xml"/><Relationship Id="rId10" Type="http://schemas.openxmlformats.org/officeDocument/2006/relationships/slideLayout" Target="../slideLayouts/slideLayout120.xml"/><Relationship Id="rId19" Type="http://schemas.openxmlformats.org/officeDocument/2006/relationships/slideLayout" Target="../slideLayouts/slideLayout129.xml"/><Relationship Id="rId31" Type="http://schemas.openxmlformats.org/officeDocument/2006/relationships/image" Target="../media/image2.png"/><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slideLayout" Target="../slideLayouts/slideLayout124.xml"/><Relationship Id="rId22" Type="http://schemas.openxmlformats.org/officeDocument/2006/relationships/slideLayout" Target="../slideLayouts/slideLayout132.xml"/><Relationship Id="rId27" Type="http://schemas.openxmlformats.org/officeDocument/2006/relationships/slideLayout" Target="../slideLayouts/slideLayout137.xml"/><Relationship Id="rId30" Type="http://schemas.openxmlformats.org/officeDocument/2006/relationships/image" Target="../media/image1.sv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46.xml"/><Relationship Id="rId13" Type="http://schemas.openxmlformats.org/officeDocument/2006/relationships/slideLayout" Target="../slideLayouts/slideLayout151.xml"/><Relationship Id="rId3" Type="http://schemas.openxmlformats.org/officeDocument/2006/relationships/slideLayout" Target="../slideLayouts/slideLayout141.xml"/><Relationship Id="rId7" Type="http://schemas.openxmlformats.org/officeDocument/2006/relationships/slideLayout" Target="../slideLayouts/slideLayout145.xml"/><Relationship Id="rId12" Type="http://schemas.openxmlformats.org/officeDocument/2006/relationships/slideLayout" Target="../slideLayouts/slideLayout150.xml"/><Relationship Id="rId2" Type="http://schemas.openxmlformats.org/officeDocument/2006/relationships/slideLayout" Target="../slideLayouts/slideLayout140.xml"/><Relationship Id="rId1" Type="http://schemas.openxmlformats.org/officeDocument/2006/relationships/slideLayout" Target="../slideLayouts/slideLayout139.xml"/><Relationship Id="rId6" Type="http://schemas.openxmlformats.org/officeDocument/2006/relationships/slideLayout" Target="../slideLayouts/slideLayout144.xml"/><Relationship Id="rId11" Type="http://schemas.openxmlformats.org/officeDocument/2006/relationships/slideLayout" Target="../slideLayouts/slideLayout149.xml"/><Relationship Id="rId5" Type="http://schemas.openxmlformats.org/officeDocument/2006/relationships/slideLayout" Target="../slideLayouts/slideLayout143.xml"/><Relationship Id="rId15" Type="http://schemas.openxmlformats.org/officeDocument/2006/relationships/image" Target="../media/image1.svg"/><Relationship Id="rId10" Type="http://schemas.openxmlformats.org/officeDocument/2006/relationships/slideLayout" Target="../slideLayouts/slideLayout148.xml"/><Relationship Id="rId4" Type="http://schemas.openxmlformats.org/officeDocument/2006/relationships/slideLayout" Target="../slideLayouts/slideLayout142.xml"/><Relationship Id="rId9" Type="http://schemas.openxmlformats.org/officeDocument/2006/relationships/slideLayout" Target="../slideLayouts/slideLayout147.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164.xml"/><Relationship Id="rId18" Type="http://schemas.openxmlformats.org/officeDocument/2006/relationships/slideLayout" Target="../slideLayouts/slideLayout169.xml"/><Relationship Id="rId26" Type="http://schemas.openxmlformats.org/officeDocument/2006/relationships/slideLayout" Target="../slideLayouts/slideLayout177.xml"/><Relationship Id="rId3" Type="http://schemas.openxmlformats.org/officeDocument/2006/relationships/slideLayout" Target="../slideLayouts/slideLayout154.xml"/><Relationship Id="rId21" Type="http://schemas.openxmlformats.org/officeDocument/2006/relationships/slideLayout" Target="../slideLayouts/slideLayout172.xml"/><Relationship Id="rId34" Type="http://schemas.openxmlformats.org/officeDocument/2006/relationships/image" Target="../media/image2.png"/><Relationship Id="rId7" Type="http://schemas.openxmlformats.org/officeDocument/2006/relationships/slideLayout" Target="../slideLayouts/slideLayout158.xml"/><Relationship Id="rId12" Type="http://schemas.openxmlformats.org/officeDocument/2006/relationships/slideLayout" Target="../slideLayouts/slideLayout163.xml"/><Relationship Id="rId17" Type="http://schemas.openxmlformats.org/officeDocument/2006/relationships/slideLayout" Target="../slideLayouts/slideLayout168.xml"/><Relationship Id="rId25" Type="http://schemas.openxmlformats.org/officeDocument/2006/relationships/slideLayout" Target="../slideLayouts/slideLayout176.xml"/><Relationship Id="rId33" Type="http://schemas.openxmlformats.org/officeDocument/2006/relationships/image" Target="../media/image1.svg"/><Relationship Id="rId2" Type="http://schemas.openxmlformats.org/officeDocument/2006/relationships/slideLayout" Target="../slideLayouts/slideLayout153.xml"/><Relationship Id="rId16" Type="http://schemas.openxmlformats.org/officeDocument/2006/relationships/slideLayout" Target="../slideLayouts/slideLayout167.xml"/><Relationship Id="rId20" Type="http://schemas.openxmlformats.org/officeDocument/2006/relationships/slideLayout" Target="../slideLayouts/slideLayout171.xml"/><Relationship Id="rId29" Type="http://schemas.openxmlformats.org/officeDocument/2006/relationships/slideLayout" Target="../slideLayouts/slideLayout180.xml"/><Relationship Id="rId1" Type="http://schemas.openxmlformats.org/officeDocument/2006/relationships/slideLayout" Target="../slideLayouts/slideLayout152.xml"/><Relationship Id="rId6" Type="http://schemas.openxmlformats.org/officeDocument/2006/relationships/slideLayout" Target="../slideLayouts/slideLayout157.xml"/><Relationship Id="rId11" Type="http://schemas.openxmlformats.org/officeDocument/2006/relationships/slideLayout" Target="../slideLayouts/slideLayout162.xml"/><Relationship Id="rId24" Type="http://schemas.openxmlformats.org/officeDocument/2006/relationships/slideLayout" Target="../slideLayouts/slideLayout175.xml"/><Relationship Id="rId32" Type="http://schemas.openxmlformats.org/officeDocument/2006/relationships/theme" Target="../theme/theme7.xml"/><Relationship Id="rId5" Type="http://schemas.openxmlformats.org/officeDocument/2006/relationships/slideLayout" Target="../slideLayouts/slideLayout156.xml"/><Relationship Id="rId15" Type="http://schemas.openxmlformats.org/officeDocument/2006/relationships/slideLayout" Target="../slideLayouts/slideLayout166.xml"/><Relationship Id="rId23" Type="http://schemas.openxmlformats.org/officeDocument/2006/relationships/slideLayout" Target="../slideLayouts/slideLayout174.xml"/><Relationship Id="rId28" Type="http://schemas.openxmlformats.org/officeDocument/2006/relationships/slideLayout" Target="../slideLayouts/slideLayout179.xml"/><Relationship Id="rId10" Type="http://schemas.openxmlformats.org/officeDocument/2006/relationships/slideLayout" Target="../slideLayouts/slideLayout161.xml"/><Relationship Id="rId19" Type="http://schemas.openxmlformats.org/officeDocument/2006/relationships/slideLayout" Target="../slideLayouts/slideLayout170.xml"/><Relationship Id="rId31" Type="http://schemas.openxmlformats.org/officeDocument/2006/relationships/slideLayout" Target="../slideLayouts/slideLayout182.xml"/><Relationship Id="rId4" Type="http://schemas.openxmlformats.org/officeDocument/2006/relationships/slideLayout" Target="../slideLayouts/slideLayout155.xml"/><Relationship Id="rId9" Type="http://schemas.openxmlformats.org/officeDocument/2006/relationships/slideLayout" Target="../slideLayouts/slideLayout160.xml"/><Relationship Id="rId14" Type="http://schemas.openxmlformats.org/officeDocument/2006/relationships/slideLayout" Target="../slideLayouts/slideLayout165.xml"/><Relationship Id="rId22" Type="http://schemas.openxmlformats.org/officeDocument/2006/relationships/slideLayout" Target="../slideLayouts/slideLayout173.xml"/><Relationship Id="rId27" Type="http://schemas.openxmlformats.org/officeDocument/2006/relationships/slideLayout" Target="../slideLayouts/slideLayout178.xml"/><Relationship Id="rId30" Type="http://schemas.openxmlformats.org/officeDocument/2006/relationships/slideLayout" Target="../slideLayouts/slideLayout181.xml"/><Relationship Id="rId8" Type="http://schemas.openxmlformats.org/officeDocument/2006/relationships/slideLayout" Target="../slideLayouts/slideLayout159.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90.xml"/><Relationship Id="rId13" Type="http://schemas.openxmlformats.org/officeDocument/2006/relationships/slideLayout" Target="../slideLayouts/slideLayout195.xml"/><Relationship Id="rId18" Type="http://schemas.openxmlformats.org/officeDocument/2006/relationships/image" Target="../media/image1.svg"/><Relationship Id="rId3" Type="http://schemas.openxmlformats.org/officeDocument/2006/relationships/slideLayout" Target="../slideLayouts/slideLayout185.xml"/><Relationship Id="rId7" Type="http://schemas.openxmlformats.org/officeDocument/2006/relationships/slideLayout" Target="../slideLayouts/slideLayout189.xml"/><Relationship Id="rId12" Type="http://schemas.openxmlformats.org/officeDocument/2006/relationships/slideLayout" Target="../slideLayouts/slideLayout194.xml"/><Relationship Id="rId17" Type="http://schemas.openxmlformats.org/officeDocument/2006/relationships/theme" Target="../theme/theme8.xml"/><Relationship Id="rId2" Type="http://schemas.openxmlformats.org/officeDocument/2006/relationships/slideLayout" Target="../slideLayouts/slideLayout184.xml"/><Relationship Id="rId16" Type="http://schemas.openxmlformats.org/officeDocument/2006/relationships/slideLayout" Target="../slideLayouts/slideLayout198.xml"/><Relationship Id="rId1" Type="http://schemas.openxmlformats.org/officeDocument/2006/relationships/slideLayout" Target="../slideLayouts/slideLayout183.xml"/><Relationship Id="rId6" Type="http://schemas.openxmlformats.org/officeDocument/2006/relationships/slideLayout" Target="../slideLayouts/slideLayout188.xml"/><Relationship Id="rId11" Type="http://schemas.openxmlformats.org/officeDocument/2006/relationships/slideLayout" Target="../slideLayouts/slideLayout193.xml"/><Relationship Id="rId5" Type="http://schemas.openxmlformats.org/officeDocument/2006/relationships/slideLayout" Target="../slideLayouts/slideLayout187.xml"/><Relationship Id="rId15" Type="http://schemas.openxmlformats.org/officeDocument/2006/relationships/slideLayout" Target="../slideLayouts/slideLayout197.xml"/><Relationship Id="rId10" Type="http://schemas.openxmlformats.org/officeDocument/2006/relationships/slideLayout" Target="../slideLayouts/slideLayout192.xml"/><Relationship Id="rId4" Type="http://schemas.openxmlformats.org/officeDocument/2006/relationships/slideLayout" Target="../slideLayouts/slideLayout186.xml"/><Relationship Id="rId9" Type="http://schemas.openxmlformats.org/officeDocument/2006/relationships/slideLayout" Target="../slideLayouts/slideLayout191.xml"/><Relationship Id="rId14" Type="http://schemas.openxmlformats.org/officeDocument/2006/relationships/slideLayout" Target="../slideLayouts/slideLayout196.xml"/></Relationships>
</file>

<file path=ppt/slideMasters/_rels/slideMaster9.xml.rels><?xml version="1.0" encoding="UTF-8" standalone="yes"?>
<Relationships xmlns="http://schemas.openxmlformats.org/package/2006/relationships"><Relationship Id="rId13" Type="http://schemas.openxmlformats.org/officeDocument/2006/relationships/slideLayout" Target="../slideLayouts/slideLayout211.xml"/><Relationship Id="rId18" Type="http://schemas.openxmlformats.org/officeDocument/2006/relationships/slideLayout" Target="../slideLayouts/slideLayout216.xml"/><Relationship Id="rId26" Type="http://schemas.openxmlformats.org/officeDocument/2006/relationships/slideLayout" Target="../slideLayouts/slideLayout224.xml"/><Relationship Id="rId39" Type="http://schemas.openxmlformats.org/officeDocument/2006/relationships/slideLayout" Target="../slideLayouts/slideLayout237.xml"/><Relationship Id="rId21" Type="http://schemas.openxmlformats.org/officeDocument/2006/relationships/slideLayout" Target="../slideLayouts/slideLayout219.xml"/><Relationship Id="rId34" Type="http://schemas.openxmlformats.org/officeDocument/2006/relationships/slideLayout" Target="../slideLayouts/slideLayout232.xml"/><Relationship Id="rId7" Type="http://schemas.openxmlformats.org/officeDocument/2006/relationships/slideLayout" Target="../slideLayouts/slideLayout205.xml"/><Relationship Id="rId2" Type="http://schemas.openxmlformats.org/officeDocument/2006/relationships/slideLayout" Target="../slideLayouts/slideLayout200.xml"/><Relationship Id="rId16" Type="http://schemas.openxmlformats.org/officeDocument/2006/relationships/slideLayout" Target="../slideLayouts/slideLayout214.xml"/><Relationship Id="rId20" Type="http://schemas.openxmlformats.org/officeDocument/2006/relationships/slideLayout" Target="../slideLayouts/slideLayout218.xml"/><Relationship Id="rId29" Type="http://schemas.openxmlformats.org/officeDocument/2006/relationships/slideLayout" Target="../slideLayouts/slideLayout227.xml"/><Relationship Id="rId41" Type="http://schemas.openxmlformats.org/officeDocument/2006/relationships/theme" Target="../theme/theme9.xml"/><Relationship Id="rId1" Type="http://schemas.openxmlformats.org/officeDocument/2006/relationships/slideLayout" Target="../slideLayouts/slideLayout199.xml"/><Relationship Id="rId6" Type="http://schemas.openxmlformats.org/officeDocument/2006/relationships/slideLayout" Target="../slideLayouts/slideLayout204.xml"/><Relationship Id="rId11" Type="http://schemas.openxmlformats.org/officeDocument/2006/relationships/slideLayout" Target="../slideLayouts/slideLayout209.xml"/><Relationship Id="rId24" Type="http://schemas.openxmlformats.org/officeDocument/2006/relationships/slideLayout" Target="../slideLayouts/slideLayout222.xml"/><Relationship Id="rId32" Type="http://schemas.openxmlformats.org/officeDocument/2006/relationships/slideLayout" Target="../slideLayouts/slideLayout230.xml"/><Relationship Id="rId37" Type="http://schemas.openxmlformats.org/officeDocument/2006/relationships/slideLayout" Target="../slideLayouts/slideLayout235.xml"/><Relationship Id="rId40" Type="http://schemas.openxmlformats.org/officeDocument/2006/relationships/slideLayout" Target="../slideLayouts/slideLayout238.xml"/><Relationship Id="rId5" Type="http://schemas.openxmlformats.org/officeDocument/2006/relationships/slideLayout" Target="../slideLayouts/slideLayout203.xml"/><Relationship Id="rId15" Type="http://schemas.openxmlformats.org/officeDocument/2006/relationships/slideLayout" Target="../slideLayouts/slideLayout213.xml"/><Relationship Id="rId23" Type="http://schemas.openxmlformats.org/officeDocument/2006/relationships/slideLayout" Target="../slideLayouts/slideLayout221.xml"/><Relationship Id="rId28" Type="http://schemas.openxmlformats.org/officeDocument/2006/relationships/slideLayout" Target="../slideLayouts/slideLayout226.xml"/><Relationship Id="rId36" Type="http://schemas.openxmlformats.org/officeDocument/2006/relationships/slideLayout" Target="../slideLayouts/slideLayout234.xml"/><Relationship Id="rId10" Type="http://schemas.openxmlformats.org/officeDocument/2006/relationships/slideLayout" Target="../slideLayouts/slideLayout208.xml"/><Relationship Id="rId19" Type="http://schemas.openxmlformats.org/officeDocument/2006/relationships/slideLayout" Target="../slideLayouts/slideLayout217.xml"/><Relationship Id="rId31" Type="http://schemas.openxmlformats.org/officeDocument/2006/relationships/slideLayout" Target="../slideLayouts/slideLayout229.xml"/><Relationship Id="rId4" Type="http://schemas.openxmlformats.org/officeDocument/2006/relationships/slideLayout" Target="../slideLayouts/slideLayout202.xml"/><Relationship Id="rId9" Type="http://schemas.openxmlformats.org/officeDocument/2006/relationships/slideLayout" Target="../slideLayouts/slideLayout207.xml"/><Relationship Id="rId14" Type="http://schemas.openxmlformats.org/officeDocument/2006/relationships/slideLayout" Target="../slideLayouts/slideLayout212.xml"/><Relationship Id="rId22" Type="http://schemas.openxmlformats.org/officeDocument/2006/relationships/slideLayout" Target="../slideLayouts/slideLayout220.xml"/><Relationship Id="rId27" Type="http://schemas.openxmlformats.org/officeDocument/2006/relationships/slideLayout" Target="../slideLayouts/slideLayout225.xml"/><Relationship Id="rId30" Type="http://schemas.openxmlformats.org/officeDocument/2006/relationships/slideLayout" Target="../slideLayouts/slideLayout228.xml"/><Relationship Id="rId35" Type="http://schemas.openxmlformats.org/officeDocument/2006/relationships/slideLayout" Target="../slideLayouts/slideLayout233.xml"/><Relationship Id="rId8" Type="http://schemas.openxmlformats.org/officeDocument/2006/relationships/slideLayout" Target="../slideLayouts/slideLayout206.xml"/><Relationship Id="rId3" Type="http://schemas.openxmlformats.org/officeDocument/2006/relationships/slideLayout" Target="../slideLayouts/slideLayout201.xml"/><Relationship Id="rId12" Type="http://schemas.openxmlformats.org/officeDocument/2006/relationships/slideLayout" Target="../slideLayouts/slideLayout210.xml"/><Relationship Id="rId17" Type="http://schemas.openxmlformats.org/officeDocument/2006/relationships/slideLayout" Target="../slideLayouts/slideLayout215.xml"/><Relationship Id="rId25" Type="http://schemas.openxmlformats.org/officeDocument/2006/relationships/slideLayout" Target="../slideLayouts/slideLayout223.xml"/><Relationship Id="rId33" Type="http://schemas.openxmlformats.org/officeDocument/2006/relationships/slideLayout" Target="../slideLayouts/slideLayout231.xml"/><Relationship Id="rId38" Type="http://schemas.openxmlformats.org/officeDocument/2006/relationships/slideLayout" Target="../slideLayouts/slideLayout236.xml"/></Relationships>
</file>

<file path=ppt/slideMasters/_rels/slideMaster10.xml.rels><?xml version="1.0" encoding="UTF-8" standalone="yes"?>
<Relationships xmlns="http://schemas.openxmlformats.org/package/2006/relationships"><Relationship Id="rId13" Type="http://schemas.openxmlformats.org/officeDocument/2006/relationships/slideLayout" Target="../slideLayouts/slideLayout251.xml"/><Relationship Id="rId18" Type="http://schemas.openxmlformats.org/officeDocument/2006/relationships/slideLayout" Target="../slideLayouts/slideLayout256.xml"/><Relationship Id="rId26" Type="http://schemas.openxmlformats.org/officeDocument/2006/relationships/slideLayout" Target="../slideLayouts/slideLayout264.xml"/><Relationship Id="rId39" Type="http://schemas.openxmlformats.org/officeDocument/2006/relationships/slideLayout" Target="../slideLayouts/slideLayout277.xml"/><Relationship Id="rId21" Type="http://schemas.openxmlformats.org/officeDocument/2006/relationships/slideLayout" Target="../slideLayouts/slideLayout259.xml"/><Relationship Id="rId34" Type="http://schemas.openxmlformats.org/officeDocument/2006/relationships/slideLayout" Target="../slideLayouts/slideLayout272.xml"/><Relationship Id="rId42" Type="http://schemas.openxmlformats.org/officeDocument/2006/relationships/slideLayout" Target="../slideLayouts/slideLayout280.xml"/><Relationship Id="rId7" Type="http://schemas.openxmlformats.org/officeDocument/2006/relationships/slideLayout" Target="../slideLayouts/slideLayout245.xml"/><Relationship Id="rId2" Type="http://schemas.openxmlformats.org/officeDocument/2006/relationships/slideLayout" Target="../slideLayouts/slideLayout240.xml"/><Relationship Id="rId16" Type="http://schemas.openxmlformats.org/officeDocument/2006/relationships/slideLayout" Target="../slideLayouts/slideLayout254.xml"/><Relationship Id="rId20" Type="http://schemas.openxmlformats.org/officeDocument/2006/relationships/slideLayout" Target="../slideLayouts/slideLayout258.xml"/><Relationship Id="rId29" Type="http://schemas.openxmlformats.org/officeDocument/2006/relationships/slideLayout" Target="../slideLayouts/slideLayout267.xml"/><Relationship Id="rId41" Type="http://schemas.openxmlformats.org/officeDocument/2006/relationships/slideLayout" Target="../slideLayouts/slideLayout279.xml"/><Relationship Id="rId1" Type="http://schemas.openxmlformats.org/officeDocument/2006/relationships/slideLayout" Target="../slideLayouts/slideLayout239.xml"/><Relationship Id="rId6" Type="http://schemas.openxmlformats.org/officeDocument/2006/relationships/slideLayout" Target="../slideLayouts/slideLayout244.xml"/><Relationship Id="rId11" Type="http://schemas.openxmlformats.org/officeDocument/2006/relationships/slideLayout" Target="../slideLayouts/slideLayout249.xml"/><Relationship Id="rId24" Type="http://schemas.openxmlformats.org/officeDocument/2006/relationships/slideLayout" Target="../slideLayouts/slideLayout262.xml"/><Relationship Id="rId32" Type="http://schemas.openxmlformats.org/officeDocument/2006/relationships/slideLayout" Target="../slideLayouts/slideLayout270.xml"/><Relationship Id="rId37" Type="http://schemas.openxmlformats.org/officeDocument/2006/relationships/slideLayout" Target="../slideLayouts/slideLayout275.xml"/><Relationship Id="rId40" Type="http://schemas.openxmlformats.org/officeDocument/2006/relationships/slideLayout" Target="../slideLayouts/slideLayout278.xml"/><Relationship Id="rId5" Type="http://schemas.openxmlformats.org/officeDocument/2006/relationships/slideLayout" Target="../slideLayouts/slideLayout243.xml"/><Relationship Id="rId15" Type="http://schemas.openxmlformats.org/officeDocument/2006/relationships/slideLayout" Target="../slideLayouts/slideLayout253.xml"/><Relationship Id="rId23" Type="http://schemas.openxmlformats.org/officeDocument/2006/relationships/slideLayout" Target="../slideLayouts/slideLayout261.xml"/><Relationship Id="rId28" Type="http://schemas.openxmlformats.org/officeDocument/2006/relationships/slideLayout" Target="../slideLayouts/slideLayout266.xml"/><Relationship Id="rId36" Type="http://schemas.openxmlformats.org/officeDocument/2006/relationships/slideLayout" Target="../slideLayouts/slideLayout274.xml"/><Relationship Id="rId10" Type="http://schemas.openxmlformats.org/officeDocument/2006/relationships/slideLayout" Target="../slideLayouts/slideLayout248.xml"/><Relationship Id="rId19" Type="http://schemas.openxmlformats.org/officeDocument/2006/relationships/slideLayout" Target="../slideLayouts/slideLayout257.xml"/><Relationship Id="rId31" Type="http://schemas.openxmlformats.org/officeDocument/2006/relationships/slideLayout" Target="../slideLayouts/slideLayout269.xml"/><Relationship Id="rId44" Type="http://schemas.openxmlformats.org/officeDocument/2006/relationships/image" Target="../media/image14.emf"/><Relationship Id="rId4" Type="http://schemas.openxmlformats.org/officeDocument/2006/relationships/slideLayout" Target="../slideLayouts/slideLayout242.xml"/><Relationship Id="rId9" Type="http://schemas.openxmlformats.org/officeDocument/2006/relationships/slideLayout" Target="../slideLayouts/slideLayout247.xml"/><Relationship Id="rId14" Type="http://schemas.openxmlformats.org/officeDocument/2006/relationships/slideLayout" Target="../slideLayouts/slideLayout252.xml"/><Relationship Id="rId22" Type="http://schemas.openxmlformats.org/officeDocument/2006/relationships/slideLayout" Target="../slideLayouts/slideLayout260.xml"/><Relationship Id="rId27" Type="http://schemas.openxmlformats.org/officeDocument/2006/relationships/slideLayout" Target="../slideLayouts/slideLayout265.xml"/><Relationship Id="rId30" Type="http://schemas.openxmlformats.org/officeDocument/2006/relationships/slideLayout" Target="../slideLayouts/slideLayout268.xml"/><Relationship Id="rId35" Type="http://schemas.openxmlformats.org/officeDocument/2006/relationships/slideLayout" Target="../slideLayouts/slideLayout273.xml"/><Relationship Id="rId43" Type="http://schemas.openxmlformats.org/officeDocument/2006/relationships/theme" Target="../theme/theme10.xml"/><Relationship Id="rId8" Type="http://schemas.openxmlformats.org/officeDocument/2006/relationships/slideLayout" Target="../slideLayouts/slideLayout246.xml"/><Relationship Id="rId3" Type="http://schemas.openxmlformats.org/officeDocument/2006/relationships/slideLayout" Target="../slideLayouts/slideLayout241.xml"/><Relationship Id="rId12" Type="http://schemas.openxmlformats.org/officeDocument/2006/relationships/slideLayout" Target="../slideLayouts/slideLayout250.xml"/><Relationship Id="rId17" Type="http://schemas.openxmlformats.org/officeDocument/2006/relationships/slideLayout" Target="../slideLayouts/slideLayout255.xml"/><Relationship Id="rId25" Type="http://schemas.openxmlformats.org/officeDocument/2006/relationships/slideLayout" Target="../slideLayouts/slideLayout263.xml"/><Relationship Id="rId33" Type="http://schemas.openxmlformats.org/officeDocument/2006/relationships/slideLayout" Target="../slideLayouts/slideLayout271.xml"/><Relationship Id="rId38" Type="http://schemas.openxmlformats.org/officeDocument/2006/relationships/slideLayout" Target="../slideLayouts/slideLayout276.xml"/></Relationships>
</file>

<file path=ppt/slideMasters/_rels/slideMaster11.xml.rels><?xml version="1.0" encoding="UTF-8" standalone="yes"?>
<Relationships xmlns="http://schemas.openxmlformats.org/package/2006/relationships"><Relationship Id="rId13" Type="http://schemas.openxmlformats.org/officeDocument/2006/relationships/slideLayout" Target="../slideLayouts/slideLayout293.xml"/><Relationship Id="rId18" Type="http://schemas.openxmlformats.org/officeDocument/2006/relationships/slideLayout" Target="../slideLayouts/slideLayout298.xml"/><Relationship Id="rId26" Type="http://schemas.openxmlformats.org/officeDocument/2006/relationships/slideLayout" Target="../slideLayouts/slideLayout306.xml"/><Relationship Id="rId39" Type="http://schemas.openxmlformats.org/officeDocument/2006/relationships/slideLayout" Target="../slideLayouts/slideLayout319.xml"/><Relationship Id="rId21" Type="http://schemas.openxmlformats.org/officeDocument/2006/relationships/slideLayout" Target="../slideLayouts/slideLayout301.xml"/><Relationship Id="rId34" Type="http://schemas.openxmlformats.org/officeDocument/2006/relationships/slideLayout" Target="../slideLayouts/slideLayout314.xml"/><Relationship Id="rId42" Type="http://schemas.openxmlformats.org/officeDocument/2006/relationships/image" Target="../media/image14.emf"/><Relationship Id="rId7" Type="http://schemas.openxmlformats.org/officeDocument/2006/relationships/slideLayout" Target="../slideLayouts/slideLayout287.xml"/><Relationship Id="rId2" Type="http://schemas.openxmlformats.org/officeDocument/2006/relationships/slideLayout" Target="../slideLayouts/slideLayout282.xml"/><Relationship Id="rId16" Type="http://schemas.openxmlformats.org/officeDocument/2006/relationships/slideLayout" Target="../slideLayouts/slideLayout296.xml"/><Relationship Id="rId20" Type="http://schemas.openxmlformats.org/officeDocument/2006/relationships/slideLayout" Target="../slideLayouts/slideLayout300.xml"/><Relationship Id="rId29" Type="http://schemas.openxmlformats.org/officeDocument/2006/relationships/slideLayout" Target="../slideLayouts/slideLayout309.xml"/><Relationship Id="rId41" Type="http://schemas.openxmlformats.org/officeDocument/2006/relationships/theme" Target="../theme/theme11.xml"/><Relationship Id="rId1" Type="http://schemas.openxmlformats.org/officeDocument/2006/relationships/slideLayout" Target="../slideLayouts/slideLayout281.xml"/><Relationship Id="rId6" Type="http://schemas.openxmlformats.org/officeDocument/2006/relationships/slideLayout" Target="../slideLayouts/slideLayout286.xml"/><Relationship Id="rId11" Type="http://schemas.openxmlformats.org/officeDocument/2006/relationships/slideLayout" Target="../slideLayouts/slideLayout291.xml"/><Relationship Id="rId24" Type="http://schemas.openxmlformats.org/officeDocument/2006/relationships/slideLayout" Target="../slideLayouts/slideLayout304.xml"/><Relationship Id="rId32" Type="http://schemas.openxmlformats.org/officeDocument/2006/relationships/slideLayout" Target="../slideLayouts/slideLayout312.xml"/><Relationship Id="rId37" Type="http://schemas.openxmlformats.org/officeDocument/2006/relationships/slideLayout" Target="../slideLayouts/slideLayout317.xml"/><Relationship Id="rId40" Type="http://schemas.openxmlformats.org/officeDocument/2006/relationships/slideLayout" Target="../slideLayouts/slideLayout320.xml"/><Relationship Id="rId5" Type="http://schemas.openxmlformats.org/officeDocument/2006/relationships/slideLayout" Target="../slideLayouts/slideLayout285.xml"/><Relationship Id="rId15" Type="http://schemas.openxmlformats.org/officeDocument/2006/relationships/slideLayout" Target="../slideLayouts/slideLayout295.xml"/><Relationship Id="rId23" Type="http://schemas.openxmlformats.org/officeDocument/2006/relationships/slideLayout" Target="../slideLayouts/slideLayout303.xml"/><Relationship Id="rId28" Type="http://schemas.openxmlformats.org/officeDocument/2006/relationships/slideLayout" Target="../slideLayouts/slideLayout308.xml"/><Relationship Id="rId36" Type="http://schemas.openxmlformats.org/officeDocument/2006/relationships/slideLayout" Target="../slideLayouts/slideLayout316.xml"/><Relationship Id="rId10" Type="http://schemas.openxmlformats.org/officeDocument/2006/relationships/slideLayout" Target="../slideLayouts/slideLayout290.xml"/><Relationship Id="rId19" Type="http://schemas.openxmlformats.org/officeDocument/2006/relationships/slideLayout" Target="../slideLayouts/slideLayout299.xml"/><Relationship Id="rId31" Type="http://schemas.openxmlformats.org/officeDocument/2006/relationships/slideLayout" Target="../slideLayouts/slideLayout311.xml"/><Relationship Id="rId4" Type="http://schemas.openxmlformats.org/officeDocument/2006/relationships/slideLayout" Target="../slideLayouts/slideLayout284.xml"/><Relationship Id="rId9" Type="http://schemas.openxmlformats.org/officeDocument/2006/relationships/slideLayout" Target="../slideLayouts/slideLayout289.xml"/><Relationship Id="rId14" Type="http://schemas.openxmlformats.org/officeDocument/2006/relationships/slideLayout" Target="../slideLayouts/slideLayout294.xml"/><Relationship Id="rId22" Type="http://schemas.openxmlformats.org/officeDocument/2006/relationships/slideLayout" Target="../slideLayouts/slideLayout302.xml"/><Relationship Id="rId27" Type="http://schemas.openxmlformats.org/officeDocument/2006/relationships/slideLayout" Target="../slideLayouts/slideLayout307.xml"/><Relationship Id="rId30" Type="http://schemas.openxmlformats.org/officeDocument/2006/relationships/slideLayout" Target="../slideLayouts/slideLayout310.xml"/><Relationship Id="rId35" Type="http://schemas.openxmlformats.org/officeDocument/2006/relationships/slideLayout" Target="../slideLayouts/slideLayout315.xml"/><Relationship Id="rId8" Type="http://schemas.openxmlformats.org/officeDocument/2006/relationships/slideLayout" Target="../slideLayouts/slideLayout288.xml"/><Relationship Id="rId3" Type="http://schemas.openxmlformats.org/officeDocument/2006/relationships/slideLayout" Target="../slideLayouts/slideLayout283.xml"/><Relationship Id="rId12" Type="http://schemas.openxmlformats.org/officeDocument/2006/relationships/slideLayout" Target="../slideLayouts/slideLayout292.xml"/><Relationship Id="rId17" Type="http://schemas.openxmlformats.org/officeDocument/2006/relationships/slideLayout" Target="../slideLayouts/slideLayout297.xml"/><Relationship Id="rId25" Type="http://schemas.openxmlformats.org/officeDocument/2006/relationships/slideLayout" Target="../slideLayouts/slideLayout305.xml"/><Relationship Id="rId33" Type="http://schemas.openxmlformats.org/officeDocument/2006/relationships/slideLayout" Target="../slideLayouts/slideLayout313.xml"/><Relationship Id="rId38" Type="http://schemas.openxmlformats.org/officeDocument/2006/relationships/slideLayout" Target="../slideLayouts/slideLayout318.xml"/></Relationships>
</file>

<file path=ppt/slideMasters/_rels/slideMaster12.xml.rels><?xml version="1.0" encoding="UTF-8" standalone="yes"?>
<Relationships xmlns="http://schemas.openxmlformats.org/package/2006/relationships"><Relationship Id="rId13" Type="http://schemas.openxmlformats.org/officeDocument/2006/relationships/slideLayout" Target="../slideLayouts/slideLayout333.xml"/><Relationship Id="rId18" Type="http://schemas.openxmlformats.org/officeDocument/2006/relationships/slideLayout" Target="../slideLayouts/slideLayout338.xml"/><Relationship Id="rId26" Type="http://schemas.openxmlformats.org/officeDocument/2006/relationships/slideLayout" Target="../slideLayouts/slideLayout346.xml"/><Relationship Id="rId3" Type="http://schemas.openxmlformats.org/officeDocument/2006/relationships/slideLayout" Target="../slideLayouts/slideLayout323.xml"/><Relationship Id="rId21" Type="http://schemas.openxmlformats.org/officeDocument/2006/relationships/slideLayout" Target="../slideLayouts/slideLayout341.xml"/><Relationship Id="rId34" Type="http://schemas.openxmlformats.org/officeDocument/2006/relationships/image" Target="../media/image1.svg"/><Relationship Id="rId7" Type="http://schemas.openxmlformats.org/officeDocument/2006/relationships/slideLayout" Target="../slideLayouts/slideLayout327.xml"/><Relationship Id="rId12" Type="http://schemas.openxmlformats.org/officeDocument/2006/relationships/slideLayout" Target="../slideLayouts/slideLayout332.xml"/><Relationship Id="rId17" Type="http://schemas.openxmlformats.org/officeDocument/2006/relationships/slideLayout" Target="../slideLayouts/slideLayout337.xml"/><Relationship Id="rId25" Type="http://schemas.openxmlformats.org/officeDocument/2006/relationships/slideLayout" Target="../slideLayouts/slideLayout345.xml"/><Relationship Id="rId33" Type="http://schemas.openxmlformats.org/officeDocument/2006/relationships/theme" Target="../theme/theme12.xml"/><Relationship Id="rId2" Type="http://schemas.openxmlformats.org/officeDocument/2006/relationships/slideLayout" Target="../slideLayouts/slideLayout322.xml"/><Relationship Id="rId16" Type="http://schemas.openxmlformats.org/officeDocument/2006/relationships/slideLayout" Target="../slideLayouts/slideLayout336.xml"/><Relationship Id="rId20" Type="http://schemas.openxmlformats.org/officeDocument/2006/relationships/slideLayout" Target="../slideLayouts/slideLayout340.xml"/><Relationship Id="rId29" Type="http://schemas.openxmlformats.org/officeDocument/2006/relationships/slideLayout" Target="../slideLayouts/slideLayout349.xml"/><Relationship Id="rId1" Type="http://schemas.openxmlformats.org/officeDocument/2006/relationships/slideLayout" Target="../slideLayouts/slideLayout321.xml"/><Relationship Id="rId6" Type="http://schemas.openxmlformats.org/officeDocument/2006/relationships/slideLayout" Target="../slideLayouts/slideLayout326.xml"/><Relationship Id="rId11" Type="http://schemas.openxmlformats.org/officeDocument/2006/relationships/slideLayout" Target="../slideLayouts/slideLayout331.xml"/><Relationship Id="rId24" Type="http://schemas.openxmlformats.org/officeDocument/2006/relationships/slideLayout" Target="../slideLayouts/slideLayout344.xml"/><Relationship Id="rId32" Type="http://schemas.openxmlformats.org/officeDocument/2006/relationships/slideLayout" Target="../slideLayouts/slideLayout352.xml"/><Relationship Id="rId5" Type="http://schemas.openxmlformats.org/officeDocument/2006/relationships/slideLayout" Target="../slideLayouts/slideLayout325.xml"/><Relationship Id="rId15" Type="http://schemas.openxmlformats.org/officeDocument/2006/relationships/slideLayout" Target="../slideLayouts/slideLayout335.xml"/><Relationship Id="rId23" Type="http://schemas.openxmlformats.org/officeDocument/2006/relationships/slideLayout" Target="../slideLayouts/slideLayout343.xml"/><Relationship Id="rId28" Type="http://schemas.openxmlformats.org/officeDocument/2006/relationships/slideLayout" Target="../slideLayouts/slideLayout348.xml"/><Relationship Id="rId10" Type="http://schemas.openxmlformats.org/officeDocument/2006/relationships/slideLayout" Target="../slideLayouts/slideLayout330.xml"/><Relationship Id="rId19" Type="http://schemas.openxmlformats.org/officeDocument/2006/relationships/slideLayout" Target="../slideLayouts/slideLayout339.xml"/><Relationship Id="rId31" Type="http://schemas.openxmlformats.org/officeDocument/2006/relationships/slideLayout" Target="../slideLayouts/slideLayout351.xml"/><Relationship Id="rId4" Type="http://schemas.openxmlformats.org/officeDocument/2006/relationships/slideLayout" Target="../slideLayouts/slideLayout324.xml"/><Relationship Id="rId9" Type="http://schemas.openxmlformats.org/officeDocument/2006/relationships/slideLayout" Target="../slideLayouts/slideLayout329.xml"/><Relationship Id="rId14" Type="http://schemas.openxmlformats.org/officeDocument/2006/relationships/slideLayout" Target="../slideLayouts/slideLayout334.xml"/><Relationship Id="rId22" Type="http://schemas.openxmlformats.org/officeDocument/2006/relationships/slideLayout" Target="../slideLayouts/slideLayout342.xml"/><Relationship Id="rId27" Type="http://schemas.openxmlformats.org/officeDocument/2006/relationships/slideLayout" Target="../slideLayouts/slideLayout347.xml"/><Relationship Id="rId30" Type="http://schemas.openxmlformats.org/officeDocument/2006/relationships/slideLayout" Target="../slideLayouts/slideLayout350.xml"/><Relationship Id="rId35" Type="http://schemas.openxmlformats.org/officeDocument/2006/relationships/image" Target="../media/image2.png"/><Relationship Id="rId8" Type="http://schemas.openxmlformats.org/officeDocument/2006/relationships/slideLayout" Target="../slideLayouts/slideLayout328.xml"/></Relationships>
</file>

<file path=ppt/slideMasters/_rels/slideMaster13.xml.rels><?xml version="1.0" encoding="UTF-8" standalone="yes"?>
<Relationships xmlns="http://schemas.openxmlformats.org/package/2006/relationships"><Relationship Id="rId13" Type="http://schemas.openxmlformats.org/officeDocument/2006/relationships/slideLayout" Target="../slideLayouts/slideLayout365.xml"/><Relationship Id="rId18" Type="http://schemas.openxmlformats.org/officeDocument/2006/relationships/slideLayout" Target="../slideLayouts/slideLayout370.xml"/><Relationship Id="rId26" Type="http://schemas.openxmlformats.org/officeDocument/2006/relationships/slideLayout" Target="../slideLayouts/slideLayout378.xml"/><Relationship Id="rId3" Type="http://schemas.openxmlformats.org/officeDocument/2006/relationships/slideLayout" Target="../slideLayouts/slideLayout355.xml"/><Relationship Id="rId21" Type="http://schemas.openxmlformats.org/officeDocument/2006/relationships/slideLayout" Target="../slideLayouts/slideLayout373.xml"/><Relationship Id="rId7" Type="http://schemas.openxmlformats.org/officeDocument/2006/relationships/slideLayout" Target="../slideLayouts/slideLayout359.xml"/><Relationship Id="rId12" Type="http://schemas.openxmlformats.org/officeDocument/2006/relationships/slideLayout" Target="../slideLayouts/slideLayout364.xml"/><Relationship Id="rId17" Type="http://schemas.openxmlformats.org/officeDocument/2006/relationships/slideLayout" Target="../slideLayouts/slideLayout369.xml"/><Relationship Id="rId25" Type="http://schemas.openxmlformats.org/officeDocument/2006/relationships/slideLayout" Target="../slideLayouts/slideLayout377.xml"/><Relationship Id="rId33" Type="http://schemas.openxmlformats.org/officeDocument/2006/relationships/image" Target="../media/image2.png"/><Relationship Id="rId2" Type="http://schemas.openxmlformats.org/officeDocument/2006/relationships/slideLayout" Target="../slideLayouts/slideLayout354.xml"/><Relationship Id="rId16" Type="http://schemas.openxmlformats.org/officeDocument/2006/relationships/slideLayout" Target="../slideLayouts/slideLayout368.xml"/><Relationship Id="rId20" Type="http://schemas.openxmlformats.org/officeDocument/2006/relationships/slideLayout" Target="../slideLayouts/slideLayout372.xml"/><Relationship Id="rId29" Type="http://schemas.openxmlformats.org/officeDocument/2006/relationships/slideLayout" Target="../slideLayouts/slideLayout381.xml"/><Relationship Id="rId1" Type="http://schemas.openxmlformats.org/officeDocument/2006/relationships/slideLayout" Target="../slideLayouts/slideLayout353.xml"/><Relationship Id="rId6" Type="http://schemas.openxmlformats.org/officeDocument/2006/relationships/slideLayout" Target="../slideLayouts/slideLayout358.xml"/><Relationship Id="rId11" Type="http://schemas.openxmlformats.org/officeDocument/2006/relationships/slideLayout" Target="../slideLayouts/slideLayout363.xml"/><Relationship Id="rId24" Type="http://schemas.openxmlformats.org/officeDocument/2006/relationships/slideLayout" Target="../slideLayouts/slideLayout376.xml"/><Relationship Id="rId32" Type="http://schemas.openxmlformats.org/officeDocument/2006/relationships/image" Target="../media/image1.svg"/><Relationship Id="rId5" Type="http://schemas.openxmlformats.org/officeDocument/2006/relationships/slideLayout" Target="../slideLayouts/slideLayout357.xml"/><Relationship Id="rId15" Type="http://schemas.openxmlformats.org/officeDocument/2006/relationships/slideLayout" Target="../slideLayouts/slideLayout367.xml"/><Relationship Id="rId23" Type="http://schemas.openxmlformats.org/officeDocument/2006/relationships/slideLayout" Target="../slideLayouts/slideLayout375.xml"/><Relationship Id="rId28" Type="http://schemas.openxmlformats.org/officeDocument/2006/relationships/slideLayout" Target="../slideLayouts/slideLayout380.xml"/><Relationship Id="rId10" Type="http://schemas.openxmlformats.org/officeDocument/2006/relationships/slideLayout" Target="../slideLayouts/slideLayout362.xml"/><Relationship Id="rId19" Type="http://schemas.openxmlformats.org/officeDocument/2006/relationships/slideLayout" Target="../slideLayouts/slideLayout371.xml"/><Relationship Id="rId31" Type="http://schemas.openxmlformats.org/officeDocument/2006/relationships/theme" Target="../theme/theme13.xml"/><Relationship Id="rId4" Type="http://schemas.openxmlformats.org/officeDocument/2006/relationships/slideLayout" Target="../slideLayouts/slideLayout356.xml"/><Relationship Id="rId9" Type="http://schemas.openxmlformats.org/officeDocument/2006/relationships/slideLayout" Target="../slideLayouts/slideLayout361.xml"/><Relationship Id="rId14" Type="http://schemas.openxmlformats.org/officeDocument/2006/relationships/slideLayout" Target="../slideLayouts/slideLayout366.xml"/><Relationship Id="rId22" Type="http://schemas.openxmlformats.org/officeDocument/2006/relationships/slideLayout" Target="../slideLayouts/slideLayout374.xml"/><Relationship Id="rId27" Type="http://schemas.openxmlformats.org/officeDocument/2006/relationships/slideLayout" Target="../slideLayouts/slideLayout379.xml"/><Relationship Id="rId30" Type="http://schemas.openxmlformats.org/officeDocument/2006/relationships/slideLayout" Target="../slideLayouts/slideLayout382.xml"/><Relationship Id="rId8" Type="http://schemas.openxmlformats.org/officeDocument/2006/relationships/slideLayout" Target="../slideLayouts/slideLayout36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5"/>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46"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1558842252"/>
      </p:ext>
    </p:extLst>
  </p:cSld>
  <p:clrMap bg1="lt1" tx1="dk1" bg2="lt2" tx2="dk2" accent1="accent1" accent2="accent2" accent3="accent3" accent4="accent4" accent5="accent5" accent6="accent6" hlink="hlink" folHlink="folHlink"/>
  <p:sldLayoutIdLst>
    <p:sldLayoutId id="2147484074" r:id="rId1"/>
    <p:sldLayoutId id="2147484075" r:id="rId2"/>
    <p:sldLayoutId id="2147484076" r:id="rId3"/>
    <p:sldLayoutId id="2147484077" r:id="rId4"/>
    <p:sldLayoutId id="2147484078" r:id="rId5"/>
    <p:sldLayoutId id="2147484079" r:id="rId6"/>
    <p:sldLayoutId id="2147484080" r:id="rId7"/>
    <p:sldLayoutId id="2147484081" r:id="rId8"/>
    <p:sldLayoutId id="2147484082" r:id="rId9"/>
    <p:sldLayoutId id="2147484083" r:id="rId10"/>
    <p:sldLayoutId id="2147484084" r:id="rId11"/>
    <p:sldLayoutId id="2147484085" r:id="rId12"/>
    <p:sldLayoutId id="2147484086" r:id="rId13"/>
    <p:sldLayoutId id="2147484087" r:id="rId14"/>
    <p:sldLayoutId id="2147484088" r:id="rId15"/>
    <p:sldLayoutId id="2147484089" r:id="rId16"/>
    <p:sldLayoutId id="2147484090" r:id="rId17"/>
    <p:sldLayoutId id="2147484091" r:id="rId18"/>
    <p:sldLayoutId id="2147484092" r:id="rId19"/>
    <p:sldLayoutId id="2147484093" r:id="rId20"/>
    <p:sldLayoutId id="2147484094" r:id="rId21"/>
    <p:sldLayoutId id="2147484095" r:id="rId22"/>
    <p:sldLayoutId id="2147484096" r:id="rId23"/>
    <p:sldLayoutId id="2147484097" r:id="rId24"/>
    <p:sldLayoutId id="2147484098" r:id="rId25"/>
    <p:sldLayoutId id="2147484099" r:id="rId26"/>
    <p:sldLayoutId id="2147484100" r:id="rId27"/>
    <p:sldLayoutId id="2147484101" r:id="rId28"/>
    <p:sldLayoutId id="2147484102" r:id="rId29"/>
    <p:sldLayoutId id="2147484284" r:id="rId30"/>
    <p:sldLayoutId id="2147484465" r:id="rId31"/>
    <p:sldLayoutId id="2147484467" r:id="rId32"/>
    <p:sldLayoutId id="2147484468" r:id="rId33"/>
    <p:sldLayoutId id="2147484469" r:id="rId34"/>
    <p:sldLayoutId id="2147484474" r:id="rId35"/>
    <p:sldLayoutId id="2147484475" r:id="rId36"/>
    <p:sldLayoutId id="2147484476" r:id="rId37"/>
    <p:sldLayoutId id="2147484477" r:id="rId38"/>
    <p:sldLayoutId id="2147484478" r:id="rId39"/>
    <p:sldLayoutId id="2147484480" r:id="rId40"/>
    <p:sldLayoutId id="2147484588" r:id="rId41"/>
    <p:sldLayoutId id="2147484702" r:id="rId42"/>
    <p:sldLayoutId id="2147484769" r:id="rId43"/>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038594422"/>
      </p:ext>
    </p:extLst>
  </p:cSld>
  <p:clrMap bg1="lt1" tx1="dk1" bg2="lt2" tx2="dk2" accent1="accent1" accent2="accent2" accent3="accent3" accent4="accent4" accent5="accent5" accent6="accent6" hlink="hlink" folHlink="folHlink"/>
  <p:sldLayoutIdLst>
    <p:sldLayoutId id="2147484108" r:id="rId1"/>
    <p:sldLayoutId id="2147484109" r:id="rId2"/>
    <p:sldLayoutId id="2147484110" r:id="rId3"/>
    <p:sldLayoutId id="2147484111" r:id="rId4"/>
    <p:sldLayoutId id="2147484112" r:id="rId5"/>
    <p:sldLayoutId id="2147484113" r:id="rId6"/>
    <p:sldLayoutId id="2147484114" r:id="rId7"/>
    <p:sldLayoutId id="2147484115" r:id="rId8"/>
    <p:sldLayoutId id="2147484116" r:id="rId9"/>
    <p:sldLayoutId id="2147484117" r:id="rId10"/>
    <p:sldLayoutId id="2147484118" r:id="rId11"/>
    <p:sldLayoutId id="2147484119" r:id="rId12"/>
    <p:sldLayoutId id="2147484120" r:id="rId13"/>
  </p:sldLayoutIdLst>
  <p:hf hdr="0" ftr="0" dt="0"/>
  <p:txStyles>
    <p:titleStyle>
      <a:lvl1pPr algn="l" defTabSz="1828800" rtl="0" eaLnBrk="1" fontAlgn="base" latinLnBrk="0" hangingPunct="1">
        <a:lnSpc>
          <a:spcPct val="112000"/>
        </a:lnSpc>
        <a:spcBef>
          <a:spcPct val="0"/>
        </a:spcBef>
        <a:buNone/>
        <a:defRPr lang="en-US" sz="9000" kern="1200" dirty="0">
          <a:ln w="9525">
            <a:noFill/>
          </a:ln>
          <a:solidFill>
            <a:schemeClr val="tx2"/>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1C1C1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a:extLst>
              <a:ext uri="{96DAC541-7B7A-43D3-8B79-37D633B846F1}">
                <asvg:svgBlip xmlns:asvg="http://schemas.microsoft.com/office/drawing/2016/SVG/main" r:embed="rId27"/>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
        <p:nvSpPr>
          <p:cNvPr id="9" name="Text Placeholder 2">
            <a:extLst>
              <a:ext uri="{FF2B5EF4-FFF2-40B4-BE49-F238E27FC236}">
                <a16:creationId xmlns:a16="http://schemas.microsoft.com/office/drawing/2014/main" id="{8D79F404-BCB4-4942-A594-6B1E63AEBB15}"/>
              </a:ext>
            </a:extLst>
          </p:cNvPr>
          <p:cNvSpPr>
            <a:spLocks noGrp="1"/>
          </p:cNvSpPr>
          <p:nvPr>
            <p:ph type="body" idx="1"/>
          </p:nvPr>
        </p:nvSpPr>
        <p:spPr>
          <a:xfrm>
            <a:off x="6477003" y="624971"/>
            <a:ext cx="17160602"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5609663"/>
      </p:ext>
    </p:extLst>
  </p:cSld>
  <p:clrMap bg1="lt1" tx1="dk1" bg2="lt2" tx2="dk2" accent1="accent1" accent2="accent2" accent3="accent3" accent4="accent4" accent5="accent5" accent6="accent6" hlink="hlink" folHlink="folHlink"/>
  <p:sldLayoutIdLst>
    <p:sldLayoutId id="2147484164" r:id="rId1"/>
    <p:sldLayoutId id="2147484165" r:id="rId2"/>
    <p:sldLayoutId id="2147484166" r:id="rId3"/>
    <p:sldLayoutId id="2147484167" r:id="rId4"/>
    <p:sldLayoutId id="2147484168" r:id="rId5"/>
    <p:sldLayoutId id="2147484169" r:id="rId6"/>
    <p:sldLayoutId id="2147484170" r:id="rId7"/>
    <p:sldLayoutId id="2147484171" r:id="rId8"/>
    <p:sldLayoutId id="2147484172" r:id="rId9"/>
    <p:sldLayoutId id="2147484173" r:id="rId10"/>
    <p:sldLayoutId id="2147484174" r:id="rId11"/>
    <p:sldLayoutId id="2147484175" r:id="rId12"/>
    <p:sldLayoutId id="2147484176" r:id="rId13"/>
    <p:sldLayoutId id="2147484177" r:id="rId14"/>
    <p:sldLayoutId id="2147484178" r:id="rId15"/>
    <p:sldLayoutId id="2147484179" r:id="rId16"/>
    <p:sldLayoutId id="2147484180" r:id="rId17"/>
    <p:sldLayoutId id="2147484181" r:id="rId18"/>
    <p:sldLayoutId id="2147484182" r:id="rId19"/>
    <p:sldLayoutId id="2147484183" r:id="rId20"/>
    <p:sldLayoutId id="2147484184" r:id="rId21"/>
    <p:sldLayoutId id="2147484185" r:id="rId22"/>
    <p:sldLayoutId id="2147484186" r:id="rId23"/>
    <p:sldLayoutId id="2147484187" r:id="rId24"/>
    <p:sldLayoutId id="2147484188" r:id="rId25"/>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pic>
        <p:nvPicPr>
          <p:cNvPr id="8" name="Graphic 7">
            <a:extLst>
              <a:ext uri="{FF2B5EF4-FFF2-40B4-BE49-F238E27FC236}">
                <a16:creationId xmlns:a16="http://schemas.microsoft.com/office/drawing/2014/main" id="{C95E05A0-E71F-BF43-B4BD-38F30103406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1"/>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p:nvPicPr>
          <p:blipFill rotWithShape="1">
            <a:blip r:embed="rId3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GB"/>
              <a:t>Click to edit Master title style</a:t>
            </a:r>
            <a:endParaRPr lang="en-US"/>
          </a:p>
        </p:txBody>
      </p:sp>
    </p:spTree>
    <p:extLst>
      <p:ext uri="{BB962C8B-B14F-4D97-AF65-F5344CB8AC3E}">
        <p14:creationId xmlns:p14="http://schemas.microsoft.com/office/powerpoint/2010/main" val="3385720569"/>
      </p:ext>
    </p:extLst>
  </p:cSld>
  <p:clrMap bg1="lt1" tx1="dk1" bg2="lt2" tx2="dk2" accent1="accent1" accent2="accent2" accent3="accent3" accent4="accent4" accent5="accent5" accent6="accent6" hlink="hlink" folHlink="folHlink"/>
  <p:sldLayoutIdLst>
    <p:sldLayoutId id="2147484376" r:id="rId1"/>
    <p:sldLayoutId id="2147484377" r:id="rId2"/>
    <p:sldLayoutId id="2147484378" r:id="rId3"/>
    <p:sldLayoutId id="2147484379" r:id="rId4"/>
    <p:sldLayoutId id="2147484380" r:id="rId5"/>
    <p:sldLayoutId id="2147484381" r:id="rId6"/>
    <p:sldLayoutId id="2147484382" r:id="rId7"/>
    <p:sldLayoutId id="2147484383" r:id="rId8"/>
    <p:sldLayoutId id="2147484384" r:id="rId9"/>
    <p:sldLayoutId id="2147484385" r:id="rId10"/>
    <p:sldLayoutId id="2147484386" r:id="rId11"/>
    <p:sldLayoutId id="2147484387" r:id="rId12"/>
    <p:sldLayoutId id="2147484388" r:id="rId13"/>
    <p:sldLayoutId id="2147484389" r:id="rId14"/>
    <p:sldLayoutId id="2147484390" r:id="rId15"/>
    <p:sldLayoutId id="2147484391" r:id="rId16"/>
    <p:sldLayoutId id="2147484392" r:id="rId17"/>
    <p:sldLayoutId id="2147484393" r:id="rId18"/>
    <p:sldLayoutId id="2147484394" r:id="rId19"/>
    <p:sldLayoutId id="2147484395" r:id="rId20"/>
    <p:sldLayoutId id="2147484396" r:id="rId21"/>
    <p:sldLayoutId id="2147484397" r:id="rId22"/>
    <p:sldLayoutId id="2147484398" r:id="rId23"/>
    <p:sldLayoutId id="2147484399" r:id="rId24"/>
    <p:sldLayoutId id="2147484400" r:id="rId25"/>
    <p:sldLayoutId id="2147484401" r:id="rId26"/>
    <p:sldLayoutId id="2147484402" r:id="rId27"/>
    <p:sldLayoutId id="2147484403" r:id="rId28"/>
    <p:sldLayoutId id="2147484404" r:id="rId29"/>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1"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3364535529"/>
      </p:ext>
    </p:extLst>
  </p:cSld>
  <p:clrMap bg1="lt1" tx1="dk1" bg2="lt2" tx2="dk2" accent1="accent1" accent2="accent2" accent3="accent3" accent4="accent4" accent5="accent5" accent6="accent6" hlink="hlink" folHlink="folHlink"/>
  <p:sldLayoutIdLst>
    <p:sldLayoutId id="2147484406" r:id="rId1"/>
    <p:sldLayoutId id="2147484407" r:id="rId2"/>
    <p:sldLayoutId id="2147484408" r:id="rId3"/>
    <p:sldLayoutId id="2147484409" r:id="rId4"/>
    <p:sldLayoutId id="2147484410" r:id="rId5"/>
    <p:sldLayoutId id="2147484411" r:id="rId6"/>
    <p:sldLayoutId id="2147484412" r:id="rId7"/>
    <p:sldLayoutId id="2147484413" r:id="rId8"/>
    <p:sldLayoutId id="2147484414" r:id="rId9"/>
    <p:sldLayoutId id="2147484415" r:id="rId10"/>
    <p:sldLayoutId id="2147484416" r:id="rId11"/>
    <p:sldLayoutId id="2147484417" r:id="rId12"/>
    <p:sldLayoutId id="2147484418" r:id="rId13"/>
    <p:sldLayoutId id="2147484419" r:id="rId14"/>
    <p:sldLayoutId id="2147484420" r:id="rId15"/>
    <p:sldLayoutId id="2147484421" r:id="rId16"/>
    <p:sldLayoutId id="2147484422" r:id="rId17"/>
    <p:sldLayoutId id="2147484423" r:id="rId18"/>
    <p:sldLayoutId id="2147484424" r:id="rId19"/>
    <p:sldLayoutId id="2147484425" r:id="rId20"/>
    <p:sldLayoutId id="2147484426" r:id="rId21"/>
    <p:sldLayoutId id="2147484427" r:id="rId22"/>
    <p:sldLayoutId id="2147484428" r:id="rId23"/>
    <p:sldLayoutId id="2147484429" r:id="rId24"/>
    <p:sldLayoutId id="2147484430" r:id="rId25"/>
    <p:sldLayoutId id="2147484431" r:id="rId26"/>
    <p:sldLayoutId id="2147484432" r:id="rId27"/>
    <p:sldLayoutId id="2147484433" r:id="rId28"/>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098295293"/>
      </p:ext>
    </p:extLst>
  </p:cSld>
  <p:clrMap bg1="lt1" tx1="dk1" bg2="lt2" tx2="dk2" accent1="accent1" accent2="accent2" accent3="accent3" accent4="accent4" accent5="accent5" accent6="accent6" hlink="hlink" folHlink="folHlink"/>
  <p:sldLayoutIdLst>
    <p:sldLayoutId id="2147484436" r:id="rId1"/>
    <p:sldLayoutId id="2147484437" r:id="rId2"/>
    <p:sldLayoutId id="2147484438" r:id="rId3"/>
    <p:sldLayoutId id="2147484439" r:id="rId4"/>
    <p:sldLayoutId id="2147484440" r:id="rId5"/>
    <p:sldLayoutId id="2147484441" r:id="rId6"/>
    <p:sldLayoutId id="2147484442" r:id="rId7"/>
    <p:sldLayoutId id="2147484443" r:id="rId8"/>
    <p:sldLayoutId id="2147484444" r:id="rId9"/>
    <p:sldLayoutId id="2147484445" r:id="rId10"/>
    <p:sldLayoutId id="2147484446" r:id="rId11"/>
    <p:sldLayoutId id="2147484447" r:id="rId12"/>
    <p:sldLayoutId id="2147484448" r:id="rId13"/>
  </p:sldLayoutIdLst>
  <p:hf hdr="0" ftr="0" dt="0"/>
  <p:txStyles>
    <p:titleStyle>
      <a:lvl1pPr algn="l" defTabSz="1828800" rtl="0" eaLnBrk="1" fontAlgn="base" latinLnBrk="0" hangingPunct="1">
        <a:lnSpc>
          <a:spcPct val="112000"/>
        </a:lnSpc>
        <a:spcBef>
          <a:spcPct val="0"/>
        </a:spcBef>
        <a:buNone/>
        <a:defRPr lang="en-US" sz="9000" kern="1200" dirty="0">
          <a:ln w="9525">
            <a:noFill/>
          </a:ln>
          <a:solidFill>
            <a:schemeClr val="tx2"/>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7" y="2777164"/>
            <a:ext cx="17160602" cy="3014608"/>
          </a:xfrm>
          <a:prstGeom prst="rect">
            <a:avLst/>
          </a:prstGeom>
        </p:spPr>
        <p:txBody>
          <a:bodyPr vert="horz" lIns="182880" tIns="0" rIns="0" bIns="0" rtlCol="0">
            <a:spAutoFit/>
          </a:body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3"/>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5" y="-4803"/>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18"/>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4"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81"/>
            <a:ext cx="12295892" cy="838270"/>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3238691994"/>
      </p:ext>
    </p:extLst>
  </p:cSld>
  <p:clrMap bg1="lt1" tx1="dk1" bg2="lt2" tx2="dk2" accent1="accent1" accent2="accent2" accent3="accent3" accent4="accent4" accent5="accent5" accent6="accent6" hlink="hlink" folHlink="folHlink"/>
  <p:sldLayoutIdLst>
    <p:sldLayoutId id="2147484482" r:id="rId1"/>
    <p:sldLayoutId id="2147484483" r:id="rId2"/>
    <p:sldLayoutId id="2147484484" r:id="rId3"/>
    <p:sldLayoutId id="2147484485" r:id="rId4"/>
    <p:sldLayoutId id="2147484486" r:id="rId5"/>
    <p:sldLayoutId id="2147484487" r:id="rId6"/>
    <p:sldLayoutId id="2147484488" r:id="rId7"/>
    <p:sldLayoutId id="2147484489" r:id="rId8"/>
    <p:sldLayoutId id="2147484490" r:id="rId9"/>
    <p:sldLayoutId id="2147484491" r:id="rId10"/>
    <p:sldLayoutId id="2147484492" r:id="rId11"/>
    <p:sldLayoutId id="2147484493" r:id="rId12"/>
    <p:sldLayoutId id="2147484494" r:id="rId13"/>
    <p:sldLayoutId id="2147484495" r:id="rId14"/>
    <p:sldLayoutId id="2147484496" r:id="rId15"/>
    <p:sldLayoutId id="2147484497" r:id="rId16"/>
    <p:sldLayoutId id="2147484498" r:id="rId17"/>
    <p:sldLayoutId id="2147484499" r:id="rId18"/>
    <p:sldLayoutId id="2147484500" r:id="rId19"/>
    <p:sldLayoutId id="2147484501" r:id="rId20"/>
    <p:sldLayoutId id="2147484502" r:id="rId21"/>
    <p:sldLayoutId id="2147484503" r:id="rId22"/>
    <p:sldLayoutId id="2147484504" r:id="rId23"/>
    <p:sldLayoutId id="2147484505" r:id="rId24"/>
    <p:sldLayoutId id="2147484506" r:id="rId25"/>
    <p:sldLayoutId id="2147484507" r:id="rId26"/>
    <p:sldLayoutId id="2147484508" r:id="rId27"/>
    <p:sldLayoutId id="2147484509" r:id="rId28"/>
    <p:sldLayoutId id="2147484510" r:id="rId29"/>
    <p:sldLayoutId id="2147484511" r:id="rId30"/>
    <p:sldLayoutId id="2147484512" r:id="rId31"/>
  </p:sldLayoutIdLst>
  <p:hf hdr="0" ftr="0" dt="0"/>
  <p:txStyles>
    <p:titleStyle>
      <a:lvl1pPr algn="l" defTabSz="1583558" rtl="0" eaLnBrk="1" fontAlgn="base" latinLnBrk="0" hangingPunct="1">
        <a:lnSpc>
          <a:spcPct val="110000"/>
        </a:lnSpc>
        <a:spcBef>
          <a:spcPct val="0"/>
        </a:spcBef>
        <a:buNone/>
        <a:defRPr sz="5368" kern="1200">
          <a:ln w="9525">
            <a:noFill/>
          </a:ln>
          <a:solidFill>
            <a:schemeClr val="bg1"/>
          </a:solidFill>
          <a:latin typeface="+mj-lt"/>
          <a:ea typeface="+mj-ea"/>
          <a:cs typeface="+mj-cs"/>
        </a:defRPr>
      </a:lvl1pPr>
    </p:titleStyle>
    <p:body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5pPr>
      <a:lvl6pPr marL="4354784" indent="-395890" algn="l" defTabSz="1583558" rtl="0" eaLnBrk="1" latinLnBrk="0" hangingPunct="1">
        <a:lnSpc>
          <a:spcPct val="90000"/>
        </a:lnSpc>
        <a:spcBef>
          <a:spcPts val="866"/>
        </a:spcBef>
        <a:buFont typeface="Aktiv Grotesk" panose="020B0604020202020204" pitchFamily="34" charset="0"/>
        <a:buChar char="•"/>
        <a:defRPr sz="3118" kern="1200">
          <a:solidFill>
            <a:schemeClr val="tx1"/>
          </a:solidFill>
          <a:latin typeface="+mn-lt"/>
          <a:ea typeface="+mn-ea"/>
          <a:cs typeface="+mn-cs"/>
        </a:defRPr>
      </a:lvl6pPr>
      <a:lvl7pPr marL="5146564" indent="-395890" algn="l" defTabSz="1583558" rtl="0" eaLnBrk="1" latinLnBrk="0" hangingPunct="1">
        <a:lnSpc>
          <a:spcPct val="90000"/>
        </a:lnSpc>
        <a:spcBef>
          <a:spcPts val="866"/>
        </a:spcBef>
        <a:buFont typeface="Aktiv Grotesk" panose="020B0604020202020204" pitchFamily="34" charset="0"/>
        <a:buChar char="•"/>
        <a:defRPr sz="3118" kern="1200">
          <a:solidFill>
            <a:schemeClr val="tx1"/>
          </a:solidFill>
          <a:latin typeface="+mn-lt"/>
          <a:ea typeface="+mn-ea"/>
          <a:cs typeface="+mn-cs"/>
        </a:defRPr>
      </a:lvl7pPr>
      <a:lvl8pPr marL="5938342" indent="-395890" algn="l" defTabSz="1583558" rtl="0" eaLnBrk="1" latinLnBrk="0" hangingPunct="1">
        <a:lnSpc>
          <a:spcPct val="90000"/>
        </a:lnSpc>
        <a:spcBef>
          <a:spcPts val="866"/>
        </a:spcBef>
        <a:buFont typeface="Aktiv Grotesk" panose="020B0604020202020204" pitchFamily="34" charset="0"/>
        <a:buChar char="•"/>
        <a:defRPr sz="3118" kern="1200">
          <a:solidFill>
            <a:schemeClr val="tx1"/>
          </a:solidFill>
          <a:latin typeface="+mn-lt"/>
          <a:ea typeface="+mn-ea"/>
          <a:cs typeface="+mn-cs"/>
        </a:defRPr>
      </a:lvl8pPr>
      <a:lvl9pPr marL="6730122" indent="-395890" algn="l" defTabSz="1583558" rtl="0" eaLnBrk="1" latinLnBrk="0" hangingPunct="1">
        <a:lnSpc>
          <a:spcPct val="90000"/>
        </a:lnSpc>
        <a:spcBef>
          <a:spcPts val="866"/>
        </a:spcBef>
        <a:buFont typeface="Aktiv Grotesk" panose="020B0604020202020204" pitchFamily="34" charset="0"/>
        <a:buChar char="•"/>
        <a:defRPr sz="3118" kern="1200">
          <a:solidFill>
            <a:schemeClr val="tx1"/>
          </a:solidFill>
          <a:latin typeface="+mn-lt"/>
          <a:ea typeface="+mn-ea"/>
          <a:cs typeface="+mn-cs"/>
        </a:defRPr>
      </a:lvl9pPr>
    </p:bodyStyle>
    <p:otherStyle>
      <a:defPPr>
        <a:defRPr lang="en-US"/>
      </a:defPPr>
      <a:lvl1pPr marL="0" algn="l" defTabSz="1583558" rtl="0" eaLnBrk="1" latinLnBrk="0" hangingPunct="1">
        <a:defRPr sz="3118" kern="1200">
          <a:solidFill>
            <a:schemeClr val="tx1"/>
          </a:solidFill>
          <a:latin typeface="+mn-lt"/>
          <a:ea typeface="+mn-ea"/>
          <a:cs typeface="+mn-cs"/>
        </a:defRPr>
      </a:lvl1pPr>
      <a:lvl2pPr marL="791778" algn="l" defTabSz="1583558" rtl="0" eaLnBrk="1" latinLnBrk="0" hangingPunct="1">
        <a:defRPr sz="3118" kern="1200">
          <a:solidFill>
            <a:schemeClr val="tx1"/>
          </a:solidFill>
          <a:latin typeface="+mn-lt"/>
          <a:ea typeface="+mn-ea"/>
          <a:cs typeface="+mn-cs"/>
        </a:defRPr>
      </a:lvl2pPr>
      <a:lvl3pPr marL="1583558" algn="l" defTabSz="1583558" rtl="0" eaLnBrk="1" latinLnBrk="0" hangingPunct="1">
        <a:defRPr sz="3118" kern="1200">
          <a:solidFill>
            <a:schemeClr val="tx1"/>
          </a:solidFill>
          <a:latin typeface="+mn-lt"/>
          <a:ea typeface="+mn-ea"/>
          <a:cs typeface="+mn-cs"/>
        </a:defRPr>
      </a:lvl3pPr>
      <a:lvl4pPr marL="2375336" algn="l" defTabSz="1583558" rtl="0" eaLnBrk="1" latinLnBrk="0" hangingPunct="1">
        <a:defRPr sz="3118" kern="1200">
          <a:solidFill>
            <a:schemeClr val="tx1"/>
          </a:solidFill>
          <a:latin typeface="+mn-lt"/>
          <a:ea typeface="+mn-ea"/>
          <a:cs typeface="+mn-cs"/>
        </a:defRPr>
      </a:lvl4pPr>
      <a:lvl5pPr marL="3167116" algn="l" defTabSz="1583558" rtl="0" eaLnBrk="1" latinLnBrk="0" hangingPunct="1">
        <a:defRPr sz="3118" kern="1200">
          <a:solidFill>
            <a:schemeClr val="tx1"/>
          </a:solidFill>
          <a:latin typeface="+mn-lt"/>
          <a:ea typeface="+mn-ea"/>
          <a:cs typeface="+mn-cs"/>
        </a:defRPr>
      </a:lvl5pPr>
      <a:lvl6pPr marL="3958894" algn="l" defTabSz="1583558" rtl="0" eaLnBrk="1" latinLnBrk="0" hangingPunct="1">
        <a:defRPr sz="3118" kern="1200">
          <a:solidFill>
            <a:schemeClr val="tx1"/>
          </a:solidFill>
          <a:latin typeface="+mn-lt"/>
          <a:ea typeface="+mn-ea"/>
          <a:cs typeface="+mn-cs"/>
        </a:defRPr>
      </a:lvl6pPr>
      <a:lvl7pPr marL="4750674" algn="l" defTabSz="1583558" rtl="0" eaLnBrk="1" latinLnBrk="0" hangingPunct="1">
        <a:defRPr sz="3118" kern="1200">
          <a:solidFill>
            <a:schemeClr val="tx1"/>
          </a:solidFill>
          <a:latin typeface="+mn-lt"/>
          <a:ea typeface="+mn-ea"/>
          <a:cs typeface="+mn-cs"/>
        </a:defRPr>
      </a:lvl7pPr>
      <a:lvl8pPr marL="5542452" algn="l" defTabSz="1583558" rtl="0" eaLnBrk="1" latinLnBrk="0" hangingPunct="1">
        <a:defRPr sz="3118" kern="1200">
          <a:solidFill>
            <a:schemeClr val="tx1"/>
          </a:solidFill>
          <a:latin typeface="+mn-lt"/>
          <a:ea typeface="+mn-ea"/>
          <a:cs typeface="+mn-cs"/>
        </a:defRPr>
      </a:lvl8pPr>
      <a:lvl9pPr marL="6334232" algn="l" defTabSz="1583558" rtl="0" eaLnBrk="1" latinLnBrk="0" hangingPunct="1">
        <a:defRPr sz="3118"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63">
          <p15:clr>
            <a:srgbClr val="000000"/>
          </p15:clr>
        </p15:guide>
        <p15:guide id="8" orient="horz" pos="1386">
          <p15:clr>
            <a:srgbClr val="000000"/>
          </p15:clr>
        </p15:guide>
        <p15:guide id="11" orient="horz" pos="2495">
          <p15:clr>
            <a:srgbClr val="000000"/>
          </p15:clr>
        </p15:guide>
        <p15:guide id="14" orient="horz" pos="4726">
          <p15:clr>
            <a:srgbClr val="000000"/>
          </p15:clr>
        </p15:guide>
        <p15:guide id="45" orient="horz" pos="3603">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b="0" i="0">
                <a:solidFill>
                  <a:schemeClr val="tx1"/>
                </a:solidFill>
                <a:latin typeface="Fira Sans" panose="020B0503050000020004" pitchFamily="34" charset="0"/>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b="0" i="0">
                <a:solidFill>
                  <a:schemeClr val="tx1"/>
                </a:solidFill>
                <a:latin typeface="Fira Sans" panose="020B0503050000020004" pitchFamily="34" charset="0"/>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45988467"/>
      </p:ext>
    </p:extLst>
  </p:cSld>
  <p:clrMap bg1="lt1" tx1="dk1" bg2="lt2" tx2="dk2" accent1="accent1" accent2="accent2" accent3="accent3" accent4="accent4" accent5="accent5" accent6="accent6" hlink="hlink" folHlink="folHlink"/>
  <p:sldLayoutIdLst>
    <p:sldLayoutId id="2147484514" r:id="rId1"/>
    <p:sldLayoutId id="2147484515" r:id="rId2"/>
    <p:sldLayoutId id="2147484516" r:id="rId3"/>
    <p:sldLayoutId id="2147484517" r:id="rId4"/>
    <p:sldLayoutId id="2147484518" r:id="rId5"/>
    <p:sldLayoutId id="2147484519" r:id="rId6"/>
    <p:sldLayoutId id="2147484520" r:id="rId7"/>
    <p:sldLayoutId id="2147484521" r:id="rId8"/>
    <p:sldLayoutId id="2147484522" r:id="rId9"/>
    <p:sldLayoutId id="2147484523" r:id="rId10"/>
    <p:sldLayoutId id="2147484524" r:id="rId11"/>
    <p:sldLayoutId id="2147484525" r:id="rId12"/>
    <p:sldLayoutId id="2147484526" r:id="rId13"/>
    <p:sldLayoutId id="2147484527" r:id="rId14"/>
    <p:sldLayoutId id="2147484528" r:id="rId15"/>
    <p:sldLayoutId id="2147484529" r:id="rId16"/>
  </p:sldLayoutIdLst>
  <p:hf hdr="0" ftr="0" dt="0"/>
  <p:txStyles>
    <p:titleStyle>
      <a:lvl1pPr algn="l" defTabSz="1828800" rtl="0" eaLnBrk="1" fontAlgn="base" latinLnBrk="0" hangingPunct="1">
        <a:lnSpc>
          <a:spcPct val="112000"/>
        </a:lnSpc>
        <a:spcBef>
          <a:spcPct val="0"/>
        </a:spcBef>
        <a:buNone/>
        <a:defRPr lang="en-US" sz="9000" kern="1200" dirty="0">
          <a:ln w="9525">
            <a:noFill/>
          </a:ln>
          <a:solidFill>
            <a:schemeClr val="tx2"/>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6477003" y="624971"/>
            <a:ext cx="17160602" cy="12350774"/>
          </a:xfrm>
          <a:prstGeom prst="rect">
            <a:avLst/>
          </a:prstGeom>
        </p:spPr>
        <p:txBody>
          <a:bodyPr vert="horz" lIns="18288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477000" y="13000317"/>
            <a:ext cx="5518292" cy="486410"/>
          </a:xfrm>
          <a:prstGeom prst="rect">
            <a:avLst/>
          </a:prstGeom>
        </p:spPr>
        <p:txBody>
          <a:bodyPr vert="horz" lIns="365760" tIns="73152" rIns="91440" bIns="45720" rtlCol="0" anchor="t" anchorCtr="0"/>
          <a:lstStyle>
            <a:lvl1pPr algn="l">
              <a:defRPr sz="1300">
                <a:solidFill>
                  <a:schemeClr val="tx1"/>
                </a:solidFill>
              </a:defRPr>
            </a:lvl1pPr>
          </a:lstStyle>
          <a:p>
            <a:endParaRPr lang="en-US"/>
          </a:p>
        </p:txBody>
      </p:sp>
      <p:sp>
        <p:nvSpPr>
          <p:cNvPr id="6" name="Slide Number Placeholder 5"/>
          <p:cNvSpPr>
            <a:spLocks noGrp="1"/>
          </p:cNvSpPr>
          <p:nvPr>
            <p:ph type="sldNum" sz="quarter" idx="4"/>
          </p:nvPr>
        </p:nvSpPr>
        <p:spPr>
          <a:xfrm>
            <a:off x="22402802" y="12985750"/>
            <a:ext cx="1234804" cy="466344"/>
          </a:xfrm>
          <a:prstGeom prst="rect">
            <a:avLst/>
          </a:prstGeom>
        </p:spPr>
        <p:txBody>
          <a:bodyPr vert="horz" lIns="0" tIns="73152" rIns="0" bIns="45720" rtlCol="0" anchor="t" anchorCtr="0"/>
          <a:lstStyle>
            <a:lvl1pPr algn="r">
              <a:defRPr sz="1300">
                <a:solidFill>
                  <a:schemeClr val="tx1"/>
                </a:solidFill>
              </a:defRPr>
            </a:lvl1pPr>
          </a:lstStyle>
          <a:p>
            <a:fld id="{762E77F0-FB5B-4E8E-9BC9-34F14560A017}" type="slidenum">
              <a:rPr lang="en-US" smtClean="0"/>
              <a:pPr/>
              <a:t>‹#›</a:t>
            </a:fld>
            <a:endParaRPr lang="en-US"/>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reeform 5">
            <a:extLst>
              <a:ext uri="{FF2B5EF4-FFF2-40B4-BE49-F238E27FC236}">
                <a16:creationId xmlns:a16="http://schemas.microsoft.com/office/drawing/2014/main" id="{8FF537FD-1E60-3241-9232-4C8BFB58C4ED}"/>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598808063"/>
      </p:ext>
    </p:extLst>
  </p:cSld>
  <p:clrMap bg1="lt1" tx1="dk1" bg2="lt2" tx2="dk2" accent1="accent1" accent2="accent2" accent3="accent3" accent4="accent4" accent5="accent5" accent6="accent6" hlink="hlink" folHlink="folHlink"/>
  <p:sldLayoutIdLst>
    <p:sldLayoutId id="2147484531" r:id="rId1"/>
    <p:sldLayoutId id="2147484532" r:id="rId2"/>
    <p:sldLayoutId id="2147484533" r:id="rId3"/>
    <p:sldLayoutId id="2147484534" r:id="rId4"/>
    <p:sldLayoutId id="2147484535" r:id="rId5"/>
    <p:sldLayoutId id="2147484536" r:id="rId6"/>
    <p:sldLayoutId id="2147484537" r:id="rId7"/>
    <p:sldLayoutId id="2147484538" r:id="rId8"/>
    <p:sldLayoutId id="2147484539" r:id="rId9"/>
    <p:sldLayoutId id="2147484540" r:id="rId10"/>
    <p:sldLayoutId id="2147484541" r:id="rId11"/>
    <p:sldLayoutId id="2147484542" r:id="rId12"/>
    <p:sldLayoutId id="2147484543" r:id="rId13"/>
    <p:sldLayoutId id="2147484544" r:id="rId14"/>
    <p:sldLayoutId id="2147484545" r:id="rId15"/>
    <p:sldLayoutId id="2147484546" r:id="rId16"/>
    <p:sldLayoutId id="2147484547" r:id="rId17"/>
    <p:sldLayoutId id="2147484548" r:id="rId18"/>
    <p:sldLayoutId id="2147484549" r:id="rId19"/>
    <p:sldLayoutId id="2147484550" r:id="rId20"/>
    <p:sldLayoutId id="2147484551" r:id="rId21"/>
    <p:sldLayoutId id="2147484552" r:id="rId22"/>
    <p:sldLayoutId id="2147484553" r:id="rId23"/>
    <p:sldLayoutId id="2147484554" r:id="rId24"/>
    <p:sldLayoutId id="2147484555" r:id="rId25"/>
    <p:sldLayoutId id="2147484556" r:id="rId26"/>
    <p:sldLayoutId id="2147484557" r:id="rId27"/>
    <p:sldLayoutId id="2147484558" r:id="rId28"/>
    <p:sldLayoutId id="2147484559" r:id="rId29"/>
    <p:sldLayoutId id="2147484560" r:id="rId30"/>
    <p:sldLayoutId id="2147484561" r:id="rId31"/>
    <p:sldLayoutId id="2147484562" r:id="rId32"/>
    <p:sldLayoutId id="2147484563" r:id="rId33"/>
    <p:sldLayoutId id="2147484564" r:id="rId34"/>
    <p:sldLayoutId id="2147484565" r:id="rId35"/>
    <p:sldLayoutId id="2147484566" r:id="rId36"/>
    <p:sldLayoutId id="2147484567" r:id="rId37"/>
    <p:sldLayoutId id="2147484568" r:id="rId38"/>
    <p:sldLayoutId id="2147484569" r:id="rId39"/>
    <p:sldLayoutId id="2147484570" r:id="rId40"/>
  </p:sldLayoutIdLst>
  <p:hf hdr="0" ftr="0" dt="0"/>
  <p:txStyles>
    <p:titleStyle>
      <a:lvl1pPr algn="l" defTabSz="1828800" rtl="0" eaLnBrk="1" fontAlgn="base" latinLnBrk="0" hangingPunct="1">
        <a:lnSpc>
          <a:spcPct val="110000"/>
        </a:lnSpc>
        <a:spcBef>
          <a:spcPct val="0"/>
        </a:spcBef>
        <a:buNone/>
        <a:defRPr sz="6250" kern="1200">
          <a:ln w="9525">
            <a:noFill/>
          </a:ln>
          <a:solidFill>
            <a:schemeClr val="tx2"/>
          </a:solidFill>
          <a:latin typeface="+mj-lt"/>
          <a:ea typeface="+mj-ea"/>
          <a:cs typeface="+mj-cs"/>
        </a:defRPr>
      </a:lvl1pPr>
    </p:titleStyle>
    <p:bodyStyle>
      <a:lvl1pPr marL="285750" indent="-28575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1pPr>
      <a:lvl2pPr marL="857250" indent="-290514"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2pPr>
      <a:lvl3pPr marL="1428750" indent="-295276"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3pPr>
      <a:lvl4pPr marL="2000250" indent="-300038"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4pPr>
      <a:lvl5pPr marL="2571750" indent="-30480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6477003" y="624971"/>
            <a:ext cx="17160602"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477000" y="13000317"/>
            <a:ext cx="5518292" cy="486410"/>
          </a:xfrm>
          <a:prstGeom prst="rect">
            <a:avLst/>
          </a:prstGeom>
        </p:spPr>
        <p:txBody>
          <a:bodyPr vert="horz" lIns="182880" tIns="73152" rIns="91440" bIns="45720" rtlCol="0" anchor="t" anchorCtr="0"/>
          <a:lstStyle>
            <a:lvl1pPr algn="l">
              <a:defRPr sz="1400">
                <a:solidFill>
                  <a:schemeClr val="tx1"/>
                </a:solidFill>
              </a:defRPr>
            </a:lvl1pPr>
          </a:lstStyle>
          <a:p>
            <a:endParaRPr lang="en-US"/>
          </a:p>
        </p:txBody>
      </p:sp>
      <p:sp>
        <p:nvSpPr>
          <p:cNvPr id="6" name="Slide Number Placeholder 5"/>
          <p:cNvSpPr>
            <a:spLocks noGrp="1"/>
          </p:cNvSpPr>
          <p:nvPr>
            <p:ph type="sldNum" sz="quarter" idx="4"/>
          </p:nvPr>
        </p:nvSpPr>
        <p:spPr>
          <a:xfrm>
            <a:off x="22402802" y="12985750"/>
            <a:ext cx="1234804" cy="466344"/>
          </a:xfrm>
          <a:prstGeom prst="rect">
            <a:avLst/>
          </a:prstGeom>
        </p:spPr>
        <p:txBody>
          <a:bodyPr vert="horz" lIns="0" tIns="73152" rIns="0" bIns="45720" rtlCol="0" anchor="t" anchorCtr="0"/>
          <a:lstStyle>
            <a:lvl1pPr algn="r">
              <a:defRPr sz="1400">
                <a:solidFill>
                  <a:schemeClr val="tx1"/>
                </a:solidFill>
              </a:defRPr>
            </a:lvl1pPr>
          </a:lstStyle>
          <a:p>
            <a:fld id="{762E77F0-FB5B-4E8E-9BC9-34F14560A017}" type="slidenum">
              <a:rPr lang="en-US" smtClean="0"/>
              <a:pPr/>
              <a:t>‹#›</a:t>
            </a:fld>
            <a:endParaRPr lang="en-US"/>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38FF4373-A3FC-4217-B28A-1614FA7CF9E0}"/>
              </a:ext>
            </a:extLst>
          </p:cNvPr>
          <p:cNvPicPr>
            <a:picLocks noChangeAspect="1"/>
          </p:cNvPicPr>
          <p:nvPr userDrawn="1"/>
        </p:nvPicPr>
        <p:blipFill>
          <a:blip r:embed="rId44"/>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04648709"/>
      </p:ext>
    </p:extLst>
  </p:cSld>
  <p:clrMap bg1="lt1" tx1="dk1" bg2="lt2" tx2="dk2" accent1="accent1" accent2="accent2" accent3="accent3" accent4="accent4" accent5="accent5" accent6="accent6" hlink="hlink" folHlink="folHlink"/>
  <p:sldLayoutIdLst>
    <p:sldLayoutId id="2147484603" r:id="rId1"/>
    <p:sldLayoutId id="2147484604" r:id="rId2"/>
    <p:sldLayoutId id="2147484605" r:id="rId3"/>
    <p:sldLayoutId id="2147484606" r:id="rId4"/>
    <p:sldLayoutId id="2147484607" r:id="rId5"/>
    <p:sldLayoutId id="2147484608" r:id="rId6"/>
    <p:sldLayoutId id="2147484609" r:id="rId7"/>
    <p:sldLayoutId id="2147484610" r:id="rId8"/>
    <p:sldLayoutId id="2147484611" r:id="rId9"/>
    <p:sldLayoutId id="2147484612" r:id="rId10"/>
    <p:sldLayoutId id="2147484613" r:id="rId11"/>
    <p:sldLayoutId id="2147484614" r:id="rId12"/>
    <p:sldLayoutId id="2147484615" r:id="rId13"/>
    <p:sldLayoutId id="2147484616" r:id="rId14"/>
    <p:sldLayoutId id="2147484617" r:id="rId15"/>
    <p:sldLayoutId id="2147484618" r:id="rId16"/>
    <p:sldLayoutId id="2147484619" r:id="rId17"/>
    <p:sldLayoutId id="2147484620" r:id="rId18"/>
    <p:sldLayoutId id="2147484621" r:id="rId19"/>
    <p:sldLayoutId id="2147484622" r:id="rId20"/>
    <p:sldLayoutId id="2147484623" r:id="rId21"/>
    <p:sldLayoutId id="2147484624" r:id="rId22"/>
    <p:sldLayoutId id="2147484625" r:id="rId23"/>
    <p:sldLayoutId id="2147484626" r:id="rId24"/>
    <p:sldLayoutId id="2147484627" r:id="rId25"/>
    <p:sldLayoutId id="2147484628" r:id="rId26"/>
    <p:sldLayoutId id="2147484629" r:id="rId27"/>
    <p:sldLayoutId id="2147484630" r:id="rId28"/>
    <p:sldLayoutId id="2147484631" r:id="rId29"/>
    <p:sldLayoutId id="2147484632" r:id="rId30"/>
    <p:sldLayoutId id="2147484633" r:id="rId31"/>
    <p:sldLayoutId id="2147484634" r:id="rId32"/>
    <p:sldLayoutId id="2147484635" r:id="rId33"/>
    <p:sldLayoutId id="2147484636" r:id="rId34"/>
    <p:sldLayoutId id="2147484637" r:id="rId35"/>
    <p:sldLayoutId id="2147484638" r:id="rId36"/>
    <p:sldLayoutId id="2147484639" r:id="rId37"/>
    <p:sldLayoutId id="2147484640" r:id="rId38"/>
    <p:sldLayoutId id="2147484641" r:id="rId39"/>
    <p:sldLayoutId id="2147484642" r:id="rId40"/>
    <p:sldLayoutId id="2147484643" r:id="rId41"/>
    <p:sldLayoutId id="2147484644" r:id="rId42"/>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tx2"/>
          </a:solidFill>
          <a:latin typeface="+mj-lt"/>
          <a:ea typeface="+mj-ea"/>
          <a:cs typeface="+mj-cs"/>
        </a:defRPr>
      </a:lvl1pPr>
    </p:titleStyle>
    <p:bodyStyle>
      <a:lvl1pPr marL="285750" indent="-28575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1pPr>
      <a:lvl2pPr marL="857250" indent="-290514"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2pPr>
      <a:lvl3pPr marL="1428750" indent="-295276"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3pPr>
      <a:lvl4pPr marL="2000250" indent="-300038"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4pPr>
      <a:lvl5pPr marL="2571750" indent="-30480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6477003" y="624971"/>
            <a:ext cx="17160602" cy="12350774"/>
          </a:xfrm>
          <a:prstGeom prst="rect">
            <a:avLst/>
          </a:prstGeom>
        </p:spPr>
        <p:txBody>
          <a:bodyPr vert="horz" lIns="18288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477000" y="13000317"/>
            <a:ext cx="5518292" cy="486410"/>
          </a:xfrm>
          <a:prstGeom prst="rect">
            <a:avLst/>
          </a:prstGeom>
        </p:spPr>
        <p:txBody>
          <a:bodyPr vert="horz" lIns="365760" tIns="73152" rIns="91440" bIns="45720" rtlCol="0" anchor="t" anchorCtr="0"/>
          <a:lstStyle>
            <a:lvl1pPr algn="l">
              <a:defRPr sz="1300">
                <a:solidFill>
                  <a:schemeClr val="tx1"/>
                </a:solidFill>
              </a:defRPr>
            </a:lvl1pPr>
          </a:lstStyle>
          <a:p>
            <a:endParaRPr lang="en-US"/>
          </a:p>
        </p:txBody>
      </p:sp>
      <p:sp>
        <p:nvSpPr>
          <p:cNvPr id="6" name="Slide Number Placeholder 5"/>
          <p:cNvSpPr>
            <a:spLocks noGrp="1"/>
          </p:cNvSpPr>
          <p:nvPr>
            <p:ph type="sldNum" sz="quarter" idx="4"/>
          </p:nvPr>
        </p:nvSpPr>
        <p:spPr>
          <a:xfrm>
            <a:off x="22402802" y="12985750"/>
            <a:ext cx="1234804" cy="466344"/>
          </a:xfrm>
          <a:prstGeom prst="rect">
            <a:avLst/>
          </a:prstGeom>
        </p:spPr>
        <p:txBody>
          <a:bodyPr vert="horz" lIns="0" tIns="73152" rIns="0" bIns="45720" rtlCol="0" anchor="t" anchorCtr="0"/>
          <a:lstStyle>
            <a:lvl1pPr algn="r">
              <a:defRPr sz="1300">
                <a:solidFill>
                  <a:schemeClr val="tx1"/>
                </a:solidFill>
              </a:defRPr>
            </a:lvl1pPr>
          </a:lstStyle>
          <a:p>
            <a:fld id="{762E77F0-FB5B-4E8E-9BC9-34F14560A017}" type="slidenum">
              <a:rPr lang="en-US" smtClean="0"/>
              <a:pPr/>
              <a:t>‹#›</a:t>
            </a:fld>
            <a:endParaRPr lang="en-US"/>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BBE10CE6-22AB-4783-96FE-2ABCE27F3849}"/>
              </a:ext>
            </a:extLst>
          </p:cNvPr>
          <p:cNvPicPr>
            <a:picLocks noChangeAspect="1"/>
          </p:cNvPicPr>
          <p:nvPr userDrawn="1"/>
        </p:nvPicPr>
        <p:blipFill>
          <a:blip r:embed="rId4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46536896"/>
      </p:ext>
    </p:extLst>
  </p:cSld>
  <p:clrMap bg1="lt1" tx1="dk1" bg2="lt2" tx2="dk2" accent1="accent1" accent2="accent2" accent3="accent3" accent4="accent4" accent5="accent5" accent6="accent6" hlink="hlink" folHlink="folHlink"/>
  <p:sldLayoutIdLst>
    <p:sldLayoutId id="2147484661" r:id="rId1"/>
    <p:sldLayoutId id="2147484662" r:id="rId2"/>
    <p:sldLayoutId id="2147484663" r:id="rId3"/>
    <p:sldLayoutId id="2147484664" r:id="rId4"/>
    <p:sldLayoutId id="2147484665" r:id="rId5"/>
    <p:sldLayoutId id="2147484666" r:id="rId6"/>
    <p:sldLayoutId id="2147484667" r:id="rId7"/>
    <p:sldLayoutId id="2147484668" r:id="rId8"/>
    <p:sldLayoutId id="2147484669" r:id="rId9"/>
    <p:sldLayoutId id="2147484670" r:id="rId10"/>
    <p:sldLayoutId id="2147484671" r:id="rId11"/>
    <p:sldLayoutId id="2147484672" r:id="rId12"/>
    <p:sldLayoutId id="2147484673" r:id="rId13"/>
    <p:sldLayoutId id="2147484674" r:id="rId14"/>
    <p:sldLayoutId id="2147484675" r:id="rId15"/>
    <p:sldLayoutId id="2147484676" r:id="rId16"/>
    <p:sldLayoutId id="2147484677" r:id="rId17"/>
    <p:sldLayoutId id="2147484678" r:id="rId18"/>
    <p:sldLayoutId id="2147484679" r:id="rId19"/>
    <p:sldLayoutId id="2147484680" r:id="rId20"/>
    <p:sldLayoutId id="2147484681" r:id="rId21"/>
    <p:sldLayoutId id="2147484682" r:id="rId22"/>
    <p:sldLayoutId id="2147484683" r:id="rId23"/>
    <p:sldLayoutId id="2147484684" r:id="rId24"/>
    <p:sldLayoutId id="2147484685" r:id="rId25"/>
    <p:sldLayoutId id="2147484686" r:id="rId26"/>
    <p:sldLayoutId id="2147484687" r:id="rId27"/>
    <p:sldLayoutId id="2147484688" r:id="rId28"/>
    <p:sldLayoutId id="2147484689" r:id="rId29"/>
    <p:sldLayoutId id="2147484690" r:id="rId30"/>
    <p:sldLayoutId id="2147484691" r:id="rId31"/>
    <p:sldLayoutId id="2147484692" r:id="rId32"/>
    <p:sldLayoutId id="2147484693" r:id="rId33"/>
    <p:sldLayoutId id="2147484694" r:id="rId34"/>
    <p:sldLayoutId id="2147484695" r:id="rId35"/>
    <p:sldLayoutId id="2147484696" r:id="rId36"/>
    <p:sldLayoutId id="2147484697" r:id="rId37"/>
    <p:sldLayoutId id="2147484698" r:id="rId38"/>
    <p:sldLayoutId id="2147484699" r:id="rId39"/>
    <p:sldLayoutId id="2147484700" r:id="rId40"/>
  </p:sldLayoutIdLst>
  <p:hf hdr="0" ftr="0" dt="0"/>
  <p:txStyles>
    <p:titleStyle>
      <a:lvl1pPr algn="l" defTabSz="1828800" rtl="0" eaLnBrk="1" fontAlgn="base" latinLnBrk="0" hangingPunct="1">
        <a:lnSpc>
          <a:spcPct val="110000"/>
        </a:lnSpc>
        <a:spcBef>
          <a:spcPct val="0"/>
        </a:spcBef>
        <a:buNone/>
        <a:defRPr sz="6250" kern="1200">
          <a:ln w="9525">
            <a:noFill/>
          </a:ln>
          <a:solidFill>
            <a:schemeClr val="tx2"/>
          </a:solidFill>
          <a:latin typeface="+mj-lt"/>
          <a:ea typeface="+mj-ea"/>
          <a:cs typeface="+mj-cs"/>
        </a:defRPr>
      </a:lvl1pPr>
    </p:titleStyle>
    <p:bodyStyle>
      <a:lvl1pPr marL="285750" indent="-28575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1pPr>
      <a:lvl2pPr marL="857250" indent="-290514"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2pPr>
      <a:lvl3pPr marL="1428750" indent="-295276"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3pPr>
      <a:lvl4pPr marL="2000250" indent="-300038"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4pPr>
      <a:lvl5pPr marL="2571750" indent="-30480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5"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605982482"/>
      </p:ext>
    </p:extLst>
  </p:cSld>
  <p:clrMap bg1="lt1" tx1="dk1" bg2="lt2" tx2="dk2" accent1="accent1" accent2="accent2" accent3="accent3" accent4="accent4" accent5="accent5" accent6="accent6" hlink="hlink" folHlink="folHlink"/>
  <p:sldLayoutIdLst>
    <p:sldLayoutId id="2147484705" r:id="rId1"/>
    <p:sldLayoutId id="2147484706" r:id="rId2"/>
    <p:sldLayoutId id="2147484707" r:id="rId3"/>
    <p:sldLayoutId id="2147484708" r:id="rId4"/>
    <p:sldLayoutId id="2147484709" r:id="rId5"/>
    <p:sldLayoutId id="2147484710" r:id="rId6"/>
    <p:sldLayoutId id="2147484711" r:id="rId7"/>
    <p:sldLayoutId id="2147484712" r:id="rId8"/>
    <p:sldLayoutId id="2147484713" r:id="rId9"/>
    <p:sldLayoutId id="2147484714" r:id="rId10"/>
    <p:sldLayoutId id="2147484715" r:id="rId11"/>
    <p:sldLayoutId id="2147484716" r:id="rId12"/>
    <p:sldLayoutId id="2147484717" r:id="rId13"/>
    <p:sldLayoutId id="2147484718" r:id="rId14"/>
    <p:sldLayoutId id="2147484719" r:id="rId15"/>
    <p:sldLayoutId id="2147484720" r:id="rId16"/>
    <p:sldLayoutId id="2147484721" r:id="rId17"/>
    <p:sldLayoutId id="2147484722" r:id="rId18"/>
    <p:sldLayoutId id="2147484723" r:id="rId19"/>
    <p:sldLayoutId id="2147484724" r:id="rId20"/>
    <p:sldLayoutId id="2147484725" r:id="rId21"/>
    <p:sldLayoutId id="2147484726" r:id="rId22"/>
    <p:sldLayoutId id="2147484727" r:id="rId23"/>
    <p:sldLayoutId id="2147484728" r:id="rId24"/>
    <p:sldLayoutId id="2147484729" r:id="rId25"/>
    <p:sldLayoutId id="2147484730" r:id="rId26"/>
    <p:sldLayoutId id="2147484731" r:id="rId27"/>
    <p:sldLayoutId id="2147484732" r:id="rId28"/>
    <p:sldLayoutId id="2147484733" r:id="rId29"/>
    <p:sldLayoutId id="2147484734" r:id="rId30"/>
    <p:sldLayoutId id="2147484735" r:id="rId31"/>
    <p:sldLayoutId id="2147484736" r:id="rId32"/>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3"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730112583"/>
      </p:ext>
    </p:extLst>
  </p:cSld>
  <p:clrMap bg1="lt1" tx1="dk1" bg2="lt2" tx2="dk2" accent1="accent1" accent2="accent2" accent3="accent3" accent4="accent4" accent5="accent5" accent6="accent6" hlink="hlink" folHlink="folHlink"/>
  <p:sldLayoutIdLst>
    <p:sldLayoutId id="2147484739" r:id="rId1"/>
    <p:sldLayoutId id="2147484740" r:id="rId2"/>
    <p:sldLayoutId id="2147484741" r:id="rId3"/>
    <p:sldLayoutId id="2147484742" r:id="rId4"/>
    <p:sldLayoutId id="2147484743" r:id="rId5"/>
    <p:sldLayoutId id="2147484744" r:id="rId6"/>
    <p:sldLayoutId id="2147484745" r:id="rId7"/>
    <p:sldLayoutId id="2147484746" r:id="rId8"/>
    <p:sldLayoutId id="2147484747" r:id="rId9"/>
    <p:sldLayoutId id="2147484748" r:id="rId10"/>
    <p:sldLayoutId id="2147484749" r:id="rId11"/>
    <p:sldLayoutId id="2147484750" r:id="rId12"/>
    <p:sldLayoutId id="2147484751" r:id="rId13"/>
    <p:sldLayoutId id="2147484752" r:id="rId14"/>
    <p:sldLayoutId id="2147484753" r:id="rId15"/>
    <p:sldLayoutId id="2147484754" r:id="rId16"/>
    <p:sldLayoutId id="2147484755" r:id="rId17"/>
    <p:sldLayoutId id="2147484756" r:id="rId18"/>
    <p:sldLayoutId id="2147484757" r:id="rId19"/>
    <p:sldLayoutId id="2147484758" r:id="rId20"/>
    <p:sldLayoutId id="2147484759" r:id="rId21"/>
    <p:sldLayoutId id="2147484760" r:id="rId22"/>
    <p:sldLayoutId id="2147484761" r:id="rId23"/>
    <p:sldLayoutId id="2147484762" r:id="rId24"/>
    <p:sldLayoutId id="2147484763" r:id="rId25"/>
    <p:sldLayoutId id="2147484764" r:id="rId26"/>
    <p:sldLayoutId id="2147484765" r:id="rId27"/>
    <p:sldLayoutId id="2147484766" r:id="rId28"/>
    <p:sldLayoutId id="2147484767" r:id="rId29"/>
    <p:sldLayoutId id="2147484768" r:id="rId30"/>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381.xml"/></Relationships>
</file>

<file path=ppt/slides/_rels/slide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5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7.xml"/><Relationship Id="rId7" Type="http://schemas.openxmlformats.org/officeDocument/2006/relationships/tags" Target="../tags/tag11.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image" Target="../media/image34.svg"/><Relationship Id="rId5" Type="http://schemas.openxmlformats.org/officeDocument/2006/relationships/tags" Target="../tags/tag9.xml"/><Relationship Id="rId10" Type="http://schemas.openxmlformats.org/officeDocument/2006/relationships/image" Target="../media/image33.png"/><Relationship Id="rId4" Type="http://schemas.openxmlformats.org/officeDocument/2006/relationships/tags" Target="../tags/tag8.xml"/><Relationship Id="rId9"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18" Type="http://schemas.openxmlformats.org/officeDocument/2006/relationships/image" Target="../media/image50.sv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png"/><Relationship Id="rId17" Type="http://schemas.openxmlformats.org/officeDocument/2006/relationships/image" Target="../media/image49.jpeg"/><Relationship Id="rId2" Type="http://schemas.openxmlformats.org/officeDocument/2006/relationships/notesSlide" Target="../notesSlides/notesSlide7.xml"/><Relationship Id="rId16" Type="http://schemas.openxmlformats.org/officeDocument/2006/relationships/image" Target="../media/image48.png"/><Relationship Id="rId20"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jpeg"/><Relationship Id="rId15" Type="http://schemas.openxmlformats.org/officeDocument/2006/relationships/image" Target="../media/image47.png"/><Relationship Id="rId10" Type="http://schemas.openxmlformats.org/officeDocument/2006/relationships/image" Target="../media/image42.png"/><Relationship Id="rId19" Type="http://schemas.openxmlformats.org/officeDocument/2006/relationships/image" Target="../media/image51.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1.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3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jpeg"/></Relationships>
</file>

<file path=ppt/slides/_rels/slide3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34.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hyperlink" Target="https://www.computerweekly.com/news/366641533/Azure-customers-up-in-arms-over-full-UK-South-region" TargetMode="External"/><Relationship Id="rId5" Type="http://schemas.openxmlformats.org/officeDocument/2006/relationships/image" Target="../media/image55.png"/><Relationship Id="rId4" Type="http://schemas.openxmlformats.org/officeDocument/2006/relationships/image" Target="../media/image54.png"/></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9.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6A52488A-772F-A158-D9F9-3D716FA0E157}"/>
              </a:ext>
            </a:extLst>
          </p:cNvPr>
          <p:cNvSpPr txBox="1">
            <a:spLocks/>
          </p:cNvSpPr>
          <p:nvPr/>
        </p:nvSpPr>
        <p:spPr bwMode="auto">
          <a:xfrm>
            <a:off x="709701" y="8639626"/>
            <a:ext cx="8130819" cy="1472198"/>
          </a:xfrm>
          <a:prstGeom prst="rect">
            <a:avLst/>
          </a:prstGeom>
        </p:spPr>
        <p:txBody>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a:lstStyle>
          <a:p>
            <a:pPr marL="0" indent="0">
              <a:buNone/>
              <a:defRPr/>
            </a:pPr>
            <a:r>
              <a:rPr lang="en-GB" sz="3200" b="1" noProof="0">
                <a:solidFill>
                  <a:schemeClr val="bg1"/>
                </a:solidFill>
                <a:latin typeface="Fira Sans Light" panose="020B0403050000020004" pitchFamily="34" charset="0"/>
              </a:rPr>
              <a:t>Scott Beckford</a:t>
            </a:r>
            <a:endParaRPr lang="en-GB" sz="3200" noProof="0">
              <a:solidFill>
                <a:schemeClr val="bg1"/>
              </a:solidFill>
              <a:latin typeface="Fira Sans Light" panose="020B0403050000020004" pitchFamily="34" charset="0"/>
            </a:endParaRPr>
          </a:p>
          <a:p>
            <a:pPr marL="0" indent="0">
              <a:buNone/>
              <a:defRPr/>
            </a:pPr>
            <a:r>
              <a:rPr lang="en-GB" sz="3200" noProof="0">
                <a:solidFill>
                  <a:schemeClr val="bg1"/>
                </a:solidFill>
                <a:latin typeface="Fira Sans Light" panose="020B0403050000020004" pitchFamily="34" charset="0"/>
              </a:rPr>
              <a:t>Senior Consulting Cloud Architect</a:t>
            </a:r>
          </a:p>
        </p:txBody>
      </p:sp>
      <p:sp>
        <p:nvSpPr>
          <p:cNvPr id="7" name="Text Placeholder 5">
            <a:extLst>
              <a:ext uri="{FF2B5EF4-FFF2-40B4-BE49-F238E27FC236}">
                <a16:creationId xmlns:a16="http://schemas.microsoft.com/office/drawing/2014/main" id="{C025BC2F-6F2A-8421-D263-916FA05BF815}"/>
              </a:ext>
            </a:extLst>
          </p:cNvPr>
          <p:cNvSpPr txBox="1">
            <a:spLocks/>
          </p:cNvSpPr>
          <p:nvPr/>
        </p:nvSpPr>
        <p:spPr bwMode="auto">
          <a:xfrm>
            <a:off x="709702" y="6760251"/>
            <a:ext cx="7334871" cy="1164421"/>
          </a:xfrm>
          <a:prstGeom prst="rect">
            <a:avLst/>
          </a:prstGeom>
        </p:spPr>
        <p:txBody>
          <a:bodyPr wrap="square" lIns="0" tIns="0" rIns="0" bIns="0">
            <a:spAutoFit/>
          </a:bodyPr>
          <a:lstStyle>
            <a:lvl1pPr marL="0" marR="0" indent="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None/>
              <a:tabLst/>
              <a:defRPr sz="3000" kern="1200">
                <a:solidFill>
                  <a:schemeClr val="bg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a:lstStyle>
          <a:p>
            <a:pPr>
              <a:defRPr/>
            </a:pPr>
            <a:r>
              <a:rPr lang="en-GB" sz="3200" b="1" noProof="0" dirty="0">
                <a:latin typeface="Fira Sans Light" panose="020B0403050000020004" pitchFamily="34" charset="0"/>
              </a:rPr>
              <a:t>Platform Direction &amp; Path Forward</a:t>
            </a:r>
          </a:p>
          <a:p>
            <a:pPr>
              <a:defRPr/>
            </a:pPr>
            <a:r>
              <a:rPr lang="en-GB" sz="3200" b="1" noProof="0" dirty="0">
                <a:latin typeface="Fira Sans Light" panose="020B0403050000020004" pitchFamily="34" charset="0"/>
              </a:rPr>
              <a:t>April 2026</a:t>
            </a:r>
          </a:p>
        </p:txBody>
      </p:sp>
      <p:sp>
        <p:nvSpPr>
          <p:cNvPr id="8" name="Title 2">
            <a:extLst>
              <a:ext uri="{FF2B5EF4-FFF2-40B4-BE49-F238E27FC236}">
                <a16:creationId xmlns:a16="http://schemas.microsoft.com/office/drawing/2014/main" id="{19B21124-8BEB-7358-0E7A-030BADF717A1}"/>
              </a:ext>
            </a:extLst>
          </p:cNvPr>
          <p:cNvSpPr txBox="1">
            <a:spLocks/>
          </p:cNvSpPr>
          <p:nvPr/>
        </p:nvSpPr>
        <p:spPr>
          <a:xfrm>
            <a:off x="709702" y="4871304"/>
            <a:ext cx="14390042" cy="965970"/>
          </a:xfrm>
          <a:prstGeom prst="rect">
            <a:avLst/>
          </a:prstGeom>
        </p:spPr>
        <p:txBody>
          <a:bodyPr wrap="square" lIns="0" tIns="0" rIns="0" bIns="0" anchor="b" anchorCtr="0">
            <a:spAutoFit/>
          </a:bodyPr>
          <a:lstStyle>
            <a:lvl1pPr algn="l" defTabSz="1828800" rtl="0" eaLnBrk="1" fontAlgn="b" latinLnBrk="0" hangingPunct="1">
              <a:lnSpc>
                <a:spcPct val="112000"/>
              </a:lnSpc>
              <a:spcBef>
                <a:spcPct val="0"/>
              </a:spcBef>
              <a:buNone/>
              <a:defRPr lang="en-US" sz="8000" kern="1200">
                <a:ln w="9525">
                  <a:noFill/>
                </a:ln>
                <a:solidFill>
                  <a:schemeClr val="bg1"/>
                </a:solidFill>
                <a:latin typeface="+mj-lt"/>
                <a:ea typeface="+mj-ea"/>
                <a:cs typeface="+mj-cs"/>
              </a:defRPr>
            </a:lvl1pPr>
          </a:lstStyle>
          <a:p>
            <a:r>
              <a:rPr lang="en-GB" sz="6600" b="1" noProof="0">
                <a:latin typeface="Fira Sans Light" panose="020B0403050000020004" pitchFamily="34" charset="0"/>
              </a:rPr>
              <a:t>Cloud Readiness Assessment – Part 1</a:t>
            </a:r>
          </a:p>
        </p:txBody>
      </p:sp>
      <p:pic>
        <p:nvPicPr>
          <p:cNvPr id="9" name="Picture 4" descr="DMG Media - IAB Europe">
            <a:extLst>
              <a:ext uri="{FF2B5EF4-FFF2-40B4-BE49-F238E27FC236}">
                <a16:creationId xmlns:a16="http://schemas.microsoft.com/office/drawing/2014/main" id="{700D66CA-182B-F0F1-1C12-CBE828762537}"/>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t="8496" b="8863"/>
          <a:stretch>
            <a:fillRect/>
          </a:stretch>
        </p:blipFill>
        <p:spPr bwMode="auto">
          <a:xfrm>
            <a:off x="709701" y="1689225"/>
            <a:ext cx="9719469" cy="2259102"/>
          </a:xfrm>
          <a:prstGeom prst="rect">
            <a:avLst/>
          </a:prstGeom>
          <a:solidFill>
            <a:schemeClr val="bg1"/>
          </a:solidFill>
        </p:spPr>
      </p:pic>
    </p:spTree>
    <p:extLst>
      <p:ext uri="{BB962C8B-B14F-4D97-AF65-F5344CB8AC3E}">
        <p14:creationId xmlns:p14="http://schemas.microsoft.com/office/powerpoint/2010/main" val="1607316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6EDFDB-BD69-60F4-89FB-30A57692FBEF}"/>
              </a:ext>
            </a:extLst>
          </p:cNvPr>
          <p:cNvSpPr>
            <a:spLocks noGrp="1"/>
          </p:cNvSpPr>
          <p:nvPr>
            <p:ph type="sldNum" sz="quarter" idx="4"/>
          </p:nvPr>
        </p:nvSpPr>
        <p:spPr/>
        <p:txBody>
          <a:bodyPr/>
          <a:lstStyle/>
          <a:p>
            <a:fld id="{762E77F0-FB5B-4E8E-9BC9-34F14560A017}" type="slidenum">
              <a:rPr lang="en-US" smtClean="0"/>
              <a:pPr/>
              <a:t>2</a:t>
            </a:fld>
            <a:endParaRPr lang="en-US"/>
          </a:p>
        </p:txBody>
      </p:sp>
      <p:pic>
        <p:nvPicPr>
          <p:cNvPr id="4" name="Picture 3">
            <a:extLst>
              <a:ext uri="{FF2B5EF4-FFF2-40B4-BE49-F238E27FC236}">
                <a16:creationId xmlns:a16="http://schemas.microsoft.com/office/drawing/2014/main" id="{E34F1D2A-26F2-22DD-5CF4-61CC7A50E288}"/>
              </a:ext>
            </a:extLst>
          </p:cNvPr>
          <p:cNvPicPr>
            <a:picLocks noChangeAspect="1"/>
          </p:cNvPicPr>
          <p:nvPr/>
        </p:nvPicPr>
        <p:blipFill>
          <a:blip r:embed="rId2"/>
          <a:srcRect l="6957" t="17833" r="17970" b="36167"/>
          <a:stretch>
            <a:fillRect/>
          </a:stretch>
        </p:blipFill>
        <p:spPr>
          <a:xfrm>
            <a:off x="14757991" y="0"/>
            <a:ext cx="9626008" cy="4995746"/>
          </a:xfrm>
          <a:prstGeom prst="rect">
            <a:avLst/>
          </a:prstGeom>
        </p:spPr>
      </p:pic>
      <p:pic>
        <p:nvPicPr>
          <p:cNvPr id="5" name="Picture 4">
            <a:extLst>
              <a:ext uri="{FF2B5EF4-FFF2-40B4-BE49-F238E27FC236}">
                <a16:creationId xmlns:a16="http://schemas.microsoft.com/office/drawing/2014/main" id="{63A98AD6-C3AF-0C42-FECD-EE0FFBD6C218}"/>
              </a:ext>
            </a:extLst>
          </p:cNvPr>
          <p:cNvPicPr>
            <a:picLocks noChangeAspect="1"/>
          </p:cNvPicPr>
          <p:nvPr/>
        </p:nvPicPr>
        <p:blipFill>
          <a:blip r:embed="rId3"/>
          <a:srcRect l="11459" t="1917" r="12499" b="2752"/>
          <a:stretch>
            <a:fillRect/>
          </a:stretch>
        </p:blipFill>
        <p:spPr>
          <a:xfrm>
            <a:off x="14757991" y="4995746"/>
            <a:ext cx="9626009" cy="8720253"/>
          </a:xfrm>
          <a:prstGeom prst="rect">
            <a:avLst/>
          </a:prstGeom>
        </p:spPr>
      </p:pic>
      <p:graphicFrame>
        <p:nvGraphicFramePr>
          <p:cNvPr id="6" name="Table 5">
            <a:extLst>
              <a:ext uri="{FF2B5EF4-FFF2-40B4-BE49-F238E27FC236}">
                <a16:creationId xmlns:a16="http://schemas.microsoft.com/office/drawing/2014/main" id="{5C87A4B2-737F-0A75-51DA-644B7EF6E103}"/>
              </a:ext>
            </a:extLst>
          </p:cNvPr>
          <p:cNvGraphicFramePr>
            <a:graphicFrameLocks noGrp="1"/>
          </p:cNvGraphicFramePr>
          <p:nvPr>
            <p:extLst>
              <p:ext uri="{D42A27DB-BD31-4B8C-83A1-F6EECF244321}">
                <p14:modId xmlns:p14="http://schemas.microsoft.com/office/powerpoint/2010/main" val="4007661067"/>
              </p:ext>
            </p:extLst>
          </p:nvPr>
        </p:nvGraphicFramePr>
        <p:xfrm>
          <a:off x="273680" y="199342"/>
          <a:ext cx="14320144" cy="12419378"/>
        </p:xfrm>
        <a:graphic>
          <a:graphicData uri="http://schemas.openxmlformats.org/drawingml/2006/table">
            <a:tbl>
              <a:tblPr>
                <a:tableStyleId>{3B4B98B0-60AC-42C2-AFA5-B58CD77FA1E5}</a:tableStyleId>
              </a:tblPr>
              <a:tblGrid>
                <a:gridCol w="571857">
                  <a:extLst>
                    <a:ext uri="{9D8B030D-6E8A-4147-A177-3AD203B41FA5}">
                      <a16:colId xmlns:a16="http://schemas.microsoft.com/office/drawing/2014/main" val="1957366712"/>
                    </a:ext>
                  </a:extLst>
                </a:gridCol>
                <a:gridCol w="3922730">
                  <a:extLst>
                    <a:ext uri="{9D8B030D-6E8A-4147-A177-3AD203B41FA5}">
                      <a16:colId xmlns:a16="http://schemas.microsoft.com/office/drawing/2014/main" val="4243764253"/>
                    </a:ext>
                  </a:extLst>
                </a:gridCol>
                <a:gridCol w="4983189">
                  <a:extLst>
                    <a:ext uri="{9D8B030D-6E8A-4147-A177-3AD203B41FA5}">
                      <a16:colId xmlns:a16="http://schemas.microsoft.com/office/drawing/2014/main" val="3095149370"/>
                    </a:ext>
                  </a:extLst>
                </a:gridCol>
                <a:gridCol w="1929853">
                  <a:extLst>
                    <a:ext uri="{9D8B030D-6E8A-4147-A177-3AD203B41FA5}">
                      <a16:colId xmlns:a16="http://schemas.microsoft.com/office/drawing/2014/main" val="4147610941"/>
                    </a:ext>
                  </a:extLst>
                </a:gridCol>
                <a:gridCol w="1208264">
                  <a:extLst>
                    <a:ext uri="{9D8B030D-6E8A-4147-A177-3AD203B41FA5}">
                      <a16:colId xmlns:a16="http://schemas.microsoft.com/office/drawing/2014/main" val="12889543"/>
                    </a:ext>
                  </a:extLst>
                </a:gridCol>
                <a:gridCol w="1704251">
                  <a:extLst>
                    <a:ext uri="{9D8B030D-6E8A-4147-A177-3AD203B41FA5}">
                      <a16:colId xmlns:a16="http://schemas.microsoft.com/office/drawing/2014/main" val="3947205104"/>
                    </a:ext>
                  </a:extLst>
                </a:gridCol>
              </a:tblGrid>
              <a:tr h="717631">
                <a:tc>
                  <a:txBody>
                    <a:bodyPr/>
                    <a:lstStyle/>
                    <a:p>
                      <a:pPr algn="ctr" fontAlgn="b">
                        <a:buNone/>
                      </a:pPr>
                      <a:r>
                        <a:rPr lang="en-GB" sz="2000" b="1" i="0" u="none" strike="noStrike" dirty="0">
                          <a:solidFill>
                            <a:srgbClr val="000000"/>
                          </a:solidFill>
                          <a:effectLst/>
                          <a:latin typeface="Fira Sans" panose="020B0503050000020004" pitchFamily="34" charset="0"/>
                        </a:rPr>
                        <a:t>#</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GB" sz="2000" b="1" i="0" u="none" strike="noStrike">
                          <a:solidFill>
                            <a:srgbClr val="000000"/>
                          </a:solidFill>
                          <a:effectLst/>
                          <a:latin typeface="Fira Sans" panose="020B0503050000020004" pitchFamily="34" charset="0"/>
                        </a:rPr>
                        <a:t>Agenda Item</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GB" sz="2000" b="1" i="0" u="none" strike="noStrike">
                          <a:solidFill>
                            <a:srgbClr val="000000"/>
                          </a:solidFill>
                          <a:effectLst/>
                          <a:latin typeface="Fira Sans" panose="020B0503050000020004" pitchFamily="34" charset="0"/>
                        </a:rPr>
                        <a:t>Detail</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GB" sz="2000" b="1" i="0" u="none" strike="noStrike">
                          <a:solidFill>
                            <a:srgbClr val="000000"/>
                          </a:solidFill>
                          <a:effectLst/>
                          <a:latin typeface="Fira Sans" panose="020B0503050000020004" pitchFamily="34" charset="0"/>
                        </a:rPr>
                        <a:t>Duration</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GB" sz="2000" b="1" i="0" u="none" strike="noStrike">
                          <a:solidFill>
                            <a:srgbClr val="000000"/>
                          </a:solidFill>
                          <a:effectLst/>
                          <a:latin typeface="Fira Sans" panose="020B0503050000020004" pitchFamily="34" charset="0"/>
                        </a:rPr>
                        <a:t>Start</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GB" sz="2000" b="1" i="0" u="none" strike="noStrike" dirty="0">
                          <a:solidFill>
                            <a:srgbClr val="000000"/>
                          </a:solidFill>
                          <a:effectLst/>
                          <a:latin typeface="Fira Sans" panose="020B0503050000020004" pitchFamily="34" charset="0"/>
                        </a:rPr>
                        <a:t>Finish</a:t>
                      </a: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8823175"/>
                  </a:ext>
                </a:extLst>
              </a:tr>
              <a:tr h="938860">
                <a:tc>
                  <a:txBody>
                    <a:bodyPr/>
                    <a:lstStyle/>
                    <a:p>
                      <a:pPr algn="ctr" fontAlgn="b">
                        <a:buNone/>
                      </a:pPr>
                      <a:r>
                        <a:rPr lang="en-GB" sz="2000" b="0" i="0" u="none" strike="noStrike">
                          <a:solidFill>
                            <a:srgbClr val="000000"/>
                          </a:solidFill>
                          <a:effectLst/>
                          <a:latin typeface="Fira Sans" panose="020B0503050000020004" pitchFamily="34" charset="0"/>
                        </a:rPr>
                        <a:t>1</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dirty="0">
                          <a:solidFill>
                            <a:srgbClr val="000000"/>
                          </a:solidFill>
                          <a:effectLst/>
                          <a:latin typeface="Fira Sans" panose="020B0503050000020004" pitchFamily="34" charset="0"/>
                        </a:rPr>
                        <a:t>Executive Summary</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ktiv Grotesk" panose="020B0604020202020204" pitchFamily="34" charset="0"/>
                        <a:buChar char="•"/>
                      </a:pPr>
                      <a:r>
                        <a:rPr lang="en-GB" sz="2000" b="0" i="0" u="none" strike="noStrike" dirty="0">
                          <a:solidFill>
                            <a:srgbClr val="000000"/>
                          </a:solidFill>
                          <a:effectLst/>
                          <a:latin typeface="Fira Sans" panose="020B0503050000020004" pitchFamily="34" charset="0"/>
                        </a:rPr>
                        <a:t>Key findings </a:t>
                      </a:r>
                    </a:p>
                    <a:p>
                      <a:pPr marL="342900" indent="-342900" algn="l" fontAlgn="b">
                        <a:buFont typeface="Aktiv Grotesk" panose="020B0604020202020204" pitchFamily="34" charset="0"/>
                        <a:buChar char="•"/>
                      </a:pPr>
                      <a:r>
                        <a:rPr lang="en-GB" sz="2000" b="0" i="0" u="none" strike="noStrike" dirty="0">
                          <a:solidFill>
                            <a:srgbClr val="000000"/>
                          </a:solidFill>
                          <a:effectLst/>
                          <a:latin typeface="Fira Sans" panose="020B0503050000020004" pitchFamily="34" charset="0"/>
                        </a:rPr>
                        <a:t>Scope and recommendation up front</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15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dirty="0">
                          <a:solidFill>
                            <a:srgbClr val="000000"/>
                          </a:solidFill>
                          <a:effectLst/>
                          <a:latin typeface="Fira Sans" panose="020B0503050000020004" pitchFamily="34" charset="0"/>
                        </a:rPr>
                        <a:t>0930</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dirty="0">
                          <a:solidFill>
                            <a:srgbClr val="000000"/>
                          </a:solidFill>
                          <a:effectLst/>
                          <a:latin typeface="Fira Sans" panose="020B0503050000020004" pitchFamily="34" charset="0"/>
                        </a:rPr>
                        <a:t>0945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314335"/>
                  </a:ext>
                </a:extLst>
              </a:tr>
              <a:tr h="1082107">
                <a:tc>
                  <a:txBody>
                    <a:bodyPr/>
                    <a:lstStyle/>
                    <a:p>
                      <a:pPr algn="ctr" fontAlgn="b">
                        <a:buNone/>
                      </a:pPr>
                      <a:r>
                        <a:rPr lang="en-GB" sz="2000" b="0" i="0" u="none" strike="noStrike">
                          <a:solidFill>
                            <a:srgbClr val="000000"/>
                          </a:solidFill>
                          <a:effectLst/>
                          <a:latin typeface="Fira Sans" panose="020B0503050000020004" pitchFamily="34" charset="0"/>
                        </a:rPr>
                        <a:t>2</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Why Cloud? Why Now?</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ktiv Grotesk" panose="020B0604020202020204" pitchFamily="34" charset="0"/>
                        <a:buChar char="•"/>
                      </a:pPr>
                      <a:r>
                        <a:rPr lang="en-GB" sz="2000" b="0" i="0" u="none" strike="noStrike" dirty="0">
                          <a:solidFill>
                            <a:srgbClr val="000000"/>
                          </a:solidFill>
                          <a:effectLst/>
                          <a:latin typeface="Fira Sans" panose="020B0503050000020004" pitchFamily="34" charset="0"/>
                        </a:rPr>
                        <a:t>Business drivers and case for acting now</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30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dirty="0">
                          <a:solidFill>
                            <a:srgbClr val="000000"/>
                          </a:solidFill>
                          <a:effectLst/>
                          <a:latin typeface="Fira Sans" panose="020B0503050000020004" pitchFamily="34" charset="0"/>
                        </a:rPr>
                        <a:t>0945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1015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3607903"/>
                  </a:ext>
                </a:extLst>
              </a:tr>
              <a:tr h="1336718">
                <a:tc>
                  <a:txBody>
                    <a:bodyPr/>
                    <a:lstStyle/>
                    <a:p>
                      <a:pPr algn="ctr" fontAlgn="b">
                        <a:buNone/>
                      </a:pPr>
                      <a:r>
                        <a:rPr lang="en-GB" sz="2000" b="0" i="0" u="none" strike="noStrike">
                          <a:solidFill>
                            <a:srgbClr val="000000"/>
                          </a:solidFill>
                          <a:effectLst/>
                          <a:latin typeface="Fira Sans" panose="020B0503050000020004" pitchFamily="34" charset="0"/>
                        </a:rPr>
                        <a:t>3</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dirty="0">
                          <a:solidFill>
                            <a:srgbClr val="000000"/>
                          </a:solidFill>
                          <a:effectLst/>
                          <a:latin typeface="Fira Sans" panose="020B0503050000020004" pitchFamily="34" charset="0"/>
                        </a:rPr>
                        <a:t>Your Estate</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ktiv Grotesk" panose="020B0604020202020204" pitchFamily="34" charset="0"/>
                        <a:buChar char="•"/>
                      </a:pPr>
                      <a:r>
                        <a:rPr lang="en-GB" sz="2000" b="0" i="0" u="none" strike="noStrike" dirty="0">
                          <a:solidFill>
                            <a:srgbClr val="000000"/>
                          </a:solidFill>
                          <a:effectLst/>
                          <a:latin typeface="Fira Sans" panose="020B0503050000020004" pitchFamily="34" charset="0"/>
                        </a:rPr>
                        <a:t>Discovery applications databases</a:t>
                      </a:r>
                    </a:p>
                    <a:p>
                      <a:pPr marL="342900" indent="-342900" algn="l" fontAlgn="b">
                        <a:buFont typeface="Aktiv Grotesk" panose="020B0604020202020204" pitchFamily="34" charset="0"/>
                        <a:buChar char="•"/>
                      </a:pPr>
                      <a:r>
                        <a:rPr lang="en-GB" sz="2000" b="0" i="0" u="none" strike="noStrike" dirty="0">
                          <a:solidFill>
                            <a:srgbClr val="000000"/>
                          </a:solidFill>
                          <a:effectLst/>
                          <a:latin typeface="Fira Sans" panose="020B0503050000020004" pitchFamily="34" charset="0"/>
                        </a:rPr>
                        <a:t>Workshops and gaps</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30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1015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1045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0376427"/>
                  </a:ext>
                </a:extLst>
              </a:tr>
              <a:tr h="938860">
                <a:tc>
                  <a:txBody>
                    <a:bodyPr/>
                    <a:lstStyle/>
                    <a:p>
                      <a:pPr algn="ctr" fontAlgn="b">
                        <a:buNone/>
                      </a:pPr>
                      <a:r>
                        <a:rPr lang="en-GB" sz="2000" b="0" i="0" u="none" strike="noStrike">
                          <a:solidFill>
                            <a:srgbClr val="000000"/>
                          </a:solidFill>
                          <a:effectLst/>
                          <a:latin typeface="Fira Sans" panose="020B0503050000020004" pitchFamily="34" charset="0"/>
                        </a:rPr>
                        <a:t>4</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Cost Comparison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ktiv Grotesk" panose="020B0604020202020204" pitchFamily="34" charset="0"/>
                        <a:buChar char="•"/>
                      </a:pPr>
                      <a:r>
                        <a:rPr lang="en-GB" sz="2000" b="0" i="0" u="none" strike="noStrike" dirty="0">
                          <a:solidFill>
                            <a:srgbClr val="000000"/>
                          </a:solidFill>
                          <a:effectLst/>
                          <a:latin typeface="Fira Sans" panose="020B0503050000020004" pitchFamily="34" charset="0"/>
                        </a:rPr>
                        <a:t>Methodology comparison </a:t>
                      </a:r>
                    </a:p>
                    <a:p>
                      <a:pPr marL="342900" indent="-342900" algn="l" fontAlgn="b">
                        <a:buFont typeface="Aktiv Grotesk" panose="020B0604020202020204" pitchFamily="34" charset="0"/>
                        <a:buChar char="•"/>
                      </a:pPr>
                      <a:r>
                        <a:rPr lang="en-GB" sz="2000" b="0" i="0" u="none" strike="noStrike" dirty="0">
                          <a:solidFill>
                            <a:srgbClr val="000000"/>
                          </a:solidFill>
                          <a:effectLst/>
                          <a:latin typeface="Fira Sans" panose="020B0503050000020004" pitchFamily="34" charset="0"/>
                        </a:rPr>
                        <a:t>Oracle paths and Complete View</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30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1045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1115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2836278"/>
                  </a:ext>
                </a:extLst>
              </a:tr>
              <a:tr h="1336718">
                <a:tc>
                  <a:txBody>
                    <a:bodyPr/>
                    <a:lstStyle/>
                    <a:p>
                      <a:pPr algn="ctr" fontAlgn="b">
                        <a:buNone/>
                      </a:pPr>
                      <a:r>
                        <a:rPr lang="en-GB" sz="2000" b="0" i="0" u="none" strike="noStrike">
                          <a:solidFill>
                            <a:srgbClr val="000000"/>
                          </a:solidFill>
                          <a:effectLst/>
                          <a:latin typeface="Fira Sans" panose="020B0503050000020004" pitchFamily="34" charset="0"/>
                        </a:rPr>
                        <a:t>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fontAlgn="b">
                        <a:buNone/>
                      </a:pPr>
                      <a:r>
                        <a:rPr lang="en-GB" sz="2000" b="0" i="0" u="none" strike="noStrike" dirty="0">
                          <a:solidFill>
                            <a:srgbClr val="000000"/>
                          </a:solidFill>
                          <a:effectLst/>
                          <a:latin typeface="Fira Sans" panose="020B0503050000020004" pitchFamily="34" charset="0"/>
                        </a:rPr>
                        <a:t>BREAK</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l" fontAlgn="b">
                        <a:buNone/>
                      </a:pPr>
                      <a:endParaRPr lang="en-GB" sz="1100" b="0" i="0" u="none" strike="noStrike" dirty="0">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15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1115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1130</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3316567"/>
                  </a:ext>
                </a:extLst>
              </a:tr>
              <a:tr h="1156522">
                <a:tc>
                  <a:txBody>
                    <a:bodyPr/>
                    <a:lstStyle/>
                    <a:p>
                      <a:pPr algn="ctr" fontAlgn="b">
                        <a:buNone/>
                      </a:pPr>
                      <a:r>
                        <a:rPr lang="en-GB" sz="2000" b="0" i="0" u="none" strike="noStrike">
                          <a:solidFill>
                            <a:srgbClr val="000000"/>
                          </a:solidFill>
                          <a:effectLst/>
                          <a:latin typeface="Fira Sans" panose="020B0503050000020004" pitchFamily="34" charset="0"/>
                        </a:rPr>
                        <a:t>6</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Business &amp; Application Fit</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ktiv Grotesk" panose="020B0604020202020204" pitchFamily="34" charset="0"/>
                        <a:buChar char="•"/>
                      </a:pPr>
                      <a:r>
                        <a:rPr lang="en-GB" sz="2000" b="0" i="0" u="none" strike="noStrike" dirty="0">
                          <a:solidFill>
                            <a:srgbClr val="000000"/>
                          </a:solidFill>
                          <a:effectLst/>
                          <a:latin typeface="Fira Sans" panose="020B0503050000020004" pitchFamily="34" charset="0"/>
                        </a:rPr>
                        <a:t>Technical constraints cohorts and co-migration groups</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15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1130</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1145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7907653"/>
                  </a:ext>
                </a:extLst>
              </a:tr>
              <a:tr h="1156522">
                <a:tc>
                  <a:txBody>
                    <a:bodyPr/>
                    <a:lstStyle/>
                    <a:p>
                      <a:pPr algn="ctr" fontAlgn="b">
                        <a:buNone/>
                      </a:pPr>
                      <a:r>
                        <a:rPr lang="en-GB" sz="2000" b="0" i="0" u="none" strike="noStrike">
                          <a:solidFill>
                            <a:srgbClr val="000000"/>
                          </a:solidFill>
                          <a:effectLst/>
                          <a:latin typeface="Fira Sans" panose="020B0503050000020004" pitchFamily="34" charset="0"/>
                        </a:rPr>
                        <a:t>7</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Hyperscaler Recommendation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ktiv Grotesk" panose="020B0604020202020204" pitchFamily="34" charset="0"/>
                        <a:buChar char="•"/>
                      </a:pPr>
                      <a:r>
                        <a:rPr lang="en-GB" sz="2000" b="0" i="0" u="none" strike="noStrike" dirty="0">
                          <a:solidFill>
                            <a:srgbClr val="000000"/>
                          </a:solidFill>
                          <a:effectLst/>
                          <a:latin typeface="Fira Sans" panose="020B0503050000020004" pitchFamily="34" charset="0"/>
                        </a:rPr>
                        <a:t>Scoring Why AWS platform comparison and decision discussion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30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1145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1215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302280"/>
                  </a:ext>
                </a:extLst>
              </a:tr>
              <a:tr h="938860">
                <a:tc>
                  <a:txBody>
                    <a:bodyPr/>
                    <a:lstStyle/>
                    <a:p>
                      <a:pPr algn="ctr" fontAlgn="b">
                        <a:buNone/>
                      </a:pPr>
                      <a:r>
                        <a:rPr lang="en-GB" sz="2000" b="0" i="0" u="none" strike="noStrike">
                          <a:solidFill>
                            <a:srgbClr val="000000"/>
                          </a:solidFill>
                          <a:effectLst/>
                          <a:latin typeface="Fira Sans" panose="020B0503050000020004" pitchFamily="34" charset="0"/>
                        </a:rPr>
                        <a:t>8</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Customer Readiness</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ktiv Grotesk" panose="020B0604020202020204" pitchFamily="34" charset="0"/>
                        <a:buChar char="•"/>
                      </a:pPr>
                      <a:r>
                        <a:rPr lang="en-GB" sz="2000" b="0" i="0" u="none" strike="noStrike" dirty="0">
                          <a:solidFill>
                            <a:srgbClr val="000000"/>
                          </a:solidFill>
                          <a:effectLst/>
                          <a:latin typeface="Fira Sans" panose="020B0503050000020004" pitchFamily="34" charset="0"/>
                        </a:rPr>
                        <a:t>Readiness scores and closing the gap</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dirty="0">
                          <a:solidFill>
                            <a:srgbClr val="000000"/>
                          </a:solidFill>
                          <a:effectLst/>
                          <a:latin typeface="Fira Sans" panose="020B0503050000020004" pitchFamily="34" charset="0"/>
                        </a:rPr>
                        <a:t>10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dirty="0">
                          <a:solidFill>
                            <a:srgbClr val="000000"/>
                          </a:solidFill>
                          <a:effectLst/>
                          <a:latin typeface="Fira Sans" panose="020B0503050000020004" pitchFamily="34" charset="0"/>
                        </a:rPr>
                        <a:t>1215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1225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2503768"/>
                  </a:ext>
                </a:extLst>
              </a:tr>
              <a:tr h="938860">
                <a:tc>
                  <a:txBody>
                    <a:bodyPr/>
                    <a:lstStyle/>
                    <a:p>
                      <a:pPr algn="ctr" fontAlgn="b">
                        <a:buNone/>
                      </a:pPr>
                      <a:r>
                        <a:rPr lang="en-GB" sz="2000" b="0" i="0" u="none" strike="noStrike">
                          <a:solidFill>
                            <a:srgbClr val="000000"/>
                          </a:solidFill>
                          <a:effectLst/>
                          <a:latin typeface="Fira Sans" panose="020B0503050000020004" pitchFamily="34" charset="0"/>
                        </a:rPr>
                        <a:t>9</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Challenges &amp; Opportunities</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ktiv Grotesk" panose="020B0604020202020204" pitchFamily="34" charset="0"/>
                        <a:buChar char="•"/>
                      </a:pPr>
                      <a:r>
                        <a:rPr lang="en-GB" sz="2000" b="0" i="0" u="none" strike="noStrike" dirty="0">
                          <a:solidFill>
                            <a:srgbClr val="000000"/>
                          </a:solidFill>
                          <a:effectLst/>
                          <a:latin typeface="Fira Sans" panose="020B0503050000020004" pitchFamily="34" charset="0"/>
                        </a:rPr>
                        <a:t>Paired challenges and quantified and strategic opportunities</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dirty="0">
                          <a:solidFill>
                            <a:srgbClr val="000000"/>
                          </a:solidFill>
                          <a:effectLst/>
                          <a:latin typeface="Fira Sans" panose="020B0503050000020004" pitchFamily="34" charset="0"/>
                        </a:rPr>
                        <a:t>15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1225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dirty="0">
                          <a:solidFill>
                            <a:srgbClr val="000000"/>
                          </a:solidFill>
                          <a:effectLst/>
                          <a:latin typeface="Fira Sans" panose="020B0503050000020004" pitchFamily="34" charset="0"/>
                        </a:rPr>
                        <a:t>1240</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8347825"/>
                  </a:ext>
                </a:extLst>
              </a:tr>
              <a:tr h="938860">
                <a:tc>
                  <a:txBody>
                    <a:bodyPr/>
                    <a:lstStyle/>
                    <a:p>
                      <a:pPr algn="ctr" fontAlgn="b">
                        <a:buNone/>
                      </a:pPr>
                      <a:r>
                        <a:rPr lang="en-GB" sz="2000" b="0" i="0" u="none" strike="noStrike">
                          <a:solidFill>
                            <a:srgbClr val="000000"/>
                          </a:solidFill>
                          <a:effectLst/>
                          <a:latin typeface="Fira Sans" panose="020B0503050000020004" pitchFamily="34" charset="0"/>
                        </a:rPr>
                        <a:t>10</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Moving Forward and Part 2</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ktiv Grotesk" panose="020B0604020202020204" pitchFamily="34" charset="0"/>
                        <a:buChar char="•"/>
                      </a:pPr>
                      <a:r>
                        <a:rPr lang="en-GB" sz="2000" b="0" i="0" u="none" strike="noStrike" dirty="0">
                          <a:solidFill>
                            <a:srgbClr val="000000"/>
                          </a:solidFill>
                          <a:effectLst/>
                          <a:latin typeface="Fira Sans" panose="020B0503050000020004" pitchFamily="34" charset="0"/>
                        </a:rPr>
                        <a:t>Decisions needed </a:t>
                      </a:r>
                    </a:p>
                    <a:p>
                      <a:pPr marL="342900" indent="-342900" algn="l" fontAlgn="b">
                        <a:buFont typeface="Aktiv Grotesk" panose="020B0604020202020204" pitchFamily="34" charset="0"/>
                        <a:buChar char="•"/>
                      </a:pPr>
                      <a:r>
                        <a:rPr lang="en-GB" sz="2000" b="0" i="0" u="none" strike="noStrike" dirty="0">
                          <a:solidFill>
                            <a:srgbClr val="000000"/>
                          </a:solidFill>
                          <a:effectLst/>
                          <a:latin typeface="Fira Sans" panose="020B0503050000020004" pitchFamily="34" charset="0"/>
                        </a:rPr>
                        <a:t>Phase 2 scope timeline and </a:t>
                      </a:r>
                      <a:r>
                        <a:rPr lang="en-GB" sz="2000" b="0" i="0" u="none" strike="noStrike" dirty="0" err="1">
                          <a:solidFill>
                            <a:srgbClr val="000000"/>
                          </a:solidFill>
                          <a:effectLst/>
                          <a:latin typeface="Fira Sans" panose="020B0503050000020004" pitchFamily="34" charset="0"/>
                        </a:rPr>
                        <a:t>hyperscaler</a:t>
                      </a:r>
                      <a:r>
                        <a:rPr lang="en-GB" sz="2000" b="0" i="0" u="none" strike="noStrike" dirty="0">
                          <a:solidFill>
                            <a:srgbClr val="000000"/>
                          </a:solidFill>
                          <a:effectLst/>
                          <a:latin typeface="Fira Sans" panose="020B0503050000020004" pitchFamily="34" charset="0"/>
                        </a:rPr>
                        <a:t> guidance</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20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dirty="0">
                          <a:solidFill>
                            <a:srgbClr val="000000"/>
                          </a:solidFill>
                          <a:effectLst/>
                          <a:latin typeface="Fira Sans" panose="020B0503050000020004" pitchFamily="34" charset="0"/>
                        </a:rPr>
                        <a:t>1240</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dirty="0">
                          <a:solidFill>
                            <a:srgbClr val="000000"/>
                          </a:solidFill>
                          <a:effectLst/>
                          <a:latin typeface="Fira Sans" panose="020B0503050000020004" pitchFamily="34" charset="0"/>
                        </a:rPr>
                        <a:t>1300</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2492214"/>
                  </a:ext>
                </a:extLst>
              </a:tr>
              <a:tr h="938860">
                <a:tc>
                  <a:txBody>
                    <a:bodyPr/>
                    <a:lstStyle/>
                    <a:p>
                      <a:pPr algn="ctr" fontAlgn="b">
                        <a:buNone/>
                      </a:pPr>
                      <a:r>
                        <a:rPr lang="en-GB" sz="2000" b="0" i="0" u="none" strike="noStrike">
                          <a:solidFill>
                            <a:srgbClr val="000000"/>
                          </a:solidFill>
                          <a:effectLst/>
                          <a:latin typeface="Fira Sans" panose="020B0503050000020004" pitchFamily="34" charset="0"/>
                        </a:rPr>
                        <a:t>11</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Working Discussion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ktiv Grotesk" panose="020B0604020202020204" pitchFamily="34" charset="0"/>
                        <a:buChar char="•"/>
                      </a:pPr>
                      <a:r>
                        <a:rPr lang="en-GB" sz="2000" b="0" i="0" u="none" strike="noStrike" dirty="0">
                          <a:solidFill>
                            <a:srgbClr val="000000"/>
                          </a:solidFill>
                          <a:effectLst/>
                          <a:latin typeface="Fira Sans" panose="020B0503050000020004" pitchFamily="34" charset="0"/>
                        </a:rPr>
                        <a:t>Agree platform direction </a:t>
                      </a:r>
                    </a:p>
                    <a:p>
                      <a:pPr marL="342900" indent="-342900" algn="l" fontAlgn="b">
                        <a:buFont typeface="Aktiv Grotesk" panose="020B0604020202020204" pitchFamily="34" charset="0"/>
                        <a:buChar char="•"/>
                      </a:pPr>
                      <a:r>
                        <a:rPr lang="en-GB" sz="2000" b="0" i="0" u="none" strike="noStrike" dirty="0">
                          <a:solidFill>
                            <a:srgbClr val="000000"/>
                          </a:solidFill>
                          <a:effectLst/>
                          <a:latin typeface="Fira Sans" panose="020B0503050000020004" pitchFamily="34" charset="0"/>
                        </a:rPr>
                        <a:t>Oracle path and Phase 2 go/no-go</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30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1300</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dirty="0">
                          <a:solidFill>
                            <a:srgbClr val="000000"/>
                          </a:solidFill>
                          <a:effectLst/>
                          <a:latin typeface="Fira Sans" panose="020B0503050000020004" pitchFamily="34" charset="0"/>
                        </a:rPr>
                        <a:t>1330</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9410395"/>
                  </a:ext>
                </a:extLst>
              </a:tr>
            </a:tbl>
          </a:graphicData>
        </a:graphic>
      </p:graphicFrame>
    </p:spTree>
    <p:extLst>
      <p:ext uri="{BB962C8B-B14F-4D97-AF65-F5344CB8AC3E}">
        <p14:creationId xmlns:p14="http://schemas.microsoft.com/office/powerpoint/2010/main" val="3817690726"/>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14:presetBounceEnd="50000">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14:bounceEnd="50000">
                                          <p:cBhvr additive="base">
                                            <p:cTn id="7" dur="500" fill="hold"/>
                                            <p:tgtEl>
                                              <p:spTgt spid="6"/>
                                            </p:tgtEl>
                                            <p:attrNameLst>
                                              <p:attrName>ppt_x</p:attrName>
                                            </p:attrNameLst>
                                          </p:cBhvr>
                                          <p:tavLst>
                                            <p:tav tm="0">
                                              <p:val>
                                                <p:strVal val="1+#ppt_w/2"/>
                                              </p:val>
                                            </p:tav>
                                            <p:tav tm="100000">
                                              <p:val>
                                                <p:strVal val="#ppt_x"/>
                                              </p:val>
                                            </p:tav>
                                          </p:tavLst>
                                        </p:anim>
                                        <p:anim calcmode="lin" valueType="num" p14:bounceEnd="50000">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5B76263-DCD2-0B78-B135-9C8C642516C8}"/>
              </a:ext>
            </a:extLst>
          </p:cNvPr>
          <p:cNvSpPr>
            <a:spLocks noGrp="1"/>
          </p:cNvSpPr>
          <p:nvPr>
            <p:ph type="body" sz="quarter" idx="16"/>
          </p:nvPr>
        </p:nvSpPr>
        <p:spPr>
          <a:xfrm>
            <a:off x="6122839" y="3715469"/>
            <a:ext cx="11160126" cy="4200146"/>
          </a:xfrm>
        </p:spPr>
        <p:txBody>
          <a:bodyPr anchor="ctr"/>
          <a:lstStyle/>
          <a:p>
            <a:pPr algn="ctr"/>
            <a:r>
              <a:rPr lang="en-GB" b="1" dirty="0">
                <a:latin typeface="Fira Sans Light" panose="020B0403050000020004" pitchFamily="34" charset="0"/>
              </a:rPr>
              <a:t>Executive Summary</a:t>
            </a:r>
            <a:endParaRPr lang="en-GB" b="1" noProof="0" dirty="0">
              <a:latin typeface="Fira Sans Light" panose="020B0403050000020004" pitchFamily="34" charset="0"/>
            </a:endParaRPr>
          </a:p>
        </p:txBody>
      </p:sp>
    </p:spTree>
    <p:extLst>
      <p:ext uri="{BB962C8B-B14F-4D97-AF65-F5344CB8AC3E}">
        <p14:creationId xmlns:p14="http://schemas.microsoft.com/office/powerpoint/2010/main" val="2997075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0D3A2-084B-1C0B-557F-2B9B5DFB840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5AD6E4-345D-9699-59E5-18727FB7BC55}"/>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4</a:t>
            </a:fld>
            <a:endParaRPr lang="en-GB" noProof="0"/>
          </a:p>
        </p:txBody>
      </p:sp>
      <p:pic>
        <p:nvPicPr>
          <p:cNvPr id="5" name="Content Placeholder 7" descr="Two business people communicating and sharing">
            <a:extLst>
              <a:ext uri="{FF2B5EF4-FFF2-40B4-BE49-F238E27FC236}">
                <a16:creationId xmlns:a16="http://schemas.microsoft.com/office/drawing/2014/main" id="{DA20ACD7-FFA4-50DE-C432-9A7E01C6601A}"/>
              </a:ext>
            </a:extLst>
          </p:cNvPr>
          <p:cNvPicPr>
            <a:picLocks noChangeAspect="1"/>
          </p:cNvPicPr>
          <p:nvPr/>
        </p:nvPicPr>
        <p:blipFill>
          <a:blip r:embed="rId3"/>
          <a:srcRect l="20785" r="9942" b="-2"/>
          <a:stretch>
            <a:fillRect/>
          </a:stretch>
        </p:blipFill>
        <p:spPr>
          <a:xfrm>
            <a:off x="862164" y="3683266"/>
            <a:ext cx="7333475" cy="7066509"/>
          </a:xfrm>
          <a:prstGeom prst="roundRect">
            <a:avLst/>
          </a:prstGeom>
        </p:spPr>
      </p:pic>
      <p:sp>
        <p:nvSpPr>
          <p:cNvPr id="7" name="TextBox 6">
            <a:extLst>
              <a:ext uri="{FF2B5EF4-FFF2-40B4-BE49-F238E27FC236}">
                <a16:creationId xmlns:a16="http://schemas.microsoft.com/office/drawing/2014/main" id="{0F49FBC7-B939-C8C7-0AFB-C344129424B2}"/>
              </a:ext>
            </a:extLst>
          </p:cNvPr>
          <p:cNvSpPr txBox="1"/>
          <p:nvPr/>
        </p:nvSpPr>
        <p:spPr>
          <a:xfrm>
            <a:off x="9198864" y="3319294"/>
            <a:ext cx="12527280" cy="9110186"/>
          </a:xfrm>
          <a:prstGeom prst="rect">
            <a:avLst/>
          </a:prstGeom>
          <a:noFill/>
        </p:spPr>
        <p:txBody>
          <a:bodyPr wrap="square" rtlCol="0">
            <a:spAutoFit/>
          </a:bodyPr>
          <a:lstStyle/>
          <a:p>
            <a:pPr>
              <a:spcBef>
                <a:spcPts val="2500"/>
              </a:spcBef>
            </a:pPr>
            <a:r>
              <a:rPr lang="en-GB" sz="2400" b="1" dirty="0"/>
              <a:t>What this assessment does</a:t>
            </a:r>
          </a:p>
          <a:p>
            <a:pPr marL="285750" indent="-285750">
              <a:spcBef>
                <a:spcPts val="2500"/>
              </a:spcBef>
              <a:buFont typeface="Aktiv Grotesk" panose="020B0604020202020204" pitchFamily="34" charset="0"/>
              <a:buChar char="•"/>
            </a:pPr>
            <a:r>
              <a:rPr lang="en-GB" sz="2400" dirty="0"/>
              <a:t>Provides an evidence‑based view of cloud suitability for the in‑scope estate</a:t>
            </a:r>
          </a:p>
          <a:p>
            <a:pPr marL="285750" indent="-285750">
              <a:spcBef>
                <a:spcPts val="2500"/>
              </a:spcBef>
              <a:buFont typeface="Aktiv Grotesk" panose="020B0604020202020204" pitchFamily="34" charset="0"/>
              <a:buChar char="•"/>
            </a:pPr>
            <a:r>
              <a:rPr lang="en-GB" sz="2400" dirty="0"/>
              <a:t>Compares AWS, Azure, and GCP using the same source data and live pricing</a:t>
            </a:r>
          </a:p>
          <a:p>
            <a:pPr marL="285750" indent="-285750">
              <a:spcBef>
                <a:spcPts val="2500"/>
              </a:spcBef>
              <a:buFont typeface="Aktiv Grotesk" panose="020B0604020202020204" pitchFamily="34" charset="0"/>
              <a:buChar char="•"/>
            </a:pPr>
            <a:r>
              <a:rPr lang="en-GB" sz="2400" dirty="0"/>
              <a:t>Identifies material technical constraints, cost drivers, and readiness gaps</a:t>
            </a:r>
          </a:p>
          <a:p>
            <a:pPr marL="285750" indent="-285750">
              <a:spcBef>
                <a:spcPts val="2500"/>
              </a:spcBef>
              <a:buFont typeface="Aktiv Grotesk" panose="020B0604020202020204" pitchFamily="34" charset="0"/>
              <a:buChar char="•"/>
            </a:pPr>
            <a:r>
              <a:rPr lang="en-GB" sz="2400" dirty="0"/>
              <a:t>Reaches a primary platform recommendation</a:t>
            </a:r>
          </a:p>
          <a:p>
            <a:pPr>
              <a:spcBef>
                <a:spcPts val="2500"/>
              </a:spcBef>
            </a:pPr>
            <a:r>
              <a:rPr lang="en-GB" sz="2400" b="1" dirty="0"/>
              <a:t>What this assessment deliberately does not do</a:t>
            </a:r>
          </a:p>
          <a:p>
            <a:pPr marL="285750" indent="-285750">
              <a:spcBef>
                <a:spcPts val="2500"/>
              </a:spcBef>
              <a:buFont typeface="Aktiv Grotesk" panose="020B0604020202020204" pitchFamily="34" charset="0"/>
              <a:buChar char="•"/>
            </a:pPr>
            <a:r>
              <a:rPr lang="en-GB" sz="2400" dirty="0"/>
              <a:t>Estimate migration execution cost or a Year‑1 financial outcome</a:t>
            </a:r>
          </a:p>
          <a:p>
            <a:pPr marL="285750" indent="-285750">
              <a:spcBef>
                <a:spcPts val="2500"/>
              </a:spcBef>
              <a:buFont typeface="Aktiv Grotesk" panose="020B0604020202020204" pitchFamily="34" charset="0"/>
              <a:buChar char="•"/>
            </a:pPr>
            <a:r>
              <a:rPr lang="en-GB" sz="2400" dirty="0"/>
              <a:t>Produce a final application‑by‑application migration plan</a:t>
            </a:r>
          </a:p>
          <a:p>
            <a:pPr marL="285750" indent="-285750">
              <a:spcBef>
                <a:spcPts val="2500"/>
              </a:spcBef>
              <a:buFont typeface="Aktiv Grotesk" panose="020B0604020202020204" pitchFamily="34" charset="0"/>
              <a:buChar char="•"/>
            </a:pPr>
            <a:r>
              <a:rPr lang="en-GB" sz="2400" dirty="0"/>
              <a:t>Design a landing zone or target security architecture</a:t>
            </a:r>
          </a:p>
          <a:p>
            <a:pPr marL="285750" indent="-285750">
              <a:spcBef>
                <a:spcPts val="2500"/>
              </a:spcBef>
              <a:buFont typeface="Aktiv Grotesk" panose="020B0604020202020204" pitchFamily="34" charset="0"/>
              <a:buChar char="•"/>
            </a:pPr>
            <a:r>
              <a:rPr lang="en-GB" sz="2400" dirty="0"/>
              <a:t>Decide long‑term Oracle modernisation</a:t>
            </a:r>
          </a:p>
          <a:p>
            <a:pPr>
              <a:spcBef>
                <a:spcPts val="2500"/>
              </a:spcBef>
            </a:pPr>
            <a:r>
              <a:rPr lang="en-GB" sz="2400" b="1" dirty="0"/>
              <a:t>Why those boundaries matter</a:t>
            </a:r>
          </a:p>
          <a:p>
            <a:pPr marL="285750" indent="-285750">
              <a:spcBef>
                <a:spcPts val="2500"/>
              </a:spcBef>
              <a:buFont typeface="Aktiv Grotesk" panose="020B0604020202020204" pitchFamily="34" charset="0"/>
              <a:buChar char="•"/>
            </a:pPr>
            <a:r>
              <a:rPr lang="en-GB" sz="2400" dirty="0"/>
              <a:t>These boundaries let us give you a clear platform direction today without forcing design, cost, or database decisions that belong later.</a:t>
            </a:r>
          </a:p>
          <a:p>
            <a:pPr marL="285750" indent="-285750">
              <a:spcBef>
                <a:spcPts val="2500"/>
              </a:spcBef>
              <a:buFont typeface="Aktiv Grotesk" panose="020B0604020202020204" pitchFamily="34" charset="0"/>
              <a:buChar char="•"/>
            </a:pPr>
            <a:r>
              <a:rPr lang="en-GB" sz="2400" dirty="0"/>
              <a:t>Detailed sequencing, design, and planning follow once platform direction is agreed.</a:t>
            </a:r>
            <a:endParaRPr lang="en-US" dirty="0"/>
          </a:p>
        </p:txBody>
      </p:sp>
      <p:sp>
        <p:nvSpPr>
          <p:cNvPr id="10" name="TextBox 9">
            <a:extLst>
              <a:ext uri="{FF2B5EF4-FFF2-40B4-BE49-F238E27FC236}">
                <a16:creationId xmlns:a16="http://schemas.microsoft.com/office/drawing/2014/main" id="{8DB83E1D-32A4-5CC2-01F5-208E0A34306B}"/>
              </a:ext>
            </a:extLst>
          </p:cNvPr>
          <p:cNvSpPr txBox="1"/>
          <p:nvPr/>
        </p:nvSpPr>
        <p:spPr>
          <a:xfrm>
            <a:off x="406009" y="473476"/>
            <a:ext cx="10434267" cy="1046440"/>
          </a:xfrm>
          <a:prstGeom prst="rect">
            <a:avLst/>
          </a:prstGeom>
          <a:noFill/>
        </p:spPr>
        <p:txBody>
          <a:bodyPr wrap="none" rtlCol="0">
            <a:spAutoFit/>
          </a:bodyPr>
          <a:lstStyle/>
          <a:p>
            <a:pPr algn="l"/>
            <a:r>
              <a:rPr lang="en-GB" sz="6200" noProof="0" dirty="0">
                <a:solidFill>
                  <a:srgbClr val="FF0000"/>
                </a:solidFill>
                <a:latin typeface="Fira Sans Light" panose="020B0403050000020004" pitchFamily="34" charset="0"/>
              </a:rPr>
              <a:t>What this assessment covers</a:t>
            </a:r>
          </a:p>
        </p:txBody>
      </p:sp>
    </p:spTree>
    <p:extLst>
      <p:ext uri="{BB962C8B-B14F-4D97-AF65-F5344CB8AC3E}">
        <p14:creationId xmlns:p14="http://schemas.microsoft.com/office/powerpoint/2010/main" val="1501131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DA296-A97F-D0ED-169B-5C97CF43DF7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F7E8F2-DFF6-64D7-101B-DE789A633958}"/>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5</a:t>
            </a:fld>
            <a:endParaRPr lang="en-GB" noProof="0"/>
          </a:p>
        </p:txBody>
      </p:sp>
      <p:sp>
        <p:nvSpPr>
          <p:cNvPr id="4" name="TextBox 3">
            <a:extLst>
              <a:ext uri="{FF2B5EF4-FFF2-40B4-BE49-F238E27FC236}">
                <a16:creationId xmlns:a16="http://schemas.microsoft.com/office/drawing/2014/main" id="{01706005-CBDB-2C90-A769-B50096904A82}"/>
              </a:ext>
            </a:extLst>
          </p:cNvPr>
          <p:cNvSpPr txBox="1"/>
          <p:nvPr/>
        </p:nvSpPr>
        <p:spPr>
          <a:xfrm>
            <a:off x="406009" y="473476"/>
            <a:ext cx="5888150" cy="1046440"/>
          </a:xfrm>
          <a:prstGeom prst="rect">
            <a:avLst/>
          </a:prstGeom>
          <a:noFill/>
        </p:spPr>
        <p:txBody>
          <a:bodyPr wrap="none" rtlCol="0">
            <a:spAutoFit/>
          </a:bodyPr>
          <a:lstStyle/>
          <a:p>
            <a:pPr algn="l"/>
            <a:r>
              <a:rPr lang="en-GB" sz="6200" noProof="0" dirty="0">
                <a:solidFill>
                  <a:srgbClr val="FF0000"/>
                </a:solidFill>
                <a:latin typeface="Fira Sans Light" panose="020B0403050000020004" pitchFamily="34" charset="0"/>
              </a:rPr>
              <a:t>Scope Summary</a:t>
            </a:r>
          </a:p>
        </p:txBody>
      </p:sp>
      <p:pic>
        <p:nvPicPr>
          <p:cNvPr id="5" name="Content Placeholder 7" descr="Digital background depicting innovative technologies, data protection Internet technologies. Cloud computing digital concept">
            <a:extLst>
              <a:ext uri="{FF2B5EF4-FFF2-40B4-BE49-F238E27FC236}">
                <a16:creationId xmlns:a16="http://schemas.microsoft.com/office/drawing/2014/main" id="{025F17D5-CA3C-940A-5CD3-3D08A25A9E14}"/>
              </a:ext>
            </a:extLst>
          </p:cNvPr>
          <p:cNvPicPr>
            <a:picLocks noChangeAspect="1"/>
          </p:cNvPicPr>
          <p:nvPr/>
        </p:nvPicPr>
        <p:blipFill>
          <a:blip r:embed="rId3"/>
          <a:srcRect l="18399" r="23225" b="-2"/>
          <a:stretch>
            <a:fillRect/>
          </a:stretch>
        </p:blipFill>
        <p:spPr>
          <a:xfrm>
            <a:off x="669234" y="2902227"/>
            <a:ext cx="7314589" cy="7048311"/>
          </a:xfrm>
          <a:prstGeom prst="roundRect">
            <a:avLst/>
          </a:prstGeom>
        </p:spPr>
      </p:pic>
      <p:sp>
        <p:nvSpPr>
          <p:cNvPr id="6" name="TextBox 5">
            <a:extLst>
              <a:ext uri="{FF2B5EF4-FFF2-40B4-BE49-F238E27FC236}">
                <a16:creationId xmlns:a16="http://schemas.microsoft.com/office/drawing/2014/main" id="{354FA8DB-1B72-3A09-FC03-8E9E1BFA6B72}"/>
              </a:ext>
            </a:extLst>
          </p:cNvPr>
          <p:cNvSpPr txBox="1"/>
          <p:nvPr/>
        </p:nvSpPr>
        <p:spPr>
          <a:xfrm>
            <a:off x="8958167" y="3210231"/>
            <a:ext cx="13990320" cy="6740307"/>
          </a:xfrm>
          <a:prstGeom prst="rect">
            <a:avLst/>
          </a:prstGeom>
          <a:noFill/>
        </p:spPr>
        <p:txBody>
          <a:bodyPr wrap="square" rtlCol="0">
            <a:spAutoFit/>
          </a:bodyPr>
          <a:lstStyle/>
          <a:p>
            <a:r>
              <a:rPr lang="en-GB" sz="3600" b="1" dirty="0"/>
              <a:t>3 datacentres </a:t>
            </a:r>
            <a:r>
              <a:rPr lang="en-GB" sz="3600" dirty="0"/>
              <a:t>Reading, Slough, Sydney</a:t>
            </a:r>
          </a:p>
          <a:p>
            <a:endParaRPr lang="en-GB" sz="3600" dirty="0"/>
          </a:p>
          <a:p>
            <a:r>
              <a:rPr lang="en-GB" sz="3600" b="1" dirty="0"/>
              <a:t>3,038 servers </a:t>
            </a:r>
            <a:r>
              <a:rPr lang="en-GB" sz="3600" dirty="0"/>
              <a:t>discovered and independently priced</a:t>
            </a:r>
          </a:p>
          <a:p>
            <a:endParaRPr lang="en-GB" sz="3600" dirty="0"/>
          </a:p>
          <a:p>
            <a:r>
              <a:rPr lang="en-GB" sz="3600" b="1" dirty="0"/>
              <a:t>39 applications </a:t>
            </a:r>
            <a:r>
              <a:rPr lang="en-GB" sz="3600" dirty="0"/>
              <a:t>profiled across 9 workshops</a:t>
            </a:r>
          </a:p>
          <a:p>
            <a:endParaRPr lang="en-GB" sz="3600" dirty="0"/>
          </a:p>
          <a:p>
            <a:r>
              <a:rPr lang="en-GB" sz="3600" b="1" dirty="0"/>
              <a:t>88 databases </a:t>
            </a:r>
            <a:r>
              <a:rPr lang="en-GB" sz="3600" dirty="0"/>
              <a:t>Oracle and SQL Server assessed</a:t>
            </a:r>
          </a:p>
          <a:p>
            <a:endParaRPr lang="en-GB" sz="3600" dirty="0"/>
          </a:p>
          <a:p>
            <a:r>
              <a:rPr lang="en-GB" sz="3600" b="1" dirty="0"/>
              <a:t>3 clouds </a:t>
            </a:r>
            <a:r>
              <a:rPr lang="en-GB" sz="3600" dirty="0"/>
              <a:t>compared using live pricing APIs</a:t>
            </a:r>
          </a:p>
          <a:p>
            <a:endParaRPr lang="en-GB" sz="3600" b="1" dirty="0"/>
          </a:p>
          <a:p>
            <a:r>
              <a:rPr lang="en-GB" sz="3600" b="1" dirty="0"/>
              <a:t>5 infrastructure types </a:t>
            </a:r>
            <a:r>
              <a:rPr lang="en-GB" sz="3600" dirty="0"/>
              <a:t>VMware, Proxmox, physical, appliance, cloud</a:t>
            </a:r>
          </a:p>
        </p:txBody>
      </p:sp>
    </p:spTree>
    <p:extLst>
      <p:ext uri="{BB962C8B-B14F-4D97-AF65-F5344CB8AC3E}">
        <p14:creationId xmlns:p14="http://schemas.microsoft.com/office/powerpoint/2010/main" val="483845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8A508-7446-F91B-2C3E-6812722699A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CB36C3-E41D-02CD-71EB-F5547CE41A5C}"/>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6</a:t>
            </a:fld>
            <a:endParaRPr lang="en-GB" noProof="0"/>
          </a:p>
        </p:txBody>
      </p:sp>
      <p:sp>
        <p:nvSpPr>
          <p:cNvPr id="4" name="TextBox 3">
            <a:extLst>
              <a:ext uri="{FF2B5EF4-FFF2-40B4-BE49-F238E27FC236}">
                <a16:creationId xmlns:a16="http://schemas.microsoft.com/office/drawing/2014/main" id="{19060D72-9180-46BD-B82D-F1C6BC1DAFF1}"/>
              </a:ext>
            </a:extLst>
          </p:cNvPr>
          <p:cNvSpPr txBox="1"/>
          <p:nvPr/>
        </p:nvSpPr>
        <p:spPr>
          <a:xfrm>
            <a:off x="406009" y="473476"/>
            <a:ext cx="4613764" cy="1046440"/>
          </a:xfrm>
          <a:prstGeom prst="rect">
            <a:avLst/>
          </a:prstGeom>
          <a:noFill/>
        </p:spPr>
        <p:txBody>
          <a:bodyPr wrap="none" rtlCol="0">
            <a:spAutoFit/>
          </a:bodyPr>
          <a:lstStyle/>
          <a:p>
            <a:pPr algn="l"/>
            <a:r>
              <a:rPr lang="en-GB" sz="6200" noProof="0" dirty="0">
                <a:solidFill>
                  <a:srgbClr val="FF0000"/>
                </a:solidFill>
                <a:latin typeface="Fira Sans Light" panose="020B0403050000020004" pitchFamily="34" charset="0"/>
              </a:rPr>
              <a:t>Key Findings</a:t>
            </a:r>
          </a:p>
        </p:txBody>
      </p:sp>
      <p:sp>
        <p:nvSpPr>
          <p:cNvPr id="3" name="Content Placeholder 3">
            <a:extLst>
              <a:ext uri="{FF2B5EF4-FFF2-40B4-BE49-F238E27FC236}">
                <a16:creationId xmlns:a16="http://schemas.microsoft.com/office/drawing/2014/main" id="{978A4662-A97E-CABF-4174-13351A59134F}"/>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9004852" y="2902227"/>
            <a:ext cx="14709914" cy="9442174"/>
          </a:xfrm>
          <a:prstGeom prst="rect">
            <a:avLst/>
          </a:prstGeom>
        </p:spPr>
        <p:txBody>
          <a:bodyPr>
            <a:normAutofit fontScale="77500" lnSpcReduction="20000"/>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a:lstStyle>
          <a:p>
            <a:pPr marL="0" indent="0">
              <a:spcBef>
                <a:spcPts val="2500"/>
              </a:spcBef>
              <a:buNone/>
            </a:pPr>
            <a:r>
              <a:rPr lang="en-GB" b="1" dirty="0">
                <a:latin typeface="+mj-lt"/>
              </a:rPr>
              <a:t>Doing nothing is no longer a safe or cheap option</a:t>
            </a:r>
          </a:p>
          <a:p>
            <a:pPr marL="0" indent="0">
              <a:spcBef>
                <a:spcPts val="2500"/>
              </a:spcBef>
              <a:buNone/>
            </a:pPr>
            <a:r>
              <a:rPr lang="en-GB" dirty="0">
                <a:latin typeface="+mj-lt"/>
              </a:rPr>
              <a:t>Datacentre leases, VMware licensing changes, and the Microsoft EA all come up for renewal within the next two years. If decisions are delayed, you still end up making commitments - just through renewals rather than by choice.</a:t>
            </a:r>
          </a:p>
          <a:p>
            <a:pPr marL="0" indent="0">
              <a:spcBef>
                <a:spcPts val="2500"/>
              </a:spcBef>
              <a:buNone/>
            </a:pPr>
            <a:r>
              <a:rPr lang="en-GB" b="1" dirty="0">
                <a:latin typeface="+mj-lt"/>
              </a:rPr>
              <a:t>The evidence points to a clear primary cloud direction</a:t>
            </a:r>
          </a:p>
          <a:p>
            <a:pPr marL="0" indent="0">
              <a:spcBef>
                <a:spcPts val="2500"/>
              </a:spcBef>
              <a:buNone/>
            </a:pPr>
            <a:r>
              <a:rPr lang="en-GB" dirty="0">
                <a:latin typeface="+mj-lt"/>
              </a:rPr>
              <a:t>When cost, technical constraints, and operating realities are considered together, AWS is the platform that best fits the estate. GCP is retained where it already delivers clear value, and Azure carries a material cost premium without a matching benefit.</a:t>
            </a:r>
          </a:p>
          <a:p>
            <a:pPr marL="0" indent="0">
              <a:spcBef>
                <a:spcPts val="2500"/>
              </a:spcBef>
              <a:buNone/>
            </a:pPr>
            <a:r>
              <a:rPr lang="en-GB" b="1" dirty="0">
                <a:latin typeface="+mj-lt"/>
              </a:rPr>
              <a:t>Oracle is a major complexity, but not a blocker to deciding the platform</a:t>
            </a:r>
          </a:p>
          <a:p>
            <a:pPr marL="0" indent="0">
              <a:spcBef>
                <a:spcPts val="2500"/>
              </a:spcBef>
              <a:buNone/>
            </a:pPr>
            <a:r>
              <a:rPr lang="en-GB" dirty="0">
                <a:latin typeface="+mj-lt"/>
              </a:rPr>
              <a:t>Oracle behaves broadly the same across all three clouds. It affects migration sequencing and risk, but it does not change which cloud makes sense. That work is deliberately handled in Part 2 rather than being forced now.</a:t>
            </a:r>
          </a:p>
          <a:p>
            <a:pPr marL="0" indent="0">
              <a:spcBef>
                <a:spcPts val="2500"/>
              </a:spcBef>
              <a:buNone/>
            </a:pPr>
            <a:r>
              <a:rPr lang="en-GB" b="1" dirty="0">
                <a:latin typeface="+mj-lt"/>
              </a:rPr>
              <a:t>A defined next step is needed to remove the remaining uncertainty</a:t>
            </a:r>
          </a:p>
          <a:p>
            <a:pPr marL="0" indent="0">
              <a:spcBef>
                <a:spcPts val="2500"/>
              </a:spcBef>
              <a:buNone/>
            </a:pPr>
            <a:r>
              <a:rPr lang="en-GB" dirty="0">
                <a:latin typeface="+mj-lt"/>
              </a:rPr>
              <a:t>Part 2 is the point where application groupings, landing zone design, and a realistic datacentre exit plan are confirmed. It turns assessment findings into a plan you can act on.</a:t>
            </a:r>
            <a:endParaRPr lang="en-US" dirty="0">
              <a:latin typeface="+mj-lt"/>
            </a:endParaRPr>
          </a:p>
        </p:txBody>
      </p:sp>
      <p:pic>
        <p:nvPicPr>
          <p:cNvPr id="5" name="Content Placeholder 7" descr="Digital background depicting innovative technologies, data protection Internet technologies. Cloud computing digital concept">
            <a:extLst>
              <a:ext uri="{FF2B5EF4-FFF2-40B4-BE49-F238E27FC236}">
                <a16:creationId xmlns:a16="http://schemas.microsoft.com/office/drawing/2014/main" id="{968C5F60-8E07-36ED-44D3-FD3D0A3EEA08}"/>
              </a:ext>
            </a:extLst>
          </p:cNvPr>
          <p:cNvPicPr>
            <a:picLocks noChangeAspect="1"/>
          </p:cNvPicPr>
          <p:nvPr/>
        </p:nvPicPr>
        <p:blipFill>
          <a:blip r:embed="rId3"/>
          <a:srcRect l="18399" r="23225" b="-2"/>
          <a:stretch>
            <a:fillRect/>
          </a:stretch>
        </p:blipFill>
        <p:spPr>
          <a:xfrm>
            <a:off x="669234" y="2902227"/>
            <a:ext cx="7314589" cy="7048311"/>
          </a:xfrm>
          <a:prstGeom prst="roundRect">
            <a:avLst/>
          </a:prstGeom>
        </p:spPr>
      </p:pic>
    </p:spTree>
    <p:extLst>
      <p:ext uri="{BB962C8B-B14F-4D97-AF65-F5344CB8AC3E}">
        <p14:creationId xmlns:p14="http://schemas.microsoft.com/office/powerpoint/2010/main" val="2612447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06FCD-21C8-5969-65EE-03178501240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0ED3138-C58B-9099-47A5-E29757C156ED}"/>
              </a:ext>
            </a:extLst>
          </p:cNvPr>
          <p:cNvSpPr>
            <a:spLocks noGrp="1"/>
          </p:cNvSpPr>
          <p:nvPr>
            <p:ph type="body" sz="quarter" idx="16"/>
          </p:nvPr>
        </p:nvSpPr>
        <p:spPr>
          <a:xfrm>
            <a:off x="6122839" y="3715469"/>
            <a:ext cx="11160126" cy="4200146"/>
          </a:xfrm>
        </p:spPr>
        <p:txBody>
          <a:bodyPr anchor="ctr"/>
          <a:lstStyle/>
          <a:p>
            <a:pPr algn="ctr"/>
            <a:r>
              <a:rPr lang="en-GB" b="1" noProof="0">
                <a:latin typeface="Fira Sans Light" panose="020B0403050000020004" pitchFamily="34" charset="0"/>
              </a:rPr>
              <a:t>Why Cloud?</a:t>
            </a:r>
          </a:p>
          <a:p>
            <a:pPr algn="ctr"/>
            <a:r>
              <a:rPr lang="en-GB" b="1" noProof="0">
                <a:latin typeface="Fira Sans Light" panose="020B0403050000020004" pitchFamily="34" charset="0"/>
              </a:rPr>
              <a:t>Why Now?</a:t>
            </a:r>
          </a:p>
        </p:txBody>
      </p:sp>
    </p:spTree>
    <p:extLst>
      <p:ext uri="{BB962C8B-B14F-4D97-AF65-F5344CB8AC3E}">
        <p14:creationId xmlns:p14="http://schemas.microsoft.com/office/powerpoint/2010/main" val="3795709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56E9E-E38E-76BF-FED2-F97DF72CDAB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383BC3-0BFC-8FF5-0925-CE77135F0DA9}"/>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8</a:t>
            </a:fld>
            <a:endParaRPr lang="en-GB" noProof="0"/>
          </a:p>
        </p:txBody>
      </p:sp>
      <p:sp>
        <p:nvSpPr>
          <p:cNvPr id="4" name="TextBox 3">
            <a:extLst>
              <a:ext uri="{FF2B5EF4-FFF2-40B4-BE49-F238E27FC236}">
                <a16:creationId xmlns:a16="http://schemas.microsoft.com/office/drawing/2014/main" id="{B29C3546-B392-CCE0-32E6-F3A79365E69F}"/>
              </a:ext>
            </a:extLst>
          </p:cNvPr>
          <p:cNvSpPr txBox="1"/>
          <p:nvPr/>
        </p:nvSpPr>
        <p:spPr>
          <a:xfrm>
            <a:off x="406009" y="473476"/>
            <a:ext cx="15971039" cy="1046440"/>
          </a:xfrm>
          <a:prstGeom prst="rect">
            <a:avLst/>
          </a:prstGeom>
          <a:noFill/>
        </p:spPr>
        <p:txBody>
          <a:bodyPr wrap="none" rtlCol="0">
            <a:spAutoFit/>
          </a:bodyPr>
          <a:lstStyle/>
          <a:p>
            <a:pPr algn="l"/>
            <a:r>
              <a:rPr lang="en-GB" sz="6200" noProof="0">
                <a:solidFill>
                  <a:srgbClr val="FF0000"/>
                </a:solidFill>
                <a:latin typeface="Fira Sans Light" panose="020B0403050000020004" pitchFamily="34" charset="0"/>
              </a:rPr>
              <a:t>Cloud Migration Business Drivers - Summary</a:t>
            </a:r>
          </a:p>
        </p:txBody>
      </p:sp>
      <p:grpSp>
        <p:nvGrpSpPr>
          <p:cNvPr id="96" name="Group 95">
            <a:extLst>
              <a:ext uri="{FF2B5EF4-FFF2-40B4-BE49-F238E27FC236}">
                <a16:creationId xmlns:a16="http://schemas.microsoft.com/office/drawing/2014/main" id="{0B42E0C7-EBFE-F550-0E4A-7490EF7EDE86}"/>
              </a:ext>
            </a:extLst>
          </p:cNvPr>
          <p:cNvGrpSpPr/>
          <p:nvPr/>
        </p:nvGrpSpPr>
        <p:grpSpPr>
          <a:xfrm>
            <a:off x="2738047" y="2976610"/>
            <a:ext cx="19017772" cy="8029597"/>
            <a:chOff x="2738047" y="2976610"/>
            <a:chExt cx="19017772" cy="8029597"/>
          </a:xfrm>
        </p:grpSpPr>
        <p:grpSp>
          <p:nvGrpSpPr>
            <p:cNvPr id="89" name="Group 88">
              <a:extLst>
                <a:ext uri="{FF2B5EF4-FFF2-40B4-BE49-F238E27FC236}">
                  <a16:creationId xmlns:a16="http://schemas.microsoft.com/office/drawing/2014/main" id="{10058904-4447-C0B3-2D5F-EEB0E1EDA3A1}"/>
                </a:ext>
              </a:extLst>
            </p:cNvPr>
            <p:cNvGrpSpPr/>
            <p:nvPr/>
          </p:nvGrpSpPr>
          <p:grpSpPr>
            <a:xfrm>
              <a:off x="2738047" y="2976610"/>
              <a:ext cx="19017772" cy="8029597"/>
              <a:chOff x="2738047" y="2976610"/>
              <a:chExt cx="19017772" cy="8029597"/>
            </a:xfrm>
          </p:grpSpPr>
          <p:sp>
            <p:nvSpPr>
              <p:cNvPr id="90" name="Freeform 89">
                <a:extLst>
                  <a:ext uri="{FF2B5EF4-FFF2-40B4-BE49-F238E27FC236}">
                    <a16:creationId xmlns:a16="http://schemas.microsoft.com/office/drawing/2014/main" id="{B9D2DE4F-6EE1-126E-27C8-6D05B04443A2}"/>
                  </a:ext>
                </a:extLst>
              </p:cNvPr>
              <p:cNvSpPr/>
              <p:nvPr/>
            </p:nvSpPr>
            <p:spPr>
              <a:xfrm>
                <a:off x="2738047" y="3670330"/>
                <a:ext cx="19017772" cy="1813612"/>
              </a:xfrm>
              <a:custGeom>
                <a:avLst/>
                <a:gdLst>
                  <a:gd name="csX0" fmla="*/ 0 w 19017772"/>
                  <a:gd name="csY0" fmla="*/ 0 h 1813612"/>
                  <a:gd name="csX1" fmla="*/ 19017772 w 19017772"/>
                  <a:gd name="csY1" fmla="*/ 0 h 1813612"/>
                  <a:gd name="csX2" fmla="*/ 19017772 w 19017772"/>
                  <a:gd name="csY2" fmla="*/ 1813612 h 1813612"/>
                  <a:gd name="csX3" fmla="*/ 0 w 19017772"/>
                  <a:gd name="csY3" fmla="*/ 1813612 h 1813612"/>
                  <a:gd name="csX4" fmla="*/ 0 w 19017772"/>
                  <a:gd name="csY4" fmla="*/ 0 h 1813612"/>
                </a:gdLst>
                <a:ahLst/>
                <a:cxnLst>
                  <a:cxn ang="0">
                    <a:pos x="csX0" y="csY0"/>
                  </a:cxn>
                  <a:cxn ang="0">
                    <a:pos x="csX1" y="csY1"/>
                  </a:cxn>
                  <a:cxn ang="0">
                    <a:pos x="csX2" y="csY2"/>
                  </a:cxn>
                  <a:cxn ang="0">
                    <a:pos x="csX3" y="csY3"/>
                  </a:cxn>
                  <a:cxn ang="0">
                    <a:pos x="csX4" y="csY4"/>
                  </a:cxn>
                </a:cxnLst>
                <a:rect l="l" t="t" r="r" b="b"/>
                <a:pathLst>
                  <a:path w="19017772" h="1813612">
                    <a:moveTo>
                      <a:pt x="0" y="0"/>
                    </a:moveTo>
                    <a:lnTo>
                      <a:pt x="19017772" y="0"/>
                    </a:lnTo>
                    <a:lnTo>
                      <a:pt x="19017772" y="1813612"/>
                    </a:lnTo>
                    <a:lnTo>
                      <a:pt x="0" y="1813612"/>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475990" tIns="978916" rIns="1475990" bIns="284480" numCol="1" spcCol="1270" anchor="t" anchorCtr="0">
                <a:noAutofit/>
              </a:bodyPr>
              <a:lstStyle/>
              <a:p>
                <a:pPr marL="285750" lvl="1" indent="-285750" algn="l" defTabSz="1778000">
                  <a:lnSpc>
                    <a:spcPct val="90000"/>
                  </a:lnSpc>
                  <a:spcBef>
                    <a:spcPct val="0"/>
                  </a:spcBef>
                  <a:spcAft>
                    <a:spcPct val="15000"/>
                  </a:spcAft>
                  <a:buClr>
                    <a:srgbClr val="FF0000"/>
                  </a:buClr>
                  <a:buFont typeface="Aktiv Grotesk" panose="020B0604020202020204" pitchFamily="34" charset="0"/>
                  <a:buChar char="•"/>
                </a:pPr>
                <a:r>
                  <a:rPr lang="en-GB" sz="4000" kern="1200" noProof="0">
                    <a:latin typeface="Fira Sans" panose="020B0503050000020004" pitchFamily="34" charset="0"/>
                  </a:rPr>
                  <a:t>Reduce complexity to scale operations and delivery speed</a:t>
                </a:r>
                <a:endParaRPr lang="en-GB" sz="4000" kern="1200" noProof="0"/>
              </a:p>
            </p:txBody>
          </p:sp>
          <p:sp>
            <p:nvSpPr>
              <p:cNvPr id="91" name="Freeform 90">
                <a:extLst>
                  <a:ext uri="{FF2B5EF4-FFF2-40B4-BE49-F238E27FC236}">
                    <a16:creationId xmlns:a16="http://schemas.microsoft.com/office/drawing/2014/main" id="{E7AFEF64-7E46-BE26-B412-E38AF5C1AB6C}"/>
                  </a:ext>
                </a:extLst>
              </p:cNvPr>
              <p:cNvSpPr/>
              <p:nvPr/>
            </p:nvSpPr>
            <p:spPr>
              <a:xfrm>
                <a:off x="3688935" y="2976610"/>
                <a:ext cx="13312440" cy="1387440"/>
              </a:xfrm>
              <a:custGeom>
                <a:avLst/>
                <a:gdLst>
                  <a:gd name="csX0" fmla="*/ 0 w 13312440"/>
                  <a:gd name="csY0" fmla="*/ 231245 h 1387440"/>
                  <a:gd name="csX1" fmla="*/ 231245 w 13312440"/>
                  <a:gd name="csY1" fmla="*/ 0 h 1387440"/>
                  <a:gd name="csX2" fmla="*/ 13081195 w 13312440"/>
                  <a:gd name="csY2" fmla="*/ 0 h 1387440"/>
                  <a:gd name="csX3" fmla="*/ 13312440 w 13312440"/>
                  <a:gd name="csY3" fmla="*/ 231245 h 1387440"/>
                  <a:gd name="csX4" fmla="*/ 13312440 w 13312440"/>
                  <a:gd name="csY4" fmla="*/ 1156195 h 1387440"/>
                  <a:gd name="csX5" fmla="*/ 13081195 w 13312440"/>
                  <a:gd name="csY5" fmla="*/ 1387440 h 1387440"/>
                  <a:gd name="csX6" fmla="*/ 231245 w 13312440"/>
                  <a:gd name="csY6" fmla="*/ 1387440 h 1387440"/>
                  <a:gd name="csX7" fmla="*/ 0 w 13312440"/>
                  <a:gd name="csY7" fmla="*/ 1156195 h 1387440"/>
                  <a:gd name="csX8" fmla="*/ 0 w 13312440"/>
                  <a:gd name="csY8" fmla="*/ 231245 h 13874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312440" h="1387440">
                    <a:moveTo>
                      <a:pt x="0" y="231245"/>
                    </a:moveTo>
                    <a:cubicBezTo>
                      <a:pt x="0" y="103532"/>
                      <a:pt x="103532" y="0"/>
                      <a:pt x="231245" y="0"/>
                    </a:cubicBezTo>
                    <a:lnTo>
                      <a:pt x="13081195" y="0"/>
                    </a:lnTo>
                    <a:cubicBezTo>
                      <a:pt x="13208908" y="0"/>
                      <a:pt x="13312440" y="103532"/>
                      <a:pt x="13312440" y="231245"/>
                    </a:cubicBezTo>
                    <a:lnTo>
                      <a:pt x="13312440" y="1156195"/>
                    </a:lnTo>
                    <a:cubicBezTo>
                      <a:pt x="13312440" y="1283908"/>
                      <a:pt x="13208908" y="1387440"/>
                      <a:pt x="13081195" y="1387440"/>
                    </a:cubicBezTo>
                    <a:lnTo>
                      <a:pt x="231245" y="1387440"/>
                    </a:lnTo>
                    <a:cubicBezTo>
                      <a:pt x="103532" y="1387440"/>
                      <a:pt x="0" y="1283908"/>
                      <a:pt x="0" y="1156195"/>
                    </a:cubicBezTo>
                    <a:lnTo>
                      <a:pt x="0" y="231245"/>
                    </a:lnTo>
                    <a:close/>
                  </a:path>
                </a:pathLst>
              </a:custGeom>
              <a:solidFill>
                <a:srgbClr val="FF0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570908" tIns="67729" rIns="570908" bIns="67729" numCol="1" spcCol="1270" anchor="ctr" anchorCtr="0">
                <a:noAutofit/>
              </a:bodyPr>
              <a:lstStyle/>
              <a:p>
                <a:pPr marL="0" lvl="0" indent="0" algn="l" defTabSz="1778000">
                  <a:lnSpc>
                    <a:spcPct val="90000"/>
                  </a:lnSpc>
                  <a:spcBef>
                    <a:spcPct val="0"/>
                  </a:spcBef>
                  <a:spcAft>
                    <a:spcPct val="35000"/>
                  </a:spcAft>
                  <a:buClrTx/>
                  <a:buSzTx/>
                  <a:buFontTx/>
                  <a:buNone/>
                </a:pPr>
                <a:r>
                  <a:rPr lang="en-GB" sz="4000" b="1" kern="1200" noProof="0">
                    <a:ln w="9525">
                      <a:noFill/>
                    </a:ln>
                    <a:latin typeface="Fira Sans" panose="020B0503050000020004" pitchFamily="34" charset="0"/>
                  </a:rPr>
                  <a:t>1. Standardisation + Simplification</a:t>
                </a:r>
                <a:endParaRPr lang="en-GB" sz="4000" kern="1200" noProof="0"/>
              </a:p>
            </p:txBody>
          </p:sp>
          <p:sp>
            <p:nvSpPr>
              <p:cNvPr id="92" name="Freeform 91">
                <a:extLst>
                  <a:ext uri="{FF2B5EF4-FFF2-40B4-BE49-F238E27FC236}">
                    <a16:creationId xmlns:a16="http://schemas.microsoft.com/office/drawing/2014/main" id="{D48ACF83-F044-A822-9F47-CBD1CD25A28B}"/>
                  </a:ext>
                </a:extLst>
              </p:cNvPr>
              <p:cNvSpPr/>
              <p:nvPr/>
            </p:nvSpPr>
            <p:spPr>
              <a:xfrm>
                <a:off x="2738047" y="6431463"/>
                <a:ext cx="19017772" cy="1813612"/>
              </a:xfrm>
              <a:custGeom>
                <a:avLst/>
                <a:gdLst>
                  <a:gd name="csX0" fmla="*/ 0 w 19017772"/>
                  <a:gd name="csY0" fmla="*/ 0 h 1813612"/>
                  <a:gd name="csX1" fmla="*/ 19017772 w 19017772"/>
                  <a:gd name="csY1" fmla="*/ 0 h 1813612"/>
                  <a:gd name="csX2" fmla="*/ 19017772 w 19017772"/>
                  <a:gd name="csY2" fmla="*/ 1813612 h 1813612"/>
                  <a:gd name="csX3" fmla="*/ 0 w 19017772"/>
                  <a:gd name="csY3" fmla="*/ 1813612 h 1813612"/>
                  <a:gd name="csX4" fmla="*/ 0 w 19017772"/>
                  <a:gd name="csY4" fmla="*/ 0 h 1813612"/>
                </a:gdLst>
                <a:ahLst/>
                <a:cxnLst>
                  <a:cxn ang="0">
                    <a:pos x="csX0" y="csY0"/>
                  </a:cxn>
                  <a:cxn ang="0">
                    <a:pos x="csX1" y="csY1"/>
                  </a:cxn>
                  <a:cxn ang="0">
                    <a:pos x="csX2" y="csY2"/>
                  </a:cxn>
                  <a:cxn ang="0">
                    <a:pos x="csX3" y="csY3"/>
                  </a:cxn>
                  <a:cxn ang="0">
                    <a:pos x="csX4" y="csY4"/>
                  </a:cxn>
                </a:cxnLst>
                <a:rect l="l" t="t" r="r" b="b"/>
                <a:pathLst>
                  <a:path w="19017772" h="1813612">
                    <a:moveTo>
                      <a:pt x="0" y="0"/>
                    </a:moveTo>
                    <a:lnTo>
                      <a:pt x="19017772" y="0"/>
                    </a:lnTo>
                    <a:lnTo>
                      <a:pt x="19017772" y="1813612"/>
                    </a:lnTo>
                    <a:lnTo>
                      <a:pt x="0" y="1813612"/>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475990" tIns="978916" rIns="1475990" bIns="284480" numCol="1" spcCol="1270" anchor="t" anchorCtr="0">
                <a:noAutofit/>
              </a:bodyPr>
              <a:lstStyle/>
              <a:p>
                <a:pPr marL="285750" lvl="1" indent="-285750" algn="l" defTabSz="1778000">
                  <a:lnSpc>
                    <a:spcPct val="90000"/>
                  </a:lnSpc>
                  <a:spcBef>
                    <a:spcPct val="0"/>
                  </a:spcBef>
                  <a:spcAft>
                    <a:spcPct val="15000"/>
                  </a:spcAft>
                  <a:buClr>
                    <a:schemeClr val="bg2"/>
                  </a:buClr>
                  <a:buChar char="•"/>
                </a:pPr>
                <a:r>
                  <a:rPr lang="en-GB" sz="4000" kern="1200" noProof="0">
                    <a:latin typeface="Fira Sans" panose="020B0503050000020004" pitchFamily="34" charset="0"/>
                  </a:rPr>
                  <a:t>Remove low value work and create credible savings</a:t>
                </a:r>
              </a:p>
            </p:txBody>
          </p:sp>
          <p:sp>
            <p:nvSpPr>
              <p:cNvPr id="93" name="Freeform 92">
                <a:extLst>
                  <a:ext uri="{FF2B5EF4-FFF2-40B4-BE49-F238E27FC236}">
                    <a16:creationId xmlns:a16="http://schemas.microsoft.com/office/drawing/2014/main" id="{9F5F7E60-472F-EAED-17FC-2A021331DB18}"/>
                  </a:ext>
                </a:extLst>
              </p:cNvPr>
              <p:cNvSpPr/>
              <p:nvPr/>
            </p:nvSpPr>
            <p:spPr>
              <a:xfrm>
                <a:off x="3688935" y="5737743"/>
                <a:ext cx="13312440" cy="1387440"/>
              </a:xfrm>
              <a:custGeom>
                <a:avLst/>
                <a:gdLst>
                  <a:gd name="csX0" fmla="*/ 0 w 13312440"/>
                  <a:gd name="csY0" fmla="*/ 231245 h 1387440"/>
                  <a:gd name="csX1" fmla="*/ 231245 w 13312440"/>
                  <a:gd name="csY1" fmla="*/ 0 h 1387440"/>
                  <a:gd name="csX2" fmla="*/ 13081195 w 13312440"/>
                  <a:gd name="csY2" fmla="*/ 0 h 1387440"/>
                  <a:gd name="csX3" fmla="*/ 13312440 w 13312440"/>
                  <a:gd name="csY3" fmla="*/ 231245 h 1387440"/>
                  <a:gd name="csX4" fmla="*/ 13312440 w 13312440"/>
                  <a:gd name="csY4" fmla="*/ 1156195 h 1387440"/>
                  <a:gd name="csX5" fmla="*/ 13081195 w 13312440"/>
                  <a:gd name="csY5" fmla="*/ 1387440 h 1387440"/>
                  <a:gd name="csX6" fmla="*/ 231245 w 13312440"/>
                  <a:gd name="csY6" fmla="*/ 1387440 h 1387440"/>
                  <a:gd name="csX7" fmla="*/ 0 w 13312440"/>
                  <a:gd name="csY7" fmla="*/ 1156195 h 1387440"/>
                  <a:gd name="csX8" fmla="*/ 0 w 13312440"/>
                  <a:gd name="csY8" fmla="*/ 231245 h 13874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312440" h="1387440">
                    <a:moveTo>
                      <a:pt x="0" y="231245"/>
                    </a:moveTo>
                    <a:cubicBezTo>
                      <a:pt x="0" y="103532"/>
                      <a:pt x="103532" y="0"/>
                      <a:pt x="231245" y="0"/>
                    </a:cubicBezTo>
                    <a:lnTo>
                      <a:pt x="13081195" y="0"/>
                    </a:lnTo>
                    <a:cubicBezTo>
                      <a:pt x="13208908" y="0"/>
                      <a:pt x="13312440" y="103532"/>
                      <a:pt x="13312440" y="231245"/>
                    </a:cubicBezTo>
                    <a:lnTo>
                      <a:pt x="13312440" y="1156195"/>
                    </a:lnTo>
                    <a:cubicBezTo>
                      <a:pt x="13312440" y="1283908"/>
                      <a:pt x="13208908" y="1387440"/>
                      <a:pt x="13081195" y="1387440"/>
                    </a:cubicBezTo>
                    <a:lnTo>
                      <a:pt x="231245" y="1387440"/>
                    </a:lnTo>
                    <a:cubicBezTo>
                      <a:pt x="103532" y="1387440"/>
                      <a:pt x="0" y="1283908"/>
                      <a:pt x="0" y="1156195"/>
                    </a:cubicBezTo>
                    <a:lnTo>
                      <a:pt x="0" y="231245"/>
                    </a:lnTo>
                    <a:close/>
                  </a:path>
                </a:pathLst>
              </a:custGeom>
              <a:solidFill>
                <a:srgbClr val="FF0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570908" tIns="67729" rIns="570908" bIns="67729" numCol="1" spcCol="1270" anchor="ctr" anchorCtr="0">
                <a:noAutofit/>
              </a:bodyPr>
              <a:lstStyle/>
              <a:p>
                <a:pPr marL="0" lvl="0" indent="0" algn="l" defTabSz="1778000">
                  <a:lnSpc>
                    <a:spcPct val="90000"/>
                  </a:lnSpc>
                  <a:spcBef>
                    <a:spcPct val="0"/>
                  </a:spcBef>
                  <a:spcAft>
                    <a:spcPct val="35000"/>
                  </a:spcAft>
                  <a:buClrTx/>
                  <a:buSzTx/>
                  <a:buFontTx/>
                  <a:buNone/>
                </a:pPr>
                <a:r>
                  <a:rPr lang="en-GB" sz="4000" b="1" kern="1200" noProof="0">
                    <a:ln w="9525">
                      <a:noFill/>
                    </a:ln>
                    <a:latin typeface="Fira Sans" panose="020B0503050000020004" pitchFamily="34" charset="0"/>
                  </a:rPr>
                  <a:t>2. Productivity + Cost Optimisation</a:t>
                </a:r>
                <a:endParaRPr lang="en-GB" sz="4000" kern="1200" noProof="0"/>
              </a:p>
            </p:txBody>
          </p:sp>
          <p:sp>
            <p:nvSpPr>
              <p:cNvPr id="94" name="Freeform 93">
                <a:extLst>
                  <a:ext uri="{FF2B5EF4-FFF2-40B4-BE49-F238E27FC236}">
                    <a16:creationId xmlns:a16="http://schemas.microsoft.com/office/drawing/2014/main" id="{40660303-F59B-8CAC-9872-69DCB5A871FA}"/>
                  </a:ext>
                </a:extLst>
              </p:cNvPr>
              <p:cNvSpPr/>
              <p:nvPr/>
            </p:nvSpPr>
            <p:spPr>
              <a:xfrm>
                <a:off x="2738047" y="9192595"/>
                <a:ext cx="19017772" cy="1813612"/>
              </a:xfrm>
              <a:custGeom>
                <a:avLst/>
                <a:gdLst>
                  <a:gd name="csX0" fmla="*/ 0 w 19017772"/>
                  <a:gd name="csY0" fmla="*/ 0 h 1813612"/>
                  <a:gd name="csX1" fmla="*/ 19017772 w 19017772"/>
                  <a:gd name="csY1" fmla="*/ 0 h 1813612"/>
                  <a:gd name="csX2" fmla="*/ 19017772 w 19017772"/>
                  <a:gd name="csY2" fmla="*/ 1813612 h 1813612"/>
                  <a:gd name="csX3" fmla="*/ 0 w 19017772"/>
                  <a:gd name="csY3" fmla="*/ 1813612 h 1813612"/>
                  <a:gd name="csX4" fmla="*/ 0 w 19017772"/>
                  <a:gd name="csY4" fmla="*/ 0 h 1813612"/>
                </a:gdLst>
                <a:ahLst/>
                <a:cxnLst>
                  <a:cxn ang="0">
                    <a:pos x="csX0" y="csY0"/>
                  </a:cxn>
                  <a:cxn ang="0">
                    <a:pos x="csX1" y="csY1"/>
                  </a:cxn>
                  <a:cxn ang="0">
                    <a:pos x="csX2" y="csY2"/>
                  </a:cxn>
                  <a:cxn ang="0">
                    <a:pos x="csX3" y="csY3"/>
                  </a:cxn>
                  <a:cxn ang="0">
                    <a:pos x="csX4" y="csY4"/>
                  </a:cxn>
                </a:cxnLst>
                <a:rect l="l" t="t" r="r" b="b"/>
                <a:pathLst>
                  <a:path w="19017772" h="1813612">
                    <a:moveTo>
                      <a:pt x="0" y="0"/>
                    </a:moveTo>
                    <a:lnTo>
                      <a:pt x="19017772" y="0"/>
                    </a:lnTo>
                    <a:lnTo>
                      <a:pt x="19017772" y="1813612"/>
                    </a:lnTo>
                    <a:lnTo>
                      <a:pt x="0" y="1813612"/>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475990" tIns="978916" rIns="1475990" bIns="284480" numCol="1" spcCol="1270" anchor="t" anchorCtr="0">
                <a:noAutofit/>
              </a:bodyPr>
              <a:lstStyle/>
              <a:p>
                <a:pPr marL="285750" lvl="1" indent="-285750" algn="l" defTabSz="1778000">
                  <a:lnSpc>
                    <a:spcPct val="90000"/>
                  </a:lnSpc>
                  <a:spcBef>
                    <a:spcPct val="0"/>
                  </a:spcBef>
                  <a:spcAft>
                    <a:spcPct val="15000"/>
                  </a:spcAft>
                  <a:buClr>
                    <a:srgbClr val="FF0000"/>
                  </a:buClr>
                  <a:buSzTx/>
                  <a:buFont typeface="Aktiv Grotesk" panose="020B0604020202020204" pitchFamily="34" charset="0"/>
                  <a:buChar char="•"/>
                </a:pPr>
                <a:r>
                  <a:rPr lang="en-GB" sz="4000" kern="1200" noProof="0">
                    <a:latin typeface="Fira Sans" panose="020B0503050000020004" pitchFamily="34" charset="0"/>
                  </a:rPr>
                  <a:t>Reduce toil and improve customer experience</a:t>
                </a:r>
                <a:endParaRPr lang="en-GB" sz="4000" kern="1200" noProof="0"/>
              </a:p>
            </p:txBody>
          </p:sp>
          <p:sp>
            <p:nvSpPr>
              <p:cNvPr id="95" name="Freeform 94">
                <a:extLst>
                  <a:ext uri="{FF2B5EF4-FFF2-40B4-BE49-F238E27FC236}">
                    <a16:creationId xmlns:a16="http://schemas.microsoft.com/office/drawing/2014/main" id="{09C54406-E5BA-67F0-2A10-A26380053D2F}"/>
                  </a:ext>
                </a:extLst>
              </p:cNvPr>
              <p:cNvSpPr/>
              <p:nvPr/>
            </p:nvSpPr>
            <p:spPr>
              <a:xfrm>
                <a:off x="3688935" y="8498875"/>
                <a:ext cx="13312440" cy="1387440"/>
              </a:xfrm>
              <a:custGeom>
                <a:avLst/>
                <a:gdLst>
                  <a:gd name="csX0" fmla="*/ 0 w 13312440"/>
                  <a:gd name="csY0" fmla="*/ 231245 h 1387440"/>
                  <a:gd name="csX1" fmla="*/ 231245 w 13312440"/>
                  <a:gd name="csY1" fmla="*/ 0 h 1387440"/>
                  <a:gd name="csX2" fmla="*/ 13081195 w 13312440"/>
                  <a:gd name="csY2" fmla="*/ 0 h 1387440"/>
                  <a:gd name="csX3" fmla="*/ 13312440 w 13312440"/>
                  <a:gd name="csY3" fmla="*/ 231245 h 1387440"/>
                  <a:gd name="csX4" fmla="*/ 13312440 w 13312440"/>
                  <a:gd name="csY4" fmla="*/ 1156195 h 1387440"/>
                  <a:gd name="csX5" fmla="*/ 13081195 w 13312440"/>
                  <a:gd name="csY5" fmla="*/ 1387440 h 1387440"/>
                  <a:gd name="csX6" fmla="*/ 231245 w 13312440"/>
                  <a:gd name="csY6" fmla="*/ 1387440 h 1387440"/>
                  <a:gd name="csX7" fmla="*/ 0 w 13312440"/>
                  <a:gd name="csY7" fmla="*/ 1156195 h 1387440"/>
                  <a:gd name="csX8" fmla="*/ 0 w 13312440"/>
                  <a:gd name="csY8" fmla="*/ 231245 h 13874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312440" h="1387440">
                    <a:moveTo>
                      <a:pt x="0" y="231245"/>
                    </a:moveTo>
                    <a:cubicBezTo>
                      <a:pt x="0" y="103532"/>
                      <a:pt x="103532" y="0"/>
                      <a:pt x="231245" y="0"/>
                    </a:cubicBezTo>
                    <a:lnTo>
                      <a:pt x="13081195" y="0"/>
                    </a:lnTo>
                    <a:cubicBezTo>
                      <a:pt x="13208908" y="0"/>
                      <a:pt x="13312440" y="103532"/>
                      <a:pt x="13312440" y="231245"/>
                    </a:cubicBezTo>
                    <a:lnTo>
                      <a:pt x="13312440" y="1156195"/>
                    </a:lnTo>
                    <a:cubicBezTo>
                      <a:pt x="13312440" y="1283908"/>
                      <a:pt x="13208908" y="1387440"/>
                      <a:pt x="13081195" y="1387440"/>
                    </a:cubicBezTo>
                    <a:lnTo>
                      <a:pt x="231245" y="1387440"/>
                    </a:lnTo>
                    <a:cubicBezTo>
                      <a:pt x="103532" y="1387440"/>
                      <a:pt x="0" y="1283908"/>
                      <a:pt x="0" y="1156195"/>
                    </a:cubicBezTo>
                    <a:lnTo>
                      <a:pt x="0" y="231245"/>
                    </a:lnTo>
                    <a:close/>
                  </a:path>
                </a:pathLst>
              </a:custGeom>
              <a:solidFill>
                <a:srgbClr val="FF0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570908" tIns="67729" rIns="570908" bIns="67729" numCol="1" spcCol="1270" anchor="ctr" anchorCtr="0">
                <a:noAutofit/>
              </a:bodyPr>
              <a:lstStyle/>
              <a:p>
                <a:pPr marL="0" lvl="0" indent="0" algn="l" defTabSz="1778000">
                  <a:lnSpc>
                    <a:spcPct val="90000"/>
                  </a:lnSpc>
                  <a:spcBef>
                    <a:spcPct val="0"/>
                  </a:spcBef>
                  <a:spcAft>
                    <a:spcPct val="35000"/>
                  </a:spcAft>
                  <a:buClrTx/>
                  <a:buSzTx/>
                  <a:buFontTx/>
                  <a:buNone/>
                </a:pPr>
                <a:r>
                  <a:rPr lang="en-GB" sz="4000" b="1" kern="1200" noProof="0">
                    <a:ln w="9525">
                      <a:noFill/>
                    </a:ln>
                    <a:latin typeface="Fira Sans" panose="020B0503050000020004" pitchFamily="34" charset="0"/>
                  </a:rPr>
                  <a:t>3. Automation + Workflow Optimisation</a:t>
                </a:r>
                <a:endParaRPr lang="en-GB" sz="4000" kern="1200" noProof="0"/>
              </a:p>
            </p:txBody>
          </p:sp>
        </p:grpSp>
        <p:grpSp>
          <p:nvGrpSpPr>
            <p:cNvPr id="6" name="Group 5">
              <a:extLst>
                <a:ext uri="{FF2B5EF4-FFF2-40B4-BE49-F238E27FC236}">
                  <a16:creationId xmlns:a16="http://schemas.microsoft.com/office/drawing/2014/main" id="{154818DD-5338-6E04-A119-FB793B13CA49}"/>
                </a:ext>
              </a:extLst>
            </p:cNvPr>
            <p:cNvGrpSpPr>
              <a:grpSpLocks noChangeAspect="1"/>
            </p:cNvGrpSpPr>
            <p:nvPr/>
          </p:nvGrpSpPr>
          <p:grpSpPr>
            <a:xfrm>
              <a:off x="15756890" y="5888757"/>
              <a:ext cx="1115894" cy="1115893"/>
              <a:chOff x="6686254" y="5435946"/>
              <a:chExt cx="781902" cy="781901"/>
            </a:xfrm>
          </p:grpSpPr>
          <p:sp>
            <p:nvSpPr>
              <p:cNvPr id="7" name="Freeform 137">
                <a:extLst>
                  <a:ext uri="{FF2B5EF4-FFF2-40B4-BE49-F238E27FC236}">
                    <a16:creationId xmlns:a16="http://schemas.microsoft.com/office/drawing/2014/main" id="{E009ADF8-5F9B-00D3-53CB-F00257FF9351}"/>
                  </a:ext>
                </a:extLst>
              </p:cNvPr>
              <p:cNvSpPr>
                <a:spLocks noChangeArrowheads="1"/>
              </p:cNvSpPr>
              <p:nvPr/>
            </p:nvSpPr>
            <p:spPr bwMode="auto">
              <a:xfrm>
                <a:off x="6686254" y="5435946"/>
                <a:ext cx="781902" cy="781901"/>
              </a:xfrm>
              <a:custGeom>
                <a:avLst/>
                <a:gdLst>
                  <a:gd name="T0" fmla="*/ 1467 w 1751"/>
                  <a:gd name="T1" fmla="*/ 1750 h 1751"/>
                  <a:gd name="T2" fmla="*/ 1750 w 1751"/>
                  <a:gd name="T3" fmla="*/ 1468 h 1751"/>
                  <a:gd name="T4" fmla="*/ 1750 w 1751"/>
                  <a:gd name="T5" fmla="*/ 283 h 1751"/>
                  <a:gd name="T6" fmla="*/ 1467 w 1751"/>
                  <a:gd name="T7" fmla="*/ 0 h 1751"/>
                  <a:gd name="T8" fmla="*/ 282 w 1751"/>
                  <a:gd name="T9" fmla="*/ 0 h 1751"/>
                  <a:gd name="T10" fmla="*/ 0 w 1751"/>
                  <a:gd name="T11" fmla="*/ 283 h 1751"/>
                  <a:gd name="T12" fmla="*/ 0 w 1751"/>
                  <a:gd name="T13" fmla="*/ 1468 h 1751"/>
                  <a:gd name="T14" fmla="*/ 282 w 1751"/>
                  <a:gd name="T15" fmla="*/ 1750 h 1751"/>
                  <a:gd name="T16" fmla="*/ 1467 w 1751"/>
                  <a:gd name="T17" fmla="*/ 1750 h 1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1" h="1751">
                    <a:moveTo>
                      <a:pt x="1467" y="1750"/>
                    </a:moveTo>
                    <a:cubicBezTo>
                      <a:pt x="1623" y="1750"/>
                      <a:pt x="1750" y="1623"/>
                      <a:pt x="1750" y="1468"/>
                    </a:cubicBezTo>
                    <a:cubicBezTo>
                      <a:pt x="1750" y="1073"/>
                      <a:pt x="1750" y="678"/>
                      <a:pt x="1750" y="283"/>
                    </a:cubicBezTo>
                    <a:cubicBezTo>
                      <a:pt x="1750" y="127"/>
                      <a:pt x="1623" y="0"/>
                      <a:pt x="1467" y="0"/>
                    </a:cubicBezTo>
                    <a:cubicBezTo>
                      <a:pt x="1072" y="0"/>
                      <a:pt x="677" y="0"/>
                      <a:pt x="282" y="0"/>
                    </a:cubicBezTo>
                    <a:cubicBezTo>
                      <a:pt x="127" y="0"/>
                      <a:pt x="0" y="127"/>
                      <a:pt x="0" y="283"/>
                    </a:cubicBezTo>
                    <a:cubicBezTo>
                      <a:pt x="0" y="678"/>
                      <a:pt x="0" y="1073"/>
                      <a:pt x="0" y="1468"/>
                    </a:cubicBezTo>
                    <a:cubicBezTo>
                      <a:pt x="0" y="1623"/>
                      <a:pt x="127" y="1750"/>
                      <a:pt x="282" y="1750"/>
                    </a:cubicBezTo>
                    <a:cubicBezTo>
                      <a:pt x="677" y="1750"/>
                      <a:pt x="1072" y="1750"/>
                      <a:pt x="1467" y="175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grpSp>
            <p:nvGrpSpPr>
              <p:cNvPr id="8" name="Group 7">
                <a:extLst>
                  <a:ext uri="{FF2B5EF4-FFF2-40B4-BE49-F238E27FC236}">
                    <a16:creationId xmlns:a16="http://schemas.microsoft.com/office/drawing/2014/main" id="{9CFE47E8-1DC4-90C2-6C7B-3AA643DB07BD}"/>
                  </a:ext>
                </a:extLst>
              </p:cNvPr>
              <p:cNvGrpSpPr/>
              <p:nvPr/>
            </p:nvGrpSpPr>
            <p:grpSpPr>
              <a:xfrm>
                <a:off x="6826091" y="5573813"/>
                <a:ext cx="504198" cy="504198"/>
                <a:chOff x="6826091" y="5573813"/>
                <a:chExt cx="504198" cy="504198"/>
              </a:xfrm>
            </p:grpSpPr>
            <p:sp>
              <p:nvSpPr>
                <p:cNvPr id="9" name="Freeform 138">
                  <a:extLst>
                    <a:ext uri="{FF2B5EF4-FFF2-40B4-BE49-F238E27FC236}">
                      <a16:creationId xmlns:a16="http://schemas.microsoft.com/office/drawing/2014/main" id="{D4FC09E7-FA0A-1830-91C0-06F14678E344}"/>
                    </a:ext>
                  </a:extLst>
                </p:cNvPr>
                <p:cNvSpPr>
                  <a:spLocks noChangeArrowheads="1"/>
                </p:cNvSpPr>
                <p:nvPr/>
              </p:nvSpPr>
              <p:spPr bwMode="auto">
                <a:xfrm>
                  <a:off x="6826091" y="5573813"/>
                  <a:ext cx="504198" cy="504198"/>
                </a:xfrm>
                <a:custGeom>
                  <a:avLst/>
                  <a:gdLst>
                    <a:gd name="T0" fmla="*/ 1129 w 1130"/>
                    <a:gd name="T1" fmla="*/ 564 h 1130"/>
                    <a:gd name="T2" fmla="*/ 1054 w 1130"/>
                    <a:gd name="T3" fmla="*/ 846 h 1130"/>
                    <a:gd name="T4" fmla="*/ 847 w 1130"/>
                    <a:gd name="T5" fmla="*/ 1053 h 1130"/>
                    <a:gd name="T6" fmla="*/ 565 w 1130"/>
                    <a:gd name="T7" fmla="*/ 1129 h 1130"/>
                    <a:gd name="T8" fmla="*/ 283 w 1130"/>
                    <a:gd name="T9" fmla="*/ 1053 h 1130"/>
                    <a:gd name="T10" fmla="*/ 76 w 1130"/>
                    <a:gd name="T11" fmla="*/ 846 h 1130"/>
                    <a:gd name="T12" fmla="*/ 0 w 1130"/>
                    <a:gd name="T13" fmla="*/ 564 h 1130"/>
                    <a:gd name="T14" fmla="*/ 76 w 1130"/>
                    <a:gd name="T15" fmla="*/ 282 h 1130"/>
                    <a:gd name="T16" fmla="*/ 283 w 1130"/>
                    <a:gd name="T17" fmla="*/ 75 h 1130"/>
                    <a:gd name="T18" fmla="*/ 565 w 1130"/>
                    <a:gd name="T19" fmla="*/ 0 h 1130"/>
                    <a:gd name="T20" fmla="*/ 847 w 1130"/>
                    <a:gd name="T21" fmla="*/ 75 h 1130"/>
                    <a:gd name="T22" fmla="*/ 1054 w 1130"/>
                    <a:gd name="T23" fmla="*/ 282 h 1130"/>
                    <a:gd name="T24" fmla="*/ 1129 w 1130"/>
                    <a:gd name="T25" fmla="*/ 564 h 1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30" h="1130">
                      <a:moveTo>
                        <a:pt x="1129" y="564"/>
                      </a:moveTo>
                      <a:cubicBezTo>
                        <a:pt x="1129" y="668"/>
                        <a:pt x="1106" y="756"/>
                        <a:pt x="1054" y="846"/>
                      </a:cubicBezTo>
                      <a:cubicBezTo>
                        <a:pt x="1002" y="936"/>
                        <a:pt x="937" y="1001"/>
                        <a:pt x="847" y="1053"/>
                      </a:cubicBezTo>
                      <a:cubicBezTo>
                        <a:pt x="757" y="1105"/>
                        <a:pt x="669" y="1129"/>
                        <a:pt x="565" y="1129"/>
                      </a:cubicBezTo>
                      <a:cubicBezTo>
                        <a:pt x="461" y="1129"/>
                        <a:pt x="373" y="1105"/>
                        <a:pt x="283" y="1053"/>
                      </a:cubicBezTo>
                      <a:cubicBezTo>
                        <a:pt x="193" y="1001"/>
                        <a:pt x="128" y="936"/>
                        <a:pt x="76" y="846"/>
                      </a:cubicBezTo>
                      <a:cubicBezTo>
                        <a:pt x="24" y="756"/>
                        <a:pt x="0" y="668"/>
                        <a:pt x="0" y="564"/>
                      </a:cubicBezTo>
                      <a:cubicBezTo>
                        <a:pt x="0" y="460"/>
                        <a:pt x="24" y="372"/>
                        <a:pt x="76" y="282"/>
                      </a:cubicBezTo>
                      <a:cubicBezTo>
                        <a:pt x="128" y="192"/>
                        <a:pt x="193" y="127"/>
                        <a:pt x="283" y="75"/>
                      </a:cubicBezTo>
                      <a:cubicBezTo>
                        <a:pt x="373" y="24"/>
                        <a:pt x="461" y="0"/>
                        <a:pt x="565" y="0"/>
                      </a:cubicBezTo>
                      <a:cubicBezTo>
                        <a:pt x="669" y="0"/>
                        <a:pt x="757" y="24"/>
                        <a:pt x="847" y="75"/>
                      </a:cubicBezTo>
                      <a:cubicBezTo>
                        <a:pt x="937" y="127"/>
                        <a:pt x="1002" y="192"/>
                        <a:pt x="1054" y="282"/>
                      </a:cubicBezTo>
                      <a:cubicBezTo>
                        <a:pt x="1106" y="372"/>
                        <a:pt x="1129" y="460"/>
                        <a:pt x="1129" y="564"/>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10" name="Freeform 139">
                  <a:extLst>
                    <a:ext uri="{FF2B5EF4-FFF2-40B4-BE49-F238E27FC236}">
                      <a16:creationId xmlns:a16="http://schemas.microsoft.com/office/drawing/2014/main" id="{715C8BFB-C832-9073-182A-25DB41E23BB7}"/>
                    </a:ext>
                  </a:extLst>
                </p:cNvPr>
                <p:cNvSpPr>
                  <a:spLocks noChangeArrowheads="1"/>
                </p:cNvSpPr>
                <p:nvPr/>
              </p:nvSpPr>
              <p:spPr bwMode="auto">
                <a:xfrm>
                  <a:off x="6875328" y="5625020"/>
                  <a:ext cx="403753" cy="403752"/>
                </a:xfrm>
                <a:custGeom>
                  <a:avLst/>
                  <a:gdLst>
                    <a:gd name="T0" fmla="*/ 903 w 904"/>
                    <a:gd name="T1" fmla="*/ 451 h 904"/>
                    <a:gd name="T2" fmla="*/ 843 w 904"/>
                    <a:gd name="T3" fmla="*/ 677 h 904"/>
                    <a:gd name="T4" fmla="*/ 678 w 904"/>
                    <a:gd name="T5" fmla="*/ 842 h 904"/>
                    <a:gd name="T6" fmla="*/ 452 w 904"/>
                    <a:gd name="T7" fmla="*/ 903 h 904"/>
                    <a:gd name="T8" fmla="*/ 226 w 904"/>
                    <a:gd name="T9" fmla="*/ 842 h 904"/>
                    <a:gd name="T10" fmla="*/ 61 w 904"/>
                    <a:gd name="T11" fmla="*/ 677 h 904"/>
                    <a:gd name="T12" fmla="*/ 0 w 904"/>
                    <a:gd name="T13" fmla="*/ 451 h 904"/>
                    <a:gd name="T14" fmla="*/ 61 w 904"/>
                    <a:gd name="T15" fmla="*/ 226 h 904"/>
                    <a:gd name="T16" fmla="*/ 226 w 904"/>
                    <a:gd name="T17" fmla="*/ 60 h 904"/>
                    <a:gd name="T18" fmla="*/ 452 w 904"/>
                    <a:gd name="T19" fmla="*/ 0 h 904"/>
                    <a:gd name="T20" fmla="*/ 678 w 904"/>
                    <a:gd name="T21" fmla="*/ 60 h 904"/>
                    <a:gd name="T22" fmla="*/ 843 w 904"/>
                    <a:gd name="T23" fmla="*/ 226 h 904"/>
                    <a:gd name="T24" fmla="*/ 903 w 904"/>
                    <a:gd name="T25" fmla="*/ 451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4" h="904">
                      <a:moveTo>
                        <a:pt x="903" y="451"/>
                      </a:moveTo>
                      <a:cubicBezTo>
                        <a:pt x="903" y="534"/>
                        <a:pt x="885" y="605"/>
                        <a:pt x="843" y="677"/>
                      </a:cubicBezTo>
                      <a:cubicBezTo>
                        <a:pt x="802" y="749"/>
                        <a:pt x="750" y="801"/>
                        <a:pt x="678" y="842"/>
                      </a:cubicBezTo>
                      <a:cubicBezTo>
                        <a:pt x="606" y="884"/>
                        <a:pt x="535" y="903"/>
                        <a:pt x="452" y="903"/>
                      </a:cubicBezTo>
                      <a:cubicBezTo>
                        <a:pt x="369" y="903"/>
                        <a:pt x="298" y="884"/>
                        <a:pt x="226" y="842"/>
                      </a:cubicBezTo>
                      <a:cubicBezTo>
                        <a:pt x="154" y="801"/>
                        <a:pt x="103" y="749"/>
                        <a:pt x="61" y="677"/>
                      </a:cubicBezTo>
                      <a:cubicBezTo>
                        <a:pt x="20" y="605"/>
                        <a:pt x="0" y="534"/>
                        <a:pt x="0" y="451"/>
                      </a:cubicBezTo>
                      <a:cubicBezTo>
                        <a:pt x="0" y="368"/>
                        <a:pt x="20" y="298"/>
                        <a:pt x="61" y="226"/>
                      </a:cubicBezTo>
                      <a:cubicBezTo>
                        <a:pt x="103" y="154"/>
                        <a:pt x="154" y="102"/>
                        <a:pt x="226" y="60"/>
                      </a:cubicBezTo>
                      <a:cubicBezTo>
                        <a:pt x="298" y="19"/>
                        <a:pt x="369" y="0"/>
                        <a:pt x="452" y="0"/>
                      </a:cubicBezTo>
                      <a:cubicBezTo>
                        <a:pt x="535" y="0"/>
                        <a:pt x="606" y="19"/>
                        <a:pt x="678" y="60"/>
                      </a:cubicBezTo>
                      <a:cubicBezTo>
                        <a:pt x="750" y="102"/>
                        <a:pt x="802" y="154"/>
                        <a:pt x="843" y="226"/>
                      </a:cubicBezTo>
                      <a:cubicBezTo>
                        <a:pt x="885" y="298"/>
                        <a:pt x="903" y="368"/>
                        <a:pt x="903" y="451"/>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11" name="Freeform 140">
                  <a:extLst>
                    <a:ext uri="{FF2B5EF4-FFF2-40B4-BE49-F238E27FC236}">
                      <a16:creationId xmlns:a16="http://schemas.microsoft.com/office/drawing/2014/main" id="{FE7C522C-C6FC-0640-349E-FC67928B98C5}"/>
                    </a:ext>
                  </a:extLst>
                </p:cNvPr>
                <p:cNvSpPr>
                  <a:spLocks noChangeArrowheads="1"/>
                </p:cNvSpPr>
                <p:nvPr/>
              </p:nvSpPr>
              <p:spPr bwMode="auto">
                <a:xfrm>
                  <a:off x="7011226" y="5825912"/>
                  <a:ext cx="76811" cy="1969"/>
                </a:xfrm>
                <a:custGeom>
                  <a:avLst/>
                  <a:gdLst>
                    <a:gd name="T0" fmla="*/ 0 w 171"/>
                    <a:gd name="T1" fmla="*/ 0 h 1"/>
                    <a:gd name="T2" fmla="*/ 170 w 171"/>
                    <a:gd name="T3" fmla="*/ 0 h 1"/>
                  </a:gdLst>
                  <a:ahLst/>
                  <a:cxnLst>
                    <a:cxn ang="0">
                      <a:pos x="T0" y="T1"/>
                    </a:cxn>
                    <a:cxn ang="0">
                      <a:pos x="T2" y="T3"/>
                    </a:cxn>
                  </a:cxnLst>
                  <a:rect l="0" t="0" r="r" b="b"/>
                  <a:pathLst>
                    <a:path w="171" h="1">
                      <a:moveTo>
                        <a:pt x="0" y="0"/>
                      </a:moveTo>
                      <a:cubicBezTo>
                        <a:pt x="57" y="0"/>
                        <a:pt x="114" y="0"/>
                        <a:pt x="17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12" name="Freeform 141">
                  <a:extLst>
                    <a:ext uri="{FF2B5EF4-FFF2-40B4-BE49-F238E27FC236}">
                      <a16:creationId xmlns:a16="http://schemas.microsoft.com/office/drawing/2014/main" id="{88FEBB9D-075B-3BFA-654B-9BE3630C45D0}"/>
                    </a:ext>
                  </a:extLst>
                </p:cNvPr>
                <p:cNvSpPr>
                  <a:spLocks noChangeArrowheads="1"/>
                </p:cNvSpPr>
                <p:nvPr/>
              </p:nvSpPr>
              <p:spPr bwMode="auto">
                <a:xfrm>
                  <a:off x="7011226" y="5725466"/>
                  <a:ext cx="131958" cy="202862"/>
                </a:xfrm>
                <a:custGeom>
                  <a:avLst/>
                  <a:gdLst>
                    <a:gd name="T0" fmla="*/ 293 w 294"/>
                    <a:gd name="T1" fmla="*/ 451 h 452"/>
                    <a:gd name="T2" fmla="*/ 8 w 294"/>
                    <a:gd name="T3" fmla="*/ 451 h 452"/>
                    <a:gd name="T4" fmla="*/ 1 w 294"/>
                    <a:gd name="T5" fmla="*/ 446 h 452"/>
                    <a:gd name="T6" fmla="*/ 3 w 294"/>
                    <a:gd name="T7" fmla="*/ 438 h 452"/>
                    <a:gd name="T8" fmla="*/ 65 w 294"/>
                    <a:gd name="T9" fmla="*/ 322 h 452"/>
                    <a:gd name="T10" fmla="*/ 47 w 294"/>
                    <a:gd name="T11" fmla="*/ 144 h 452"/>
                    <a:gd name="T12" fmla="*/ 186 w 294"/>
                    <a:gd name="T13" fmla="*/ 0 h 452"/>
                    <a:gd name="T14" fmla="*/ 265 w 294"/>
                    <a:gd name="T15" fmla="*/ 18 h 4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4" h="452">
                      <a:moveTo>
                        <a:pt x="293" y="451"/>
                      </a:moveTo>
                      <a:cubicBezTo>
                        <a:pt x="198" y="451"/>
                        <a:pt x="103" y="451"/>
                        <a:pt x="8" y="451"/>
                      </a:cubicBezTo>
                      <a:cubicBezTo>
                        <a:pt x="4" y="451"/>
                        <a:pt x="2" y="449"/>
                        <a:pt x="1" y="446"/>
                      </a:cubicBezTo>
                      <a:cubicBezTo>
                        <a:pt x="0" y="443"/>
                        <a:pt x="1" y="440"/>
                        <a:pt x="3" y="438"/>
                      </a:cubicBezTo>
                      <a:cubicBezTo>
                        <a:pt x="41" y="411"/>
                        <a:pt x="65" y="369"/>
                        <a:pt x="65" y="322"/>
                      </a:cubicBezTo>
                      <a:cubicBezTo>
                        <a:pt x="65" y="260"/>
                        <a:pt x="47" y="206"/>
                        <a:pt x="47" y="144"/>
                      </a:cubicBezTo>
                      <a:cubicBezTo>
                        <a:pt x="47" y="56"/>
                        <a:pt x="105" y="0"/>
                        <a:pt x="186" y="0"/>
                      </a:cubicBezTo>
                      <a:cubicBezTo>
                        <a:pt x="224" y="0"/>
                        <a:pt x="250" y="8"/>
                        <a:pt x="265" y="18"/>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grpSp>
        </p:grpSp>
        <p:grpSp>
          <p:nvGrpSpPr>
            <p:cNvPr id="3" name="Group 2">
              <a:extLst>
                <a:ext uri="{FF2B5EF4-FFF2-40B4-BE49-F238E27FC236}">
                  <a16:creationId xmlns:a16="http://schemas.microsoft.com/office/drawing/2014/main" id="{F860F2BE-BCEE-45D0-B239-65B509393882}"/>
                </a:ext>
              </a:extLst>
            </p:cNvPr>
            <p:cNvGrpSpPr>
              <a:grpSpLocks noChangeAspect="1"/>
            </p:cNvGrpSpPr>
            <p:nvPr/>
          </p:nvGrpSpPr>
          <p:grpSpPr>
            <a:xfrm>
              <a:off x="15756889" y="8636418"/>
              <a:ext cx="1115894" cy="1115894"/>
              <a:chOff x="2755083" y="533799"/>
              <a:chExt cx="781902" cy="781902"/>
            </a:xfrm>
          </p:grpSpPr>
          <p:grpSp>
            <p:nvGrpSpPr>
              <p:cNvPr id="13" name="Group 12">
                <a:extLst>
                  <a:ext uri="{FF2B5EF4-FFF2-40B4-BE49-F238E27FC236}">
                    <a16:creationId xmlns:a16="http://schemas.microsoft.com/office/drawing/2014/main" id="{CDD8BDFD-E4A9-4780-C319-7414C7069915}"/>
                  </a:ext>
                </a:extLst>
              </p:cNvPr>
              <p:cNvGrpSpPr/>
              <p:nvPr/>
            </p:nvGrpSpPr>
            <p:grpSpPr>
              <a:xfrm>
                <a:off x="2892949" y="671665"/>
                <a:ext cx="504198" cy="504198"/>
                <a:chOff x="2892949" y="671665"/>
                <a:chExt cx="504198" cy="504198"/>
              </a:xfrm>
            </p:grpSpPr>
            <p:sp>
              <p:nvSpPr>
                <p:cNvPr id="15" name="Freeform 49">
                  <a:extLst>
                    <a:ext uri="{FF2B5EF4-FFF2-40B4-BE49-F238E27FC236}">
                      <a16:creationId xmlns:a16="http://schemas.microsoft.com/office/drawing/2014/main" id="{7293806C-9FB0-BC48-A577-A950F0F0F9E7}"/>
                    </a:ext>
                  </a:extLst>
                </p:cNvPr>
                <p:cNvSpPr>
                  <a:spLocks noChangeArrowheads="1"/>
                </p:cNvSpPr>
                <p:nvPr/>
              </p:nvSpPr>
              <p:spPr bwMode="auto">
                <a:xfrm>
                  <a:off x="2892949" y="671665"/>
                  <a:ext cx="504198" cy="504198"/>
                </a:xfrm>
                <a:custGeom>
                  <a:avLst/>
                  <a:gdLst>
                    <a:gd name="T0" fmla="*/ 502 w 1130"/>
                    <a:gd name="T1" fmla="*/ 74 h 1130"/>
                    <a:gd name="T2" fmla="*/ 565 w 1130"/>
                    <a:gd name="T3" fmla="*/ 0 h 1130"/>
                    <a:gd name="T4" fmla="*/ 627 w 1130"/>
                    <a:gd name="T5" fmla="*/ 74 h 1130"/>
                    <a:gd name="T6" fmla="*/ 756 w 1130"/>
                    <a:gd name="T7" fmla="*/ 109 h 1130"/>
                    <a:gd name="T8" fmla="*/ 847 w 1130"/>
                    <a:gd name="T9" fmla="*/ 76 h 1130"/>
                    <a:gd name="T10" fmla="*/ 864 w 1130"/>
                    <a:gd name="T11" fmla="*/ 171 h 1130"/>
                    <a:gd name="T12" fmla="*/ 958 w 1130"/>
                    <a:gd name="T13" fmla="*/ 265 h 1130"/>
                    <a:gd name="T14" fmla="*/ 1053 w 1130"/>
                    <a:gd name="T15" fmla="*/ 283 h 1130"/>
                    <a:gd name="T16" fmla="*/ 1021 w 1130"/>
                    <a:gd name="T17" fmla="*/ 374 h 1130"/>
                    <a:gd name="T18" fmla="*/ 1055 w 1130"/>
                    <a:gd name="T19" fmla="*/ 502 h 1130"/>
                    <a:gd name="T20" fmla="*/ 1129 w 1130"/>
                    <a:gd name="T21" fmla="*/ 565 h 1130"/>
                    <a:gd name="T22" fmla="*/ 1055 w 1130"/>
                    <a:gd name="T23" fmla="*/ 627 h 1130"/>
                    <a:gd name="T24" fmla="*/ 1021 w 1130"/>
                    <a:gd name="T25" fmla="*/ 756 h 1130"/>
                    <a:gd name="T26" fmla="*/ 1053 w 1130"/>
                    <a:gd name="T27" fmla="*/ 847 h 1130"/>
                    <a:gd name="T28" fmla="*/ 958 w 1130"/>
                    <a:gd name="T29" fmla="*/ 864 h 1130"/>
                    <a:gd name="T30" fmla="*/ 864 w 1130"/>
                    <a:gd name="T31" fmla="*/ 958 h 1130"/>
                    <a:gd name="T32" fmla="*/ 847 w 1130"/>
                    <a:gd name="T33" fmla="*/ 1054 h 1130"/>
                    <a:gd name="T34" fmla="*/ 756 w 1130"/>
                    <a:gd name="T35" fmla="*/ 1021 h 1130"/>
                    <a:gd name="T36" fmla="*/ 627 w 1130"/>
                    <a:gd name="T37" fmla="*/ 1055 h 1130"/>
                    <a:gd name="T38" fmla="*/ 565 w 1130"/>
                    <a:gd name="T39" fmla="*/ 1129 h 1130"/>
                    <a:gd name="T40" fmla="*/ 502 w 1130"/>
                    <a:gd name="T41" fmla="*/ 1055 h 1130"/>
                    <a:gd name="T42" fmla="*/ 374 w 1130"/>
                    <a:gd name="T43" fmla="*/ 1021 h 1130"/>
                    <a:gd name="T44" fmla="*/ 282 w 1130"/>
                    <a:gd name="T45" fmla="*/ 1054 h 1130"/>
                    <a:gd name="T46" fmla="*/ 265 w 1130"/>
                    <a:gd name="T47" fmla="*/ 958 h 1130"/>
                    <a:gd name="T48" fmla="*/ 171 w 1130"/>
                    <a:gd name="T49" fmla="*/ 864 h 1130"/>
                    <a:gd name="T50" fmla="*/ 76 w 1130"/>
                    <a:gd name="T51" fmla="*/ 847 h 1130"/>
                    <a:gd name="T52" fmla="*/ 109 w 1130"/>
                    <a:gd name="T53" fmla="*/ 756 h 1130"/>
                    <a:gd name="T54" fmla="*/ 74 w 1130"/>
                    <a:gd name="T55" fmla="*/ 627 h 1130"/>
                    <a:gd name="T56" fmla="*/ 0 w 1130"/>
                    <a:gd name="T57" fmla="*/ 565 h 1130"/>
                    <a:gd name="T58" fmla="*/ 74 w 1130"/>
                    <a:gd name="T59" fmla="*/ 502 h 1130"/>
                    <a:gd name="T60" fmla="*/ 109 w 1130"/>
                    <a:gd name="T61" fmla="*/ 374 h 1130"/>
                    <a:gd name="T62" fmla="*/ 76 w 1130"/>
                    <a:gd name="T63" fmla="*/ 283 h 1130"/>
                    <a:gd name="T64" fmla="*/ 171 w 1130"/>
                    <a:gd name="T65" fmla="*/ 265 h 1130"/>
                    <a:gd name="T66" fmla="*/ 265 w 1130"/>
                    <a:gd name="T67" fmla="*/ 171 h 1130"/>
                    <a:gd name="T68" fmla="*/ 282 w 1130"/>
                    <a:gd name="T69" fmla="*/ 76 h 1130"/>
                    <a:gd name="T70" fmla="*/ 374 w 1130"/>
                    <a:gd name="T71" fmla="*/ 109 h 1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30" h="1130">
                      <a:moveTo>
                        <a:pt x="451" y="141"/>
                      </a:moveTo>
                      <a:cubicBezTo>
                        <a:pt x="482" y="132"/>
                        <a:pt x="502" y="105"/>
                        <a:pt x="502" y="74"/>
                      </a:cubicBezTo>
                      <a:cubicBezTo>
                        <a:pt x="502" y="70"/>
                        <a:pt x="502" y="67"/>
                        <a:pt x="502" y="63"/>
                      </a:cubicBezTo>
                      <a:cubicBezTo>
                        <a:pt x="502" y="28"/>
                        <a:pt x="530" y="0"/>
                        <a:pt x="565" y="0"/>
                      </a:cubicBezTo>
                      <a:cubicBezTo>
                        <a:pt x="599" y="0"/>
                        <a:pt x="627" y="28"/>
                        <a:pt x="627" y="63"/>
                      </a:cubicBezTo>
                      <a:cubicBezTo>
                        <a:pt x="627" y="67"/>
                        <a:pt x="627" y="70"/>
                        <a:pt x="627" y="74"/>
                      </a:cubicBezTo>
                      <a:cubicBezTo>
                        <a:pt x="627" y="105"/>
                        <a:pt x="648" y="132"/>
                        <a:pt x="678" y="141"/>
                      </a:cubicBezTo>
                      <a:cubicBezTo>
                        <a:pt x="709" y="149"/>
                        <a:pt x="740" y="135"/>
                        <a:pt x="756" y="109"/>
                      </a:cubicBezTo>
                      <a:cubicBezTo>
                        <a:pt x="757" y="105"/>
                        <a:pt x="759" y="102"/>
                        <a:pt x="761" y="99"/>
                      </a:cubicBezTo>
                      <a:cubicBezTo>
                        <a:pt x="778" y="69"/>
                        <a:pt x="817" y="59"/>
                        <a:pt x="847" y="76"/>
                      </a:cubicBezTo>
                      <a:cubicBezTo>
                        <a:pt x="877" y="93"/>
                        <a:pt x="887" y="132"/>
                        <a:pt x="870" y="162"/>
                      </a:cubicBezTo>
                      <a:cubicBezTo>
                        <a:pt x="868" y="165"/>
                        <a:pt x="866" y="168"/>
                        <a:pt x="864" y="171"/>
                      </a:cubicBezTo>
                      <a:cubicBezTo>
                        <a:pt x="849" y="198"/>
                        <a:pt x="853" y="232"/>
                        <a:pt x="875" y="254"/>
                      </a:cubicBezTo>
                      <a:cubicBezTo>
                        <a:pt x="898" y="277"/>
                        <a:pt x="932" y="280"/>
                        <a:pt x="958" y="265"/>
                      </a:cubicBezTo>
                      <a:cubicBezTo>
                        <a:pt x="961" y="263"/>
                        <a:pt x="964" y="262"/>
                        <a:pt x="968" y="260"/>
                      </a:cubicBezTo>
                      <a:cubicBezTo>
                        <a:pt x="998" y="242"/>
                        <a:pt x="1036" y="253"/>
                        <a:pt x="1053" y="283"/>
                      </a:cubicBezTo>
                      <a:cubicBezTo>
                        <a:pt x="1071" y="312"/>
                        <a:pt x="1060" y="351"/>
                        <a:pt x="1030" y="368"/>
                      </a:cubicBezTo>
                      <a:cubicBezTo>
                        <a:pt x="1027" y="370"/>
                        <a:pt x="1024" y="372"/>
                        <a:pt x="1021" y="374"/>
                      </a:cubicBezTo>
                      <a:cubicBezTo>
                        <a:pt x="994" y="389"/>
                        <a:pt x="980" y="420"/>
                        <a:pt x="989" y="451"/>
                      </a:cubicBezTo>
                      <a:cubicBezTo>
                        <a:pt x="997" y="482"/>
                        <a:pt x="1025" y="502"/>
                        <a:pt x="1055" y="502"/>
                      </a:cubicBezTo>
                      <a:cubicBezTo>
                        <a:pt x="1059" y="502"/>
                        <a:pt x="1062" y="502"/>
                        <a:pt x="1066" y="502"/>
                      </a:cubicBezTo>
                      <a:cubicBezTo>
                        <a:pt x="1101" y="502"/>
                        <a:pt x="1129" y="530"/>
                        <a:pt x="1129" y="565"/>
                      </a:cubicBezTo>
                      <a:cubicBezTo>
                        <a:pt x="1129" y="599"/>
                        <a:pt x="1101" y="627"/>
                        <a:pt x="1066" y="627"/>
                      </a:cubicBezTo>
                      <a:cubicBezTo>
                        <a:pt x="1062" y="627"/>
                        <a:pt x="1059" y="627"/>
                        <a:pt x="1055" y="627"/>
                      </a:cubicBezTo>
                      <a:cubicBezTo>
                        <a:pt x="1025" y="627"/>
                        <a:pt x="997" y="648"/>
                        <a:pt x="989" y="678"/>
                      </a:cubicBezTo>
                      <a:cubicBezTo>
                        <a:pt x="980" y="709"/>
                        <a:pt x="994" y="740"/>
                        <a:pt x="1021" y="756"/>
                      </a:cubicBezTo>
                      <a:cubicBezTo>
                        <a:pt x="1024" y="758"/>
                        <a:pt x="1027" y="759"/>
                        <a:pt x="1030" y="761"/>
                      </a:cubicBezTo>
                      <a:cubicBezTo>
                        <a:pt x="1060" y="779"/>
                        <a:pt x="1070" y="817"/>
                        <a:pt x="1053" y="847"/>
                      </a:cubicBezTo>
                      <a:cubicBezTo>
                        <a:pt x="1035" y="877"/>
                        <a:pt x="998" y="887"/>
                        <a:pt x="968" y="870"/>
                      </a:cubicBezTo>
                      <a:cubicBezTo>
                        <a:pt x="964" y="868"/>
                        <a:pt x="961" y="866"/>
                        <a:pt x="958" y="864"/>
                      </a:cubicBezTo>
                      <a:cubicBezTo>
                        <a:pt x="932" y="849"/>
                        <a:pt x="898" y="853"/>
                        <a:pt x="875" y="875"/>
                      </a:cubicBezTo>
                      <a:cubicBezTo>
                        <a:pt x="853" y="898"/>
                        <a:pt x="849" y="932"/>
                        <a:pt x="864" y="958"/>
                      </a:cubicBezTo>
                      <a:cubicBezTo>
                        <a:pt x="866" y="961"/>
                        <a:pt x="868" y="964"/>
                        <a:pt x="870" y="968"/>
                      </a:cubicBezTo>
                      <a:cubicBezTo>
                        <a:pt x="887" y="998"/>
                        <a:pt x="877" y="1036"/>
                        <a:pt x="847" y="1054"/>
                      </a:cubicBezTo>
                      <a:cubicBezTo>
                        <a:pt x="817" y="1071"/>
                        <a:pt x="778" y="1060"/>
                        <a:pt x="761" y="1031"/>
                      </a:cubicBezTo>
                      <a:cubicBezTo>
                        <a:pt x="759" y="1027"/>
                        <a:pt x="757" y="1024"/>
                        <a:pt x="756" y="1021"/>
                      </a:cubicBezTo>
                      <a:cubicBezTo>
                        <a:pt x="740" y="994"/>
                        <a:pt x="709" y="981"/>
                        <a:pt x="678" y="989"/>
                      </a:cubicBezTo>
                      <a:cubicBezTo>
                        <a:pt x="648" y="997"/>
                        <a:pt x="627" y="1025"/>
                        <a:pt x="627" y="1055"/>
                      </a:cubicBezTo>
                      <a:cubicBezTo>
                        <a:pt x="627" y="1059"/>
                        <a:pt x="627" y="1062"/>
                        <a:pt x="627" y="1066"/>
                      </a:cubicBezTo>
                      <a:cubicBezTo>
                        <a:pt x="627" y="1101"/>
                        <a:pt x="599" y="1129"/>
                        <a:pt x="565" y="1129"/>
                      </a:cubicBezTo>
                      <a:cubicBezTo>
                        <a:pt x="530" y="1129"/>
                        <a:pt x="502" y="1101"/>
                        <a:pt x="502" y="1066"/>
                      </a:cubicBezTo>
                      <a:cubicBezTo>
                        <a:pt x="502" y="1062"/>
                        <a:pt x="502" y="1059"/>
                        <a:pt x="502" y="1055"/>
                      </a:cubicBezTo>
                      <a:cubicBezTo>
                        <a:pt x="502" y="1025"/>
                        <a:pt x="482" y="997"/>
                        <a:pt x="451" y="989"/>
                      </a:cubicBezTo>
                      <a:cubicBezTo>
                        <a:pt x="420" y="981"/>
                        <a:pt x="389" y="994"/>
                        <a:pt x="374" y="1021"/>
                      </a:cubicBezTo>
                      <a:cubicBezTo>
                        <a:pt x="372" y="1024"/>
                        <a:pt x="370" y="1027"/>
                        <a:pt x="368" y="1031"/>
                      </a:cubicBezTo>
                      <a:cubicBezTo>
                        <a:pt x="351" y="1060"/>
                        <a:pt x="312" y="1071"/>
                        <a:pt x="282" y="1054"/>
                      </a:cubicBezTo>
                      <a:cubicBezTo>
                        <a:pt x="252" y="1036"/>
                        <a:pt x="242" y="998"/>
                        <a:pt x="259" y="968"/>
                      </a:cubicBezTo>
                      <a:cubicBezTo>
                        <a:pt x="261" y="964"/>
                        <a:pt x="263" y="961"/>
                        <a:pt x="265" y="958"/>
                      </a:cubicBezTo>
                      <a:cubicBezTo>
                        <a:pt x="280" y="932"/>
                        <a:pt x="277" y="898"/>
                        <a:pt x="254" y="875"/>
                      </a:cubicBezTo>
                      <a:cubicBezTo>
                        <a:pt x="232" y="853"/>
                        <a:pt x="198" y="849"/>
                        <a:pt x="171" y="864"/>
                      </a:cubicBezTo>
                      <a:cubicBezTo>
                        <a:pt x="168" y="866"/>
                        <a:pt x="165" y="868"/>
                        <a:pt x="162" y="870"/>
                      </a:cubicBezTo>
                      <a:cubicBezTo>
                        <a:pt x="132" y="887"/>
                        <a:pt x="93" y="877"/>
                        <a:pt x="76" y="847"/>
                      </a:cubicBezTo>
                      <a:cubicBezTo>
                        <a:pt x="59" y="817"/>
                        <a:pt x="69" y="779"/>
                        <a:pt x="99" y="761"/>
                      </a:cubicBezTo>
                      <a:cubicBezTo>
                        <a:pt x="102" y="759"/>
                        <a:pt x="105" y="758"/>
                        <a:pt x="109" y="756"/>
                      </a:cubicBezTo>
                      <a:cubicBezTo>
                        <a:pt x="135" y="740"/>
                        <a:pt x="149" y="709"/>
                        <a:pt x="141" y="678"/>
                      </a:cubicBezTo>
                      <a:cubicBezTo>
                        <a:pt x="132" y="648"/>
                        <a:pt x="105" y="627"/>
                        <a:pt x="74" y="627"/>
                      </a:cubicBezTo>
                      <a:cubicBezTo>
                        <a:pt x="70" y="627"/>
                        <a:pt x="67" y="627"/>
                        <a:pt x="63" y="627"/>
                      </a:cubicBezTo>
                      <a:cubicBezTo>
                        <a:pt x="28" y="627"/>
                        <a:pt x="0" y="599"/>
                        <a:pt x="0" y="565"/>
                      </a:cubicBezTo>
                      <a:cubicBezTo>
                        <a:pt x="0" y="530"/>
                        <a:pt x="28" y="502"/>
                        <a:pt x="63" y="502"/>
                      </a:cubicBezTo>
                      <a:cubicBezTo>
                        <a:pt x="67" y="502"/>
                        <a:pt x="70" y="502"/>
                        <a:pt x="74" y="502"/>
                      </a:cubicBezTo>
                      <a:cubicBezTo>
                        <a:pt x="105" y="502"/>
                        <a:pt x="132" y="482"/>
                        <a:pt x="141" y="451"/>
                      </a:cubicBezTo>
                      <a:cubicBezTo>
                        <a:pt x="149" y="420"/>
                        <a:pt x="135" y="389"/>
                        <a:pt x="109" y="374"/>
                      </a:cubicBezTo>
                      <a:cubicBezTo>
                        <a:pt x="105" y="372"/>
                        <a:pt x="102" y="370"/>
                        <a:pt x="99" y="368"/>
                      </a:cubicBezTo>
                      <a:cubicBezTo>
                        <a:pt x="69" y="351"/>
                        <a:pt x="59" y="312"/>
                        <a:pt x="76" y="283"/>
                      </a:cubicBezTo>
                      <a:cubicBezTo>
                        <a:pt x="93" y="253"/>
                        <a:pt x="132" y="242"/>
                        <a:pt x="162" y="260"/>
                      </a:cubicBezTo>
                      <a:cubicBezTo>
                        <a:pt x="165" y="262"/>
                        <a:pt x="168" y="263"/>
                        <a:pt x="171" y="265"/>
                      </a:cubicBezTo>
                      <a:cubicBezTo>
                        <a:pt x="198" y="280"/>
                        <a:pt x="232" y="277"/>
                        <a:pt x="254" y="254"/>
                      </a:cubicBezTo>
                      <a:cubicBezTo>
                        <a:pt x="277" y="232"/>
                        <a:pt x="280" y="198"/>
                        <a:pt x="265" y="171"/>
                      </a:cubicBezTo>
                      <a:cubicBezTo>
                        <a:pt x="263" y="168"/>
                        <a:pt x="261" y="165"/>
                        <a:pt x="259" y="162"/>
                      </a:cubicBezTo>
                      <a:cubicBezTo>
                        <a:pt x="242" y="132"/>
                        <a:pt x="252" y="93"/>
                        <a:pt x="282" y="76"/>
                      </a:cubicBezTo>
                      <a:cubicBezTo>
                        <a:pt x="312" y="59"/>
                        <a:pt x="351" y="69"/>
                        <a:pt x="368" y="99"/>
                      </a:cubicBezTo>
                      <a:cubicBezTo>
                        <a:pt x="370" y="102"/>
                        <a:pt x="372" y="105"/>
                        <a:pt x="374" y="109"/>
                      </a:cubicBezTo>
                      <a:cubicBezTo>
                        <a:pt x="389" y="135"/>
                        <a:pt x="420" y="149"/>
                        <a:pt x="451" y="141"/>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16" name="Freeform 50">
                  <a:extLst>
                    <a:ext uri="{FF2B5EF4-FFF2-40B4-BE49-F238E27FC236}">
                      <a16:creationId xmlns:a16="http://schemas.microsoft.com/office/drawing/2014/main" id="{1C697659-9372-ECA5-DE36-A7623380B26D}"/>
                    </a:ext>
                  </a:extLst>
                </p:cNvPr>
                <p:cNvSpPr>
                  <a:spLocks noChangeArrowheads="1"/>
                </p:cNvSpPr>
                <p:nvPr/>
              </p:nvSpPr>
              <p:spPr bwMode="auto">
                <a:xfrm>
                  <a:off x="3107628" y="886344"/>
                  <a:ext cx="76811" cy="76811"/>
                </a:xfrm>
                <a:custGeom>
                  <a:avLst/>
                  <a:gdLst>
                    <a:gd name="T0" fmla="*/ 169 w 170"/>
                    <a:gd name="T1" fmla="*/ 85 h 170"/>
                    <a:gd name="T2" fmla="*/ 158 w 170"/>
                    <a:gd name="T3" fmla="*/ 127 h 170"/>
                    <a:gd name="T4" fmla="*/ 127 w 170"/>
                    <a:gd name="T5" fmla="*/ 158 h 170"/>
                    <a:gd name="T6" fmla="*/ 85 w 170"/>
                    <a:gd name="T7" fmla="*/ 169 h 170"/>
                    <a:gd name="T8" fmla="*/ 42 w 170"/>
                    <a:gd name="T9" fmla="*/ 158 h 170"/>
                    <a:gd name="T10" fmla="*/ 11 w 170"/>
                    <a:gd name="T11" fmla="*/ 127 h 170"/>
                    <a:gd name="T12" fmla="*/ 0 w 170"/>
                    <a:gd name="T13" fmla="*/ 85 h 170"/>
                    <a:gd name="T14" fmla="*/ 11 w 170"/>
                    <a:gd name="T15" fmla="*/ 42 h 170"/>
                    <a:gd name="T16" fmla="*/ 42 w 170"/>
                    <a:gd name="T17" fmla="*/ 11 h 170"/>
                    <a:gd name="T18" fmla="*/ 85 w 170"/>
                    <a:gd name="T19" fmla="*/ 0 h 170"/>
                    <a:gd name="T20" fmla="*/ 127 w 170"/>
                    <a:gd name="T21" fmla="*/ 11 h 170"/>
                    <a:gd name="T22" fmla="*/ 158 w 170"/>
                    <a:gd name="T23" fmla="*/ 42 h 170"/>
                    <a:gd name="T24" fmla="*/ 169 w 170"/>
                    <a:gd name="T25" fmla="*/ 85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170">
                      <a:moveTo>
                        <a:pt x="169" y="85"/>
                      </a:moveTo>
                      <a:cubicBezTo>
                        <a:pt x="169" y="100"/>
                        <a:pt x="166" y="113"/>
                        <a:pt x="158" y="127"/>
                      </a:cubicBezTo>
                      <a:cubicBezTo>
                        <a:pt x="150" y="140"/>
                        <a:pt x="140" y="150"/>
                        <a:pt x="127" y="158"/>
                      </a:cubicBezTo>
                      <a:cubicBezTo>
                        <a:pt x="113" y="166"/>
                        <a:pt x="100" y="169"/>
                        <a:pt x="85" y="169"/>
                      </a:cubicBezTo>
                      <a:cubicBezTo>
                        <a:pt x="69" y="169"/>
                        <a:pt x="55" y="166"/>
                        <a:pt x="42" y="158"/>
                      </a:cubicBezTo>
                      <a:cubicBezTo>
                        <a:pt x="28" y="150"/>
                        <a:pt x="18" y="140"/>
                        <a:pt x="11" y="127"/>
                      </a:cubicBezTo>
                      <a:cubicBezTo>
                        <a:pt x="3" y="113"/>
                        <a:pt x="0" y="100"/>
                        <a:pt x="0" y="85"/>
                      </a:cubicBezTo>
                      <a:cubicBezTo>
                        <a:pt x="0" y="69"/>
                        <a:pt x="3" y="55"/>
                        <a:pt x="11" y="42"/>
                      </a:cubicBezTo>
                      <a:cubicBezTo>
                        <a:pt x="18" y="28"/>
                        <a:pt x="28" y="18"/>
                        <a:pt x="42" y="11"/>
                      </a:cubicBezTo>
                      <a:cubicBezTo>
                        <a:pt x="55" y="3"/>
                        <a:pt x="69" y="0"/>
                        <a:pt x="85" y="0"/>
                      </a:cubicBezTo>
                      <a:cubicBezTo>
                        <a:pt x="100" y="0"/>
                        <a:pt x="113" y="3"/>
                        <a:pt x="127" y="11"/>
                      </a:cubicBezTo>
                      <a:cubicBezTo>
                        <a:pt x="140" y="18"/>
                        <a:pt x="150" y="28"/>
                        <a:pt x="158" y="42"/>
                      </a:cubicBezTo>
                      <a:cubicBezTo>
                        <a:pt x="166" y="55"/>
                        <a:pt x="169" y="69"/>
                        <a:pt x="169" y="85"/>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17" name="Freeform 51">
                  <a:extLst>
                    <a:ext uri="{FF2B5EF4-FFF2-40B4-BE49-F238E27FC236}">
                      <a16:creationId xmlns:a16="http://schemas.microsoft.com/office/drawing/2014/main" id="{38C1BF9F-F47D-FCCB-EB16-B314C1ECA4EF}"/>
                    </a:ext>
                  </a:extLst>
                </p:cNvPr>
                <p:cNvSpPr>
                  <a:spLocks noChangeArrowheads="1"/>
                </p:cNvSpPr>
                <p:nvPr/>
              </p:nvSpPr>
              <p:spPr bwMode="auto">
                <a:xfrm>
                  <a:off x="3056421" y="835137"/>
                  <a:ext cx="139836" cy="88628"/>
                </a:xfrm>
                <a:custGeom>
                  <a:avLst/>
                  <a:gdLst>
                    <a:gd name="T0" fmla="*/ 0 w 311"/>
                    <a:gd name="T1" fmla="*/ 198 h 199"/>
                    <a:gd name="T2" fmla="*/ 198 w 311"/>
                    <a:gd name="T3" fmla="*/ 0 h 199"/>
                    <a:gd name="T4" fmla="*/ 310 w 311"/>
                    <a:gd name="T5" fmla="*/ 35 h 199"/>
                  </a:gdLst>
                  <a:ahLst/>
                  <a:cxnLst>
                    <a:cxn ang="0">
                      <a:pos x="T0" y="T1"/>
                    </a:cxn>
                    <a:cxn ang="0">
                      <a:pos x="T2" y="T3"/>
                    </a:cxn>
                    <a:cxn ang="0">
                      <a:pos x="T4" y="T5"/>
                    </a:cxn>
                  </a:cxnLst>
                  <a:rect l="0" t="0" r="r" b="b"/>
                  <a:pathLst>
                    <a:path w="311" h="199">
                      <a:moveTo>
                        <a:pt x="0" y="198"/>
                      </a:moveTo>
                      <a:cubicBezTo>
                        <a:pt x="0" y="89"/>
                        <a:pt x="89" y="0"/>
                        <a:pt x="198" y="0"/>
                      </a:cubicBezTo>
                      <a:cubicBezTo>
                        <a:pt x="239" y="0"/>
                        <a:pt x="278" y="13"/>
                        <a:pt x="310" y="3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18" name="Freeform 52">
                  <a:extLst>
                    <a:ext uri="{FF2B5EF4-FFF2-40B4-BE49-F238E27FC236}">
                      <a16:creationId xmlns:a16="http://schemas.microsoft.com/office/drawing/2014/main" id="{F16BC262-C511-78A2-BBDD-9DEF42097102}"/>
                    </a:ext>
                  </a:extLst>
                </p:cNvPr>
                <p:cNvSpPr>
                  <a:spLocks noChangeArrowheads="1"/>
                </p:cNvSpPr>
                <p:nvPr/>
              </p:nvSpPr>
              <p:spPr bwMode="auto">
                <a:xfrm>
                  <a:off x="3007182" y="785898"/>
                  <a:ext cx="236343" cy="139837"/>
                </a:xfrm>
                <a:custGeom>
                  <a:avLst/>
                  <a:gdLst>
                    <a:gd name="T0" fmla="*/ 527 w 528"/>
                    <a:gd name="T1" fmla="*/ 88 h 312"/>
                    <a:gd name="T2" fmla="*/ 311 w 528"/>
                    <a:gd name="T3" fmla="*/ 0 h 312"/>
                    <a:gd name="T4" fmla="*/ 0 w 528"/>
                    <a:gd name="T5" fmla="*/ 311 h 312"/>
                  </a:gdLst>
                  <a:ahLst/>
                  <a:cxnLst>
                    <a:cxn ang="0">
                      <a:pos x="T0" y="T1"/>
                    </a:cxn>
                    <a:cxn ang="0">
                      <a:pos x="T2" y="T3"/>
                    </a:cxn>
                    <a:cxn ang="0">
                      <a:pos x="T4" y="T5"/>
                    </a:cxn>
                  </a:cxnLst>
                  <a:rect l="0" t="0" r="r" b="b"/>
                  <a:pathLst>
                    <a:path w="528" h="312">
                      <a:moveTo>
                        <a:pt x="527" y="88"/>
                      </a:moveTo>
                      <a:cubicBezTo>
                        <a:pt x="471" y="34"/>
                        <a:pt x="395" y="0"/>
                        <a:pt x="311" y="0"/>
                      </a:cubicBezTo>
                      <a:cubicBezTo>
                        <a:pt x="139" y="0"/>
                        <a:pt x="0" y="140"/>
                        <a:pt x="0" y="311"/>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19" name="Freeform 53">
                  <a:extLst>
                    <a:ext uri="{FF2B5EF4-FFF2-40B4-BE49-F238E27FC236}">
                      <a16:creationId xmlns:a16="http://schemas.microsoft.com/office/drawing/2014/main" id="{E4D88907-F4DE-B1E2-C412-778CA36D2B13}"/>
                    </a:ext>
                  </a:extLst>
                </p:cNvPr>
                <p:cNvSpPr>
                  <a:spLocks noChangeArrowheads="1"/>
                </p:cNvSpPr>
                <p:nvPr/>
              </p:nvSpPr>
              <p:spPr bwMode="auto">
                <a:xfrm>
                  <a:off x="3180500" y="848923"/>
                  <a:ext cx="96507" cy="57117"/>
                </a:xfrm>
                <a:custGeom>
                  <a:avLst/>
                  <a:gdLst>
                    <a:gd name="T0" fmla="*/ 0 w 216"/>
                    <a:gd name="T1" fmla="*/ 125 h 126"/>
                    <a:gd name="T2" fmla="*/ 215 w 216"/>
                    <a:gd name="T3" fmla="*/ 0 h 126"/>
                  </a:gdLst>
                  <a:ahLst/>
                  <a:cxnLst>
                    <a:cxn ang="0">
                      <a:pos x="T0" y="T1"/>
                    </a:cxn>
                    <a:cxn ang="0">
                      <a:pos x="T2" y="T3"/>
                    </a:cxn>
                  </a:cxnLst>
                  <a:rect l="0" t="0" r="r" b="b"/>
                  <a:pathLst>
                    <a:path w="216" h="126">
                      <a:moveTo>
                        <a:pt x="0" y="125"/>
                      </a:moveTo>
                      <a:cubicBezTo>
                        <a:pt x="71" y="83"/>
                        <a:pt x="143" y="42"/>
                        <a:pt x="215"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grpSp>
          <p:sp>
            <p:nvSpPr>
              <p:cNvPr id="14" name="Freeform 13">
                <a:extLst>
                  <a:ext uri="{FF2B5EF4-FFF2-40B4-BE49-F238E27FC236}">
                    <a16:creationId xmlns:a16="http://schemas.microsoft.com/office/drawing/2014/main" id="{5F8C118C-0BBF-25DF-4908-5A8885AFDC67}"/>
                  </a:ext>
                </a:extLst>
              </p:cNvPr>
              <p:cNvSpPr>
                <a:spLocks noChangeArrowheads="1"/>
              </p:cNvSpPr>
              <p:nvPr/>
            </p:nvSpPr>
            <p:spPr bwMode="auto">
              <a:xfrm>
                <a:off x="2755083" y="533799"/>
                <a:ext cx="781902" cy="781902"/>
              </a:xfrm>
              <a:custGeom>
                <a:avLst/>
                <a:gdLst>
                  <a:gd name="T0" fmla="*/ 1467 w 1751"/>
                  <a:gd name="T1" fmla="*/ 1750 h 1751"/>
                  <a:gd name="T2" fmla="*/ 1750 w 1751"/>
                  <a:gd name="T3" fmla="*/ 1467 h 1751"/>
                  <a:gd name="T4" fmla="*/ 1750 w 1751"/>
                  <a:gd name="T5" fmla="*/ 282 h 1751"/>
                  <a:gd name="T6" fmla="*/ 1467 w 1751"/>
                  <a:gd name="T7" fmla="*/ 0 h 1751"/>
                  <a:gd name="T8" fmla="*/ 282 w 1751"/>
                  <a:gd name="T9" fmla="*/ 0 h 1751"/>
                  <a:gd name="T10" fmla="*/ 0 w 1751"/>
                  <a:gd name="T11" fmla="*/ 282 h 1751"/>
                  <a:gd name="T12" fmla="*/ 0 w 1751"/>
                  <a:gd name="T13" fmla="*/ 1467 h 1751"/>
                  <a:gd name="T14" fmla="*/ 282 w 1751"/>
                  <a:gd name="T15" fmla="*/ 1750 h 1751"/>
                  <a:gd name="T16" fmla="*/ 1467 w 1751"/>
                  <a:gd name="T17" fmla="*/ 1750 h 1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1" h="1751">
                    <a:moveTo>
                      <a:pt x="1467" y="1750"/>
                    </a:moveTo>
                    <a:cubicBezTo>
                      <a:pt x="1623" y="1750"/>
                      <a:pt x="1750" y="1623"/>
                      <a:pt x="1750" y="1467"/>
                    </a:cubicBezTo>
                    <a:cubicBezTo>
                      <a:pt x="1750" y="1072"/>
                      <a:pt x="1750" y="677"/>
                      <a:pt x="1750" y="282"/>
                    </a:cubicBezTo>
                    <a:cubicBezTo>
                      <a:pt x="1750" y="127"/>
                      <a:pt x="1623" y="0"/>
                      <a:pt x="1467" y="0"/>
                    </a:cubicBezTo>
                    <a:cubicBezTo>
                      <a:pt x="1072" y="0"/>
                      <a:pt x="677" y="0"/>
                      <a:pt x="282" y="0"/>
                    </a:cubicBezTo>
                    <a:cubicBezTo>
                      <a:pt x="127" y="0"/>
                      <a:pt x="0" y="127"/>
                      <a:pt x="0" y="282"/>
                    </a:cubicBezTo>
                    <a:cubicBezTo>
                      <a:pt x="0" y="677"/>
                      <a:pt x="0" y="1072"/>
                      <a:pt x="0" y="1467"/>
                    </a:cubicBezTo>
                    <a:cubicBezTo>
                      <a:pt x="0" y="1623"/>
                      <a:pt x="127" y="1750"/>
                      <a:pt x="282" y="1750"/>
                    </a:cubicBezTo>
                    <a:cubicBezTo>
                      <a:pt x="677" y="1750"/>
                      <a:pt x="1072" y="1750"/>
                      <a:pt x="1467" y="175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grpSp>
        <p:grpSp>
          <p:nvGrpSpPr>
            <p:cNvPr id="20" name="Group 19">
              <a:extLst>
                <a:ext uri="{FF2B5EF4-FFF2-40B4-BE49-F238E27FC236}">
                  <a16:creationId xmlns:a16="http://schemas.microsoft.com/office/drawing/2014/main" id="{73FD5370-75D2-C784-1DA1-5D4CAC5D0E9F}"/>
                </a:ext>
              </a:extLst>
            </p:cNvPr>
            <p:cNvGrpSpPr>
              <a:grpSpLocks noChangeAspect="1"/>
            </p:cNvGrpSpPr>
            <p:nvPr/>
          </p:nvGrpSpPr>
          <p:grpSpPr>
            <a:xfrm>
              <a:off x="20239982" y="6786537"/>
              <a:ext cx="1115894" cy="1115894"/>
              <a:chOff x="745675" y="2158563"/>
              <a:chExt cx="788068" cy="788068"/>
            </a:xfrm>
          </p:grpSpPr>
          <p:sp>
            <p:nvSpPr>
              <p:cNvPr id="21" name="Freeform 49">
                <a:extLst>
                  <a:ext uri="{FF2B5EF4-FFF2-40B4-BE49-F238E27FC236}">
                    <a16:creationId xmlns:a16="http://schemas.microsoft.com/office/drawing/2014/main" id="{4791FFEF-3A18-5732-102A-F569A9C4E15B}"/>
                  </a:ext>
                </a:extLst>
              </p:cNvPr>
              <p:cNvSpPr>
                <a:spLocks noChangeArrowheads="1"/>
              </p:cNvSpPr>
              <p:nvPr/>
            </p:nvSpPr>
            <p:spPr bwMode="auto">
              <a:xfrm>
                <a:off x="745675" y="2158563"/>
                <a:ext cx="788068" cy="788068"/>
              </a:xfrm>
              <a:custGeom>
                <a:avLst/>
                <a:gdLst>
                  <a:gd name="T0" fmla="*/ 1468 w 1751"/>
                  <a:gd name="T1" fmla="*/ 1750 h 1751"/>
                  <a:gd name="T2" fmla="*/ 1750 w 1751"/>
                  <a:gd name="T3" fmla="*/ 1468 h 1751"/>
                  <a:gd name="T4" fmla="*/ 1750 w 1751"/>
                  <a:gd name="T5" fmla="*/ 282 h 1751"/>
                  <a:gd name="T6" fmla="*/ 1468 w 1751"/>
                  <a:gd name="T7" fmla="*/ 0 h 1751"/>
                  <a:gd name="T8" fmla="*/ 282 w 1751"/>
                  <a:gd name="T9" fmla="*/ 0 h 1751"/>
                  <a:gd name="T10" fmla="*/ 0 w 1751"/>
                  <a:gd name="T11" fmla="*/ 282 h 1751"/>
                  <a:gd name="T12" fmla="*/ 0 w 1751"/>
                  <a:gd name="T13" fmla="*/ 1468 h 1751"/>
                  <a:gd name="T14" fmla="*/ 282 w 1751"/>
                  <a:gd name="T15" fmla="*/ 1750 h 1751"/>
                  <a:gd name="T16" fmla="*/ 1468 w 1751"/>
                  <a:gd name="T17" fmla="*/ 1750 h 1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1" h="1751">
                    <a:moveTo>
                      <a:pt x="1468" y="1750"/>
                    </a:moveTo>
                    <a:cubicBezTo>
                      <a:pt x="1623" y="1750"/>
                      <a:pt x="1750" y="1623"/>
                      <a:pt x="1750" y="1468"/>
                    </a:cubicBezTo>
                    <a:cubicBezTo>
                      <a:pt x="1750" y="1072"/>
                      <a:pt x="1750" y="677"/>
                      <a:pt x="1750" y="282"/>
                    </a:cubicBezTo>
                    <a:cubicBezTo>
                      <a:pt x="1750" y="127"/>
                      <a:pt x="1623" y="0"/>
                      <a:pt x="1468" y="0"/>
                    </a:cubicBezTo>
                    <a:cubicBezTo>
                      <a:pt x="1073" y="0"/>
                      <a:pt x="677" y="0"/>
                      <a:pt x="282" y="0"/>
                    </a:cubicBezTo>
                    <a:cubicBezTo>
                      <a:pt x="127" y="0"/>
                      <a:pt x="0" y="127"/>
                      <a:pt x="0" y="282"/>
                    </a:cubicBezTo>
                    <a:cubicBezTo>
                      <a:pt x="0" y="677"/>
                      <a:pt x="0" y="1072"/>
                      <a:pt x="0" y="1468"/>
                    </a:cubicBezTo>
                    <a:cubicBezTo>
                      <a:pt x="0" y="1623"/>
                      <a:pt x="127" y="1750"/>
                      <a:pt x="282" y="1750"/>
                    </a:cubicBezTo>
                    <a:cubicBezTo>
                      <a:pt x="677" y="1750"/>
                      <a:pt x="1073" y="1750"/>
                      <a:pt x="1468" y="1750"/>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22" name="Freeform 50">
                <a:extLst>
                  <a:ext uri="{FF2B5EF4-FFF2-40B4-BE49-F238E27FC236}">
                    <a16:creationId xmlns:a16="http://schemas.microsoft.com/office/drawing/2014/main" id="{280D10AA-E397-555A-36D8-223787D26061}"/>
                  </a:ext>
                </a:extLst>
              </p:cNvPr>
              <p:cNvSpPr>
                <a:spLocks noChangeArrowheads="1"/>
              </p:cNvSpPr>
              <p:nvPr/>
            </p:nvSpPr>
            <p:spPr bwMode="auto">
              <a:xfrm>
                <a:off x="874704" y="2313398"/>
                <a:ext cx="528025" cy="478399"/>
              </a:xfrm>
              <a:custGeom>
                <a:avLst/>
                <a:gdLst>
                  <a:gd name="T0" fmla="*/ 182 w 1174"/>
                  <a:gd name="T1" fmla="*/ 721 h 1063"/>
                  <a:gd name="T2" fmla="*/ 182 w 1174"/>
                  <a:gd name="T3" fmla="*/ 369 h 1063"/>
                  <a:gd name="T4" fmla="*/ 154 w 1174"/>
                  <a:gd name="T5" fmla="*/ 341 h 1063"/>
                  <a:gd name="T6" fmla="*/ 17 w 1174"/>
                  <a:gd name="T7" fmla="*/ 341 h 1063"/>
                  <a:gd name="T8" fmla="*/ 3 w 1174"/>
                  <a:gd name="T9" fmla="*/ 332 h 1063"/>
                  <a:gd name="T10" fmla="*/ 7 w 1174"/>
                  <a:gd name="T11" fmla="*/ 316 h 1063"/>
                  <a:gd name="T12" fmla="*/ 347 w 1174"/>
                  <a:gd name="T13" fmla="*/ 19 h 1063"/>
                  <a:gd name="T14" fmla="*/ 422 w 1174"/>
                  <a:gd name="T15" fmla="*/ 19 h 1063"/>
                  <a:gd name="T16" fmla="*/ 761 w 1174"/>
                  <a:gd name="T17" fmla="*/ 316 h 1063"/>
                  <a:gd name="T18" fmla="*/ 765 w 1174"/>
                  <a:gd name="T19" fmla="*/ 332 h 1063"/>
                  <a:gd name="T20" fmla="*/ 752 w 1174"/>
                  <a:gd name="T21" fmla="*/ 341 h 1063"/>
                  <a:gd name="T22" fmla="*/ 615 w 1174"/>
                  <a:gd name="T23" fmla="*/ 341 h 1063"/>
                  <a:gd name="T24" fmla="*/ 587 w 1174"/>
                  <a:gd name="T25" fmla="*/ 369 h 1063"/>
                  <a:gd name="T26" fmla="*/ 587 w 1174"/>
                  <a:gd name="T27" fmla="*/ 693 h 1063"/>
                  <a:gd name="T28" fmla="*/ 559 w 1174"/>
                  <a:gd name="T29" fmla="*/ 721 h 1063"/>
                  <a:gd name="T30" fmla="*/ 422 w 1174"/>
                  <a:gd name="T31" fmla="*/ 721 h 1063"/>
                  <a:gd name="T32" fmla="*/ 409 w 1174"/>
                  <a:gd name="T33" fmla="*/ 730 h 1063"/>
                  <a:gd name="T34" fmla="*/ 413 w 1174"/>
                  <a:gd name="T35" fmla="*/ 746 h 1063"/>
                  <a:gd name="T36" fmla="*/ 753 w 1174"/>
                  <a:gd name="T37" fmla="*/ 1043 h 1063"/>
                  <a:gd name="T38" fmla="*/ 827 w 1174"/>
                  <a:gd name="T39" fmla="*/ 1043 h 1063"/>
                  <a:gd name="T40" fmla="*/ 1167 w 1174"/>
                  <a:gd name="T41" fmla="*/ 746 h 1063"/>
                  <a:gd name="T42" fmla="*/ 1171 w 1174"/>
                  <a:gd name="T43" fmla="*/ 730 h 1063"/>
                  <a:gd name="T44" fmla="*/ 1157 w 1174"/>
                  <a:gd name="T45" fmla="*/ 721 h 1063"/>
                  <a:gd name="T46" fmla="*/ 1021 w 1174"/>
                  <a:gd name="T47" fmla="*/ 721 h 1063"/>
                  <a:gd name="T48" fmla="*/ 992 w 1174"/>
                  <a:gd name="T49" fmla="*/ 693 h 1063"/>
                  <a:gd name="T50" fmla="*/ 992 w 1174"/>
                  <a:gd name="T51" fmla="*/ 341 h 1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74" h="1063">
                    <a:moveTo>
                      <a:pt x="182" y="721"/>
                    </a:moveTo>
                    <a:cubicBezTo>
                      <a:pt x="182" y="603"/>
                      <a:pt x="182" y="486"/>
                      <a:pt x="182" y="369"/>
                    </a:cubicBezTo>
                    <a:cubicBezTo>
                      <a:pt x="182" y="354"/>
                      <a:pt x="169" y="341"/>
                      <a:pt x="154" y="341"/>
                    </a:cubicBezTo>
                    <a:cubicBezTo>
                      <a:pt x="108" y="341"/>
                      <a:pt x="63" y="341"/>
                      <a:pt x="17" y="341"/>
                    </a:cubicBezTo>
                    <a:cubicBezTo>
                      <a:pt x="11" y="341"/>
                      <a:pt x="5" y="337"/>
                      <a:pt x="3" y="332"/>
                    </a:cubicBezTo>
                    <a:cubicBezTo>
                      <a:pt x="0" y="326"/>
                      <a:pt x="3" y="320"/>
                      <a:pt x="7" y="316"/>
                    </a:cubicBezTo>
                    <a:cubicBezTo>
                      <a:pt x="120" y="217"/>
                      <a:pt x="234" y="118"/>
                      <a:pt x="347" y="19"/>
                    </a:cubicBezTo>
                    <a:cubicBezTo>
                      <a:pt x="369" y="0"/>
                      <a:pt x="400" y="0"/>
                      <a:pt x="422" y="19"/>
                    </a:cubicBezTo>
                    <a:cubicBezTo>
                      <a:pt x="535" y="118"/>
                      <a:pt x="648" y="217"/>
                      <a:pt x="761" y="316"/>
                    </a:cubicBezTo>
                    <a:cubicBezTo>
                      <a:pt x="766" y="320"/>
                      <a:pt x="767" y="326"/>
                      <a:pt x="765" y="332"/>
                    </a:cubicBezTo>
                    <a:cubicBezTo>
                      <a:pt x="763" y="337"/>
                      <a:pt x="758" y="341"/>
                      <a:pt x="752" y="341"/>
                    </a:cubicBezTo>
                    <a:cubicBezTo>
                      <a:pt x="706" y="341"/>
                      <a:pt x="661" y="341"/>
                      <a:pt x="615" y="341"/>
                    </a:cubicBezTo>
                    <a:cubicBezTo>
                      <a:pt x="600" y="341"/>
                      <a:pt x="587" y="354"/>
                      <a:pt x="587" y="369"/>
                    </a:cubicBezTo>
                    <a:cubicBezTo>
                      <a:pt x="587" y="477"/>
                      <a:pt x="587" y="585"/>
                      <a:pt x="587" y="693"/>
                    </a:cubicBezTo>
                    <a:cubicBezTo>
                      <a:pt x="587" y="708"/>
                      <a:pt x="574" y="721"/>
                      <a:pt x="559" y="721"/>
                    </a:cubicBezTo>
                    <a:cubicBezTo>
                      <a:pt x="513" y="721"/>
                      <a:pt x="468" y="721"/>
                      <a:pt x="422" y="721"/>
                    </a:cubicBezTo>
                    <a:cubicBezTo>
                      <a:pt x="416" y="721"/>
                      <a:pt x="411" y="724"/>
                      <a:pt x="409" y="730"/>
                    </a:cubicBezTo>
                    <a:cubicBezTo>
                      <a:pt x="407" y="736"/>
                      <a:pt x="408" y="742"/>
                      <a:pt x="413" y="746"/>
                    </a:cubicBezTo>
                    <a:cubicBezTo>
                      <a:pt x="526" y="845"/>
                      <a:pt x="640" y="944"/>
                      <a:pt x="753" y="1043"/>
                    </a:cubicBezTo>
                    <a:cubicBezTo>
                      <a:pt x="774" y="1062"/>
                      <a:pt x="806" y="1062"/>
                      <a:pt x="827" y="1043"/>
                    </a:cubicBezTo>
                    <a:cubicBezTo>
                      <a:pt x="940" y="944"/>
                      <a:pt x="1054" y="845"/>
                      <a:pt x="1167" y="746"/>
                    </a:cubicBezTo>
                    <a:cubicBezTo>
                      <a:pt x="1171" y="742"/>
                      <a:pt x="1173" y="736"/>
                      <a:pt x="1171" y="730"/>
                    </a:cubicBezTo>
                    <a:cubicBezTo>
                      <a:pt x="1169" y="724"/>
                      <a:pt x="1163" y="721"/>
                      <a:pt x="1157" y="721"/>
                    </a:cubicBezTo>
                    <a:cubicBezTo>
                      <a:pt x="1112" y="721"/>
                      <a:pt x="1066" y="721"/>
                      <a:pt x="1021" y="721"/>
                    </a:cubicBezTo>
                    <a:cubicBezTo>
                      <a:pt x="1005" y="721"/>
                      <a:pt x="992" y="708"/>
                      <a:pt x="992" y="693"/>
                    </a:cubicBezTo>
                    <a:cubicBezTo>
                      <a:pt x="992" y="575"/>
                      <a:pt x="992" y="458"/>
                      <a:pt x="992" y="341"/>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grpSp>
        <p:grpSp>
          <p:nvGrpSpPr>
            <p:cNvPr id="23" name="Group 22">
              <a:extLst>
                <a:ext uri="{FF2B5EF4-FFF2-40B4-BE49-F238E27FC236}">
                  <a16:creationId xmlns:a16="http://schemas.microsoft.com/office/drawing/2014/main" id="{8B1E0BED-115D-B3F6-994F-660B0AEC592B}"/>
                </a:ext>
              </a:extLst>
            </p:cNvPr>
            <p:cNvGrpSpPr>
              <a:grpSpLocks noChangeAspect="1"/>
            </p:cNvGrpSpPr>
            <p:nvPr/>
          </p:nvGrpSpPr>
          <p:grpSpPr>
            <a:xfrm>
              <a:off x="15759203" y="3143590"/>
              <a:ext cx="1113510" cy="1113510"/>
              <a:chOff x="7002463" y="2201863"/>
              <a:chExt cx="630237" cy="630237"/>
            </a:xfrm>
          </p:grpSpPr>
          <p:sp>
            <p:nvSpPr>
              <p:cNvPr id="24" name="Freeform 259">
                <a:extLst>
                  <a:ext uri="{FF2B5EF4-FFF2-40B4-BE49-F238E27FC236}">
                    <a16:creationId xmlns:a16="http://schemas.microsoft.com/office/drawing/2014/main" id="{F6740BCB-4B8F-C60C-52F5-2EA0072CFAC3}"/>
                  </a:ext>
                </a:extLst>
              </p:cNvPr>
              <p:cNvSpPr>
                <a:spLocks noChangeArrowheads="1"/>
              </p:cNvSpPr>
              <p:nvPr/>
            </p:nvSpPr>
            <p:spPr bwMode="auto">
              <a:xfrm>
                <a:off x="7002463" y="2201863"/>
                <a:ext cx="630237" cy="630237"/>
              </a:xfrm>
              <a:custGeom>
                <a:avLst/>
                <a:gdLst>
                  <a:gd name="T0" fmla="*/ 1467 w 1750"/>
                  <a:gd name="T1" fmla="*/ 1749 h 1750"/>
                  <a:gd name="T2" fmla="*/ 1749 w 1750"/>
                  <a:gd name="T3" fmla="*/ 1467 h 1750"/>
                  <a:gd name="T4" fmla="*/ 1749 w 1750"/>
                  <a:gd name="T5" fmla="*/ 282 h 1750"/>
                  <a:gd name="T6" fmla="*/ 1467 w 1750"/>
                  <a:gd name="T7" fmla="*/ 0 h 1750"/>
                  <a:gd name="T8" fmla="*/ 282 w 1750"/>
                  <a:gd name="T9" fmla="*/ 0 h 1750"/>
                  <a:gd name="T10" fmla="*/ 0 w 1750"/>
                  <a:gd name="T11" fmla="*/ 282 h 1750"/>
                  <a:gd name="T12" fmla="*/ 0 w 1750"/>
                  <a:gd name="T13" fmla="*/ 1467 h 1750"/>
                  <a:gd name="T14" fmla="*/ 282 w 1750"/>
                  <a:gd name="T15" fmla="*/ 1749 h 1750"/>
                  <a:gd name="T16" fmla="*/ 1467 w 1750"/>
                  <a:gd name="T17" fmla="*/ 1749 h 1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0" h="1750">
                    <a:moveTo>
                      <a:pt x="1467" y="1749"/>
                    </a:moveTo>
                    <a:cubicBezTo>
                      <a:pt x="1622" y="1749"/>
                      <a:pt x="1749" y="1623"/>
                      <a:pt x="1749" y="1467"/>
                    </a:cubicBezTo>
                    <a:cubicBezTo>
                      <a:pt x="1749" y="1072"/>
                      <a:pt x="1749" y="677"/>
                      <a:pt x="1749" y="282"/>
                    </a:cubicBezTo>
                    <a:cubicBezTo>
                      <a:pt x="1749" y="127"/>
                      <a:pt x="1622" y="0"/>
                      <a:pt x="1467" y="0"/>
                    </a:cubicBezTo>
                    <a:cubicBezTo>
                      <a:pt x="1072" y="0"/>
                      <a:pt x="677" y="0"/>
                      <a:pt x="282" y="0"/>
                    </a:cubicBezTo>
                    <a:cubicBezTo>
                      <a:pt x="126" y="0"/>
                      <a:pt x="0" y="127"/>
                      <a:pt x="0" y="282"/>
                    </a:cubicBezTo>
                    <a:cubicBezTo>
                      <a:pt x="0" y="677"/>
                      <a:pt x="0" y="1072"/>
                      <a:pt x="0" y="1467"/>
                    </a:cubicBezTo>
                    <a:cubicBezTo>
                      <a:pt x="0" y="1623"/>
                      <a:pt x="126" y="1749"/>
                      <a:pt x="282" y="1749"/>
                    </a:cubicBezTo>
                    <a:cubicBezTo>
                      <a:pt x="677" y="1749"/>
                      <a:pt x="1072" y="1749"/>
                      <a:pt x="1467" y="174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grpSp>
            <p:nvGrpSpPr>
              <p:cNvPr id="25" name="Group 24">
                <a:extLst>
                  <a:ext uri="{FF2B5EF4-FFF2-40B4-BE49-F238E27FC236}">
                    <a16:creationId xmlns:a16="http://schemas.microsoft.com/office/drawing/2014/main" id="{E65F1ECA-C039-34C5-964D-76CAEC020A53}"/>
                  </a:ext>
                </a:extLst>
              </p:cNvPr>
              <p:cNvGrpSpPr/>
              <p:nvPr/>
            </p:nvGrpSpPr>
            <p:grpSpPr>
              <a:xfrm>
                <a:off x="7107238" y="2305050"/>
                <a:ext cx="422275" cy="422275"/>
                <a:chOff x="7107238" y="2305050"/>
                <a:chExt cx="422275" cy="422275"/>
              </a:xfrm>
            </p:grpSpPr>
            <p:sp>
              <p:nvSpPr>
                <p:cNvPr id="26" name="Freeform 260">
                  <a:extLst>
                    <a:ext uri="{FF2B5EF4-FFF2-40B4-BE49-F238E27FC236}">
                      <a16:creationId xmlns:a16="http://schemas.microsoft.com/office/drawing/2014/main" id="{D570331B-A6D5-1509-9CAC-D64C63EE7BB1}"/>
                    </a:ext>
                  </a:extLst>
                </p:cNvPr>
                <p:cNvSpPr>
                  <a:spLocks noChangeArrowheads="1"/>
                </p:cNvSpPr>
                <p:nvPr/>
              </p:nvSpPr>
              <p:spPr bwMode="auto">
                <a:xfrm>
                  <a:off x="7107238" y="2305050"/>
                  <a:ext cx="422275" cy="422275"/>
                </a:xfrm>
                <a:custGeom>
                  <a:avLst/>
                  <a:gdLst>
                    <a:gd name="T0" fmla="*/ 1171 w 1172"/>
                    <a:gd name="T1" fmla="*/ 586 h 1172"/>
                    <a:gd name="T2" fmla="*/ 1092 w 1172"/>
                    <a:gd name="T3" fmla="*/ 878 h 1172"/>
                    <a:gd name="T4" fmla="*/ 878 w 1172"/>
                    <a:gd name="T5" fmla="*/ 1093 h 1172"/>
                    <a:gd name="T6" fmla="*/ 585 w 1172"/>
                    <a:gd name="T7" fmla="*/ 1171 h 1172"/>
                    <a:gd name="T8" fmla="*/ 293 w 1172"/>
                    <a:gd name="T9" fmla="*/ 1093 h 1172"/>
                    <a:gd name="T10" fmla="*/ 78 w 1172"/>
                    <a:gd name="T11" fmla="*/ 878 h 1172"/>
                    <a:gd name="T12" fmla="*/ 0 w 1172"/>
                    <a:gd name="T13" fmla="*/ 586 h 1172"/>
                    <a:gd name="T14" fmla="*/ 78 w 1172"/>
                    <a:gd name="T15" fmla="*/ 293 h 1172"/>
                    <a:gd name="T16" fmla="*/ 293 w 1172"/>
                    <a:gd name="T17" fmla="*/ 79 h 1172"/>
                    <a:gd name="T18" fmla="*/ 585 w 1172"/>
                    <a:gd name="T19" fmla="*/ 0 h 1172"/>
                    <a:gd name="T20" fmla="*/ 878 w 1172"/>
                    <a:gd name="T21" fmla="*/ 79 h 1172"/>
                    <a:gd name="T22" fmla="*/ 1092 w 1172"/>
                    <a:gd name="T23" fmla="*/ 293 h 1172"/>
                    <a:gd name="T24" fmla="*/ 1171 w 1172"/>
                    <a:gd name="T25" fmla="*/ 586 h 1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72" h="1172">
                      <a:moveTo>
                        <a:pt x="1171" y="586"/>
                      </a:moveTo>
                      <a:cubicBezTo>
                        <a:pt x="1171" y="693"/>
                        <a:pt x="1146" y="784"/>
                        <a:pt x="1092" y="878"/>
                      </a:cubicBezTo>
                      <a:cubicBezTo>
                        <a:pt x="1039" y="971"/>
                        <a:pt x="971" y="1039"/>
                        <a:pt x="878" y="1093"/>
                      </a:cubicBezTo>
                      <a:cubicBezTo>
                        <a:pt x="785" y="1147"/>
                        <a:pt x="693" y="1171"/>
                        <a:pt x="585" y="1171"/>
                      </a:cubicBezTo>
                      <a:cubicBezTo>
                        <a:pt x="478" y="1171"/>
                        <a:pt x="387" y="1147"/>
                        <a:pt x="293" y="1093"/>
                      </a:cubicBezTo>
                      <a:cubicBezTo>
                        <a:pt x="200" y="1039"/>
                        <a:pt x="132" y="971"/>
                        <a:pt x="78" y="878"/>
                      </a:cubicBezTo>
                      <a:cubicBezTo>
                        <a:pt x="24" y="784"/>
                        <a:pt x="0" y="693"/>
                        <a:pt x="0" y="586"/>
                      </a:cubicBezTo>
                      <a:cubicBezTo>
                        <a:pt x="0" y="478"/>
                        <a:pt x="24" y="386"/>
                        <a:pt x="78" y="293"/>
                      </a:cubicBezTo>
                      <a:cubicBezTo>
                        <a:pt x="132" y="200"/>
                        <a:pt x="200" y="132"/>
                        <a:pt x="293" y="79"/>
                      </a:cubicBezTo>
                      <a:cubicBezTo>
                        <a:pt x="387" y="25"/>
                        <a:pt x="478" y="0"/>
                        <a:pt x="585" y="0"/>
                      </a:cubicBezTo>
                      <a:cubicBezTo>
                        <a:pt x="693" y="0"/>
                        <a:pt x="785" y="25"/>
                        <a:pt x="878" y="79"/>
                      </a:cubicBezTo>
                      <a:cubicBezTo>
                        <a:pt x="971" y="132"/>
                        <a:pt x="1039" y="200"/>
                        <a:pt x="1092" y="293"/>
                      </a:cubicBezTo>
                      <a:cubicBezTo>
                        <a:pt x="1146" y="386"/>
                        <a:pt x="1171" y="478"/>
                        <a:pt x="1171" y="58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27" name="Freeform 261">
                  <a:extLst>
                    <a:ext uri="{FF2B5EF4-FFF2-40B4-BE49-F238E27FC236}">
                      <a16:creationId xmlns:a16="http://schemas.microsoft.com/office/drawing/2014/main" id="{48D39640-44D0-A7E0-0BBF-CDA7FA6ADE20}"/>
                    </a:ext>
                  </a:extLst>
                </p:cNvPr>
                <p:cNvSpPr>
                  <a:spLocks noChangeArrowheads="1"/>
                </p:cNvSpPr>
                <p:nvPr/>
              </p:nvSpPr>
              <p:spPr bwMode="auto">
                <a:xfrm>
                  <a:off x="7381875" y="2390775"/>
                  <a:ext cx="61913" cy="61913"/>
                </a:xfrm>
                <a:custGeom>
                  <a:avLst/>
                  <a:gdLst>
                    <a:gd name="T0" fmla="*/ 0 w 171"/>
                    <a:gd name="T1" fmla="*/ 170 h 171"/>
                    <a:gd name="T2" fmla="*/ 170 w 171"/>
                    <a:gd name="T3" fmla="*/ 0 h 171"/>
                  </a:gdLst>
                  <a:ahLst/>
                  <a:cxnLst>
                    <a:cxn ang="0">
                      <a:pos x="T0" y="T1"/>
                    </a:cxn>
                    <a:cxn ang="0">
                      <a:pos x="T2" y="T3"/>
                    </a:cxn>
                  </a:cxnLst>
                  <a:rect l="0" t="0" r="r" b="b"/>
                  <a:pathLst>
                    <a:path w="171" h="171">
                      <a:moveTo>
                        <a:pt x="0" y="170"/>
                      </a:moveTo>
                      <a:cubicBezTo>
                        <a:pt x="57" y="113"/>
                        <a:pt x="114" y="56"/>
                        <a:pt x="17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28" name="Freeform 262">
                  <a:extLst>
                    <a:ext uri="{FF2B5EF4-FFF2-40B4-BE49-F238E27FC236}">
                      <a16:creationId xmlns:a16="http://schemas.microsoft.com/office/drawing/2014/main" id="{78718237-4860-C37B-9273-9202DD772E4F}"/>
                    </a:ext>
                  </a:extLst>
                </p:cNvPr>
                <p:cNvSpPr>
                  <a:spLocks noChangeArrowheads="1"/>
                </p:cNvSpPr>
                <p:nvPr/>
              </p:nvSpPr>
              <p:spPr bwMode="auto">
                <a:xfrm>
                  <a:off x="7381875" y="2409825"/>
                  <a:ext cx="42863" cy="42863"/>
                </a:xfrm>
                <a:custGeom>
                  <a:avLst/>
                  <a:gdLst>
                    <a:gd name="T0" fmla="*/ 0 w 121"/>
                    <a:gd name="T1" fmla="*/ 0 h 121"/>
                    <a:gd name="T2" fmla="*/ 0 w 121"/>
                    <a:gd name="T3" fmla="*/ 113 h 121"/>
                    <a:gd name="T4" fmla="*/ 7 w 121"/>
                    <a:gd name="T5" fmla="*/ 120 h 121"/>
                    <a:gd name="T6" fmla="*/ 120 w 121"/>
                    <a:gd name="T7" fmla="*/ 120 h 121"/>
                  </a:gdLst>
                  <a:ahLst/>
                  <a:cxnLst>
                    <a:cxn ang="0">
                      <a:pos x="T0" y="T1"/>
                    </a:cxn>
                    <a:cxn ang="0">
                      <a:pos x="T2" y="T3"/>
                    </a:cxn>
                    <a:cxn ang="0">
                      <a:pos x="T4" y="T5"/>
                    </a:cxn>
                    <a:cxn ang="0">
                      <a:pos x="T6" y="T7"/>
                    </a:cxn>
                  </a:cxnLst>
                  <a:rect l="0" t="0" r="r" b="b"/>
                  <a:pathLst>
                    <a:path w="121" h="121">
                      <a:moveTo>
                        <a:pt x="0" y="0"/>
                      </a:moveTo>
                      <a:cubicBezTo>
                        <a:pt x="0" y="37"/>
                        <a:pt x="0" y="75"/>
                        <a:pt x="0" y="113"/>
                      </a:cubicBezTo>
                      <a:cubicBezTo>
                        <a:pt x="0" y="117"/>
                        <a:pt x="3" y="120"/>
                        <a:pt x="7" y="120"/>
                      </a:cubicBezTo>
                      <a:cubicBezTo>
                        <a:pt x="45" y="120"/>
                        <a:pt x="83" y="120"/>
                        <a:pt x="120" y="12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29" name="Freeform 263">
                  <a:extLst>
                    <a:ext uri="{FF2B5EF4-FFF2-40B4-BE49-F238E27FC236}">
                      <a16:creationId xmlns:a16="http://schemas.microsoft.com/office/drawing/2014/main" id="{C326FDCE-A96F-D06E-6C48-B373937760AA}"/>
                    </a:ext>
                  </a:extLst>
                </p:cNvPr>
                <p:cNvSpPr>
                  <a:spLocks noChangeArrowheads="1"/>
                </p:cNvSpPr>
                <p:nvPr/>
              </p:nvSpPr>
              <p:spPr bwMode="auto">
                <a:xfrm>
                  <a:off x="7191375" y="2581275"/>
                  <a:ext cx="61913" cy="61913"/>
                </a:xfrm>
                <a:custGeom>
                  <a:avLst/>
                  <a:gdLst>
                    <a:gd name="T0" fmla="*/ 170 w 171"/>
                    <a:gd name="T1" fmla="*/ 0 h 171"/>
                    <a:gd name="T2" fmla="*/ 0 w 171"/>
                    <a:gd name="T3" fmla="*/ 170 h 171"/>
                  </a:gdLst>
                  <a:ahLst/>
                  <a:cxnLst>
                    <a:cxn ang="0">
                      <a:pos x="T0" y="T1"/>
                    </a:cxn>
                    <a:cxn ang="0">
                      <a:pos x="T2" y="T3"/>
                    </a:cxn>
                  </a:cxnLst>
                  <a:rect l="0" t="0" r="r" b="b"/>
                  <a:pathLst>
                    <a:path w="171" h="171">
                      <a:moveTo>
                        <a:pt x="170" y="0"/>
                      </a:moveTo>
                      <a:cubicBezTo>
                        <a:pt x="114" y="56"/>
                        <a:pt x="57" y="113"/>
                        <a:pt x="0" y="17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0" name="Freeform 264">
                  <a:extLst>
                    <a:ext uri="{FF2B5EF4-FFF2-40B4-BE49-F238E27FC236}">
                      <a16:creationId xmlns:a16="http://schemas.microsoft.com/office/drawing/2014/main" id="{8E26FE4E-C321-5116-A837-ED668A668560}"/>
                    </a:ext>
                  </a:extLst>
                </p:cNvPr>
                <p:cNvSpPr>
                  <a:spLocks noChangeArrowheads="1"/>
                </p:cNvSpPr>
                <p:nvPr/>
              </p:nvSpPr>
              <p:spPr bwMode="auto">
                <a:xfrm>
                  <a:off x="7210425" y="2579688"/>
                  <a:ext cx="42863" cy="42862"/>
                </a:xfrm>
                <a:custGeom>
                  <a:avLst/>
                  <a:gdLst>
                    <a:gd name="T0" fmla="*/ 120 w 121"/>
                    <a:gd name="T1" fmla="*/ 120 h 121"/>
                    <a:gd name="T2" fmla="*/ 120 w 121"/>
                    <a:gd name="T3" fmla="*/ 7 h 121"/>
                    <a:gd name="T4" fmla="*/ 113 w 121"/>
                    <a:gd name="T5" fmla="*/ 0 h 121"/>
                    <a:gd name="T6" fmla="*/ 0 w 121"/>
                    <a:gd name="T7" fmla="*/ 0 h 121"/>
                  </a:gdLst>
                  <a:ahLst/>
                  <a:cxnLst>
                    <a:cxn ang="0">
                      <a:pos x="T0" y="T1"/>
                    </a:cxn>
                    <a:cxn ang="0">
                      <a:pos x="T2" y="T3"/>
                    </a:cxn>
                    <a:cxn ang="0">
                      <a:pos x="T4" y="T5"/>
                    </a:cxn>
                    <a:cxn ang="0">
                      <a:pos x="T6" y="T7"/>
                    </a:cxn>
                  </a:cxnLst>
                  <a:rect l="0" t="0" r="r" b="b"/>
                  <a:pathLst>
                    <a:path w="121" h="121">
                      <a:moveTo>
                        <a:pt x="120" y="120"/>
                      </a:moveTo>
                      <a:cubicBezTo>
                        <a:pt x="120" y="82"/>
                        <a:pt x="120" y="44"/>
                        <a:pt x="120" y="7"/>
                      </a:cubicBezTo>
                      <a:cubicBezTo>
                        <a:pt x="120" y="3"/>
                        <a:pt x="117" y="0"/>
                        <a:pt x="113" y="0"/>
                      </a:cubicBezTo>
                      <a:cubicBezTo>
                        <a:pt x="76" y="0"/>
                        <a:pt x="38"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1" name="Freeform 265">
                  <a:extLst>
                    <a:ext uri="{FF2B5EF4-FFF2-40B4-BE49-F238E27FC236}">
                      <a16:creationId xmlns:a16="http://schemas.microsoft.com/office/drawing/2014/main" id="{B894AD60-0CB1-B8E9-1CF2-C0FD19F055F9}"/>
                    </a:ext>
                  </a:extLst>
                </p:cNvPr>
                <p:cNvSpPr>
                  <a:spLocks noChangeArrowheads="1"/>
                </p:cNvSpPr>
                <p:nvPr/>
              </p:nvSpPr>
              <p:spPr bwMode="auto">
                <a:xfrm>
                  <a:off x="7381875" y="2581275"/>
                  <a:ext cx="61913" cy="61913"/>
                </a:xfrm>
                <a:custGeom>
                  <a:avLst/>
                  <a:gdLst>
                    <a:gd name="T0" fmla="*/ 0 w 171"/>
                    <a:gd name="T1" fmla="*/ 0 h 171"/>
                    <a:gd name="T2" fmla="*/ 170 w 171"/>
                    <a:gd name="T3" fmla="*/ 170 h 171"/>
                  </a:gdLst>
                  <a:ahLst/>
                  <a:cxnLst>
                    <a:cxn ang="0">
                      <a:pos x="T0" y="T1"/>
                    </a:cxn>
                    <a:cxn ang="0">
                      <a:pos x="T2" y="T3"/>
                    </a:cxn>
                  </a:cxnLst>
                  <a:rect l="0" t="0" r="r" b="b"/>
                  <a:pathLst>
                    <a:path w="171" h="171">
                      <a:moveTo>
                        <a:pt x="0" y="0"/>
                      </a:moveTo>
                      <a:cubicBezTo>
                        <a:pt x="57" y="56"/>
                        <a:pt x="114" y="113"/>
                        <a:pt x="170" y="17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2" name="Freeform 266">
                  <a:extLst>
                    <a:ext uri="{FF2B5EF4-FFF2-40B4-BE49-F238E27FC236}">
                      <a16:creationId xmlns:a16="http://schemas.microsoft.com/office/drawing/2014/main" id="{BC6555F7-91B6-D88E-F84A-67262ADF992A}"/>
                    </a:ext>
                  </a:extLst>
                </p:cNvPr>
                <p:cNvSpPr>
                  <a:spLocks noChangeArrowheads="1"/>
                </p:cNvSpPr>
                <p:nvPr/>
              </p:nvSpPr>
              <p:spPr bwMode="auto">
                <a:xfrm>
                  <a:off x="7381875" y="2579688"/>
                  <a:ext cx="42863" cy="42862"/>
                </a:xfrm>
                <a:custGeom>
                  <a:avLst/>
                  <a:gdLst>
                    <a:gd name="T0" fmla="*/ 120 w 121"/>
                    <a:gd name="T1" fmla="*/ 0 h 121"/>
                    <a:gd name="T2" fmla="*/ 7 w 121"/>
                    <a:gd name="T3" fmla="*/ 0 h 121"/>
                    <a:gd name="T4" fmla="*/ 0 w 121"/>
                    <a:gd name="T5" fmla="*/ 7 h 121"/>
                    <a:gd name="T6" fmla="*/ 0 w 121"/>
                    <a:gd name="T7" fmla="*/ 120 h 121"/>
                  </a:gdLst>
                  <a:ahLst/>
                  <a:cxnLst>
                    <a:cxn ang="0">
                      <a:pos x="T0" y="T1"/>
                    </a:cxn>
                    <a:cxn ang="0">
                      <a:pos x="T2" y="T3"/>
                    </a:cxn>
                    <a:cxn ang="0">
                      <a:pos x="T4" y="T5"/>
                    </a:cxn>
                    <a:cxn ang="0">
                      <a:pos x="T6" y="T7"/>
                    </a:cxn>
                  </a:cxnLst>
                  <a:rect l="0" t="0" r="r" b="b"/>
                  <a:pathLst>
                    <a:path w="121" h="121">
                      <a:moveTo>
                        <a:pt x="120" y="0"/>
                      </a:moveTo>
                      <a:cubicBezTo>
                        <a:pt x="83" y="0"/>
                        <a:pt x="45" y="0"/>
                        <a:pt x="7" y="0"/>
                      </a:cubicBezTo>
                      <a:cubicBezTo>
                        <a:pt x="3" y="0"/>
                        <a:pt x="0" y="3"/>
                        <a:pt x="0" y="7"/>
                      </a:cubicBezTo>
                      <a:cubicBezTo>
                        <a:pt x="0" y="44"/>
                        <a:pt x="0" y="82"/>
                        <a:pt x="0" y="12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3" name="Freeform 267">
                  <a:extLst>
                    <a:ext uri="{FF2B5EF4-FFF2-40B4-BE49-F238E27FC236}">
                      <a16:creationId xmlns:a16="http://schemas.microsoft.com/office/drawing/2014/main" id="{2DE24BBB-2912-EF98-0332-9807D0C145F1}"/>
                    </a:ext>
                  </a:extLst>
                </p:cNvPr>
                <p:cNvSpPr>
                  <a:spLocks noChangeArrowheads="1"/>
                </p:cNvSpPr>
                <p:nvPr/>
              </p:nvSpPr>
              <p:spPr bwMode="auto">
                <a:xfrm>
                  <a:off x="7191375" y="2390775"/>
                  <a:ext cx="61913" cy="61913"/>
                </a:xfrm>
                <a:custGeom>
                  <a:avLst/>
                  <a:gdLst>
                    <a:gd name="T0" fmla="*/ 170 w 171"/>
                    <a:gd name="T1" fmla="*/ 170 h 171"/>
                    <a:gd name="T2" fmla="*/ 0 w 171"/>
                    <a:gd name="T3" fmla="*/ 0 h 171"/>
                  </a:gdLst>
                  <a:ahLst/>
                  <a:cxnLst>
                    <a:cxn ang="0">
                      <a:pos x="T0" y="T1"/>
                    </a:cxn>
                    <a:cxn ang="0">
                      <a:pos x="T2" y="T3"/>
                    </a:cxn>
                  </a:cxnLst>
                  <a:rect l="0" t="0" r="r" b="b"/>
                  <a:pathLst>
                    <a:path w="171" h="171">
                      <a:moveTo>
                        <a:pt x="170" y="170"/>
                      </a:moveTo>
                      <a:cubicBezTo>
                        <a:pt x="114" y="113"/>
                        <a:pt x="57" y="56"/>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4" name="Freeform 268">
                  <a:extLst>
                    <a:ext uri="{FF2B5EF4-FFF2-40B4-BE49-F238E27FC236}">
                      <a16:creationId xmlns:a16="http://schemas.microsoft.com/office/drawing/2014/main" id="{2C91902E-9695-2441-E2EA-22F5810D4182}"/>
                    </a:ext>
                  </a:extLst>
                </p:cNvPr>
                <p:cNvSpPr>
                  <a:spLocks noChangeArrowheads="1"/>
                </p:cNvSpPr>
                <p:nvPr/>
              </p:nvSpPr>
              <p:spPr bwMode="auto">
                <a:xfrm>
                  <a:off x="7210425" y="2409825"/>
                  <a:ext cx="42863" cy="42863"/>
                </a:xfrm>
                <a:custGeom>
                  <a:avLst/>
                  <a:gdLst>
                    <a:gd name="T0" fmla="*/ 0 w 121"/>
                    <a:gd name="T1" fmla="*/ 120 h 121"/>
                    <a:gd name="T2" fmla="*/ 113 w 121"/>
                    <a:gd name="T3" fmla="*/ 120 h 121"/>
                    <a:gd name="T4" fmla="*/ 120 w 121"/>
                    <a:gd name="T5" fmla="*/ 113 h 121"/>
                    <a:gd name="T6" fmla="*/ 120 w 121"/>
                    <a:gd name="T7" fmla="*/ 0 h 121"/>
                  </a:gdLst>
                  <a:ahLst/>
                  <a:cxnLst>
                    <a:cxn ang="0">
                      <a:pos x="T0" y="T1"/>
                    </a:cxn>
                    <a:cxn ang="0">
                      <a:pos x="T2" y="T3"/>
                    </a:cxn>
                    <a:cxn ang="0">
                      <a:pos x="T4" y="T5"/>
                    </a:cxn>
                    <a:cxn ang="0">
                      <a:pos x="T6" y="T7"/>
                    </a:cxn>
                  </a:cxnLst>
                  <a:rect l="0" t="0" r="r" b="b"/>
                  <a:pathLst>
                    <a:path w="121" h="121">
                      <a:moveTo>
                        <a:pt x="0" y="120"/>
                      </a:moveTo>
                      <a:cubicBezTo>
                        <a:pt x="38" y="120"/>
                        <a:pt x="76" y="120"/>
                        <a:pt x="113" y="120"/>
                      </a:cubicBezTo>
                      <a:cubicBezTo>
                        <a:pt x="117" y="120"/>
                        <a:pt x="120" y="117"/>
                        <a:pt x="120" y="113"/>
                      </a:cubicBezTo>
                      <a:cubicBezTo>
                        <a:pt x="120" y="75"/>
                        <a:pt x="120" y="37"/>
                        <a:pt x="12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5" name="Freeform 269">
                  <a:extLst>
                    <a:ext uri="{FF2B5EF4-FFF2-40B4-BE49-F238E27FC236}">
                      <a16:creationId xmlns:a16="http://schemas.microsoft.com/office/drawing/2014/main" id="{047CBBBD-581B-113A-3AAA-F61A7865E5A9}"/>
                    </a:ext>
                  </a:extLst>
                </p:cNvPr>
                <p:cNvSpPr>
                  <a:spLocks noChangeArrowheads="1"/>
                </p:cNvSpPr>
                <p:nvPr/>
              </p:nvSpPr>
              <p:spPr bwMode="auto">
                <a:xfrm>
                  <a:off x="7315200" y="2460625"/>
                  <a:ext cx="4763" cy="1588"/>
                </a:xfrm>
                <a:custGeom>
                  <a:avLst/>
                  <a:gdLst>
                    <a:gd name="T0" fmla="*/ 11 w 12"/>
                    <a:gd name="T1" fmla="*/ 0 h 1"/>
                    <a:gd name="T2" fmla="*/ 0 w 12"/>
                    <a:gd name="T3" fmla="*/ 0 h 1"/>
                  </a:gdLst>
                  <a:ahLst/>
                  <a:cxnLst>
                    <a:cxn ang="0">
                      <a:pos x="T0" y="T1"/>
                    </a:cxn>
                    <a:cxn ang="0">
                      <a:pos x="T2" y="T3"/>
                    </a:cxn>
                  </a:cxnLst>
                  <a:rect l="0" t="0" r="r" b="b"/>
                  <a:pathLst>
                    <a:path w="12" h="1">
                      <a:moveTo>
                        <a:pt x="11" y="0"/>
                      </a:moveTo>
                      <a:cubicBezTo>
                        <a:pt x="8" y="0"/>
                        <a:pt x="4"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6" name="Freeform 270">
                  <a:extLst>
                    <a:ext uri="{FF2B5EF4-FFF2-40B4-BE49-F238E27FC236}">
                      <a16:creationId xmlns:a16="http://schemas.microsoft.com/office/drawing/2014/main" id="{E73608E4-2275-3CE6-97A0-77A153EE7F72}"/>
                    </a:ext>
                  </a:extLst>
                </p:cNvPr>
                <p:cNvSpPr>
                  <a:spLocks noChangeArrowheads="1"/>
                </p:cNvSpPr>
                <p:nvPr/>
              </p:nvSpPr>
              <p:spPr bwMode="auto">
                <a:xfrm>
                  <a:off x="7315200" y="2566988"/>
                  <a:ext cx="4763" cy="1587"/>
                </a:xfrm>
                <a:custGeom>
                  <a:avLst/>
                  <a:gdLst>
                    <a:gd name="T0" fmla="*/ 11 w 12"/>
                    <a:gd name="T1" fmla="*/ 0 h 1"/>
                    <a:gd name="T2" fmla="*/ 0 w 12"/>
                    <a:gd name="T3" fmla="*/ 0 h 1"/>
                  </a:gdLst>
                  <a:ahLst/>
                  <a:cxnLst>
                    <a:cxn ang="0">
                      <a:pos x="T0" y="T1"/>
                    </a:cxn>
                    <a:cxn ang="0">
                      <a:pos x="T2" y="T3"/>
                    </a:cxn>
                  </a:cxnLst>
                  <a:rect l="0" t="0" r="r" b="b"/>
                  <a:pathLst>
                    <a:path w="12" h="1">
                      <a:moveTo>
                        <a:pt x="11" y="0"/>
                      </a:moveTo>
                      <a:cubicBezTo>
                        <a:pt x="8" y="0"/>
                        <a:pt x="4"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7" name="Freeform 271">
                  <a:extLst>
                    <a:ext uri="{FF2B5EF4-FFF2-40B4-BE49-F238E27FC236}">
                      <a16:creationId xmlns:a16="http://schemas.microsoft.com/office/drawing/2014/main" id="{0A3D8600-2BC6-E75F-CDC5-B5C27F808629}"/>
                    </a:ext>
                  </a:extLst>
                </p:cNvPr>
                <p:cNvSpPr>
                  <a:spLocks noChangeArrowheads="1"/>
                </p:cNvSpPr>
                <p:nvPr/>
              </p:nvSpPr>
              <p:spPr bwMode="auto">
                <a:xfrm>
                  <a:off x="7370763" y="2511425"/>
                  <a:ext cx="1587" cy="4763"/>
                </a:xfrm>
                <a:custGeom>
                  <a:avLst/>
                  <a:gdLst>
                    <a:gd name="T0" fmla="*/ 0 w 1"/>
                    <a:gd name="T1" fmla="*/ 11 h 12"/>
                    <a:gd name="T2" fmla="*/ 0 w 1"/>
                    <a:gd name="T3" fmla="*/ 0 h 12"/>
                  </a:gdLst>
                  <a:ahLst/>
                  <a:cxnLst>
                    <a:cxn ang="0">
                      <a:pos x="T0" y="T1"/>
                    </a:cxn>
                    <a:cxn ang="0">
                      <a:pos x="T2" y="T3"/>
                    </a:cxn>
                  </a:cxnLst>
                  <a:rect l="0" t="0" r="r" b="b"/>
                  <a:pathLst>
                    <a:path w="1" h="12">
                      <a:moveTo>
                        <a:pt x="0" y="11"/>
                      </a:moveTo>
                      <a:cubicBezTo>
                        <a:pt x="0" y="7"/>
                        <a:pt x="0" y="3"/>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8" name="Freeform 272">
                  <a:extLst>
                    <a:ext uri="{FF2B5EF4-FFF2-40B4-BE49-F238E27FC236}">
                      <a16:creationId xmlns:a16="http://schemas.microsoft.com/office/drawing/2014/main" id="{F2BD8789-3703-3509-4093-73BF4D76BA1B}"/>
                    </a:ext>
                  </a:extLst>
                </p:cNvPr>
                <p:cNvSpPr>
                  <a:spLocks noChangeArrowheads="1"/>
                </p:cNvSpPr>
                <p:nvPr/>
              </p:nvSpPr>
              <p:spPr bwMode="auto">
                <a:xfrm>
                  <a:off x="7264400" y="2511425"/>
                  <a:ext cx="1588" cy="4763"/>
                </a:xfrm>
                <a:custGeom>
                  <a:avLst/>
                  <a:gdLst>
                    <a:gd name="T0" fmla="*/ 0 w 1"/>
                    <a:gd name="T1" fmla="*/ 11 h 12"/>
                    <a:gd name="T2" fmla="*/ 0 w 1"/>
                    <a:gd name="T3" fmla="*/ 0 h 12"/>
                  </a:gdLst>
                  <a:ahLst/>
                  <a:cxnLst>
                    <a:cxn ang="0">
                      <a:pos x="T0" y="T1"/>
                    </a:cxn>
                    <a:cxn ang="0">
                      <a:pos x="T2" y="T3"/>
                    </a:cxn>
                  </a:cxnLst>
                  <a:rect l="0" t="0" r="r" b="b"/>
                  <a:pathLst>
                    <a:path w="1" h="12">
                      <a:moveTo>
                        <a:pt x="0" y="11"/>
                      </a:moveTo>
                      <a:cubicBezTo>
                        <a:pt x="0" y="7"/>
                        <a:pt x="0" y="3"/>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9" name="Freeform 273">
                  <a:extLst>
                    <a:ext uri="{FF2B5EF4-FFF2-40B4-BE49-F238E27FC236}">
                      <a16:creationId xmlns:a16="http://schemas.microsoft.com/office/drawing/2014/main" id="{AD02B8EF-CB04-BA14-884A-40F530AD6FEB}"/>
                    </a:ext>
                  </a:extLst>
                </p:cNvPr>
                <p:cNvSpPr>
                  <a:spLocks noChangeArrowheads="1"/>
                </p:cNvSpPr>
                <p:nvPr/>
              </p:nvSpPr>
              <p:spPr bwMode="auto">
                <a:xfrm>
                  <a:off x="7289800" y="2466975"/>
                  <a:ext cx="3175" cy="1588"/>
                </a:xfrm>
                <a:custGeom>
                  <a:avLst/>
                  <a:gdLst>
                    <a:gd name="T0" fmla="*/ 9 w 10"/>
                    <a:gd name="T1" fmla="*/ 0 h 6"/>
                    <a:gd name="T2" fmla="*/ 0 w 10"/>
                    <a:gd name="T3" fmla="*/ 5 h 6"/>
                  </a:gdLst>
                  <a:ahLst/>
                  <a:cxnLst>
                    <a:cxn ang="0">
                      <a:pos x="T0" y="T1"/>
                    </a:cxn>
                    <a:cxn ang="0">
                      <a:pos x="T2" y="T3"/>
                    </a:cxn>
                  </a:cxnLst>
                  <a:rect l="0" t="0" r="r" b="b"/>
                  <a:pathLst>
                    <a:path w="10" h="6">
                      <a:moveTo>
                        <a:pt x="9" y="0"/>
                      </a:moveTo>
                      <a:cubicBezTo>
                        <a:pt x="6" y="1"/>
                        <a:pt x="3" y="3"/>
                        <a:pt x="0" y="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40" name="Freeform 274">
                  <a:extLst>
                    <a:ext uri="{FF2B5EF4-FFF2-40B4-BE49-F238E27FC236}">
                      <a16:creationId xmlns:a16="http://schemas.microsoft.com/office/drawing/2014/main" id="{3CE84D57-00A0-F1D4-8B76-763A0702BDE6}"/>
                    </a:ext>
                  </a:extLst>
                </p:cNvPr>
                <p:cNvSpPr>
                  <a:spLocks noChangeArrowheads="1"/>
                </p:cNvSpPr>
                <p:nvPr/>
              </p:nvSpPr>
              <p:spPr bwMode="auto">
                <a:xfrm>
                  <a:off x="7342188" y="2559050"/>
                  <a:ext cx="3175" cy="3175"/>
                </a:xfrm>
                <a:custGeom>
                  <a:avLst/>
                  <a:gdLst>
                    <a:gd name="T0" fmla="*/ 9 w 10"/>
                    <a:gd name="T1" fmla="*/ 0 h 7"/>
                    <a:gd name="T2" fmla="*/ 0 w 10"/>
                    <a:gd name="T3" fmla="*/ 6 h 7"/>
                  </a:gdLst>
                  <a:ahLst/>
                  <a:cxnLst>
                    <a:cxn ang="0">
                      <a:pos x="T0" y="T1"/>
                    </a:cxn>
                    <a:cxn ang="0">
                      <a:pos x="T2" y="T3"/>
                    </a:cxn>
                  </a:cxnLst>
                  <a:rect l="0" t="0" r="r" b="b"/>
                  <a:pathLst>
                    <a:path w="10" h="7">
                      <a:moveTo>
                        <a:pt x="9" y="0"/>
                      </a:moveTo>
                      <a:cubicBezTo>
                        <a:pt x="6" y="2"/>
                        <a:pt x="3" y="4"/>
                        <a:pt x="0" y="6"/>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41" name="Freeform 275">
                  <a:extLst>
                    <a:ext uri="{FF2B5EF4-FFF2-40B4-BE49-F238E27FC236}">
                      <a16:creationId xmlns:a16="http://schemas.microsoft.com/office/drawing/2014/main" id="{89548ED5-0B0D-A939-2C24-8103E3F7AD6A}"/>
                    </a:ext>
                  </a:extLst>
                </p:cNvPr>
                <p:cNvSpPr>
                  <a:spLocks noChangeArrowheads="1"/>
                </p:cNvSpPr>
                <p:nvPr/>
              </p:nvSpPr>
              <p:spPr bwMode="auto">
                <a:xfrm>
                  <a:off x="7362825" y="2486025"/>
                  <a:ext cx="1588" cy="3175"/>
                </a:xfrm>
                <a:custGeom>
                  <a:avLst/>
                  <a:gdLst>
                    <a:gd name="T0" fmla="*/ 5 w 6"/>
                    <a:gd name="T1" fmla="*/ 9 h 10"/>
                    <a:gd name="T2" fmla="*/ 0 w 6"/>
                    <a:gd name="T3" fmla="*/ 0 h 10"/>
                  </a:gdLst>
                  <a:ahLst/>
                  <a:cxnLst>
                    <a:cxn ang="0">
                      <a:pos x="T0" y="T1"/>
                    </a:cxn>
                    <a:cxn ang="0">
                      <a:pos x="T2" y="T3"/>
                    </a:cxn>
                  </a:cxnLst>
                  <a:rect l="0" t="0" r="r" b="b"/>
                  <a:pathLst>
                    <a:path w="6" h="10">
                      <a:moveTo>
                        <a:pt x="5" y="9"/>
                      </a:moveTo>
                      <a:cubicBezTo>
                        <a:pt x="4" y="6"/>
                        <a:pt x="2" y="3"/>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42" name="Freeform 276">
                  <a:extLst>
                    <a:ext uri="{FF2B5EF4-FFF2-40B4-BE49-F238E27FC236}">
                      <a16:creationId xmlns:a16="http://schemas.microsoft.com/office/drawing/2014/main" id="{3829184D-9425-7C31-4B45-A30DC5801277}"/>
                    </a:ext>
                  </a:extLst>
                </p:cNvPr>
                <p:cNvSpPr>
                  <a:spLocks noChangeArrowheads="1"/>
                </p:cNvSpPr>
                <p:nvPr/>
              </p:nvSpPr>
              <p:spPr bwMode="auto">
                <a:xfrm>
                  <a:off x="7270750" y="2538413"/>
                  <a:ext cx="3175" cy="3175"/>
                </a:xfrm>
                <a:custGeom>
                  <a:avLst/>
                  <a:gdLst>
                    <a:gd name="T0" fmla="*/ 6 w 7"/>
                    <a:gd name="T1" fmla="*/ 9 h 10"/>
                    <a:gd name="T2" fmla="*/ 0 w 7"/>
                    <a:gd name="T3" fmla="*/ 0 h 10"/>
                  </a:gdLst>
                  <a:ahLst/>
                  <a:cxnLst>
                    <a:cxn ang="0">
                      <a:pos x="T0" y="T1"/>
                    </a:cxn>
                    <a:cxn ang="0">
                      <a:pos x="T2" y="T3"/>
                    </a:cxn>
                  </a:cxnLst>
                  <a:rect l="0" t="0" r="r" b="b"/>
                  <a:pathLst>
                    <a:path w="7" h="10">
                      <a:moveTo>
                        <a:pt x="6" y="9"/>
                      </a:moveTo>
                      <a:cubicBezTo>
                        <a:pt x="4" y="6"/>
                        <a:pt x="2" y="3"/>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43" name="Freeform 277">
                  <a:extLst>
                    <a:ext uri="{FF2B5EF4-FFF2-40B4-BE49-F238E27FC236}">
                      <a16:creationId xmlns:a16="http://schemas.microsoft.com/office/drawing/2014/main" id="{4440CE82-A981-CAE7-2ED9-77E1326BF7BF}"/>
                    </a:ext>
                  </a:extLst>
                </p:cNvPr>
                <p:cNvSpPr>
                  <a:spLocks noChangeArrowheads="1"/>
                </p:cNvSpPr>
                <p:nvPr/>
              </p:nvSpPr>
              <p:spPr bwMode="auto">
                <a:xfrm>
                  <a:off x="7270750" y="2486025"/>
                  <a:ext cx="3175" cy="3175"/>
                </a:xfrm>
                <a:custGeom>
                  <a:avLst/>
                  <a:gdLst>
                    <a:gd name="T0" fmla="*/ 6 w 7"/>
                    <a:gd name="T1" fmla="*/ 0 h 10"/>
                    <a:gd name="T2" fmla="*/ 0 w 7"/>
                    <a:gd name="T3" fmla="*/ 9 h 10"/>
                  </a:gdLst>
                  <a:ahLst/>
                  <a:cxnLst>
                    <a:cxn ang="0">
                      <a:pos x="T0" y="T1"/>
                    </a:cxn>
                    <a:cxn ang="0">
                      <a:pos x="T2" y="T3"/>
                    </a:cxn>
                  </a:cxnLst>
                  <a:rect l="0" t="0" r="r" b="b"/>
                  <a:pathLst>
                    <a:path w="7" h="10">
                      <a:moveTo>
                        <a:pt x="6" y="0"/>
                      </a:moveTo>
                      <a:cubicBezTo>
                        <a:pt x="4" y="3"/>
                        <a:pt x="2" y="6"/>
                        <a:pt x="0" y="9"/>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44" name="Freeform 278">
                  <a:extLst>
                    <a:ext uri="{FF2B5EF4-FFF2-40B4-BE49-F238E27FC236}">
                      <a16:creationId xmlns:a16="http://schemas.microsoft.com/office/drawing/2014/main" id="{3A111892-7820-23BA-B99C-AFB7BEEC909A}"/>
                    </a:ext>
                  </a:extLst>
                </p:cNvPr>
                <p:cNvSpPr>
                  <a:spLocks noChangeArrowheads="1"/>
                </p:cNvSpPr>
                <p:nvPr/>
              </p:nvSpPr>
              <p:spPr bwMode="auto">
                <a:xfrm>
                  <a:off x="7362825" y="2538413"/>
                  <a:ext cx="1588" cy="3175"/>
                </a:xfrm>
                <a:custGeom>
                  <a:avLst/>
                  <a:gdLst>
                    <a:gd name="T0" fmla="*/ 5 w 6"/>
                    <a:gd name="T1" fmla="*/ 0 h 10"/>
                    <a:gd name="T2" fmla="*/ 0 w 6"/>
                    <a:gd name="T3" fmla="*/ 9 h 10"/>
                  </a:gdLst>
                  <a:ahLst/>
                  <a:cxnLst>
                    <a:cxn ang="0">
                      <a:pos x="T0" y="T1"/>
                    </a:cxn>
                    <a:cxn ang="0">
                      <a:pos x="T2" y="T3"/>
                    </a:cxn>
                  </a:cxnLst>
                  <a:rect l="0" t="0" r="r" b="b"/>
                  <a:pathLst>
                    <a:path w="6" h="10">
                      <a:moveTo>
                        <a:pt x="5" y="0"/>
                      </a:moveTo>
                      <a:cubicBezTo>
                        <a:pt x="4" y="3"/>
                        <a:pt x="2" y="6"/>
                        <a:pt x="0" y="9"/>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45" name="Freeform 279">
                  <a:extLst>
                    <a:ext uri="{FF2B5EF4-FFF2-40B4-BE49-F238E27FC236}">
                      <a16:creationId xmlns:a16="http://schemas.microsoft.com/office/drawing/2014/main" id="{F70C76B2-71FB-06D9-E973-E6DAF719FD03}"/>
                    </a:ext>
                  </a:extLst>
                </p:cNvPr>
                <p:cNvSpPr>
                  <a:spLocks noChangeArrowheads="1"/>
                </p:cNvSpPr>
                <p:nvPr/>
              </p:nvSpPr>
              <p:spPr bwMode="auto">
                <a:xfrm>
                  <a:off x="7342188" y="2466975"/>
                  <a:ext cx="3175" cy="1588"/>
                </a:xfrm>
                <a:custGeom>
                  <a:avLst/>
                  <a:gdLst>
                    <a:gd name="T0" fmla="*/ 9 w 10"/>
                    <a:gd name="T1" fmla="*/ 5 h 6"/>
                    <a:gd name="T2" fmla="*/ 0 w 10"/>
                    <a:gd name="T3" fmla="*/ 0 h 6"/>
                  </a:gdLst>
                  <a:ahLst/>
                  <a:cxnLst>
                    <a:cxn ang="0">
                      <a:pos x="T0" y="T1"/>
                    </a:cxn>
                    <a:cxn ang="0">
                      <a:pos x="T2" y="T3"/>
                    </a:cxn>
                  </a:cxnLst>
                  <a:rect l="0" t="0" r="r" b="b"/>
                  <a:pathLst>
                    <a:path w="10" h="6">
                      <a:moveTo>
                        <a:pt x="9" y="5"/>
                      </a:moveTo>
                      <a:cubicBezTo>
                        <a:pt x="6" y="3"/>
                        <a:pt x="3" y="1"/>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46" name="Freeform 280">
                  <a:extLst>
                    <a:ext uri="{FF2B5EF4-FFF2-40B4-BE49-F238E27FC236}">
                      <a16:creationId xmlns:a16="http://schemas.microsoft.com/office/drawing/2014/main" id="{83FF4037-CE98-2741-FD64-7445266F0E03}"/>
                    </a:ext>
                  </a:extLst>
                </p:cNvPr>
                <p:cNvSpPr>
                  <a:spLocks noChangeArrowheads="1"/>
                </p:cNvSpPr>
                <p:nvPr/>
              </p:nvSpPr>
              <p:spPr bwMode="auto">
                <a:xfrm>
                  <a:off x="7289800" y="2559050"/>
                  <a:ext cx="3175" cy="3175"/>
                </a:xfrm>
                <a:custGeom>
                  <a:avLst/>
                  <a:gdLst>
                    <a:gd name="T0" fmla="*/ 9 w 10"/>
                    <a:gd name="T1" fmla="*/ 6 h 7"/>
                    <a:gd name="T2" fmla="*/ 0 w 10"/>
                    <a:gd name="T3" fmla="*/ 0 h 7"/>
                  </a:gdLst>
                  <a:ahLst/>
                  <a:cxnLst>
                    <a:cxn ang="0">
                      <a:pos x="T0" y="T1"/>
                    </a:cxn>
                    <a:cxn ang="0">
                      <a:pos x="T2" y="T3"/>
                    </a:cxn>
                  </a:cxnLst>
                  <a:rect l="0" t="0" r="r" b="b"/>
                  <a:pathLst>
                    <a:path w="10" h="7">
                      <a:moveTo>
                        <a:pt x="9" y="6"/>
                      </a:moveTo>
                      <a:cubicBezTo>
                        <a:pt x="6" y="4"/>
                        <a:pt x="3" y="2"/>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grpSp>
        </p:grpSp>
        <p:grpSp>
          <p:nvGrpSpPr>
            <p:cNvPr id="56" name="Group 55">
              <a:extLst>
                <a:ext uri="{FF2B5EF4-FFF2-40B4-BE49-F238E27FC236}">
                  <a16:creationId xmlns:a16="http://schemas.microsoft.com/office/drawing/2014/main" id="{258848AA-F375-5BC9-B2DE-ACEE5EC8EBDC}"/>
                </a:ext>
              </a:extLst>
            </p:cNvPr>
            <p:cNvGrpSpPr>
              <a:grpSpLocks noChangeAspect="1"/>
            </p:cNvGrpSpPr>
            <p:nvPr/>
          </p:nvGrpSpPr>
          <p:grpSpPr>
            <a:xfrm>
              <a:off x="20259236" y="4039104"/>
              <a:ext cx="1114744" cy="1113509"/>
              <a:chOff x="2346325" y="4090988"/>
              <a:chExt cx="630238" cy="630237"/>
            </a:xfrm>
          </p:grpSpPr>
          <p:sp>
            <p:nvSpPr>
              <p:cNvPr id="57" name="Freeform 134">
                <a:extLst>
                  <a:ext uri="{FF2B5EF4-FFF2-40B4-BE49-F238E27FC236}">
                    <a16:creationId xmlns:a16="http://schemas.microsoft.com/office/drawing/2014/main" id="{8F7490DB-494B-8C55-AC9F-3CBF7A7A154F}"/>
                  </a:ext>
                </a:extLst>
              </p:cNvPr>
              <p:cNvSpPr>
                <a:spLocks noChangeArrowheads="1"/>
              </p:cNvSpPr>
              <p:nvPr/>
            </p:nvSpPr>
            <p:spPr bwMode="auto">
              <a:xfrm>
                <a:off x="2346325" y="4090988"/>
                <a:ext cx="630238" cy="630237"/>
              </a:xfrm>
              <a:custGeom>
                <a:avLst/>
                <a:gdLst>
                  <a:gd name="T0" fmla="*/ 1467 w 1750"/>
                  <a:gd name="T1" fmla="*/ 1750 h 1751"/>
                  <a:gd name="T2" fmla="*/ 1749 w 1750"/>
                  <a:gd name="T3" fmla="*/ 1468 h 1751"/>
                  <a:gd name="T4" fmla="*/ 1749 w 1750"/>
                  <a:gd name="T5" fmla="*/ 282 h 1751"/>
                  <a:gd name="T6" fmla="*/ 1467 w 1750"/>
                  <a:gd name="T7" fmla="*/ 0 h 1751"/>
                  <a:gd name="T8" fmla="*/ 282 w 1750"/>
                  <a:gd name="T9" fmla="*/ 0 h 1751"/>
                  <a:gd name="T10" fmla="*/ 0 w 1750"/>
                  <a:gd name="T11" fmla="*/ 282 h 1751"/>
                  <a:gd name="T12" fmla="*/ 0 w 1750"/>
                  <a:gd name="T13" fmla="*/ 1468 h 1751"/>
                  <a:gd name="T14" fmla="*/ 282 w 1750"/>
                  <a:gd name="T15" fmla="*/ 1750 h 1751"/>
                  <a:gd name="T16" fmla="*/ 1467 w 1750"/>
                  <a:gd name="T17" fmla="*/ 1750 h 1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0" h="1751">
                    <a:moveTo>
                      <a:pt x="1467" y="1750"/>
                    </a:moveTo>
                    <a:cubicBezTo>
                      <a:pt x="1622" y="1750"/>
                      <a:pt x="1749" y="1623"/>
                      <a:pt x="1749" y="1468"/>
                    </a:cubicBezTo>
                    <a:cubicBezTo>
                      <a:pt x="1749" y="1073"/>
                      <a:pt x="1749" y="678"/>
                      <a:pt x="1749" y="282"/>
                    </a:cubicBezTo>
                    <a:cubicBezTo>
                      <a:pt x="1749" y="127"/>
                      <a:pt x="1622" y="0"/>
                      <a:pt x="1467" y="0"/>
                    </a:cubicBezTo>
                    <a:cubicBezTo>
                      <a:pt x="1072" y="0"/>
                      <a:pt x="677" y="0"/>
                      <a:pt x="282" y="0"/>
                    </a:cubicBezTo>
                    <a:cubicBezTo>
                      <a:pt x="127" y="0"/>
                      <a:pt x="0" y="127"/>
                      <a:pt x="0" y="282"/>
                    </a:cubicBezTo>
                    <a:cubicBezTo>
                      <a:pt x="0" y="678"/>
                      <a:pt x="0" y="1073"/>
                      <a:pt x="0" y="1468"/>
                    </a:cubicBezTo>
                    <a:cubicBezTo>
                      <a:pt x="0" y="1623"/>
                      <a:pt x="127" y="1750"/>
                      <a:pt x="282" y="1750"/>
                    </a:cubicBezTo>
                    <a:cubicBezTo>
                      <a:pt x="677" y="1750"/>
                      <a:pt x="1072" y="1750"/>
                      <a:pt x="1467" y="1750"/>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grpSp>
            <p:nvGrpSpPr>
              <p:cNvPr id="58" name="Group 57">
                <a:extLst>
                  <a:ext uri="{FF2B5EF4-FFF2-40B4-BE49-F238E27FC236}">
                    <a16:creationId xmlns:a16="http://schemas.microsoft.com/office/drawing/2014/main" id="{1590ACC1-B000-28DA-84AF-80DE175EA564}"/>
                  </a:ext>
                </a:extLst>
              </p:cNvPr>
              <p:cNvGrpSpPr/>
              <p:nvPr/>
            </p:nvGrpSpPr>
            <p:grpSpPr>
              <a:xfrm>
                <a:off x="2455863" y="4235450"/>
                <a:ext cx="411162" cy="342900"/>
                <a:chOff x="2455863" y="4235450"/>
                <a:chExt cx="411162" cy="342900"/>
              </a:xfrm>
            </p:grpSpPr>
            <p:sp>
              <p:nvSpPr>
                <p:cNvPr id="59" name="Freeform 135">
                  <a:extLst>
                    <a:ext uri="{FF2B5EF4-FFF2-40B4-BE49-F238E27FC236}">
                      <a16:creationId xmlns:a16="http://schemas.microsoft.com/office/drawing/2014/main" id="{0E2A97F4-565B-BBFA-1C04-A67D9F3DD05D}"/>
                    </a:ext>
                  </a:extLst>
                </p:cNvPr>
                <p:cNvSpPr>
                  <a:spLocks noChangeArrowheads="1"/>
                </p:cNvSpPr>
                <p:nvPr/>
              </p:nvSpPr>
              <p:spPr bwMode="auto">
                <a:xfrm>
                  <a:off x="2459038" y="4235450"/>
                  <a:ext cx="254000" cy="244475"/>
                </a:xfrm>
                <a:custGeom>
                  <a:avLst/>
                  <a:gdLst>
                    <a:gd name="T0" fmla="*/ 706 w 707"/>
                    <a:gd name="T1" fmla="*/ 0 h 679"/>
                    <a:gd name="T2" fmla="*/ 0 w 707"/>
                    <a:gd name="T3" fmla="*/ 678 h 679"/>
                  </a:gdLst>
                  <a:ahLst/>
                  <a:cxnLst>
                    <a:cxn ang="0">
                      <a:pos x="T0" y="T1"/>
                    </a:cxn>
                    <a:cxn ang="0">
                      <a:pos x="T2" y="T3"/>
                    </a:cxn>
                  </a:cxnLst>
                  <a:rect l="0" t="0" r="r" b="b"/>
                  <a:pathLst>
                    <a:path w="707" h="679">
                      <a:moveTo>
                        <a:pt x="706" y="0"/>
                      </a:moveTo>
                      <a:cubicBezTo>
                        <a:pt x="471" y="226"/>
                        <a:pt x="235" y="452"/>
                        <a:pt x="0" y="678"/>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60" name="Freeform 136">
                  <a:extLst>
                    <a:ext uri="{FF2B5EF4-FFF2-40B4-BE49-F238E27FC236}">
                      <a16:creationId xmlns:a16="http://schemas.microsoft.com/office/drawing/2014/main" id="{4167EA81-20FF-025F-822D-EAA957F9A451}"/>
                    </a:ext>
                  </a:extLst>
                </p:cNvPr>
                <p:cNvSpPr>
                  <a:spLocks noChangeArrowheads="1"/>
                </p:cNvSpPr>
                <p:nvPr/>
              </p:nvSpPr>
              <p:spPr bwMode="auto">
                <a:xfrm>
                  <a:off x="2652713" y="4235450"/>
                  <a:ext cx="61912" cy="61913"/>
                </a:xfrm>
                <a:custGeom>
                  <a:avLst/>
                  <a:gdLst>
                    <a:gd name="T0" fmla="*/ 170 w 171"/>
                    <a:gd name="T1" fmla="*/ 169 h 170"/>
                    <a:gd name="T2" fmla="*/ 170 w 171"/>
                    <a:gd name="T3" fmla="*/ 7 h 170"/>
                    <a:gd name="T4" fmla="*/ 163 w 171"/>
                    <a:gd name="T5" fmla="*/ 0 h 170"/>
                    <a:gd name="T6" fmla="*/ 0 w 171"/>
                    <a:gd name="T7" fmla="*/ 0 h 170"/>
                  </a:gdLst>
                  <a:ahLst/>
                  <a:cxnLst>
                    <a:cxn ang="0">
                      <a:pos x="T0" y="T1"/>
                    </a:cxn>
                    <a:cxn ang="0">
                      <a:pos x="T2" y="T3"/>
                    </a:cxn>
                    <a:cxn ang="0">
                      <a:pos x="T4" y="T5"/>
                    </a:cxn>
                    <a:cxn ang="0">
                      <a:pos x="T6" y="T7"/>
                    </a:cxn>
                  </a:cxnLst>
                  <a:rect l="0" t="0" r="r" b="b"/>
                  <a:pathLst>
                    <a:path w="171" h="170">
                      <a:moveTo>
                        <a:pt x="170" y="169"/>
                      </a:moveTo>
                      <a:cubicBezTo>
                        <a:pt x="170" y="115"/>
                        <a:pt x="170" y="61"/>
                        <a:pt x="170" y="7"/>
                      </a:cubicBezTo>
                      <a:cubicBezTo>
                        <a:pt x="170" y="3"/>
                        <a:pt x="167" y="0"/>
                        <a:pt x="163" y="0"/>
                      </a:cubicBezTo>
                      <a:cubicBezTo>
                        <a:pt x="109" y="0"/>
                        <a:pt x="54"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61" name="Freeform 137">
                  <a:extLst>
                    <a:ext uri="{FF2B5EF4-FFF2-40B4-BE49-F238E27FC236}">
                      <a16:creationId xmlns:a16="http://schemas.microsoft.com/office/drawing/2014/main" id="{824D3748-A21A-71F1-0E27-97D9F38E08FA}"/>
                    </a:ext>
                  </a:extLst>
                </p:cNvPr>
                <p:cNvSpPr>
                  <a:spLocks noChangeArrowheads="1"/>
                </p:cNvSpPr>
                <p:nvPr/>
              </p:nvSpPr>
              <p:spPr bwMode="auto">
                <a:xfrm>
                  <a:off x="2749550" y="4235450"/>
                  <a:ext cx="117475" cy="61913"/>
                </a:xfrm>
                <a:custGeom>
                  <a:avLst/>
                  <a:gdLst>
                    <a:gd name="T0" fmla="*/ 324 w 325"/>
                    <a:gd name="T1" fmla="*/ 56 h 170"/>
                    <a:gd name="T2" fmla="*/ 268 w 325"/>
                    <a:gd name="T3" fmla="*/ 0 h 170"/>
                    <a:gd name="T4" fmla="*/ 56 w 325"/>
                    <a:gd name="T5" fmla="*/ 0 h 170"/>
                    <a:gd name="T6" fmla="*/ 0 w 325"/>
                    <a:gd name="T7" fmla="*/ 56 h 170"/>
                    <a:gd name="T8" fmla="*/ 0 w 325"/>
                    <a:gd name="T9" fmla="*/ 113 h 170"/>
                    <a:gd name="T10" fmla="*/ 56 w 325"/>
                    <a:gd name="T11" fmla="*/ 169 h 170"/>
                    <a:gd name="T12" fmla="*/ 268 w 325"/>
                    <a:gd name="T13" fmla="*/ 169 h 170"/>
                    <a:gd name="T14" fmla="*/ 324 w 325"/>
                    <a:gd name="T15" fmla="*/ 113 h 170"/>
                    <a:gd name="T16" fmla="*/ 324 w 325"/>
                    <a:gd name="T17" fmla="*/ 5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5" h="170">
                      <a:moveTo>
                        <a:pt x="324" y="56"/>
                      </a:moveTo>
                      <a:cubicBezTo>
                        <a:pt x="324" y="25"/>
                        <a:pt x="299" y="0"/>
                        <a:pt x="268" y="0"/>
                      </a:cubicBezTo>
                      <a:cubicBezTo>
                        <a:pt x="197" y="0"/>
                        <a:pt x="127" y="0"/>
                        <a:pt x="56" y="0"/>
                      </a:cubicBezTo>
                      <a:cubicBezTo>
                        <a:pt x="25" y="0"/>
                        <a:pt x="0" y="25"/>
                        <a:pt x="0" y="56"/>
                      </a:cubicBezTo>
                      <a:cubicBezTo>
                        <a:pt x="0" y="75"/>
                        <a:pt x="0" y="94"/>
                        <a:pt x="0" y="113"/>
                      </a:cubicBezTo>
                      <a:cubicBezTo>
                        <a:pt x="0" y="144"/>
                        <a:pt x="25" y="169"/>
                        <a:pt x="56" y="169"/>
                      </a:cubicBezTo>
                      <a:cubicBezTo>
                        <a:pt x="127" y="169"/>
                        <a:pt x="197" y="169"/>
                        <a:pt x="268" y="169"/>
                      </a:cubicBezTo>
                      <a:cubicBezTo>
                        <a:pt x="299" y="169"/>
                        <a:pt x="324" y="144"/>
                        <a:pt x="324" y="113"/>
                      </a:cubicBezTo>
                      <a:cubicBezTo>
                        <a:pt x="324" y="94"/>
                        <a:pt x="324" y="75"/>
                        <a:pt x="324" y="56"/>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62" name="Freeform 138">
                  <a:extLst>
                    <a:ext uri="{FF2B5EF4-FFF2-40B4-BE49-F238E27FC236}">
                      <a16:creationId xmlns:a16="http://schemas.microsoft.com/office/drawing/2014/main" id="{E61C3645-5163-E3F0-72E3-CA0BBF641333}"/>
                    </a:ext>
                  </a:extLst>
                </p:cNvPr>
                <p:cNvSpPr>
                  <a:spLocks noChangeArrowheads="1"/>
                </p:cNvSpPr>
                <p:nvPr/>
              </p:nvSpPr>
              <p:spPr bwMode="auto">
                <a:xfrm>
                  <a:off x="2825750" y="4265613"/>
                  <a:ext cx="15875" cy="1587"/>
                </a:xfrm>
                <a:custGeom>
                  <a:avLst/>
                  <a:gdLst>
                    <a:gd name="T0" fmla="*/ 43 w 44"/>
                    <a:gd name="T1" fmla="*/ 0 h 1"/>
                    <a:gd name="T2" fmla="*/ 0 w 44"/>
                    <a:gd name="T3" fmla="*/ 0 h 1"/>
                  </a:gdLst>
                  <a:ahLst/>
                  <a:cxnLst>
                    <a:cxn ang="0">
                      <a:pos x="T0" y="T1"/>
                    </a:cxn>
                    <a:cxn ang="0">
                      <a:pos x="T2" y="T3"/>
                    </a:cxn>
                  </a:cxnLst>
                  <a:rect l="0" t="0" r="r" b="b"/>
                  <a:pathLst>
                    <a:path w="44" h="1">
                      <a:moveTo>
                        <a:pt x="43" y="0"/>
                      </a:moveTo>
                      <a:cubicBezTo>
                        <a:pt x="29" y="0"/>
                        <a:pt x="14"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63" name="Freeform 139">
                  <a:extLst>
                    <a:ext uri="{FF2B5EF4-FFF2-40B4-BE49-F238E27FC236}">
                      <a16:creationId xmlns:a16="http://schemas.microsoft.com/office/drawing/2014/main" id="{147D8023-52FE-AB18-35ED-83AF30623223}"/>
                    </a:ext>
                  </a:extLst>
                </p:cNvPr>
                <p:cNvSpPr>
                  <a:spLocks noChangeArrowheads="1"/>
                </p:cNvSpPr>
                <p:nvPr/>
              </p:nvSpPr>
              <p:spPr bwMode="auto">
                <a:xfrm>
                  <a:off x="2749550" y="4329113"/>
                  <a:ext cx="117475" cy="61912"/>
                </a:xfrm>
                <a:custGeom>
                  <a:avLst/>
                  <a:gdLst>
                    <a:gd name="T0" fmla="*/ 324 w 325"/>
                    <a:gd name="T1" fmla="*/ 56 h 170"/>
                    <a:gd name="T2" fmla="*/ 268 w 325"/>
                    <a:gd name="T3" fmla="*/ 0 h 170"/>
                    <a:gd name="T4" fmla="*/ 56 w 325"/>
                    <a:gd name="T5" fmla="*/ 0 h 170"/>
                    <a:gd name="T6" fmla="*/ 0 w 325"/>
                    <a:gd name="T7" fmla="*/ 56 h 170"/>
                    <a:gd name="T8" fmla="*/ 0 w 325"/>
                    <a:gd name="T9" fmla="*/ 113 h 170"/>
                    <a:gd name="T10" fmla="*/ 56 w 325"/>
                    <a:gd name="T11" fmla="*/ 169 h 170"/>
                    <a:gd name="T12" fmla="*/ 268 w 325"/>
                    <a:gd name="T13" fmla="*/ 169 h 170"/>
                    <a:gd name="T14" fmla="*/ 324 w 325"/>
                    <a:gd name="T15" fmla="*/ 113 h 170"/>
                    <a:gd name="T16" fmla="*/ 324 w 325"/>
                    <a:gd name="T17" fmla="*/ 5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5" h="170">
                      <a:moveTo>
                        <a:pt x="324" y="56"/>
                      </a:moveTo>
                      <a:cubicBezTo>
                        <a:pt x="324" y="25"/>
                        <a:pt x="299" y="0"/>
                        <a:pt x="268" y="0"/>
                      </a:cubicBezTo>
                      <a:cubicBezTo>
                        <a:pt x="197" y="0"/>
                        <a:pt x="127" y="0"/>
                        <a:pt x="56" y="0"/>
                      </a:cubicBezTo>
                      <a:cubicBezTo>
                        <a:pt x="25" y="0"/>
                        <a:pt x="0" y="25"/>
                        <a:pt x="0" y="56"/>
                      </a:cubicBezTo>
                      <a:cubicBezTo>
                        <a:pt x="0" y="75"/>
                        <a:pt x="0" y="94"/>
                        <a:pt x="0" y="113"/>
                      </a:cubicBezTo>
                      <a:cubicBezTo>
                        <a:pt x="0" y="144"/>
                        <a:pt x="25" y="169"/>
                        <a:pt x="56" y="169"/>
                      </a:cubicBezTo>
                      <a:cubicBezTo>
                        <a:pt x="127" y="169"/>
                        <a:pt x="197" y="169"/>
                        <a:pt x="268" y="169"/>
                      </a:cubicBezTo>
                      <a:cubicBezTo>
                        <a:pt x="299" y="169"/>
                        <a:pt x="324" y="144"/>
                        <a:pt x="324" y="113"/>
                      </a:cubicBezTo>
                      <a:cubicBezTo>
                        <a:pt x="324" y="94"/>
                        <a:pt x="324" y="75"/>
                        <a:pt x="324" y="56"/>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64" name="Freeform 140">
                  <a:extLst>
                    <a:ext uri="{FF2B5EF4-FFF2-40B4-BE49-F238E27FC236}">
                      <a16:creationId xmlns:a16="http://schemas.microsoft.com/office/drawing/2014/main" id="{9D2BF301-0C21-A538-0433-3FEDA844FE0F}"/>
                    </a:ext>
                  </a:extLst>
                </p:cNvPr>
                <p:cNvSpPr>
                  <a:spLocks noChangeArrowheads="1"/>
                </p:cNvSpPr>
                <p:nvPr/>
              </p:nvSpPr>
              <p:spPr bwMode="auto">
                <a:xfrm>
                  <a:off x="2825750" y="4359275"/>
                  <a:ext cx="15875" cy="1588"/>
                </a:xfrm>
                <a:custGeom>
                  <a:avLst/>
                  <a:gdLst>
                    <a:gd name="T0" fmla="*/ 43 w 44"/>
                    <a:gd name="T1" fmla="*/ 0 h 1"/>
                    <a:gd name="T2" fmla="*/ 0 w 44"/>
                    <a:gd name="T3" fmla="*/ 0 h 1"/>
                  </a:gdLst>
                  <a:ahLst/>
                  <a:cxnLst>
                    <a:cxn ang="0">
                      <a:pos x="T0" y="T1"/>
                    </a:cxn>
                    <a:cxn ang="0">
                      <a:pos x="T2" y="T3"/>
                    </a:cxn>
                  </a:cxnLst>
                  <a:rect l="0" t="0" r="r" b="b"/>
                  <a:pathLst>
                    <a:path w="44" h="1">
                      <a:moveTo>
                        <a:pt x="43" y="0"/>
                      </a:moveTo>
                      <a:cubicBezTo>
                        <a:pt x="29" y="0"/>
                        <a:pt x="14"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65" name="Freeform 141">
                  <a:extLst>
                    <a:ext uri="{FF2B5EF4-FFF2-40B4-BE49-F238E27FC236}">
                      <a16:creationId xmlns:a16="http://schemas.microsoft.com/office/drawing/2014/main" id="{41A19EA8-45F0-8DE7-AF6C-9ECE83CDD444}"/>
                    </a:ext>
                  </a:extLst>
                </p:cNvPr>
                <p:cNvSpPr>
                  <a:spLocks noChangeArrowheads="1"/>
                </p:cNvSpPr>
                <p:nvPr/>
              </p:nvSpPr>
              <p:spPr bwMode="auto">
                <a:xfrm>
                  <a:off x="2749550" y="4422775"/>
                  <a:ext cx="117475" cy="61913"/>
                </a:xfrm>
                <a:custGeom>
                  <a:avLst/>
                  <a:gdLst>
                    <a:gd name="T0" fmla="*/ 324 w 325"/>
                    <a:gd name="T1" fmla="*/ 56 h 170"/>
                    <a:gd name="T2" fmla="*/ 268 w 325"/>
                    <a:gd name="T3" fmla="*/ 0 h 170"/>
                    <a:gd name="T4" fmla="*/ 56 w 325"/>
                    <a:gd name="T5" fmla="*/ 0 h 170"/>
                    <a:gd name="T6" fmla="*/ 0 w 325"/>
                    <a:gd name="T7" fmla="*/ 56 h 170"/>
                    <a:gd name="T8" fmla="*/ 0 w 325"/>
                    <a:gd name="T9" fmla="*/ 113 h 170"/>
                    <a:gd name="T10" fmla="*/ 56 w 325"/>
                    <a:gd name="T11" fmla="*/ 169 h 170"/>
                    <a:gd name="T12" fmla="*/ 268 w 325"/>
                    <a:gd name="T13" fmla="*/ 169 h 170"/>
                    <a:gd name="T14" fmla="*/ 324 w 325"/>
                    <a:gd name="T15" fmla="*/ 113 h 170"/>
                    <a:gd name="T16" fmla="*/ 324 w 325"/>
                    <a:gd name="T17" fmla="*/ 5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5" h="170">
                      <a:moveTo>
                        <a:pt x="324" y="56"/>
                      </a:moveTo>
                      <a:cubicBezTo>
                        <a:pt x="324" y="25"/>
                        <a:pt x="299" y="0"/>
                        <a:pt x="268" y="0"/>
                      </a:cubicBezTo>
                      <a:cubicBezTo>
                        <a:pt x="197" y="0"/>
                        <a:pt x="127" y="0"/>
                        <a:pt x="56" y="0"/>
                      </a:cubicBezTo>
                      <a:cubicBezTo>
                        <a:pt x="25" y="0"/>
                        <a:pt x="0" y="25"/>
                        <a:pt x="0" y="56"/>
                      </a:cubicBezTo>
                      <a:cubicBezTo>
                        <a:pt x="0" y="75"/>
                        <a:pt x="0" y="94"/>
                        <a:pt x="0" y="113"/>
                      </a:cubicBezTo>
                      <a:cubicBezTo>
                        <a:pt x="0" y="144"/>
                        <a:pt x="25" y="169"/>
                        <a:pt x="56" y="169"/>
                      </a:cubicBezTo>
                      <a:cubicBezTo>
                        <a:pt x="127" y="169"/>
                        <a:pt x="197" y="169"/>
                        <a:pt x="268" y="169"/>
                      </a:cubicBezTo>
                      <a:cubicBezTo>
                        <a:pt x="299" y="169"/>
                        <a:pt x="324" y="144"/>
                        <a:pt x="324" y="113"/>
                      </a:cubicBezTo>
                      <a:cubicBezTo>
                        <a:pt x="324" y="94"/>
                        <a:pt x="324" y="75"/>
                        <a:pt x="324" y="56"/>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66" name="Freeform 142">
                  <a:extLst>
                    <a:ext uri="{FF2B5EF4-FFF2-40B4-BE49-F238E27FC236}">
                      <a16:creationId xmlns:a16="http://schemas.microsoft.com/office/drawing/2014/main" id="{CC97CE20-7006-7607-0458-A0B4E79B4890}"/>
                    </a:ext>
                  </a:extLst>
                </p:cNvPr>
                <p:cNvSpPr>
                  <a:spLocks noChangeArrowheads="1"/>
                </p:cNvSpPr>
                <p:nvPr/>
              </p:nvSpPr>
              <p:spPr bwMode="auto">
                <a:xfrm>
                  <a:off x="2825750" y="4452938"/>
                  <a:ext cx="15875" cy="1587"/>
                </a:xfrm>
                <a:custGeom>
                  <a:avLst/>
                  <a:gdLst>
                    <a:gd name="T0" fmla="*/ 43 w 44"/>
                    <a:gd name="T1" fmla="*/ 0 h 1"/>
                    <a:gd name="T2" fmla="*/ 0 w 44"/>
                    <a:gd name="T3" fmla="*/ 0 h 1"/>
                  </a:gdLst>
                  <a:ahLst/>
                  <a:cxnLst>
                    <a:cxn ang="0">
                      <a:pos x="T0" y="T1"/>
                    </a:cxn>
                    <a:cxn ang="0">
                      <a:pos x="T2" y="T3"/>
                    </a:cxn>
                  </a:cxnLst>
                  <a:rect l="0" t="0" r="r" b="b"/>
                  <a:pathLst>
                    <a:path w="44" h="1">
                      <a:moveTo>
                        <a:pt x="43" y="0"/>
                      </a:moveTo>
                      <a:cubicBezTo>
                        <a:pt x="29" y="0"/>
                        <a:pt x="14"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67" name="Freeform 143">
                  <a:extLst>
                    <a:ext uri="{FF2B5EF4-FFF2-40B4-BE49-F238E27FC236}">
                      <a16:creationId xmlns:a16="http://schemas.microsoft.com/office/drawing/2014/main" id="{BE642D7A-84AF-3437-5841-C4A320F4E15B}"/>
                    </a:ext>
                  </a:extLst>
                </p:cNvPr>
                <p:cNvSpPr>
                  <a:spLocks noChangeArrowheads="1"/>
                </p:cNvSpPr>
                <p:nvPr/>
              </p:nvSpPr>
              <p:spPr bwMode="auto">
                <a:xfrm>
                  <a:off x="2749550" y="4516438"/>
                  <a:ext cx="117475" cy="61912"/>
                </a:xfrm>
                <a:custGeom>
                  <a:avLst/>
                  <a:gdLst>
                    <a:gd name="T0" fmla="*/ 324 w 325"/>
                    <a:gd name="T1" fmla="*/ 56 h 170"/>
                    <a:gd name="T2" fmla="*/ 268 w 325"/>
                    <a:gd name="T3" fmla="*/ 0 h 170"/>
                    <a:gd name="T4" fmla="*/ 56 w 325"/>
                    <a:gd name="T5" fmla="*/ 0 h 170"/>
                    <a:gd name="T6" fmla="*/ 0 w 325"/>
                    <a:gd name="T7" fmla="*/ 56 h 170"/>
                    <a:gd name="T8" fmla="*/ 0 w 325"/>
                    <a:gd name="T9" fmla="*/ 113 h 170"/>
                    <a:gd name="T10" fmla="*/ 56 w 325"/>
                    <a:gd name="T11" fmla="*/ 169 h 170"/>
                    <a:gd name="T12" fmla="*/ 268 w 325"/>
                    <a:gd name="T13" fmla="*/ 169 h 170"/>
                    <a:gd name="T14" fmla="*/ 324 w 325"/>
                    <a:gd name="T15" fmla="*/ 113 h 170"/>
                    <a:gd name="T16" fmla="*/ 324 w 325"/>
                    <a:gd name="T17" fmla="*/ 5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5" h="170">
                      <a:moveTo>
                        <a:pt x="324" y="56"/>
                      </a:moveTo>
                      <a:cubicBezTo>
                        <a:pt x="324" y="25"/>
                        <a:pt x="299" y="0"/>
                        <a:pt x="268" y="0"/>
                      </a:cubicBezTo>
                      <a:cubicBezTo>
                        <a:pt x="197" y="0"/>
                        <a:pt x="127" y="0"/>
                        <a:pt x="56" y="0"/>
                      </a:cubicBezTo>
                      <a:cubicBezTo>
                        <a:pt x="25" y="0"/>
                        <a:pt x="0" y="25"/>
                        <a:pt x="0" y="56"/>
                      </a:cubicBezTo>
                      <a:cubicBezTo>
                        <a:pt x="0" y="75"/>
                        <a:pt x="0" y="94"/>
                        <a:pt x="0" y="113"/>
                      </a:cubicBezTo>
                      <a:cubicBezTo>
                        <a:pt x="0" y="144"/>
                        <a:pt x="25" y="169"/>
                        <a:pt x="56" y="169"/>
                      </a:cubicBezTo>
                      <a:cubicBezTo>
                        <a:pt x="127" y="169"/>
                        <a:pt x="197" y="169"/>
                        <a:pt x="268" y="169"/>
                      </a:cubicBezTo>
                      <a:cubicBezTo>
                        <a:pt x="299" y="169"/>
                        <a:pt x="324" y="144"/>
                        <a:pt x="324" y="113"/>
                      </a:cubicBezTo>
                      <a:cubicBezTo>
                        <a:pt x="324" y="94"/>
                        <a:pt x="324" y="75"/>
                        <a:pt x="324" y="56"/>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68" name="Freeform 144">
                  <a:extLst>
                    <a:ext uri="{FF2B5EF4-FFF2-40B4-BE49-F238E27FC236}">
                      <a16:creationId xmlns:a16="http://schemas.microsoft.com/office/drawing/2014/main" id="{069C215B-E238-8749-2293-AB40D9CFE65E}"/>
                    </a:ext>
                  </a:extLst>
                </p:cNvPr>
                <p:cNvSpPr>
                  <a:spLocks noChangeArrowheads="1"/>
                </p:cNvSpPr>
                <p:nvPr/>
              </p:nvSpPr>
              <p:spPr bwMode="auto">
                <a:xfrm>
                  <a:off x="2825750" y="4546600"/>
                  <a:ext cx="15875" cy="1588"/>
                </a:xfrm>
                <a:custGeom>
                  <a:avLst/>
                  <a:gdLst>
                    <a:gd name="T0" fmla="*/ 43 w 44"/>
                    <a:gd name="T1" fmla="*/ 0 h 1"/>
                    <a:gd name="T2" fmla="*/ 0 w 44"/>
                    <a:gd name="T3" fmla="*/ 0 h 1"/>
                  </a:gdLst>
                  <a:ahLst/>
                  <a:cxnLst>
                    <a:cxn ang="0">
                      <a:pos x="T0" y="T1"/>
                    </a:cxn>
                    <a:cxn ang="0">
                      <a:pos x="T2" y="T3"/>
                    </a:cxn>
                  </a:cxnLst>
                  <a:rect l="0" t="0" r="r" b="b"/>
                  <a:pathLst>
                    <a:path w="44" h="1">
                      <a:moveTo>
                        <a:pt x="43" y="0"/>
                      </a:moveTo>
                      <a:cubicBezTo>
                        <a:pt x="29" y="0"/>
                        <a:pt x="14"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69" name="Freeform 145">
                  <a:extLst>
                    <a:ext uri="{FF2B5EF4-FFF2-40B4-BE49-F238E27FC236}">
                      <a16:creationId xmlns:a16="http://schemas.microsoft.com/office/drawing/2014/main" id="{C646E867-E0BA-E1B8-996D-8C59F1D1098C}"/>
                    </a:ext>
                  </a:extLst>
                </p:cNvPr>
                <p:cNvSpPr>
                  <a:spLocks noChangeArrowheads="1"/>
                </p:cNvSpPr>
                <p:nvPr/>
              </p:nvSpPr>
              <p:spPr bwMode="auto">
                <a:xfrm>
                  <a:off x="2601913" y="4422775"/>
                  <a:ext cx="117475" cy="61913"/>
                </a:xfrm>
                <a:custGeom>
                  <a:avLst/>
                  <a:gdLst>
                    <a:gd name="T0" fmla="*/ 325 w 326"/>
                    <a:gd name="T1" fmla="*/ 56 h 170"/>
                    <a:gd name="T2" fmla="*/ 268 w 326"/>
                    <a:gd name="T3" fmla="*/ 0 h 170"/>
                    <a:gd name="T4" fmla="*/ 57 w 326"/>
                    <a:gd name="T5" fmla="*/ 0 h 170"/>
                    <a:gd name="T6" fmla="*/ 0 w 326"/>
                    <a:gd name="T7" fmla="*/ 56 h 170"/>
                    <a:gd name="T8" fmla="*/ 0 w 326"/>
                    <a:gd name="T9" fmla="*/ 113 h 170"/>
                    <a:gd name="T10" fmla="*/ 57 w 326"/>
                    <a:gd name="T11" fmla="*/ 169 h 170"/>
                    <a:gd name="T12" fmla="*/ 268 w 326"/>
                    <a:gd name="T13" fmla="*/ 169 h 170"/>
                    <a:gd name="T14" fmla="*/ 325 w 326"/>
                    <a:gd name="T15" fmla="*/ 113 h 170"/>
                    <a:gd name="T16" fmla="*/ 325 w 326"/>
                    <a:gd name="T17" fmla="*/ 5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6" h="170">
                      <a:moveTo>
                        <a:pt x="325" y="56"/>
                      </a:moveTo>
                      <a:cubicBezTo>
                        <a:pt x="325" y="25"/>
                        <a:pt x="300" y="0"/>
                        <a:pt x="268" y="0"/>
                      </a:cubicBezTo>
                      <a:cubicBezTo>
                        <a:pt x="198" y="0"/>
                        <a:pt x="127" y="0"/>
                        <a:pt x="57" y="0"/>
                      </a:cubicBezTo>
                      <a:cubicBezTo>
                        <a:pt x="26" y="0"/>
                        <a:pt x="0" y="25"/>
                        <a:pt x="0" y="56"/>
                      </a:cubicBezTo>
                      <a:cubicBezTo>
                        <a:pt x="0" y="75"/>
                        <a:pt x="0" y="94"/>
                        <a:pt x="0" y="113"/>
                      </a:cubicBezTo>
                      <a:cubicBezTo>
                        <a:pt x="0" y="144"/>
                        <a:pt x="26" y="169"/>
                        <a:pt x="57" y="169"/>
                      </a:cubicBezTo>
                      <a:cubicBezTo>
                        <a:pt x="127" y="169"/>
                        <a:pt x="198" y="169"/>
                        <a:pt x="268" y="169"/>
                      </a:cubicBezTo>
                      <a:cubicBezTo>
                        <a:pt x="300" y="169"/>
                        <a:pt x="325" y="144"/>
                        <a:pt x="325" y="113"/>
                      </a:cubicBezTo>
                      <a:cubicBezTo>
                        <a:pt x="325" y="94"/>
                        <a:pt x="325" y="75"/>
                        <a:pt x="325" y="56"/>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70" name="Freeform 146">
                  <a:extLst>
                    <a:ext uri="{FF2B5EF4-FFF2-40B4-BE49-F238E27FC236}">
                      <a16:creationId xmlns:a16="http://schemas.microsoft.com/office/drawing/2014/main" id="{6FC36467-CAE1-5A8E-2269-734228B26224}"/>
                    </a:ext>
                  </a:extLst>
                </p:cNvPr>
                <p:cNvSpPr>
                  <a:spLocks noChangeArrowheads="1"/>
                </p:cNvSpPr>
                <p:nvPr/>
              </p:nvSpPr>
              <p:spPr bwMode="auto">
                <a:xfrm>
                  <a:off x="2678113" y="4452938"/>
                  <a:ext cx="15875" cy="1587"/>
                </a:xfrm>
                <a:custGeom>
                  <a:avLst/>
                  <a:gdLst>
                    <a:gd name="T0" fmla="*/ 42 w 43"/>
                    <a:gd name="T1" fmla="*/ 0 h 1"/>
                    <a:gd name="T2" fmla="*/ 0 w 43"/>
                    <a:gd name="T3" fmla="*/ 0 h 1"/>
                  </a:gdLst>
                  <a:ahLst/>
                  <a:cxnLst>
                    <a:cxn ang="0">
                      <a:pos x="T0" y="T1"/>
                    </a:cxn>
                    <a:cxn ang="0">
                      <a:pos x="T2" y="T3"/>
                    </a:cxn>
                  </a:cxnLst>
                  <a:rect l="0" t="0" r="r" b="b"/>
                  <a:pathLst>
                    <a:path w="43" h="1">
                      <a:moveTo>
                        <a:pt x="42" y="0"/>
                      </a:moveTo>
                      <a:cubicBezTo>
                        <a:pt x="28" y="0"/>
                        <a:pt x="14"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71" name="Freeform 147">
                  <a:extLst>
                    <a:ext uri="{FF2B5EF4-FFF2-40B4-BE49-F238E27FC236}">
                      <a16:creationId xmlns:a16="http://schemas.microsoft.com/office/drawing/2014/main" id="{4B435EF4-22E9-F8BF-74E7-FD44D6D37142}"/>
                    </a:ext>
                  </a:extLst>
                </p:cNvPr>
                <p:cNvSpPr>
                  <a:spLocks noChangeArrowheads="1"/>
                </p:cNvSpPr>
                <p:nvPr/>
              </p:nvSpPr>
              <p:spPr bwMode="auto">
                <a:xfrm>
                  <a:off x="2601913" y="4516438"/>
                  <a:ext cx="117475" cy="61912"/>
                </a:xfrm>
                <a:custGeom>
                  <a:avLst/>
                  <a:gdLst>
                    <a:gd name="T0" fmla="*/ 325 w 326"/>
                    <a:gd name="T1" fmla="*/ 56 h 170"/>
                    <a:gd name="T2" fmla="*/ 268 w 326"/>
                    <a:gd name="T3" fmla="*/ 0 h 170"/>
                    <a:gd name="T4" fmla="*/ 57 w 326"/>
                    <a:gd name="T5" fmla="*/ 0 h 170"/>
                    <a:gd name="T6" fmla="*/ 0 w 326"/>
                    <a:gd name="T7" fmla="*/ 56 h 170"/>
                    <a:gd name="T8" fmla="*/ 0 w 326"/>
                    <a:gd name="T9" fmla="*/ 113 h 170"/>
                    <a:gd name="T10" fmla="*/ 57 w 326"/>
                    <a:gd name="T11" fmla="*/ 169 h 170"/>
                    <a:gd name="T12" fmla="*/ 268 w 326"/>
                    <a:gd name="T13" fmla="*/ 169 h 170"/>
                    <a:gd name="T14" fmla="*/ 325 w 326"/>
                    <a:gd name="T15" fmla="*/ 113 h 170"/>
                    <a:gd name="T16" fmla="*/ 325 w 326"/>
                    <a:gd name="T17" fmla="*/ 5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6" h="170">
                      <a:moveTo>
                        <a:pt x="325" y="56"/>
                      </a:moveTo>
                      <a:cubicBezTo>
                        <a:pt x="325" y="25"/>
                        <a:pt x="300" y="0"/>
                        <a:pt x="268" y="0"/>
                      </a:cubicBezTo>
                      <a:cubicBezTo>
                        <a:pt x="198" y="0"/>
                        <a:pt x="127" y="0"/>
                        <a:pt x="57" y="0"/>
                      </a:cubicBezTo>
                      <a:cubicBezTo>
                        <a:pt x="26" y="0"/>
                        <a:pt x="0" y="25"/>
                        <a:pt x="0" y="56"/>
                      </a:cubicBezTo>
                      <a:cubicBezTo>
                        <a:pt x="0" y="75"/>
                        <a:pt x="0" y="94"/>
                        <a:pt x="0" y="113"/>
                      </a:cubicBezTo>
                      <a:cubicBezTo>
                        <a:pt x="0" y="144"/>
                        <a:pt x="26" y="169"/>
                        <a:pt x="57" y="169"/>
                      </a:cubicBezTo>
                      <a:cubicBezTo>
                        <a:pt x="127" y="169"/>
                        <a:pt x="198" y="169"/>
                        <a:pt x="268" y="169"/>
                      </a:cubicBezTo>
                      <a:cubicBezTo>
                        <a:pt x="300" y="169"/>
                        <a:pt x="325" y="144"/>
                        <a:pt x="325" y="113"/>
                      </a:cubicBezTo>
                      <a:cubicBezTo>
                        <a:pt x="325" y="94"/>
                        <a:pt x="325" y="75"/>
                        <a:pt x="325" y="56"/>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72" name="Freeform 148">
                  <a:extLst>
                    <a:ext uri="{FF2B5EF4-FFF2-40B4-BE49-F238E27FC236}">
                      <a16:creationId xmlns:a16="http://schemas.microsoft.com/office/drawing/2014/main" id="{35CA169E-62B0-9B88-C375-3870498F401E}"/>
                    </a:ext>
                  </a:extLst>
                </p:cNvPr>
                <p:cNvSpPr>
                  <a:spLocks noChangeArrowheads="1"/>
                </p:cNvSpPr>
                <p:nvPr/>
              </p:nvSpPr>
              <p:spPr bwMode="auto">
                <a:xfrm>
                  <a:off x="2678113" y="4546600"/>
                  <a:ext cx="15875" cy="1588"/>
                </a:xfrm>
                <a:custGeom>
                  <a:avLst/>
                  <a:gdLst>
                    <a:gd name="T0" fmla="*/ 42 w 43"/>
                    <a:gd name="T1" fmla="*/ 0 h 1"/>
                    <a:gd name="T2" fmla="*/ 0 w 43"/>
                    <a:gd name="T3" fmla="*/ 0 h 1"/>
                  </a:gdLst>
                  <a:ahLst/>
                  <a:cxnLst>
                    <a:cxn ang="0">
                      <a:pos x="T0" y="T1"/>
                    </a:cxn>
                    <a:cxn ang="0">
                      <a:pos x="T2" y="T3"/>
                    </a:cxn>
                  </a:cxnLst>
                  <a:rect l="0" t="0" r="r" b="b"/>
                  <a:pathLst>
                    <a:path w="43" h="1">
                      <a:moveTo>
                        <a:pt x="42" y="0"/>
                      </a:moveTo>
                      <a:cubicBezTo>
                        <a:pt x="28" y="0"/>
                        <a:pt x="14"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73" name="Freeform 149">
                  <a:extLst>
                    <a:ext uri="{FF2B5EF4-FFF2-40B4-BE49-F238E27FC236}">
                      <a16:creationId xmlns:a16="http://schemas.microsoft.com/office/drawing/2014/main" id="{1406658F-B31F-44E4-3F9E-7B9F6B5EE71C}"/>
                    </a:ext>
                  </a:extLst>
                </p:cNvPr>
                <p:cNvSpPr>
                  <a:spLocks noChangeArrowheads="1"/>
                </p:cNvSpPr>
                <p:nvPr/>
              </p:nvSpPr>
              <p:spPr bwMode="auto">
                <a:xfrm>
                  <a:off x="2455863" y="4516438"/>
                  <a:ext cx="117475" cy="61912"/>
                </a:xfrm>
                <a:custGeom>
                  <a:avLst/>
                  <a:gdLst>
                    <a:gd name="T0" fmla="*/ 325 w 326"/>
                    <a:gd name="T1" fmla="*/ 56 h 170"/>
                    <a:gd name="T2" fmla="*/ 268 w 326"/>
                    <a:gd name="T3" fmla="*/ 0 h 170"/>
                    <a:gd name="T4" fmla="*/ 57 w 326"/>
                    <a:gd name="T5" fmla="*/ 0 h 170"/>
                    <a:gd name="T6" fmla="*/ 0 w 326"/>
                    <a:gd name="T7" fmla="*/ 56 h 170"/>
                    <a:gd name="T8" fmla="*/ 0 w 326"/>
                    <a:gd name="T9" fmla="*/ 113 h 170"/>
                    <a:gd name="T10" fmla="*/ 57 w 326"/>
                    <a:gd name="T11" fmla="*/ 169 h 170"/>
                    <a:gd name="T12" fmla="*/ 268 w 326"/>
                    <a:gd name="T13" fmla="*/ 169 h 170"/>
                    <a:gd name="T14" fmla="*/ 325 w 326"/>
                    <a:gd name="T15" fmla="*/ 113 h 170"/>
                    <a:gd name="T16" fmla="*/ 325 w 326"/>
                    <a:gd name="T17" fmla="*/ 5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6" h="170">
                      <a:moveTo>
                        <a:pt x="325" y="56"/>
                      </a:moveTo>
                      <a:cubicBezTo>
                        <a:pt x="325" y="25"/>
                        <a:pt x="299" y="0"/>
                        <a:pt x="268" y="0"/>
                      </a:cubicBezTo>
                      <a:cubicBezTo>
                        <a:pt x="198" y="0"/>
                        <a:pt x="127" y="0"/>
                        <a:pt x="57" y="0"/>
                      </a:cubicBezTo>
                      <a:cubicBezTo>
                        <a:pt x="25" y="0"/>
                        <a:pt x="0" y="25"/>
                        <a:pt x="0" y="56"/>
                      </a:cubicBezTo>
                      <a:cubicBezTo>
                        <a:pt x="0" y="75"/>
                        <a:pt x="0" y="94"/>
                        <a:pt x="0" y="113"/>
                      </a:cubicBezTo>
                      <a:cubicBezTo>
                        <a:pt x="0" y="144"/>
                        <a:pt x="25" y="169"/>
                        <a:pt x="57" y="169"/>
                      </a:cubicBezTo>
                      <a:cubicBezTo>
                        <a:pt x="127" y="169"/>
                        <a:pt x="198" y="169"/>
                        <a:pt x="268" y="169"/>
                      </a:cubicBezTo>
                      <a:cubicBezTo>
                        <a:pt x="299" y="169"/>
                        <a:pt x="325" y="144"/>
                        <a:pt x="325" y="113"/>
                      </a:cubicBezTo>
                      <a:cubicBezTo>
                        <a:pt x="325" y="94"/>
                        <a:pt x="325" y="75"/>
                        <a:pt x="325" y="56"/>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74" name="Freeform 150">
                  <a:extLst>
                    <a:ext uri="{FF2B5EF4-FFF2-40B4-BE49-F238E27FC236}">
                      <a16:creationId xmlns:a16="http://schemas.microsoft.com/office/drawing/2014/main" id="{1D94BC9C-267E-879C-5D12-6728F1A02B9D}"/>
                    </a:ext>
                  </a:extLst>
                </p:cNvPr>
                <p:cNvSpPr>
                  <a:spLocks noChangeArrowheads="1"/>
                </p:cNvSpPr>
                <p:nvPr/>
              </p:nvSpPr>
              <p:spPr bwMode="auto">
                <a:xfrm>
                  <a:off x="2532063" y="4546600"/>
                  <a:ext cx="15875" cy="1588"/>
                </a:xfrm>
                <a:custGeom>
                  <a:avLst/>
                  <a:gdLst>
                    <a:gd name="T0" fmla="*/ 42 w 43"/>
                    <a:gd name="T1" fmla="*/ 0 h 1"/>
                    <a:gd name="T2" fmla="*/ 0 w 43"/>
                    <a:gd name="T3" fmla="*/ 0 h 1"/>
                  </a:gdLst>
                  <a:ahLst/>
                  <a:cxnLst>
                    <a:cxn ang="0">
                      <a:pos x="T0" y="T1"/>
                    </a:cxn>
                    <a:cxn ang="0">
                      <a:pos x="T2" y="T3"/>
                    </a:cxn>
                  </a:cxnLst>
                  <a:rect l="0" t="0" r="r" b="b"/>
                  <a:pathLst>
                    <a:path w="43" h="1">
                      <a:moveTo>
                        <a:pt x="42" y="0"/>
                      </a:moveTo>
                      <a:cubicBezTo>
                        <a:pt x="28" y="0"/>
                        <a:pt x="14"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grpSp>
        </p:grpSp>
        <p:grpSp>
          <p:nvGrpSpPr>
            <p:cNvPr id="79" name="Group 78">
              <a:extLst>
                <a:ext uri="{FF2B5EF4-FFF2-40B4-BE49-F238E27FC236}">
                  <a16:creationId xmlns:a16="http://schemas.microsoft.com/office/drawing/2014/main" id="{43D4FECB-45D1-423E-5F70-4BF4D4DFB2F8}"/>
                </a:ext>
              </a:extLst>
            </p:cNvPr>
            <p:cNvGrpSpPr>
              <a:grpSpLocks noChangeAspect="1"/>
            </p:cNvGrpSpPr>
            <p:nvPr/>
          </p:nvGrpSpPr>
          <p:grpSpPr>
            <a:xfrm>
              <a:off x="20258349" y="9558143"/>
              <a:ext cx="1113508" cy="1113510"/>
              <a:chOff x="10655081" y="510378"/>
              <a:chExt cx="788067" cy="788068"/>
            </a:xfrm>
          </p:grpSpPr>
          <p:sp>
            <p:nvSpPr>
              <p:cNvPr id="80" name="Freeform 63">
                <a:extLst>
                  <a:ext uri="{FF2B5EF4-FFF2-40B4-BE49-F238E27FC236}">
                    <a16:creationId xmlns:a16="http://schemas.microsoft.com/office/drawing/2014/main" id="{3514EE83-25CA-B117-5629-8112B59DE777}"/>
                  </a:ext>
                </a:extLst>
              </p:cNvPr>
              <p:cNvSpPr>
                <a:spLocks noChangeArrowheads="1"/>
              </p:cNvSpPr>
              <p:nvPr/>
            </p:nvSpPr>
            <p:spPr bwMode="auto">
              <a:xfrm>
                <a:off x="10655081" y="510378"/>
                <a:ext cx="788067" cy="788068"/>
              </a:xfrm>
              <a:custGeom>
                <a:avLst/>
                <a:gdLst>
                  <a:gd name="T0" fmla="*/ 1468 w 1751"/>
                  <a:gd name="T1" fmla="*/ 1750 h 1751"/>
                  <a:gd name="T2" fmla="*/ 1750 w 1751"/>
                  <a:gd name="T3" fmla="*/ 1467 h 1751"/>
                  <a:gd name="T4" fmla="*/ 1750 w 1751"/>
                  <a:gd name="T5" fmla="*/ 282 h 1751"/>
                  <a:gd name="T6" fmla="*/ 1468 w 1751"/>
                  <a:gd name="T7" fmla="*/ 0 h 1751"/>
                  <a:gd name="T8" fmla="*/ 282 w 1751"/>
                  <a:gd name="T9" fmla="*/ 0 h 1751"/>
                  <a:gd name="T10" fmla="*/ 0 w 1751"/>
                  <a:gd name="T11" fmla="*/ 282 h 1751"/>
                  <a:gd name="T12" fmla="*/ 0 w 1751"/>
                  <a:gd name="T13" fmla="*/ 1467 h 1751"/>
                  <a:gd name="T14" fmla="*/ 282 w 1751"/>
                  <a:gd name="T15" fmla="*/ 1750 h 1751"/>
                  <a:gd name="T16" fmla="*/ 1468 w 1751"/>
                  <a:gd name="T17" fmla="*/ 1750 h 1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1" h="1751">
                    <a:moveTo>
                      <a:pt x="1468" y="1750"/>
                    </a:moveTo>
                    <a:cubicBezTo>
                      <a:pt x="1623" y="1750"/>
                      <a:pt x="1750" y="1623"/>
                      <a:pt x="1750" y="1467"/>
                    </a:cubicBezTo>
                    <a:cubicBezTo>
                      <a:pt x="1750" y="1072"/>
                      <a:pt x="1750" y="677"/>
                      <a:pt x="1750" y="282"/>
                    </a:cubicBezTo>
                    <a:cubicBezTo>
                      <a:pt x="1750" y="127"/>
                      <a:pt x="1623" y="0"/>
                      <a:pt x="1468" y="0"/>
                    </a:cubicBezTo>
                    <a:cubicBezTo>
                      <a:pt x="1073" y="0"/>
                      <a:pt x="677" y="0"/>
                      <a:pt x="282" y="0"/>
                    </a:cubicBezTo>
                    <a:cubicBezTo>
                      <a:pt x="127" y="0"/>
                      <a:pt x="0" y="127"/>
                      <a:pt x="0" y="282"/>
                    </a:cubicBezTo>
                    <a:cubicBezTo>
                      <a:pt x="0" y="677"/>
                      <a:pt x="0" y="1072"/>
                      <a:pt x="0" y="1467"/>
                    </a:cubicBezTo>
                    <a:cubicBezTo>
                      <a:pt x="0" y="1623"/>
                      <a:pt x="127" y="1750"/>
                      <a:pt x="282" y="1750"/>
                    </a:cubicBezTo>
                    <a:cubicBezTo>
                      <a:pt x="677" y="1750"/>
                      <a:pt x="1073" y="1750"/>
                      <a:pt x="1468" y="1750"/>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grpSp>
            <p:nvGrpSpPr>
              <p:cNvPr id="81" name="Group 80">
                <a:extLst>
                  <a:ext uri="{FF2B5EF4-FFF2-40B4-BE49-F238E27FC236}">
                    <a16:creationId xmlns:a16="http://schemas.microsoft.com/office/drawing/2014/main" id="{CF061B06-3F22-6E44-61E1-E05B86AFCCAE}"/>
                  </a:ext>
                </a:extLst>
              </p:cNvPr>
              <p:cNvGrpSpPr/>
              <p:nvPr/>
            </p:nvGrpSpPr>
            <p:grpSpPr>
              <a:xfrm>
                <a:off x="10744408" y="603676"/>
                <a:ext cx="609413" cy="601472"/>
                <a:chOff x="10744408" y="603676"/>
                <a:chExt cx="609413" cy="601472"/>
              </a:xfrm>
            </p:grpSpPr>
            <p:sp>
              <p:nvSpPr>
                <p:cNvPr id="82" name="Freeform 64">
                  <a:extLst>
                    <a:ext uri="{FF2B5EF4-FFF2-40B4-BE49-F238E27FC236}">
                      <a16:creationId xmlns:a16="http://schemas.microsoft.com/office/drawing/2014/main" id="{83676F2F-D49B-A7C1-966A-C00CB891073C}"/>
                    </a:ext>
                  </a:extLst>
                </p:cNvPr>
                <p:cNvSpPr>
                  <a:spLocks noChangeArrowheads="1"/>
                </p:cNvSpPr>
                <p:nvPr/>
              </p:nvSpPr>
              <p:spPr bwMode="auto">
                <a:xfrm>
                  <a:off x="10841676" y="625510"/>
                  <a:ext cx="89327" cy="89328"/>
                </a:xfrm>
                <a:custGeom>
                  <a:avLst/>
                  <a:gdLst>
                    <a:gd name="T0" fmla="*/ 198 w 199"/>
                    <a:gd name="T1" fmla="*/ 98 h 198"/>
                    <a:gd name="T2" fmla="*/ 184 w 199"/>
                    <a:gd name="T3" fmla="*/ 148 h 198"/>
                    <a:gd name="T4" fmla="*/ 148 w 199"/>
                    <a:gd name="T5" fmla="*/ 184 h 198"/>
                    <a:gd name="T6" fmla="*/ 99 w 199"/>
                    <a:gd name="T7" fmla="*/ 197 h 198"/>
                    <a:gd name="T8" fmla="*/ 49 w 199"/>
                    <a:gd name="T9" fmla="*/ 184 h 198"/>
                    <a:gd name="T10" fmla="*/ 13 w 199"/>
                    <a:gd name="T11" fmla="*/ 148 h 198"/>
                    <a:gd name="T12" fmla="*/ 0 w 199"/>
                    <a:gd name="T13" fmla="*/ 98 h 198"/>
                    <a:gd name="T14" fmla="*/ 13 w 199"/>
                    <a:gd name="T15" fmla="*/ 49 h 198"/>
                    <a:gd name="T16" fmla="*/ 49 w 199"/>
                    <a:gd name="T17" fmla="*/ 13 h 198"/>
                    <a:gd name="T18" fmla="*/ 99 w 199"/>
                    <a:gd name="T19" fmla="*/ 0 h 198"/>
                    <a:gd name="T20" fmla="*/ 148 w 199"/>
                    <a:gd name="T21" fmla="*/ 13 h 198"/>
                    <a:gd name="T22" fmla="*/ 184 w 199"/>
                    <a:gd name="T23" fmla="*/ 49 h 198"/>
                    <a:gd name="T24" fmla="*/ 198 w 199"/>
                    <a:gd name="T25" fmla="*/ 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9" h="198">
                      <a:moveTo>
                        <a:pt x="198" y="98"/>
                      </a:moveTo>
                      <a:cubicBezTo>
                        <a:pt x="198" y="117"/>
                        <a:pt x="193" y="132"/>
                        <a:pt x="184" y="148"/>
                      </a:cubicBezTo>
                      <a:cubicBezTo>
                        <a:pt x="175" y="164"/>
                        <a:pt x="164" y="175"/>
                        <a:pt x="148" y="184"/>
                      </a:cubicBezTo>
                      <a:cubicBezTo>
                        <a:pt x="132" y="193"/>
                        <a:pt x="117" y="197"/>
                        <a:pt x="99" y="197"/>
                      </a:cubicBezTo>
                      <a:cubicBezTo>
                        <a:pt x="81" y="197"/>
                        <a:pt x="65" y="193"/>
                        <a:pt x="49" y="184"/>
                      </a:cubicBezTo>
                      <a:cubicBezTo>
                        <a:pt x="34" y="175"/>
                        <a:pt x="22" y="164"/>
                        <a:pt x="13" y="148"/>
                      </a:cubicBezTo>
                      <a:cubicBezTo>
                        <a:pt x="4" y="132"/>
                        <a:pt x="0" y="116"/>
                        <a:pt x="0" y="98"/>
                      </a:cubicBezTo>
                      <a:cubicBezTo>
                        <a:pt x="0" y="79"/>
                        <a:pt x="4" y="65"/>
                        <a:pt x="13" y="49"/>
                      </a:cubicBezTo>
                      <a:cubicBezTo>
                        <a:pt x="22" y="33"/>
                        <a:pt x="34" y="22"/>
                        <a:pt x="49" y="13"/>
                      </a:cubicBezTo>
                      <a:cubicBezTo>
                        <a:pt x="65" y="4"/>
                        <a:pt x="81" y="0"/>
                        <a:pt x="99" y="0"/>
                      </a:cubicBezTo>
                      <a:cubicBezTo>
                        <a:pt x="117" y="0"/>
                        <a:pt x="132" y="4"/>
                        <a:pt x="148" y="13"/>
                      </a:cubicBezTo>
                      <a:cubicBezTo>
                        <a:pt x="164" y="22"/>
                        <a:pt x="175" y="33"/>
                        <a:pt x="184" y="49"/>
                      </a:cubicBezTo>
                      <a:cubicBezTo>
                        <a:pt x="193" y="65"/>
                        <a:pt x="198" y="80"/>
                        <a:pt x="198" y="98"/>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83" name="Freeform 65">
                  <a:extLst>
                    <a:ext uri="{FF2B5EF4-FFF2-40B4-BE49-F238E27FC236}">
                      <a16:creationId xmlns:a16="http://schemas.microsoft.com/office/drawing/2014/main" id="{9A1D1CC8-A04E-8860-EE36-6D6CCEA60637}"/>
                    </a:ext>
                  </a:extLst>
                </p:cNvPr>
                <p:cNvSpPr>
                  <a:spLocks noChangeArrowheads="1"/>
                </p:cNvSpPr>
                <p:nvPr/>
              </p:nvSpPr>
              <p:spPr bwMode="auto">
                <a:xfrm>
                  <a:off x="10744408" y="603676"/>
                  <a:ext cx="325549" cy="601471"/>
                </a:xfrm>
                <a:custGeom>
                  <a:avLst/>
                  <a:gdLst>
                    <a:gd name="T0" fmla="*/ 453 w 725"/>
                    <a:gd name="T1" fmla="*/ 1284 h 1335"/>
                    <a:gd name="T2" fmla="*/ 403 w 725"/>
                    <a:gd name="T3" fmla="*/ 1334 h 1335"/>
                    <a:gd name="T4" fmla="*/ 354 w 725"/>
                    <a:gd name="T5" fmla="*/ 1284 h 1335"/>
                    <a:gd name="T6" fmla="*/ 354 w 725"/>
                    <a:gd name="T7" fmla="*/ 865 h 1335"/>
                    <a:gd name="T8" fmla="*/ 313 w 725"/>
                    <a:gd name="T9" fmla="*/ 823 h 1335"/>
                    <a:gd name="T10" fmla="*/ 272 w 725"/>
                    <a:gd name="T11" fmla="*/ 865 h 1335"/>
                    <a:gd name="T12" fmla="*/ 272 w 725"/>
                    <a:gd name="T13" fmla="*/ 1284 h 1335"/>
                    <a:gd name="T14" fmla="*/ 222 w 725"/>
                    <a:gd name="T15" fmla="*/ 1334 h 1335"/>
                    <a:gd name="T16" fmla="*/ 173 w 725"/>
                    <a:gd name="T17" fmla="*/ 1284 h 1335"/>
                    <a:gd name="T18" fmla="*/ 173 w 725"/>
                    <a:gd name="T19" fmla="*/ 489 h 1335"/>
                    <a:gd name="T20" fmla="*/ 170 w 725"/>
                    <a:gd name="T21" fmla="*/ 484 h 1335"/>
                    <a:gd name="T22" fmla="*/ 164 w 725"/>
                    <a:gd name="T23" fmla="*/ 485 h 1335"/>
                    <a:gd name="T24" fmla="*/ 99 w 725"/>
                    <a:gd name="T25" fmla="*/ 642 h 1335"/>
                    <a:gd name="T26" fmla="*/ 99 w 725"/>
                    <a:gd name="T27" fmla="*/ 766 h 1335"/>
                    <a:gd name="T28" fmla="*/ 49 w 725"/>
                    <a:gd name="T29" fmla="*/ 815 h 1335"/>
                    <a:gd name="T30" fmla="*/ 0 w 725"/>
                    <a:gd name="T31" fmla="*/ 766 h 1335"/>
                    <a:gd name="T32" fmla="*/ 0 w 725"/>
                    <a:gd name="T33" fmla="*/ 634 h 1335"/>
                    <a:gd name="T34" fmla="*/ 313 w 725"/>
                    <a:gd name="T35" fmla="*/ 321 h 1335"/>
                    <a:gd name="T36" fmla="*/ 428 w 725"/>
                    <a:gd name="T37" fmla="*/ 321 h 1335"/>
                    <a:gd name="T38" fmla="*/ 626 w 725"/>
                    <a:gd name="T39" fmla="*/ 123 h 1335"/>
                    <a:gd name="T40" fmla="*/ 626 w 725"/>
                    <a:gd name="T41" fmla="*/ 49 h 1335"/>
                    <a:gd name="T42" fmla="*/ 675 w 725"/>
                    <a:gd name="T43" fmla="*/ 0 h 1335"/>
                    <a:gd name="T44" fmla="*/ 724 w 725"/>
                    <a:gd name="T45" fmla="*/ 49 h 1335"/>
                    <a:gd name="T46" fmla="*/ 724 w 725"/>
                    <a:gd name="T47" fmla="*/ 123 h 1335"/>
                    <a:gd name="T48" fmla="*/ 470 w 725"/>
                    <a:gd name="T49" fmla="*/ 417 h 1335"/>
                    <a:gd name="T50" fmla="*/ 463 w 725"/>
                    <a:gd name="T51" fmla="*/ 418 h 1335"/>
                    <a:gd name="T52" fmla="*/ 453 w 725"/>
                    <a:gd name="T53" fmla="*/ 430 h 1335"/>
                    <a:gd name="T54" fmla="*/ 453 w 725"/>
                    <a:gd name="T55" fmla="*/ 1284 h 1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5" h="1335">
                      <a:moveTo>
                        <a:pt x="453" y="1284"/>
                      </a:moveTo>
                      <a:cubicBezTo>
                        <a:pt x="453" y="1312"/>
                        <a:pt x="431" y="1334"/>
                        <a:pt x="403" y="1334"/>
                      </a:cubicBezTo>
                      <a:cubicBezTo>
                        <a:pt x="376" y="1334"/>
                        <a:pt x="354" y="1312"/>
                        <a:pt x="354" y="1284"/>
                      </a:cubicBezTo>
                      <a:cubicBezTo>
                        <a:pt x="354" y="1144"/>
                        <a:pt x="354" y="1005"/>
                        <a:pt x="354" y="865"/>
                      </a:cubicBezTo>
                      <a:cubicBezTo>
                        <a:pt x="354" y="842"/>
                        <a:pt x="335" y="823"/>
                        <a:pt x="313" y="823"/>
                      </a:cubicBezTo>
                      <a:cubicBezTo>
                        <a:pt x="290" y="823"/>
                        <a:pt x="272" y="842"/>
                        <a:pt x="272" y="865"/>
                      </a:cubicBezTo>
                      <a:cubicBezTo>
                        <a:pt x="272" y="1005"/>
                        <a:pt x="272" y="1144"/>
                        <a:pt x="272" y="1284"/>
                      </a:cubicBezTo>
                      <a:cubicBezTo>
                        <a:pt x="272" y="1312"/>
                        <a:pt x="249" y="1334"/>
                        <a:pt x="222" y="1334"/>
                      </a:cubicBezTo>
                      <a:cubicBezTo>
                        <a:pt x="195" y="1334"/>
                        <a:pt x="173" y="1312"/>
                        <a:pt x="173" y="1284"/>
                      </a:cubicBezTo>
                      <a:cubicBezTo>
                        <a:pt x="173" y="1019"/>
                        <a:pt x="173" y="754"/>
                        <a:pt x="173" y="489"/>
                      </a:cubicBezTo>
                      <a:cubicBezTo>
                        <a:pt x="173" y="487"/>
                        <a:pt x="172" y="485"/>
                        <a:pt x="170" y="484"/>
                      </a:cubicBezTo>
                      <a:cubicBezTo>
                        <a:pt x="168" y="483"/>
                        <a:pt x="165" y="484"/>
                        <a:pt x="164" y="485"/>
                      </a:cubicBezTo>
                      <a:cubicBezTo>
                        <a:pt x="122" y="527"/>
                        <a:pt x="99" y="583"/>
                        <a:pt x="99" y="642"/>
                      </a:cubicBezTo>
                      <a:cubicBezTo>
                        <a:pt x="99" y="683"/>
                        <a:pt x="99" y="725"/>
                        <a:pt x="99" y="766"/>
                      </a:cubicBezTo>
                      <a:cubicBezTo>
                        <a:pt x="99" y="793"/>
                        <a:pt x="77" y="815"/>
                        <a:pt x="49" y="815"/>
                      </a:cubicBezTo>
                      <a:cubicBezTo>
                        <a:pt x="22" y="815"/>
                        <a:pt x="0" y="793"/>
                        <a:pt x="0" y="766"/>
                      </a:cubicBezTo>
                      <a:cubicBezTo>
                        <a:pt x="0" y="722"/>
                        <a:pt x="0" y="678"/>
                        <a:pt x="0" y="634"/>
                      </a:cubicBezTo>
                      <a:cubicBezTo>
                        <a:pt x="0" y="462"/>
                        <a:pt x="140" y="321"/>
                        <a:pt x="313" y="321"/>
                      </a:cubicBezTo>
                      <a:cubicBezTo>
                        <a:pt x="351" y="321"/>
                        <a:pt x="390" y="321"/>
                        <a:pt x="428" y="321"/>
                      </a:cubicBezTo>
                      <a:cubicBezTo>
                        <a:pt x="537" y="321"/>
                        <a:pt x="626" y="232"/>
                        <a:pt x="626" y="123"/>
                      </a:cubicBezTo>
                      <a:cubicBezTo>
                        <a:pt x="626" y="98"/>
                        <a:pt x="626" y="74"/>
                        <a:pt x="626" y="49"/>
                      </a:cubicBezTo>
                      <a:cubicBezTo>
                        <a:pt x="626" y="22"/>
                        <a:pt x="648" y="0"/>
                        <a:pt x="675" y="0"/>
                      </a:cubicBezTo>
                      <a:cubicBezTo>
                        <a:pt x="702" y="0"/>
                        <a:pt x="724" y="22"/>
                        <a:pt x="724" y="49"/>
                      </a:cubicBezTo>
                      <a:cubicBezTo>
                        <a:pt x="724" y="74"/>
                        <a:pt x="724" y="98"/>
                        <a:pt x="724" y="123"/>
                      </a:cubicBezTo>
                      <a:cubicBezTo>
                        <a:pt x="724" y="273"/>
                        <a:pt x="614" y="396"/>
                        <a:pt x="470" y="417"/>
                      </a:cubicBezTo>
                      <a:cubicBezTo>
                        <a:pt x="468" y="417"/>
                        <a:pt x="465" y="418"/>
                        <a:pt x="463" y="418"/>
                      </a:cubicBezTo>
                      <a:cubicBezTo>
                        <a:pt x="457" y="418"/>
                        <a:pt x="453" y="424"/>
                        <a:pt x="453" y="430"/>
                      </a:cubicBezTo>
                      <a:cubicBezTo>
                        <a:pt x="453" y="715"/>
                        <a:pt x="453" y="999"/>
                        <a:pt x="453" y="1284"/>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84" name="Freeform 66">
                  <a:extLst>
                    <a:ext uri="{FF2B5EF4-FFF2-40B4-BE49-F238E27FC236}">
                      <a16:creationId xmlns:a16="http://schemas.microsoft.com/office/drawing/2014/main" id="{F7A4C95E-7A8E-AF4B-32D9-B5271B55C01E}"/>
                    </a:ext>
                  </a:extLst>
                </p:cNvPr>
                <p:cNvSpPr>
                  <a:spLocks noChangeArrowheads="1"/>
                </p:cNvSpPr>
                <p:nvPr/>
              </p:nvSpPr>
              <p:spPr bwMode="auto">
                <a:xfrm>
                  <a:off x="11167225" y="625510"/>
                  <a:ext cx="89327" cy="89328"/>
                </a:xfrm>
                <a:custGeom>
                  <a:avLst/>
                  <a:gdLst>
                    <a:gd name="T0" fmla="*/ 198 w 199"/>
                    <a:gd name="T1" fmla="*/ 98 h 198"/>
                    <a:gd name="T2" fmla="*/ 185 w 199"/>
                    <a:gd name="T3" fmla="*/ 148 h 198"/>
                    <a:gd name="T4" fmla="*/ 149 w 199"/>
                    <a:gd name="T5" fmla="*/ 184 h 198"/>
                    <a:gd name="T6" fmla="*/ 99 w 199"/>
                    <a:gd name="T7" fmla="*/ 197 h 198"/>
                    <a:gd name="T8" fmla="*/ 50 w 199"/>
                    <a:gd name="T9" fmla="*/ 184 h 198"/>
                    <a:gd name="T10" fmla="*/ 14 w 199"/>
                    <a:gd name="T11" fmla="*/ 148 h 198"/>
                    <a:gd name="T12" fmla="*/ 0 w 199"/>
                    <a:gd name="T13" fmla="*/ 98 h 198"/>
                    <a:gd name="T14" fmla="*/ 14 w 199"/>
                    <a:gd name="T15" fmla="*/ 49 h 198"/>
                    <a:gd name="T16" fmla="*/ 50 w 199"/>
                    <a:gd name="T17" fmla="*/ 13 h 198"/>
                    <a:gd name="T18" fmla="*/ 99 w 199"/>
                    <a:gd name="T19" fmla="*/ 0 h 198"/>
                    <a:gd name="T20" fmla="*/ 149 w 199"/>
                    <a:gd name="T21" fmla="*/ 13 h 198"/>
                    <a:gd name="T22" fmla="*/ 185 w 199"/>
                    <a:gd name="T23" fmla="*/ 49 h 198"/>
                    <a:gd name="T24" fmla="*/ 198 w 199"/>
                    <a:gd name="T25" fmla="*/ 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9" h="198">
                      <a:moveTo>
                        <a:pt x="198" y="98"/>
                      </a:moveTo>
                      <a:cubicBezTo>
                        <a:pt x="198" y="117"/>
                        <a:pt x="194" y="132"/>
                        <a:pt x="185" y="148"/>
                      </a:cubicBezTo>
                      <a:cubicBezTo>
                        <a:pt x="176" y="164"/>
                        <a:pt x="165" y="175"/>
                        <a:pt x="149" y="184"/>
                      </a:cubicBezTo>
                      <a:cubicBezTo>
                        <a:pt x="134" y="193"/>
                        <a:pt x="117" y="197"/>
                        <a:pt x="99" y="197"/>
                      </a:cubicBezTo>
                      <a:cubicBezTo>
                        <a:pt x="81" y="197"/>
                        <a:pt x="66" y="193"/>
                        <a:pt x="50" y="184"/>
                      </a:cubicBezTo>
                      <a:cubicBezTo>
                        <a:pt x="35" y="175"/>
                        <a:pt x="24" y="164"/>
                        <a:pt x="14" y="148"/>
                      </a:cubicBezTo>
                      <a:cubicBezTo>
                        <a:pt x="5" y="132"/>
                        <a:pt x="0" y="116"/>
                        <a:pt x="0" y="98"/>
                      </a:cubicBezTo>
                      <a:cubicBezTo>
                        <a:pt x="0" y="79"/>
                        <a:pt x="5" y="65"/>
                        <a:pt x="14" y="49"/>
                      </a:cubicBezTo>
                      <a:cubicBezTo>
                        <a:pt x="24" y="33"/>
                        <a:pt x="35" y="22"/>
                        <a:pt x="50" y="13"/>
                      </a:cubicBezTo>
                      <a:cubicBezTo>
                        <a:pt x="66" y="4"/>
                        <a:pt x="81" y="0"/>
                        <a:pt x="99" y="0"/>
                      </a:cubicBezTo>
                      <a:cubicBezTo>
                        <a:pt x="117" y="0"/>
                        <a:pt x="134" y="4"/>
                        <a:pt x="149" y="13"/>
                      </a:cubicBezTo>
                      <a:cubicBezTo>
                        <a:pt x="165" y="22"/>
                        <a:pt x="176" y="33"/>
                        <a:pt x="185" y="49"/>
                      </a:cubicBezTo>
                      <a:cubicBezTo>
                        <a:pt x="194" y="65"/>
                        <a:pt x="198" y="80"/>
                        <a:pt x="198" y="98"/>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85" name="Freeform 67">
                  <a:extLst>
                    <a:ext uri="{FF2B5EF4-FFF2-40B4-BE49-F238E27FC236}">
                      <a16:creationId xmlns:a16="http://schemas.microsoft.com/office/drawing/2014/main" id="{A59D6A1E-3EE5-2EFE-FEB3-0112A6C11B45}"/>
                    </a:ext>
                  </a:extLst>
                </p:cNvPr>
                <p:cNvSpPr>
                  <a:spLocks noChangeArrowheads="1"/>
                </p:cNvSpPr>
                <p:nvPr/>
              </p:nvSpPr>
              <p:spPr bwMode="auto">
                <a:xfrm>
                  <a:off x="11050107" y="659258"/>
                  <a:ext cx="303714" cy="545890"/>
                </a:xfrm>
                <a:custGeom>
                  <a:avLst/>
                  <a:gdLst>
                    <a:gd name="T0" fmla="*/ 0 w 676"/>
                    <a:gd name="T1" fmla="*/ 164 h 1212"/>
                    <a:gd name="T2" fmla="*/ 205 w 676"/>
                    <a:gd name="T3" fmla="*/ 294 h 1212"/>
                    <a:gd name="T4" fmla="*/ 212 w 676"/>
                    <a:gd name="T5" fmla="*/ 295 h 1212"/>
                    <a:gd name="T6" fmla="*/ 222 w 676"/>
                    <a:gd name="T7" fmla="*/ 307 h 1212"/>
                    <a:gd name="T8" fmla="*/ 222 w 676"/>
                    <a:gd name="T9" fmla="*/ 1161 h 1212"/>
                    <a:gd name="T10" fmla="*/ 272 w 676"/>
                    <a:gd name="T11" fmla="*/ 1211 h 1212"/>
                    <a:gd name="T12" fmla="*/ 321 w 676"/>
                    <a:gd name="T13" fmla="*/ 1161 h 1212"/>
                    <a:gd name="T14" fmla="*/ 321 w 676"/>
                    <a:gd name="T15" fmla="*/ 742 h 1212"/>
                    <a:gd name="T16" fmla="*/ 362 w 676"/>
                    <a:gd name="T17" fmla="*/ 700 h 1212"/>
                    <a:gd name="T18" fmla="*/ 403 w 676"/>
                    <a:gd name="T19" fmla="*/ 742 h 1212"/>
                    <a:gd name="T20" fmla="*/ 403 w 676"/>
                    <a:gd name="T21" fmla="*/ 1161 h 1212"/>
                    <a:gd name="T22" fmla="*/ 453 w 676"/>
                    <a:gd name="T23" fmla="*/ 1211 h 1212"/>
                    <a:gd name="T24" fmla="*/ 502 w 676"/>
                    <a:gd name="T25" fmla="*/ 1161 h 1212"/>
                    <a:gd name="T26" fmla="*/ 502 w 676"/>
                    <a:gd name="T27" fmla="*/ 366 h 1212"/>
                    <a:gd name="T28" fmla="*/ 505 w 676"/>
                    <a:gd name="T29" fmla="*/ 361 h 1212"/>
                    <a:gd name="T30" fmla="*/ 511 w 676"/>
                    <a:gd name="T31" fmla="*/ 362 h 1212"/>
                    <a:gd name="T32" fmla="*/ 576 w 676"/>
                    <a:gd name="T33" fmla="*/ 519 h 1212"/>
                    <a:gd name="T34" fmla="*/ 576 w 676"/>
                    <a:gd name="T35" fmla="*/ 643 h 1212"/>
                    <a:gd name="T36" fmla="*/ 626 w 676"/>
                    <a:gd name="T37" fmla="*/ 692 h 1212"/>
                    <a:gd name="T38" fmla="*/ 675 w 676"/>
                    <a:gd name="T39" fmla="*/ 643 h 1212"/>
                    <a:gd name="T40" fmla="*/ 675 w 676"/>
                    <a:gd name="T41" fmla="*/ 511 h 1212"/>
                    <a:gd name="T42" fmla="*/ 362 w 676"/>
                    <a:gd name="T43" fmla="*/ 198 h 1212"/>
                    <a:gd name="T44" fmla="*/ 247 w 676"/>
                    <a:gd name="T45" fmla="*/ 198 h 1212"/>
                    <a:gd name="T46" fmla="*/ 49 w 676"/>
                    <a:gd name="T47" fmla="*/ 0 h 1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6" h="1212">
                      <a:moveTo>
                        <a:pt x="0" y="164"/>
                      </a:moveTo>
                      <a:cubicBezTo>
                        <a:pt x="46" y="233"/>
                        <a:pt x="119" y="281"/>
                        <a:pt x="205" y="294"/>
                      </a:cubicBezTo>
                      <a:cubicBezTo>
                        <a:pt x="207" y="294"/>
                        <a:pt x="210" y="295"/>
                        <a:pt x="212" y="295"/>
                      </a:cubicBezTo>
                      <a:cubicBezTo>
                        <a:pt x="218" y="295"/>
                        <a:pt x="222" y="301"/>
                        <a:pt x="222" y="307"/>
                      </a:cubicBezTo>
                      <a:cubicBezTo>
                        <a:pt x="222" y="592"/>
                        <a:pt x="222" y="876"/>
                        <a:pt x="222" y="1161"/>
                      </a:cubicBezTo>
                      <a:cubicBezTo>
                        <a:pt x="222" y="1189"/>
                        <a:pt x="244" y="1211"/>
                        <a:pt x="272" y="1211"/>
                      </a:cubicBezTo>
                      <a:cubicBezTo>
                        <a:pt x="299" y="1211"/>
                        <a:pt x="321" y="1189"/>
                        <a:pt x="321" y="1161"/>
                      </a:cubicBezTo>
                      <a:cubicBezTo>
                        <a:pt x="321" y="1021"/>
                        <a:pt x="321" y="882"/>
                        <a:pt x="321" y="742"/>
                      </a:cubicBezTo>
                      <a:cubicBezTo>
                        <a:pt x="321" y="719"/>
                        <a:pt x="339" y="700"/>
                        <a:pt x="362" y="700"/>
                      </a:cubicBezTo>
                      <a:cubicBezTo>
                        <a:pt x="385" y="700"/>
                        <a:pt x="403" y="719"/>
                        <a:pt x="403" y="742"/>
                      </a:cubicBezTo>
                      <a:cubicBezTo>
                        <a:pt x="403" y="882"/>
                        <a:pt x="403" y="1021"/>
                        <a:pt x="403" y="1161"/>
                      </a:cubicBezTo>
                      <a:cubicBezTo>
                        <a:pt x="403" y="1189"/>
                        <a:pt x="425" y="1211"/>
                        <a:pt x="453" y="1211"/>
                      </a:cubicBezTo>
                      <a:cubicBezTo>
                        <a:pt x="480" y="1211"/>
                        <a:pt x="502" y="1189"/>
                        <a:pt x="502" y="1161"/>
                      </a:cubicBezTo>
                      <a:cubicBezTo>
                        <a:pt x="502" y="896"/>
                        <a:pt x="502" y="631"/>
                        <a:pt x="502" y="366"/>
                      </a:cubicBezTo>
                      <a:cubicBezTo>
                        <a:pt x="502" y="364"/>
                        <a:pt x="503" y="362"/>
                        <a:pt x="505" y="361"/>
                      </a:cubicBezTo>
                      <a:cubicBezTo>
                        <a:pt x="507" y="360"/>
                        <a:pt x="510" y="361"/>
                        <a:pt x="511" y="362"/>
                      </a:cubicBezTo>
                      <a:cubicBezTo>
                        <a:pt x="553" y="404"/>
                        <a:pt x="576" y="460"/>
                        <a:pt x="576" y="519"/>
                      </a:cubicBezTo>
                      <a:cubicBezTo>
                        <a:pt x="576" y="560"/>
                        <a:pt x="576" y="602"/>
                        <a:pt x="576" y="643"/>
                      </a:cubicBezTo>
                      <a:cubicBezTo>
                        <a:pt x="576" y="670"/>
                        <a:pt x="598" y="692"/>
                        <a:pt x="626" y="692"/>
                      </a:cubicBezTo>
                      <a:cubicBezTo>
                        <a:pt x="653" y="692"/>
                        <a:pt x="675" y="670"/>
                        <a:pt x="675" y="643"/>
                      </a:cubicBezTo>
                      <a:cubicBezTo>
                        <a:pt x="675" y="599"/>
                        <a:pt x="675" y="555"/>
                        <a:pt x="675" y="511"/>
                      </a:cubicBezTo>
                      <a:cubicBezTo>
                        <a:pt x="675" y="339"/>
                        <a:pt x="535" y="198"/>
                        <a:pt x="362" y="198"/>
                      </a:cubicBezTo>
                      <a:cubicBezTo>
                        <a:pt x="324" y="198"/>
                        <a:pt x="285" y="198"/>
                        <a:pt x="247" y="198"/>
                      </a:cubicBezTo>
                      <a:cubicBezTo>
                        <a:pt x="138" y="198"/>
                        <a:pt x="49" y="109"/>
                        <a:pt x="49" y="0"/>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grpSp>
        </p:grpSp>
      </p:grpSp>
      <p:sp>
        <p:nvSpPr>
          <p:cNvPr id="86" name="TextBox 85">
            <a:extLst>
              <a:ext uri="{FF2B5EF4-FFF2-40B4-BE49-F238E27FC236}">
                <a16:creationId xmlns:a16="http://schemas.microsoft.com/office/drawing/2014/main" id="{43B7B51C-D69E-ECBC-8D77-89BC4CE3C38B}"/>
              </a:ext>
            </a:extLst>
          </p:cNvPr>
          <p:cNvSpPr txBox="1"/>
          <p:nvPr/>
        </p:nvSpPr>
        <p:spPr>
          <a:xfrm>
            <a:off x="930833" y="11804145"/>
            <a:ext cx="23013031" cy="523220"/>
          </a:xfrm>
          <a:prstGeom prst="rect">
            <a:avLst/>
          </a:prstGeom>
          <a:noFill/>
        </p:spPr>
        <p:txBody>
          <a:bodyPr wrap="none" rtlCol="0">
            <a:spAutoFit/>
          </a:bodyPr>
          <a:lstStyle/>
          <a:p>
            <a:r>
              <a:rPr lang="en-GB" sz="2800" noProof="0">
                <a:latin typeface="Fira Sans" panose="020B0503050000020004" pitchFamily="34" charset="0"/>
              </a:rPr>
              <a:t>NB: Enhanced Security &amp; Data/AI analytical insights are an expected outcome of transformation, not necessarily a pure business driver. </a:t>
            </a:r>
          </a:p>
        </p:txBody>
      </p:sp>
    </p:spTree>
    <p:extLst>
      <p:ext uri="{BB962C8B-B14F-4D97-AF65-F5344CB8AC3E}">
        <p14:creationId xmlns:p14="http://schemas.microsoft.com/office/powerpoint/2010/main" val="3884642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FDCC9F8-C541-D5E7-C1AF-5BECA0FC0C74}"/>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9</a:t>
            </a:fld>
            <a:endParaRPr lang="en-GB" noProof="0"/>
          </a:p>
        </p:txBody>
      </p:sp>
      <p:sp>
        <p:nvSpPr>
          <p:cNvPr id="10" name="Text Placeholder 9">
            <a:extLst>
              <a:ext uri="{FF2B5EF4-FFF2-40B4-BE49-F238E27FC236}">
                <a16:creationId xmlns:a16="http://schemas.microsoft.com/office/drawing/2014/main" id="{2F2D2127-655F-F591-733D-E01168C47954}"/>
              </a:ext>
            </a:extLst>
          </p:cNvPr>
          <p:cNvSpPr>
            <a:spLocks noGrp="1"/>
          </p:cNvSpPr>
          <p:nvPr>
            <p:ph type="body" sz="quarter" idx="13"/>
          </p:nvPr>
        </p:nvSpPr>
        <p:spPr>
          <a:xfrm>
            <a:off x="746393" y="7838875"/>
            <a:ext cx="5216526" cy="2280490"/>
          </a:xfrm>
        </p:spPr>
        <p:txBody>
          <a:bodyPr anchor="ctr"/>
          <a:lstStyle/>
          <a:p>
            <a:pPr algn="ctr"/>
            <a:r>
              <a:rPr lang="en-GB" sz="3200" noProof="0">
                <a:latin typeface="Fira Sans" panose="020B0503050000020004" pitchFamily="34" charset="0"/>
              </a:rPr>
              <a:t>Reduce complexity to scale operations and delivery speed</a:t>
            </a:r>
          </a:p>
        </p:txBody>
      </p:sp>
      <p:sp>
        <p:nvSpPr>
          <p:cNvPr id="5" name="Title 1">
            <a:extLst>
              <a:ext uri="{FF2B5EF4-FFF2-40B4-BE49-F238E27FC236}">
                <a16:creationId xmlns:a16="http://schemas.microsoft.com/office/drawing/2014/main" id="{82D513FF-B00A-40DF-129C-A0FFB6386A35}"/>
              </a:ext>
            </a:extLst>
          </p:cNvPr>
          <p:cNvSpPr>
            <a:spLocks noGrp="1"/>
          </p:cNvSpPr>
          <p:nvPr>
            <p:ph type="title"/>
          </p:nvPr>
        </p:nvSpPr>
        <p:spPr>
          <a:xfrm>
            <a:off x="733863" y="3609563"/>
            <a:ext cx="5241586" cy="3062106"/>
          </a:xfrm>
        </p:spPr>
        <p:txBody>
          <a:bodyPr vert="horz" wrap="square" lIns="0" tIns="0" rIns="0" bIns="0" rtlCol="0" anchor="ctr" anchorCtr="0">
            <a:normAutofit/>
          </a:bodyPr>
          <a:lstStyle/>
          <a:p>
            <a:pPr algn="ctr"/>
            <a:r>
              <a:rPr lang="en-GB" sz="5400" kern="1200" noProof="0">
                <a:ln w="9525">
                  <a:noFill/>
                </a:ln>
                <a:latin typeface="Fira Sans" panose="020B0503050000020004" pitchFamily="34" charset="0"/>
              </a:rPr>
              <a:t>Standardisation</a:t>
            </a:r>
            <a:br>
              <a:rPr lang="en-GB" sz="5400" kern="1200" noProof="0">
                <a:ln w="9525">
                  <a:noFill/>
                </a:ln>
                <a:latin typeface="Fira Sans" panose="020B0503050000020004" pitchFamily="34" charset="0"/>
              </a:rPr>
            </a:br>
            <a:r>
              <a:rPr lang="en-GB" sz="5400" kern="1200" noProof="0">
                <a:ln w="9525">
                  <a:noFill/>
                </a:ln>
                <a:latin typeface="Fira Sans" panose="020B0503050000020004" pitchFamily="34" charset="0"/>
              </a:rPr>
              <a:t>+ </a:t>
            </a:r>
            <a:br>
              <a:rPr lang="en-GB" sz="5400" kern="1200" noProof="0">
                <a:ln w="9525">
                  <a:noFill/>
                </a:ln>
                <a:latin typeface="Fira Sans" panose="020B0503050000020004" pitchFamily="34" charset="0"/>
              </a:rPr>
            </a:br>
            <a:r>
              <a:rPr lang="en-GB" sz="5400" kern="1200" noProof="0">
                <a:ln w="9525">
                  <a:noFill/>
                </a:ln>
                <a:latin typeface="Fira Sans" panose="020B0503050000020004" pitchFamily="34" charset="0"/>
              </a:rPr>
              <a:t>Simplification</a:t>
            </a:r>
          </a:p>
        </p:txBody>
      </p:sp>
      <p:sp>
        <p:nvSpPr>
          <p:cNvPr id="7" name="TextBox 6">
            <a:extLst>
              <a:ext uri="{FF2B5EF4-FFF2-40B4-BE49-F238E27FC236}">
                <a16:creationId xmlns:a16="http://schemas.microsoft.com/office/drawing/2014/main" id="{FE2DB053-C94B-762C-2A67-12C4EF24D66D}"/>
              </a:ext>
            </a:extLst>
          </p:cNvPr>
          <p:cNvSpPr txBox="1"/>
          <p:nvPr/>
        </p:nvSpPr>
        <p:spPr>
          <a:xfrm>
            <a:off x="7296912" y="1057505"/>
            <a:ext cx="16340694" cy="11264904"/>
          </a:xfrm>
          <a:prstGeom prst="rect">
            <a:avLst/>
          </a:prstGeom>
        </p:spPr>
        <p:txBody>
          <a:bodyPr vert="horz" lIns="182880" tIns="0" rIns="0" bIns="0" rtlCol="0">
            <a:normAutofit lnSpcReduction="10000"/>
          </a:bodyPr>
          <a:lstStyle/>
          <a:p>
            <a:pPr defTabSz="1828800" fontAlgn="t">
              <a:spcAft>
                <a:spcPts val="1400"/>
              </a:spcAft>
              <a:buClr>
                <a:srgbClr val="EB0000"/>
              </a:buClr>
            </a:pPr>
            <a:r>
              <a:rPr lang="en-GB" sz="3600" b="1" noProof="0" dirty="0">
                <a:latin typeface="Fira Sans" panose="020B0503050000020004" pitchFamily="34" charset="0"/>
              </a:rPr>
              <a:t>Goal</a:t>
            </a:r>
          </a:p>
          <a:p>
            <a:pPr marL="914400" lvl="1" indent="-457200" defTabSz="1828800" fontAlgn="t">
              <a:spcAft>
                <a:spcPts val="1400"/>
              </a:spcAft>
              <a:buClr>
                <a:srgbClr val="EB0000"/>
              </a:buClr>
              <a:buFont typeface="Aktiv Grotesk" panose="020B0604020202020204" pitchFamily="34" charset="0"/>
              <a:buChar char="•"/>
            </a:pPr>
            <a:r>
              <a:rPr lang="en-GB" sz="3200" noProof="0" dirty="0">
                <a:latin typeface="Fira Sans" panose="020B0503050000020004" pitchFamily="34" charset="0"/>
              </a:rPr>
              <a:t>Standardisation of Core Technology products across [Client] Business</a:t>
            </a:r>
          </a:p>
          <a:p>
            <a:pPr marL="914400" lvl="1" indent="-457200" defTabSz="1828800" fontAlgn="t">
              <a:spcAft>
                <a:spcPts val="1400"/>
              </a:spcAft>
              <a:buClr>
                <a:srgbClr val="EB0000"/>
              </a:buClr>
              <a:buFont typeface="Aktiv Grotesk" panose="020B0604020202020204" pitchFamily="34" charset="0"/>
              <a:buChar char="•"/>
            </a:pPr>
            <a:r>
              <a:rPr lang="en-GB" sz="3200" noProof="0" dirty="0">
                <a:latin typeface="Fira Sans" panose="020B0503050000020004" pitchFamily="34" charset="0"/>
              </a:rPr>
              <a:t>Meet North Star growth targets across all brands</a:t>
            </a:r>
          </a:p>
          <a:p>
            <a:pPr marL="1371600" lvl="2" indent="-457200" defTabSz="1828800" fontAlgn="t">
              <a:spcAft>
                <a:spcPts val="1400"/>
              </a:spcAft>
              <a:buClr>
                <a:srgbClr val="EB0000"/>
              </a:buClr>
              <a:buFont typeface="Aktiv Grotesk" panose="020B0604020202020204" pitchFamily="34" charset="0"/>
              <a:buChar char="•"/>
            </a:pPr>
            <a:r>
              <a:rPr lang="en-GB" sz="3200" noProof="0" dirty="0">
                <a:latin typeface="Fira Sans" panose="020B0503050000020004" pitchFamily="34" charset="0"/>
              </a:rPr>
              <a:t>MOL – 1M Subscribers</a:t>
            </a:r>
          </a:p>
          <a:p>
            <a:pPr marL="914400" lvl="1" indent="-457200" defTabSz="1828800" fontAlgn="t">
              <a:spcAft>
                <a:spcPts val="1400"/>
              </a:spcAft>
              <a:buClr>
                <a:srgbClr val="EB0000"/>
              </a:buClr>
              <a:buFont typeface="Aktiv Grotesk" panose="020B0604020202020204" pitchFamily="34" charset="0"/>
              <a:buChar char="•"/>
            </a:pPr>
            <a:r>
              <a:rPr lang="en-GB" sz="3200" noProof="0" dirty="0">
                <a:latin typeface="Fira Sans" panose="020B0503050000020004" pitchFamily="34" charset="0"/>
              </a:rPr>
              <a:t>Eliminate Shadow IT</a:t>
            </a:r>
          </a:p>
          <a:p>
            <a:pPr marL="1371600" lvl="2" indent="-457200" defTabSz="1828800" fontAlgn="t">
              <a:spcAft>
                <a:spcPts val="1400"/>
              </a:spcAft>
              <a:buClr>
                <a:srgbClr val="EB0000"/>
              </a:buClr>
              <a:buFont typeface="Aktiv Grotesk" panose="020B0604020202020204" pitchFamily="34" charset="0"/>
              <a:buChar char="•"/>
            </a:pPr>
            <a:endParaRPr lang="en-GB" sz="3600" b="0" noProof="0" dirty="0">
              <a:latin typeface="Fira Sans" panose="020B0503050000020004" pitchFamily="34" charset="0"/>
            </a:endParaRPr>
          </a:p>
          <a:p>
            <a:pPr defTabSz="1828800" fontAlgn="t">
              <a:spcAft>
                <a:spcPts val="1400"/>
              </a:spcAft>
              <a:buClr>
                <a:srgbClr val="EB0000"/>
              </a:buClr>
            </a:pPr>
            <a:r>
              <a:rPr lang="en-GB" sz="3600" b="1" noProof="0" dirty="0">
                <a:latin typeface="Fira Sans" panose="020B0503050000020004" pitchFamily="34" charset="0"/>
              </a:rPr>
              <a:t>Strategic Intent</a:t>
            </a:r>
          </a:p>
          <a:p>
            <a:pPr marL="914400" lvl="1" indent="-457200" defTabSz="1828800" fontAlgn="t">
              <a:spcAft>
                <a:spcPts val="1400"/>
              </a:spcAft>
              <a:buClr>
                <a:srgbClr val="EB0000"/>
              </a:buClr>
              <a:buFont typeface="Aktiv Grotesk" panose="020B0604020202020204" pitchFamily="34" charset="0"/>
              <a:buChar char="•"/>
            </a:pPr>
            <a:r>
              <a:rPr lang="en-GB" sz="3200" noProof="0" dirty="0">
                <a:latin typeface="Fira Sans" panose="020B0503050000020004" pitchFamily="34" charset="0"/>
              </a:rPr>
              <a:t>Standardisation is a prerequisite for scalable growth</a:t>
            </a:r>
          </a:p>
          <a:p>
            <a:pPr marL="914400" lvl="1" indent="-457200" defTabSz="1828800" fontAlgn="t">
              <a:spcAft>
                <a:spcPts val="1400"/>
              </a:spcAft>
              <a:buClr>
                <a:srgbClr val="EB0000"/>
              </a:buClr>
              <a:buFont typeface="Aktiv Grotesk" panose="020B0604020202020204" pitchFamily="34" charset="0"/>
              <a:buChar char="•"/>
            </a:pPr>
            <a:r>
              <a:rPr lang="en-GB" sz="3200" noProof="0" dirty="0">
                <a:latin typeface="Fira Sans" panose="020B0503050000020004" pitchFamily="34" charset="0"/>
              </a:rPr>
              <a:t>Platform sprawl increases cost, risk, and execution friction</a:t>
            </a:r>
          </a:p>
          <a:p>
            <a:pPr marL="914400" lvl="1" indent="-457200" defTabSz="1828800" fontAlgn="t">
              <a:spcAft>
                <a:spcPts val="1400"/>
              </a:spcAft>
              <a:buClr>
                <a:srgbClr val="EB0000"/>
              </a:buClr>
              <a:buFont typeface="Aktiv Grotesk" panose="020B0604020202020204" pitchFamily="34" charset="0"/>
              <a:buChar char="•"/>
            </a:pPr>
            <a:r>
              <a:rPr lang="en-GB" sz="3200" noProof="0" dirty="0">
                <a:latin typeface="Fira Sans" panose="020B0503050000020004" pitchFamily="34" charset="0"/>
              </a:rPr>
              <a:t>Converge on a limited set of approved platforms and architectural patterns</a:t>
            </a:r>
          </a:p>
          <a:p>
            <a:pPr marL="914400" lvl="1" indent="-457200" defTabSz="1828800" fontAlgn="t">
              <a:spcAft>
                <a:spcPts val="1400"/>
              </a:spcAft>
              <a:buClr>
                <a:srgbClr val="EB0000"/>
              </a:buClr>
              <a:buFont typeface="Aktiv Grotesk" panose="020B0604020202020204" pitchFamily="34" charset="0"/>
              <a:buChar char="•"/>
            </a:pPr>
            <a:r>
              <a:rPr lang="en-GB" sz="3200" noProof="0" dirty="0">
                <a:latin typeface="Fira Sans" panose="020B0503050000020004" pitchFamily="34" charset="0"/>
              </a:rPr>
              <a:t>Enforce security, compliance, and governance by design</a:t>
            </a:r>
          </a:p>
          <a:p>
            <a:pPr marL="914400" lvl="1" indent="-457200" defTabSz="1828800" fontAlgn="t">
              <a:spcAft>
                <a:spcPts val="1400"/>
              </a:spcAft>
              <a:buClr>
                <a:srgbClr val="EB0000"/>
              </a:buClr>
              <a:buFont typeface="Aktiv Grotesk" panose="020B0604020202020204" pitchFamily="34" charset="0"/>
              <a:buChar char="•"/>
            </a:pPr>
            <a:r>
              <a:rPr lang="en-GB" sz="3200" noProof="0" dirty="0">
                <a:latin typeface="Fira Sans" panose="020B0503050000020004" pitchFamily="34" charset="0"/>
              </a:rPr>
              <a:t>Preserve innovation while eliminating unnecessary variation</a:t>
            </a:r>
          </a:p>
          <a:p>
            <a:pPr marL="285750" indent="-285750" defTabSz="1828800" fontAlgn="t">
              <a:spcAft>
                <a:spcPts val="1400"/>
              </a:spcAft>
              <a:buClr>
                <a:srgbClr val="EB0000"/>
              </a:buClr>
              <a:buFont typeface="Aktiv Grotesk" panose="020B0604020202020204" pitchFamily="34" charset="0"/>
              <a:buChar char="•"/>
            </a:pPr>
            <a:endParaRPr lang="en-GB" sz="3600" b="0" noProof="0" dirty="0">
              <a:latin typeface="Fira Sans" panose="020B0503050000020004" pitchFamily="34" charset="0"/>
            </a:endParaRPr>
          </a:p>
          <a:p>
            <a:pPr defTabSz="1828800" fontAlgn="t">
              <a:spcAft>
                <a:spcPts val="1400"/>
              </a:spcAft>
              <a:buClr>
                <a:srgbClr val="EB0000"/>
              </a:buClr>
            </a:pPr>
            <a:r>
              <a:rPr lang="en-GB" sz="3600" b="1" noProof="0" dirty="0">
                <a:latin typeface="Fira Sans" panose="020B0503050000020004" pitchFamily="34" charset="0"/>
              </a:rPr>
              <a:t>Outcome</a:t>
            </a:r>
          </a:p>
          <a:p>
            <a:pPr marL="914400" lvl="1" indent="-457200" defTabSz="1828800" fontAlgn="t">
              <a:spcAft>
                <a:spcPts val="1400"/>
              </a:spcAft>
              <a:buClr>
                <a:srgbClr val="EB0000"/>
              </a:buClr>
              <a:buFont typeface="Aktiv Grotesk" panose="020B0604020202020204" pitchFamily="34" charset="0"/>
              <a:buChar char="•"/>
            </a:pPr>
            <a:r>
              <a:rPr lang="en-GB" sz="3200" noProof="0" dirty="0">
                <a:latin typeface="Fira Sans" panose="020B0503050000020004" pitchFamily="34" charset="0"/>
              </a:rPr>
              <a:t>Simplified Target Operating Model (TOM)</a:t>
            </a:r>
          </a:p>
          <a:p>
            <a:pPr marL="914400" lvl="1" indent="-457200" defTabSz="1828800" fontAlgn="t">
              <a:spcAft>
                <a:spcPts val="1400"/>
              </a:spcAft>
              <a:buClr>
                <a:srgbClr val="EB0000"/>
              </a:buClr>
              <a:buFont typeface="Aktiv Grotesk" panose="020B0604020202020204" pitchFamily="34" charset="0"/>
              <a:buChar char="•"/>
            </a:pPr>
            <a:r>
              <a:rPr lang="en-GB" sz="3200" noProof="0" dirty="0">
                <a:latin typeface="Fira Sans" panose="020B0503050000020004" pitchFamily="34" charset="0"/>
              </a:rPr>
              <a:t>Lower execution and operational risk</a:t>
            </a:r>
          </a:p>
          <a:p>
            <a:pPr marL="914400" lvl="1" indent="-457200" defTabSz="1828800" fontAlgn="t">
              <a:spcAft>
                <a:spcPts val="1400"/>
              </a:spcAft>
              <a:buClr>
                <a:srgbClr val="EB0000"/>
              </a:buClr>
              <a:buFont typeface="Aktiv Grotesk" panose="020B0604020202020204" pitchFamily="34" charset="0"/>
              <a:buChar char="•"/>
            </a:pPr>
            <a:r>
              <a:rPr lang="en-GB" sz="3200" noProof="0" dirty="0">
                <a:latin typeface="Fira Sans" panose="020B0503050000020004" pitchFamily="34" charset="0"/>
              </a:rPr>
              <a:t>Faster, more predictable delivery of change</a:t>
            </a:r>
          </a:p>
          <a:p>
            <a:pPr marL="914400" lvl="1" indent="-457200" defTabSz="1828800" fontAlgn="t">
              <a:spcAft>
                <a:spcPts val="1400"/>
              </a:spcAft>
              <a:buClr>
                <a:srgbClr val="EB0000"/>
              </a:buClr>
              <a:buFont typeface="Aktiv Grotesk" panose="020B0604020202020204" pitchFamily="34" charset="0"/>
              <a:buChar char="•"/>
            </a:pPr>
            <a:r>
              <a:rPr lang="en-GB" sz="3200" noProof="0" dirty="0">
                <a:latin typeface="Fira Sans" panose="020B0503050000020004" pitchFamily="34" charset="0"/>
              </a:rPr>
              <a:t>A scalable foundation that supports growth without proportional complexity</a:t>
            </a:r>
          </a:p>
        </p:txBody>
      </p:sp>
      <p:sp>
        <p:nvSpPr>
          <p:cNvPr id="11" name="Title 1">
            <a:extLst>
              <a:ext uri="{FF2B5EF4-FFF2-40B4-BE49-F238E27FC236}">
                <a16:creationId xmlns:a16="http://schemas.microsoft.com/office/drawing/2014/main" id="{217EB05A-69A4-D326-A73A-21567D369B1C}"/>
              </a:ext>
            </a:extLst>
          </p:cNvPr>
          <p:cNvSpPr txBox="1">
            <a:spLocks/>
          </p:cNvSpPr>
          <p:nvPr/>
        </p:nvSpPr>
        <p:spPr>
          <a:xfrm>
            <a:off x="733863" y="949568"/>
            <a:ext cx="5241586" cy="988960"/>
          </a:xfrm>
          <a:prstGeom prst="rect">
            <a:avLst/>
          </a:prstGeom>
          <a:ln w="12700">
            <a:noFill/>
          </a:ln>
        </p:spPr>
        <p:txBody>
          <a:bodyPr vert="horz" wrap="square" lIns="0" tIns="0" rIns="0" bIns="0" rtlCol="0" anchor="ctr" anchorCtr="0">
            <a:normAutofit/>
          </a:bodyPr>
          <a:lstStyle>
            <a:lvl1pPr algn="l" defTabSz="1828800" rtl="0" eaLnBrk="1" fontAlgn="base" latinLnBrk="0" hangingPunct="1">
              <a:lnSpc>
                <a:spcPct val="110000"/>
              </a:lnSpc>
              <a:spcBef>
                <a:spcPct val="0"/>
              </a:spcBef>
              <a:buNone/>
              <a:defRPr sz="6250" kern="1200">
                <a:ln w="9525">
                  <a:noFill/>
                </a:ln>
                <a:solidFill>
                  <a:schemeClr val="bg1"/>
                </a:solidFill>
                <a:latin typeface="+mj-lt"/>
                <a:ea typeface="+mj-ea"/>
                <a:cs typeface="+mj-cs"/>
              </a:defRPr>
            </a:lvl1pPr>
          </a:lstStyle>
          <a:p>
            <a:pPr algn="ctr"/>
            <a:r>
              <a:rPr lang="en-GB" sz="5400" noProof="0" dirty="0">
                <a:latin typeface="Fira Sans" panose="020B0503050000020004" pitchFamily="34" charset="0"/>
              </a:rPr>
              <a:t>Driver # 1</a:t>
            </a:r>
          </a:p>
        </p:txBody>
      </p:sp>
    </p:spTree>
    <p:extLst>
      <p:ext uri="{BB962C8B-B14F-4D97-AF65-F5344CB8AC3E}">
        <p14:creationId xmlns:p14="http://schemas.microsoft.com/office/powerpoint/2010/main" val="920250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BEE03-18E6-2822-5D65-A34692D04A9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ECDAB51-4E03-CED1-9600-D4AB1EA5A154}"/>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10</a:t>
            </a:fld>
            <a:endParaRPr lang="en-GB" noProof="0"/>
          </a:p>
        </p:txBody>
      </p:sp>
      <p:sp>
        <p:nvSpPr>
          <p:cNvPr id="10" name="Text Placeholder 9">
            <a:extLst>
              <a:ext uri="{FF2B5EF4-FFF2-40B4-BE49-F238E27FC236}">
                <a16:creationId xmlns:a16="http://schemas.microsoft.com/office/drawing/2014/main" id="{10A5E33C-0BFA-EC8A-D7F8-5970D7504587}"/>
              </a:ext>
            </a:extLst>
          </p:cNvPr>
          <p:cNvSpPr>
            <a:spLocks noGrp="1"/>
          </p:cNvSpPr>
          <p:nvPr>
            <p:ph type="body" sz="quarter" idx="13"/>
          </p:nvPr>
        </p:nvSpPr>
        <p:spPr>
          <a:xfrm>
            <a:off x="746393" y="7838874"/>
            <a:ext cx="5216526" cy="3536261"/>
          </a:xfrm>
        </p:spPr>
        <p:txBody>
          <a:bodyPr anchor="ctr"/>
          <a:lstStyle/>
          <a:p>
            <a:pPr algn="ctr"/>
            <a:r>
              <a:rPr lang="en-GB" sz="3200" noProof="0">
                <a:latin typeface="Fira Sans" panose="020B0503050000020004" pitchFamily="34" charset="0"/>
              </a:rPr>
              <a:t>Remove low value work and create credible savings</a:t>
            </a:r>
          </a:p>
        </p:txBody>
      </p:sp>
      <p:sp>
        <p:nvSpPr>
          <p:cNvPr id="5" name="Title 1">
            <a:extLst>
              <a:ext uri="{FF2B5EF4-FFF2-40B4-BE49-F238E27FC236}">
                <a16:creationId xmlns:a16="http://schemas.microsoft.com/office/drawing/2014/main" id="{C0AFC1E8-80C3-1FEA-E817-5BCA167A11AE}"/>
              </a:ext>
            </a:extLst>
          </p:cNvPr>
          <p:cNvSpPr>
            <a:spLocks noGrp="1"/>
          </p:cNvSpPr>
          <p:nvPr>
            <p:ph type="title"/>
          </p:nvPr>
        </p:nvSpPr>
        <p:spPr>
          <a:xfrm>
            <a:off x="733863" y="3609563"/>
            <a:ext cx="5241586" cy="3062106"/>
          </a:xfrm>
        </p:spPr>
        <p:txBody>
          <a:bodyPr vert="horz" wrap="square" lIns="0" tIns="0" rIns="0" bIns="0" rtlCol="0" anchor="ctr" anchorCtr="0">
            <a:normAutofit fontScale="90000"/>
          </a:bodyPr>
          <a:lstStyle/>
          <a:p>
            <a:pPr algn="ctr"/>
            <a:r>
              <a:rPr lang="en-GB" sz="5400" kern="1200" noProof="0">
                <a:ln w="9525">
                  <a:noFill/>
                </a:ln>
                <a:latin typeface="Fira Sans" panose="020B0503050000020004" pitchFamily="34" charset="0"/>
              </a:rPr>
              <a:t>Productivity</a:t>
            </a:r>
            <a:br>
              <a:rPr lang="en-GB" sz="5400" kern="1200" noProof="0">
                <a:ln w="9525">
                  <a:noFill/>
                </a:ln>
                <a:latin typeface="Fira Sans" panose="020B0503050000020004" pitchFamily="34" charset="0"/>
              </a:rPr>
            </a:br>
            <a:r>
              <a:rPr lang="en-GB" sz="5400" kern="1200" noProof="0">
                <a:ln w="9525">
                  <a:noFill/>
                </a:ln>
                <a:latin typeface="Fira Sans" panose="020B0503050000020004" pitchFamily="34" charset="0"/>
              </a:rPr>
              <a:t>+</a:t>
            </a:r>
            <a:br>
              <a:rPr lang="en-GB" sz="5400" kern="1200" noProof="0">
                <a:ln w="9525">
                  <a:noFill/>
                </a:ln>
                <a:latin typeface="Fira Sans" panose="020B0503050000020004" pitchFamily="34" charset="0"/>
              </a:rPr>
            </a:br>
            <a:r>
              <a:rPr lang="en-GB" sz="5400" kern="1200" noProof="0">
                <a:ln w="9525">
                  <a:noFill/>
                </a:ln>
                <a:latin typeface="Fira Sans" panose="020B0503050000020004" pitchFamily="34" charset="0"/>
              </a:rPr>
              <a:t>Cost Optimisation</a:t>
            </a:r>
          </a:p>
        </p:txBody>
      </p:sp>
      <p:sp>
        <p:nvSpPr>
          <p:cNvPr id="11" name="Title 1">
            <a:extLst>
              <a:ext uri="{FF2B5EF4-FFF2-40B4-BE49-F238E27FC236}">
                <a16:creationId xmlns:a16="http://schemas.microsoft.com/office/drawing/2014/main" id="{140124A3-55D8-62A8-116D-F78B1CC5F528}"/>
              </a:ext>
            </a:extLst>
          </p:cNvPr>
          <p:cNvSpPr txBox="1">
            <a:spLocks/>
          </p:cNvSpPr>
          <p:nvPr/>
        </p:nvSpPr>
        <p:spPr>
          <a:xfrm>
            <a:off x="733863" y="949568"/>
            <a:ext cx="5241586" cy="988960"/>
          </a:xfrm>
          <a:prstGeom prst="rect">
            <a:avLst/>
          </a:prstGeom>
          <a:ln w="12700">
            <a:noFill/>
          </a:ln>
        </p:spPr>
        <p:txBody>
          <a:bodyPr vert="horz" wrap="square" lIns="0" tIns="0" rIns="0" bIns="0" rtlCol="0" anchor="ctr" anchorCtr="0">
            <a:normAutofit/>
          </a:bodyPr>
          <a:lstStyle>
            <a:lvl1pPr algn="l" defTabSz="1828800" rtl="0" eaLnBrk="1" fontAlgn="base" latinLnBrk="0" hangingPunct="1">
              <a:lnSpc>
                <a:spcPct val="110000"/>
              </a:lnSpc>
              <a:spcBef>
                <a:spcPct val="0"/>
              </a:spcBef>
              <a:buNone/>
              <a:defRPr sz="6250" kern="1200">
                <a:ln w="9525">
                  <a:noFill/>
                </a:ln>
                <a:solidFill>
                  <a:schemeClr val="bg1"/>
                </a:solidFill>
                <a:latin typeface="+mj-lt"/>
                <a:ea typeface="+mj-ea"/>
                <a:cs typeface="+mj-cs"/>
              </a:defRPr>
            </a:lvl1pPr>
          </a:lstStyle>
          <a:p>
            <a:pPr algn="ctr"/>
            <a:r>
              <a:rPr lang="en-GB" sz="5400" noProof="0">
                <a:latin typeface="Fira Sans" panose="020B0503050000020004" pitchFamily="34" charset="0"/>
              </a:rPr>
              <a:t>Driver # 2</a:t>
            </a:r>
          </a:p>
        </p:txBody>
      </p:sp>
      <p:sp>
        <p:nvSpPr>
          <p:cNvPr id="8" name="TextBox 7">
            <a:extLst>
              <a:ext uri="{FF2B5EF4-FFF2-40B4-BE49-F238E27FC236}">
                <a16:creationId xmlns:a16="http://schemas.microsoft.com/office/drawing/2014/main" id="{A0A5CB63-8D9C-8E94-D2F8-506794F2653B}"/>
              </a:ext>
            </a:extLst>
          </p:cNvPr>
          <p:cNvSpPr txBox="1"/>
          <p:nvPr/>
        </p:nvSpPr>
        <p:spPr>
          <a:xfrm>
            <a:off x="7291578" y="1085654"/>
            <a:ext cx="16071708" cy="10874698"/>
          </a:xfrm>
          <a:prstGeom prst="rect">
            <a:avLst/>
          </a:prstGeom>
        </p:spPr>
        <p:txBody>
          <a:bodyPr vert="horz" lIns="182880" tIns="0" rIns="0" bIns="0" rtlCol="0">
            <a:normAutofit/>
          </a:bodyPr>
          <a:lstStyle/>
          <a:p>
            <a:pPr defTabSz="1828800" fontAlgn="t">
              <a:spcAft>
                <a:spcPts val="1400"/>
              </a:spcAft>
              <a:buClr>
                <a:srgbClr val="EB0000"/>
              </a:buClr>
            </a:pPr>
            <a:r>
              <a:rPr lang="en-GB" sz="3600" b="1" noProof="0">
                <a:latin typeface="Fira Sans" panose="020B0503050000020004" pitchFamily="34" charset="0"/>
              </a:rPr>
              <a:t>Goal</a:t>
            </a:r>
          </a:p>
          <a:p>
            <a:pPr marL="914400" lvl="1" indent="-457200" defTabSz="1828800" fontAlgn="t">
              <a:spcAft>
                <a:spcPts val="1400"/>
              </a:spcAft>
              <a:buClr>
                <a:srgbClr val="EB0000"/>
              </a:buClr>
              <a:buFont typeface="Aktiv Grotesk" panose="020B0604020202020204" pitchFamily="34" charset="0"/>
              <a:buChar char="•"/>
            </a:pPr>
            <a:r>
              <a:rPr lang="en-GB" sz="3200" noProof="0">
                <a:latin typeface="Fira Sans" panose="020B0503050000020004" pitchFamily="34" charset="0"/>
              </a:rPr>
              <a:t>Removal of custom systems and processes providing low value</a:t>
            </a:r>
          </a:p>
          <a:p>
            <a:pPr marL="914400" lvl="1" indent="-457200" defTabSz="1828800" fontAlgn="t">
              <a:spcAft>
                <a:spcPts val="1400"/>
              </a:spcAft>
              <a:buClr>
                <a:srgbClr val="EB0000"/>
              </a:buClr>
              <a:buFont typeface="Aktiv Grotesk" panose="020B0604020202020204" pitchFamily="34" charset="0"/>
              <a:buChar char="•"/>
            </a:pPr>
            <a:r>
              <a:rPr lang="en-GB" sz="3200" noProof="0">
                <a:latin typeface="Fira Sans" panose="020B0503050000020004" pitchFamily="34" charset="0"/>
              </a:rPr>
              <a:t>Replacement with pre-approved blueprints/templates</a:t>
            </a:r>
          </a:p>
          <a:p>
            <a:pPr marL="914400" lvl="1" indent="-457200" defTabSz="1828800" fontAlgn="t">
              <a:spcAft>
                <a:spcPts val="1400"/>
              </a:spcAft>
              <a:buClr>
                <a:srgbClr val="EB0000"/>
              </a:buClr>
              <a:buFont typeface="Aktiv Grotesk" panose="020B0604020202020204" pitchFamily="34" charset="0"/>
              <a:buChar char="•"/>
            </a:pPr>
            <a:r>
              <a:rPr lang="en-GB" sz="3200" noProof="0">
                <a:latin typeface="Fira Sans" panose="020B0503050000020004" pitchFamily="34" charset="0"/>
              </a:rPr>
              <a:t>Reduce total cost of ownership while improving delivery velocity</a:t>
            </a:r>
          </a:p>
          <a:p>
            <a:pPr marL="914400" lvl="1" indent="-457200" defTabSz="1828800" fontAlgn="t">
              <a:spcAft>
                <a:spcPts val="1400"/>
              </a:spcAft>
              <a:buClr>
                <a:srgbClr val="EB0000"/>
              </a:buClr>
              <a:buFont typeface="Aktiv Grotesk" panose="020B0604020202020204" pitchFamily="34" charset="0"/>
              <a:buChar char="•"/>
            </a:pPr>
            <a:r>
              <a:rPr lang="en-GB" sz="3200" noProof="0">
                <a:latin typeface="Fira Sans" panose="020B0503050000020004" pitchFamily="34" charset="0"/>
              </a:rPr>
              <a:t>Shift from fixed, capacity‑based cost models to demand‑aligned consumption</a:t>
            </a:r>
          </a:p>
          <a:p>
            <a:pPr marL="285750" indent="-285750" defTabSz="1828800" fontAlgn="t">
              <a:spcAft>
                <a:spcPts val="1400"/>
              </a:spcAft>
              <a:buClr>
                <a:srgbClr val="EB0000"/>
              </a:buClr>
              <a:buFont typeface="Aktiv Grotesk" panose="020B0604020202020204" pitchFamily="34" charset="0"/>
              <a:buChar char="•"/>
            </a:pPr>
            <a:endParaRPr lang="en-GB" sz="3600" b="0" noProof="0">
              <a:latin typeface="Fira Sans" panose="020B0503050000020004" pitchFamily="34" charset="0"/>
            </a:endParaRPr>
          </a:p>
          <a:p>
            <a:pPr defTabSz="1828800" fontAlgn="t">
              <a:spcAft>
                <a:spcPts val="1400"/>
              </a:spcAft>
              <a:buClr>
                <a:srgbClr val="EB0000"/>
              </a:buClr>
            </a:pPr>
            <a:r>
              <a:rPr lang="en-GB" sz="3600" b="1" noProof="0">
                <a:latin typeface="Fira Sans" panose="020B0503050000020004" pitchFamily="34" charset="0"/>
              </a:rPr>
              <a:t>Strategic Intent</a:t>
            </a:r>
          </a:p>
          <a:p>
            <a:pPr marL="914400" lvl="1" indent="-457200" defTabSz="1828800" fontAlgn="t">
              <a:spcAft>
                <a:spcPts val="1400"/>
              </a:spcAft>
              <a:buClr>
                <a:srgbClr val="EB0000"/>
              </a:buClr>
              <a:buFont typeface="Aktiv Grotesk" panose="020B0604020202020204" pitchFamily="34" charset="0"/>
              <a:buChar char="•"/>
            </a:pPr>
            <a:r>
              <a:rPr lang="en-GB" sz="3200" noProof="0">
                <a:latin typeface="Fira Sans" panose="020B0503050000020004" pitchFamily="34" charset="0"/>
              </a:rPr>
              <a:t>Translate cloud adoption into financial performance</a:t>
            </a:r>
          </a:p>
          <a:p>
            <a:pPr marL="914400" lvl="1" indent="-457200" defTabSz="1828800" fontAlgn="t">
              <a:spcAft>
                <a:spcPts val="1400"/>
              </a:spcAft>
              <a:buClr>
                <a:srgbClr val="EB0000"/>
              </a:buClr>
              <a:buFont typeface="Aktiv Grotesk" panose="020B0604020202020204" pitchFamily="34" charset="0"/>
              <a:buChar char="•"/>
            </a:pPr>
            <a:r>
              <a:rPr lang="en-GB" sz="3200" noProof="0">
                <a:latin typeface="Fira Sans" panose="020B0503050000020004" pitchFamily="34" charset="0"/>
              </a:rPr>
              <a:t>Cloud only delivers value with active cost discipline</a:t>
            </a:r>
          </a:p>
          <a:p>
            <a:pPr marL="914400" lvl="1" indent="-457200" defTabSz="1828800" fontAlgn="t">
              <a:spcAft>
                <a:spcPts val="1400"/>
              </a:spcAft>
              <a:buClr>
                <a:srgbClr val="EB0000"/>
              </a:buClr>
              <a:buFont typeface="Aktiv Grotesk" panose="020B0604020202020204" pitchFamily="34" charset="0"/>
              <a:buChar char="•"/>
            </a:pPr>
            <a:r>
              <a:rPr lang="en-GB" sz="3200" noProof="0">
                <a:latin typeface="Fira Sans" panose="020B0503050000020004" pitchFamily="34" charset="0"/>
              </a:rPr>
              <a:t>Inefficiency compounds rapidly at scale</a:t>
            </a:r>
          </a:p>
          <a:p>
            <a:pPr marL="914400" lvl="1" indent="-457200" defTabSz="1828800" fontAlgn="t">
              <a:spcAft>
                <a:spcPts val="1400"/>
              </a:spcAft>
              <a:buClr>
                <a:srgbClr val="EB0000"/>
              </a:buClr>
              <a:buFont typeface="Aktiv Grotesk" panose="020B0604020202020204" pitchFamily="34" charset="0"/>
              <a:buChar char="•"/>
            </a:pPr>
            <a:r>
              <a:rPr lang="en-GB" sz="3200" noProof="0">
                <a:latin typeface="Fira Sans" panose="020B0503050000020004" pitchFamily="34" charset="0"/>
              </a:rPr>
              <a:t>Embed financial accountability into technology decision‑making</a:t>
            </a:r>
          </a:p>
          <a:p>
            <a:pPr defTabSz="1828800" fontAlgn="t">
              <a:spcAft>
                <a:spcPts val="1400"/>
              </a:spcAft>
              <a:buClr>
                <a:srgbClr val="EB0000"/>
              </a:buClr>
            </a:pPr>
            <a:endParaRPr lang="en-GB" sz="3600" b="0" noProof="0">
              <a:latin typeface="Fira Sans" panose="020B0503050000020004" pitchFamily="34" charset="0"/>
            </a:endParaRPr>
          </a:p>
          <a:p>
            <a:pPr defTabSz="1828800" fontAlgn="t">
              <a:spcAft>
                <a:spcPts val="1400"/>
              </a:spcAft>
              <a:buClr>
                <a:srgbClr val="EB0000"/>
              </a:buClr>
            </a:pPr>
            <a:r>
              <a:rPr lang="en-GB" sz="3600" b="1" noProof="0">
                <a:latin typeface="Fira Sans" panose="020B0503050000020004" pitchFamily="34" charset="0"/>
              </a:rPr>
              <a:t>Outcome</a:t>
            </a:r>
          </a:p>
          <a:p>
            <a:pPr marL="914400" lvl="1" indent="-457200" defTabSz="1828800" fontAlgn="t">
              <a:spcAft>
                <a:spcPts val="1400"/>
              </a:spcAft>
              <a:buClr>
                <a:srgbClr val="EB0000"/>
              </a:buClr>
              <a:buFont typeface="Aktiv Grotesk" panose="020B0604020202020204" pitchFamily="34" charset="0"/>
              <a:buChar char="•"/>
            </a:pPr>
            <a:r>
              <a:rPr lang="en-GB" sz="3200" noProof="0">
                <a:latin typeface="Fira Sans" panose="020B0503050000020004" pitchFamily="34" charset="0"/>
              </a:rPr>
              <a:t>Measurable cost optimisation and improved margin predictability</a:t>
            </a:r>
          </a:p>
          <a:p>
            <a:pPr marL="914400" lvl="1" indent="-457200" defTabSz="1828800" fontAlgn="t">
              <a:spcAft>
                <a:spcPts val="1400"/>
              </a:spcAft>
              <a:buClr>
                <a:srgbClr val="EB0000"/>
              </a:buClr>
              <a:buFont typeface="Aktiv Grotesk" panose="020B0604020202020204" pitchFamily="34" charset="0"/>
              <a:buChar char="•"/>
            </a:pPr>
            <a:r>
              <a:rPr lang="en-GB" sz="3200" noProof="0">
                <a:latin typeface="Fira Sans" panose="020B0503050000020004" pitchFamily="34" charset="0"/>
              </a:rPr>
              <a:t>Clear visibility of spend by platform, product, and environment</a:t>
            </a:r>
          </a:p>
          <a:p>
            <a:pPr marL="914400" lvl="1" indent="-457200" defTabSz="1828800" fontAlgn="t">
              <a:spcAft>
                <a:spcPts val="1400"/>
              </a:spcAft>
              <a:buClr>
                <a:srgbClr val="EB0000"/>
              </a:buClr>
              <a:buFont typeface="Aktiv Grotesk" panose="020B0604020202020204" pitchFamily="34" charset="0"/>
              <a:buChar char="•"/>
            </a:pPr>
            <a:r>
              <a:rPr lang="en-GB" sz="3200" noProof="0">
                <a:latin typeface="Fira Sans" panose="020B0503050000020004" pitchFamily="34" charset="0"/>
              </a:rPr>
              <a:t>Financial governance (FinOps) embedded into the operating model</a:t>
            </a:r>
          </a:p>
        </p:txBody>
      </p:sp>
    </p:spTree>
    <p:extLst>
      <p:ext uri="{BB962C8B-B14F-4D97-AF65-F5344CB8AC3E}">
        <p14:creationId xmlns:p14="http://schemas.microsoft.com/office/powerpoint/2010/main" val="3422648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384B0-4BC1-4648-C500-299A45F377E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4D5E381-FAB2-28C8-AA90-97D44B90F230}"/>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11</a:t>
            </a:fld>
            <a:endParaRPr lang="en-GB" noProof="0"/>
          </a:p>
        </p:txBody>
      </p:sp>
      <p:sp>
        <p:nvSpPr>
          <p:cNvPr id="10" name="Text Placeholder 9">
            <a:extLst>
              <a:ext uri="{FF2B5EF4-FFF2-40B4-BE49-F238E27FC236}">
                <a16:creationId xmlns:a16="http://schemas.microsoft.com/office/drawing/2014/main" id="{446ED16C-C1C2-BAB0-FB43-81EBD1ACAF18}"/>
              </a:ext>
            </a:extLst>
          </p:cNvPr>
          <p:cNvSpPr>
            <a:spLocks noGrp="1"/>
          </p:cNvSpPr>
          <p:nvPr>
            <p:ph type="body" sz="quarter" idx="13"/>
          </p:nvPr>
        </p:nvSpPr>
        <p:spPr>
          <a:xfrm>
            <a:off x="746393" y="7838874"/>
            <a:ext cx="5216526" cy="3536261"/>
          </a:xfrm>
        </p:spPr>
        <p:txBody>
          <a:bodyPr anchor="ctr"/>
          <a:lstStyle/>
          <a:p>
            <a:pPr algn="ctr"/>
            <a:r>
              <a:rPr lang="en-GB" sz="3200" noProof="0" dirty="0">
                <a:latin typeface="Fira Sans" panose="020B0503050000020004" pitchFamily="34" charset="0"/>
              </a:rPr>
              <a:t>Reduce toil and improve customer experience</a:t>
            </a:r>
          </a:p>
        </p:txBody>
      </p:sp>
      <p:sp>
        <p:nvSpPr>
          <p:cNvPr id="5" name="Title 1">
            <a:extLst>
              <a:ext uri="{FF2B5EF4-FFF2-40B4-BE49-F238E27FC236}">
                <a16:creationId xmlns:a16="http://schemas.microsoft.com/office/drawing/2014/main" id="{22EC0FDB-92C4-2562-4312-1B91EDEF0FF1}"/>
              </a:ext>
            </a:extLst>
          </p:cNvPr>
          <p:cNvSpPr>
            <a:spLocks noGrp="1"/>
          </p:cNvSpPr>
          <p:nvPr>
            <p:ph type="title"/>
          </p:nvPr>
        </p:nvSpPr>
        <p:spPr>
          <a:xfrm>
            <a:off x="733863" y="3609563"/>
            <a:ext cx="5241586" cy="3062106"/>
          </a:xfrm>
        </p:spPr>
        <p:txBody>
          <a:bodyPr vert="horz" wrap="square" lIns="0" tIns="0" rIns="0" bIns="0" rtlCol="0" anchor="ctr" anchorCtr="0">
            <a:normAutofit fontScale="90000"/>
          </a:bodyPr>
          <a:lstStyle/>
          <a:p>
            <a:pPr algn="ctr"/>
            <a:r>
              <a:rPr lang="en-GB" sz="5400" kern="1200" noProof="0" dirty="0">
                <a:ln w="9525">
                  <a:noFill/>
                </a:ln>
                <a:latin typeface="Fira Sans" panose="020B0503050000020004" pitchFamily="34" charset="0"/>
              </a:rPr>
              <a:t>Automation</a:t>
            </a:r>
            <a:br>
              <a:rPr lang="en-GB" sz="5400" kern="1200" noProof="0" dirty="0">
                <a:ln w="9525">
                  <a:noFill/>
                </a:ln>
                <a:latin typeface="Fira Sans" panose="020B0503050000020004" pitchFamily="34" charset="0"/>
              </a:rPr>
            </a:br>
            <a:r>
              <a:rPr lang="en-GB" sz="5400" kern="1200" noProof="0" dirty="0">
                <a:ln w="9525">
                  <a:noFill/>
                </a:ln>
                <a:latin typeface="Fira Sans" panose="020B0503050000020004" pitchFamily="34" charset="0"/>
              </a:rPr>
              <a:t>+</a:t>
            </a:r>
            <a:br>
              <a:rPr lang="en-GB" sz="5400" kern="1200" noProof="0" dirty="0">
                <a:ln w="9525">
                  <a:noFill/>
                </a:ln>
                <a:latin typeface="Fira Sans" panose="020B0503050000020004" pitchFamily="34" charset="0"/>
              </a:rPr>
            </a:br>
            <a:r>
              <a:rPr lang="en-GB" sz="5400" kern="1200" noProof="0" dirty="0">
                <a:ln w="9525">
                  <a:noFill/>
                </a:ln>
                <a:latin typeface="Fira Sans" panose="020B0503050000020004" pitchFamily="34" charset="0"/>
              </a:rPr>
              <a:t>Workflow Optimisation</a:t>
            </a:r>
          </a:p>
        </p:txBody>
      </p:sp>
      <p:sp>
        <p:nvSpPr>
          <p:cNvPr id="11" name="Title 1">
            <a:extLst>
              <a:ext uri="{FF2B5EF4-FFF2-40B4-BE49-F238E27FC236}">
                <a16:creationId xmlns:a16="http://schemas.microsoft.com/office/drawing/2014/main" id="{A0001C9D-A988-EF47-7F87-621498DD55BC}"/>
              </a:ext>
            </a:extLst>
          </p:cNvPr>
          <p:cNvSpPr txBox="1">
            <a:spLocks/>
          </p:cNvSpPr>
          <p:nvPr/>
        </p:nvSpPr>
        <p:spPr>
          <a:xfrm>
            <a:off x="733863" y="949568"/>
            <a:ext cx="5241586" cy="988960"/>
          </a:xfrm>
          <a:prstGeom prst="rect">
            <a:avLst/>
          </a:prstGeom>
          <a:ln w="12700">
            <a:noFill/>
          </a:ln>
        </p:spPr>
        <p:txBody>
          <a:bodyPr vert="horz" wrap="square" lIns="0" tIns="0" rIns="0" bIns="0" rtlCol="0" anchor="ctr" anchorCtr="0">
            <a:normAutofit/>
          </a:bodyPr>
          <a:lstStyle>
            <a:lvl1pPr algn="l" defTabSz="1828800" rtl="0" eaLnBrk="1" fontAlgn="base" latinLnBrk="0" hangingPunct="1">
              <a:lnSpc>
                <a:spcPct val="110000"/>
              </a:lnSpc>
              <a:spcBef>
                <a:spcPct val="0"/>
              </a:spcBef>
              <a:buNone/>
              <a:defRPr sz="6250" kern="1200">
                <a:ln w="9525">
                  <a:noFill/>
                </a:ln>
                <a:solidFill>
                  <a:schemeClr val="bg1"/>
                </a:solidFill>
                <a:latin typeface="+mj-lt"/>
                <a:ea typeface="+mj-ea"/>
                <a:cs typeface="+mj-cs"/>
              </a:defRPr>
            </a:lvl1pPr>
          </a:lstStyle>
          <a:p>
            <a:pPr algn="ctr"/>
            <a:r>
              <a:rPr lang="en-GB" sz="5400" noProof="0" dirty="0">
                <a:latin typeface="Fira Sans" panose="020B0503050000020004" pitchFamily="34" charset="0"/>
              </a:rPr>
              <a:t>Driver # 3</a:t>
            </a:r>
          </a:p>
        </p:txBody>
      </p:sp>
      <p:sp>
        <p:nvSpPr>
          <p:cNvPr id="6" name="TextBox 5">
            <a:extLst>
              <a:ext uri="{FF2B5EF4-FFF2-40B4-BE49-F238E27FC236}">
                <a16:creationId xmlns:a16="http://schemas.microsoft.com/office/drawing/2014/main" id="{D97024F1-64FF-F531-85E8-417D10AA8AF2}"/>
              </a:ext>
            </a:extLst>
          </p:cNvPr>
          <p:cNvSpPr txBox="1"/>
          <p:nvPr/>
        </p:nvSpPr>
        <p:spPr>
          <a:xfrm>
            <a:off x="7385880" y="1031799"/>
            <a:ext cx="15913031" cy="8217634"/>
          </a:xfrm>
          <a:prstGeom prst="rect">
            <a:avLst/>
          </a:prstGeom>
          <a:noFill/>
        </p:spPr>
        <p:txBody>
          <a:bodyPr wrap="square">
            <a:spAutoFit/>
          </a:bodyPr>
          <a:lstStyle/>
          <a:p>
            <a:pPr defTabSz="1828800" fontAlgn="t">
              <a:spcAft>
                <a:spcPts val="1400"/>
              </a:spcAft>
              <a:buClr>
                <a:srgbClr val="EB0000"/>
              </a:buClr>
            </a:pPr>
            <a:r>
              <a:rPr lang="en-GB" sz="3600" b="1" noProof="0" dirty="0">
                <a:latin typeface="Fira Sans" panose="020B0503050000020004" pitchFamily="34" charset="0"/>
              </a:rPr>
              <a:t>Goal</a:t>
            </a:r>
          </a:p>
          <a:p>
            <a:pPr marL="914400" lvl="1" indent="-457200">
              <a:spcAft>
                <a:spcPts val="600"/>
              </a:spcAft>
              <a:buClr>
                <a:srgbClr val="FF0000"/>
              </a:buClr>
              <a:buFont typeface="Aktiv Grotesk" panose="020B0604020202020204" pitchFamily="34" charset="0"/>
              <a:buChar char="•"/>
            </a:pPr>
            <a:r>
              <a:rPr lang="en-GB" sz="3200" noProof="0" dirty="0">
                <a:latin typeface="Fira Sans" panose="020B0503050000020004" pitchFamily="34" charset="0"/>
              </a:rPr>
              <a:t>Automate repeatable, high‑volume operational workflows</a:t>
            </a:r>
          </a:p>
          <a:p>
            <a:pPr marL="914400" lvl="1" indent="-457200">
              <a:spcAft>
                <a:spcPts val="600"/>
              </a:spcAft>
              <a:buClr>
                <a:srgbClr val="FF0000"/>
              </a:buClr>
              <a:buFont typeface="Aktiv Grotesk" panose="020B0604020202020204" pitchFamily="34" charset="0"/>
              <a:buChar char="•"/>
            </a:pPr>
            <a:r>
              <a:rPr lang="en-GB" sz="3200" noProof="0" dirty="0">
                <a:latin typeface="Fira Sans" panose="020B0503050000020004" pitchFamily="34" charset="0"/>
              </a:rPr>
              <a:t>Adopt Self-service delivery model to improve customer service levels</a:t>
            </a:r>
          </a:p>
          <a:p>
            <a:pPr>
              <a:spcAft>
                <a:spcPts val="600"/>
              </a:spcAft>
            </a:pPr>
            <a:endParaRPr lang="en-GB" sz="3600" b="0" noProof="0" dirty="0">
              <a:latin typeface="Fira Sans" panose="020B0503050000020004" pitchFamily="34" charset="0"/>
            </a:endParaRPr>
          </a:p>
          <a:p>
            <a:pPr defTabSz="1828800" fontAlgn="t">
              <a:spcAft>
                <a:spcPts val="1400"/>
              </a:spcAft>
              <a:buClr>
                <a:srgbClr val="EB0000"/>
              </a:buClr>
            </a:pPr>
            <a:r>
              <a:rPr lang="en-GB" sz="3600" b="1" noProof="0" dirty="0">
                <a:latin typeface="Fira Sans" panose="020B0503050000020004" pitchFamily="34" charset="0"/>
              </a:rPr>
              <a:t>Strategic intent</a:t>
            </a:r>
          </a:p>
          <a:p>
            <a:pPr marL="914400" lvl="1" indent="-457200">
              <a:spcAft>
                <a:spcPts val="100"/>
              </a:spcAft>
              <a:buClr>
                <a:srgbClr val="FF0000"/>
              </a:buClr>
              <a:buFont typeface="Aktiv Grotesk" panose="020B0604020202020204" pitchFamily="34" charset="0"/>
              <a:buChar char="•"/>
            </a:pPr>
            <a:r>
              <a:rPr lang="en-GB" sz="3200" noProof="0" dirty="0">
                <a:latin typeface="Fira Sans" panose="020B0503050000020004" pitchFamily="34" charset="0"/>
              </a:rPr>
              <a:t>Manual processes limit growth and degrade customer experience</a:t>
            </a:r>
          </a:p>
          <a:p>
            <a:pPr marL="914400" lvl="1" indent="-457200">
              <a:spcAft>
                <a:spcPts val="100"/>
              </a:spcAft>
              <a:buClr>
                <a:srgbClr val="FF0000"/>
              </a:buClr>
              <a:buFont typeface="Aktiv Grotesk" panose="020B0604020202020204" pitchFamily="34" charset="0"/>
              <a:buChar char="•"/>
            </a:pPr>
            <a:r>
              <a:rPr lang="en-GB" sz="3200" noProof="0" dirty="0">
                <a:latin typeface="Fira Sans" panose="020B0503050000020004" pitchFamily="34" charset="0"/>
              </a:rPr>
              <a:t>Automation is essential for enterprise‑scale cloud operations</a:t>
            </a:r>
          </a:p>
          <a:p>
            <a:pPr marL="914400" lvl="1" indent="-457200">
              <a:spcAft>
                <a:spcPts val="100"/>
              </a:spcAft>
              <a:buClr>
                <a:srgbClr val="FF0000"/>
              </a:buClr>
              <a:buFont typeface="Aktiv Grotesk" panose="020B0604020202020204" pitchFamily="34" charset="0"/>
              <a:buChar char="•"/>
            </a:pPr>
            <a:r>
              <a:rPr lang="en-GB" sz="3200" noProof="0" dirty="0">
                <a:latin typeface="Fira Sans" panose="020B0503050000020004" pitchFamily="34" charset="0"/>
              </a:rPr>
              <a:t>Improve service consistency, resilience, and customer experience</a:t>
            </a:r>
          </a:p>
          <a:p>
            <a:pPr marL="914400" lvl="1" indent="-457200">
              <a:spcAft>
                <a:spcPts val="100"/>
              </a:spcAft>
              <a:buClr>
                <a:srgbClr val="FF0000"/>
              </a:buClr>
              <a:buFont typeface="Aktiv Grotesk" panose="020B0604020202020204" pitchFamily="34" charset="0"/>
              <a:buChar char="•"/>
            </a:pPr>
            <a:r>
              <a:rPr lang="en-GB" sz="3200" noProof="0" dirty="0">
                <a:latin typeface="Fira Sans" panose="020B0503050000020004" pitchFamily="34" charset="0"/>
              </a:rPr>
              <a:t>Default to cloud‑native and managed services where appropriate</a:t>
            </a:r>
          </a:p>
          <a:p>
            <a:pPr>
              <a:spcAft>
                <a:spcPts val="600"/>
              </a:spcAft>
            </a:pPr>
            <a:endParaRPr lang="en-GB" sz="3600" b="0" noProof="0" dirty="0">
              <a:latin typeface="Fira Sans" panose="020B0503050000020004" pitchFamily="34" charset="0"/>
            </a:endParaRPr>
          </a:p>
          <a:p>
            <a:pPr defTabSz="1828800" fontAlgn="t">
              <a:spcAft>
                <a:spcPts val="1400"/>
              </a:spcAft>
              <a:buClr>
                <a:srgbClr val="EB0000"/>
              </a:buClr>
            </a:pPr>
            <a:r>
              <a:rPr lang="en-GB" sz="3600" b="1" noProof="0" dirty="0">
                <a:latin typeface="Fira Sans" panose="020B0503050000020004" pitchFamily="34" charset="0"/>
              </a:rPr>
              <a:t>Outcome</a:t>
            </a:r>
          </a:p>
          <a:p>
            <a:pPr marL="914400" lvl="1" indent="-457200">
              <a:spcAft>
                <a:spcPts val="100"/>
              </a:spcAft>
              <a:buClr>
                <a:srgbClr val="FF0000"/>
              </a:buClr>
              <a:buFont typeface="Aktiv Grotesk" panose="020B0604020202020204" pitchFamily="34" charset="0"/>
              <a:buChar char="•"/>
            </a:pPr>
            <a:r>
              <a:rPr lang="en-GB" sz="3200" noProof="0" dirty="0">
                <a:latin typeface="Fira Sans" panose="020B0503050000020004" pitchFamily="34" charset="0"/>
              </a:rPr>
              <a:t>Reduced operational and key‑person risk</a:t>
            </a:r>
          </a:p>
          <a:p>
            <a:pPr marL="914400" lvl="1" indent="-457200">
              <a:spcAft>
                <a:spcPts val="100"/>
              </a:spcAft>
              <a:buClr>
                <a:srgbClr val="FF0000"/>
              </a:buClr>
              <a:buFont typeface="Aktiv Grotesk" panose="020B0604020202020204" pitchFamily="34" charset="0"/>
              <a:buChar char="•"/>
            </a:pPr>
            <a:r>
              <a:rPr lang="en-GB" sz="3200" noProof="0" dirty="0">
                <a:latin typeface="Fira Sans" panose="020B0503050000020004" pitchFamily="34" charset="0"/>
              </a:rPr>
              <a:t>Ability to scale revenue without linear cost growth</a:t>
            </a:r>
          </a:p>
          <a:p>
            <a:pPr marL="914400" lvl="1" indent="-457200">
              <a:spcAft>
                <a:spcPts val="100"/>
              </a:spcAft>
              <a:buClr>
                <a:srgbClr val="FF0000"/>
              </a:buClr>
              <a:buFont typeface="Aktiv Grotesk" panose="020B0604020202020204" pitchFamily="34" charset="0"/>
              <a:buChar char="•"/>
            </a:pPr>
            <a:r>
              <a:rPr lang="en-GB" sz="3200" noProof="0" dirty="0">
                <a:latin typeface="Fira Sans" panose="020B0503050000020004" pitchFamily="34" charset="0"/>
              </a:rPr>
              <a:t>Business teams focused on value creation rather than administration</a:t>
            </a:r>
          </a:p>
        </p:txBody>
      </p:sp>
    </p:spTree>
    <p:extLst>
      <p:ext uri="{BB962C8B-B14F-4D97-AF65-F5344CB8AC3E}">
        <p14:creationId xmlns:p14="http://schemas.microsoft.com/office/powerpoint/2010/main" val="1101885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F4586-4324-CBE9-5C9F-64EAFC0408E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05AA51D-1EFC-8010-3143-09DC80ED0D28}"/>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12</a:t>
            </a:fld>
            <a:endParaRPr lang="en-GB" noProof="0"/>
          </a:p>
        </p:txBody>
      </p:sp>
      <p:sp>
        <p:nvSpPr>
          <p:cNvPr id="10" name="Text Placeholder 9">
            <a:extLst>
              <a:ext uri="{FF2B5EF4-FFF2-40B4-BE49-F238E27FC236}">
                <a16:creationId xmlns:a16="http://schemas.microsoft.com/office/drawing/2014/main" id="{CAA67531-EB76-ADB7-7C5C-4A8985982112}"/>
              </a:ext>
            </a:extLst>
          </p:cNvPr>
          <p:cNvSpPr>
            <a:spLocks noGrp="1"/>
          </p:cNvSpPr>
          <p:nvPr>
            <p:ph type="body" sz="quarter" idx="13"/>
          </p:nvPr>
        </p:nvSpPr>
        <p:spPr>
          <a:xfrm>
            <a:off x="758923" y="6671669"/>
            <a:ext cx="5216526" cy="3536261"/>
          </a:xfrm>
        </p:spPr>
        <p:txBody>
          <a:bodyPr/>
          <a:lstStyle/>
          <a:p>
            <a:pPr algn="ctr"/>
            <a:r>
              <a:rPr lang="en-GB" sz="3200" dirty="0">
                <a:latin typeface="Fira Sans" panose="020B0503050000020004" pitchFamily="34" charset="0"/>
              </a:rPr>
              <a:t>What happens if you don't</a:t>
            </a:r>
            <a:endParaRPr lang="en-GB" sz="3200" noProof="0" dirty="0">
              <a:latin typeface="Fira Sans" panose="020B0503050000020004" pitchFamily="34" charset="0"/>
            </a:endParaRPr>
          </a:p>
        </p:txBody>
      </p:sp>
      <p:sp>
        <p:nvSpPr>
          <p:cNvPr id="5" name="Title 1">
            <a:extLst>
              <a:ext uri="{FF2B5EF4-FFF2-40B4-BE49-F238E27FC236}">
                <a16:creationId xmlns:a16="http://schemas.microsoft.com/office/drawing/2014/main" id="{EE7C44B1-04F3-C772-276F-F693E62C122D}"/>
              </a:ext>
            </a:extLst>
          </p:cNvPr>
          <p:cNvSpPr>
            <a:spLocks noGrp="1"/>
          </p:cNvSpPr>
          <p:nvPr>
            <p:ph type="title"/>
          </p:nvPr>
        </p:nvSpPr>
        <p:spPr>
          <a:xfrm>
            <a:off x="746393" y="3609563"/>
            <a:ext cx="5241586" cy="3062106"/>
          </a:xfrm>
        </p:spPr>
        <p:txBody>
          <a:bodyPr vert="horz" wrap="square" lIns="0" tIns="0" rIns="0" bIns="0" rtlCol="0" anchor="ctr" anchorCtr="0">
            <a:normAutofit/>
          </a:bodyPr>
          <a:lstStyle/>
          <a:p>
            <a:pPr algn="ctr"/>
            <a:r>
              <a:rPr lang="en-GB" sz="5400" dirty="0">
                <a:latin typeface="Fira Sans" panose="020B0503050000020004" pitchFamily="34" charset="0"/>
              </a:rPr>
              <a:t>The case for acting now</a:t>
            </a:r>
          </a:p>
        </p:txBody>
      </p:sp>
      <p:sp>
        <p:nvSpPr>
          <p:cNvPr id="11" name="Title 1">
            <a:extLst>
              <a:ext uri="{FF2B5EF4-FFF2-40B4-BE49-F238E27FC236}">
                <a16:creationId xmlns:a16="http://schemas.microsoft.com/office/drawing/2014/main" id="{D33EC3EB-83D5-A31C-4E49-8CC88D9E3AF3}"/>
              </a:ext>
            </a:extLst>
          </p:cNvPr>
          <p:cNvSpPr txBox="1">
            <a:spLocks/>
          </p:cNvSpPr>
          <p:nvPr/>
        </p:nvSpPr>
        <p:spPr>
          <a:xfrm>
            <a:off x="721333" y="949568"/>
            <a:ext cx="5241586" cy="988960"/>
          </a:xfrm>
          <a:prstGeom prst="rect">
            <a:avLst/>
          </a:prstGeom>
          <a:ln w="12700">
            <a:noFill/>
          </a:ln>
        </p:spPr>
        <p:txBody>
          <a:bodyPr vert="horz" wrap="square" lIns="0" tIns="0" rIns="0" bIns="0" rtlCol="0" anchor="t" anchorCtr="0">
            <a:normAutofit/>
          </a:bodyPr>
          <a:lstStyle>
            <a:lvl1pPr algn="l" defTabSz="1828800" rtl="0" eaLnBrk="1" fontAlgn="base" latinLnBrk="0" hangingPunct="1">
              <a:lnSpc>
                <a:spcPct val="110000"/>
              </a:lnSpc>
              <a:spcBef>
                <a:spcPct val="0"/>
              </a:spcBef>
              <a:buNone/>
              <a:defRPr sz="6250" kern="1200">
                <a:ln w="9525">
                  <a:noFill/>
                </a:ln>
                <a:solidFill>
                  <a:schemeClr val="bg1"/>
                </a:solidFill>
                <a:latin typeface="+mj-lt"/>
                <a:ea typeface="+mj-ea"/>
                <a:cs typeface="+mj-cs"/>
              </a:defRPr>
            </a:lvl1pPr>
          </a:lstStyle>
          <a:p>
            <a:pPr algn="ctr"/>
            <a:endParaRPr lang="en-GB" sz="5400" noProof="0" dirty="0">
              <a:latin typeface="Fira Sans" panose="020B0503050000020004" pitchFamily="34" charset="0"/>
            </a:endParaRPr>
          </a:p>
        </p:txBody>
      </p:sp>
      <p:sp>
        <p:nvSpPr>
          <p:cNvPr id="2" name="TextBox 1">
            <a:extLst>
              <a:ext uri="{FF2B5EF4-FFF2-40B4-BE49-F238E27FC236}">
                <a16:creationId xmlns:a16="http://schemas.microsoft.com/office/drawing/2014/main" id="{9DD41177-087D-60A0-513D-BBE5EB9888B9}"/>
              </a:ext>
            </a:extLst>
          </p:cNvPr>
          <p:cNvSpPr txBox="1"/>
          <p:nvPr/>
        </p:nvSpPr>
        <p:spPr>
          <a:xfrm>
            <a:off x="7315199" y="1444048"/>
            <a:ext cx="15983711" cy="9782165"/>
          </a:xfrm>
          <a:prstGeom prst="rect">
            <a:avLst/>
          </a:prstGeom>
          <a:noFill/>
        </p:spPr>
        <p:txBody>
          <a:bodyPr wrap="square" rtlCol="0">
            <a:spAutoFit/>
          </a:bodyPr>
          <a:lstStyle/>
          <a:p>
            <a:pPr marL="571500" indent="-571500" defTabSz="1828800" fontAlgn="t">
              <a:spcAft>
                <a:spcPts val="1400"/>
              </a:spcAft>
              <a:buClr>
                <a:srgbClr val="EB0000"/>
              </a:buClr>
              <a:buFont typeface="Aktiv Grotesk" panose="020B0604020202020204" pitchFamily="34" charset="0"/>
              <a:buChar char="•"/>
            </a:pPr>
            <a:r>
              <a:rPr lang="en-GB" sz="4000" b="1" dirty="0">
                <a:latin typeface="Fira Sans" panose="020B0503050000020004" pitchFamily="34" charset="0"/>
              </a:rPr>
              <a:t>Contracts converging </a:t>
            </a:r>
            <a:r>
              <a:rPr lang="en-GB" sz="4000" dirty="0">
                <a:latin typeface="Fira Sans" panose="020B0503050000020004" pitchFamily="34" charset="0"/>
              </a:rPr>
              <a:t>DC leases, EA, Broadcom, Oracle all landing inside two years. Each renewal re-locks capital.</a:t>
            </a:r>
          </a:p>
          <a:p>
            <a:pPr marL="571500" indent="-571500" defTabSz="1828800" fontAlgn="t">
              <a:spcAft>
                <a:spcPts val="1400"/>
              </a:spcAft>
              <a:buClr>
                <a:srgbClr val="EB0000"/>
              </a:buClr>
              <a:buFont typeface="Aktiv Grotesk" panose="020B0604020202020204" pitchFamily="34" charset="0"/>
              <a:buChar char="•"/>
            </a:pPr>
            <a:endParaRPr lang="en-GB" sz="4000" b="1" dirty="0">
              <a:latin typeface="Fira Sans" panose="020B0503050000020004" pitchFamily="34" charset="0"/>
            </a:endParaRPr>
          </a:p>
          <a:p>
            <a:pPr marL="571500" indent="-571500" defTabSz="1828800" fontAlgn="t">
              <a:spcAft>
                <a:spcPts val="1400"/>
              </a:spcAft>
              <a:buClr>
                <a:srgbClr val="EB0000"/>
              </a:buClr>
              <a:buFont typeface="Aktiv Grotesk" panose="020B0604020202020204" pitchFamily="34" charset="0"/>
              <a:buChar char="•"/>
            </a:pPr>
            <a:r>
              <a:rPr lang="en-GB" sz="4000" b="1" dirty="0">
                <a:latin typeface="Fira Sans" panose="020B0503050000020004" pitchFamily="34" charset="0"/>
              </a:rPr>
              <a:t>VMware position has changed </a:t>
            </a:r>
            <a:r>
              <a:rPr lang="en-GB" sz="4000" dirty="0">
                <a:latin typeface="Fira Sans" panose="020B0503050000020004" pitchFamily="34" charset="0"/>
              </a:rPr>
              <a:t>Perpetual licences, expired support. No patches, no new hosts. VCF subscription is the only path forward.</a:t>
            </a:r>
          </a:p>
          <a:p>
            <a:pPr marL="571500" indent="-571500" defTabSz="1828800" fontAlgn="t">
              <a:spcAft>
                <a:spcPts val="1400"/>
              </a:spcAft>
              <a:buClr>
                <a:srgbClr val="EB0000"/>
              </a:buClr>
              <a:buFont typeface="Aktiv Grotesk" panose="020B0604020202020204" pitchFamily="34" charset="0"/>
              <a:buChar char="•"/>
            </a:pPr>
            <a:endParaRPr lang="en-GB" sz="4000" b="1" dirty="0">
              <a:latin typeface="Fira Sans" panose="020B0503050000020004" pitchFamily="34" charset="0"/>
            </a:endParaRPr>
          </a:p>
          <a:p>
            <a:pPr marL="571500" indent="-571500" defTabSz="1828800" fontAlgn="t">
              <a:spcAft>
                <a:spcPts val="1400"/>
              </a:spcAft>
              <a:buClr>
                <a:srgbClr val="EB0000"/>
              </a:buClr>
              <a:buFont typeface="Aktiv Grotesk" panose="020B0604020202020204" pitchFamily="34" charset="0"/>
              <a:buChar char="•"/>
            </a:pPr>
            <a:r>
              <a:rPr lang="en-GB" sz="4000" b="1" dirty="0">
                <a:latin typeface="Fira Sans" panose="020B0503050000020004" pitchFamily="34" charset="0"/>
              </a:rPr>
              <a:t>Operational fragmentation limits growth </a:t>
            </a:r>
            <a:r>
              <a:rPr lang="en-GB" sz="4000" dirty="0">
                <a:latin typeface="Fira Sans" panose="020B0503050000020004" pitchFamily="34" charset="0"/>
              </a:rPr>
              <a:t>170 staff, 7 areas, different tooling and processes. No consistent control plane.</a:t>
            </a:r>
          </a:p>
          <a:p>
            <a:pPr marL="571500" indent="-571500" defTabSz="1828800" fontAlgn="t">
              <a:spcAft>
                <a:spcPts val="1400"/>
              </a:spcAft>
              <a:buClr>
                <a:srgbClr val="EB0000"/>
              </a:buClr>
              <a:buFont typeface="Aktiv Grotesk" panose="020B0604020202020204" pitchFamily="34" charset="0"/>
              <a:buChar char="•"/>
            </a:pPr>
            <a:endParaRPr lang="en-GB" sz="4000" b="1" dirty="0">
              <a:latin typeface="Fira Sans" panose="020B0503050000020004" pitchFamily="34" charset="0"/>
            </a:endParaRPr>
          </a:p>
          <a:p>
            <a:pPr marL="571500" indent="-571500" defTabSz="1828800" fontAlgn="t">
              <a:spcAft>
                <a:spcPts val="1400"/>
              </a:spcAft>
              <a:buClr>
                <a:srgbClr val="EB0000"/>
              </a:buClr>
              <a:buFont typeface="Aktiv Grotesk" panose="020B0604020202020204" pitchFamily="34" charset="0"/>
              <a:buChar char="•"/>
            </a:pPr>
            <a:r>
              <a:rPr lang="en-GB" sz="4000" b="1" dirty="0">
                <a:latin typeface="Fira Sans" panose="020B0503050000020004" pitchFamily="34" charset="0"/>
              </a:rPr>
              <a:t>1M subscribers needs elastic infrastructure </a:t>
            </a:r>
            <a:r>
              <a:rPr lang="en-GB" sz="4000" dirty="0">
                <a:latin typeface="Fira Sans" panose="020B0503050000020004" pitchFamily="34" charset="0"/>
              </a:rPr>
              <a:t>Fixed-capacity on-prem cannot scale for elections, breaking news, or subscriber growth without capital outlay.</a:t>
            </a:r>
            <a:endParaRPr lang="en-GB" sz="3600" dirty="0">
              <a:latin typeface="Fira Sans" panose="020B0503050000020004" pitchFamily="34" charset="0"/>
            </a:endParaRPr>
          </a:p>
          <a:p>
            <a:pPr algn="l"/>
            <a:endParaRPr lang="en-GB" sz="2800" dirty="0" err="1"/>
          </a:p>
        </p:txBody>
      </p:sp>
    </p:spTree>
    <p:extLst>
      <p:ext uri="{BB962C8B-B14F-4D97-AF65-F5344CB8AC3E}">
        <p14:creationId xmlns:p14="http://schemas.microsoft.com/office/powerpoint/2010/main" val="954823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C72E0-B76C-714B-15C5-BE3FC273C6D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EDB4A4B-3239-E9AC-07BA-E6D7D652529C}"/>
              </a:ext>
            </a:extLst>
          </p:cNvPr>
          <p:cNvSpPr>
            <a:spLocks noGrp="1"/>
          </p:cNvSpPr>
          <p:nvPr>
            <p:ph type="body" sz="quarter" idx="16"/>
          </p:nvPr>
        </p:nvSpPr>
        <p:spPr>
          <a:xfrm>
            <a:off x="6122839" y="3715469"/>
            <a:ext cx="11160126" cy="4200146"/>
          </a:xfrm>
        </p:spPr>
        <p:txBody>
          <a:bodyPr anchor="ctr"/>
          <a:lstStyle/>
          <a:p>
            <a:pPr algn="ctr"/>
            <a:r>
              <a:rPr lang="en-GB" b="1" noProof="0">
                <a:latin typeface="Fira Sans Light" panose="020B0403050000020004" pitchFamily="34" charset="0"/>
              </a:rPr>
              <a:t>Your Estate</a:t>
            </a:r>
          </a:p>
        </p:txBody>
      </p:sp>
    </p:spTree>
    <p:extLst>
      <p:ext uri="{BB962C8B-B14F-4D97-AF65-F5344CB8AC3E}">
        <p14:creationId xmlns:p14="http://schemas.microsoft.com/office/powerpoint/2010/main" val="4171292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848C5-59DA-7811-F705-7D1DB6DBF3C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7D1E90B-637B-B4FA-0FBC-18021D49B7E8}"/>
              </a:ext>
            </a:extLst>
          </p:cNvPr>
          <p:cNvSpPr>
            <a:spLocks noGrp="1"/>
          </p:cNvSpPr>
          <p:nvPr>
            <p:ph type="title"/>
          </p:nvPr>
        </p:nvSpPr>
        <p:spPr>
          <a:xfrm>
            <a:off x="668992" y="537179"/>
            <a:ext cx="22991108" cy="997837"/>
          </a:xfrm>
        </p:spPr>
        <p:txBody>
          <a:bodyPr/>
          <a:lstStyle/>
          <a:p>
            <a:r>
              <a:rPr lang="en-GB" noProof="0">
                <a:solidFill>
                  <a:srgbClr val="FF0000"/>
                </a:solidFill>
                <a:latin typeface="Fira Sans Light" panose="020B0403050000020004" pitchFamily="34" charset="0"/>
              </a:rPr>
              <a:t>[Client] Global Presence</a:t>
            </a:r>
          </a:p>
        </p:txBody>
      </p:sp>
      <p:grpSp>
        <p:nvGrpSpPr>
          <p:cNvPr id="10" name="Group 9">
            <a:extLst>
              <a:ext uri="{FF2B5EF4-FFF2-40B4-BE49-F238E27FC236}">
                <a16:creationId xmlns:a16="http://schemas.microsoft.com/office/drawing/2014/main" id="{7F10BB89-DDBF-02C0-E62D-2FA22ED66EA0}"/>
              </a:ext>
            </a:extLst>
          </p:cNvPr>
          <p:cNvGrpSpPr/>
          <p:nvPr/>
        </p:nvGrpSpPr>
        <p:grpSpPr>
          <a:xfrm>
            <a:off x="3501112" y="2901483"/>
            <a:ext cx="19803979" cy="10285284"/>
            <a:chOff x="1630268" y="2929355"/>
            <a:chExt cx="19806920" cy="9669970"/>
          </a:xfrm>
        </p:grpSpPr>
        <p:pic>
          <p:nvPicPr>
            <p:cNvPr id="6" name="Picture 5">
              <a:extLst>
                <a:ext uri="{FF2B5EF4-FFF2-40B4-BE49-F238E27FC236}">
                  <a16:creationId xmlns:a16="http://schemas.microsoft.com/office/drawing/2014/main" id="{547142CA-A2B5-C2EE-FC12-EFE8DA2E6B1D}"/>
                </a:ext>
              </a:extLst>
            </p:cNvPr>
            <p:cNvPicPr>
              <a:picLocks noChangeAspect="1"/>
            </p:cNvPicPr>
            <p:nvPr/>
          </p:nvPicPr>
          <p:blipFill>
            <a:blip r:embed="rId10"/>
            <a:stretch>
              <a:fillRect/>
            </a:stretch>
          </p:blipFill>
          <p:spPr>
            <a:xfrm>
              <a:off x="1630268" y="2929355"/>
              <a:ext cx="19806920" cy="9669970"/>
            </a:xfrm>
            <a:prstGeom prst="rect">
              <a:avLst/>
            </a:prstGeom>
          </p:spPr>
        </p:pic>
        <p:sp>
          <p:nvSpPr>
            <p:cNvPr id="14" name="Text Placeholder 5">
              <a:extLst>
                <a:ext uri="{FF2B5EF4-FFF2-40B4-BE49-F238E27FC236}">
                  <a16:creationId xmlns:a16="http://schemas.microsoft.com/office/drawing/2014/main" id="{251D3E83-9B72-B4E8-D488-25DAFD3BECB9}"/>
                </a:ext>
              </a:extLst>
            </p:cNvPr>
            <p:cNvSpPr txBox="1">
              <a:spLocks/>
            </p:cNvSpPr>
            <p:nvPr/>
          </p:nvSpPr>
          <p:spPr>
            <a:xfrm>
              <a:off x="11009483" y="5931950"/>
              <a:ext cx="1950751" cy="492443"/>
            </a:xfrm>
            <a:prstGeom prst="rect">
              <a:avLst/>
            </a:prstGeom>
          </p:spPr>
          <p:txBody>
            <a:bodyPr vert="horz" wrap="square" lIns="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9pPr>
            </a:lstStyle>
            <a:p>
              <a:pPr marL="0" indent="0" defTabSz="1828800">
                <a:spcAft>
                  <a:spcPts val="0"/>
                </a:spcAft>
                <a:buNone/>
                <a:defRPr/>
              </a:pPr>
              <a:r>
                <a:rPr lang="en-GB" sz="1600" noProof="0">
                  <a:solidFill>
                    <a:srgbClr val="FF0000"/>
                  </a:solidFill>
                  <a:latin typeface="Fira Sans Light" panose="020B0403050000020004" pitchFamily="34" charset="0"/>
                </a:rPr>
                <a:t>London - Reading</a:t>
              </a:r>
            </a:p>
            <a:p>
              <a:pPr marL="0" indent="0" defTabSz="1828800">
                <a:spcAft>
                  <a:spcPts val="0"/>
                </a:spcAft>
                <a:buNone/>
                <a:defRPr/>
              </a:pPr>
              <a:r>
                <a:rPr lang="en-GB" sz="1600" noProof="0">
                  <a:solidFill>
                    <a:srgbClr val="FF0000"/>
                  </a:solidFill>
                  <a:latin typeface="Fira Sans Light" panose="020B0403050000020004" pitchFamily="34" charset="0"/>
                </a:rPr>
                <a:t>London - Slough</a:t>
              </a:r>
            </a:p>
          </p:txBody>
        </p:sp>
        <p:sp>
          <p:nvSpPr>
            <p:cNvPr id="8" name="Text Placeholder 5">
              <a:extLst>
                <a:ext uri="{FF2B5EF4-FFF2-40B4-BE49-F238E27FC236}">
                  <a16:creationId xmlns:a16="http://schemas.microsoft.com/office/drawing/2014/main" id="{7F60CD8B-7111-6397-6939-75341E3F5B65}"/>
                </a:ext>
              </a:extLst>
            </p:cNvPr>
            <p:cNvSpPr txBox="1">
              <a:spLocks/>
            </p:cNvSpPr>
            <p:nvPr/>
          </p:nvSpPr>
          <p:spPr>
            <a:xfrm>
              <a:off x="18800813" y="11152918"/>
              <a:ext cx="1606306" cy="246221"/>
            </a:xfrm>
            <a:prstGeom prst="rect">
              <a:avLst/>
            </a:prstGeom>
          </p:spPr>
          <p:txBody>
            <a:bodyPr vert="horz" wrap="square" lIns="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9pPr>
            </a:lstStyle>
            <a:p>
              <a:pPr marL="0" indent="0" algn="ctr" defTabSz="1828800">
                <a:spcAft>
                  <a:spcPts val="1400"/>
                </a:spcAft>
                <a:buNone/>
                <a:defRPr/>
              </a:pPr>
              <a:r>
                <a:rPr lang="en-GB" sz="1600" noProof="0">
                  <a:solidFill>
                    <a:srgbClr val="FF0000"/>
                  </a:solidFill>
                  <a:latin typeface="Fira Sans Light" panose="020B0403050000020004" pitchFamily="34" charset="0"/>
                </a:rPr>
                <a:t>Sydney</a:t>
              </a:r>
            </a:p>
          </p:txBody>
        </p:sp>
        <p:pic>
          <p:nvPicPr>
            <p:cNvPr id="9" name="CustomIcon">
              <a:extLst>
                <a:ext uri="{FF2B5EF4-FFF2-40B4-BE49-F238E27FC236}">
                  <a16:creationId xmlns:a16="http://schemas.microsoft.com/office/drawing/2014/main" id="{07E2DF1C-F4EC-D398-68A6-E69836CB6532}"/>
                </a:ext>
              </a:extLst>
            </p:cNvPr>
            <p:cNvPicPr>
              <a:picLocks noChangeAspect="1"/>
            </p:cNvPicPr>
            <p:nvPr>
              <p:custDataLst>
                <p:tags r:id="rId1"/>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8969041" y="10932728"/>
              <a:ext cx="298298" cy="291624"/>
            </a:xfrm>
            <a:prstGeom prst="rect">
              <a:avLst/>
            </a:prstGeom>
          </p:spPr>
        </p:pic>
        <p:sp>
          <p:nvSpPr>
            <p:cNvPr id="32" name="Text Placeholder 5">
              <a:extLst>
                <a:ext uri="{FF2B5EF4-FFF2-40B4-BE49-F238E27FC236}">
                  <a16:creationId xmlns:a16="http://schemas.microsoft.com/office/drawing/2014/main" id="{AB761790-BC3D-2789-7183-62D3816AA953}"/>
                </a:ext>
              </a:extLst>
            </p:cNvPr>
            <p:cNvSpPr txBox="1">
              <a:spLocks/>
            </p:cNvSpPr>
            <p:nvPr/>
          </p:nvSpPr>
          <p:spPr>
            <a:xfrm>
              <a:off x="9172211" y="5773125"/>
              <a:ext cx="1606306" cy="246221"/>
            </a:xfrm>
            <a:prstGeom prst="rect">
              <a:avLst/>
            </a:prstGeom>
          </p:spPr>
          <p:txBody>
            <a:bodyPr vert="horz" wrap="square" lIns="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9pPr>
            </a:lstStyle>
            <a:p>
              <a:pPr marL="0" indent="0" algn="ctr" defTabSz="1828800">
                <a:spcAft>
                  <a:spcPts val="1400"/>
                </a:spcAft>
                <a:buNone/>
                <a:defRPr/>
              </a:pPr>
              <a:r>
                <a:rPr lang="en-GB" sz="1600" noProof="0">
                  <a:solidFill>
                    <a:srgbClr val="000000"/>
                  </a:solidFill>
                  <a:latin typeface="Fira Sans Light" panose="020B0403050000020004" pitchFamily="34" charset="0"/>
                </a:rPr>
                <a:t>Dublin</a:t>
              </a:r>
            </a:p>
          </p:txBody>
        </p:sp>
        <p:pic>
          <p:nvPicPr>
            <p:cNvPr id="33" name="CustomIcon">
              <a:extLst>
                <a:ext uri="{FF2B5EF4-FFF2-40B4-BE49-F238E27FC236}">
                  <a16:creationId xmlns:a16="http://schemas.microsoft.com/office/drawing/2014/main" id="{ED75D216-FDD1-2319-7F0D-41D571F537EA}"/>
                </a:ext>
              </a:extLst>
            </p:cNvPr>
            <p:cNvPicPr>
              <a:picLocks noChangeAspect="1"/>
            </p:cNvPicPr>
            <p:nvPr>
              <p:custDataLst>
                <p:tags r:id="rId2"/>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0313903" y="5679302"/>
              <a:ext cx="298298" cy="291624"/>
            </a:xfrm>
            <a:prstGeom prst="rect">
              <a:avLst/>
            </a:prstGeom>
          </p:spPr>
        </p:pic>
        <p:pic>
          <p:nvPicPr>
            <p:cNvPr id="34" name="CustomIcon">
              <a:extLst>
                <a:ext uri="{FF2B5EF4-FFF2-40B4-BE49-F238E27FC236}">
                  <a16:creationId xmlns:a16="http://schemas.microsoft.com/office/drawing/2014/main" id="{CFF57321-6831-89AD-3A6A-21CBCE6B6FDD}"/>
                </a:ext>
              </a:extLst>
            </p:cNvPr>
            <p:cNvPicPr>
              <a:picLocks noChangeAspect="1"/>
            </p:cNvPicPr>
            <p:nvPr>
              <p:custDataLst>
                <p:tags r:id="rId3"/>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0711185" y="5786138"/>
              <a:ext cx="298298" cy="291624"/>
            </a:xfrm>
            <a:prstGeom prst="rect">
              <a:avLst/>
            </a:prstGeom>
          </p:spPr>
        </p:pic>
        <p:pic>
          <p:nvPicPr>
            <p:cNvPr id="35" name="CustomIcon">
              <a:extLst>
                <a:ext uri="{FF2B5EF4-FFF2-40B4-BE49-F238E27FC236}">
                  <a16:creationId xmlns:a16="http://schemas.microsoft.com/office/drawing/2014/main" id="{B214D33A-4501-9C61-22EA-7273A14E86A6}"/>
                </a:ext>
              </a:extLst>
            </p:cNvPr>
            <p:cNvPicPr>
              <a:picLocks noChangeAspect="1"/>
            </p:cNvPicPr>
            <p:nvPr>
              <p:custDataLst>
                <p:tags r:id="rId4"/>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0509384" y="5456617"/>
              <a:ext cx="298298" cy="291624"/>
            </a:xfrm>
            <a:prstGeom prst="rect">
              <a:avLst/>
            </a:prstGeom>
          </p:spPr>
        </p:pic>
        <p:sp>
          <p:nvSpPr>
            <p:cNvPr id="36" name="Text Placeholder 5">
              <a:extLst>
                <a:ext uri="{FF2B5EF4-FFF2-40B4-BE49-F238E27FC236}">
                  <a16:creationId xmlns:a16="http://schemas.microsoft.com/office/drawing/2014/main" id="{6E543783-8E40-29D3-2BAB-D42570ACD6D9}"/>
                </a:ext>
              </a:extLst>
            </p:cNvPr>
            <p:cNvSpPr txBox="1">
              <a:spLocks/>
            </p:cNvSpPr>
            <p:nvPr/>
          </p:nvSpPr>
          <p:spPr>
            <a:xfrm>
              <a:off x="10711185" y="5353901"/>
              <a:ext cx="1545335" cy="246221"/>
            </a:xfrm>
            <a:prstGeom prst="rect">
              <a:avLst/>
            </a:prstGeom>
          </p:spPr>
          <p:txBody>
            <a:bodyPr vert="horz" wrap="square" lIns="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9pPr>
            </a:lstStyle>
            <a:p>
              <a:pPr marL="0" indent="0" algn="ctr" defTabSz="1828800">
                <a:spcAft>
                  <a:spcPts val="1400"/>
                </a:spcAft>
                <a:buNone/>
                <a:defRPr/>
              </a:pPr>
              <a:r>
                <a:rPr lang="en-GB" sz="1600" noProof="0">
                  <a:solidFill>
                    <a:srgbClr val="000000"/>
                  </a:solidFill>
                  <a:latin typeface="Fira Sans Light" panose="020B0403050000020004" pitchFamily="34" charset="0"/>
                </a:rPr>
                <a:t>Carn, Glasgow</a:t>
              </a:r>
            </a:p>
          </p:txBody>
        </p:sp>
        <p:pic>
          <p:nvPicPr>
            <p:cNvPr id="38" name="CustomIcon">
              <a:extLst>
                <a:ext uri="{FF2B5EF4-FFF2-40B4-BE49-F238E27FC236}">
                  <a16:creationId xmlns:a16="http://schemas.microsoft.com/office/drawing/2014/main" id="{CA1CB7F5-279E-D912-7F3F-2C28976F433C}"/>
                </a:ext>
              </a:extLst>
            </p:cNvPr>
            <p:cNvPicPr>
              <a:picLocks noChangeAspect="1"/>
            </p:cNvPicPr>
            <p:nvPr>
              <p:custDataLst>
                <p:tags r:id="rId5"/>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6526557" y="6652823"/>
              <a:ext cx="298298" cy="291624"/>
            </a:xfrm>
            <a:prstGeom prst="rect">
              <a:avLst/>
            </a:prstGeom>
          </p:spPr>
        </p:pic>
        <p:sp>
          <p:nvSpPr>
            <p:cNvPr id="39" name="Text Placeholder 5">
              <a:extLst>
                <a:ext uri="{FF2B5EF4-FFF2-40B4-BE49-F238E27FC236}">
                  <a16:creationId xmlns:a16="http://schemas.microsoft.com/office/drawing/2014/main" id="{899DD27C-055C-CBFD-B90E-E8BC5B0B7132}"/>
                </a:ext>
              </a:extLst>
            </p:cNvPr>
            <p:cNvSpPr txBox="1">
              <a:spLocks/>
            </p:cNvSpPr>
            <p:nvPr/>
          </p:nvSpPr>
          <p:spPr>
            <a:xfrm>
              <a:off x="6526557" y="6721474"/>
              <a:ext cx="1606306" cy="246221"/>
            </a:xfrm>
            <a:prstGeom prst="rect">
              <a:avLst/>
            </a:prstGeom>
          </p:spPr>
          <p:txBody>
            <a:bodyPr vert="horz" wrap="square" lIns="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9pPr>
            </a:lstStyle>
            <a:p>
              <a:pPr marL="0" indent="0" algn="ctr" defTabSz="1828800">
                <a:spcAft>
                  <a:spcPts val="1400"/>
                </a:spcAft>
                <a:buNone/>
                <a:defRPr/>
              </a:pPr>
              <a:r>
                <a:rPr lang="en-GB" sz="1600" noProof="0">
                  <a:solidFill>
                    <a:srgbClr val="000000"/>
                  </a:solidFill>
                  <a:latin typeface="Fira Sans Light" panose="020B0403050000020004" pitchFamily="34" charset="0"/>
                </a:rPr>
                <a:t>New York</a:t>
              </a:r>
            </a:p>
          </p:txBody>
        </p:sp>
        <p:pic>
          <p:nvPicPr>
            <p:cNvPr id="40" name="CustomIcon">
              <a:extLst>
                <a:ext uri="{FF2B5EF4-FFF2-40B4-BE49-F238E27FC236}">
                  <a16:creationId xmlns:a16="http://schemas.microsoft.com/office/drawing/2014/main" id="{21EA1A8C-C7A7-159E-1BD0-11B350C35F54}"/>
                </a:ext>
              </a:extLst>
            </p:cNvPr>
            <p:cNvPicPr>
              <a:picLocks noChangeAspect="1"/>
            </p:cNvPicPr>
            <p:nvPr>
              <p:custDataLst>
                <p:tags r:id="rId6"/>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208633" y="6921746"/>
              <a:ext cx="298298" cy="291624"/>
            </a:xfrm>
            <a:prstGeom prst="rect">
              <a:avLst/>
            </a:prstGeom>
          </p:spPr>
        </p:pic>
        <p:sp>
          <p:nvSpPr>
            <p:cNvPr id="41" name="Text Placeholder 5">
              <a:extLst>
                <a:ext uri="{FF2B5EF4-FFF2-40B4-BE49-F238E27FC236}">
                  <a16:creationId xmlns:a16="http://schemas.microsoft.com/office/drawing/2014/main" id="{584C06BA-A077-F8BB-5602-449EC56CE8B2}"/>
                </a:ext>
              </a:extLst>
            </p:cNvPr>
            <p:cNvSpPr txBox="1">
              <a:spLocks/>
            </p:cNvSpPr>
            <p:nvPr/>
          </p:nvSpPr>
          <p:spPr>
            <a:xfrm>
              <a:off x="2866734" y="6944447"/>
              <a:ext cx="1281428" cy="246221"/>
            </a:xfrm>
            <a:prstGeom prst="rect">
              <a:avLst/>
            </a:prstGeom>
          </p:spPr>
          <p:txBody>
            <a:bodyPr vert="horz" wrap="square" lIns="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9pPr>
            </a:lstStyle>
            <a:p>
              <a:pPr marL="0" indent="0" algn="ctr" defTabSz="1828800">
                <a:spcAft>
                  <a:spcPts val="1400"/>
                </a:spcAft>
                <a:buNone/>
                <a:defRPr/>
              </a:pPr>
              <a:r>
                <a:rPr lang="en-GB" sz="1600" noProof="0">
                  <a:solidFill>
                    <a:srgbClr val="000000"/>
                  </a:solidFill>
                  <a:latin typeface="Fira Sans Light" panose="020B0403050000020004" pitchFamily="34" charset="0"/>
                </a:rPr>
                <a:t>Los Angeles</a:t>
              </a:r>
            </a:p>
          </p:txBody>
        </p:sp>
        <p:pic>
          <p:nvPicPr>
            <p:cNvPr id="2" name="CustomIcon">
              <a:extLst>
                <a:ext uri="{FF2B5EF4-FFF2-40B4-BE49-F238E27FC236}">
                  <a16:creationId xmlns:a16="http://schemas.microsoft.com/office/drawing/2014/main" id="{70B2B2F4-67EB-82D2-AD46-6155B74B9251}"/>
                </a:ext>
              </a:extLst>
            </p:cNvPr>
            <p:cNvPicPr>
              <a:picLocks noChangeAspect="1"/>
            </p:cNvPicPr>
            <p:nvPr>
              <p:custDataLst>
                <p:tags r:id="rId7"/>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0612201" y="5704186"/>
              <a:ext cx="298298" cy="291624"/>
            </a:xfrm>
            <a:prstGeom prst="rect">
              <a:avLst/>
            </a:prstGeom>
          </p:spPr>
        </p:pic>
        <p:sp>
          <p:nvSpPr>
            <p:cNvPr id="4" name="Text Placeholder 5">
              <a:extLst>
                <a:ext uri="{FF2B5EF4-FFF2-40B4-BE49-F238E27FC236}">
                  <a16:creationId xmlns:a16="http://schemas.microsoft.com/office/drawing/2014/main" id="{E5EEA187-61A1-9460-41F1-2C6CB35CA093}"/>
                </a:ext>
              </a:extLst>
            </p:cNvPr>
            <p:cNvSpPr txBox="1">
              <a:spLocks/>
            </p:cNvSpPr>
            <p:nvPr/>
          </p:nvSpPr>
          <p:spPr>
            <a:xfrm>
              <a:off x="10814039" y="5576586"/>
              <a:ext cx="2212340" cy="246221"/>
            </a:xfrm>
            <a:prstGeom prst="rect">
              <a:avLst/>
            </a:prstGeom>
          </p:spPr>
          <p:txBody>
            <a:bodyPr vert="horz" wrap="square" lIns="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9pPr>
            </a:lstStyle>
            <a:p>
              <a:pPr marL="0" indent="0" algn="ctr" defTabSz="1828800">
                <a:spcAft>
                  <a:spcPts val="1400"/>
                </a:spcAft>
                <a:buNone/>
                <a:defRPr/>
              </a:pPr>
              <a:r>
                <a:rPr lang="en-GB" sz="1600" noProof="0">
                  <a:solidFill>
                    <a:srgbClr val="000000"/>
                  </a:solidFill>
                  <a:latin typeface="Fira Sans Light" panose="020B0403050000020004" pitchFamily="34" charset="0"/>
                </a:rPr>
                <a:t>Leicester, Manchester</a:t>
              </a:r>
            </a:p>
          </p:txBody>
        </p:sp>
      </p:grpSp>
      <p:sp>
        <p:nvSpPr>
          <p:cNvPr id="7" name="Text Placeholder 5">
            <a:extLst>
              <a:ext uri="{FF2B5EF4-FFF2-40B4-BE49-F238E27FC236}">
                <a16:creationId xmlns:a16="http://schemas.microsoft.com/office/drawing/2014/main" id="{41C1413C-5F32-C689-7C52-0DCE3AA9D51D}"/>
              </a:ext>
            </a:extLst>
          </p:cNvPr>
          <p:cNvSpPr txBox="1">
            <a:spLocks/>
          </p:cNvSpPr>
          <p:nvPr/>
        </p:nvSpPr>
        <p:spPr>
          <a:xfrm>
            <a:off x="575203" y="2783228"/>
            <a:ext cx="4802810" cy="1282402"/>
          </a:xfrm>
          <a:prstGeom prst="rect">
            <a:avLst/>
          </a:prstGeom>
        </p:spPr>
        <p:txBody>
          <a:bodyPr vert="horz" wrap="square" lIns="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9pPr>
          </a:lstStyle>
          <a:p>
            <a:pPr marL="0" indent="0" algn="ctr" defTabSz="1828800">
              <a:spcAft>
                <a:spcPts val="1400"/>
              </a:spcAft>
              <a:buNone/>
              <a:defRPr/>
            </a:pPr>
            <a:r>
              <a:rPr lang="en-GB" sz="2000" b="1" noProof="0">
                <a:solidFill>
                  <a:srgbClr val="FF0000"/>
                </a:solidFill>
                <a:latin typeface="Fira Sans Light" panose="020B0403050000020004" pitchFamily="34" charset="0"/>
              </a:rPr>
              <a:t>In Scope for this Assessment:</a:t>
            </a:r>
          </a:p>
          <a:p>
            <a:pPr marL="0" indent="0" algn="ctr" defTabSz="1828800">
              <a:spcAft>
                <a:spcPts val="1400"/>
              </a:spcAft>
              <a:buNone/>
              <a:defRPr/>
            </a:pPr>
            <a:r>
              <a:rPr lang="en-GB" sz="2000" b="1" noProof="0">
                <a:solidFill>
                  <a:srgbClr val="FF0000"/>
                </a:solidFill>
                <a:latin typeface="Fira Sans Light" panose="020B0403050000020004" pitchFamily="34" charset="0"/>
              </a:rPr>
              <a:t>Reading, Slough, Sydney</a:t>
            </a:r>
          </a:p>
          <a:p>
            <a:pPr marL="0" indent="0" algn="ctr" defTabSz="1828800">
              <a:spcAft>
                <a:spcPts val="1400"/>
              </a:spcAft>
              <a:buNone/>
              <a:defRPr/>
            </a:pPr>
            <a:r>
              <a:rPr lang="en-GB" sz="2000" b="1" noProof="0">
                <a:solidFill>
                  <a:srgbClr val="000000"/>
                </a:solidFill>
                <a:latin typeface="Fira Sans Light" panose="020B0403050000020004" pitchFamily="34" charset="0"/>
              </a:rPr>
              <a:t>Remainder Out of Scope</a:t>
            </a:r>
            <a:endParaRPr lang="en-GB" sz="2000" b="1" noProof="0">
              <a:solidFill>
                <a:srgbClr val="FF0000"/>
              </a:solidFill>
              <a:latin typeface="Fira Sans Light" panose="020B0403050000020004" pitchFamily="34" charset="0"/>
            </a:endParaRPr>
          </a:p>
        </p:txBody>
      </p:sp>
    </p:spTree>
    <p:extLst>
      <p:ext uri="{BB962C8B-B14F-4D97-AF65-F5344CB8AC3E}">
        <p14:creationId xmlns:p14="http://schemas.microsoft.com/office/powerpoint/2010/main" val="15820667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F58EC-6DE0-BA9D-5AC1-1840FF33FA1B}"/>
            </a:ext>
          </a:extLst>
        </p:cNvPr>
        <p:cNvGrpSpPr/>
        <p:nvPr/>
      </p:nvGrpSpPr>
      <p:grpSpPr>
        <a:xfrm>
          <a:off x="0" y="0"/>
          <a:ext cx="0" cy="0"/>
          <a:chOff x="0" y="0"/>
          <a:chExt cx="0" cy="0"/>
        </a:xfrm>
      </p:grpSpPr>
      <p:pic>
        <p:nvPicPr>
          <p:cNvPr id="1026" name="Picture 2" descr="VMWare ESXi: An Overview | Cloud4U">
            <a:extLst>
              <a:ext uri="{FF2B5EF4-FFF2-40B4-BE49-F238E27FC236}">
                <a16:creationId xmlns:a16="http://schemas.microsoft.com/office/drawing/2014/main" id="{E5CAF08B-670E-999D-1A5F-C54EB16066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4587" y="2236989"/>
            <a:ext cx="3633862" cy="3633862"/>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DF54F30C-8CF6-27BA-AD77-3B691BC87EE7}"/>
              </a:ext>
            </a:extLst>
          </p:cNvPr>
          <p:cNvSpPr>
            <a:spLocks noGrp="1"/>
          </p:cNvSpPr>
          <p:nvPr>
            <p:ph type="sldNum" sz="quarter" idx="4"/>
          </p:nvPr>
        </p:nvSpPr>
        <p:spPr>
          <a:xfrm>
            <a:off x="22402802" y="13027080"/>
            <a:ext cx="1234804" cy="215444"/>
          </a:xfrm>
        </p:spPr>
        <p:txBody>
          <a:bodyPr/>
          <a:lstStyle/>
          <a:p>
            <a:fld id="{762E77F0-FB5B-4E8E-9BC9-34F14560A017}" type="slidenum">
              <a:rPr lang="en-GB" noProof="0" smtClean="0"/>
              <a:pPr/>
              <a:t>15</a:t>
            </a:fld>
            <a:endParaRPr lang="en-GB" noProof="0"/>
          </a:p>
        </p:txBody>
      </p:sp>
      <p:sp>
        <p:nvSpPr>
          <p:cNvPr id="4" name="TextBox 3">
            <a:extLst>
              <a:ext uri="{FF2B5EF4-FFF2-40B4-BE49-F238E27FC236}">
                <a16:creationId xmlns:a16="http://schemas.microsoft.com/office/drawing/2014/main" id="{2652C90C-3C21-3BE4-2DA5-684CDEA35171}"/>
              </a:ext>
            </a:extLst>
          </p:cNvPr>
          <p:cNvSpPr txBox="1"/>
          <p:nvPr/>
        </p:nvSpPr>
        <p:spPr>
          <a:xfrm>
            <a:off x="323147" y="537023"/>
            <a:ext cx="16872341" cy="1046440"/>
          </a:xfrm>
          <a:prstGeom prst="rect">
            <a:avLst/>
          </a:prstGeom>
          <a:noFill/>
        </p:spPr>
        <p:txBody>
          <a:bodyPr wrap="square" rtlCol="0">
            <a:spAutoFit/>
          </a:bodyPr>
          <a:lstStyle/>
          <a:p>
            <a:pPr algn="l"/>
            <a:r>
              <a:rPr lang="en-GB" sz="6200" noProof="0">
                <a:solidFill>
                  <a:srgbClr val="FF0000"/>
                </a:solidFill>
                <a:latin typeface="Fira Sans Light" panose="020B0403050000020004" pitchFamily="34" charset="0"/>
              </a:rPr>
              <a:t>[Client] Inventory Scope – At a Glance</a:t>
            </a:r>
          </a:p>
        </p:txBody>
      </p:sp>
      <p:pic>
        <p:nvPicPr>
          <p:cNvPr id="1028" name="Picture 4" descr="HPE Synergy 480 Gen11 Configure-to-Order Module | HPE Store Deutschland">
            <a:extLst>
              <a:ext uri="{FF2B5EF4-FFF2-40B4-BE49-F238E27FC236}">
                <a16:creationId xmlns:a16="http://schemas.microsoft.com/office/drawing/2014/main" id="{1761AE9E-D021-70C1-9568-B6D0970549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97134" y="2287082"/>
            <a:ext cx="3059738" cy="2294804"/>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B59885C9-FE20-CAB0-AC25-719048D3697A}"/>
              </a:ext>
            </a:extLst>
          </p:cNvPr>
          <p:cNvSpPr/>
          <p:nvPr/>
        </p:nvSpPr>
        <p:spPr>
          <a:xfrm>
            <a:off x="240633" y="5041811"/>
            <a:ext cx="22803018" cy="2634299"/>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sz="1800" noProof="0">
                <a:solidFill>
                  <a:schemeClr val="tx1"/>
                </a:solidFill>
              </a:rPr>
              <a:t>Reading</a:t>
            </a:r>
          </a:p>
        </p:txBody>
      </p:sp>
      <p:sp>
        <p:nvSpPr>
          <p:cNvPr id="13" name="Rectangle 12">
            <a:extLst>
              <a:ext uri="{FF2B5EF4-FFF2-40B4-BE49-F238E27FC236}">
                <a16:creationId xmlns:a16="http://schemas.microsoft.com/office/drawing/2014/main" id="{B3D61B31-9D00-B00D-011E-F96BC6BB053B}"/>
              </a:ext>
            </a:extLst>
          </p:cNvPr>
          <p:cNvSpPr/>
          <p:nvPr/>
        </p:nvSpPr>
        <p:spPr>
          <a:xfrm>
            <a:off x="240633" y="7887138"/>
            <a:ext cx="22803018" cy="2634299"/>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noProof="0">
                <a:solidFill>
                  <a:schemeClr val="tx1"/>
                </a:solidFill>
              </a:rPr>
              <a:t>Slough</a:t>
            </a:r>
            <a:endParaRPr lang="en-GB" sz="1800" noProof="0">
              <a:solidFill>
                <a:schemeClr val="tx1"/>
              </a:solidFill>
            </a:endParaRPr>
          </a:p>
        </p:txBody>
      </p:sp>
      <p:sp>
        <p:nvSpPr>
          <p:cNvPr id="14" name="Rectangle 13">
            <a:extLst>
              <a:ext uri="{FF2B5EF4-FFF2-40B4-BE49-F238E27FC236}">
                <a16:creationId xmlns:a16="http://schemas.microsoft.com/office/drawing/2014/main" id="{78438EC3-BBFC-CCBB-C6DE-C5ED7D8E8D6C}"/>
              </a:ext>
            </a:extLst>
          </p:cNvPr>
          <p:cNvSpPr/>
          <p:nvPr/>
        </p:nvSpPr>
        <p:spPr>
          <a:xfrm>
            <a:off x="240633" y="10682658"/>
            <a:ext cx="22803018" cy="1627379"/>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sz="1800" noProof="0">
                <a:solidFill>
                  <a:schemeClr val="tx1"/>
                </a:solidFill>
              </a:rPr>
              <a:t>Sydney</a:t>
            </a:r>
          </a:p>
        </p:txBody>
      </p:sp>
      <p:pic>
        <p:nvPicPr>
          <p:cNvPr id="1044" name="Picture 20" descr="Database logo Vectors - Download Free High-Quality Vectors from Freepik |  Freepik">
            <a:extLst>
              <a:ext uri="{FF2B5EF4-FFF2-40B4-BE49-F238E27FC236}">
                <a16:creationId xmlns:a16="http://schemas.microsoft.com/office/drawing/2014/main" id="{062860EC-3403-C455-B04C-8613746A4E2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104871" y="2913506"/>
            <a:ext cx="1582404" cy="175130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A1841AB5-686D-1E62-CF1A-63FC273D78DD}"/>
              </a:ext>
            </a:extLst>
          </p:cNvPr>
          <p:cNvSpPr txBox="1"/>
          <p:nvPr/>
        </p:nvSpPr>
        <p:spPr>
          <a:xfrm>
            <a:off x="14257651" y="4345578"/>
            <a:ext cx="1337285" cy="646331"/>
          </a:xfrm>
          <a:prstGeom prst="rect">
            <a:avLst/>
          </a:prstGeom>
          <a:noFill/>
        </p:spPr>
        <p:txBody>
          <a:bodyPr wrap="square" rtlCol="0">
            <a:spAutoFit/>
          </a:bodyPr>
          <a:lstStyle/>
          <a:p>
            <a:pPr algn="ctr"/>
            <a:r>
              <a:rPr lang="en-GB" sz="1800" noProof="0"/>
              <a:t>Virtual </a:t>
            </a:r>
            <a:r>
              <a:rPr lang="en-GB" sz="1800" noProof="0" err="1"/>
              <a:t>DBServers</a:t>
            </a:r>
            <a:endParaRPr lang="en-GB" sz="1800" noProof="0"/>
          </a:p>
        </p:txBody>
      </p:sp>
      <p:pic>
        <p:nvPicPr>
          <p:cNvPr id="1046" name="Picture 22">
            <a:extLst>
              <a:ext uri="{FF2B5EF4-FFF2-40B4-BE49-F238E27FC236}">
                <a16:creationId xmlns:a16="http://schemas.microsoft.com/office/drawing/2014/main" id="{455AD7A4-25DF-9DD3-077A-B1FF1DA1DAD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565656" y="8224109"/>
            <a:ext cx="660834" cy="935741"/>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descr="MySQL logo PNG transparent image download, size: 1280x1280px">
            <a:extLst>
              <a:ext uri="{FF2B5EF4-FFF2-40B4-BE49-F238E27FC236}">
                <a16:creationId xmlns:a16="http://schemas.microsoft.com/office/drawing/2014/main" id="{022A5637-4B11-A8D8-610C-E44F68991C4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312017" y="8373620"/>
            <a:ext cx="610350" cy="610350"/>
          </a:xfrm>
          <a:prstGeom prst="rect">
            <a:avLst/>
          </a:prstGeom>
          <a:noFill/>
          <a:extLst>
            <a:ext uri="{909E8E84-426E-40DD-AFC4-6F175D3DCCD1}">
              <a14:hiddenFill xmlns:a14="http://schemas.microsoft.com/office/drawing/2010/main">
                <a:solidFill>
                  <a:srgbClr val="FFFFFF"/>
                </a:solidFill>
              </a14:hiddenFill>
            </a:ext>
          </a:extLst>
        </p:spPr>
      </p:pic>
      <p:pic>
        <p:nvPicPr>
          <p:cNvPr id="1058" name="Picture 34" descr="windows logo PNG transparent image download, size: 1960x1840px">
            <a:extLst>
              <a:ext uri="{FF2B5EF4-FFF2-40B4-BE49-F238E27FC236}">
                <a16:creationId xmlns:a16="http://schemas.microsoft.com/office/drawing/2014/main" id="{8642023E-DA58-EE82-6A4F-72F3E7E89AB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13118" y="6064219"/>
            <a:ext cx="648465" cy="608794"/>
          </a:xfrm>
          <a:prstGeom prst="rect">
            <a:avLst/>
          </a:prstGeom>
          <a:noFill/>
          <a:extLst>
            <a:ext uri="{909E8E84-426E-40DD-AFC4-6F175D3DCCD1}">
              <a14:hiddenFill xmlns:a14="http://schemas.microsoft.com/office/drawing/2010/main">
                <a:solidFill>
                  <a:srgbClr val="FFFFFF"/>
                </a:solidFill>
              </a14:hiddenFill>
            </a:ext>
          </a:extLst>
        </p:spPr>
      </p:pic>
      <p:pic>
        <p:nvPicPr>
          <p:cNvPr id="1060" name="Picture 36" descr="Linux Logo and symbol, meaning, history, PNG, brand">
            <a:extLst>
              <a:ext uri="{FF2B5EF4-FFF2-40B4-BE49-F238E27FC236}">
                <a16:creationId xmlns:a16="http://schemas.microsoft.com/office/drawing/2014/main" id="{F3948C53-2A33-172A-81A9-F66D038B268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91427" y="5221427"/>
            <a:ext cx="648466" cy="716280"/>
          </a:xfrm>
          <a:prstGeom prst="rect">
            <a:avLst/>
          </a:prstGeom>
          <a:noFill/>
          <a:extLst>
            <a:ext uri="{909E8E84-426E-40DD-AFC4-6F175D3DCCD1}">
              <a14:hiddenFill xmlns:a14="http://schemas.microsoft.com/office/drawing/2010/main">
                <a:solidFill>
                  <a:srgbClr val="FFFFFF"/>
                </a:solidFill>
              </a14:hiddenFill>
            </a:ext>
          </a:extLst>
        </p:spPr>
      </p:pic>
      <p:grpSp>
        <p:nvGrpSpPr>
          <p:cNvPr id="39" name="Group 38">
            <a:extLst>
              <a:ext uri="{FF2B5EF4-FFF2-40B4-BE49-F238E27FC236}">
                <a16:creationId xmlns:a16="http://schemas.microsoft.com/office/drawing/2014/main" id="{0CDD22F3-17C7-63B7-CAE1-00B1B32933A5}"/>
              </a:ext>
            </a:extLst>
          </p:cNvPr>
          <p:cNvGrpSpPr/>
          <p:nvPr/>
        </p:nvGrpSpPr>
        <p:grpSpPr>
          <a:xfrm>
            <a:off x="1493698" y="2989314"/>
            <a:ext cx="2088865" cy="6116227"/>
            <a:chOff x="-1111737" y="3040669"/>
            <a:chExt cx="2088865" cy="6116227"/>
          </a:xfrm>
        </p:grpSpPr>
        <p:pic>
          <p:nvPicPr>
            <p:cNvPr id="1030" name="Picture 6" descr="Proxmox VE 9.0 – Stabile Version jetzt verfügbar! – Black Rack">
              <a:extLst>
                <a:ext uri="{FF2B5EF4-FFF2-40B4-BE49-F238E27FC236}">
                  <a16:creationId xmlns:a16="http://schemas.microsoft.com/office/drawing/2014/main" id="{D59C1989-3603-B605-97FD-44E8FAE6C55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90964" y="3040669"/>
              <a:ext cx="1868092" cy="1779135"/>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20BEADD-692B-A62E-8C72-EA0155572096}"/>
                </a:ext>
              </a:extLst>
            </p:cNvPr>
            <p:cNvSpPr txBox="1"/>
            <p:nvPr/>
          </p:nvSpPr>
          <p:spPr>
            <a:xfrm>
              <a:off x="-68646" y="8849119"/>
              <a:ext cx="990841" cy="307777"/>
            </a:xfrm>
            <a:prstGeom prst="rect">
              <a:avLst/>
            </a:prstGeom>
            <a:noFill/>
          </p:spPr>
          <p:txBody>
            <a:bodyPr wrap="square" rtlCol="0">
              <a:spAutoFit/>
            </a:bodyPr>
            <a:lstStyle/>
            <a:p>
              <a:pPr algn="l"/>
              <a:r>
                <a:rPr lang="en-GB" sz="1400" noProof="0"/>
                <a:t>MOL INT</a:t>
              </a:r>
            </a:p>
          </p:txBody>
        </p:sp>
        <p:sp>
          <p:nvSpPr>
            <p:cNvPr id="18" name="TextBox 17">
              <a:extLst>
                <a:ext uri="{FF2B5EF4-FFF2-40B4-BE49-F238E27FC236}">
                  <a16:creationId xmlns:a16="http://schemas.microsoft.com/office/drawing/2014/main" id="{E84481C6-12BF-5EC5-572C-A36D7E467AC5}"/>
                </a:ext>
              </a:extLst>
            </p:cNvPr>
            <p:cNvSpPr txBox="1"/>
            <p:nvPr/>
          </p:nvSpPr>
          <p:spPr>
            <a:xfrm>
              <a:off x="-1100226" y="5892249"/>
              <a:ext cx="1580626" cy="523220"/>
            </a:xfrm>
            <a:prstGeom prst="rect">
              <a:avLst/>
            </a:prstGeom>
            <a:noFill/>
          </p:spPr>
          <p:txBody>
            <a:bodyPr wrap="none" rtlCol="0">
              <a:spAutoFit/>
            </a:bodyPr>
            <a:lstStyle/>
            <a:p>
              <a:pPr algn="l"/>
              <a:r>
                <a:rPr lang="en-GB" sz="1400" noProof="0"/>
                <a:t>No MOL </a:t>
              </a:r>
              <a:r>
                <a:rPr lang="en-GB" sz="1400" noProof="0" err="1"/>
                <a:t>proxmox</a:t>
              </a:r>
              <a:endParaRPr lang="en-GB" sz="1400" noProof="0"/>
            </a:p>
            <a:p>
              <a:pPr algn="l"/>
              <a:r>
                <a:rPr lang="en-GB" sz="1400" noProof="0"/>
                <a:t>In Reading</a:t>
              </a:r>
            </a:p>
          </p:txBody>
        </p:sp>
        <p:pic>
          <p:nvPicPr>
            <p:cNvPr id="20" name="Picture 36" descr="Linux Logo and symbol, meaning, history, PNG, brand">
              <a:extLst>
                <a:ext uri="{FF2B5EF4-FFF2-40B4-BE49-F238E27FC236}">
                  <a16:creationId xmlns:a16="http://schemas.microsoft.com/office/drawing/2014/main" id="{81CBB2B2-C370-A369-D48D-7EF0D09BAFD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746" y="8085438"/>
              <a:ext cx="648466" cy="716280"/>
            </a:xfrm>
            <a:prstGeom prst="rect">
              <a:avLst/>
            </a:prstGeom>
            <a:noFill/>
            <a:extLst>
              <a:ext uri="{909E8E84-426E-40DD-AFC4-6F175D3DCCD1}">
                <a14:hiddenFill xmlns:a14="http://schemas.microsoft.com/office/drawing/2010/main">
                  <a:solidFill>
                    <a:srgbClr val="FFFFFF"/>
                  </a:solidFill>
                </a14:hiddenFill>
              </a:ext>
            </a:extLst>
          </p:spPr>
        </p:pic>
        <p:sp>
          <p:nvSpPr>
            <p:cNvPr id="63" name="TextBox 62">
              <a:extLst>
                <a:ext uri="{FF2B5EF4-FFF2-40B4-BE49-F238E27FC236}">
                  <a16:creationId xmlns:a16="http://schemas.microsoft.com/office/drawing/2014/main" id="{ECF1CD20-2D5B-C346-FB97-10A8722EE4FA}"/>
                </a:ext>
              </a:extLst>
            </p:cNvPr>
            <p:cNvSpPr txBox="1"/>
            <p:nvPr/>
          </p:nvSpPr>
          <p:spPr>
            <a:xfrm>
              <a:off x="-1111737" y="6680032"/>
              <a:ext cx="2027478" cy="523220"/>
            </a:xfrm>
            <a:prstGeom prst="rect">
              <a:avLst/>
            </a:prstGeom>
            <a:noFill/>
          </p:spPr>
          <p:txBody>
            <a:bodyPr wrap="none" rtlCol="0">
              <a:spAutoFit/>
            </a:bodyPr>
            <a:lstStyle/>
            <a:p>
              <a:pPr algn="l"/>
              <a:r>
                <a:rPr lang="en-GB" sz="1400" noProof="0"/>
                <a:t>ANL </a:t>
              </a:r>
              <a:r>
                <a:rPr lang="en-GB" sz="1400" noProof="0" err="1"/>
                <a:t>proxmox</a:t>
              </a:r>
              <a:endParaRPr lang="en-GB" sz="1400" noProof="0"/>
            </a:p>
            <a:p>
              <a:pPr algn="l"/>
              <a:r>
                <a:rPr lang="en-GB" sz="1400" noProof="0"/>
                <a:t>Reading – TEST ONLY</a:t>
              </a:r>
            </a:p>
          </p:txBody>
        </p:sp>
      </p:grpSp>
      <p:grpSp>
        <p:nvGrpSpPr>
          <p:cNvPr id="40" name="Group 39">
            <a:extLst>
              <a:ext uri="{FF2B5EF4-FFF2-40B4-BE49-F238E27FC236}">
                <a16:creationId xmlns:a16="http://schemas.microsoft.com/office/drawing/2014/main" id="{30EEA640-C630-F892-7290-5F9006C93E9F}"/>
              </a:ext>
            </a:extLst>
          </p:cNvPr>
          <p:cNvGrpSpPr/>
          <p:nvPr/>
        </p:nvGrpSpPr>
        <p:grpSpPr>
          <a:xfrm>
            <a:off x="9811925" y="3209337"/>
            <a:ext cx="2087795" cy="1549571"/>
            <a:chOff x="8374419" y="2790095"/>
            <a:chExt cx="2087795" cy="1549571"/>
          </a:xfrm>
        </p:grpSpPr>
        <p:pic>
          <p:nvPicPr>
            <p:cNvPr id="1036" name="Picture 12" descr="Virtual machine vector image | Free SVG">
              <a:extLst>
                <a:ext uri="{FF2B5EF4-FFF2-40B4-BE49-F238E27FC236}">
                  <a16:creationId xmlns:a16="http://schemas.microsoft.com/office/drawing/2014/main" id="{62672130-5AAE-79ED-F375-23E75B3C05D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677204" y="2790095"/>
              <a:ext cx="1313818" cy="15495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84FFA0B-8AB8-BB59-08D0-EC51D014B5EA}"/>
                </a:ext>
              </a:extLst>
            </p:cNvPr>
            <p:cNvSpPr txBox="1"/>
            <p:nvPr/>
          </p:nvSpPr>
          <p:spPr>
            <a:xfrm>
              <a:off x="8374419" y="3887975"/>
              <a:ext cx="2087795" cy="369332"/>
            </a:xfrm>
            <a:prstGeom prst="rect">
              <a:avLst/>
            </a:prstGeom>
            <a:noFill/>
          </p:spPr>
          <p:txBody>
            <a:bodyPr wrap="square" rtlCol="0">
              <a:spAutoFit/>
            </a:bodyPr>
            <a:lstStyle/>
            <a:p>
              <a:pPr algn="l"/>
              <a:r>
                <a:rPr lang="en-GB" sz="1800" noProof="0"/>
                <a:t>Virtual Appliances</a:t>
              </a:r>
            </a:p>
          </p:txBody>
        </p:sp>
      </p:grpSp>
      <p:pic>
        <p:nvPicPr>
          <p:cNvPr id="1066" name="Picture 42" descr="Tenable vs Nessus, what is the difference? - S4 Applications">
            <a:extLst>
              <a:ext uri="{FF2B5EF4-FFF2-40B4-BE49-F238E27FC236}">
                <a16:creationId xmlns:a16="http://schemas.microsoft.com/office/drawing/2014/main" id="{A46BF5B2-9C09-A37F-9802-F0FE0441CE1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182913" y="5273857"/>
            <a:ext cx="1173900" cy="78260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2" descr="Tenable vs Nessus, what is the difference? - S4 Applications">
            <a:extLst>
              <a:ext uri="{FF2B5EF4-FFF2-40B4-BE49-F238E27FC236}">
                <a16:creationId xmlns:a16="http://schemas.microsoft.com/office/drawing/2014/main" id="{ED8DFC3C-89BF-BDC9-42FF-9540948CCAD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182913" y="8026083"/>
            <a:ext cx="1173900" cy="7826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2" descr="Tenable vs Nessus, what is the difference? - S4 Applications">
            <a:extLst>
              <a:ext uri="{FF2B5EF4-FFF2-40B4-BE49-F238E27FC236}">
                <a16:creationId xmlns:a16="http://schemas.microsoft.com/office/drawing/2014/main" id="{D73C6AFB-0CF5-BFB3-7AAA-8BAC0097E4F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309905" y="10710375"/>
            <a:ext cx="1173900" cy="782600"/>
          </a:xfrm>
          <a:prstGeom prst="rect">
            <a:avLst/>
          </a:prstGeom>
          <a:noFill/>
          <a:extLst>
            <a:ext uri="{909E8E84-426E-40DD-AFC4-6F175D3DCCD1}">
              <a14:hiddenFill xmlns:a14="http://schemas.microsoft.com/office/drawing/2010/main">
                <a:solidFill>
                  <a:srgbClr val="FFFFFF"/>
                </a:solidFill>
              </a14:hiddenFill>
            </a:ext>
          </a:extLst>
        </p:spPr>
      </p:pic>
      <p:pic>
        <p:nvPicPr>
          <p:cNvPr id="1068" name="Picture 44" descr="AWS Marketplace: Guardicore">
            <a:extLst>
              <a:ext uri="{FF2B5EF4-FFF2-40B4-BE49-F238E27FC236}">
                <a16:creationId xmlns:a16="http://schemas.microsoft.com/office/drawing/2014/main" id="{A262305C-5057-AA46-01FE-EBFEE358862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017263" y="6197579"/>
            <a:ext cx="1564870" cy="722686"/>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4" descr="AWS Marketplace: Guardicore">
            <a:extLst>
              <a:ext uri="{FF2B5EF4-FFF2-40B4-BE49-F238E27FC236}">
                <a16:creationId xmlns:a16="http://schemas.microsoft.com/office/drawing/2014/main" id="{984D053A-00F9-4BDE-481E-5B0BB5C0C85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155700" y="8953885"/>
            <a:ext cx="1564870" cy="722686"/>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44" descr="AWS Marketplace: Guardicore">
            <a:extLst>
              <a:ext uri="{FF2B5EF4-FFF2-40B4-BE49-F238E27FC236}">
                <a16:creationId xmlns:a16="http://schemas.microsoft.com/office/drawing/2014/main" id="{253E6714-FE66-697B-9135-65DE39E29CB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053833" y="11491640"/>
            <a:ext cx="1564870" cy="722686"/>
          </a:xfrm>
          <a:prstGeom prst="rect">
            <a:avLst/>
          </a:prstGeom>
          <a:noFill/>
          <a:extLst>
            <a:ext uri="{909E8E84-426E-40DD-AFC4-6F175D3DCCD1}">
              <a14:hiddenFill xmlns:a14="http://schemas.microsoft.com/office/drawing/2010/main">
                <a:solidFill>
                  <a:srgbClr val="FFFFFF"/>
                </a:solidFill>
              </a14:hiddenFill>
            </a:ext>
          </a:extLst>
        </p:spPr>
      </p:pic>
      <p:pic>
        <p:nvPicPr>
          <p:cNvPr id="1070" name="Picture 46" descr="VMware Horizon">
            <a:extLst>
              <a:ext uri="{FF2B5EF4-FFF2-40B4-BE49-F238E27FC236}">
                <a16:creationId xmlns:a16="http://schemas.microsoft.com/office/drawing/2014/main" id="{6A52E599-0E15-2D8C-AC81-5579154DC1C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068475" y="6761581"/>
            <a:ext cx="1617394" cy="933112"/>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46" descr="VMware Horizon">
            <a:extLst>
              <a:ext uri="{FF2B5EF4-FFF2-40B4-BE49-F238E27FC236}">
                <a16:creationId xmlns:a16="http://schemas.microsoft.com/office/drawing/2014/main" id="{A08E1264-6C35-D8DC-759D-19B95E28442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066165" y="9631519"/>
            <a:ext cx="1617394" cy="933112"/>
          </a:xfrm>
          <a:prstGeom prst="rect">
            <a:avLst/>
          </a:prstGeom>
          <a:noFill/>
          <a:extLst>
            <a:ext uri="{909E8E84-426E-40DD-AFC4-6F175D3DCCD1}">
              <a14:hiddenFill xmlns:a14="http://schemas.microsoft.com/office/drawing/2010/main">
                <a:solidFill>
                  <a:srgbClr val="FFFFFF"/>
                </a:solidFill>
              </a14:hiddenFill>
            </a:ext>
          </a:extLst>
        </p:spPr>
      </p:pic>
      <p:sp>
        <p:nvSpPr>
          <p:cNvPr id="27" name="Rectangle 26">
            <a:extLst>
              <a:ext uri="{FF2B5EF4-FFF2-40B4-BE49-F238E27FC236}">
                <a16:creationId xmlns:a16="http://schemas.microsoft.com/office/drawing/2014/main" id="{EFC14B4A-5C00-1BE7-8271-036219231E3E}"/>
              </a:ext>
            </a:extLst>
          </p:cNvPr>
          <p:cNvSpPr/>
          <p:nvPr/>
        </p:nvSpPr>
        <p:spPr>
          <a:xfrm>
            <a:off x="4260735" y="2663067"/>
            <a:ext cx="12689701" cy="9785607"/>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sp>
        <p:nvSpPr>
          <p:cNvPr id="33" name="TextBox 32">
            <a:extLst>
              <a:ext uri="{FF2B5EF4-FFF2-40B4-BE49-F238E27FC236}">
                <a16:creationId xmlns:a16="http://schemas.microsoft.com/office/drawing/2014/main" id="{09CFB790-6859-7023-D60C-A6F2DFC32DFB}"/>
              </a:ext>
            </a:extLst>
          </p:cNvPr>
          <p:cNvSpPr txBox="1"/>
          <p:nvPr/>
        </p:nvSpPr>
        <p:spPr>
          <a:xfrm>
            <a:off x="20854159" y="5132545"/>
            <a:ext cx="1552538" cy="304919"/>
          </a:xfrm>
          <a:prstGeom prst="rect">
            <a:avLst/>
          </a:prstGeom>
          <a:noFill/>
        </p:spPr>
        <p:txBody>
          <a:bodyPr wrap="square" rtlCol="0">
            <a:spAutoFit/>
          </a:bodyPr>
          <a:lstStyle/>
          <a:p>
            <a:pPr algn="l"/>
            <a:r>
              <a:rPr lang="en-GB" sz="1400" noProof="0"/>
              <a:t>6 x HPE 480 G11</a:t>
            </a:r>
          </a:p>
        </p:txBody>
      </p:sp>
      <p:sp>
        <p:nvSpPr>
          <p:cNvPr id="34" name="TextBox 33">
            <a:extLst>
              <a:ext uri="{FF2B5EF4-FFF2-40B4-BE49-F238E27FC236}">
                <a16:creationId xmlns:a16="http://schemas.microsoft.com/office/drawing/2014/main" id="{DEB723DE-A0AC-8881-5782-95371632350F}"/>
              </a:ext>
            </a:extLst>
          </p:cNvPr>
          <p:cNvSpPr txBox="1"/>
          <p:nvPr/>
        </p:nvSpPr>
        <p:spPr>
          <a:xfrm>
            <a:off x="20888433" y="5713828"/>
            <a:ext cx="428322" cy="369332"/>
          </a:xfrm>
          <a:prstGeom prst="rect">
            <a:avLst/>
          </a:prstGeom>
          <a:noFill/>
        </p:spPr>
        <p:txBody>
          <a:bodyPr wrap="none" rtlCol="0">
            <a:spAutoFit/>
          </a:bodyPr>
          <a:lstStyle/>
          <a:p>
            <a:pPr algn="l"/>
            <a:r>
              <a:rPr lang="en-GB" sz="1800" noProof="0"/>
              <a:t>3x</a:t>
            </a:r>
          </a:p>
        </p:txBody>
      </p:sp>
      <p:sp>
        <p:nvSpPr>
          <p:cNvPr id="35" name="TextBox 34">
            <a:extLst>
              <a:ext uri="{FF2B5EF4-FFF2-40B4-BE49-F238E27FC236}">
                <a16:creationId xmlns:a16="http://schemas.microsoft.com/office/drawing/2014/main" id="{C20A7026-67EA-D9F8-BCDF-028804758B86}"/>
              </a:ext>
            </a:extLst>
          </p:cNvPr>
          <p:cNvSpPr txBox="1"/>
          <p:nvPr/>
        </p:nvSpPr>
        <p:spPr>
          <a:xfrm>
            <a:off x="20940441" y="8537399"/>
            <a:ext cx="428322" cy="369332"/>
          </a:xfrm>
          <a:prstGeom prst="rect">
            <a:avLst/>
          </a:prstGeom>
          <a:noFill/>
        </p:spPr>
        <p:txBody>
          <a:bodyPr wrap="none" rtlCol="0">
            <a:spAutoFit/>
          </a:bodyPr>
          <a:lstStyle/>
          <a:p>
            <a:pPr algn="l"/>
            <a:r>
              <a:rPr lang="en-GB" sz="1800" noProof="0"/>
              <a:t>3x</a:t>
            </a:r>
          </a:p>
        </p:txBody>
      </p:sp>
      <p:pic>
        <p:nvPicPr>
          <p:cNvPr id="36" name="Picture 28">
            <a:extLst>
              <a:ext uri="{FF2B5EF4-FFF2-40B4-BE49-F238E27FC236}">
                <a16:creationId xmlns:a16="http://schemas.microsoft.com/office/drawing/2014/main" id="{AED0FDB9-C038-0F54-C908-7420FFB3945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514671" y="8043871"/>
            <a:ext cx="1272246" cy="1032713"/>
          </a:xfrm>
          <a:prstGeom prst="rect">
            <a:avLst/>
          </a:prstGeom>
          <a:noFill/>
          <a:extLst>
            <a:ext uri="{909E8E84-426E-40DD-AFC4-6F175D3DCCD1}">
              <a14:hiddenFill xmlns:a14="http://schemas.microsoft.com/office/drawing/2010/main">
                <a:solidFill>
                  <a:srgbClr val="FFFFFF"/>
                </a:solidFill>
              </a14:hiddenFill>
            </a:ext>
          </a:extLst>
        </p:spPr>
      </p:pic>
      <p:pic>
        <p:nvPicPr>
          <p:cNvPr id="1074" name="Picture 50" descr="Oracle Solaris - Wikipedia">
            <a:extLst>
              <a:ext uri="{FF2B5EF4-FFF2-40B4-BE49-F238E27FC236}">
                <a16:creationId xmlns:a16="http://schemas.microsoft.com/office/drawing/2014/main" id="{6AF224B2-49E6-15D6-5A0F-CC170FAC3538}"/>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687341" y="9676571"/>
            <a:ext cx="771164" cy="601508"/>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03FA6EA3-B60C-99CE-E41F-E316381081E3}"/>
              </a:ext>
            </a:extLst>
          </p:cNvPr>
          <p:cNvSpPr txBox="1"/>
          <p:nvPr/>
        </p:nvSpPr>
        <p:spPr>
          <a:xfrm>
            <a:off x="5000820" y="7082764"/>
            <a:ext cx="1656223" cy="307777"/>
          </a:xfrm>
          <a:prstGeom prst="rect">
            <a:avLst/>
          </a:prstGeom>
          <a:noFill/>
        </p:spPr>
        <p:txBody>
          <a:bodyPr wrap="none" rtlCol="0">
            <a:spAutoFit/>
          </a:bodyPr>
          <a:lstStyle/>
          <a:p>
            <a:pPr algn="l"/>
            <a:r>
              <a:rPr lang="en-GB" sz="1400" noProof="0"/>
              <a:t>6 x Reading - prod</a:t>
            </a:r>
          </a:p>
        </p:txBody>
      </p:sp>
      <p:pic>
        <p:nvPicPr>
          <p:cNvPr id="41" name="Picture 28">
            <a:extLst>
              <a:ext uri="{FF2B5EF4-FFF2-40B4-BE49-F238E27FC236}">
                <a16:creationId xmlns:a16="http://schemas.microsoft.com/office/drawing/2014/main" id="{8B3308D7-D38E-538B-F950-8BFFE61F859B}"/>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032831" y="8571353"/>
            <a:ext cx="1272246" cy="1032713"/>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8">
            <a:extLst>
              <a:ext uri="{FF2B5EF4-FFF2-40B4-BE49-F238E27FC236}">
                <a16:creationId xmlns:a16="http://schemas.microsoft.com/office/drawing/2014/main" id="{7AD9FFC5-C373-CA31-3BB8-4A48A886F6F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093923" y="5898494"/>
            <a:ext cx="1272246" cy="1032713"/>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2">
            <a:extLst>
              <a:ext uri="{FF2B5EF4-FFF2-40B4-BE49-F238E27FC236}">
                <a16:creationId xmlns:a16="http://schemas.microsoft.com/office/drawing/2014/main" id="{B8D86C40-39EA-9A13-1043-9287221F45D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570180" y="5610873"/>
            <a:ext cx="660834" cy="935741"/>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6" descr="MySQL logo PNG transparent image download, size: 1280x1280px">
            <a:extLst>
              <a:ext uri="{FF2B5EF4-FFF2-40B4-BE49-F238E27FC236}">
                <a16:creationId xmlns:a16="http://schemas.microsoft.com/office/drawing/2014/main" id="{3388810A-D9AF-1BAC-40D6-12505FB88C3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302084" y="5722388"/>
            <a:ext cx="610350" cy="610350"/>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8">
            <a:extLst>
              <a:ext uri="{FF2B5EF4-FFF2-40B4-BE49-F238E27FC236}">
                <a16:creationId xmlns:a16="http://schemas.microsoft.com/office/drawing/2014/main" id="{9D9976DB-9A54-EA64-D88A-80556DAC0140}"/>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483319" y="5390124"/>
            <a:ext cx="1272246" cy="1032713"/>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34" descr="windows logo PNG transparent image download, size: 1960x1840px">
            <a:extLst>
              <a:ext uri="{FF2B5EF4-FFF2-40B4-BE49-F238E27FC236}">
                <a16:creationId xmlns:a16="http://schemas.microsoft.com/office/drawing/2014/main" id="{88E13005-780F-93FC-0961-0975BA9BC92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59060" y="11623541"/>
            <a:ext cx="648465" cy="608794"/>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36" descr="Linux Logo and symbol, meaning, history, PNG, brand">
            <a:extLst>
              <a:ext uri="{FF2B5EF4-FFF2-40B4-BE49-F238E27FC236}">
                <a16:creationId xmlns:a16="http://schemas.microsoft.com/office/drawing/2014/main" id="{E2F36252-AEA4-1540-FE45-4B7FCD79B95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59060" y="10839036"/>
            <a:ext cx="648466" cy="716280"/>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8E480AA3-BFB8-2BA4-B9E0-89A19CF60FE7}"/>
              </a:ext>
            </a:extLst>
          </p:cNvPr>
          <p:cNvSpPr txBox="1"/>
          <p:nvPr/>
        </p:nvSpPr>
        <p:spPr>
          <a:xfrm>
            <a:off x="9445530" y="11097903"/>
            <a:ext cx="428322" cy="369332"/>
          </a:xfrm>
          <a:prstGeom prst="rect">
            <a:avLst/>
          </a:prstGeom>
          <a:noFill/>
        </p:spPr>
        <p:txBody>
          <a:bodyPr wrap="none" rtlCol="0">
            <a:spAutoFit/>
          </a:bodyPr>
          <a:lstStyle/>
          <a:p>
            <a:pPr algn="l"/>
            <a:r>
              <a:rPr lang="en-GB" noProof="0"/>
              <a:t>4</a:t>
            </a:r>
            <a:r>
              <a:rPr lang="en-GB" sz="1800" noProof="0"/>
              <a:t>x</a:t>
            </a:r>
          </a:p>
        </p:txBody>
      </p:sp>
      <p:sp>
        <p:nvSpPr>
          <p:cNvPr id="49" name="TextBox 48">
            <a:extLst>
              <a:ext uri="{FF2B5EF4-FFF2-40B4-BE49-F238E27FC236}">
                <a16:creationId xmlns:a16="http://schemas.microsoft.com/office/drawing/2014/main" id="{71491D25-873A-6DB4-7584-D2A245A2E6DA}"/>
              </a:ext>
            </a:extLst>
          </p:cNvPr>
          <p:cNvSpPr txBox="1"/>
          <p:nvPr/>
        </p:nvSpPr>
        <p:spPr>
          <a:xfrm>
            <a:off x="9433917" y="11664589"/>
            <a:ext cx="428322" cy="369332"/>
          </a:xfrm>
          <a:prstGeom prst="rect">
            <a:avLst/>
          </a:prstGeom>
          <a:noFill/>
        </p:spPr>
        <p:txBody>
          <a:bodyPr wrap="none" rtlCol="0">
            <a:spAutoFit/>
          </a:bodyPr>
          <a:lstStyle/>
          <a:p>
            <a:pPr algn="l"/>
            <a:r>
              <a:rPr lang="en-GB" sz="1800" noProof="0"/>
              <a:t>2x</a:t>
            </a:r>
          </a:p>
        </p:txBody>
      </p:sp>
      <p:sp>
        <p:nvSpPr>
          <p:cNvPr id="50" name="TextBox 49">
            <a:extLst>
              <a:ext uri="{FF2B5EF4-FFF2-40B4-BE49-F238E27FC236}">
                <a16:creationId xmlns:a16="http://schemas.microsoft.com/office/drawing/2014/main" id="{3D1F6AEA-20D7-7BA3-3397-796AA41CD08E}"/>
              </a:ext>
            </a:extLst>
          </p:cNvPr>
          <p:cNvSpPr txBox="1"/>
          <p:nvPr/>
        </p:nvSpPr>
        <p:spPr>
          <a:xfrm>
            <a:off x="5675631" y="11051306"/>
            <a:ext cx="556563" cy="369332"/>
          </a:xfrm>
          <a:prstGeom prst="rect">
            <a:avLst/>
          </a:prstGeom>
          <a:noFill/>
        </p:spPr>
        <p:txBody>
          <a:bodyPr wrap="none" rtlCol="0">
            <a:spAutoFit/>
          </a:bodyPr>
          <a:lstStyle/>
          <a:p>
            <a:pPr algn="l"/>
            <a:r>
              <a:rPr lang="en-GB" noProof="0"/>
              <a:t>29</a:t>
            </a:r>
            <a:r>
              <a:rPr lang="en-GB" sz="1800" noProof="0"/>
              <a:t>x</a:t>
            </a:r>
          </a:p>
        </p:txBody>
      </p:sp>
      <p:sp>
        <p:nvSpPr>
          <p:cNvPr id="51" name="TextBox 50">
            <a:extLst>
              <a:ext uri="{FF2B5EF4-FFF2-40B4-BE49-F238E27FC236}">
                <a16:creationId xmlns:a16="http://schemas.microsoft.com/office/drawing/2014/main" id="{8502F281-86B1-B15E-FCB1-24FA0929BE7A}"/>
              </a:ext>
            </a:extLst>
          </p:cNvPr>
          <p:cNvSpPr txBox="1"/>
          <p:nvPr/>
        </p:nvSpPr>
        <p:spPr>
          <a:xfrm>
            <a:off x="5685739" y="11785478"/>
            <a:ext cx="428322" cy="369332"/>
          </a:xfrm>
          <a:prstGeom prst="rect">
            <a:avLst/>
          </a:prstGeom>
          <a:noFill/>
        </p:spPr>
        <p:txBody>
          <a:bodyPr wrap="none" rtlCol="0">
            <a:spAutoFit/>
          </a:bodyPr>
          <a:lstStyle/>
          <a:p>
            <a:pPr algn="l"/>
            <a:r>
              <a:rPr lang="en-GB" sz="1800" noProof="0"/>
              <a:t>3x</a:t>
            </a:r>
          </a:p>
        </p:txBody>
      </p:sp>
      <p:pic>
        <p:nvPicPr>
          <p:cNvPr id="52" name="Picture 34" descr="windows logo PNG transparent image download, size: 1960x1840px">
            <a:extLst>
              <a:ext uri="{FF2B5EF4-FFF2-40B4-BE49-F238E27FC236}">
                <a16:creationId xmlns:a16="http://schemas.microsoft.com/office/drawing/2014/main" id="{5B42A86C-1FE7-B019-1086-69D03181F5A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91428" y="8906556"/>
            <a:ext cx="648465" cy="608794"/>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36" descr="Linux Logo and symbol, meaning, history, PNG, brand">
            <a:extLst>
              <a:ext uri="{FF2B5EF4-FFF2-40B4-BE49-F238E27FC236}">
                <a16:creationId xmlns:a16="http://schemas.microsoft.com/office/drawing/2014/main" id="{BE663DB4-3175-7E4A-6163-E1EBEAA11A7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10039" y="8041941"/>
            <a:ext cx="648466" cy="716280"/>
          </a:xfrm>
          <a:prstGeom prst="rect">
            <a:avLst/>
          </a:prstGeom>
          <a:noFill/>
          <a:extLst>
            <a:ext uri="{909E8E84-426E-40DD-AFC4-6F175D3DCCD1}">
              <a14:hiddenFill xmlns:a14="http://schemas.microsoft.com/office/drawing/2010/main">
                <a:solidFill>
                  <a:srgbClr val="FFFFFF"/>
                </a:solidFill>
              </a14:hiddenFill>
            </a:ext>
          </a:extLst>
        </p:spPr>
      </p:pic>
      <p:sp>
        <p:nvSpPr>
          <p:cNvPr id="54" name="TextBox 53">
            <a:extLst>
              <a:ext uri="{FF2B5EF4-FFF2-40B4-BE49-F238E27FC236}">
                <a16:creationId xmlns:a16="http://schemas.microsoft.com/office/drawing/2014/main" id="{274F1617-A5A0-CC58-6B16-0249F6201717}"/>
              </a:ext>
            </a:extLst>
          </p:cNvPr>
          <p:cNvSpPr txBox="1"/>
          <p:nvPr/>
        </p:nvSpPr>
        <p:spPr>
          <a:xfrm>
            <a:off x="512286" y="11355208"/>
            <a:ext cx="556563" cy="369332"/>
          </a:xfrm>
          <a:prstGeom prst="rect">
            <a:avLst/>
          </a:prstGeom>
          <a:noFill/>
        </p:spPr>
        <p:txBody>
          <a:bodyPr wrap="none" rtlCol="0">
            <a:spAutoFit/>
          </a:bodyPr>
          <a:lstStyle/>
          <a:p>
            <a:pPr algn="l"/>
            <a:r>
              <a:rPr lang="en-GB" noProof="0"/>
              <a:t>38</a:t>
            </a:r>
            <a:r>
              <a:rPr lang="en-GB" sz="1800" noProof="0"/>
              <a:t>x</a:t>
            </a:r>
          </a:p>
        </p:txBody>
      </p:sp>
      <p:sp>
        <p:nvSpPr>
          <p:cNvPr id="56" name="TextBox 55">
            <a:extLst>
              <a:ext uri="{FF2B5EF4-FFF2-40B4-BE49-F238E27FC236}">
                <a16:creationId xmlns:a16="http://schemas.microsoft.com/office/drawing/2014/main" id="{FF2C6053-423B-1DE6-C0FD-03DC7F831083}"/>
              </a:ext>
            </a:extLst>
          </p:cNvPr>
          <p:cNvSpPr txBox="1"/>
          <p:nvPr/>
        </p:nvSpPr>
        <p:spPr>
          <a:xfrm>
            <a:off x="15834119" y="6643566"/>
            <a:ext cx="428322" cy="369332"/>
          </a:xfrm>
          <a:prstGeom prst="rect">
            <a:avLst/>
          </a:prstGeom>
          <a:noFill/>
        </p:spPr>
        <p:txBody>
          <a:bodyPr wrap="none" rtlCol="0">
            <a:spAutoFit/>
          </a:bodyPr>
          <a:lstStyle/>
          <a:p>
            <a:pPr algn="l"/>
            <a:r>
              <a:rPr lang="en-GB" noProof="0"/>
              <a:t>9</a:t>
            </a:r>
            <a:r>
              <a:rPr lang="en-GB" sz="1800" noProof="0"/>
              <a:t>x</a:t>
            </a:r>
          </a:p>
        </p:txBody>
      </p:sp>
      <p:sp>
        <p:nvSpPr>
          <p:cNvPr id="57" name="TextBox 56">
            <a:extLst>
              <a:ext uri="{FF2B5EF4-FFF2-40B4-BE49-F238E27FC236}">
                <a16:creationId xmlns:a16="http://schemas.microsoft.com/office/drawing/2014/main" id="{F47B8002-8294-9C01-0514-96DB72297232}"/>
              </a:ext>
            </a:extLst>
          </p:cNvPr>
          <p:cNvSpPr txBox="1"/>
          <p:nvPr/>
        </p:nvSpPr>
        <p:spPr>
          <a:xfrm>
            <a:off x="15562642" y="9251910"/>
            <a:ext cx="556563" cy="369332"/>
          </a:xfrm>
          <a:prstGeom prst="rect">
            <a:avLst/>
          </a:prstGeom>
          <a:noFill/>
        </p:spPr>
        <p:txBody>
          <a:bodyPr wrap="none" rtlCol="0">
            <a:spAutoFit/>
          </a:bodyPr>
          <a:lstStyle/>
          <a:p>
            <a:pPr algn="l"/>
            <a:r>
              <a:rPr lang="en-GB" sz="1800" noProof="0"/>
              <a:t>12x</a:t>
            </a:r>
          </a:p>
        </p:txBody>
      </p:sp>
      <p:sp>
        <p:nvSpPr>
          <p:cNvPr id="58" name="TextBox 57">
            <a:extLst>
              <a:ext uri="{FF2B5EF4-FFF2-40B4-BE49-F238E27FC236}">
                <a16:creationId xmlns:a16="http://schemas.microsoft.com/office/drawing/2014/main" id="{B20208A7-D383-63A7-1F28-1A1A4C5296D6}"/>
              </a:ext>
            </a:extLst>
          </p:cNvPr>
          <p:cNvSpPr txBox="1"/>
          <p:nvPr/>
        </p:nvSpPr>
        <p:spPr>
          <a:xfrm>
            <a:off x="14612464" y="6612747"/>
            <a:ext cx="428322" cy="369332"/>
          </a:xfrm>
          <a:prstGeom prst="rect">
            <a:avLst/>
          </a:prstGeom>
          <a:noFill/>
        </p:spPr>
        <p:txBody>
          <a:bodyPr wrap="none" rtlCol="0">
            <a:spAutoFit/>
          </a:bodyPr>
          <a:lstStyle/>
          <a:p>
            <a:pPr algn="l"/>
            <a:r>
              <a:rPr lang="en-GB" sz="1800" noProof="0"/>
              <a:t>2x</a:t>
            </a:r>
          </a:p>
        </p:txBody>
      </p:sp>
      <p:sp>
        <p:nvSpPr>
          <p:cNvPr id="59" name="TextBox 58">
            <a:extLst>
              <a:ext uri="{FF2B5EF4-FFF2-40B4-BE49-F238E27FC236}">
                <a16:creationId xmlns:a16="http://schemas.microsoft.com/office/drawing/2014/main" id="{14FFE40B-B01C-C329-F092-91E07AB5793B}"/>
              </a:ext>
            </a:extLst>
          </p:cNvPr>
          <p:cNvSpPr txBox="1"/>
          <p:nvPr/>
        </p:nvSpPr>
        <p:spPr>
          <a:xfrm>
            <a:off x="9335788" y="12502191"/>
            <a:ext cx="556563" cy="369332"/>
          </a:xfrm>
          <a:prstGeom prst="rect">
            <a:avLst/>
          </a:prstGeom>
          <a:noFill/>
        </p:spPr>
        <p:txBody>
          <a:bodyPr wrap="none" rtlCol="0">
            <a:spAutoFit/>
          </a:bodyPr>
          <a:lstStyle/>
          <a:p>
            <a:pPr algn="l"/>
            <a:r>
              <a:rPr lang="en-GB" noProof="0"/>
              <a:t>38</a:t>
            </a:r>
            <a:r>
              <a:rPr lang="en-GB" sz="1800" noProof="0"/>
              <a:t>x</a:t>
            </a:r>
          </a:p>
        </p:txBody>
      </p:sp>
      <p:sp>
        <p:nvSpPr>
          <p:cNvPr id="1024" name="TextBox 1023">
            <a:extLst>
              <a:ext uri="{FF2B5EF4-FFF2-40B4-BE49-F238E27FC236}">
                <a16:creationId xmlns:a16="http://schemas.microsoft.com/office/drawing/2014/main" id="{EE0DECE0-ADF6-69B6-2B67-815A84529D15}"/>
              </a:ext>
            </a:extLst>
          </p:cNvPr>
          <p:cNvSpPr txBox="1"/>
          <p:nvPr/>
        </p:nvSpPr>
        <p:spPr>
          <a:xfrm>
            <a:off x="19781045" y="12596193"/>
            <a:ext cx="2085071" cy="646331"/>
          </a:xfrm>
          <a:prstGeom prst="rect">
            <a:avLst/>
          </a:prstGeom>
          <a:noFill/>
        </p:spPr>
        <p:txBody>
          <a:bodyPr wrap="square" rtlCol="0">
            <a:spAutoFit/>
          </a:bodyPr>
          <a:lstStyle/>
          <a:p>
            <a:pPr algn="l"/>
            <a:r>
              <a:rPr lang="en-GB" noProof="0"/>
              <a:t>=========</a:t>
            </a:r>
          </a:p>
          <a:p>
            <a:pPr algn="l"/>
            <a:r>
              <a:rPr lang="en-GB" b="1" noProof="0">
                <a:highlight>
                  <a:srgbClr val="FFFF00"/>
                </a:highlight>
              </a:rPr>
              <a:t>3076</a:t>
            </a:r>
            <a:r>
              <a:rPr lang="en-GB" noProof="0"/>
              <a:t> Assets</a:t>
            </a:r>
            <a:endParaRPr lang="en-GB" sz="1800" noProof="0"/>
          </a:p>
        </p:txBody>
      </p:sp>
      <p:pic>
        <p:nvPicPr>
          <p:cNvPr id="1025" name="Picture 50" descr="Oracle Solaris - Wikipedia">
            <a:extLst>
              <a:ext uri="{FF2B5EF4-FFF2-40B4-BE49-F238E27FC236}">
                <a16:creationId xmlns:a16="http://schemas.microsoft.com/office/drawing/2014/main" id="{79A8AA84-90F7-0BD1-24AF-07E477678C6B}"/>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768379" y="6886052"/>
            <a:ext cx="771164" cy="601508"/>
          </a:xfrm>
          <a:prstGeom prst="rect">
            <a:avLst/>
          </a:prstGeom>
          <a:noFill/>
          <a:extLst>
            <a:ext uri="{909E8E84-426E-40DD-AFC4-6F175D3DCCD1}">
              <a14:hiddenFill xmlns:a14="http://schemas.microsoft.com/office/drawing/2010/main">
                <a:solidFill>
                  <a:srgbClr val="FFFFFF"/>
                </a:solidFill>
              </a14:hiddenFill>
            </a:ext>
          </a:extLst>
        </p:spPr>
      </p:pic>
      <p:sp>
        <p:nvSpPr>
          <p:cNvPr id="1029" name="TextBox 1028">
            <a:extLst>
              <a:ext uri="{FF2B5EF4-FFF2-40B4-BE49-F238E27FC236}">
                <a16:creationId xmlns:a16="http://schemas.microsoft.com/office/drawing/2014/main" id="{A15CFD0A-0E08-F519-5C89-7D2D397AD74D}"/>
              </a:ext>
            </a:extLst>
          </p:cNvPr>
          <p:cNvSpPr txBox="1"/>
          <p:nvPr/>
        </p:nvSpPr>
        <p:spPr>
          <a:xfrm>
            <a:off x="4603597" y="9860044"/>
            <a:ext cx="1902184" cy="523220"/>
          </a:xfrm>
          <a:prstGeom prst="rect">
            <a:avLst/>
          </a:prstGeom>
          <a:noFill/>
        </p:spPr>
        <p:txBody>
          <a:bodyPr wrap="square">
            <a:spAutoFit/>
          </a:bodyPr>
          <a:lstStyle/>
          <a:p>
            <a:r>
              <a:rPr lang="en-GB" sz="1400" noProof="0"/>
              <a:t>3 x Slough - non-prod</a:t>
            </a:r>
          </a:p>
          <a:p>
            <a:r>
              <a:rPr lang="en-GB" sz="1400" noProof="0"/>
              <a:t>3 x Slough - prod</a:t>
            </a:r>
          </a:p>
        </p:txBody>
      </p:sp>
      <p:sp>
        <p:nvSpPr>
          <p:cNvPr id="1037" name="TextBox 1036">
            <a:extLst>
              <a:ext uri="{FF2B5EF4-FFF2-40B4-BE49-F238E27FC236}">
                <a16:creationId xmlns:a16="http://schemas.microsoft.com/office/drawing/2014/main" id="{434EC4CF-5554-3C37-1C02-9CC68D5C0684}"/>
              </a:ext>
            </a:extLst>
          </p:cNvPr>
          <p:cNvSpPr txBox="1"/>
          <p:nvPr/>
        </p:nvSpPr>
        <p:spPr>
          <a:xfrm>
            <a:off x="9433917" y="9097150"/>
            <a:ext cx="428322" cy="369332"/>
          </a:xfrm>
          <a:prstGeom prst="rect">
            <a:avLst/>
          </a:prstGeom>
          <a:noFill/>
        </p:spPr>
        <p:txBody>
          <a:bodyPr wrap="none" rtlCol="0">
            <a:spAutoFit/>
          </a:bodyPr>
          <a:lstStyle/>
          <a:p>
            <a:pPr algn="l"/>
            <a:r>
              <a:rPr lang="en-GB" noProof="0"/>
              <a:t>8</a:t>
            </a:r>
            <a:r>
              <a:rPr lang="en-GB" sz="1800" noProof="0"/>
              <a:t>x</a:t>
            </a:r>
          </a:p>
        </p:txBody>
      </p:sp>
      <p:sp>
        <p:nvSpPr>
          <p:cNvPr id="1039" name="TextBox 1038">
            <a:extLst>
              <a:ext uri="{FF2B5EF4-FFF2-40B4-BE49-F238E27FC236}">
                <a16:creationId xmlns:a16="http://schemas.microsoft.com/office/drawing/2014/main" id="{AFDDED9E-6214-56F1-C47A-D190A160DD38}"/>
              </a:ext>
            </a:extLst>
          </p:cNvPr>
          <p:cNvSpPr txBox="1"/>
          <p:nvPr/>
        </p:nvSpPr>
        <p:spPr>
          <a:xfrm>
            <a:off x="9446229" y="6376145"/>
            <a:ext cx="428322" cy="369332"/>
          </a:xfrm>
          <a:prstGeom prst="rect">
            <a:avLst/>
          </a:prstGeom>
          <a:noFill/>
        </p:spPr>
        <p:txBody>
          <a:bodyPr wrap="none" rtlCol="0">
            <a:spAutoFit/>
          </a:bodyPr>
          <a:lstStyle/>
          <a:p>
            <a:pPr algn="l"/>
            <a:r>
              <a:rPr lang="en-GB" sz="1800" noProof="0"/>
              <a:t>5x</a:t>
            </a:r>
          </a:p>
        </p:txBody>
      </p:sp>
      <p:sp>
        <p:nvSpPr>
          <p:cNvPr id="1041" name="TextBox 1040">
            <a:extLst>
              <a:ext uri="{FF2B5EF4-FFF2-40B4-BE49-F238E27FC236}">
                <a16:creationId xmlns:a16="http://schemas.microsoft.com/office/drawing/2014/main" id="{B2CF05DF-A296-9897-F29F-377DF757C7CD}"/>
              </a:ext>
            </a:extLst>
          </p:cNvPr>
          <p:cNvSpPr txBox="1"/>
          <p:nvPr/>
        </p:nvSpPr>
        <p:spPr>
          <a:xfrm>
            <a:off x="9439642" y="5583964"/>
            <a:ext cx="428322" cy="369332"/>
          </a:xfrm>
          <a:prstGeom prst="rect">
            <a:avLst/>
          </a:prstGeom>
          <a:noFill/>
        </p:spPr>
        <p:txBody>
          <a:bodyPr wrap="none" rtlCol="0">
            <a:spAutoFit/>
          </a:bodyPr>
          <a:lstStyle/>
          <a:p>
            <a:pPr algn="l"/>
            <a:r>
              <a:rPr lang="en-GB" sz="1800" noProof="0"/>
              <a:t>4x</a:t>
            </a:r>
          </a:p>
        </p:txBody>
      </p:sp>
      <p:sp>
        <p:nvSpPr>
          <p:cNvPr id="1043" name="TextBox 1042">
            <a:extLst>
              <a:ext uri="{FF2B5EF4-FFF2-40B4-BE49-F238E27FC236}">
                <a16:creationId xmlns:a16="http://schemas.microsoft.com/office/drawing/2014/main" id="{FD4B13DC-2074-838D-4629-977204C40D41}"/>
              </a:ext>
            </a:extLst>
          </p:cNvPr>
          <p:cNvSpPr txBox="1"/>
          <p:nvPr/>
        </p:nvSpPr>
        <p:spPr>
          <a:xfrm>
            <a:off x="9433917" y="8363504"/>
            <a:ext cx="428322" cy="369332"/>
          </a:xfrm>
          <a:prstGeom prst="rect">
            <a:avLst/>
          </a:prstGeom>
          <a:noFill/>
        </p:spPr>
        <p:txBody>
          <a:bodyPr wrap="none" rtlCol="0">
            <a:spAutoFit/>
          </a:bodyPr>
          <a:lstStyle/>
          <a:p>
            <a:pPr algn="l"/>
            <a:r>
              <a:rPr lang="en-GB" sz="1800" noProof="0"/>
              <a:t>6x</a:t>
            </a:r>
          </a:p>
        </p:txBody>
      </p:sp>
      <p:sp>
        <p:nvSpPr>
          <p:cNvPr id="1049" name="Rectangle 1048">
            <a:extLst>
              <a:ext uri="{FF2B5EF4-FFF2-40B4-BE49-F238E27FC236}">
                <a16:creationId xmlns:a16="http://schemas.microsoft.com/office/drawing/2014/main" id="{CB476E95-B791-E735-7A1A-AB2D6742DD18}"/>
              </a:ext>
            </a:extLst>
          </p:cNvPr>
          <p:cNvSpPr/>
          <p:nvPr/>
        </p:nvSpPr>
        <p:spPr>
          <a:xfrm>
            <a:off x="1358127" y="2663067"/>
            <a:ext cx="2554863" cy="7694090"/>
          </a:xfrm>
          <a:prstGeom prst="rect">
            <a:avLst/>
          </a:prstGeom>
          <a:noFill/>
          <a:ln>
            <a:solidFill>
              <a:srgbClr val="E571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sp>
        <p:nvSpPr>
          <p:cNvPr id="1045" name="TextBox 1044">
            <a:extLst>
              <a:ext uri="{FF2B5EF4-FFF2-40B4-BE49-F238E27FC236}">
                <a16:creationId xmlns:a16="http://schemas.microsoft.com/office/drawing/2014/main" id="{3C18BCDA-391D-7FED-F551-48EED2EAB44F}"/>
              </a:ext>
            </a:extLst>
          </p:cNvPr>
          <p:cNvSpPr txBox="1"/>
          <p:nvPr/>
        </p:nvSpPr>
        <p:spPr>
          <a:xfrm>
            <a:off x="18575069" y="5316243"/>
            <a:ext cx="1183997" cy="738664"/>
          </a:xfrm>
          <a:prstGeom prst="rect">
            <a:avLst/>
          </a:prstGeom>
          <a:solidFill>
            <a:schemeClr val="bg1"/>
          </a:solidFill>
        </p:spPr>
        <p:txBody>
          <a:bodyPr wrap="square" rtlCol="0">
            <a:spAutoFit/>
          </a:bodyPr>
          <a:lstStyle/>
          <a:p>
            <a:pPr algn="l"/>
            <a:r>
              <a:rPr lang="en-GB" sz="1400" noProof="0"/>
              <a:t>MOL - Prod</a:t>
            </a:r>
          </a:p>
          <a:p>
            <a:pPr algn="l"/>
            <a:r>
              <a:rPr lang="en-GB" sz="1400" noProof="0"/>
              <a:t>6 x DL360</a:t>
            </a:r>
          </a:p>
          <a:p>
            <a:pPr algn="l"/>
            <a:r>
              <a:rPr lang="en-GB" sz="1400" noProof="0"/>
              <a:t>6 x 3par</a:t>
            </a:r>
          </a:p>
        </p:txBody>
      </p:sp>
      <p:pic>
        <p:nvPicPr>
          <p:cNvPr id="1051" name="Picture 20" descr="Database logo Vectors - Download Free High-Quality Vectors from Freepik |  Freepik">
            <a:extLst>
              <a:ext uri="{FF2B5EF4-FFF2-40B4-BE49-F238E27FC236}">
                <a16:creationId xmlns:a16="http://schemas.microsoft.com/office/drawing/2014/main" id="{995AF55B-06F6-B213-8CC6-0DC83B398B2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426881" y="3267403"/>
            <a:ext cx="1137482" cy="1258895"/>
          </a:xfrm>
          <a:prstGeom prst="rect">
            <a:avLst/>
          </a:prstGeom>
          <a:noFill/>
          <a:extLst>
            <a:ext uri="{909E8E84-426E-40DD-AFC4-6F175D3DCCD1}">
              <a14:hiddenFill xmlns:a14="http://schemas.microsoft.com/office/drawing/2010/main">
                <a:solidFill>
                  <a:srgbClr val="FFFFFF"/>
                </a:solidFill>
              </a14:hiddenFill>
            </a:ext>
          </a:extLst>
        </p:spPr>
      </p:pic>
      <p:sp>
        <p:nvSpPr>
          <p:cNvPr id="1053" name="TextBox 1052">
            <a:extLst>
              <a:ext uri="{FF2B5EF4-FFF2-40B4-BE49-F238E27FC236}">
                <a16:creationId xmlns:a16="http://schemas.microsoft.com/office/drawing/2014/main" id="{46556173-0CE9-86F7-2E41-8048BE60EAC8}"/>
              </a:ext>
            </a:extLst>
          </p:cNvPr>
          <p:cNvSpPr txBox="1"/>
          <p:nvPr/>
        </p:nvSpPr>
        <p:spPr>
          <a:xfrm>
            <a:off x="18776370" y="4450634"/>
            <a:ext cx="2580486" cy="369332"/>
          </a:xfrm>
          <a:prstGeom prst="rect">
            <a:avLst/>
          </a:prstGeom>
          <a:noFill/>
        </p:spPr>
        <p:txBody>
          <a:bodyPr wrap="square" rtlCol="0">
            <a:spAutoFit/>
          </a:bodyPr>
          <a:lstStyle/>
          <a:p>
            <a:pPr algn="ctr"/>
            <a:r>
              <a:rPr lang="en-GB" sz="1800" noProof="0"/>
              <a:t>DBs on Physicals</a:t>
            </a:r>
          </a:p>
        </p:txBody>
      </p:sp>
      <p:pic>
        <p:nvPicPr>
          <p:cNvPr id="1078" name="Picture 54" descr="HPE Primera 600 - Storage enclosure | Overview, Specs, Details | SHI">
            <a:extLst>
              <a:ext uri="{FF2B5EF4-FFF2-40B4-BE49-F238E27FC236}">
                <a16:creationId xmlns:a16="http://schemas.microsoft.com/office/drawing/2014/main" id="{DF51B9B1-87C6-4B98-E51B-BDAE5CED443B}"/>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720129" y="6882720"/>
            <a:ext cx="785066" cy="588800"/>
          </a:xfrm>
          <a:prstGeom prst="rect">
            <a:avLst/>
          </a:prstGeom>
          <a:noFill/>
          <a:extLst>
            <a:ext uri="{909E8E84-426E-40DD-AFC4-6F175D3DCCD1}">
              <a14:hiddenFill xmlns:a14="http://schemas.microsoft.com/office/drawing/2010/main">
                <a:solidFill>
                  <a:srgbClr val="FFFFFF"/>
                </a:solidFill>
              </a14:hiddenFill>
            </a:ext>
          </a:extLst>
        </p:spPr>
      </p:pic>
      <p:sp>
        <p:nvSpPr>
          <p:cNvPr id="1057" name="TextBox 1056">
            <a:extLst>
              <a:ext uri="{FF2B5EF4-FFF2-40B4-BE49-F238E27FC236}">
                <a16:creationId xmlns:a16="http://schemas.microsoft.com/office/drawing/2014/main" id="{CB9B2A99-12E5-DDCA-D299-46D26EB9DBD2}"/>
              </a:ext>
            </a:extLst>
          </p:cNvPr>
          <p:cNvSpPr txBox="1"/>
          <p:nvPr/>
        </p:nvSpPr>
        <p:spPr>
          <a:xfrm>
            <a:off x="18538438" y="8001852"/>
            <a:ext cx="1586818" cy="738664"/>
          </a:xfrm>
          <a:prstGeom prst="rect">
            <a:avLst/>
          </a:prstGeom>
          <a:solidFill>
            <a:schemeClr val="bg1"/>
          </a:solidFill>
        </p:spPr>
        <p:txBody>
          <a:bodyPr wrap="square" rtlCol="0">
            <a:spAutoFit/>
          </a:bodyPr>
          <a:lstStyle/>
          <a:p>
            <a:pPr algn="l"/>
            <a:r>
              <a:rPr lang="en-GB" sz="1400" noProof="0"/>
              <a:t>MOL - Prod + Int</a:t>
            </a:r>
          </a:p>
          <a:p>
            <a:pPr algn="l"/>
            <a:r>
              <a:rPr lang="en-GB" sz="1400" noProof="0"/>
              <a:t>8 x DL360</a:t>
            </a:r>
          </a:p>
          <a:p>
            <a:pPr algn="l"/>
            <a:r>
              <a:rPr lang="en-GB" sz="1400" noProof="0"/>
              <a:t>8 x 3par</a:t>
            </a:r>
          </a:p>
        </p:txBody>
      </p:sp>
      <p:sp>
        <p:nvSpPr>
          <p:cNvPr id="1061" name="TextBox 1060">
            <a:extLst>
              <a:ext uri="{FF2B5EF4-FFF2-40B4-BE49-F238E27FC236}">
                <a16:creationId xmlns:a16="http://schemas.microsoft.com/office/drawing/2014/main" id="{BE822EA3-480F-A956-387C-EE70794F14B0}"/>
              </a:ext>
            </a:extLst>
          </p:cNvPr>
          <p:cNvSpPr txBox="1"/>
          <p:nvPr/>
        </p:nvSpPr>
        <p:spPr>
          <a:xfrm>
            <a:off x="18532155" y="8736209"/>
            <a:ext cx="1586818" cy="738664"/>
          </a:xfrm>
          <a:prstGeom prst="rect">
            <a:avLst/>
          </a:prstGeom>
          <a:solidFill>
            <a:schemeClr val="bg1"/>
          </a:solidFill>
        </p:spPr>
        <p:txBody>
          <a:bodyPr wrap="square" rtlCol="0">
            <a:spAutoFit/>
          </a:bodyPr>
          <a:lstStyle/>
          <a:p>
            <a:pPr algn="l"/>
            <a:r>
              <a:rPr lang="en-GB" sz="1400" noProof="0"/>
              <a:t>CHP - Prod + Int</a:t>
            </a:r>
          </a:p>
          <a:p>
            <a:pPr algn="l"/>
            <a:r>
              <a:rPr lang="en-GB" sz="1400" noProof="0"/>
              <a:t>2 x DL360</a:t>
            </a:r>
          </a:p>
          <a:p>
            <a:pPr algn="l"/>
            <a:r>
              <a:rPr lang="en-GB" sz="1400" noProof="0"/>
              <a:t>2 x Primera</a:t>
            </a:r>
          </a:p>
        </p:txBody>
      </p:sp>
      <p:pic>
        <p:nvPicPr>
          <p:cNvPr id="1067" name="Graphic 1066">
            <a:extLst>
              <a:ext uri="{FF2B5EF4-FFF2-40B4-BE49-F238E27FC236}">
                <a16:creationId xmlns:a16="http://schemas.microsoft.com/office/drawing/2014/main" id="{02B43932-6F4A-0911-342D-8778F8569EF8}"/>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7704120" y="6703710"/>
            <a:ext cx="885087" cy="310629"/>
          </a:xfrm>
          <a:prstGeom prst="rect">
            <a:avLst/>
          </a:prstGeom>
        </p:spPr>
      </p:pic>
      <p:pic>
        <p:nvPicPr>
          <p:cNvPr id="1082" name="Picture 58" descr="Setting up RAID 5 on HP ProLiant DL360 server ✔️">
            <a:extLst>
              <a:ext uri="{FF2B5EF4-FFF2-40B4-BE49-F238E27FC236}">
                <a16:creationId xmlns:a16="http://schemas.microsoft.com/office/drawing/2014/main" id="{CD932258-43D4-8B20-839A-7D01A7300E1B}"/>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7694132" y="6299094"/>
            <a:ext cx="607184" cy="341541"/>
          </a:xfrm>
          <a:prstGeom prst="rect">
            <a:avLst/>
          </a:prstGeom>
          <a:noFill/>
          <a:extLst>
            <a:ext uri="{909E8E84-426E-40DD-AFC4-6F175D3DCCD1}">
              <a14:hiddenFill xmlns:a14="http://schemas.microsoft.com/office/drawing/2010/main">
                <a:solidFill>
                  <a:srgbClr val="FFFFFF"/>
                </a:solidFill>
              </a14:hiddenFill>
            </a:ext>
          </a:extLst>
        </p:spPr>
      </p:pic>
      <p:sp>
        <p:nvSpPr>
          <p:cNvPr id="1069" name="TextBox 1068">
            <a:extLst>
              <a:ext uri="{FF2B5EF4-FFF2-40B4-BE49-F238E27FC236}">
                <a16:creationId xmlns:a16="http://schemas.microsoft.com/office/drawing/2014/main" id="{3D946A7E-FF1E-7EBC-F716-4DB67895DC06}"/>
              </a:ext>
            </a:extLst>
          </p:cNvPr>
          <p:cNvSpPr txBox="1"/>
          <p:nvPr/>
        </p:nvSpPr>
        <p:spPr>
          <a:xfrm>
            <a:off x="18572010" y="6193198"/>
            <a:ext cx="1183997" cy="738664"/>
          </a:xfrm>
          <a:prstGeom prst="rect">
            <a:avLst/>
          </a:prstGeom>
          <a:solidFill>
            <a:schemeClr val="bg1"/>
          </a:solidFill>
        </p:spPr>
        <p:txBody>
          <a:bodyPr wrap="square" rtlCol="0">
            <a:spAutoFit/>
          </a:bodyPr>
          <a:lstStyle/>
          <a:p>
            <a:pPr algn="l"/>
            <a:r>
              <a:rPr lang="en-GB" sz="1400" noProof="0"/>
              <a:t>CHP – Prod</a:t>
            </a:r>
          </a:p>
          <a:p>
            <a:pPr algn="l"/>
            <a:r>
              <a:rPr lang="en-GB" sz="1400" noProof="0"/>
              <a:t>1 x DL360</a:t>
            </a:r>
          </a:p>
          <a:p>
            <a:pPr algn="l"/>
            <a:r>
              <a:rPr lang="en-GB" sz="1400" noProof="0"/>
              <a:t>1 x Primera</a:t>
            </a:r>
          </a:p>
        </p:txBody>
      </p:sp>
      <p:sp>
        <p:nvSpPr>
          <p:cNvPr id="1071" name="TextBox 1070">
            <a:extLst>
              <a:ext uri="{FF2B5EF4-FFF2-40B4-BE49-F238E27FC236}">
                <a16:creationId xmlns:a16="http://schemas.microsoft.com/office/drawing/2014/main" id="{5BA6DCAC-04EE-D6C0-34D3-63597237CCED}"/>
              </a:ext>
            </a:extLst>
          </p:cNvPr>
          <p:cNvSpPr txBox="1"/>
          <p:nvPr/>
        </p:nvSpPr>
        <p:spPr>
          <a:xfrm>
            <a:off x="18546278" y="6925826"/>
            <a:ext cx="1183997" cy="738664"/>
          </a:xfrm>
          <a:prstGeom prst="rect">
            <a:avLst/>
          </a:prstGeom>
          <a:solidFill>
            <a:schemeClr val="bg1"/>
          </a:solidFill>
        </p:spPr>
        <p:txBody>
          <a:bodyPr wrap="square" rtlCol="0">
            <a:spAutoFit/>
          </a:bodyPr>
          <a:lstStyle/>
          <a:p>
            <a:pPr algn="l"/>
            <a:r>
              <a:rPr lang="en-GB" sz="1400" noProof="0" err="1"/>
              <a:t>Atex</a:t>
            </a:r>
            <a:r>
              <a:rPr lang="en-GB" sz="1400" noProof="0"/>
              <a:t>  – Prod</a:t>
            </a:r>
          </a:p>
          <a:p>
            <a:pPr algn="l"/>
            <a:r>
              <a:rPr lang="en-GB" sz="1400" noProof="0"/>
              <a:t>1 x DL380</a:t>
            </a:r>
          </a:p>
          <a:p>
            <a:pPr algn="l"/>
            <a:r>
              <a:rPr lang="en-GB" sz="1400" noProof="0"/>
              <a:t>1 x Primera</a:t>
            </a:r>
          </a:p>
        </p:txBody>
      </p:sp>
      <p:pic>
        <p:nvPicPr>
          <p:cNvPr id="1047" name="Picture 8">
            <a:extLst>
              <a:ext uri="{FF2B5EF4-FFF2-40B4-BE49-F238E27FC236}">
                <a16:creationId xmlns:a16="http://schemas.microsoft.com/office/drawing/2014/main" id="{A6A05ADF-025E-CF75-68CB-72F921D88A31}"/>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7554557" y="5289900"/>
            <a:ext cx="915934" cy="91593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A8E6EB4E-30A6-19C4-5E80-824DCDA9AB27}"/>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7559025" y="9434236"/>
            <a:ext cx="915934" cy="915934"/>
          </a:xfrm>
          <a:prstGeom prst="rect">
            <a:avLst/>
          </a:prstGeom>
          <a:noFill/>
          <a:extLst>
            <a:ext uri="{909E8E84-426E-40DD-AFC4-6F175D3DCCD1}">
              <a14:hiddenFill xmlns:a14="http://schemas.microsoft.com/office/drawing/2010/main">
                <a:solidFill>
                  <a:srgbClr val="FFFFFF"/>
                </a:solidFill>
              </a14:hiddenFill>
            </a:ext>
          </a:extLst>
        </p:spPr>
      </p:pic>
      <p:sp>
        <p:nvSpPr>
          <p:cNvPr id="1073" name="TextBox 1072">
            <a:extLst>
              <a:ext uri="{FF2B5EF4-FFF2-40B4-BE49-F238E27FC236}">
                <a16:creationId xmlns:a16="http://schemas.microsoft.com/office/drawing/2014/main" id="{515F9135-02C0-F6FD-19E9-91F0CD998546}"/>
              </a:ext>
            </a:extLst>
          </p:cNvPr>
          <p:cNvSpPr txBox="1"/>
          <p:nvPr/>
        </p:nvSpPr>
        <p:spPr>
          <a:xfrm>
            <a:off x="18532155" y="9515648"/>
            <a:ext cx="1183997" cy="738664"/>
          </a:xfrm>
          <a:prstGeom prst="rect">
            <a:avLst/>
          </a:prstGeom>
          <a:solidFill>
            <a:schemeClr val="bg1"/>
          </a:solidFill>
        </p:spPr>
        <p:txBody>
          <a:bodyPr wrap="square" rtlCol="0">
            <a:spAutoFit/>
          </a:bodyPr>
          <a:lstStyle/>
          <a:p>
            <a:pPr algn="l"/>
            <a:r>
              <a:rPr lang="en-GB" sz="1400" noProof="0" err="1"/>
              <a:t>Atex</a:t>
            </a:r>
            <a:r>
              <a:rPr lang="en-GB" sz="1400" noProof="0"/>
              <a:t>  – Prod</a:t>
            </a:r>
          </a:p>
          <a:p>
            <a:pPr algn="l"/>
            <a:r>
              <a:rPr lang="en-GB" sz="1400" noProof="0"/>
              <a:t>2 x DL380</a:t>
            </a:r>
          </a:p>
          <a:p>
            <a:pPr algn="l"/>
            <a:r>
              <a:rPr lang="en-GB" sz="1400" noProof="0"/>
              <a:t>2 x Primera</a:t>
            </a:r>
          </a:p>
        </p:txBody>
      </p:sp>
      <p:pic>
        <p:nvPicPr>
          <p:cNvPr id="1075" name="Picture 54" descr="HPE Primera 600 - Storage enclosure | Overview, Specs, Details | SHI">
            <a:extLst>
              <a:ext uri="{FF2B5EF4-FFF2-40B4-BE49-F238E27FC236}">
                <a16:creationId xmlns:a16="http://schemas.microsoft.com/office/drawing/2014/main" id="{0E31D957-0E23-05BF-A283-5BE2DB31173F}"/>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695226" y="8750363"/>
            <a:ext cx="785066" cy="588800"/>
          </a:xfrm>
          <a:prstGeom prst="rect">
            <a:avLst/>
          </a:prstGeom>
          <a:noFill/>
          <a:extLst>
            <a:ext uri="{909E8E84-426E-40DD-AFC4-6F175D3DCCD1}">
              <a14:hiddenFill xmlns:a14="http://schemas.microsoft.com/office/drawing/2010/main">
                <a:solidFill>
                  <a:srgbClr val="FFFFFF"/>
                </a:solidFill>
              </a14:hiddenFill>
            </a:ext>
          </a:extLst>
        </p:spPr>
      </p:pic>
      <p:pic>
        <p:nvPicPr>
          <p:cNvPr id="1077" name="Graphic 1076">
            <a:extLst>
              <a:ext uri="{FF2B5EF4-FFF2-40B4-BE49-F238E27FC236}">
                <a16:creationId xmlns:a16="http://schemas.microsoft.com/office/drawing/2014/main" id="{00386DEE-2211-8473-1937-3303686713A4}"/>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7679217" y="8571353"/>
            <a:ext cx="885087" cy="310629"/>
          </a:xfrm>
          <a:prstGeom prst="rect">
            <a:avLst/>
          </a:prstGeom>
        </p:spPr>
      </p:pic>
      <p:pic>
        <p:nvPicPr>
          <p:cNvPr id="1079" name="Picture 58" descr="Setting up RAID 5 on HP ProLiant DL360 server ✔️">
            <a:extLst>
              <a:ext uri="{FF2B5EF4-FFF2-40B4-BE49-F238E27FC236}">
                <a16:creationId xmlns:a16="http://schemas.microsoft.com/office/drawing/2014/main" id="{09411FC1-4E83-7610-7A8E-29FE11101FE1}"/>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7669229" y="8166737"/>
            <a:ext cx="607184" cy="341541"/>
          </a:xfrm>
          <a:prstGeom prst="rect">
            <a:avLst/>
          </a:prstGeom>
          <a:noFill/>
          <a:extLst>
            <a:ext uri="{909E8E84-426E-40DD-AFC4-6F175D3DCCD1}">
              <a14:hiddenFill xmlns:a14="http://schemas.microsoft.com/office/drawing/2010/main">
                <a:solidFill>
                  <a:srgbClr val="FFFFFF"/>
                </a:solidFill>
              </a14:hiddenFill>
            </a:ext>
          </a:extLst>
        </p:spPr>
      </p:pic>
      <p:sp>
        <p:nvSpPr>
          <p:cNvPr id="1080" name="Rectangle 1079">
            <a:extLst>
              <a:ext uri="{FF2B5EF4-FFF2-40B4-BE49-F238E27FC236}">
                <a16:creationId xmlns:a16="http://schemas.microsoft.com/office/drawing/2014/main" id="{BD0FB69F-95C6-C6B9-23CA-6134D1E6C8FC}"/>
              </a:ext>
            </a:extLst>
          </p:cNvPr>
          <p:cNvSpPr/>
          <p:nvPr/>
        </p:nvSpPr>
        <p:spPr>
          <a:xfrm>
            <a:off x="17397788" y="5124369"/>
            <a:ext cx="2815034" cy="528091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sp>
        <p:nvSpPr>
          <p:cNvPr id="1081" name="Rectangle 1080">
            <a:extLst>
              <a:ext uri="{FF2B5EF4-FFF2-40B4-BE49-F238E27FC236}">
                <a16:creationId xmlns:a16="http://schemas.microsoft.com/office/drawing/2014/main" id="{950FF0FC-3B57-32B0-6DC2-57B2D5FFFAB8}"/>
              </a:ext>
            </a:extLst>
          </p:cNvPr>
          <p:cNvSpPr/>
          <p:nvPr/>
        </p:nvSpPr>
        <p:spPr>
          <a:xfrm>
            <a:off x="20647884" y="5112676"/>
            <a:ext cx="1904960" cy="5280914"/>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sp>
        <p:nvSpPr>
          <p:cNvPr id="1083" name="TextBox 1082">
            <a:extLst>
              <a:ext uri="{FF2B5EF4-FFF2-40B4-BE49-F238E27FC236}">
                <a16:creationId xmlns:a16="http://schemas.microsoft.com/office/drawing/2014/main" id="{0C7796B2-5E00-0DE3-32A0-1EB6964EA8EF}"/>
              </a:ext>
            </a:extLst>
          </p:cNvPr>
          <p:cNvSpPr txBox="1"/>
          <p:nvPr/>
        </p:nvSpPr>
        <p:spPr>
          <a:xfrm>
            <a:off x="13424500" y="9249570"/>
            <a:ext cx="569387" cy="369332"/>
          </a:xfrm>
          <a:prstGeom prst="rect">
            <a:avLst/>
          </a:prstGeom>
          <a:noFill/>
        </p:spPr>
        <p:txBody>
          <a:bodyPr wrap="none" rtlCol="0">
            <a:spAutoFit/>
          </a:bodyPr>
          <a:lstStyle/>
          <a:p>
            <a:pPr algn="l"/>
            <a:r>
              <a:rPr lang="en-GB" noProof="0">
                <a:solidFill>
                  <a:srgbClr val="FF0000"/>
                </a:solidFill>
                <a:highlight>
                  <a:srgbClr val="FFFF00"/>
                </a:highlight>
              </a:rPr>
              <a:t>???</a:t>
            </a:r>
            <a:endParaRPr lang="en-GB" sz="1800" noProof="0">
              <a:solidFill>
                <a:srgbClr val="FF0000"/>
              </a:solidFill>
              <a:highlight>
                <a:srgbClr val="FFFF00"/>
              </a:highlight>
            </a:endParaRPr>
          </a:p>
        </p:txBody>
      </p:sp>
      <p:sp>
        <p:nvSpPr>
          <p:cNvPr id="1087" name="TextBox 1086">
            <a:extLst>
              <a:ext uri="{FF2B5EF4-FFF2-40B4-BE49-F238E27FC236}">
                <a16:creationId xmlns:a16="http://schemas.microsoft.com/office/drawing/2014/main" id="{4AE14776-9279-C5F5-4A8C-FFAAFA4F5D97}"/>
              </a:ext>
            </a:extLst>
          </p:cNvPr>
          <p:cNvSpPr txBox="1"/>
          <p:nvPr/>
        </p:nvSpPr>
        <p:spPr>
          <a:xfrm>
            <a:off x="13347133" y="6598338"/>
            <a:ext cx="569387" cy="369332"/>
          </a:xfrm>
          <a:prstGeom prst="rect">
            <a:avLst/>
          </a:prstGeom>
          <a:noFill/>
        </p:spPr>
        <p:txBody>
          <a:bodyPr wrap="none" rtlCol="0">
            <a:spAutoFit/>
          </a:bodyPr>
          <a:lstStyle/>
          <a:p>
            <a:pPr algn="l"/>
            <a:r>
              <a:rPr lang="en-GB" noProof="0">
                <a:solidFill>
                  <a:srgbClr val="FF0000"/>
                </a:solidFill>
                <a:highlight>
                  <a:srgbClr val="FFFF00"/>
                </a:highlight>
              </a:rPr>
              <a:t>???</a:t>
            </a:r>
            <a:endParaRPr lang="en-GB" sz="1800" noProof="0">
              <a:solidFill>
                <a:srgbClr val="FF0000"/>
              </a:solidFill>
              <a:highlight>
                <a:srgbClr val="FFFF00"/>
              </a:highlight>
            </a:endParaRPr>
          </a:p>
        </p:txBody>
      </p:sp>
      <p:sp>
        <p:nvSpPr>
          <p:cNvPr id="1091" name="TextBox 1090">
            <a:extLst>
              <a:ext uri="{FF2B5EF4-FFF2-40B4-BE49-F238E27FC236}">
                <a16:creationId xmlns:a16="http://schemas.microsoft.com/office/drawing/2014/main" id="{516A21F0-9983-1CC4-096F-908B7676037E}"/>
              </a:ext>
            </a:extLst>
          </p:cNvPr>
          <p:cNvSpPr txBox="1"/>
          <p:nvPr/>
        </p:nvSpPr>
        <p:spPr>
          <a:xfrm>
            <a:off x="9446229" y="7067301"/>
            <a:ext cx="428322" cy="369332"/>
          </a:xfrm>
          <a:prstGeom prst="rect">
            <a:avLst/>
          </a:prstGeom>
          <a:noFill/>
        </p:spPr>
        <p:txBody>
          <a:bodyPr wrap="none" rtlCol="0">
            <a:spAutoFit/>
          </a:bodyPr>
          <a:lstStyle/>
          <a:p>
            <a:pPr algn="l"/>
            <a:r>
              <a:rPr lang="en-GB" sz="1800" noProof="0"/>
              <a:t>4x</a:t>
            </a:r>
          </a:p>
        </p:txBody>
      </p:sp>
      <p:sp>
        <p:nvSpPr>
          <p:cNvPr id="1092" name="TextBox 1091">
            <a:extLst>
              <a:ext uri="{FF2B5EF4-FFF2-40B4-BE49-F238E27FC236}">
                <a16:creationId xmlns:a16="http://schemas.microsoft.com/office/drawing/2014/main" id="{854D36F2-EB2E-C2E1-C89E-35D55A0A04CD}"/>
              </a:ext>
            </a:extLst>
          </p:cNvPr>
          <p:cNvSpPr txBox="1"/>
          <p:nvPr/>
        </p:nvSpPr>
        <p:spPr>
          <a:xfrm>
            <a:off x="9445530" y="9901479"/>
            <a:ext cx="428322" cy="369332"/>
          </a:xfrm>
          <a:prstGeom prst="rect">
            <a:avLst/>
          </a:prstGeom>
          <a:noFill/>
        </p:spPr>
        <p:txBody>
          <a:bodyPr wrap="none" rtlCol="0">
            <a:spAutoFit/>
          </a:bodyPr>
          <a:lstStyle/>
          <a:p>
            <a:pPr algn="l"/>
            <a:r>
              <a:rPr lang="en-GB" sz="1800" noProof="0"/>
              <a:t>4x</a:t>
            </a:r>
          </a:p>
        </p:txBody>
      </p:sp>
      <p:sp>
        <p:nvSpPr>
          <p:cNvPr id="5" name="TextBox 4">
            <a:extLst>
              <a:ext uri="{FF2B5EF4-FFF2-40B4-BE49-F238E27FC236}">
                <a16:creationId xmlns:a16="http://schemas.microsoft.com/office/drawing/2014/main" id="{45717CA4-16F2-A355-13CB-41F7EBB3957E}"/>
              </a:ext>
            </a:extLst>
          </p:cNvPr>
          <p:cNvSpPr txBox="1"/>
          <p:nvPr/>
        </p:nvSpPr>
        <p:spPr>
          <a:xfrm>
            <a:off x="1694121" y="8224109"/>
            <a:ext cx="556563" cy="369332"/>
          </a:xfrm>
          <a:prstGeom prst="rect">
            <a:avLst/>
          </a:prstGeom>
          <a:noFill/>
        </p:spPr>
        <p:txBody>
          <a:bodyPr wrap="none" rtlCol="0">
            <a:spAutoFit/>
          </a:bodyPr>
          <a:lstStyle/>
          <a:p>
            <a:pPr algn="l"/>
            <a:r>
              <a:rPr lang="en-GB" sz="1800"/>
              <a:t>51</a:t>
            </a:r>
            <a:r>
              <a:rPr lang="en-GB" sz="1800" noProof="0"/>
              <a:t>x</a:t>
            </a:r>
          </a:p>
        </p:txBody>
      </p:sp>
    </p:spTree>
    <p:extLst>
      <p:ext uri="{BB962C8B-B14F-4D97-AF65-F5344CB8AC3E}">
        <p14:creationId xmlns:p14="http://schemas.microsoft.com/office/powerpoint/2010/main" val="40840120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8465375-A961-7714-5956-809E3B8349E6}"/>
              </a:ext>
            </a:extLst>
          </p:cNvPr>
          <p:cNvSpPr>
            <a:spLocks noGrp="1"/>
          </p:cNvSpPr>
          <p:nvPr>
            <p:ph type="body" sz="quarter" idx="12"/>
          </p:nvPr>
        </p:nvSpPr>
        <p:spPr>
          <a:xfrm>
            <a:off x="723900" y="2744725"/>
            <a:ext cx="22936200" cy="7889339"/>
          </a:xfrm>
        </p:spPr>
        <p:txBody>
          <a:bodyPr/>
          <a:lstStyle/>
          <a:p>
            <a:r>
              <a:rPr lang="en-GB" b="1" dirty="0"/>
              <a:t>Mail Online</a:t>
            </a:r>
            <a:r>
              <a:rPr lang="en-GB" dirty="0"/>
              <a:t>: 2,206 servers (72.6%) 91 sub-components | Oracle at the centre | Dual ownership (CPO + CTO)</a:t>
            </a:r>
          </a:p>
          <a:p>
            <a:endParaRPr lang="en-GB" dirty="0"/>
          </a:p>
          <a:p>
            <a:r>
              <a:rPr lang="en-GB" b="1" dirty="0"/>
              <a:t>CHP</a:t>
            </a:r>
            <a:r>
              <a:rPr lang="en-GB" dirty="0"/>
              <a:t>: 146 servers (Oracle-backed, publishing operations)</a:t>
            </a:r>
          </a:p>
          <a:p>
            <a:endParaRPr lang="en-GB" dirty="0"/>
          </a:p>
          <a:p>
            <a:r>
              <a:rPr lang="en-GB" b="1" dirty="0"/>
              <a:t>WPS</a:t>
            </a:r>
            <a:r>
              <a:rPr lang="en-GB" dirty="0"/>
              <a:t>: 136 servers (tightly coupled to Mail Online, must co-migrate)</a:t>
            </a:r>
          </a:p>
          <a:p>
            <a:endParaRPr lang="en-GB" dirty="0"/>
          </a:p>
          <a:p>
            <a:r>
              <a:rPr lang="en-GB" b="1" dirty="0" err="1"/>
              <a:t>Atex</a:t>
            </a:r>
            <a:r>
              <a:rPr lang="en-GB" dirty="0"/>
              <a:t>: 109 servers (multicast constraint, business decision required)</a:t>
            </a:r>
          </a:p>
          <a:p>
            <a:endParaRPr lang="en-GB" dirty="0"/>
          </a:p>
          <a:p>
            <a:r>
              <a:rPr lang="en-GB" b="1" dirty="0"/>
              <a:t>RTA</a:t>
            </a:r>
            <a:r>
              <a:rPr lang="en-GB" dirty="0"/>
              <a:t>: 41 servers (significantly overprovisioned)</a:t>
            </a:r>
          </a:p>
          <a:p>
            <a:endParaRPr lang="en-GB" dirty="0"/>
          </a:p>
          <a:p>
            <a:r>
              <a:rPr lang="en-GB" b="1" dirty="0"/>
              <a:t>Remaining 29 applications</a:t>
            </a:r>
            <a:r>
              <a:rPr lang="en-GB" dirty="0"/>
              <a:t>: 400 servers combined (editorial tooling, shared services, retirement candidates)</a:t>
            </a:r>
          </a:p>
        </p:txBody>
      </p:sp>
      <p:sp>
        <p:nvSpPr>
          <p:cNvPr id="3" name="Title 2">
            <a:extLst>
              <a:ext uri="{FF2B5EF4-FFF2-40B4-BE49-F238E27FC236}">
                <a16:creationId xmlns:a16="http://schemas.microsoft.com/office/drawing/2014/main" id="{7287083A-3D1B-3AEC-5195-8F741B868695}"/>
              </a:ext>
            </a:extLst>
          </p:cNvPr>
          <p:cNvSpPr>
            <a:spLocks noGrp="1"/>
          </p:cNvSpPr>
          <p:nvPr>
            <p:ph type="title"/>
          </p:nvPr>
        </p:nvSpPr>
        <p:spPr/>
        <p:txBody>
          <a:bodyPr/>
          <a:lstStyle/>
          <a:p>
            <a:r>
              <a:rPr lang="en-GB" dirty="0"/>
              <a:t>Application landscape </a:t>
            </a:r>
          </a:p>
        </p:txBody>
      </p:sp>
      <p:sp>
        <p:nvSpPr>
          <p:cNvPr id="4" name="Slide Number Placeholder 3">
            <a:extLst>
              <a:ext uri="{FF2B5EF4-FFF2-40B4-BE49-F238E27FC236}">
                <a16:creationId xmlns:a16="http://schemas.microsoft.com/office/drawing/2014/main" id="{7BCA958F-12A6-D7C9-FC12-3A6C7E45C470}"/>
              </a:ext>
            </a:extLst>
          </p:cNvPr>
          <p:cNvSpPr>
            <a:spLocks noGrp="1"/>
          </p:cNvSpPr>
          <p:nvPr>
            <p:ph type="sldNum" sz="quarter" idx="4"/>
          </p:nvPr>
        </p:nvSpPr>
        <p:spPr/>
        <p:txBody>
          <a:bodyPr/>
          <a:lstStyle/>
          <a:p>
            <a:fld id="{762E77F0-FB5B-4E8E-9BC9-34F14560A017}" type="slidenum">
              <a:rPr lang="en-US" smtClean="0"/>
              <a:pPr/>
              <a:t>16</a:t>
            </a:fld>
            <a:endParaRPr lang="en-US"/>
          </a:p>
        </p:txBody>
      </p:sp>
    </p:spTree>
    <p:extLst>
      <p:ext uri="{BB962C8B-B14F-4D97-AF65-F5344CB8AC3E}">
        <p14:creationId xmlns:p14="http://schemas.microsoft.com/office/powerpoint/2010/main" val="15778349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D9647-9903-576B-E292-C147AE1E9E4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88420F6-2CF7-6192-D8AC-10FE8CD409D9}"/>
              </a:ext>
            </a:extLst>
          </p:cNvPr>
          <p:cNvSpPr>
            <a:spLocks noGrp="1"/>
          </p:cNvSpPr>
          <p:nvPr>
            <p:ph type="title"/>
          </p:nvPr>
        </p:nvSpPr>
        <p:spPr/>
        <p:txBody>
          <a:bodyPr/>
          <a:lstStyle/>
          <a:p>
            <a:r>
              <a:rPr lang="en-GB" dirty="0"/>
              <a:t>Workshop findings</a:t>
            </a:r>
          </a:p>
        </p:txBody>
      </p:sp>
      <p:sp>
        <p:nvSpPr>
          <p:cNvPr id="4" name="Slide Number Placeholder 3">
            <a:extLst>
              <a:ext uri="{FF2B5EF4-FFF2-40B4-BE49-F238E27FC236}">
                <a16:creationId xmlns:a16="http://schemas.microsoft.com/office/drawing/2014/main" id="{53E35D01-9779-5B26-ABA7-64CB84B171FE}"/>
              </a:ext>
            </a:extLst>
          </p:cNvPr>
          <p:cNvSpPr>
            <a:spLocks noGrp="1"/>
          </p:cNvSpPr>
          <p:nvPr>
            <p:ph type="sldNum" sz="quarter" idx="4"/>
          </p:nvPr>
        </p:nvSpPr>
        <p:spPr/>
        <p:txBody>
          <a:bodyPr/>
          <a:lstStyle/>
          <a:p>
            <a:fld id="{762E77F0-FB5B-4E8E-9BC9-34F14560A017}" type="slidenum">
              <a:rPr lang="en-US" smtClean="0"/>
              <a:pPr/>
              <a:t>17</a:t>
            </a:fld>
            <a:endParaRPr lang="en-US"/>
          </a:p>
        </p:txBody>
      </p:sp>
      <p:sp>
        <p:nvSpPr>
          <p:cNvPr id="5" name="Text Placeholder 1">
            <a:extLst>
              <a:ext uri="{FF2B5EF4-FFF2-40B4-BE49-F238E27FC236}">
                <a16:creationId xmlns:a16="http://schemas.microsoft.com/office/drawing/2014/main" id="{BB27D486-EEB8-337B-F048-236B1132F98B}"/>
              </a:ext>
            </a:extLst>
          </p:cNvPr>
          <p:cNvSpPr txBox="1">
            <a:spLocks/>
          </p:cNvSpPr>
          <p:nvPr/>
        </p:nvSpPr>
        <p:spPr>
          <a:xfrm>
            <a:off x="696446" y="2913330"/>
            <a:ext cx="22936200" cy="6976269"/>
          </a:xfrm>
          <a:prstGeom prst="rect">
            <a:avLst/>
          </a:prstGeom>
        </p:spPr>
        <p:txBody>
          <a:bodyPr vert="horz" lIns="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sz="3600" kern="1200" dirty="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sz="3600" kern="1200" dirty="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sz="3600" kern="1200" dirty="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sz="3600" kern="1200" dirty="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sz="3600" kern="1200" dirty="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a:lstStyle>
          <a:p>
            <a:r>
              <a:rPr lang="en-GB" b="1" dirty="0"/>
              <a:t>Mail Online is a distributed monolith </a:t>
            </a:r>
            <a:r>
              <a:rPr lang="en-GB" dirty="0"/>
              <a:t>Many sub-services, many dependencies, not independently releasable</a:t>
            </a:r>
          </a:p>
          <a:p>
            <a:endParaRPr lang="en-GB" b="1" dirty="0"/>
          </a:p>
          <a:p>
            <a:r>
              <a:rPr lang="en-GB" b="1" dirty="0"/>
              <a:t>Oracle is the centre of gravity </a:t>
            </a:r>
            <a:r>
              <a:rPr lang="en-GB" dirty="0"/>
              <a:t>MOL, </a:t>
            </a:r>
            <a:r>
              <a:rPr lang="en-GB" dirty="0" err="1"/>
              <a:t>Atex</a:t>
            </a:r>
            <a:r>
              <a:rPr lang="en-GB" dirty="0"/>
              <a:t>, CHP, </a:t>
            </a:r>
            <a:r>
              <a:rPr lang="en-GB" dirty="0" err="1"/>
              <a:t>Circnet</a:t>
            </a:r>
            <a:r>
              <a:rPr lang="en-GB" dirty="0"/>
              <a:t> all depend on Oracle. £650K/yr support.</a:t>
            </a:r>
          </a:p>
          <a:p>
            <a:endParaRPr lang="en-GB" b="1" dirty="0"/>
          </a:p>
          <a:p>
            <a:r>
              <a:rPr lang="en-GB" b="1" dirty="0" err="1"/>
              <a:t>Atex</a:t>
            </a:r>
            <a:r>
              <a:rPr lang="en-GB" b="1" dirty="0"/>
              <a:t> has a hard multicast constraint </a:t>
            </a:r>
            <a:r>
              <a:rPr lang="en-GB" dirty="0"/>
              <a:t>Cloud networks do not natively support multicast (except AWS Transit Gateway)</a:t>
            </a:r>
          </a:p>
          <a:p>
            <a:endParaRPr lang="en-GB" b="1" dirty="0"/>
          </a:p>
          <a:p>
            <a:r>
              <a:rPr lang="en-GB" b="1" dirty="0"/>
              <a:t>WPS and Mail Online must co-migrate </a:t>
            </a:r>
            <a:r>
              <a:rPr lang="en-GB" dirty="0"/>
              <a:t>Sustained Oracle connections to the B-cluster. Cannot be separated.</a:t>
            </a:r>
          </a:p>
          <a:p>
            <a:endParaRPr lang="en-GB" b="1" dirty="0"/>
          </a:p>
          <a:p>
            <a:r>
              <a:rPr lang="en-GB" b="1" dirty="0"/>
              <a:t>Sydney is independent </a:t>
            </a:r>
            <a:r>
              <a:rPr lang="en-GB" dirty="0"/>
              <a:t>4 servers, flexible contract, natural early candidate and proof point</a:t>
            </a:r>
          </a:p>
        </p:txBody>
      </p:sp>
    </p:spTree>
    <p:extLst>
      <p:ext uri="{BB962C8B-B14F-4D97-AF65-F5344CB8AC3E}">
        <p14:creationId xmlns:p14="http://schemas.microsoft.com/office/powerpoint/2010/main" val="14096104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AEA59-C2D6-2494-A62C-0898CD3CA5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DA39FDD-DFD1-4323-C6D1-CA1E2F708BB9}"/>
              </a:ext>
            </a:extLst>
          </p:cNvPr>
          <p:cNvSpPr>
            <a:spLocks noGrp="1"/>
          </p:cNvSpPr>
          <p:nvPr>
            <p:ph type="title"/>
          </p:nvPr>
        </p:nvSpPr>
        <p:spPr/>
        <p:txBody>
          <a:bodyPr/>
          <a:lstStyle/>
          <a:p>
            <a:r>
              <a:rPr lang="en-GB" dirty="0"/>
              <a:t>Discovery and data gaps</a:t>
            </a:r>
          </a:p>
        </p:txBody>
      </p:sp>
      <p:sp>
        <p:nvSpPr>
          <p:cNvPr id="4" name="Slide Number Placeholder 3">
            <a:extLst>
              <a:ext uri="{FF2B5EF4-FFF2-40B4-BE49-F238E27FC236}">
                <a16:creationId xmlns:a16="http://schemas.microsoft.com/office/drawing/2014/main" id="{67860816-8940-A4B3-81F5-88225E2B7F05}"/>
              </a:ext>
            </a:extLst>
          </p:cNvPr>
          <p:cNvSpPr>
            <a:spLocks noGrp="1"/>
          </p:cNvSpPr>
          <p:nvPr>
            <p:ph type="sldNum" sz="quarter" idx="4"/>
          </p:nvPr>
        </p:nvSpPr>
        <p:spPr/>
        <p:txBody>
          <a:bodyPr/>
          <a:lstStyle/>
          <a:p>
            <a:fld id="{762E77F0-FB5B-4E8E-9BC9-34F14560A017}" type="slidenum">
              <a:rPr lang="en-US" smtClean="0"/>
              <a:pPr/>
              <a:t>18</a:t>
            </a:fld>
            <a:endParaRPr lang="en-US"/>
          </a:p>
        </p:txBody>
      </p:sp>
      <p:sp>
        <p:nvSpPr>
          <p:cNvPr id="7" name="TextBox 6">
            <a:extLst>
              <a:ext uri="{FF2B5EF4-FFF2-40B4-BE49-F238E27FC236}">
                <a16:creationId xmlns:a16="http://schemas.microsoft.com/office/drawing/2014/main" id="{BF387EBF-88D2-082D-F0FD-9CA5ABC0F945}"/>
              </a:ext>
            </a:extLst>
          </p:cNvPr>
          <p:cNvSpPr txBox="1"/>
          <p:nvPr/>
        </p:nvSpPr>
        <p:spPr>
          <a:xfrm>
            <a:off x="1408176" y="4872841"/>
            <a:ext cx="10314432" cy="3970318"/>
          </a:xfrm>
          <a:prstGeom prst="rect">
            <a:avLst/>
          </a:prstGeom>
          <a:noFill/>
        </p:spPr>
        <p:txBody>
          <a:bodyPr wrap="square" rtlCol="0">
            <a:spAutoFit/>
          </a:bodyPr>
          <a:lstStyle/>
          <a:p>
            <a:pPr marL="285750" indent="-285750">
              <a:buFont typeface="Aktiv Grotesk" panose="020B0604020202020204" pitchFamily="34" charset="0"/>
              <a:buChar char="•"/>
            </a:pPr>
            <a:r>
              <a:rPr lang="en-GB" sz="2800" dirty="0"/>
              <a:t>100% of in-scope servers discovered</a:t>
            </a:r>
          </a:p>
          <a:p>
            <a:pPr marL="285750" indent="-285750">
              <a:buFont typeface="Aktiv Grotesk" panose="020B0604020202020204" pitchFamily="34" charset="0"/>
              <a:buChar char="•"/>
            </a:pPr>
            <a:endParaRPr lang="en-GB" sz="2800" dirty="0"/>
          </a:p>
          <a:p>
            <a:pPr marL="285750" indent="-285750">
              <a:buFont typeface="Aktiv Grotesk" panose="020B0604020202020204" pitchFamily="34" charset="0"/>
              <a:buChar char="•"/>
            </a:pPr>
            <a:r>
              <a:rPr lang="en-GB" sz="2800" dirty="0"/>
              <a:t>97% TCO-grade data captured</a:t>
            </a:r>
          </a:p>
          <a:p>
            <a:pPr marL="285750" indent="-285750">
              <a:buFont typeface="Aktiv Grotesk" panose="020B0604020202020204" pitchFamily="34" charset="0"/>
              <a:buChar char="•"/>
            </a:pPr>
            <a:endParaRPr lang="en-GB" sz="2800" dirty="0"/>
          </a:p>
          <a:p>
            <a:pPr marL="285750" indent="-285750">
              <a:buFont typeface="Aktiv Grotesk" panose="020B0604020202020204" pitchFamily="34" charset="0"/>
              <a:buChar char="•"/>
            </a:pPr>
            <a:r>
              <a:rPr lang="en-GB" sz="2800" dirty="0"/>
              <a:t>9 of 9 application workshops completed</a:t>
            </a:r>
          </a:p>
          <a:p>
            <a:pPr marL="285750" indent="-285750">
              <a:buFont typeface="Aktiv Grotesk" panose="020B0604020202020204" pitchFamily="34" charset="0"/>
              <a:buChar char="•"/>
            </a:pPr>
            <a:endParaRPr lang="en-GB" sz="2800" dirty="0"/>
          </a:p>
          <a:p>
            <a:pPr marL="285750" indent="-285750">
              <a:buFont typeface="Aktiv Grotesk" panose="020B0604020202020204" pitchFamily="34" charset="0"/>
              <a:buChar char="•"/>
            </a:pPr>
            <a:r>
              <a:rPr lang="en-GB" sz="2800" dirty="0"/>
              <a:t>Custom automation built for 5 infrastructure types</a:t>
            </a:r>
          </a:p>
          <a:p>
            <a:pPr marL="285750" indent="-285750">
              <a:buFont typeface="Aktiv Grotesk" panose="020B0604020202020204" pitchFamily="34" charset="0"/>
              <a:buChar char="•"/>
            </a:pPr>
            <a:endParaRPr lang="en-GB" sz="2800" dirty="0"/>
          </a:p>
          <a:p>
            <a:pPr marL="285750" indent="-285750">
              <a:buFont typeface="Aktiv Grotesk" panose="020B0604020202020204" pitchFamily="34" charset="0"/>
              <a:buChar char="•"/>
            </a:pPr>
            <a:r>
              <a:rPr lang="en-GB" sz="2800" dirty="0"/>
              <a:t>No common credential mechanism, worked through it</a:t>
            </a:r>
          </a:p>
        </p:txBody>
      </p:sp>
      <p:sp>
        <p:nvSpPr>
          <p:cNvPr id="8" name="TextBox 7">
            <a:extLst>
              <a:ext uri="{FF2B5EF4-FFF2-40B4-BE49-F238E27FC236}">
                <a16:creationId xmlns:a16="http://schemas.microsoft.com/office/drawing/2014/main" id="{431BDF87-4EFA-497B-F5EA-F805C88273C2}"/>
              </a:ext>
            </a:extLst>
          </p:cNvPr>
          <p:cNvSpPr txBox="1"/>
          <p:nvPr/>
        </p:nvSpPr>
        <p:spPr>
          <a:xfrm>
            <a:off x="12705772" y="4657397"/>
            <a:ext cx="10314432" cy="4401205"/>
          </a:xfrm>
          <a:prstGeom prst="rect">
            <a:avLst/>
          </a:prstGeom>
          <a:noFill/>
        </p:spPr>
        <p:txBody>
          <a:bodyPr wrap="square" rtlCol="0">
            <a:spAutoFit/>
          </a:bodyPr>
          <a:lstStyle/>
          <a:p>
            <a:pPr marL="285750" indent="-285750">
              <a:buFont typeface="Aktiv Grotesk" panose="020B0604020202020204" pitchFamily="34" charset="0"/>
              <a:buChar char="•"/>
            </a:pPr>
            <a:r>
              <a:rPr lang="en-GB" sz="2800" dirty="0"/>
              <a:t>MOL B-cluster: no Oracle DMA data (production primary, highest priority)</a:t>
            </a:r>
          </a:p>
          <a:p>
            <a:pPr marL="285750" indent="-285750">
              <a:buFont typeface="Aktiv Grotesk" panose="020B0604020202020204" pitchFamily="34" charset="0"/>
              <a:buChar char="•"/>
            </a:pPr>
            <a:endParaRPr lang="en-GB" sz="2800" dirty="0"/>
          </a:p>
          <a:p>
            <a:pPr marL="285750" indent="-285750">
              <a:buFont typeface="Aktiv Grotesk" panose="020B0604020202020204" pitchFamily="34" charset="0"/>
              <a:buChar char="•"/>
            </a:pPr>
            <a:r>
              <a:rPr lang="en-GB" sz="2800" dirty="0"/>
              <a:t>Network dependency mapping: 27.7% coverage (guest-level collection was the bottleneck)</a:t>
            </a:r>
          </a:p>
          <a:p>
            <a:pPr marL="285750" indent="-285750">
              <a:buFont typeface="Aktiv Grotesk" panose="020B0604020202020204" pitchFamily="34" charset="0"/>
              <a:buChar char="•"/>
            </a:pPr>
            <a:endParaRPr lang="en-GB" sz="2800" dirty="0"/>
          </a:p>
          <a:p>
            <a:pPr marL="285750" indent="-285750">
              <a:buFont typeface="Aktiv Grotesk" panose="020B0604020202020204" pitchFamily="34" charset="0"/>
              <a:buChar char="•"/>
            </a:pPr>
            <a:r>
              <a:rPr lang="en-GB" sz="2800" dirty="0"/>
              <a:t>Software inventory: 51.5% coverage</a:t>
            </a:r>
          </a:p>
          <a:p>
            <a:pPr marL="285750" indent="-285750">
              <a:buFont typeface="Aktiv Grotesk" panose="020B0604020202020204" pitchFamily="34" charset="0"/>
              <a:buChar char="•"/>
            </a:pPr>
            <a:endParaRPr lang="en-GB" sz="2800" dirty="0"/>
          </a:p>
          <a:p>
            <a:pPr marL="285750" indent="-285750">
              <a:buFont typeface="Aktiv Grotesk" panose="020B0604020202020204" pitchFamily="34" charset="0"/>
              <a:buChar char="•"/>
            </a:pPr>
            <a:r>
              <a:rPr lang="en-GB" sz="2800" dirty="0"/>
              <a:t>1,227 servers without VMware Tools (sized from provisioned spec, slightly conservative)</a:t>
            </a:r>
          </a:p>
        </p:txBody>
      </p:sp>
    </p:spTree>
    <p:extLst>
      <p:ext uri="{BB962C8B-B14F-4D97-AF65-F5344CB8AC3E}">
        <p14:creationId xmlns:p14="http://schemas.microsoft.com/office/powerpoint/2010/main" val="1620268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CFF13-5487-1730-CC9F-6F3929B1517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D260A81-ECE4-5CCD-5464-5043BA3C980C}"/>
              </a:ext>
            </a:extLst>
          </p:cNvPr>
          <p:cNvSpPr>
            <a:spLocks noGrp="1"/>
          </p:cNvSpPr>
          <p:nvPr>
            <p:ph type="body" sz="quarter" idx="16"/>
          </p:nvPr>
        </p:nvSpPr>
        <p:spPr>
          <a:xfrm>
            <a:off x="6122839" y="3715469"/>
            <a:ext cx="11160126" cy="4200146"/>
          </a:xfrm>
        </p:spPr>
        <p:txBody>
          <a:bodyPr anchor="ctr"/>
          <a:lstStyle/>
          <a:p>
            <a:pPr algn="ctr"/>
            <a:r>
              <a:rPr lang="en-GB" b="1" noProof="0">
                <a:latin typeface="Fira Sans Light" panose="020B0403050000020004" pitchFamily="34" charset="0"/>
              </a:rPr>
              <a:t>Cost Comparison</a:t>
            </a:r>
          </a:p>
        </p:txBody>
      </p:sp>
    </p:spTree>
    <p:extLst>
      <p:ext uri="{BB962C8B-B14F-4D97-AF65-F5344CB8AC3E}">
        <p14:creationId xmlns:p14="http://schemas.microsoft.com/office/powerpoint/2010/main" val="2078894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57A4C-F083-E6A7-BF72-C2E9121FF4C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E067ADE-ADF0-7730-CED7-78B91D9AA777}"/>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20</a:t>
            </a:fld>
            <a:endParaRPr lang="en-GB" noProof="0"/>
          </a:p>
        </p:txBody>
      </p:sp>
      <p:sp>
        <p:nvSpPr>
          <p:cNvPr id="10" name="Text Placeholder 9">
            <a:extLst>
              <a:ext uri="{FF2B5EF4-FFF2-40B4-BE49-F238E27FC236}">
                <a16:creationId xmlns:a16="http://schemas.microsoft.com/office/drawing/2014/main" id="{D2316C29-BB6F-809D-DD68-C97D38DBBF15}"/>
              </a:ext>
            </a:extLst>
          </p:cNvPr>
          <p:cNvSpPr>
            <a:spLocks noGrp="1"/>
          </p:cNvSpPr>
          <p:nvPr>
            <p:ph type="body" sz="quarter" idx="13"/>
          </p:nvPr>
        </p:nvSpPr>
        <p:spPr>
          <a:xfrm>
            <a:off x="640051" y="5882058"/>
            <a:ext cx="5216526" cy="3536261"/>
          </a:xfrm>
        </p:spPr>
        <p:txBody>
          <a:bodyPr anchor="ctr"/>
          <a:lstStyle/>
          <a:p>
            <a:pPr algn="ctr"/>
            <a:r>
              <a:rPr lang="en-GB" sz="3200" dirty="0">
                <a:latin typeface="Fira Sans" panose="020B0503050000020004" pitchFamily="34" charset="0"/>
              </a:rPr>
              <a:t>Methodology </a:t>
            </a:r>
            <a:r>
              <a:rPr lang="en-GB" sz="3200" dirty="0">
                <a:ln w="9525">
                  <a:noFill/>
                </a:ln>
                <a:latin typeface="Fira Sans" panose="020B0503050000020004" pitchFamily="34" charset="0"/>
              </a:rPr>
              <a:t>/ Assumptions</a:t>
            </a:r>
            <a:endParaRPr lang="en-GB" sz="3200" noProof="0" dirty="0">
              <a:latin typeface="Fira Sans" panose="020B0503050000020004" pitchFamily="34" charset="0"/>
            </a:endParaRPr>
          </a:p>
        </p:txBody>
      </p:sp>
      <p:sp>
        <p:nvSpPr>
          <p:cNvPr id="5" name="Title 1">
            <a:extLst>
              <a:ext uri="{FF2B5EF4-FFF2-40B4-BE49-F238E27FC236}">
                <a16:creationId xmlns:a16="http://schemas.microsoft.com/office/drawing/2014/main" id="{224CD357-3AAE-7E91-3715-614689D35186}"/>
              </a:ext>
            </a:extLst>
          </p:cNvPr>
          <p:cNvSpPr>
            <a:spLocks noGrp="1"/>
          </p:cNvSpPr>
          <p:nvPr>
            <p:ph type="title"/>
          </p:nvPr>
        </p:nvSpPr>
        <p:spPr>
          <a:xfrm>
            <a:off x="627521" y="3609563"/>
            <a:ext cx="5241586" cy="3062106"/>
          </a:xfrm>
        </p:spPr>
        <p:txBody>
          <a:bodyPr vert="horz" wrap="square" lIns="0" tIns="0" rIns="0" bIns="0" rtlCol="0" anchor="ctr" anchorCtr="0">
            <a:normAutofit/>
          </a:bodyPr>
          <a:lstStyle/>
          <a:p>
            <a:pPr algn="ctr"/>
            <a:r>
              <a:rPr lang="en-GB" sz="5400" dirty="0">
                <a:latin typeface="Fira Sans" panose="020B0503050000020004" pitchFamily="34" charset="0"/>
              </a:rPr>
              <a:t>How we built the numbers</a:t>
            </a:r>
            <a:endParaRPr lang="en-GB" sz="5400" kern="1200" noProof="0" dirty="0">
              <a:ln w="9525">
                <a:noFill/>
              </a:ln>
              <a:latin typeface="Fira Sans" panose="020B0503050000020004" pitchFamily="34" charset="0"/>
            </a:endParaRPr>
          </a:p>
        </p:txBody>
      </p:sp>
      <p:sp>
        <p:nvSpPr>
          <p:cNvPr id="6" name="TextBox 5">
            <a:extLst>
              <a:ext uri="{FF2B5EF4-FFF2-40B4-BE49-F238E27FC236}">
                <a16:creationId xmlns:a16="http://schemas.microsoft.com/office/drawing/2014/main" id="{0362B248-64DD-6E50-63F7-31E6778CBBB8}"/>
              </a:ext>
            </a:extLst>
          </p:cNvPr>
          <p:cNvSpPr txBox="1"/>
          <p:nvPr/>
        </p:nvSpPr>
        <p:spPr>
          <a:xfrm>
            <a:off x="7107173" y="2330247"/>
            <a:ext cx="15913031" cy="7940635"/>
          </a:xfrm>
          <a:prstGeom prst="rect">
            <a:avLst/>
          </a:prstGeom>
          <a:noFill/>
        </p:spPr>
        <p:txBody>
          <a:bodyPr wrap="square">
            <a:spAutoFit/>
          </a:bodyPr>
          <a:lstStyle/>
          <a:p>
            <a:pPr marL="742950" indent="-742950" defTabSz="1828800" fontAlgn="t">
              <a:spcAft>
                <a:spcPts val="1400"/>
              </a:spcAft>
              <a:buClr>
                <a:srgbClr val="EB0000"/>
              </a:buClr>
              <a:buFont typeface="+mj-lt"/>
              <a:buAutoNum type="arabicPeriod"/>
            </a:pPr>
            <a:r>
              <a:rPr lang="en-GB" sz="4000" b="1" dirty="0">
                <a:latin typeface="Fira Sans" panose="020B0503050000020004" pitchFamily="34" charset="0"/>
              </a:rPr>
              <a:t>Same source data </a:t>
            </a:r>
            <a:r>
              <a:rPr lang="en-GB" sz="4000" dirty="0">
                <a:latin typeface="Fira Sans" panose="020B0503050000020004" pitchFamily="34" charset="0"/>
              </a:rPr>
              <a:t>fed to all three clouds. No cloud got a different version of the estate.</a:t>
            </a:r>
          </a:p>
          <a:p>
            <a:pPr marL="742950" indent="-742950" defTabSz="1828800" fontAlgn="t">
              <a:spcAft>
                <a:spcPts val="1400"/>
              </a:spcAft>
              <a:buClr>
                <a:srgbClr val="EB0000"/>
              </a:buClr>
              <a:buFont typeface="+mj-lt"/>
              <a:buAutoNum type="arabicPeriod"/>
            </a:pPr>
            <a:r>
              <a:rPr lang="en-GB" sz="4000" b="1" dirty="0">
                <a:latin typeface="Fira Sans" panose="020B0503050000020004" pitchFamily="34" charset="0"/>
              </a:rPr>
              <a:t>Each cloud's own tool </a:t>
            </a:r>
            <a:r>
              <a:rPr lang="en-GB" sz="4000" dirty="0">
                <a:latin typeface="Fira Sans" panose="020B0503050000020004" pitchFamily="34" charset="0"/>
              </a:rPr>
              <a:t>sized the workloads (Migration </a:t>
            </a:r>
            <a:r>
              <a:rPr lang="en-GB" sz="4000" dirty="0" err="1">
                <a:latin typeface="Fira Sans" panose="020B0503050000020004" pitchFamily="34" charset="0"/>
              </a:rPr>
              <a:t>Center</a:t>
            </a:r>
            <a:r>
              <a:rPr lang="en-GB" sz="4000" dirty="0">
                <a:latin typeface="Fira Sans" panose="020B0503050000020004" pitchFamily="34" charset="0"/>
              </a:rPr>
              <a:t>, Transform, Azure Migrate)</a:t>
            </a:r>
          </a:p>
          <a:p>
            <a:pPr marL="742950" indent="-742950" defTabSz="1828800" fontAlgn="t">
              <a:spcAft>
                <a:spcPts val="1400"/>
              </a:spcAft>
              <a:buClr>
                <a:srgbClr val="EB0000"/>
              </a:buClr>
              <a:buFont typeface="+mj-lt"/>
              <a:buAutoNum type="arabicPeriod"/>
            </a:pPr>
            <a:r>
              <a:rPr lang="en-GB" sz="4000" b="1" dirty="0">
                <a:latin typeface="Fira Sans" panose="020B0503050000020004" pitchFamily="34" charset="0"/>
              </a:rPr>
              <a:t>SKU audit </a:t>
            </a:r>
            <a:r>
              <a:rPr lang="en-GB" sz="4000" dirty="0">
                <a:latin typeface="Fira Sans" panose="020B0503050000020004" pitchFamily="34" charset="0"/>
              </a:rPr>
              <a:t>of what each tool recommended and why</a:t>
            </a:r>
          </a:p>
          <a:p>
            <a:pPr marL="742950" indent="-742950" defTabSz="1828800" fontAlgn="t">
              <a:spcAft>
                <a:spcPts val="1400"/>
              </a:spcAft>
              <a:buClr>
                <a:srgbClr val="EB0000"/>
              </a:buClr>
              <a:buFont typeface="+mj-lt"/>
              <a:buAutoNum type="arabicPeriod"/>
            </a:pPr>
            <a:r>
              <a:rPr lang="en-GB" sz="4000" b="1" dirty="0">
                <a:latin typeface="Fira Sans" panose="020B0503050000020004" pitchFamily="34" charset="0"/>
              </a:rPr>
              <a:t>Re-priced against live APIs </a:t>
            </a:r>
            <a:r>
              <a:rPr lang="en-GB" sz="4000" dirty="0">
                <a:latin typeface="Fira Sans" panose="020B0503050000020004" pitchFamily="34" charset="0"/>
              </a:rPr>
              <a:t>to neutralise tool-specific bias</a:t>
            </a:r>
          </a:p>
          <a:p>
            <a:pPr marL="742950" indent="-742950" defTabSz="1828800" fontAlgn="t">
              <a:spcAft>
                <a:spcPts val="1400"/>
              </a:spcAft>
              <a:buClr>
                <a:srgbClr val="EB0000"/>
              </a:buClr>
              <a:buFont typeface="+mj-lt"/>
              <a:buAutoNum type="arabicPeriod"/>
            </a:pPr>
            <a:r>
              <a:rPr lang="en-GB" sz="4000" b="1" dirty="0">
                <a:latin typeface="Fira Sans" panose="020B0503050000020004" pitchFamily="34" charset="0"/>
              </a:rPr>
              <a:t>Two pricing pillars: </a:t>
            </a:r>
            <a:r>
              <a:rPr lang="en-GB" sz="4000" dirty="0">
                <a:latin typeface="Fira Sans" panose="020B0503050000020004" pitchFamily="34" charset="0"/>
              </a:rPr>
              <a:t>on-demand baseline and 3-year committed</a:t>
            </a:r>
          </a:p>
          <a:p>
            <a:pPr marL="742950" indent="-742950" defTabSz="1828800" fontAlgn="t">
              <a:spcAft>
                <a:spcPts val="1400"/>
              </a:spcAft>
              <a:buClr>
                <a:srgbClr val="EB0000"/>
              </a:buClr>
              <a:buFont typeface="+mj-lt"/>
              <a:buAutoNum type="arabicPeriod"/>
            </a:pPr>
            <a:r>
              <a:rPr lang="en-GB" sz="4000" b="1" dirty="0">
                <a:latin typeface="Fira Sans" panose="020B0503050000020004" pitchFamily="34" charset="0"/>
              </a:rPr>
              <a:t>Oracle modelled separately </a:t>
            </a:r>
            <a:r>
              <a:rPr lang="en-GB" sz="4000" dirty="0">
                <a:latin typeface="Fira Sans" panose="020B0503050000020004" pitchFamily="34" charset="0"/>
              </a:rPr>
              <a:t>(three distinct paths, different mechanics per cloud)</a:t>
            </a:r>
          </a:p>
          <a:p>
            <a:pPr marL="742950" indent="-742950" defTabSz="1828800" fontAlgn="t">
              <a:spcAft>
                <a:spcPts val="1400"/>
              </a:spcAft>
              <a:buClr>
                <a:srgbClr val="EB0000"/>
              </a:buClr>
              <a:buFont typeface="+mj-lt"/>
              <a:buAutoNum type="arabicPeriod"/>
            </a:pPr>
            <a:r>
              <a:rPr lang="en-GB" sz="4000" b="1" dirty="0">
                <a:latin typeface="Fira Sans" panose="020B0503050000020004" pitchFamily="34" charset="0"/>
              </a:rPr>
              <a:t>Commercial layer separate </a:t>
            </a:r>
            <a:r>
              <a:rPr lang="en-GB" sz="4000" dirty="0">
                <a:latin typeface="Fira Sans" panose="020B0503050000020004" pitchFamily="34" charset="0"/>
              </a:rPr>
              <a:t>(partner discounts and credits, not mixed into the baseline)</a:t>
            </a:r>
            <a:endParaRPr lang="en-GB" sz="3600" noProof="0" dirty="0">
              <a:latin typeface="Fira Sans" panose="020B0503050000020004" pitchFamily="34" charset="0"/>
            </a:endParaRPr>
          </a:p>
        </p:txBody>
      </p:sp>
    </p:spTree>
    <p:extLst>
      <p:ext uri="{BB962C8B-B14F-4D97-AF65-F5344CB8AC3E}">
        <p14:creationId xmlns:p14="http://schemas.microsoft.com/office/powerpoint/2010/main" val="10979775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1B33BB0-FF46-0B89-7005-681D3B5D1D9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75044B-6FAE-ADC1-8FFE-0294F7FD9034}"/>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21</a:t>
            </a:fld>
            <a:endParaRPr lang="en-GB" noProof="0"/>
          </a:p>
        </p:txBody>
      </p:sp>
      <p:sp>
        <p:nvSpPr>
          <p:cNvPr id="4" name="TextBox 3">
            <a:extLst>
              <a:ext uri="{FF2B5EF4-FFF2-40B4-BE49-F238E27FC236}">
                <a16:creationId xmlns:a16="http://schemas.microsoft.com/office/drawing/2014/main" id="{1B3A4C2F-4744-D19B-BAE9-2ADE5F23A11C}"/>
              </a:ext>
            </a:extLst>
          </p:cNvPr>
          <p:cNvSpPr txBox="1"/>
          <p:nvPr/>
        </p:nvSpPr>
        <p:spPr>
          <a:xfrm>
            <a:off x="406009" y="473476"/>
            <a:ext cx="6192721" cy="1046440"/>
          </a:xfrm>
          <a:prstGeom prst="rect">
            <a:avLst/>
          </a:prstGeom>
          <a:noFill/>
        </p:spPr>
        <p:txBody>
          <a:bodyPr wrap="none" rtlCol="0">
            <a:spAutoFit/>
          </a:bodyPr>
          <a:lstStyle/>
          <a:p>
            <a:pPr algn="l"/>
            <a:r>
              <a:rPr lang="en-GB" sz="6200">
                <a:solidFill>
                  <a:srgbClr val="FF0000"/>
                </a:solidFill>
                <a:latin typeface="Fira Sans Light" panose="020B0403050000020004" pitchFamily="34" charset="0"/>
              </a:rPr>
              <a:t>Cost Comparison</a:t>
            </a:r>
            <a:endParaRPr lang="en-GB" sz="6200" noProof="0">
              <a:solidFill>
                <a:srgbClr val="FF0000"/>
              </a:solidFill>
              <a:latin typeface="Fira Sans Light" panose="020B0403050000020004" pitchFamily="34" charset="0"/>
            </a:endParaRPr>
          </a:p>
        </p:txBody>
      </p:sp>
      <p:graphicFrame>
        <p:nvGraphicFramePr>
          <p:cNvPr id="3" name="Table 2">
            <a:extLst>
              <a:ext uri="{FF2B5EF4-FFF2-40B4-BE49-F238E27FC236}">
                <a16:creationId xmlns:a16="http://schemas.microsoft.com/office/drawing/2014/main" id="{276F4409-122D-985C-E120-0D9F4B827D8A}"/>
              </a:ext>
            </a:extLst>
          </p:cNvPr>
          <p:cNvGraphicFramePr>
            <a:graphicFrameLocks noGrp="1"/>
          </p:cNvGraphicFramePr>
          <p:nvPr>
            <p:extLst>
              <p:ext uri="{D42A27DB-BD31-4B8C-83A1-F6EECF244321}">
                <p14:modId xmlns:p14="http://schemas.microsoft.com/office/powerpoint/2010/main" val="2303836795"/>
              </p:ext>
            </p:extLst>
          </p:nvPr>
        </p:nvGraphicFramePr>
        <p:xfrm>
          <a:off x="866275" y="2420456"/>
          <a:ext cx="22282484" cy="9764912"/>
        </p:xfrm>
        <a:graphic>
          <a:graphicData uri="http://schemas.openxmlformats.org/drawingml/2006/table">
            <a:tbl>
              <a:tblPr/>
              <a:tblGrid>
                <a:gridCol w="7812504">
                  <a:extLst>
                    <a:ext uri="{9D8B030D-6E8A-4147-A177-3AD203B41FA5}">
                      <a16:colId xmlns:a16="http://schemas.microsoft.com/office/drawing/2014/main" val="1419020890"/>
                    </a:ext>
                  </a:extLst>
                </a:gridCol>
                <a:gridCol w="3721768">
                  <a:extLst>
                    <a:ext uri="{9D8B030D-6E8A-4147-A177-3AD203B41FA5}">
                      <a16:colId xmlns:a16="http://schemas.microsoft.com/office/drawing/2014/main" val="755086812"/>
                    </a:ext>
                  </a:extLst>
                </a:gridCol>
                <a:gridCol w="3673642">
                  <a:extLst>
                    <a:ext uri="{9D8B030D-6E8A-4147-A177-3AD203B41FA5}">
                      <a16:colId xmlns:a16="http://schemas.microsoft.com/office/drawing/2014/main" val="3671563807"/>
                    </a:ext>
                  </a:extLst>
                </a:gridCol>
                <a:gridCol w="3513222">
                  <a:extLst>
                    <a:ext uri="{9D8B030D-6E8A-4147-A177-3AD203B41FA5}">
                      <a16:colId xmlns:a16="http://schemas.microsoft.com/office/drawing/2014/main" val="2301877610"/>
                    </a:ext>
                  </a:extLst>
                </a:gridCol>
                <a:gridCol w="3561348">
                  <a:extLst>
                    <a:ext uri="{9D8B030D-6E8A-4147-A177-3AD203B41FA5}">
                      <a16:colId xmlns:a16="http://schemas.microsoft.com/office/drawing/2014/main" val="3270816634"/>
                    </a:ext>
                  </a:extLst>
                </a:gridCol>
              </a:tblGrid>
              <a:tr h="717762">
                <a:tc>
                  <a:txBody>
                    <a:bodyPr/>
                    <a:lstStyle/>
                    <a:p>
                      <a:pPr marL="0" algn="l" defTabSz="1828800" rtl="0" eaLnBrk="1" fontAlgn="b" latinLnBrk="0" hangingPunct="1"/>
                      <a:r>
                        <a:rPr lang="en-GB" sz="2800" b="1" i="0" u="none" strike="noStrike" kern="1200" noProof="0" dirty="0">
                          <a:solidFill>
                            <a:srgbClr val="000000"/>
                          </a:solidFill>
                          <a:effectLst/>
                          <a:latin typeface="Aktiv Grotesk" panose="020B0604020202020204" pitchFamily="34" charset="0"/>
                          <a:ea typeface="+mn-ea"/>
                          <a:cs typeface="+mn-cs"/>
                        </a:rPr>
                        <a:t>London Region</a:t>
                      </a:r>
                    </a:p>
                  </a:txBody>
                  <a:tcPr marL="0" marR="0" marT="0" marB="0" anchor="ctr">
                    <a:lnL w="28575"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28575"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GB" sz="2800" b="1" i="0" u="none" strike="noStrike" noProof="0">
                          <a:solidFill>
                            <a:srgbClr val="FFFFFF"/>
                          </a:solidFill>
                          <a:effectLst/>
                          <a:latin typeface="Aktiv Grotesk" panose="020B0604020202020204" pitchFamily="34" charset="0"/>
                        </a:rPr>
                        <a:t>On Premise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ctr"/>
                      <a:r>
                        <a:rPr lang="en-GB" sz="2800" b="1" i="0" u="none" strike="noStrike" noProof="0" dirty="0">
                          <a:solidFill>
                            <a:srgbClr val="FFFFFF"/>
                          </a:solidFill>
                          <a:effectLst/>
                          <a:latin typeface="Aktiv Grotesk" panose="020B0604020202020204" pitchFamily="34" charset="0"/>
                        </a:rPr>
                        <a:t>AWS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GB" sz="2800" b="1" i="0" u="none" strike="noStrike" noProof="0">
                          <a:solidFill>
                            <a:srgbClr val="FFFFFF"/>
                          </a:solidFill>
                          <a:effectLst/>
                          <a:latin typeface="Aktiv Grotesk" panose="020B0604020202020204" pitchFamily="34" charset="0"/>
                        </a:rPr>
                        <a:t>Azure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59C8"/>
                    </a:solidFill>
                  </a:tcPr>
                </a:tc>
                <a:tc>
                  <a:txBody>
                    <a:bodyPr/>
                    <a:lstStyle/>
                    <a:p>
                      <a:pPr algn="ctr" fontAlgn="ctr"/>
                      <a:r>
                        <a:rPr lang="en-GB" sz="2800" b="1" i="0" u="none" strike="noStrike" noProof="0">
                          <a:solidFill>
                            <a:srgbClr val="FFFFFF"/>
                          </a:solidFill>
                          <a:effectLst/>
                          <a:latin typeface="Aktiv Grotesk" panose="020B0604020202020204" pitchFamily="34" charset="0"/>
                        </a:rPr>
                        <a:t>GCP</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2988703255"/>
                  </a:ext>
                </a:extLst>
              </a:tr>
              <a:tr h="646225">
                <a:tc>
                  <a:txBody>
                    <a:bodyPr/>
                    <a:lstStyle/>
                    <a:p>
                      <a:pPr algn="l" fontAlgn="b"/>
                      <a:r>
                        <a:rPr lang="en-GB" sz="2800" b="1" i="0" u="none" strike="noStrike" noProof="0">
                          <a:solidFill>
                            <a:srgbClr val="95008A"/>
                          </a:solidFill>
                          <a:effectLst/>
                          <a:latin typeface="Aktiv Grotesk" panose="020B0604020202020204" pitchFamily="34" charset="0"/>
                        </a:rPr>
                        <a:t>PAYG (Monthly, GBP)</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a:solidFill>
                          <a:srgbClr val="000000"/>
                        </a:solidFill>
                        <a:effectLst/>
                        <a:latin typeface="Aktiv Grotesk"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a:solidFill>
                          <a:srgbClr val="000000"/>
                        </a:solidFill>
                        <a:effectLst/>
                        <a:latin typeface="Aktiv Grotesk"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a:solidFill>
                          <a:srgbClr val="000000"/>
                        </a:solidFill>
                        <a:effectLst/>
                        <a:latin typeface="Aktiv Grotesk"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a:solidFill>
                          <a:srgbClr val="000000"/>
                        </a:solidFill>
                        <a:effectLst/>
                        <a:latin typeface="Aktiv Grotesk"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68434770"/>
                  </a:ext>
                </a:extLst>
              </a:tr>
              <a:tr h="646225">
                <a:tc>
                  <a:txBody>
                    <a:bodyPr/>
                    <a:lstStyle/>
                    <a:p>
                      <a:pPr algn="l" fontAlgn="b"/>
                      <a:r>
                        <a:rPr lang="en-GB" sz="2800" b="1" i="0" u="none" strike="noStrike" noProof="0" dirty="0">
                          <a:solidFill>
                            <a:srgbClr val="000000"/>
                          </a:solidFill>
                          <a:effectLst/>
                          <a:latin typeface="Aktiv Grotesk" panose="020B0604020202020204" pitchFamily="34" charset="0"/>
                        </a:rPr>
                        <a:t> Compute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dirty="0">
                        <a:solidFill>
                          <a:srgbClr val="000000"/>
                        </a:solidFill>
                        <a:effectLst/>
                        <a:latin typeface="Aktiv Grotesk"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a:solidFill>
                            <a:srgbClr val="000000"/>
                          </a:solidFill>
                          <a:effectLst/>
                          <a:latin typeface="Aktiv Grotesk" panose="020B0604020202020204" pitchFamily="34" charset="0"/>
                        </a:rPr>
                        <a:t> £   228,907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a:solidFill>
                            <a:srgbClr val="000000"/>
                          </a:solidFill>
                          <a:effectLst/>
                          <a:latin typeface="Aktiv Grotesk" panose="020B0604020202020204" pitchFamily="34" charset="0"/>
                        </a:rPr>
                        <a:t> £   228,410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a:solidFill>
                            <a:srgbClr val="000000"/>
                          </a:solidFill>
                          <a:effectLst/>
                          <a:latin typeface="Aktiv Grotesk" panose="020B0604020202020204" pitchFamily="34" charset="0"/>
                        </a:rPr>
                        <a:t> £   196,025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1087061"/>
                  </a:ext>
                </a:extLst>
              </a:tr>
              <a:tr h="646225">
                <a:tc>
                  <a:txBody>
                    <a:bodyPr/>
                    <a:lstStyle/>
                    <a:p>
                      <a:pPr algn="l" fontAlgn="b"/>
                      <a:r>
                        <a:rPr lang="en-GB" sz="2800" b="1" i="0" u="none" strike="noStrike" noProof="0" dirty="0">
                          <a:solidFill>
                            <a:srgbClr val="000000"/>
                          </a:solidFill>
                          <a:effectLst/>
                          <a:latin typeface="Aktiv Grotesk" panose="020B0604020202020204" pitchFamily="34" charset="0"/>
                        </a:rPr>
                        <a:t> Storage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a:solidFill>
                          <a:srgbClr val="000000"/>
                        </a:solidFill>
                        <a:effectLst/>
                        <a:latin typeface="Aktiv Grotesk"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a:solidFill>
                            <a:srgbClr val="000000"/>
                          </a:solidFill>
                          <a:effectLst/>
                          <a:latin typeface="Aktiv Grotesk" panose="020B0604020202020204" pitchFamily="34" charset="0"/>
                        </a:rPr>
                        <a:t> £     63,587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a:solidFill>
                            <a:srgbClr val="000000"/>
                          </a:solidFill>
                          <a:effectLst/>
                          <a:latin typeface="Aktiv Grotesk" panose="020B0604020202020204" pitchFamily="34" charset="0"/>
                        </a:rPr>
                        <a:t> £   159,446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dirty="0">
                          <a:solidFill>
                            <a:srgbClr val="000000"/>
                          </a:solidFill>
                          <a:effectLst/>
                          <a:latin typeface="Aktiv Grotesk" panose="020B0604020202020204" pitchFamily="34" charset="0"/>
                        </a:rPr>
                        <a:t> £     91,005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7594370"/>
                  </a:ext>
                </a:extLst>
              </a:tr>
              <a:tr h="646225">
                <a:tc>
                  <a:txBody>
                    <a:bodyPr/>
                    <a:lstStyle/>
                    <a:p>
                      <a:pPr algn="l" fontAlgn="b"/>
                      <a:r>
                        <a:rPr lang="en-GB" sz="2800" b="1" i="0" u="none" strike="noStrike" noProof="0" dirty="0">
                          <a:solidFill>
                            <a:srgbClr val="000000"/>
                          </a:solidFill>
                          <a:effectLst/>
                          <a:latin typeface="Aktiv Grotesk" panose="020B0604020202020204" pitchFamily="34" charset="0"/>
                        </a:rPr>
                        <a:t> Licenses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a:solidFill>
                          <a:srgbClr val="000000"/>
                        </a:solidFill>
                        <a:effectLst/>
                        <a:latin typeface="Aktiv Grotesk"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a:solidFill>
                            <a:srgbClr val="000000"/>
                          </a:solidFill>
                          <a:effectLst/>
                          <a:latin typeface="Aktiv Grotesk" panose="020B0604020202020204" pitchFamily="34" charset="0"/>
                        </a:rPr>
                        <a:t> £     21,105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a:solidFill>
                            <a:srgbClr val="000000"/>
                          </a:solidFill>
                          <a:effectLst/>
                          <a:latin typeface="Aktiv Grotesk" panose="020B0604020202020204" pitchFamily="34" charset="0"/>
                        </a:rPr>
                        <a:t> £     17,582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a:solidFill>
                            <a:srgbClr val="000000"/>
                          </a:solidFill>
                          <a:effectLst/>
                          <a:latin typeface="Aktiv Grotesk" panose="020B0604020202020204" pitchFamily="34" charset="0"/>
                        </a:rPr>
                        <a:t> £        9,883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548075"/>
                  </a:ext>
                </a:extLst>
              </a:tr>
              <a:tr h="646225">
                <a:tc>
                  <a:txBody>
                    <a:bodyPr/>
                    <a:lstStyle/>
                    <a:p>
                      <a:pPr algn="l" fontAlgn="b"/>
                      <a:r>
                        <a:rPr lang="en-GB" sz="2800" b="1" i="0" u="none" strike="noStrike" noProof="0" dirty="0">
                          <a:solidFill>
                            <a:srgbClr val="000000"/>
                          </a:solidFill>
                          <a:effectLst/>
                          <a:latin typeface="Aktiv Grotesk" panose="020B0604020202020204" pitchFamily="34" charset="0"/>
                        </a:rPr>
                        <a:t> Network (5%)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a:solidFill>
                          <a:srgbClr val="000000"/>
                        </a:solidFill>
                        <a:effectLst/>
                        <a:latin typeface="Aktiv Grotesk"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a:solidFill>
                            <a:srgbClr val="000000"/>
                          </a:solidFill>
                          <a:effectLst/>
                          <a:latin typeface="Aktiv Grotesk" panose="020B0604020202020204" pitchFamily="34" charset="0"/>
                        </a:rPr>
                        <a:t> £    14,625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a:solidFill>
                            <a:srgbClr val="000000"/>
                          </a:solidFill>
                          <a:effectLst/>
                          <a:latin typeface="Aktiv Grotesk" panose="020B0604020202020204" pitchFamily="34" charset="0"/>
                        </a:rPr>
                        <a:t> £     19,393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a:solidFill>
                            <a:srgbClr val="000000"/>
                          </a:solidFill>
                          <a:effectLst/>
                          <a:latin typeface="Aktiv Grotesk" panose="020B0604020202020204" pitchFamily="34" charset="0"/>
                        </a:rPr>
                        <a:t> £      14,351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56511297"/>
                  </a:ext>
                </a:extLst>
              </a:tr>
              <a:tr h="646225">
                <a:tc>
                  <a:txBody>
                    <a:bodyPr/>
                    <a:lstStyle/>
                    <a:p>
                      <a:pPr algn="l" fontAlgn="b"/>
                      <a:r>
                        <a:rPr lang="en-GB" sz="2800" b="1" i="0" u="none" strike="noStrike" noProof="0" dirty="0">
                          <a:solidFill>
                            <a:srgbClr val="000000"/>
                          </a:solidFill>
                          <a:effectLst/>
                          <a:latin typeface="Aktiv Grotesk" panose="020B0604020202020204" pitchFamily="34" charset="0"/>
                        </a:rPr>
                        <a:t>Total Monthly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endParaRPr lang="en-GB" sz="2800" b="0" i="0" u="none" strike="noStrike" noProof="0">
                        <a:solidFill>
                          <a:srgbClr val="000000"/>
                        </a:solidFill>
                        <a:effectLst/>
                        <a:latin typeface="Aktiv Grotesk"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GB" sz="2800" b="0" i="0" u="none" strike="noStrike" noProof="0">
                          <a:solidFill>
                            <a:srgbClr val="000000"/>
                          </a:solidFill>
                          <a:effectLst/>
                          <a:latin typeface="Aktiv Grotesk" panose="020B0604020202020204" pitchFamily="34" charset="0"/>
                        </a:rPr>
                        <a:t>£   328,223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GB" sz="2800" b="0" i="0" u="none" strike="noStrike" noProof="0">
                          <a:solidFill>
                            <a:srgbClr val="000000"/>
                          </a:solidFill>
                          <a:effectLst/>
                          <a:latin typeface="Aktiv Grotesk" panose="020B0604020202020204" pitchFamily="34" charset="0"/>
                        </a:rPr>
                        <a:t>£    424,831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GB" sz="2800" b="0" i="0" u="none" strike="noStrike" noProof="0">
                          <a:solidFill>
                            <a:srgbClr val="000000"/>
                          </a:solidFill>
                          <a:effectLst/>
                          <a:latin typeface="Aktiv Grotesk" panose="020B0604020202020204" pitchFamily="34" charset="0"/>
                        </a:rPr>
                        <a:t>£     311,264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76513407"/>
                  </a:ext>
                </a:extLst>
              </a:tr>
              <a:tr h="646225">
                <a:tc>
                  <a:txBody>
                    <a:bodyPr/>
                    <a:lstStyle/>
                    <a:p>
                      <a:pPr algn="l" fontAlgn="b"/>
                      <a:r>
                        <a:rPr lang="en-GB" sz="2800" b="1" i="0" u="none" strike="noStrike" noProof="0" dirty="0">
                          <a:solidFill>
                            <a:srgbClr val="000000"/>
                          </a:solidFill>
                          <a:effectLst/>
                          <a:latin typeface="Aktiv Grotesk" panose="020B0604020202020204" pitchFamily="34" charset="0"/>
                        </a:rPr>
                        <a:t>Total Annual - PAYG</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endParaRPr lang="en-GB" sz="2800" b="0" i="0" u="none" strike="noStrike" noProof="0">
                        <a:solidFill>
                          <a:srgbClr val="000000"/>
                        </a:solidFill>
                        <a:effectLst/>
                        <a:latin typeface="Aktiv Grotesk"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r>
                        <a:rPr lang="en-GB" sz="2800" b="0" i="0" u="none" strike="noStrike" noProof="0">
                          <a:solidFill>
                            <a:srgbClr val="000000"/>
                          </a:solidFill>
                          <a:effectLst/>
                          <a:latin typeface="Aktiv Grotesk" panose="020B0604020202020204" pitchFamily="34" charset="0"/>
                        </a:rPr>
                        <a:t>£ 3,938,677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r>
                        <a:rPr lang="en-GB" sz="2800" b="0" i="0" u="none" strike="noStrike" noProof="0">
                          <a:solidFill>
                            <a:srgbClr val="000000"/>
                          </a:solidFill>
                          <a:effectLst/>
                          <a:latin typeface="Aktiv Grotesk" panose="020B0604020202020204" pitchFamily="34" charset="0"/>
                        </a:rPr>
                        <a:t>£ 5,097,970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r>
                        <a:rPr lang="en-GB" sz="2800" b="0" i="0" u="none" strike="noStrike" noProof="0">
                          <a:solidFill>
                            <a:srgbClr val="000000"/>
                          </a:solidFill>
                          <a:effectLst/>
                          <a:latin typeface="Aktiv Grotesk" panose="020B0604020202020204" pitchFamily="34" charset="0"/>
                        </a:rPr>
                        <a:t>£ 3,735,172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46786520"/>
                  </a:ext>
                </a:extLst>
              </a:tr>
              <a:tr h="646225">
                <a:tc>
                  <a:txBody>
                    <a:bodyPr/>
                    <a:lstStyle/>
                    <a:p>
                      <a:pPr algn="l" fontAlgn="b"/>
                      <a:r>
                        <a:rPr lang="en-GB" sz="2800" b="1" i="0" u="none" strike="noStrike" noProof="0">
                          <a:solidFill>
                            <a:srgbClr val="000000"/>
                          </a:solidFill>
                          <a:effectLst/>
                          <a:latin typeface="Aktiv Grotesk" panose="020B0604020202020204" pitchFamily="34" charset="0"/>
                        </a:rPr>
                        <a:t> Credits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kern="1200" noProof="0">
                        <a:solidFill>
                          <a:srgbClr val="000000"/>
                        </a:solidFill>
                        <a:effectLst/>
                        <a:latin typeface="Aktiv Grotesk" panose="020B0604020202020204" pitchFamily="34"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dirty="0">
                          <a:solidFill>
                            <a:srgbClr val="000000"/>
                          </a:solidFill>
                          <a:effectLst/>
                          <a:latin typeface="Aktiv Grotesk" panose="020B0604020202020204" pitchFamily="34" charset="0"/>
                        </a:rPr>
                        <a:t> £    </a:t>
                      </a:r>
                      <a:r>
                        <a:rPr lang="en-GB" sz="2800" b="0" i="0" u="none" strike="noStrike" kern="1200" noProof="0" dirty="0">
                          <a:solidFill>
                            <a:srgbClr val="000000"/>
                          </a:solidFill>
                          <a:effectLst/>
                          <a:latin typeface="Aktiv Grotesk" panose="020B0604020202020204" pitchFamily="34" charset="0"/>
                          <a:ea typeface="+mn-ea"/>
                          <a:cs typeface="+mn-cs"/>
                        </a:rPr>
                        <a:t>(</a:t>
                      </a:r>
                      <a:r>
                        <a:rPr lang="en-DE" sz="2800" b="0" i="0" u="none" strike="noStrike" kern="1200" dirty="0">
                          <a:solidFill>
                            <a:srgbClr val="000000"/>
                          </a:solidFill>
                          <a:effectLst/>
                          <a:latin typeface="Aktiv Grotesk" panose="020B0604020202020204" pitchFamily="34" charset="0"/>
                          <a:ea typeface="+mn-ea"/>
                          <a:cs typeface="+mn-cs"/>
                        </a:rPr>
                        <a:t>984,669</a:t>
                      </a:r>
                      <a:r>
                        <a:rPr lang="en-GB" sz="2800" b="0" i="0" u="none" strike="noStrike" kern="1200" noProof="0" dirty="0">
                          <a:solidFill>
                            <a:srgbClr val="000000"/>
                          </a:solidFill>
                          <a:effectLst/>
                          <a:latin typeface="Aktiv Grotesk" panose="020B0604020202020204" pitchFamily="34" charset="0"/>
                          <a:ea typeface="+mn-ea"/>
                          <a:cs typeface="+mn-cs"/>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a:solidFill>
                            <a:srgbClr val="000000"/>
                          </a:solidFill>
                          <a:effectLst/>
                          <a:latin typeface="Aktiv Grotesk" panose="020B0604020202020204" pitchFamily="34" charset="0"/>
                        </a:rPr>
                        <a:t> £     (41,000)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a:solidFill>
                            <a:srgbClr val="000000"/>
                          </a:solidFill>
                          <a:effectLst/>
                          <a:latin typeface="Aktiv Grotesk" panose="020B0604020202020204" pitchFamily="34" charset="0"/>
                        </a:rPr>
                        <a:t> £ (1,120,575)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866505"/>
                  </a:ext>
                </a:extLst>
              </a:tr>
              <a:tr h="646225">
                <a:tc>
                  <a:txBody>
                    <a:bodyPr/>
                    <a:lstStyle/>
                    <a:p>
                      <a:pPr marL="0" marR="0" lvl="0" indent="0" algn="l" defTabSz="1828800" rtl="0" eaLnBrk="1" fontAlgn="b" latinLnBrk="0" hangingPunct="1">
                        <a:lnSpc>
                          <a:spcPct val="100000"/>
                        </a:lnSpc>
                        <a:spcBef>
                          <a:spcPts val="0"/>
                        </a:spcBef>
                        <a:spcAft>
                          <a:spcPts val="0"/>
                        </a:spcAft>
                        <a:buClrTx/>
                        <a:buSzTx/>
                        <a:buFontTx/>
                        <a:buNone/>
                        <a:tabLst/>
                        <a:defRPr/>
                      </a:pPr>
                      <a:r>
                        <a:rPr lang="en-GB" sz="2800" b="1" i="0" u="none" strike="noStrike" noProof="0">
                          <a:solidFill>
                            <a:srgbClr val="000000"/>
                          </a:solidFill>
                          <a:effectLst/>
                          <a:latin typeface="Aktiv Grotesk" panose="020B0604020202020204" pitchFamily="34" charset="0"/>
                        </a:rPr>
                        <a:t>Total Annual (after credits)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buNone/>
                      </a:pPr>
                      <a:endParaRPr lang="en-DE" sz="2800" b="0" i="0" u="none" strike="noStrike" kern="1200">
                        <a:solidFill>
                          <a:srgbClr val="000000"/>
                        </a:solidFill>
                        <a:effectLst/>
                        <a:latin typeface="Aktiv Grotesk" panose="020B0604020202020204" pitchFamily="34" charset="0"/>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buNone/>
                      </a:pPr>
                      <a:r>
                        <a:rPr lang="en-GB" sz="2800" b="0" i="0" u="none" strike="noStrike" noProof="0">
                          <a:solidFill>
                            <a:srgbClr val="000000"/>
                          </a:solidFill>
                          <a:effectLst/>
                          <a:latin typeface="Aktiv Grotesk" panose="020B0604020202020204" pitchFamily="34" charset="0"/>
                        </a:rPr>
                        <a:t>£  </a:t>
                      </a:r>
                      <a:r>
                        <a:rPr lang="en-DE" sz="2800" b="0" i="0" u="none" strike="noStrike" kern="1200" noProof="0">
                          <a:solidFill>
                            <a:srgbClr val="000000"/>
                          </a:solidFill>
                          <a:effectLst/>
                          <a:latin typeface="Aktiv Grotesk" panose="020B0604020202020204" pitchFamily="34" charset="0"/>
                          <a:ea typeface="+mn-ea"/>
                          <a:cs typeface="+mn-cs"/>
                        </a:rPr>
                        <a:t>2,</a:t>
                      </a:r>
                      <a:r>
                        <a:rPr lang="en-DE" sz="2800" b="0" i="0" u="none" strike="noStrike" kern="1200">
                          <a:solidFill>
                            <a:srgbClr val="000000"/>
                          </a:solidFill>
                          <a:effectLst/>
                          <a:latin typeface="Aktiv Grotesk" panose="020B0604020202020204" pitchFamily="34" charset="0"/>
                          <a:ea typeface="+mn-ea"/>
                          <a:cs typeface="+mn-cs"/>
                        </a:rPr>
                        <a:t>954,008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buNone/>
                      </a:pPr>
                      <a:r>
                        <a:rPr lang="en-GB" sz="2800" b="0" i="0" u="none" strike="noStrike" noProof="0">
                          <a:solidFill>
                            <a:srgbClr val="000000"/>
                          </a:solidFill>
                          <a:effectLst/>
                          <a:latin typeface="Aktiv Grotesk" panose="020B0604020202020204" pitchFamily="34" charset="0"/>
                        </a:rPr>
                        <a:t>£  </a:t>
                      </a:r>
                      <a:r>
                        <a:rPr lang="en-DE" sz="2800" b="0" i="0" u="none" strike="noStrike" kern="1200">
                          <a:solidFill>
                            <a:srgbClr val="000000"/>
                          </a:solidFill>
                          <a:effectLst/>
                          <a:latin typeface="Aktiv Grotesk" panose="020B0604020202020204" pitchFamily="34" charset="0"/>
                          <a:ea typeface="+mn-ea"/>
                          <a:cs typeface="+mn-cs"/>
                        </a:rPr>
                        <a:t>5.056.970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buNone/>
                      </a:pPr>
                      <a:r>
                        <a:rPr lang="en-GB" sz="2800" b="0" i="0" u="none" strike="noStrike" noProof="0">
                          <a:solidFill>
                            <a:srgbClr val="000000"/>
                          </a:solidFill>
                          <a:effectLst/>
                          <a:latin typeface="Aktiv Grotesk" panose="020B0604020202020204" pitchFamily="34" charset="0"/>
                        </a:rPr>
                        <a:t>£  </a:t>
                      </a:r>
                      <a:r>
                        <a:rPr lang="en-DE" sz="2800" b="0" i="0" u="none" strike="noStrike" kern="1200" noProof="0">
                          <a:solidFill>
                            <a:srgbClr val="000000"/>
                          </a:solidFill>
                          <a:effectLst/>
                          <a:latin typeface="Aktiv Grotesk" panose="020B0604020202020204" pitchFamily="34" charset="0"/>
                          <a:ea typeface="+mn-ea"/>
                          <a:cs typeface="+mn-cs"/>
                        </a:rPr>
                        <a:t>2,</a:t>
                      </a:r>
                      <a:r>
                        <a:rPr lang="en-DE" sz="2800" b="0" i="0" u="none" strike="noStrike" kern="1200">
                          <a:solidFill>
                            <a:srgbClr val="000000"/>
                          </a:solidFill>
                          <a:effectLst/>
                          <a:latin typeface="Aktiv Grotesk" panose="020B0604020202020204" pitchFamily="34" charset="0"/>
                          <a:ea typeface="+mn-ea"/>
                          <a:cs typeface="+mn-cs"/>
                        </a:rPr>
                        <a:t>614,597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888476972"/>
                  </a:ext>
                </a:extLst>
              </a:tr>
              <a:tr h="646225">
                <a:tc>
                  <a:txBody>
                    <a:bodyPr/>
                    <a:lstStyle/>
                    <a:p>
                      <a:pPr marL="0" marR="0" lvl="0" indent="0" algn="l" defTabSz="1828800" rtl="0" eaLnBrk="1" fontAlgn="b" latinLnBrk="0" hangingPunct="1">
                        <a:lnSpc>
                          <a:spcPct val="100000"/>
                        </a:lnSpc>
                        <a:spcBef>
                          <a:spcPts val="0"/>
                        </a:spcBef>
                        <a:spcAft>
                          <a:spcPts val="0"/>
                        </a:spcAft>
                        <a:buClrTx/>
                        <a:buSzTx/>
                        <a:buFontTx/>
                        <a:buNone/>
                        <a:tabLst/>
                        <a:defRPr/>
                      </a:pPr>
                      <a:endParaRPr lang="en-GB" sz="2800" b="1" i="0" u="none" strike="noStrike" noProof="0">
                        <a:solidFill>
                          <a:srgbClr val="000000"/>
                        </a:solidFill>
                        <a:effectLst/>
                        <a:latin typeface="Aktiv Grotesk" panose="020B0604020202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a:solidFill>
                          <a:srgbClr val="000000"/>
                        </a:solidFill>
                        <a:effectLst/>
                        <a:latin typeface="Aktiv Grotesk"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a:solidFill>
                          <a:srgbClr val="000000"/>
                        </a:solidFill>
                        <a:effectLst/>
                        <a:latin typeface="Aktiv Grotesk"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a:solidFill>
                          <a:srgbClr val="000000"/>
                        </a:solidFill>
                        <a:effectLst/>
                        <a:latin typeface="Aktiv Grotesk"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a:solidFill>
                          <a:srgbClr val="000000"/>
                        </a:solidFill>
                        <a:effectLst/>
                        <a:latin typeface="Aktiv Grotesk"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30415271"/>
                  </a:ext>
                </a:extLst>
              </a:tr>
              <a:tr h="646225">
                <a:tc>
                  <a:txBody>
                    <a:bodyPr/>
                    <a:lstStyle/>
                    <a:p>
                      <a:pPr marL="0" marR="0" lvl="0" indent="0" algn="l" defTabSz="1828800" rtl="0" eaLnBrk="1" fontAlgn="b" latinLnBrk="0" hangingPunct="1">
                        <a:lnSpc>
                          <a:spcPct val="100000"/>
                        </a:lnSpc>
                        <a:spcBef>
                          <a:spcPts val="0"/>
                        </a:spcBef>
                        <a:spcAft>
                          <a:spcPts val="0"/>
                        </a:spcAft>
                        <a:buClrTx/>
                        <a:buSzTx/>
                        <a:buFontTx/>
                        <a:buNone/>
                        <a:tabLst/>
                        <a:defRPr/>
                      </a:pPr>
                      <a:r>
                        <a:rPr lang="en-GB" sz="2800" b="1" i="0" u="none" strike="noStrike" noProof="0">
                          <a:solidFill>
                            <a:srgbClr val="95008A"/>
                          </a:solidFill>
                          <a:effectLst/>
                          <a:latin typeface="Aktiv Grotesk" panose="020B0604020202020204" pitchFamily="34" charset="0"/>
                        </a:rPr>
                        <a:t>3 Year Committed (Monthly, GBP)</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a:solidFill>
                          <a:srgbClr val="000000"/>
                        </a:solidFill>
                        <a:effectLst/>
                        <a:latin typeface="Aktiv Grotesk"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a:solidFill>
                          <a:srgbClr val="000000"/>
                        </a:solidFill>
                        <a:effectLst/>
                        <a:latin typeface="Aktiv Grotesk"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dirty="0">
                        <a:solidFill>
                          <a:srgbClr val="000000"/>
                        </a:solidFill>
                        <a:effectLst/>
                        <a:latin typeface="Aktiv Grotesk"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a:solidFill>
                          <a:srgbClr val="000000"/>
                        </a:solidFill>
                        <a:effectLst/>
                        <a:latin typeface="Aktiv Grotesk"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5397442"/>
                  </a:ext>
                </a:extLst>
              </a:tr>
              <a:tr h="646225">
                <a:tc>
                  <a:txBody>
                    <a:bodyPr/>
                    <a:lstStyle/>
                    <a:p>
                      <a:pPr algn="l" fontAlgn="b"/>
                      <a:r>
                        <a:rPr lang="en-GB" sz="2800" b="1" i="0" u="none" strike="noStrike" noProof="0">
                          <a:solidFill>
                            <a:srgbClr val="000000"/>
                          </a:solidFill>
                          <a:effectLst/>
                          <a:latin typeface="Aktiv Grotesk" panose="020B0604020202020204" pitchFamily="34" charset="0"/>
                        </a:rPr>
                        <a:t>Total - Monthly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endParaRPr lang="en-GB" sz="2800" b="0" i="0" u="none" strike="noStrike" noProof="0">
                        <a:solidFill>
                          <a:srgbClr val="000000"/>
                        </a:solidFill>
                        <a:effectLst/>
                        <a:latin typeface="Aktiv Grotesk"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r>
                        <a:rPr lang="en-GB" sz="2800" b="0" i="0" u="none" strike="noStrike" noProof="0">
                          <a:solidFill>
                            <a:srgbClr val="000000"/>
                          </a:solidFill>
                          <a:effectLst/>
                          <a:latin typeface="Aktiv Grotesk" panose="020B0604020202020204" pitchFamily="34" charset="0"/>
                        </a:rPr>
                        <a:t>£   190,285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r>
                        <a:rPr lang="en-GB" sz="2800" b="0" i="0" u="none" strike="noStrike" noProof="0" dirty="0">
                          <a:solidFill>
                            <a:srgbClr val="000000"/>
                          </a:solidFill>
                          <a:effectLst/>
                          <a:latin typeface="Aktiv Grotesk" panose="020B0604020202020204" pitchFamily="34" charset="0"/>
                        </a:rPr>
                        <a:t>£    274,881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r>
                        <a:rPr lang="en-GB" sz="2800" b="0" i="0" u="none" strike="noStrike" noProof="0">
                          <a:solidFill>
                            <a:srgbClr val="000000"/>
                          </a:solidFill>
                          <a:effectLst/>
                          <a:latin typeface="Aktiv Grotesk" panose="020B0604020202020204" pitchFamily="34" charset="0"/>
                        </a:rPr>
                        <a:t>£   186,974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8224044"/>
                  </a:ext>
                </a:extLst>
              </a:tr>
              <a:tr h="646225">
                <a:tc>
                  <a:txBody>
                    <a:bodyPr/>
                    <a:lstStyle/>
                    <a:p>
                      <a:pPr marL="0" marR="0" lvl="0" indent="0" algn="l" defTabSz="1828800" rtl="0" eaLnBrk="1" fontAlgn="b" latinLnBrk="0" hangingPunct="1">
                        <a:lnSpc>
                          <a:spcPct val="100000"/>
                        </a:lnSpc>
                        <a:spcBef>
                          <a:spcPts val="0"/>
                        </a:spcBef>
                        <a:spcAft>
                          <a:spcPts val="0"/>
                        </a:spcAft>
                        <a:buClrTx/>
                        <a:buSzTx/>
                        <a:buFontTx/>
                        <a:buNone/>
                        <a:tabLst/>
                        <a:defRPr/>
                      </a:pPr>
                      <a:r>
                        <a:rPr lang="en-GB" sz="2800" b="1" i="0" u="none" strike="noStrike" noProof="0">
                          <a:solidFill>
                            <a:srgbClr val="000000"/>
                          </a:solidFill>
                          <a:effectLst/>
                          <a:latin typeface="Aktiv Grotesk" panose="020B0604020202020204" pitchFamily="34" charset="0"/>
                        </a:rPr>
                        <a:t>Total - Annual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r>
                        <a:rPr lang="en-GB" sz="2800" b="0" i="0" u="none" strike="noStrike" noProof="0">
                          <a:solidFill>
                            <a:srgbClr val="000000"/>
                          </a:solidFill>
                          <a:effectLst/>
                          <a:latin typeface="Aktiv Grotesk" panose="020B0604020202020204" pitchFamily="34" charset="0"/>
                        </a:rPr>
                        <a:t>£ </a:t>
                      </a:r>
                      <a:r>
                        <a:rPr lang="en-DE" sz="2800" u="none" strike="noStrike">
                          <a:effectLst/>
                          <a:latin typeface="+mn-lt"/>
                        </a:rPr>
                        <a:t>3,636,342</a:t>
                      </a:r>
                      <a:endParaRPr lang="en-DE" sz="2800" b="0" i="0" u="none" strike="noStrike" kern="1200">
                        <a:solidFill>
                          <a:srgbClr val="000000"/>
                        </a:solidFill>
                        <a:effectLst/>
                        <a:latin typeface="Aktiv Grotesk" panose="020B0604020202020204" pitchFamily="34" charset="0"/>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r>
                        <a:rPr lang="en-GB" sz="2800" b="0" i="0" u="none" strike="noStrike" noProof="0">
                          <a:solidFill>
                            <a:srgbClr val="000000"/>
                          </a:solidFill>
                          <a:effectLst/>
                          <a:latin typeface="Aktiv Grotesk" panose="020B0604020202020204" pitchFamily="34" charset="0"/>
                        </a:rPr>
                        <a:t>£ </a:t>
                      </a:r>
                      <a:r>
                        <a:rPr lang="en-DE" sz="2800" b="0" i="0" u="none" strike="noStrike" kern="1200">
                          <a:solidFill>
                            <a:srgbClr val="000000"/>
                          </a:solidFill>
                          <a:effectLst/>
                          <a:latin typeface="Aktiv Grotesk" panose="020B0604020202020204" pitchFamily="34" charset="0"/>
                          <a:ea typeface="+mn-ea"/>
                          <a:cs typeface="+mn-cs"/>
                        </a:rPr>
                        <a:t>2,283,419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r>
                        <a:rPr lang="en-GB" sz="2800" b="0" i="0" u="none" strike="noStrike" noProof="0">
                          <a:solidFill>
                            <a:srgbClr val="000000"/>
                          </a:solidFill>
                          <a:effectLst/>
                          <a:latin typeface="Aktiv Grotesk" panose="020B0604020202020204" pitchFamily="34" charset="0"/>
                        </a:rPr>
                        <a:t>£ </a:t>
                      </a:r>
                      <a:r>
                        <a:rPr lang="en-DE" sz="2800" b="0" i="0" u="none" strike="noStrike" kern="1200">
                          <a:solidFill>
                            <a:srgbClr val="000000"/>
                          </a:solidFill>
                          <a:effectLst/>
                          <a:latin typeface="Aktiv Grotesk" panose="020B0604020202020204" pitchFamily="34" charset="0"/>
                          <a:ea typeface="+mn-ea"/>
                          <a:cs typeface="+mn-cs"/>
                        </a:rPr>
                        <a:t>3,298,566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r>
                        <a:rPr lang="en-GB" sz="2800" b="0" i="0" u="none" strike="noStrike" noProof="0" dirty="0">
                          <a:solidFill>
                            <a:srgbClr val="000000"/>
                          </a:solidFill>
                          <a:effectLst/>
                          <a:latin typeface="Aktiv Grotesk" panose="020B0604020202020204" pitchFamily="34" charset="0"/>
                        </a:rPr>
                        <a:t>£ </a:t>
                      </a:r>
                      <a:r>
                        <a:rPr lang="en-DE" sz="2800" b="0" i="0" u="none" strike="noStrike" kern="1200" dirty="0">
                          <a:solidFill>
                            <a:srgbClr val="000000"/>
                          </a:solidFill>
                          <a:effectLst/>
                          <a:latin typeface="Aktiv Grotesk" panose="020B0604020202020204" pitchFamily="34" charset="0"/>
                          <a:ea typeface="+mn-ea"/>
                          <a:cs typeface="+mn-cs"/>
                        </a:rPr>
                        <a:t>2,243,685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47608248"/>
                  </a:ext>
                </a:extLst>
              </a:tr>
              <a:tr h="646225">
                <a:tc>
                  <a:txBody>
                    <a:bodyPr/>
                    <a:lstStyle/>
                    <a:p>
                      <a:pPr algn="l" fontAlgn="b"/>
                      <a:r>
                        <a:rPr lang="en-GB" sz="2800" b="1" i="0" u="none" strike="noStrike" noProof="0">
                          <a:solidFill>
                            <a:srgbClr val="000000"/>
                          </a:solidFill>
                          <a:effectLst/>
                          <a:latin typeface="Aktiv Grotesk" panose="020B0604020202020204" pitchFamily="34" charset="0"/>
                        </a:rPr>
                        <a:t>Total - 3 Year Cumulative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endParaRPr lang="en-DE" sz="2800" b="0" i="0" u="none" strike="noStrike" kern="1200">
                        <a:solidFill>
                          <a:srgbClr val="000000"/>
                        </a:solidFill>
                        <a:effectLst/>
                        <a:latin typeface="Aktiv Grotesk" panose="020B0604020202020204" pitchFamily="34" charset="0"/>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r>
                        <a:rPr lang="en-GB" sz="2800" b="0" i="0" u="none" strike="noStrike" noProof="0">
                          <a:solidFill>
                            <a:srgbClr val="000000"/>
                          </a:solidFill>
                          <a:effectLst/>
                          <a:latin typeface="Aktiv Grotesk" panose="020B0604020202020204" pitchFamily="34" charset="0"/>
                        </a:rPr>
                        <a:t>£ </a:t>
                      </a:r>
                      <a:r>
                        <a:rPr lang="en-DE" sz="2800" b="0" i="0" u="none" strike="noStrike" kern="1200">
                          <a:solidFill>
                            <a:srgbClr val="000000"/>
                          </a:solidFill>
                          <a:effectLst/>
                          <a:latin typeface="Aktiv Grotesk" panose="020B0604020202020204" pitchFamily="34" charset="0"/>
                          <a:ea typeface="+mn-ea"/>
                          <a:cs typeface="+mn-cs"/>
                        </a:rPr>
                        <a:t>6,850,257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r>
                        <a:rPr lang="en-GB" sz="2800" b="0" i="0" u="none" strike="noStrike" noProof="0">
                          <a:solidFill>
                            <a:srgbClr val="000000"/>
                          </a:solidFill>
                          <a:effectLst/>
                          <a:latin typeface="Aktiv Grotesk" panose="020B0604020202020204" pitchFamily="34" charset="0"/>
                        </a:rPr>
                        <a:t>£ </a:t>
                      </a:r>
                      <a:r>
                        <a:rPr lang="en-DE" sz="2800" b="0" i="0" u="none" strike="noStrike" kern="1200">
                          <a:solidFill>
                            <a:srgbClr val="000000"/>
                          </a:solidFill>
                          <a:effectLst/>
                          <a:latin typeface="Aktiv Grotesk" panose="020B0604020202020204" pitchFamily="34" charset="0"/>
                          <a:ea typeface="+mn-ea"/>
                          <a:cs typeface="+mn-cs"/>
                        </a:rPr>
                        <a:t>9,895,699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r>
                        <a:rPr lang="en-GB" sz="2800" b="0" i="0" u="none" strike="noStrike" noProof="0" dirty="0">
                          <a:solidFill>
                            <a:srgbClr val="000000"/>
                          </a:solidFill>
                          <a:effectLst/>
                          <a:latin typeface="Aktiv Grotesk" panose="020B0604020202020204" pitchFamily="34" charset="0"/>
                        </a:rPr>
                        <a:t>£ </a:t>
                      </a:r>
                      <a:r>
                        <a:rPr lang="en-DE" sz="2800" b="0" i="0" u="none" strike="noStrike" kern="1200" dirty="0">
                          <a:solidFill>
                            <a:srgbClr val="000000"/>
                          </a:solidFill>
                          <a:effectLst/>
                          <a:latin typeface="Aktiv Grotesk" panose="020B0604020202020204" pitchFamily="34" charset="0"/>
                          <a:ea typeface="+mn-ea"/>
                          <a:cs typeface="+mn-cs"/>
                        </a:rPr>
                        <a:t>6,731,054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2303735"/>
                  </a:ext>
                </a:extLst>
              </a:tr>
            </a:tbl>
          </a:graphicData>
        </a:graphic>
      </p:graphicFrame>
      <p:sp>
        <p:nvSpPr>
          <p:cNvPr id="5" name="TextBox 4">
            <a:extLst>
              <a:ext uri="{FF2B5EF4-FFF2-40B4-BE49-F238E27FC236}">
                <a16:creationId xmlns:a16="http://schemas.microsoft.com/office/drawing/2014/main" id="{1A3EE6A9-3E55-C726-0530-53A3012A3A5E}"/>
              </a:ext>
            </a:extLst>
          </p:cNvPr>
          <p:cNvSpPr txBox="1"/>
          <p:nvPr/>
        </p:nvSpPr>
        <p:spPr>
          <a:xfrm>
            <a:off x="21438347" y="497280"/>
            <a:ext cx="2236510" cy="1477328"/>
          </a:xfrm>
          <a:prstGeom prst="rect">
            <a:avLst/>
          </a:prstGeom>
          <a:noFill/>
        </p:spPr>
        <p:txBody>
          <a:bodyPr wrap="none" rtlCol="0">
            <a:spAutoFit/>
          </a:bodyPr>
          <a:lstStyle/>
          <a:p>
            <a:pPr algn="l"/>
            <a:r>
              <a:rPr lang="en-GB" sz="1800" noProof="0">
                <a:solidFill>
                  <a:schemeClr val="bg2"/>
                </a:solidFill>
              </a:rPr>
              <a:t>TBC:</a:t>
            </a:r>
          </a:p>
          <a:p>
            <a:pPr marL="285750" indent="-285750" algn="l">
              <a:buFontTx/>
              <a:buChar char="-"/>
            </a:pPr>
            <a:r>
              <a:rPr lang="en-GB" noProof="0">
                <a:solidFill>
                  <a:schemeClr val="bg2"/>
                </a:solidFill>
              </a:rPr>
              <a:t>Backup</a:t>
            </a:r>
          </a:p>
          <a:p>
            <a:pPr marL="285750" indent="-285750" algn="l">
              <a:buFontTx/>
              <a:buChar char="-"/>
            </a:pPr>
            <a:r>
              <a:rPr lang="en-GB" sz="1800" noProof="0">
                <a:solidFill>
                  <a:schemeClr val="bg2"/>
                </a:solidFill>
              </a:rPr>
              <a:t>DB Costs</a:t>
            </a:r>
          </a:p>
          <a:p>
            <a:pPr algn="l"/>
            <a:r>
              <a:rPr lang="en-GB" sz="1800" noProof="0">
                <a:solidFill>
                  <a:schemeClr val="bg2"/>
                </a:solidFill>
              </a:rPr>
              <a:t>- Operations Costs?</a:t>
            </a:r>
          </a:p>
          <a:p>
            <a:pPr algn="l"/>
            <a:r>
              <a:rPr lang="en-GB" noProof="0">
                <a:solidFill>
                  <a:schemeClr val="bg2"/>
                </a:solidFill>
              </a:rPr>
              <a:t>- Migration Costs?</a:t>
            </a:r>
            <a:endParaRPr lang="en-GB" sz="1800" noProof="0">
              <a:solidFill>
                <a:schemeClr val="bg2"/>
              </a:solidFill>
            </a:endParaRPr>
          </a:p>
        </p:txBody>
      </p:sp>
    </p:spTree>
    <p:extLst>
      <p:ext uri="{BB962C8B-B14F-4D97-AF65-F5344CB8AC3E}">
        <p14:creationId xmlns:p14="http://schemas.microsoft.com/office/powerpoint/2010/main" val="17161758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1318D-4533-8B7B-7D17-4A4584F3375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493AABD-9AFC-ACCB-CA3F-4B95BDEE79FD}"/>
              </a:ext>
            </a:extLst>
          </p:cNvPr>
          <p:cNvSpPr txBox="1"/>
          <p:nvPr/>
        </p:nvSpPr>
        <p:spPr>
          <a:xfrm>
            <a:off x="406009" y="473476"/>
            <a:ext cx="8965916" cy="1046440"/>
          </a:xfrm>
          <a:prstGeom prst="rect">
            <a:avLst/>
          </a:prstGeom>
          <a:noFill/>
        </p:spPr>
        <p:txBody>
          <a:bodyPr wrap="none" rtlCol="0">
            <a:spAutoFit/>
          </a:bodyPr>
          <a:lstStyle/>
          <a:p>
            <a:r>
              <a:rPr lang="en-US" sz="6200">
                <a:solidFill>
                  <a:srgbClr val="FF0000"/>
                </a:solidFill>
                <a:latin typeface="Fira Sans Light" panose="020B0403050000020004" pitchFamily="34" charset="0"/>
              </a:rPr>
              <a:t>[Client] – On-Premise Costs</a:t>
            </a:r>
            <a:endParaRPr lang="en-GB" sz="6200">
              <a:solidFill>
                <a:srgbClr val="FF0000"/>
              </a:solidFill>
              <a:latin typeface="Fira Sans Light" panose="020B0403050000020004" pitchFamily="34" charset="0"/>
            </a:endParaRPr>
          </a:p>
        </p:txBody>
      </p:sp>
      <p:graphicFrame>
        <p:nvGraphicFramePr>
          <p:cNvPr id="6" name="Table 5">
            <a:extLst>
              <a:ext uri="{FF2B5EF4-FFF2-40B4-BE49-F238E27FC236}">
                <a16:creationId xmlns:a16="http://schemas.microsoft.com/office/drawing/2014/main" id="{DFEAFBD0-B91A-6083-759D-B32598539DD2}"/>
              </a:ext>
            </a:extLst>
          </p:cNvPr>
          <p:cNvGraphicFramePr>
            <a:graphicFrameLocks noGrp="1"/>
          </p:cNvGraphicFramePr>
          <p:nvPr>
            <p:extLst>
              <p:ext uri="{D42A27DB-BD31-4B8C-83A1-F6EECF244321}">
                <p14:modId xmlns:p14="http://schemas.microsoft.com/office/powerpoint/2010/main" val="377275900"/>
              </p:ext>
            </p:extLst>
          </p:nvPr>
        </p:nvGraphicFramePr>
        <p:xfrm>
          <a:off x="419572" y="2322003"/>
          <a:ext cx="23544855" cy="10497818"/>
        </p:xfrm>
        <a:graphic>
          <a:graphicData uri="http://schemas.openxmlformats.org/drawingml/2006/table">
            <a:tbl>
              <a:tblPr>
                <a:tableStyleId>{5C22544A-7EE6-4342-B048-85BDC9FD1C3A}</a:tableStyleId>
              </a:tblPr>
              <a:tblGrid>
                <a:gridCol w="2213172">
                  <a:extLst>
                    <a:ext uri="{9D8B030D-6E8A-4147-A177-3AD203B41FA5}">
                      <a16:colId xmlns:a16="http://schemas.microsoft.com/office/drawing/2014/main" val="817237507"/>
                    </a:ext>
                  </a:extLst>
                </a:gridCol>
                <a:gridCol w="1988864">
                  <a:extLst>
                    <a:ext uri="{9D8B030D-6E8A-4147-A177-3AD203B41FA5}">
                      <a16:colId xmlns:a16="http://schemas.microsoft.com/office/drawing/2014/main" val="2958723704"/>
                    </a:ext>
                  </a:extLst>
                </a:gridCol>
                <a:gridCol w="4184370">
                  <a:extLst>
                    <a:ext uri="{9D8B030D-6E8A-4147-A177-3AD203B41FA5}">
                      <a16:colId xmlns:a16="http://schemas.microsoft.com/office/drawing/2014/main" val="3762254360"/>
                    </a:ext>
                  </a:extLst>
                </a:gridCol>
                <a:gridCol w="5565551">
                  <a:extLst>
                    <a:ext uri="{9D8B030D-6E8A-4147-A177-3AD203B41FA5}">
                      <a16:colId xmlns:a16="http://schemas.microsoft.com/office/drawing/2014/main" val="925842505"/>
                    </a:ext>
                  </a:extLst>
                </a:gridCol>
                <a:gridCol w="1555802">
                  <a:extLst>
                    <a:ext uri="{9D8B030D-6E8A-4147-A177-3AD203B41FA5}">
                      <a16:colId xmlns:a16="http://schemas.microsoft.com/office/drawing/2014/main" val="1430550261"/>
                    </a:ext>
                  </a:extLst>
                </a:gridCol>
                <a:gridCol w="1348981">
                  <a:extLst>
                    <a:ext uri="{9D8B030D-6E8A-4147-A177-3AD203B41FA5}">
                      <a16:colId xmlns:a16="http://schemas.microsoft.com/office/drawing/2014/main" val="3859044359"/>
                    </a:ext>
                  </a:extLst>
                </a:gridCol>
                <a:gridCol w="976479">
                  <a:extLst>
                    <a:ext uri="{9D8B030D-6E8A-4147-A177-3AD203B41FA5}">
                      <a16:colId xmlns:a16="http://schemas.microsoft.com/office/drawing/2014/main" val="1512500502"/>
                    </a:ext>
                  </a:extLst>
                </a:gridCol>
                <a:gridCol w="1323224">
                  <a:extLst>
                    <a:ext uri="{9D8B030D-6E8A-4147-A177-3AD203B41FA5}">
                      <a16:colId xmlns:a16="http://schemas.microsoft.com/office/drawing/2014/main" val="2267847870"/>
                    </a:ext>
                  </a:extLst>
                </a:gridCol>
                <a:gridCol w="1828243">
                  <a:extLst>
                    <a:ext uri="{9D8B030D-6E8A-4147-A177-3AD203B41FA5}">
                      <a16:colId xmlns:a16="http://schemas.microsoft.com/office/drawing/2014/main" val="49976747"/>
                    </a:ext>
                  </a:extLst>
                </a:gridCol>
                <a:gridCol w="1083095">
                  <a:extLst>
                    <a:ext uri="{9D8B030D-6E8A-4147-A177-3AD203B41FA5}">
                      <a16:colId xmlns:a16="http://schemas.microsoft.com/office/drawing/2014/main" val="1886982422"/>
                    </a:ext>
                  </a:extLst>
                </a:gridCol>
                <a:gridCol w="1477074">
                  <a:extLst>
                    <a:ext uri="{9D8B030D-6E8A-4147-A177-3AD203B41FA5}">
                      <a16:colId xmlns:a16="http://schemas.microsoft.com/office/drawing/2014/main" val="2176566093"/>
                    </a:ext>
                  </a:extLst>
                </a:gridCol>
              </a:tblGrid>
              <a:tr h="613703">
                <a:tc>
                  <a:txBody>
                    <a:bodyPr/>
                    <a:lstStyle/>
                    <a:p>
                      <a:pPr algn="l" fontAlgn="b">
                        <a:buNone/>
                      </a:pPr>
                      <a:r>
                        <a:rPr lang="en-GB" sz="1600" u="none" strike="noStrike">
                          <a:effectLst/>
                          <a:latin typeface="+mn-lt"/>
                        </a:rPr>
                        <a:t>Category</a:t>
                      </a:r>
                      <a:endParaRPr lang="en-GB" sz="1600" b="1" i="0" u="none" strike="noStrike">
                        <a:solidFill>
                          <a:srgbClr val="FFFFFF"/>
                        </a:solidFill>
                        <a:effectLst/>
                        <a:latin typeface="+mn-lt"/>
                      </a:endParaRPr>
                    </a:p>
                  </a:txBody>
                  <a:tcPr marL="0" marR="0" marT="0" marB="0" anchor="b">
                    <a:solidFill>
                      <a:schemeClr val="accent4">
                        <a:lumMod val="20000"/>
                        <a:lumOff val="80000"/>
                      </a:schemeClr>
                    </a:solidFill>
                  </a:tcPr>
                </a:tc>
                <a:tc>
                  <a:txBody>
                    <a:bodyPr/>
                    <a:lstStyle/>
                    <a:p>
                      <a:pPr algn="l" fontAlgn="b">
                        <a:buNone/>
                      </a:pPr>
                      <a:r>
                        <a:rPr lang="en-GB" sz="1600" u="none" strike="noStrike">
                          <a:effectLst/>
                          <a:latin typeface="+mn-lt"/>
                        </a:rPr>
                        <a:t>Subcategory</a:t>
                      </a:r>
                      <a:endParaRPr lang="en-GB" sz="1600" b="1" i="0" u="none" strike="noStrike">
                        <a:solidFill>
                          <a:srgbClr val="FFFFFF"/>
                        </a:solidFill>
                        <a:effectLst/>
                        <a:latin typeface="+mn-lt"/>
                      </a:endParaRPr>
                    </a:p>
                  </a:txBody>
                  <a:tcPr marL="0" marR="0" marT="0" marB="0" anchor="b">
                    <a:solidFill>
                      <a:schemeClr val="accent4">
                        <a:lumMod val="20000"/>
                        <a:lumOff val="80000"/>
                      </a:schemeClr>
                    </a:solidFill>
                  </a:tcPr>
                </a:tc>
                <a:tc>
                  <a:txBody>
                    <a:bodyPr/>
                    <a:lstStyle/>
                    <a:p>
                      <a:pPr algn="l" fontAlgn="b">
                        <a:buNone/>
                      </a:pPr>
                      <a:r>
                        <a:rPr lang="en-GB" sz="1600" u="none" strike="noStrike">
                          <a:effectLst/>
                          <a:latin typeface="+mn-lt"/>
                        </a:rPr>
                        <a:t>Cost Item</a:t>
                      </a:r>
                      <a:endParaRPr lang="en-GB" sz="1600" b="1" i="0" u="none" strike="noStrike">
                        <a:solidFill>
                          <a:srgbClr val="FFFFFF"/>
                        </a:solidFill>
                        <a:effectLst/>
                        <a:latin typeface="+mn-lt"/>
                      </a:endParaRPr>
                    </a:p>
                  </a:txBody>
                  <a:tcPr marL="0" marR="0" marT="0" marB="0" anchor="b">
                    <a:solidFill>
                      <a:schemeClr val="accent4">
                        <a:lumMod val="20000"/>
                        <a:lumOff val="80000"/>
                      </a:schemeClr>
                    </a:solidFill>
                  </a:tcPr>
                </a:tc>
                <a:tc>
                  <a:txBody>
                    <a:bodyPr/>
                    <a:lstStyle/>
                    <a:p>
                      <a:pPr algn="l" fontAlgn="b">
                        <a:buNone/>
                      </a:pPr>
                      <a:r>
                        <a:rPr lang="en-GB" sz="1600" u="none" strike="noStrike">
                          <a:effectLst/>
                          <a:latin typeface="+mn-lt"/>
                        </a:rPr>
                        <a:t>Description / Scope</a:t>
                      </a:r>
                      <a:endParaRPr lang="en-GB" sz="1600" b="1" i="0" u="none" strike="noStrike">
                        <a:solidFill>
                          <a:srgbClr val="FFFFFF"/>
                        </a:solidFill>
                        <a:effectLst/>
                        <a:latin typeface="+mn-lt"/>
                      </a:endParaRPr>
                    </a:p>
                  </a:txBody>
                  <a:tcPr marL="0" marR="0" marT="0" marB="0" anchor="b">
                    <a:solidFill>
                      <a:schemeClr val="accent4">
                        <a:lumMod val="20000"/>
                        <a:lumOff val="80000"/>
                      </a:schemeClr>
                    </a:solidFill>
                  </a:tcPr>
                </a:tc>
                <a:tc>
                  <a:txBody>
                    <a:bodyPr/>
                    <a:lstStyle/>
                    <a:p>
                      <a:pPr algn="l" fontAlgn="b">
                        <a:buNone/>
                      </a:pPr>
                      <a:r>
                        <a:rPr lang="en-GB" sz="1600" u="none" strike="noStrike">
                          <a:effectLst/>
                          <a:latin typeface="+mn-lt"/>
                        </a:rPr>
                        <a:t>Vendor</a:t>
                      </a:r>
                      <a:endParaRPr lang="en-GB" sz="1600" b="1" i="0" u="none" strike="noStrike">
                        <a:solidFill>
                          <a:srgbClr val="FFFFFF"/>
                        </a:solidFill>
                        <a:effectLst/>
                        <a:latin typeface="+mn-lt"/>
                      </a:endParaRPr>
                    </a:p>
                  </a:txBody>
                  <a:tcPr marL="0" marR="0" marT="0" marB="0" anchor="b">
                    <a:solidFill>
                      <a:schemeClr val="accent4">
                        <a:lumMod val="20000"/>
                        <a:lumOff val="80000"/>
                      </a:schemeClr>
                    </a:solidFill>
                  </a:tcPr>
                </a:tc>
                <a:tc>
                  <a:txBody>
                    <a:bodyPr/>
                    <a:lstStyle/>
                    <a:p>
                      <a:pPr algn="l" fontAlgn="b">
                        <a:buNone/>
                      </a:pPr>
                      <a:r>
                        <a:rPr lang="en-GB" sz="1600" u="none" strike="noStrike">
                          <a:effectLst/>
                          <a:latin typeface="+mn-lt"/>
                        </a:rPr>
                        <a:t>Portability / Entitlements</a:t>
                      </a:r>
                      <a:endParaRPr lang="en-GB" sz="1600" b="1" i="0" u="none" strike="noStrike">
                        <a:solidFill>
                          <a:srgbClr val="FFFFFF"/>
                        </a:solidFill>
                        <a:effectLst/>
                        <a:latin typeface="+mn-lt"/>
                      </a:endParaRPr>
                    </a:p>
                  </a:txBody>
                  <a:tcPr marL="0" marR="0" marT="0" marB="0" anchor="b">
                    <a:solidFill>
                      <a:schemeClr val="accent4">
                        <a:lumMod val="20000"/>
                        <a:lumOff val="80000"/>
                      </a:schemeClr>
                    </a:solidFill>
                  </a:tcPr>
                </a:tc>
                <a:tc>
                  <a:txBody>
                    <a:bodyPr/>
                    <a:lstStyle/>
                    <a:p>
                      <a:pPr algn="ctr" fontAlgn="b">
                        <a:buNone/>
                      </a:pPr>
                      <a:r>
                        <a:rPr lang="en-GB" sz="1600" u="none" strike="noStrike">
                          <a:effectLst/>
                          <a:latin typeface="+mn-lt"/>
                        </a:rPr>
                        <a:t>Cost Type </a:t>
                      </a:r>
                      <a:endParaRPr lang="en-GB" sz="1600" b="1" i="0" u="none" strike="noStrike">
                        <a:solidFill>
                          <a:srgbClr val="FFFFFF"/>
                        </a:solidFill>
                        <a:effectLst/>
                        <a:latin typeface="+mn-lt"/>
                      </a:endParaRPr>
                    </a:p>
                  </a:txBody>
                  <a:tcPr marL="0" marR="0" marT="0" marB="0" anchor="b">
                    <a:solidFill>
                      <a:schemeClr val="accent4">
                        <a:lumMod val="20000"/>
                        <a:lumOff val="80000"/>
                      </a:schemeClr>
                    </a:solidFill>
                  </a:tcPr>
                </a:tc>
                <a:tc>
                  <a:txBody>
                    <a:bodyPr/>
                    <a:lstStyle/>
                    <a:p>
                      <a:pPr algn="ctr" fontAlgn="b">
                        <a:buNone/>
                      </a:pPr>
                      <a:r>
                        <a:rPr lang="en-GB" sz="1600" u="none" strike="noStrike">
                          <a:effectLst/>
                          <a:latin typeface="+mn-lt"/>
                        </a:rPr>
                        <a:t>Input Basis</a:t>
                      </a:r>
                      <a:endParaRPr lang="en-GB" sz="1600" b="1" i="0" u="none" strike="noStrike">
                        <a:solidFill>
                          <a:srgbClr val="FFFFFF"/>
                        </a:solidFill>
                        <a:effectLst/>
                        <a:latin typeface="+mn-lt"/>
                      </a:endParaRPr>
                    </a:p>
                  </a:txBody>
                  <a:tcPr marL="0" marR="0" marT="0" marB="0" anchor="b">
                    <a:solidFill>
                      <a:schemeClr val="accent4">
                        <a:lumMod val="20000"/>
                        <a:lumOff val="80000"/>
                      </a:schemeClr>
                    </a:solidFill>
                  </a:tcPr>
                </a:tc>
                <a:tc>
                  <a:txBody>
                    <a:bodyPr/>
                    <a:lstStyle/>
                    <a:p>
                      <a:pPr algn="l" fontAlgn="b">
                        <a:buNone/>
                      </a:pPr>
                      <a:r>
                        <a:rPr lang="en-GB" sz="1600" u="none" strike="noStrike">
                          <a:effectLst/>
                          <a:latin typeface="+mn-lt"/>
                        </a:rPr>
                        <a:t>Input Amount (GBP)</a:t>
                      </a:r>
                      <a:endParaRPr lang="en-GB" sz="1600" b="1" i="0" u="none" strike="noStrike">
                        <a:solidFill>
                          <a:srgbClr val="FFFFFF"/>
                        </a:solidFill>
                        <a:effectLst/>
                        <a:latin typeface="+mn-lt"/>
                      </a:endParaRPr>
                    </a:p>
                  </a:txBody>
                  <a:tcPr marL="0" marR="0" marT="0" marB="0" anchor="b">
                    <a:solidFill>
                      <a:schemeClr val="accent4">
                        <a:lumMod val="20000"/>
                        <a:lumOff val="80000"/>
                      </a:schemeClr>
                    </a:solidFill>
                  </a:tcPr>
                </a:tc>
                <a:tc>
                  <a:txBody>
                    <a:bodyPr/>
                    <a:lstStyle/>
                    <a:p>
                      <a:pPr algn="ctr" fontAlgn="b">
                        <a:buNone/>
                      </a:pPr>
                      <a:r>
                        <a:rPr lang="en-GB" sz="1600" u="none" strike="noStrike">
                          <a:effectLst/>
                          <a:latin typeface="+mn-lt"/>
                        </a:rPr>
                        <a:t>Dep. (yrs)</a:t>
                      </a:r>
                      <a:endParaRPr lang="en-GB" sz="1600" b="1" i="0" u="none" strike="noStrike">
                        <a:solidFill>
                          <a:srgbClr val="FFFFFF"/>
                        </a:solidFill>
                        <a:effectLst/>
                        <a:latin typeface="+mn-lt"/>
                      </a:endParaRPr>
                    </a:p>
                  </a:txBody>
                  <a:tcPr marL="0" marR="0" marT="0" marB="0" anchor="b">
                    <a:solidFill>
                      <a:schemeClr val="accent4">
                        <a:lumMod val="20000"/>
                        <a:lumOff val="80000"/>
                      </a:schemeClr>
                    </a:solidFill>
                  </a:tcPr>
                </a:tc>
                <a:tc>
                  <a:txBody>
                    <a:bodyPr/>
                    <a:lstStyle/>
                    <a:p>
                      <a:pPr algn="l" fontAlgn="b">
                        <a:buNone/>
                      </a:pPr>
                      <a:r>
                        <a:rPr lang="en-GB" sz="1600" u="none" strike="noStrike">
                          <a:effectLst/>
                          <a:latin typeface="+mn-lt"/>
                        </a:rPr>
                        <a:t>Annualized Cost </a:t>
                      </a:r>
                    </a:p>
                    <a:p>
                      <a:pPr algn="l" fontAlgn="b">
                        <a:buNone/>
                      </a:pPr>
                      <a:r>
                        <a:rPr lang="en-GB" sz="1600" u="none" strike="noStrike">
                          <a:effectLst/>
                          <a:latin typeface="+mn-lt"/>
                        </a:rPr>
                        <a:t>(GBP)</a:t>
                      </a:r>
                      <a:endParaRPr lang="en-GB" sz="1600" b="1" i="0" u="none" strike="noStrike">
                        <a:solidFill>
                          <a:srgbClr val="FFFFFF"/>
                        </a:solidFill>
                        <a:effectLst/>
                        <a:latin typeface="+mn-lt"/>
                      </a:endParaRPr>
                    </a:p>
                  </a:txBody>
                  <a:tcPr marL="0" marR="0" marT="0" marB="0" anchor="b">
                    <a:solidFill>
                      <a:schemeClr val="accent4">
                        <a:lumMod val="20000"/>
                        <a:lumOff val="80000"/>
                      </a:schemeClr>
                    </a:solidFill>
                  </a:tcPr>
                </a:tc>
                <a:extLst>
                  <a:ext uri="{0D108BD9-81ED-4DB2-BD59-A6C34878D82A}">
                    <a16:rowId xmlns:a16="http://schemas.microsoft.com/office/drawing/2014/main" val="3263377493"/>
                  </a:ext>
                </a:extLst>
              </a:tr>
              <a:tr h="486092">
                <a:tc>
                  <a:txBody>
                    <a:bodyPr/>
                    <a:lstStyle/>
                    <a:p>
                      <a:pPr algn="l" fontAlgn="b">
                        <a:buNone/>
                      </a:pPr>
                      <a:r>
                        <a:rPr lang="en-GB" sz="1600" u="none" strike="noStrike">
                          <a:effectLst/>
                          <a:latin typeface="+mn-lt"/>
                        </a:rPr>
                        <a:t>Compute &amp; Storage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Server Hardware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Server hardware costs (purchase/lease)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Purchase/lease costs; include depreciation schedule and refresh cycle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TBD</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TBD</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Capex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Capex</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£1.262.234</a:t>
                      </a:r>
                      <a:endParaRPr lang="en-DE" sz="1600" b="0" i="0" u="none" strike="noStrike">
                        <a:solidFill>
                          <a:srgbClr val="000000"/>
                        </a:solidFill>
                        <a:effectLst/>
                        <a:latin typeface="+mn-lt"/>
                      </a:endParaRPr>
                    </a:p>
                  </a:txBody>
                  <a:tcPr marL="0" marR="0" marT="0" marB="0" anchor="b"/>
                </a:tc>
                <a:tc>
                  <a:txBody>
                    <a:bodyPr/>
                    <a:lstStyle/>
                    <a:p>
                      <a:pPr algn="ctr" fontAlgn="b">
                        <a:buNone/>
                      </a:pPr>
                      <a:r>
                        <a:rPr lang="en-DE" sz="1600" u="none" strike="noStrike">
                          <a:effectLst/>
                          <a:latin typeface="+mn-lt"/>
                        </a:rPr>
                        <a:t>5</a:t>
                      </a: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£252.447</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1862521062"/>
                  </a:ext>
                </a:extLst>
              </a:tr>
              <a:tr h="486092">
                <a:tc>
                  <a:txBody>
                    <a:bodyPr/>
                    <a:lstStyle/>
                    <a:p>
                      <a:pPr algn="l" fontAlgn="b">
                        <a:buNone/>
                      </a:pPr>
                      <a:r>
                        <a:rPr lang="en-GB" sz="1600" u="none" strike="noStrike">
                          <a:effectLst/>
                          <a:latin typeface="+mn-lt"/>
                        </a:rPr>
                        <a:t>Compute &amp; Storage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Hardware Maintenance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Hardware maintenance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Annual maintenance/support for server hardware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TBD</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N/A</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£5.000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£5.000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3262480684"/>
                  </a:ext>
                </a:extLst>
              </a:tr>
              <a:tr h="323073">
                <a:tc>
                  <a:txBody>
                    <a:bodyPr/>
                    <a:lstStyle/>
                    <a:p>
                      <a:pPr algn="l" fontAlgn="b">
                        <a:buNone/>
                      </a:pPr>
                      <a:r>
                        <a:rPr lang="en-GB" sz="1600" u="none" strike="noStrike">
                          <a:effectLst/>
                          <a:latin typeface="+mn-lt"/>
                        </a:rPr>
                        <a:t>Compute &amp; Storage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Storage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Storage (SAN/NAS + backup)</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SAN/NAS + backup infrastructure (capex + support)</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TBD</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TBD</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Capex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Capex</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£1.451.571</a:t>
                      </a:r>
                      <a:endParaRPr lang="en-DE" sz="1600" b="0" i="0" u="none" strike="noStrike">
                        <a:solidFill>
                          <a:srgbClr val="000000"/>
                        </a:solidFill>
                        <a:effectLst/>
                        <a:latin typeface="+mn-lt"/>
                      </a:endParaRPr>
                    </a:p>
                  </a:txBody>
                  <a:tcPr marL="0" marR="0" marT="0" marB="0" anchor="b"/>
                </a:tc>
                <a:tc>
                  <a:txBody>
                    <a:bodyPr/>
                    <a:lstStyle/>
                    <a:p>
                      <a:pPr algn="ctr" fontAlgn="b">
                        <a:buNone/>
                      </a:pPr>
                      <a:r>
                        <a:rPr lang="en-DE" sz="1600" u="none" strike="noStrike">
                          <a:effectLst/>
                          <a:latin typeface="+mn-lt"/>
                        </a:rPr>
                        <a:t>5</a:t>
                      </a: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£290.314</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1857807296"/>
                  </a:ext>
                </a:extLst>
              </a:tr>
              <a:tr h="323073">
                <a:tc>
                  <a:txBody>
                    <a:bodyPr/>
                    <a:lstStyle/>
                    <a:p>
                      <a:pPr algn="l" fontAlgn="b">
                        <a:buNone/>
                      </a:pPr>
                      <a:r>
                        <a:rPr lang="en-GB" sz="1600" u="none" strike="noStrike">
                          <a:effectLst/>
                          <a:latin typeface="+mn-lt"/>
                        </a:rPr>
                        <a:t>Compute &amp; Storage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Virtualization</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VMware licensing (vSphere/vCenter/vSAN)</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Include vSphere, vCenter, vSAN (if applicable)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VMware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TBD</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3317914946"/>
                  </a:ext>
                </a:extLst>
              </a:tr>
              <a:tr h="729137">
                <a:tc>
                  <a:txBody>
                    <a:bodyPr/>
                    <a:lstStyle/>
                    <a:p>
                      <a:pPr algn="l" fontAlgn="b">
                        <a:buNone/>
                      </a:pPr>
                      <a:r>
                        <a:rPr lang="en-GB" sz="1600" u="none" strike="noStrike">
                          <a:effectLst/>
                          <a:latin typeface="+mn-lt"/>
                        </a:rPr>
                        <a:t>Software Licensing</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Operating System</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Windows Server licenses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Windows Server licensing for on-prem infrastructure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Microsoft</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Software Assurance / BYOL TBD</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£136.825</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£136.825</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1247274452"/>
                  </a:ext>
                </a:extLst>
              </a:tr>
              <a:tr h="486092">
                <a:tc>
                  <a:txBody>
                    <a:bodyPr/>
                    <a:lstStyle/>
                    <a:p>
                      <a:pPr algn="l" fontAlgn="b">
                        <a:buNone/>
                      </a:pPr>
                      <a:r>
                        <a:rPr lang="en-GB" sz="1600" u="none" strike="noStrike">
                          <a:effectLst/>
                          <a:latin typeface="+mn-lt"/>
                        </a:rPr>
                        <a:t>Software Licensing</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Operating System</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Linux (RHEL/SUSE) licenses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If applicable: RHEL/SUSE subscriptions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Red Hat/SUSE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BYOL not typical</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£71.000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£71.000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1684986744"/>
                  </a:ext>
                </a:extLst>
              </a:tr>
              <a:tr h="323073">
                <a:tc>
                  <a:txBody>
                    <a:bodyPr/>
                    <a:lstStyle/>
                    <a:p>
                      <a:pPr algn="l" fontAlgn="b">
                        <a:buNone/>
                      </a:pPr>
                      <a:r>
                        <a:rPr lang="en-GB" sz="1600" u="none" strike="noStrike">
                          <a:effectLst/>
                          <a:latin typeface="+mn-lt"/>
                        </a:rPr>
                        <a:t>Software Licensing</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Operating System</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Ubuntu patching / support</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Landscape/Ubuntu support and patching tools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Canonical/TBD</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TBD</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£20.000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£20.000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2879391118"/>
                  </a:ext>
                </a:extLst>
              </a:tr>
              <a:tr h="486092">
                <a:tc>
                  <a:txBody>
                    <a:bodyPr/>
                    <a:lstStyle/>
                    <a:p>
                      <a:pPr algn="l" fontAlgn="b">
                        <a:buNone/>
                      </a:pPr>
                      <a:r>
                        <a:rPr lang="en-GB" sz="1600" u="none" strike="noStrike">
                          <a:effectLst/>
                          <a:latin typeface="+mn-lt"/>
                        </a:rPr>
                        <a:t>Software Licensing</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Database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SQL Server licenses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SQL Server licensing (core/CAL as applicable)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Microsoft</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SA / BYOL TBD</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£118.968</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£118.968</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3062499836"/>
                  </a:ext>
                </a:extLst>
              </a:tr>
              <a:tr h="486092">
                <a:tc>
                  <a:txBody>
                    <a:bodyPr/>
                    <a:lstStyle/>
                    <a:p>
                      <a:pPr algn="l" fontAlgn="b">
                        <a:buNone/>
                      </a:pPr>
                      <a:r>
                        <a:rPr lang="en-GB" sz="1600" u="none" strike="noStrike">
                          <a:effectLst/>
                          <a:latin typeface="+mn-lt"/>
                        </a:rPr>
                        <a:t>Software Licensing</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Database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Oracle Support/Maintenance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Per-core/per-socket details help</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Oracle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BYOL terms TBD</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£650.000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£650.000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211089710"/>
                  </a:ext>
                </a:extLst>
              </a:tr>
              <a:tr h="243045">
                <a:tc>
                  <a:txBody>
                    <a:bodyPr/>
                    <a:lstStyle/>
                    <a:p>
                      <a:pPr algn="l" fontAlgn="b">
                        <a:buNone/>
                      </a:pPr>
                      <a:r>
                        <a:rPr lang="en-GB" sz="1600" u="none" strike="noStrike">
                          <a:effectLst/>
                          <a:latin typeface="+mn-lt"/>
                        </a:rPr>
                        <a:t>Operations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Database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Database SUpport</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NCS SUPPORT</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NCS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N/A</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£568.000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£568.000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1515972946"/>
                  </a:ext>
                </a:extLst>
              </a:tr>
              <a:tr h="323073">
                <a:tc>
                  <a:txBody>
                    <a:bodyPr/>
                    <a:lstStyle/>
                    <a:p>
                      <a:pPr algn="l" fontAlgn="b">
                        <a:buNone/>
                      </a:pPr>
                      <a:r>
                        <a:rPr lang="en-GB" sz="1600" u="none" strike="noStrike">
                          <a:effectLst/>
                          <a:latin typeface="+mn-lt"/>
                        </a:rPr>
                        <a:t>Software Licensing</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Database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MySQL Enterprise / support</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MySQL enterprise subscription/support if used</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MySQL</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BYOL TBD</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3449498065"/>
                  </a:ext>
                </a:extLst>
              </a:tr>
              <a:tr h="486092">
                <a:tc>
                  <a:txBody>
                    <a:bodyPr/>
                    <a:lstStyle/>
                    <a:p>
                      <a:pPr algn="l" fontAlgn="b">
                        <a:buNone/>
                      </a:pPr>
                      <a:r>
                        <a:rPr lang="en-GB" sz="1600" u="none" strike="noStrike">
                          <a:effectLst/>
                          <a:latin typeface="+mn-lt"/>
                        </a:rPr>
                        <a:t>Software Licensing</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Security / Other</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Tenable / Guardicore (if applicable)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Any other commercial software tied to infrastructure - Per Server!</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Tenable/Guardicore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Portability TBD</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£443.888</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£443.888</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662881892"/>
                  </a:ext>
                </a:extLst>
              </a:tr>
              <a:tr h="323073">
                <a:tc>
                  <a:txBody>
                    <a:bodyPr/>
                    <a:lstStyle/>
                    <a:p>
                      <a:pPr algn="l" fontAlgn="b">
                        <a:buNone/>
                      </a:pPr>
                      <a:r>
                        <a:rPr lang="en-GB" sz="1600" u="none" strike="noStrike">
                          <a:effectLst/>
                          <a:latin typeface="+mn-lt"/>
                        </a:rPr>
                        <a:t>Software Licensing</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Other</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Other commercial infra software (none yet)</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Placeholder for any additional commercial infra software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N/A</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N/A</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l" fontAlgn="b">
                        <a:buNone/>
                      </a:pP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997611663"/>
                  </a:ext>
                </a:extLst>
              </a:tr>
              <a:tr h="323073">
                <a:tc>
                  <a:txBody>
                    <a:bodyPr/>
                    <a:lstStyle/>
                    <a:p>
                      <a:pPr algn="l" fontAlgn="b">
                        <a:buNone/>
                      </a:pPr>
                      <a:r>
                        <a:rPr lang="en-GB" sz="1600" u="none" strike="noStrike">
                          <a:effectLst/>
                          <a:latin typeface="+mn-lt"/>
                        </a:rPr>
                        <a:t>Facilities &amp; Network</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Colocation / Facility</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Colocation / facility costs - Reading</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Power, cooling, rack space; per site if different (MOL vs ANL)</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Centre Square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N/A</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£386.400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£386.400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1520657974"/>
                  </a:ext>
                </a:extLst>
              </a:tr>
              <a:tr h="323073">
                <a:tc>
                  <a:txBody>
                    <a:bodyPr/>
                    <a:lstStyle/>
                    <a:p>
                      <a:pPr algn="l" fontAlgn="b">
                        <a:buNone/>
                      </a:pPr>
                      <a:r>
                        <a:rPr lang="en-GB" sz="1600" u="none" strike="noStrike">
                          <a:effectLst/>
                          <a:latin typeface="+mn-lt"/>
                        </a:rPr>
                        <a:t>Facilities &amp; Network</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Colocation / Facility</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Colocation / facility costs - Slough</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Power, cooling, rack space; per site if different (MOL vs ANL)</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Digital Realty</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N/A</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£338.300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£338.300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2572463881"/>
                  </a:ext>
                </a:extLst>
              </a:tr>
              <a:tr h="323073">
                <a:tc>
                  <a:txBody>
                    <a:bodyPr/>
                    <a:lstStyle/>
                    <a:p>
                      <a:pPr algn="l" fontAlgn="b">
                        <a:buNone/>
                      </a:pPr>
                      <a:r>
                        <a:rPr lang="en-GB" sz="1600" u="none" strike="noStrike">
                          <a:effectLst/>
                          <a:latin typeface="+mn-lt"/>
                        </a:rPr>
                        <a:t>Facilities &amp; Network</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Colocation / Facility</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Colocation / facility costs - Sydney</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Power, cooling, rack space; per site if different (MOL vs ANL)</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Equinix</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N/A</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£40.000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£40.000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1592042041"/>
                  </a:ext>
                </a:extLst>
              </a:tr>
              <a:tr h="323073">
                <a:tc>
                  <a:txBody>
                    <a:bodyPr/>
                    <a:lstStyle/>
                    <a:p>
                      <a:pPr algn="l" fontAlgn="b">
                        <a:buNone/>
                      </a:pPr>
                      <a:r>
                        <a:rPr lang="en-GB" sz="1600" u="none" strike="noStrike">
                          <a:effectLst/>
                          <a:latin typeface="+mn-lt"/>
                        </a:rPr>
                        <a:t>Facilities &amp; Network</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Network</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Interconnect between sites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Bandwidth / interconnect costs between sites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TBD</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N/A</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Monthly</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£1.600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£19.200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2060799528"/>
                  </a:ext>
                </a:extLst>
              </a:tr>
              <a:tr h="323073">
                <a:tc>
                  <a:txBody>
                    <a:bodyPr/>
                    <a:lstStyle/>
                    <a:p>
                      <a:pPr algn="l" fontAlgn="b">
                        <a:buNone/>
                      </a:pPr>
                      <a:r>
                        <a:rPr lang="en-GB" sz="1600" u="none" strike="noStrike">
                          <a:effectLst/>
                          <a:latin typeface="+mn-lt"/>
                        </a:rPr>
                        <a:t>Facilities &amp; Network</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Internet</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WAN/Internet egress costs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Internet connectivity (egress) costs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ISP/TBD</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N/A</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Monthly</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£8.000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£96.000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3942320371"/>
                  </a:ext>
                </a:extLst>
              </a:tr>
              <a:tr h="243045">
                <a:tc>
                  <a:txBody>
                    <a:bodyPr/>
                    <a:lstStyle/>
                    <a:p>
                      <a:pPr algn="l" fontAlgn="b">
                        <a:buNone/>
                      </a:pPr>
                      <a:r>
                        <a:rPr lang="en-GB" sz="1600" u="none" strike="noStrike">
                          <a:effectLst/>
                          <a:latin typeface="+mn-lt"/>
                        </a:rPr>
                        <a:t>Operations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Vendor Support</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Vendor support contracts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All vendor support contracts for infra</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TBD</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N/A</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£20.000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£20.000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2052647517"/>
                  </a:ext>
                </a:extLst>
              </a:tr>
              <a:tr h="323073">
                <a:tc>
                  <a:txBody>
                    <a:bodyPr/>
                    <a:lstStyle/>
                    <a:p>
                      <a:pPr algn="l" fontAlgn="b">
                        <a:buNone/>
                      </a:pPr>
                      <a:r>
                        <a:rPr lang="en-GB" sz="1600" u="none" strike="noStrike">
                          <a:effectLst/>
                          <a:latin typeface="+mn-lt"/>
                        </a:rPr>
                        <a:t>Operations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People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Infra management FTE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IT staff dedicated to physical infra management (approx FTE)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Internal</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N/A</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£100.000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£100.000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1369484980"/>
                  </a:ext>
                </a:extLst>
              </a:tr>
              <a:tr h="486092">
                <a:tc>
                  <a:txBody>
                    <a:bodyPr/>
                    <a:lstStyle/>
                    <a:p>
                      <a:pPr algn="l" fontAlgn="b">
                        <a:buNone/>
                      </a:pPr>
                      <a:r>
                        <a:rPr lang="en-GB" sz="1600" u="none" strike="noStrike">
                          <a:effectLst/>
                          <a:latin typeface="+mn-lt"/>
                        </a:rPr>
                        <a:t>Contracts &amp; Commitments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Lock-ins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Existing contract lock-ins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VMware EA, hardware leases, colo agreements and end dates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TBD</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N/A</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2858471873"/>
                  </a:ext>
                </a:extLst>
              </a:tr>
              <a:tr h="486092">
                <a:tc>
                  <a:txBody>
                    <a:bodyPr/>
                    <a:lstStyle/>
                    <a:p>
                      <a:pPr algn="l" fontAlgn="b">
                        <a:buNone/>
                      </a:pPr>
                      <a:r>
                        <a:rPr lang="en-GB" sz="1600" u="none" strike="noStrike">
                          <a:effectLst/>
                          <a:latin typeface="+mn-lt"/>
                        </a:rPr>
                        <a:t>Contracts &amp; Commitments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Refresh</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Planned hardware refreshes (next 12-24 months)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Planned capex refreshes in next  12-24 months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TBD</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N/A</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Capex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Capex</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£200.000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l" fontAlgn="b">
                        <a:buNone/>
                      </a:pP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4091239466"/>
                  </a:ext>
                </a:extLst>
              </a:tr>
              <a:tr h="729137">
                <a:tc>
                  <a:txBody>
                    <a:bodyPr/>
                    <a:lstStyle/>
                    <a:p>
                      <a:pPr algn="l" fontAlgn="b">
                        <a:buNone/>
                      </a:pPr>
                      <a:r>
                        <a:rPr lang="en-GB" sz="1600" u="none" strike="noStrike">
                          <a:effectLst/>
                          <a:latin typeface="+mn-lt"/>
                        </a:rPr>
                        <a:t>Contracts &amp; Commitments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Support</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Microsoft Support (MS Family)</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Support that may need replacing if moving from MS EA</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Bluesource (Accredited Partner)</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TBD</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£80.000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£80.000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2463081317"/>
                  </a:ext>
                </a:extLst>
              </a:tr>
              <a:tr h="486092">
                <a:tc>
                  <a:txBody>
                    <a:bodyPr/>
                    <a:lstStyle/>
                    <a:p>
                      <a:pPr algn="l" fontAlgn="b">
                        <a:buNone/>
                      </a:pPr>
                      <a:r>
                        <a:rPr lang="en-GB" sz="1600" u="none" strike="noStrike">
                          <a:effectLst/>
                          <a:latin typeface="+mn-lt"/>
                        </a:rPr>
                        <a:t>Total</a:t>
                      </a:r>
                      <a:endParaRPr lang="en-GB" sz="1600" b="1" i="0" u="none" strike="noStrike">
                        <a:solidFill>
                          <a:srgbClr val="FFFFFF"/>
                        </a:solidFill>
                        <a:effectLst/>
                        <a:latin typeface="+mn-lt"/>
                      </a:endParaRPr>
                    </a:p>
                  </a:txBody>
                  <a:tcPr marL="0" marR="0" marT="0" marB="0" anchor="b"/>
                </a:tc>
                <a:tc>
                  <a:txBody>
                    <a:bodyPr/>
                    <a:lstStyle/>
                    <a:p>
                      <a:pPr algn="l" fontAlgn="b">
                        <a:buNone/>
                      </a:pPr>
                      <a:endParaRPr lang="en-DE" sz="1600" b="1" i="0" u="none" strike="noStrike">
                        <a:solidFill>
                          <a:srgbClr val="FFFFFF"/>
                        </a:solidFill>
                        <a:effectLst/>
                        <a:latin typeface="+mn-lt"/>
                      </a:endParaRPr>
                    </a:p>
                  </a:txBody>
                  <a:tcPr marL="0" marR="0" marT="0" marB="0" anchor="b"/>
                </a:tc>
                <a:tc>
                  <a:txBody>
                    <a:bodyPr/>
                    <a:lstStyle/>
                    <a:p>
                      <a:pPr algn="l" fontAlgn="b">
                        <a:buNone/>
                      </a:pPr>
                      <a:endParaRPr lang="en-DE" sz="1600" b="1" i="0" u="none" strike="noStrike">
                        <a:solidFill>
                          <a:srgbClr val="FFFFFF"/>
                        </a:solidFill>
                        <a:effectLst/>
                        <a:latin typeface="+mn-lt"/>
                      </a:endParaRPr>
                    </a:p>
                  </a:txBody>
                  <a:tcPr marL="0" marR="0" marT="0" marB="0" anchor="b"/>
                </a:tc>
                <a:tc>
                  <a:txBody>
                    <a:bodyPr/>
                    <a:lstStyle/>
                    <a:p>
                      <a:pPr algn="l" fontAlgn="b">
                        <a:buNone/>
                      </a:pPr>
                      <a:endParaRPr lang="en-DE" sz="1600" b="1" i="0" u="none" strike="noStrike">
                        <a:solidFill>
                          <a:srgbClr val="FFFFFF"/>
                        </a:solidFill>
                        <a:effectLst/>
                        <a:latin typeface="+mn-lt"/>
                      </a:endParaRPr>
                    </a:p>
                  </a:txBody>
                  <a:tcPr marL="0" marR="0" marT="0" marB="0" anchor="b"/>
                </a:tc>
                <a:tc>
                  <a:txBody>
                    <a:bodyPr/>
                    <a:lstStyle/>
                    <a:p>
                      <a:pPr algn="l" fontAlgn="b">
                        <a:buNone/>
                      </a:pPr>
                      <a:endParaRPr lang="en-DE" sz="1600" b="1" i="0" u="none" strike="noStrike">
                        <a:solidFill>
                          <a:srgbClr val="FFFFFF"/>
                        </a:solidFill>
                        <a:effectLst/>
                        <a:latin typeface="+mn-lt"/>
                      </a:endParaRPr>
                    </a:p>
                    <a:p>
                      <a:pPr algn="l" fontAlgn="b">
                        <a:buNone/>
                      </a:pPr>
                      <a:endParaRPr lang="en-DE" sz="1600" b="1" i="0" u="none" strike="noStrike">
                        <a:solidFill>
                          <a:srgbClr val="FFFFFF"/>
                        </a:solidFill>
                        <a:effectLst/>
                        <a:latin typeface="+mn-lt"/>
                      </a:endParaRPr>
                    </a:p>
                  </a:txBody>
                  <a:tcPr marL="0" marR="0" marT="0" marB="0" anchor="b"/>
                </a:tc>
                <a:tc>
                  <a:txBody>
                    <a:bodyPr/>
                    <a:lstStyle/>
                    <a:p>
                      <a:pPr algn="l" fontAlgn="b">
                        <a:buNone/>
                      </a:pPr>
                      <a:endParaRPr lang="en-DE" sz="1600" b="1" i="0" u="none" strike="noStrike">
                        <a:solidFill>
                          <a:srgbClr val="FFFFFF"/>
                        </a:solidFill>
                        <a:effectLst/>
                        <a:latin typeface="+mn-lt"/>
                      </a:endParaRPr>
                    </a:p>
                    <a:p>
                      <a:pPr algn="l" fontAlgn="b">
                        <a:buNone/>
                      </a:pPr>
                      <a:endParaRPr lang="en-DE" sz="1600" b="1" i="0" u="none" strike="noStrike">
                        <a:solidFill>
                          <a:srgbClr val="FFFFFF"/>
                        </a:solidFill>
                        <a:effectLst/>
                        <a:latin typeface="+mn-lt"/>
                      </a:endParaRPr>
                    </a:p>
                  </a:txBody>
                  <a:tcPr marL="0" marR="0" marT="0" marB="0" anchor="b"/>
                </a:tc>
                <a:tc>
                  <a:txBody>
                    <a:bodyPr/>
                    <a:lstStyle/>
                    <a:p>
                      <a:pPr algn="l" fontAlgn="b">
                        <a:buNone/>
                      </a:pPr>
                      <a:endParaRPr lang="en-DE" sz="1600" b="1" i="0" u="none" strike="noStrike">
                        <a:solidFill>
                          <a:srgbClr val="FFFFFF"/>
                        </a:solidFill>
                        <a:effectLst/>
                        <a:latin typeface="+mn-lt"/>
                      </a:endParaRPr>
                    </a:p>
                    <a:p>
                      <a:pPr algn="l" fontAlgn="b">
                        <a:buNone/>
                      </a:pPr>
                      <a:endParaRPr lang="en-DE" sz="1600" b="1" i="0" u="none" strike="noStrike">
                        <a:solidFill>
                          <a:srgbClr val="FFFFFF"/>
                        </a:solidFill>
                        <a:effectLst/>
                        <a:latin typeface="+mn-lt"/>
                      </a:endParaRPr>
                    </a:p>
                  </a:txBody>
                  <a:tcPr marL="0" marR="0" marT="0" marB="0" anchor="b"/>
                </a:tc>
                <a:tc>
                  <a:txBody>
                    <a:bodyPr/>
                    <a:lstStyle/>
                    <a:p>
                      <a:pPr algn="l" fontAlgn="b">
                        <a:buNone/>
                      </a:pPr>
                      <a:endParaRPr lang="en-DE" sz="1600" b="1" i="0" u="none" strike="noStrike">
                        <a:solidFill>
                          <a:srgbClr val="FFFFFF"/>
                        </a:solidFill>
                        <a:effectLst/>
                        <a:latin typeface="+mn-lt"/>
                      </a:endParaRPr>
                    </a:p>
                    <a:p>
                      <a:pPr algn="l" fontAlgn="b">
                        <a:buNone/>
                      </a:pPr>
                      <a:endParaRPr lang="en-DE" sz="1600" b="1" i="0" u="none" strike="noStrike">
                        <a:solidFill>
                          <a:srgbClr val="FFFFFF"/>
                        </a:solidFill>
                        <a:effectLst/>
                        <a:latin typeface="+mn-lt"/>
                      </a:endParaRPr>
                    </a:p>
                  </a:txBody>
                  <a:tcPr marL="0" marR="0" marT="0" marB="0" anchor="b"/>
                </a:tc>
                <a:tc>
                  <a:txBody>
                    <a:bodyPr/>
                    <a:lstStyle/>
                    <a:p>
                      <a:pPr algn="r" fontAlgn="b">
                        <a:buNone/>
                      </a:pPr>
                      <a:r>
                        <a:rPr lang="en-DE" sz="1600" u="none" strike="noStrike">
                          <a:effectLst/>
                          <a:latin typeface="+mn-lt"/>
                        </a:rPr>
                        <a:t> £ 5.901.786 </a:t>
                      </a:r>
                      <a:endParaRPr lang="en-DE" sz="1600" b="1" i="0" u="none" strike="noStrike">
                        <a:solidFill>
                          <a:srgbClr val="FFFFFF"/>
                        </a:solidFill>
                        <a:effectLst/>
                        <a:latin typeface="+mn-lt"/>
                      </a:endParaRPr>
                    </a:p>
                  </a:txBody>
                  <a:tcPr marL="0" marR="0" marT="0" marB="0" anchor="b"/>
                </a:tc>
                <a:tc>
                  <a:txBody>
                    <a:bodyPr/>
                    <a:lstStyle/>
                    <a:p>
                      <a:pPr algn="ctr" fontAlgn="b">
                        <a:buNone/>
                      </a:pPr>
                      <a:endParaRPr lang="en-DE" sz="1600" b="1" i="0" u="none" strike="noStrike">
                        <a:solidFill>
                          <a:srgbClr val="FFFFFF"/>
                        </a:solidFill>
                        <a:effectLst/>
                        <a:latin typeface="+mn-lt"/>
                      </a:endParaRPr>
                    </a:p>
                  </a:txBody>
                  <a:tcPr marL="0" marR="0" marT="0" marB="0" anchor="b"/>
                </a:tc>
                <a:tc>
                  <a:txBody>
                    <a:bodyPr/>
                    <a:lstStyle/>
                    <a:p>
                      <a:pPr algn="r" fontAlgn="b">
                        <a:buNone/>
                      </a:pPr>
                      <a:r>
                        <a:rPr lang="en-DE" sz="1600" u="none" strike="noStrike">
                          <a:effectLst/>
                          <a:highlight>
                            <a:srgbClr val="FFFF00"/>
                          </a:highlight>
                          <a:latin typeface="+mn-lt"/>
                        </a:rPr>
                        <a:t> £ </a:t>
                      </a:r>
                      <a:r>
                        <a:rPr lang="en-DE" sz="1600" b="1" u="none" strike="noStrike">
                          <a:effectLst/>
                          <a:highlight>
                            <a:srgbClr val="FFFF00"/>
                          </a:highlight>
                          <a:latin typeface="+mn-lt"/>
                        </a:rPr>
                        <a:t>3.636.342 </a:t>
                      </a:r>
                      <a:endParaRPr lang="en-DE" sz="1600" b="1" i="0" u="none" strike="noStrike">
                        <a:solidFill>
                          <a:srgbClr val="FFFFFF"/>
                        </a:solidFill>
                        <a:effectLst/>
                        <a:highlight>
                          <a:srgbClr val="FFFF00"/>
                        </a:highlight>
                        <a:latin typeface="+mn-lt"/>
                      </a:endParaRPr>
                    </a:p>
                  </a:txBody>
                  <a:tcPr marL="0" marR="0" marT="0" marB="0" anchor="b"/>
                </a:tc>
                <a:extLst>
                  <a:ext uri="{0D108BD9-81ED-4DB2-BD59-A6C34878D82A}">
                    <a16:rowId xmlns:a16="http://schemas.microsoft.com/office/drawing/2014/main" val="1767475843"/>
                  </a:ext>
                </a:extLst>
              </a:tr>
            </a:tbl>
          </a:graphicData>
        </a:graphic>
      </p:graphicFrame>
    </p:spTree>
    <p:extLst>
      <p:ext uri="{BB962C8B-B14F-4D97-AF65-F5344CB8AC3E}">
        <p14:creationId xmlns:p14="http://schemas.microsoft.com/office/powerpoint/2010/main" val="37182909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7F535-EFF8-AD85-FB6E-AF047C2C076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FE05D7-021A-4B23-461F-C7CC56DEBEFC}"/>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23</a:t>
            </a:fld>
            <a:endParaRPr lang="en-GB" noProof="0"/>
          </a:p>
        </p:txBody>
      </p:sp>
      <p:sp>
        <p:nvSpPr>
          <p:cNvPr id="4" name="TextBox 3">
            <a:extLst>
              <a:ext uri="{FF2B5EF4-FFF2-40B4-BE49-F238E27FC236}">
                <a16:creationId xmlns:a16="http://schemas.microsoft.com/office/drawing/2014/main" id="{32202BA8-5466-CFFB-A193-D1102FCDCF8D}"/>
              </a:ext>
            </a:extLst>
          </p:cNvPr>
          <p:cNvSpPr txBox="1"/>
          <p:nvPr/>
        </p:nvSpPr>
        <p:spPr>
          <a:xfrm>
            <a:off x="406009" y="473476"/>
            <a:ext cx="21331044" cy="1046440"/>
          </a:xfrm>
          <a:prstGeom prst="rect">
            <a:avLst/>
          </a:prstGeom>
          <a:noFill/>
        </p:spPr>
        <p:txBody>
          <a:bodyPr wrap="square" rtlCol="0">
            <a:spAutoFit/>
          </a:bodyPr>
          <a:lstStyle/>
          <a:p>
            <a:pPr algn="l"/>
            <a:r>
              <a:rPr lang="en-GB" sz="6200">
                <a:solidFill>
                  <a:srgbClr val="FF0000"/>
                </a:solidFill>
                <a:latin typeface="Fira Sans Light" panose="020B0403050000020004" pitchFamily="34" charset="0"/>
              </a:rPr>
              <a:t>Cloud Infra Cost Comparison – PAYG vs. 3 Year Commitment</a:t>
            </a:r>
            <a:endParaRPr lang="en-GB" sz="6200" noProof="0">
              <a:solidFill>
                <a:srgbClr val="FF0000"/>
              </a:solidFill>
              <a:latin typeface="Fira Sans Light" panose="020B0403050000020004" pitchFamily="34" charset="0"/>
            </a:endParaRPr>
          </a:p>
        </p:txBody>
      </p:sp>
      <p:sp>
        <p:nvSpPr>
          <p:cNvPr id="11" name="TextBox 10">
            <a:extLst>
              <a:ext uri="{FF2B5EF4-FFF2-40B4-BE49-F238E27FC236}">
                <a16:creationId xmlns:a16="http://schemas.microsoft.com/office/drawing/2014/main" id="{E1907E8D-B628-F175-3FEB-B9BB65AFB266}"/>
              </a:ext>
            </a:extLst>
          </p:cNvPr>
          <p:cNvSpPr txBox="1"/>
          <p:nvPr/>
        </p:nvSpPr>
        <p:spPr>
          <a:xfrm>
            <a:off x="293714" y="2767695"/>
            <a:ext cx="11240560" cy="5262979"/>
          </a:xfrm>
          <a:prstGeom prst="rect">
            <a:avLst/>
          </a:prstGeom>
          <a:noFill/>
        </p:spPr>
        <p:txBody>
          <a:bodyPr wrap="square" rtlCol="0">
            <a:spAutoFit/>
          </a:bodyPr>
          <a:lstStyle/>
          <a:p>
            <a:pPr algn="l"/>
            <a:r>
              <a:rPr lang="en-GB" sz="2800">
                <a:solidFill>
                  <a:srgbClr val="FF0000"/>
                </a:solidFill>
                <a:latin typeface="Fira Sans" panose="020B0503050000020004" pitchFamily="34" charset="0"/>
              </a:rPr>
              <a:t>Key Points:</a:t>
            </a:r>
          </a:p>
          <a:p>
            <a:pPr marL="285750" indent="-285750">
              <a:buClr>
                <a:srgbClr val="FF0000"/>
              </a:buClr>
              <a:buFont typeface="Aktiv Grotesk" panose="020B0604020202020204" pitchFamily="34" charset="0"/>
              <a:buChar char="•"/>
            </a:pPr>
            <a:r>
              <a:rPr lang="en-GB" sz="2800">
                <a:latin typeface="Fira Sans" panose="020B0503050000020004" pitchFamily="34" charset="0"/>
              </a:rPr>
              <a:t>AWS + GCP pricing are very closely matched (2%)</a:t>
            </a:r>
          </a:p>
          <a:p>
            <a:pPr marL="285750" indent="-285750" algn="l">
              <a:buClr>
                <a:srgbClr val="FF0000"/>
              </a:buClr>
              <a:buFont typeface="Aktiv Grotesk" panose="020B0604020202020204" pitchFamily="34" charset="0"/>
              <a:buChar char="•"/>
            </a:pPr>
            <a:r>
              <a:rPr lang="en-GB" sz="2800">
                <a:latin typeface="Fira Sans" panose="020B0503050000020004" pitchFamily="34" charset="0"/>
              </a:rPr>
              <a:t>We priced independent of the Hyperscaler offerings</a:t>
            </a:r>
          </a:p>
          <a:p>
            <a:pPr marL="285750" indent="-285750" algn="l">
              <a:buClr>
                <a:srgbClr val="FF0000"/>
              </a:buClr>
              <a:buFont typeface="Aktiv Grotesk" panose="020B0604020202020204" pitchFamily="34" charset="0"/>
              <a:buChar char="•"/>
            </a:pPr>
            <a:r>
              <a:rPr lang="en-GB" sz="2800">
                <a:latin typeface="Fira Sans" panose="020B0503050000020004" pitchFamily="34" charset="0"/>
              </a:rPr>
              <a:t>Same source data was fed to all three hyperscaler tools</a:t>
            </a:r>
            <a:endParaRPr lang="en-DE" sz="2800">
              <a:latin typeface="Fira Sans" panose="020B0503050000020004" pitchFamily="34" charset="0"/>
            </a:endParaRPr>
          </a:p>
          <a:p>
            <a:pPr marL="742950" lvl="1" indent="-285750">
              <a:buClr>
                <a:srgbClr val="FF0000"/>
              </a:buClr>
              <a:buFont typeface="Aktiv Grotesk" panose="020B0604020202020204" pitchFamily="34" charset="0"/>
              <a:buChar char="•"/>
            </a:pPr>
            <a:r>
              <a:rPr lang="en-GB" sz="2800">
                <a:latin typeface="Fira Sans" panose="020B0503050000020004" pitchFamily="34" charset="0"/>
              </a:rPr>
              <a:t>3038 servers</a:t>
            </a:r>
          </a:p>
          <a:p>
            <a:pPr marL="1200150" lvl="2" indent="-285750">
              <a:buClr>
                <a:srgbClr val="FF0000"/>
              </a:buClr>
              <a:buFont typeface="Aktiv Grotesk" panose="020B0604020202020204" pitchFamily="34" charset="0"/>
              <a:buChar char="•"/>
            </a:pPr>
            <a:r>
              <a:rPr lang="en-GB" sz="2800">
                <a:latin typeface="Fira Sans" panose="020B0503050000020004" pitchFamily="34" charset="0"/>
              </a:rPr>
              <a:t>14,165 vCPUs</a:t>
            </a:r>
          </a:p>
          <a:p>
            <a:pPr marL="1200150" lvl="2" indent="-285750">
              <a:buClr>
                <a:srgbClr val="FF0000"/>
              </a:buClr>
              <a:buFont typeface="Aktiv Grotesk" panose="020B0604020202020204" pitchFamily="34" charset="0"/>
              <a:buChar char="•"/>
            </a:pPr>
            <a:r>
              <a:rPr lang="en-GB" sz="2800">
                <a:latin typeface="Fira Sans" panose="020B0503050000020004" pitchFamily="34" charset="0"/>
              </a:rPr>
              <a:t>53,758 GB Memory</a:t>
            </a:r>
          </a:p>
          <a:p>
            <a:pPr marL="1200150" lvl="2" indent="-285750">
              <a:buClr>
                <a:srgbClr val="FF0000"/>
              </a:buClr>
              <a:buFont typeface="Aktiv Grotesk" panose="020B0604020202020204" pitchFamily="34" charset="0"/>
              <a:buChar char="•"/>
            </a:pPr>
            <a:r>
              <a:rPr lang="en-GB" sz="2800">
                <a:latin typeface="Fira Sans" panose="020B0503050000020004" pitchFamily="34" charset="0"/>
              </a:rPr>
              <a:t>1,261,841 Gb storage</a:t>
            </a:r>
            <a:endParaRPr lang="en-DE" sz="2800">
              <a:latin typeface="Fira Sans" panose="020B0503050000020004" pitchFamily="34" charset="0"/>
            </a:endParaRPr>
          </a:p>
          <a:p>
            <a:pPr marL="285750" indent="-285750" algn="l">
              <a:buClr>
                <a:srgbClr val="FF0000"/>
              </a:buClr>
              <a:buFont typeface="Aktiv Grotesk" panose="020B0604020202020204" pitchFamily="34" charset="0"/>
              <a:buChar char="•"/>
            </a:pPr>
            <a:r>
              <a:rPr lang="en-GB" sz="2800">
                <a:latin typeface="Fira Sans" panose="020B0503050000020004" pitchFamily="34" charset="0"/>
              </a:rPr>
              <a:t>We focused on agnostic “apples-to-apples” comparison</a:t>
            </a:r>
          </a:p>
          <a:p>
            <a:pPr marL="285750" indent="-285750" algn="l">
              <a:buClr>
                <a:srgbClr val="FF0000"/>
              </a:buClr>
              <a:buFont typeface="Aktiv Grotesk" panose="020B0604020202020204" pitchFamily="34" charset="0"/>
              <a:buChar char="•"/>
            </a:pPr>
            <a:r>
              <a:rPr lang="en-GB" sz="2800">
                <a:latin typeface="Fira Sans" panose="020B0503050000020004" pitchFamily="34" charset="0"/>
              </a:rPr>
              <a:t>GCP tooling can create custom sizing (mem)</a:t>
            </a:r>
          </a:p>
          <a:p>
            <a:pPr marL="285750" indent="-285750">
              <a:buClr>
                <a:srgbClr val="FF0000"/>
              </a:buClr>
              <a:buFont typeface="Aktiv Grotesk" panose="020B0604020202020204" pitchFamily="34" charset="0"/>
              <a:buChar char="•"/>
            </a:pPr>
            <a:r>
              <a:rPr lang="en-GB" sz="2800">
                <a:latin typeface="Fira Sans" panose="020B0503050000020004" pitchFamily="34" charset="0"/>
              </a:rPr>
              <a:t>Our numbers provide a strong baseline for a Phase 1 independent comparison</a:t>
            </a:r>
          </a:p>
        </p:txBody>
      </p:sp>
      <p:sp>
        <p:nvSpPr>
          <p:cNvPr id="18" name="TextBox 17">
            <a:extLst>
              <a:ext uri="{FF2B5EF4-FFF2-40B4-BE49-F238E27FC236}">
                <a16:creationId xmlns:a16="http://schemas.microsoft.com/office/drawing/2014/main" id="{DBEF160F-8C1C-156D-03E1-11299B7CB912}"/>
              </a:ext>
            </a:extLst>
          </p:cNvPr>
          <p:cNvSpPr txBox="1"/>
          <p:nvPr/>
        </p:nvSpPr>
        <p:spPr>
          <a:xfrm>
            <a:off x="293714" y="9721839"/>
            <a:ext cx="11898286" cy="2800767"/>
          </a:xfrm>
          <a:prstGeom prst="rect">
            <a:avLst/>
          </a:prstGeom>
          <a:noFill/>
        </p:spPr>
        <p:txBody>
          <a:bodyPr wrap="square">
            <a:spAutoFit/>
          </a:bodyPr>
          <a:lstStyle/>
          <a:p>
            <a:r>
              <a:rPr lang="en-GB" sz="1600">
                <a:latin typeface="Fira Sans" panose="020B0503050000020004" pitchFamily="34" charset="0"/>
              </a:rPr>
              <a:t>Methodology:</a:t>
            </a:r>
          </a:p>
          <a:p>
            <a:pPr marL="514350" indent="-514350">
              <a:buAutoNum type="arabicPeriod"/>
            </a:pPr>
            <a:r>
              <a:rPr lang="en-GB" sz="1600">
                <a:latin typeface="Fira Sans" panose="020B0503050000020004" pitchFamily="34" charset="0"/>
              </a:rPr>
              <a:t>All pricing verified via official cloud APIs (GCP Billing Catalog, AWS Price List, Azure Retail Prices)</a:t>
            </a:r>
          </a:p>
          <a:p>
            <a:pPr marL="514350" indent="-514350">
              <a:buAutoNum type="arabicPeriod"/>
            </a:pPr>
            <a:r>
              <a:rPr lang="en-GB" sz="1600">
                <a:latin typeface="Fira Sans" panose="020B0503050000020004" pitchFamily="34" charset="0"/>
              </a:rPr>
              <a:t>GCP and Azure rates in native GBP from API. AWS rates in USD, converted at corporate FX rate above.</a:t>
            </a:r>
          </a:p>
          <a:p>
            <a:pPr marL="514350" indent="-514350">
              <a:buAutoNum type="arabicPeriod"/>
            </a:pPr>
            <a:r>
              <a:rPr lang="en-GB" sz="1600">
                <a:latin typeface="Fira Sans" panose="020B0503050000020004" pitchFamily="34" charset="0"/>
              </a:rPr>
              <a:t>PAYG = on-demand. 3yr = GCP CUD / AWS 3yr Standard NURI (per-instance from API) / Azure 3yr RI</a:t>
            </a:r>
          </a:p>
          <a:p>
            <a:pPr marL="514350" indent="-514350">
              <a:buAutoNum type="arabicPeriod"/>
            </a:pPr>
            <a:r>
              <a:rPr lang="en-GB" sz="1600">
                <a:latin typeface="Fira Sans" panose="020B0503050000020004" pitchFamily="34" charset="0"/>
              </a:rPr>
              <a:t>Storage: GCP Balanced PD/</a:t>
            </a:r>
            <a:r>
              <a:rPr lang="en-GB" sz="1600" err="1">
                <a:latin typeface="Fira Sans" panose="020B0503050000020004" pitchFamily="34" charset="0"/>
              </a:rPr>
              <a:t>Hyperdisk</a:t>
            </a:r>
            <a:r>
              <a:rPr lang="en-GB" sz="1600">
                <a:latin typeface="Fira Sans" panose="020B0503050000020004" pitchFamily="34" charset="0"/>
              </a:rPr>
              <a:t> (SSD), AWS gp3 (per-region from API), Azure Premium SSD</a:t>
            </a:r>
          </a:p>
          <a:p>
            <a:pPr marL="514350" indent="-514350">
              <a:buAutoNum type="arabicPeriod"/>
            </a:pPr>
            <a:r>
              <a:rPr lang="en-GB" sz="1600">
                <a:latin typeface="Fira Sans" panose="020B0503050000020004" pitchFamily="34" charset="0"/>
              </a:rPr>
              <a:t>Network: 5% of (compute + storage) - standard cloud estimate estimate</a:t>
            </a:r>
          </a:p>
          <a:p>
            <a:pPr marL="514350" indent="-514350">
              <a:buAutoNum type="arabicPeriod"/>
            </a:pPr>
            <a:r>
              <a:rPr lang="en-GB" sz="1600">
                <a:latin typeface="Fira Sans" panose="020B0503050000020004" pitchFamily="34" charset="0"/>
              </a:rPr>
              <a:t>OS licensing: Windows/RHEL at PAYG surcharge rates. SQL Server and Oracle licensing in separate workbook.</a:t>
            </a:r>
          </a:p>
          <a:p>
            <a:pPr marL="514350" indent="-514350">
              <a:buAutoNum type="arabicPeriod"/>
            </a:pPr>
            <a:r>
              <a:rPr lang="en-GB" sz="1600">
                <a:latin typeface="Fira Sans" panose="020B0503050000020004" pitchFamily="34" charset="0"/>
              </a:rPr>
              <a:t>Instance mapping: GCP Migration </a:t>
            </a:r>
            <a:r>
              <a:rPr lang="en-GB" sz="1600" err="1">
                <a:latin typeface="Fira Sans" panose="020B0503050000020004" pitchFamily="34" charset="0"/>
              </a:rPr>
              <a:t>Center</a:t>
            </a:r>
            <a:r>
              <a:rPr lang="en-GB" sz="1600">
                <a:latin typeface="Fira Sans" panose="020B0503050000020004" pitchFamily="34" charset="0"/>
              </a:rPr>
              <a:t>, AWS Transform, Azure Migrate - all architect-assigned</a:t>
            </a:r>
          </a:p>
          <a:p>
            <a:pPr marL="514350" indent="-514350">
              <a:buAutoNum type="arabicPeriod"/>
            </a:pPr>
            <a:r>
              <a:rPr lang="en-GB" sz="1600">
                <a:latin typeface="Fira Sans" panose="020B0503050000020004" pitchFamily="34" charset="0"/>
              </a:rPr>
              <a:t>All 3 clouds sized from the same source dataset (GCP Migration </a:t>
            </a:r>
            <a:r>
              <a:rPr lang="en-GB" sz="1600" err="1">
                <a:latin typeface="Fira Sans" panose="020B0503050000020004" pitchFamily="34" charset="0"/>
              </a:rPr>
              <a:t>Center</a:t>
            </a:r>
            <a:r>
              <a:rPr lang="en-GB" sz="1600">
                <a:latin typeface="Fira Sans" panose="020B0503050000020004" pitchFamily="34" charset="0"/>
              </a:rPr>
              <a:t> export, 3,038 servers in scope)</a:t>
            </a:r>
          </a:p>
          <a:p>
            <a:endParaRPr lang="en-GB" sz="1600">
              <a:latin typeface="Fira Sans" panose="020B0503050000020004" pitchFamily="34" charset="0"/>
            </a:endParaRPr>
          </a:p>
          <a:p>
            <a:r>
              <a:rPr lang="en-GB" sz="1600">
                <a:latin typeface="Fira Sans" panose="020B0503050000020004" pitchFamily="34" charset="0"/>
              </a:rPr>
              <a:t>Not included: backup/DR, management tooling, migration execution, double-run overlap, egress, headcount, VMware savings</a:t>
            </a:r>
          </a:p>
        </p:txBody>
      </p:sp>
      <p:graphicFrame>
        <p:nvGraphicFramePr>
          <p:cNvPr id="20" name="Table 19">
            <a:extLst>
              <a:ext uri="{FF2B5EF4-FFF2-40B4-BE49-F238E27FC236}">
                <a16:creationId xmlns:a16="http://schemas.microsoft.com/office/drawing/2014/main" id="{B41B91A8-2F4A-AECE-3B4A-D12DC615055C}"/>
              </a:ext>
            </a:extLst>
          </p:cNvPr>
          <p:cNvGraphicFramePr>
            <a:graphicFrameLocks noGrp="1"/>
          </p:cNvGraphicFramePr>
          <p:nvPr>
            <p:extLst>
              <p:ext uri="{D42A27DB-BD31-4B8C-83A1-F6EECF244321}">
                <p14:modId xmlns:p14="http://schemas.microsoft.com/office/powerpoint/2010/main" val="44075217"/>
              </p:ext>
            </p:extLst>
          </p:nvPr>
        </p:nvGraphicFramePr>
        <p:xfrm>
          <a:off x="12641214" y="2791326"/>
          <a:ext cx="11101137" cy="8969712"/>
        </p:xfrm>
        <a:graphic>
          <a:graphicData uri="http://schemas.openxmlformats.org/drawingml/2006/table">
            <a:tbl>
              <a:tblPr/>
              <a:tblGrid>
                <a:gridCol w="3211014">
                  <a:extLst>
                    <a:ext uri="{9D8B030D-6E8A-4147-A177-3AD203B41FA5}">
                      <a16:colId xmlns:a16="http://schemas.microsoft.com/office/drawing/2014/main" val="1767108210"/>
                    </a:ext>
                  </a:extLst>
                </a:gridCol>
                <a:gridCol w="2625219">
                  <a:extLst>
                    <a:ext uri="{9D8B030D-6E8A-4147-A177-3AD203B41FA5}">
                      <a16:colId xmlns:a16="http://schemas.microsoft.com/office/drawing/2014/main" val="3765965991"/>
                    </a:ext>
                  </a:extLst>
                </a:gridCol>
                <a:gridCol w="2632452">
                  <a:extLst>
                    <a:ext uri="{9D8B030D-6E8A-4147-A177-3AD203B41FA5}">
                      <a16:colId xmlns:a16="http://schemas.microsoft.com/office/drawing/2014/main" val="617367112"/>
                    </a:ext>
                  </a:extLst>
                </a:gridCol>
                <a:gridCol w="2632452">
                  <a:extLst>
                    <a:ext uri="{9D8B030D-6E8A-4147-A177-3AD203B41FA5}">
                      <a16:colId xmlns:a16="http://schemas.microsoft.com/office/drawing/2014/main" val="3388370713"/>
                    </a:ext>
                  </a:extLst>
                </a:gridCol>
              </a:tblGrid>
              <a:tr h="703507">
                <a:tc gridSpan="2">
                  <a:txBody>
                    <a:bodyPr/>
                    <a:lstStyle/>
                    <a:p>
                      <a:pPr algn="l" fontAlgn="b">
                        <a:buNone/>
                      </a:pPr>
                      <a:r>
                        <a:rPr lang="en-GB" sz="2000" b="0" i="0" u="none" strike="noStrike">
                          <a:solidFill>
                            <a:srgbClr val="404040"/>
                          </a:solidFill>
                          <a:effectLst/>
                          <a:latin typeface="Aktiv Grotesk" panose="020F0502020204030204" pitchFamily="34" charset="0"/>
                        </a:rPr>
                        <a:t>Generated: 15 April 2026 19:51</a:t>
                      </a:r>
                    </a:p>
                  </a:txBody>
                  <a:tcPr marL="8256" marR="8256" marT="8256" marB="0" anchor="b">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tc hMerge="1">
                  <a:txBody>
                    <a:bodyPr/>
                    <a:lstStyle/>
                    <a:p>
                      <a:endParaRPr lang="en-GB"/>
                    </a:p>
                  </a:txBody>
                  <a:tcPr/>
                </a:tc>
                <a:tc>
                  <a:txBody>
                    <a:bodyPr/>
                    <a:lstStyle/>
                    <a:p>
                      <a:pPr algn="l" fontAlgn="b">
                        <a:buNone/>
                      </a:pPr>
                      <a:endParaRPr lang="en-DE" sz="2000" b="0" i="0" u="none" strike="noStrike">
                        <a:solidFill>
                          <a:srgbClr val="000000"/>
                        </a:solidFill>
                        <a:effectLst/>
                        <a:latin typeface="Aktiv Grotesk" panose="020F0502020204030204" pitchFamily="34" charset="0"/>
                      </a:endParaRPr>
                    </a:p>
                  </a:txBody>
                  <a:tcPr marL="8256" marR="8256" marT="8256" marB="0" anchor="b">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fontAlgn="b">
                        <a:buNone/>
                      </a:pPr>
                      <a:endParaRPr lang="en-DE" sz="2000" b="0" i="0" u="none" strike="noStrike">
                        <a:solidFill>
                          <a:srgbClr val="000000"/>
                        </a:solidFill>
                        <a:effectLst/>
                        <a:latin typeface="Aktiv Grotesk" panose="020F0502020204030204" pitchFamily="34" charset="0"/>
                      </a:endParaRPr>
                    </a:p>
                  </a:txBody>
                  <a:tcPr marL="8256" marR="8256" marT="8256" marB="0" anchor="b">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08278700"/>
                  </a:ext>
                </a:extLst>
              </a:tr>
              <a:tr h="449127">
                <a:tc gridSpan="4">
                  <a:txBody>
                    <a:bodyPr/>
                    <a:lstStyle/>
                    <a:p>
                      <a:pPr algn="l" fontAlgn="b">
                        <a:buNone/>
                      </a:pPr>
                      <a:r>
                        <a:rPr lang="en-GB" sz="2000" b="0" i="0" u="none" strike="noStrike">
                          <a:solidFill>
                            <a:srgbClr val="404040"/>
                          </a:solidFill>
                          <a:effectLst/>
                          <a:latin typeface="Aktiv Grotesk" panose="020F0502020204030204" pitchFamily="34" charset="0"/>
                        </a:rPr>
                        <a:t>Servers in scope: 3,038 | Currency: GBP | FX Rate: 1 USD = 0.755 GBP</a:t>
                      </a:r>
                    </a:p>
                  </a:txBody>
                  <a:tcPr marL="8256" marR="8256" marT="825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47331229"/>
                  </a:ext>
                </a:extLst>
              </a:tr>
              <a:tr h="410508">
                <a:tc gridSpan="4">
                  <a:txBody>
                    <a:bodyPr/>
                    <a:lstStyle/>
                    <a:p>
                      <a:pPr algn="l" fontAlgn="b">
                        <a:buNone/>
                      </a:pPr>
                      <a:r>
                        <a:rPr lang="en-GB" sz="2000" b="1" i="0" u="none" strike="noStrike">
                          <a:solidFill>
                            <a:srgbClr val="808080"/>
                          </a:solidFill>
                          <a:effectLst/>
                          <a:latin typeface="Aktiv Grotesk" panose="020F0502020204030204" pitchFamily="34" charset="0"/>
                        </a:rPr>
                        <a:t>All pricing API-verified: </a:t>
                      </a:r>
                      <a:r>
                        <a:rPr lang="en-GB" sz="2000" b="1" i="0" u="none" strike="noStrike">
                          <a:solidFill>
                            <a:srgbClr val="FABF8F"/>
                          </a:solidFill>
                          <a:effectLst/>
                          <a:latin typeface="Aktiv Grotesk" panose="020F0502020204030204" pitchFamily="34" charset="0"/>
                        </a:rPr>
                        <a:t>AWS Price List API</a:t>
                      </a:r>
                      <a:r>
                        <a:rPr lang="en-GB" sz="2000" b="1" i="0" u="none" strike="noStrike">
                          <a:solidFill>
                            <a:srgbClr val="808080"/>
                          </a:solidFill>
                          <a:effectLst/>
                          <a:latin typeface="Aktiv Grotesk" panose="020F0502020204030204" pitchFamily="34" charset="0"/>
                        </a:rPr>
                        <a:t> | </a:t>
                      </a:r>
                      <a:r>
                        <a:rPr lang="en-GB" sz="2000" b="1" i="0" u="none" strike="noStrike">
                          <a:solidFill>
                            <a:srgbClr val="C4D79B"/>
                          </a:solidFill>
                          <a:effectLst/>
                          <a:latin typeface="Aktiv Grotesk" panose="020F0502020204030204" pitchFamily="34" charset="0"/>
                        </a:rPr>
                        <a:t>GCP Billing Catalog API </a:t>
                      </a:r>
                      <a:r>
                        <a:rPr lang="en-GB" sz="2000" b="1" i="0" u="none" strike="noStrike">
                          <a:solidFill>
                            <a:srgbClr val="808080"/>
                          </a:solidFill>
                          <a:effectLst/>
                          <a:latin typeface="Aktiv Grotesk" panose="020F0502020204030204" pitchFamily="34" charset="0"/>
                        </a:rPr>
                        <a:t>| </a:t>
                      </a:r>
                      <a:r>
                        <a:rPr lang="en-GB" sz="2000" b="1" i="0" u="none" strike="noStrike">
                          <a:solidFill>
                            <a:srgbClr val="8DB4E2"/>
                          </a:solidFill>
                          <a:effectLst/>
                          <a:latin typeface="Aktiv Grotesk" panose="020F0502020204030204" pitchFamily="34" charset="0"/>
                        </a:rPr>
                        <a:t>Azure Retail Prices API</a:t>
                      </a:r>
                      <a:endParaRPr lang="en-GB" sz="2000" b="1" i="0" u="none" strike="noStrike">
                        <a:solidFill>
                          <a:srgbClr val="808080"/>
                        </a:solidFill>
                        <a:effectLst/>
                        <a:latin typeface="Aktiv Grotesk" panose="020F0502020204030204" pitchFamily="34" charset="0"/>
                      </a:endParaRPr>
                    </a:p>
                  </a:txBody>
                  <a:tcPr marL="8256" marR="8256" marT="825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97320224"/>
                  </a:ext>
                </a:extLst>
              </a:tr>
              <a:tr h="160421">
                <a:tc>
                  <a:txBody>
                    <a:bodyPr/>
                    <a:lstStyle/>
                    <a:p>
                      <a:pPr algn="l" fontAlgn="b">
                        <a:buNone/>
                      </a:pPr>
                      <a:endParaRPr lang="en-DE" sz="1000" b="0" i="0" u="none" strike="noStrike">
                        <a:solidFill>
                          <a:srgbClr val="000000"/>
                        </a:solidFill>
                        <a:effectLst/>
                        <a:latin typeface="Aktiv Grotesk" panose="020F0502020204030204" pitchFamily="34" charset="0"/>
                      </a:endParaRPr>
                    </a:p>
                  </a:txBody>
                  <a:tcPr marL="8256" marR="8256" marT="8256"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buNone/>
                      </a:pPr>
                      <a:endParaRPr lang="en-DE" sz="1000" b="0" i="0" u="none" strike="noStrike">
                        <a:solidFill>
                          <a:srgbClr val="000000"/>
                        </a:solidFill>
                        <a:effectLst/>
                        <a:latin typeface="Aktiv Grotesk" panose="020F0502020204030204" pitchFamily="34" charset="0"/>
                      </a:endParaRPr>
                    </a:p>
                  </a:txBody>
                  <a:tcPr marL="8256" marR="8256" marT="8256" marB="0" anchor="b">
                    <a:lnL>
                      <a:noFill/>
                    </a:lnL>
                    <a:lnR>
                      <a:noFill/>
                    </a:lnR>
                    <a:lnT>
                      <a:noFill/>
                    </a:lnT>
                    <a:lnB>
                      <a:noFill/>
                    </a:lnB>
                    <a:noFill/>
                  </a:tcPr>
                </a:tc>
                <a:tc>
                  <a:txBody>
                    <a:bodyPr/>
                    <a:lstStyle/>
                    <a:p>
                      <a:pPr algn="l" fontAlgn="b">
                        <a:buNone/>
                      </a:pPr>
                      <a:endParaRPr lang="en-DE" sz="1000" b="0" i="0" u="none" strike="noStrike">
                        <a:solidFill>
                          <a:srgbClr val="000000"/>
                        </a:solidFill>
                        <a:effectLst/>
                        <a:latin typeface="Aktiv Grotesk" panose="020F0502020204030204" pitchFamily="34" charset="0"/>
                      </a:endParaRPr>
                    </a:p>
                  </a:txBody>
                  <a:tcPr marL="8256" marR="8256" marT="8256" marB="0" anchor="b">
                    <a:lnL>
                      <a:noFill/>
                    </a:lnL>
                    <a:lnR>
                      <a:noFill/>
                    </a:lnR>
                    <a:lnT>
                      <a:noFill/>
                    </a:lnT>
                    <a:lnB>
                      <a:noFill/>
                    </a:lnB>
                    <a:noFill/>
                  </a:tcPr>
                </a:tc>
                <a:tc>
                  <a:txBody>
                    <a:bodyPr/>
                    <a:lstStyle/>
                    <a:p>
                      <a:pPr algn="l" fontAlgn="b">
                        <a:buNone/>
                      </a:pPr>
                      <a:endParaRPr lang="en-DE" sz="1000" b="0" i="0" u="none" strike="noStrike">
                        <a:solidFill>
                          <a:srgbClr val="000000"/>
                        </a:solidFill>
                        <a:effectLst/>
                        <a:latin typeface="Aktiv Grotesk" panose="020F0502020204030204" pitchFamily="34" charset="0"/>
                      </a:endParaRPr>
                    </a:p>
                  </a:txBody>
                  <a:tcPr marL="8256" marR="8256" marT="8256" marB="0" anchor="b">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1273258797"/>
                  </a:ext>
                </a:extLst>
              </a:tr>
              <a:tr h="479068">
                <a:tc gridSpan="3">
                  <a:txBody>
                    <a:bodyPr/>
                    <a:lstStyle/>
                    <a:p>
                      <a:pPr algn="l" fontAlgn="b">
                        <a:buNone/>
                      </a:pPr>
                      <a:r>
                        <a:rPr lang="en-GB" sz="2400" b="1" i="0" u="none" strike="noStrike">
                          <a:solidFill>
                            <a:srgbClr val="1F4E79"/>
                          </a:solidFill>
                          <a:effectLst/>
                          <a:latin typeface="Aktiv Grotesk" panose="020F0502020204030204" pitchFamily="34" charset="0"/>
                        </a:rPr>
                        <a:t>PAYG Component Breakdown (Monthly, GBP)</a:t>
                      </a:r>
                    </a:p>
                  </a:txBody>
                  <a:tcPr marL="8256" marR="8256" marT="8256" marB="0" anchor="b">
                    <a:lnL w="12700" cap="flat" cmpd="sng" algn="ctr">
                      <a:solidFill>
                        <a:schemeClr val="tx1"/>
                      </a:solidFill>
                      <a:prstDash val="solid"/>
                      <a:round/>
                      <a:headEnd type="none" w="med" len="med"/>
                      <a:tailEnd type="none" w="med" len="med"/>
                    </a:lnL>
                    <a:lnR>
                      <a:noFill/>
                    </a:lnR>
                    <a:lnT>
                      <a:noFill/>
                    </a:lnT>
                    <a:lnB>
                      <a:noFill/>
                    </a:lnB>
                    <a:solidFill>
                      <a:srgbClr val="D6DCE4"/>
                    </a:solidFill>
                  </a:tcPr>
                </a:tc>
                <a:tc hMerge="1">
                  <a:txBody>
                    <a:bodyPr/>
                    <a:lstStyle/>
                    <a:p>
                      <a:endParaRPr lang="en-GB"/>
                    </a:p>
                  </a:txBody>
                  <a:tcPr/>
                </a:tc>
                <a:tc hMerge="1">
                  <a:txBody>
                    <a:bodyPr/>
                    <a:lstStyle/>
                    <a:p>
                      <a:endParaRPr lang="en-GB"/>
                    </a:p>
                  </a:txBody>
                  <a:tcPr/>
                </a:tc>
                <a:tc>
                  <a:txBody>
                    <a:bodyPr/>
                    <a:lstStyle/>
                    <a:p>
                      <a:pPr algn="l" fontAlgn="b">
                        <a:buNone/>
                      </a:pPr>
                      <a:r>
                        <a:rPr lang="en-DE" sz="2400" b="0" i="0" u="none" strike="noStrike">
                          <a:solidFill>
                            <a:srgbClr val="000000"/>
                          </a:solidFill>
                          <a:effectLst/>
                          <a:latin typeface="Aktiv Grotesk" panose="020F0502020204030204" pitchFamily="34" charset="0"/>
                        </a:rPr>
                        <a:t> </a:t>
                      </a:r>
                    </a:p>
                  </a:txBody>
                  <a:tcPr marL="8256" marR="8256" marT="8256" marB="0" anchor="b">
                    <a:lnL>
                      <a:noFill/>
                    </a:lnL>
                    <a:lnR w="12700" cap="flat" cmpd="sng" algn="ctr">
                      <a:solidFill>
                        <a:schemeClr val="tx1"/>
                      </a:solidFill>
                      <a:prstDash val="solid"/>
                      <a:round/>
                      <a:headEnd type="none" w="med" len="med"/>
                      <a:tailEnd type="none" w="med" len="med"/>
                    </a:lnR>
                    <a:lnT>
                      <a:noFill/>
                    </a:lnT>
                    <a:lnB>
                      <a:noFill/>
                    </a:lnB>
                    <a:solidFill>
                      <a:srgbClr val="D6DCE4"/>
                    </a:solidFill>
                  </a:tcPr>
                </a:tc>
                <a:extLst>
                  <a:ext uri="{0D108BD9-81ED-4DB2-BD59-A6C34878D82A}">
                    <a16:rowId xmlns:a16="http://schemas.microsoft.com/office/drawing/2014/main" val="4212657850"/>
                  </a:ext>
                </a:extLst>
              </a:tr>
              <a:tr h="449127">
                <a:tc>
                  <a:txBody>
                    <a:bodyPr/>
                    <a:lstStyle/>
                    <a:p>
                      <a:pPr algn="l" fontAlgn="b">
                        <a:buNone/>
                      </a:pPr>
                      <a:endParaRPr lang="en-DE" sz="2400" b="0" i="0" u="none" strike="noStrike">
                        <a:solidFill>
                          <a:srgbClr val="000000"/>
                        </a:solidFill>
                        <a:effectLst/>
                        <a:latin typeface="Aktiv Grotesk" panose="020F0502020204030204" pitchFamily="34" charset="0"/>
                      </a:endParaRPr>
                    </a:p>
                  </a:txBody>
                  <a:tcPr marL="8256" marR="8256" marT="8256"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buNone/>
                      </a:pPr>
                      <a:r>
                        <a:rPr lang="en-DE" sz="2400" b="0" i="0" u="none" strike="noStrike">
                          <a:solidFill>
                            <a:srgbClr val="000000"/>
                          </a:solidFill>
                          <a:effectLst/>
                          <a:latin typeface="Aktiv Grotesk" panose="020F0502020204030204" pitchFamily="34" charset="0"/>
                        </a:rPr>
                        <a:t> </a:t>
                      </a:r>
                    </a:p>
                  </a:txBody>
                  <a:tcPr marL="8256" marR="8256" marT="8256" marB="0" anchor="b">
                    <a:lnL>
                      <a:noFill/>
                    </a:lnL>
                    <a:lnR>
                      <a:noFill/>
                    </a:lnR>
                    <a:lnT>
                      <a:noFill/>
                    </a:lnT>
                    <a:lnB>
                      <a:noFill/>
                    </a:lnB>
                    <a:solidFill>
                      <a:srgbClr val="1F4E79"/>
                    </a:solidFill>
                  </a:tcPr>
                </a:tc>
                <a:tc>
                  <a:txBody>
                    <a:bodyPr/>
                    <a:lstStyle/>
                    <a:p>
                      <a:pPr algn="l" fontAlgn="b">
                        <a:buNone/>
                      </a:pPr>
                      <a:r>
                        <a:rPr lang="en-GB" sz="2400" b="1" i="0" u="none" strike="noStrike">
                          <a:solidFill>
                            <a:srgbClr val="FFFFFF"/>
                          </a:solidFill>
                          <a:effectLst/>
                          <a:latin typeface="Aktiv Grotesk" panose="020F0502020204030204" pitchFamily="34" charset="0"/>
                        </a:rPr>
                        <a:t>London</a:t>
                      </a:r>
                    </a:p>
                  </a:txBody>
                  <a:tcPr marL="8256" marR="8256" marT="8256" marB="0" anchor="b">
                    <a:lnL>
                      <a:noFill/>
                    </a:lnL>
                    <a:lnR>
                      <a:noFill/>
                    </a:lnR>
                    <a:lnT>
                      <a:noFill/>
                    </a:lnT>
                    <a:lnB>
                      <a:noFill/>
                    </a:lnB>
                    <a:solidFill>
                      <a:srgbClr val="1F4E79"/>
                    </a:solidFill>
                  </a:tcPr>
                </a:tc>
                <a:tc>
                  <a:txBody>
                    <a:bodyPr/>
                    <a:lstStyle/>
                    <a:p>
                      <a:pPr algn="l" fontAlgn="b">
                        <a:buNone/>
                      </a:pPr>
                      <a:r>
                        <a:rPr lang="en-DE" sz="2400" b="0" i="0" u="none" strike="noStrike">
                          <a:solidFill>
                            <a:srgbClr val="000000"/>
                          </a:solidFill>
                          <a:effectLst/>
                          <a:latin typeface="Aktiv Grotesk" panose="020F0502020204030204" pitchFamily="34" charset="0"/>
                        </a:rPr>
                        <a:t> </a:t>
                      </a:r>
                    </a:p>
                  </a:txBody>
                  <a:tcPr marL="8256" marR="8256" marT="8256" marB="0" anchor="b">
                    <a:lnL>
                      <a:noFill/>
                    </a:lnL>
                    <a:lnR w="12700" cap="flat" cmpd="sng" algn="ctr">
                      <a:solidFill>
                        <a:schemeClr val="tx1"/>
                      </a:solidFill>
                      <a:prstDash val="solid"/>
                      <a:round/>
                      <a:headEnd type="none" w="med" len="med"/>
                      <a:tailEnd type="none" w="med" len="med"/>
                    </a:lnR>
                    <a:lnT>
                      <a:noFill/>
                    </a:lnT>
                    <a:lnB>
                      <a:noFill/>
                    </a:lnB>
                    <a:solidFill>
                      <a:srgbClr val="1F4E79"/>
                    </a:solidFill>
                  </a:tcPr>
                </a:tc>
                <a:extLst>
                  <a:ext uri="{0D108BD9-81ED-4DB2-BD59-A6C34878D82A}">
                    <a16:rowId xmlns:a16="http://schemas.microsoft.com/office/drawing/2014/main" val="2698480142"/>
                  </a:ext>
                </a:extLst>
              </a:tr>
              <a:tr h="449127">
                <a:tc>
                  <a:txBody>
                    <a:bodyPr/>
                    <a:lstStyle/>
                    <a:p>
                      <a:pPr algn="l" fontAlgn="b">
                        <a:buNone/>
                      </a:pPr>
                      <a:endParaRPr lang="en-DE" sz="2400" b="0" i="0" u="none" strike="noStrike">
                        <a:solidFill>
                          <a:srgbClr val="000000"/>
                        </a:solidFill>
                        <a:effectLst/>
                        <a:latin typeface="Aktiv Grotesk" panose="020F0502020204030204" pitchFamily="34" charset="0"/>
                      </a:endParaRPr>
                    </a:p>
                  </a:txBody>
                  <a:tcPr marL="8256" marR="8256" marT="8256"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ctr" fontAlgn="b">
                        <a:buNone/>
                      </a:pPr>
                      <a:r>
                        <a:rPr lang="en-GB" sz="2400" b="1" i="0" u="none" strike="noStrike">
                          <a:solidFill>
                            <a:srgbClr val="000000"/>
                          </a:solidFill>
                          <a:effectLst/>
                          <a:latin typeface="Aktiv Grotesk" panose="020F0502020204030204" pitchFamily="34" charset="0"/>
                        </a:rPr>
                        <a:t>AWS</a:t>
                      </a:r>
                    </a:p>
                  </a:txBody>
                  <a:tcPr marL="8256" marR="8256" marT="8256" marB="0" anchor="b">
                    <a:lnL>
                      <a:noFill/>
                    </a:lnL>
                    <a:lnR>
                      <a:noFill/>
                    </a:lnR>
                    <a:lnT>
                      <a:noFill/>
                    </a:lnT>
                    <a:lnB w="6350" cap="flat" cmpd="sng" algn="ctr">
                      <a:solidFill>
                        <a:srgbClr val="000000"/>
                      </a:solidFill>
                      <a:prstDash val="solid"/>
                      <a:round/>
                      <a:headEnd type="none" w="med" len="med"/>
                      <a:tailEnd type="none" w="med" len="med"/>
                    </a:lnB>
                    <a:solidFill>
                      <a:srgbClr val="FFF3E0"/>
                    </a:solidFill>
                  </a:tcPr>
                </a:tc>
                <a:tc>
                  <a:txBody>
                    <a:bodyPr/>
                    <a:lstStyle/>
                    <a:p>
                      <a:pPr algn="ctr" fontAlgn="b">
                        <a:buNone/>
                      </a:pPr>
                      <a:r>
                        <a:rPr lang="en-GB" sz="2400" b="1" i="0" u="none" strike="noStrike">
                          <a:solidFill>
                            <a:srgbClr val="000000"/>
                          </a:solidFill>
                          <a:effectLst/>
                          <a:latin typeface="Aktiv Grotesk" panose="020F0502020204030204" pitchFamily="34" charset="0"/>
                        </a:rPr>
                        <a:t>GCP</a:t>
                      </a:r>
                    </a:p>
                  </a:txBody>
                  <a:tcPr marL="8256" marR="8256" marT="8256" marB="0" anchor="b">
                    <a:lnL>
                      <a:noFill/>
                    </a:lnL>
                    <a:lnR>
                      <a:noFill/>
                    </a:lnR>
                    <a:lnT>
                      <a:noFill/>
                    </a:lnT>
                    <a:lnB w="6350" cap="flat" cmpd="sng" algn="ctr">
                      <a:solidFill>
                        <a:srgbClr val="000000"/>
                      </a:solidFill>
                      <a:prstDash val="solid"/>
                      <a:round/>
                      <a:headEnd type="none" w="med" len="med"/>
                      <a:tailEnd type="none" w="med" len="med"/>
                    </a:lnB>
                    <a:solidFill>
                      <a:srgbClr val="E8F5E9"/>
                    </a:solidFill>
                  </a:tcPr>
                </a:tc>
                <a:tc>
                  <a:txBody>
                    <a:bodyPr/>
                    <a:lstStyle/>
                    <a:p>
                      <a:pPr algn="ctr" fontAlgn="b">
                        <a:buNone/>
                      </a:pPr>
                      <a:r>
                        <a:rPr lang="en-GB" sz="2400" b="1" i="0" u="none" strike="noStrike">
                          <a:solidFill>
                            <a:srgbClr val="000000"/>
                          </a:solidFill>
                          <a:effectLst/>
                          <a:latin typeface="Aktiv Grotesk" panose="020F0502020204030204" pitchFamily="34" charset="0"/>
                        </a:rPr>
                        <a:t>Azure</a:t>
                      </a:r>
                    </a:p>
                  </a:txBody>
                  <a:tcPr marL="8256" marR="8256" marT="8256" marB="0" anchor="b">
                    <a:lnL>
                      <a:noFill/>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3F2FD"/>
                    </a:solidFill>
                  </a:tcPr>
                </a:tc>
                <a:extLst>
                  <a:ext uri="{0D108BD9-81ED-4DB2-BD59-A6C34878D82A}">
                    <a16:rowId xmlns:a16="http://schemas.microsoft.com/office/drawing/2014/main" val="2087117143"/>
                  </a:ext>
                </a:extLst>
              </a:tr>
              <a:tr h="449127">
                <a:tc>
                  <a:txBody>
                    <a:bodyPr/>
                    <a:lstStyle/>
                    <a:p>
                      <a:pPr algn="l" fontAlgn="b">
                        <a:buNone/>
                      </a:pPr>
                      <a:r>
                        <a:rPr lang="en-GB" sz="2400" b="0" i="0" u="none" strike="noStrike">
                          <a:solidFill>
                            <a:srgbClr val="000000"/>
                          </a:solidFill>
                          <a:effectLst/>
                          <a:latin typeface="Aktiv Grotesk" panose="020F0502020204030204" pitchFamily="34" charset="0"/>
                        </a:rPr>
                        <a:t>Compute</a:t>
                      </a:r>
                    </a:p>
                  </a:txBody>
                  <a:tcPr marL="8256" marR="8256" marT="8256" marB="0" anchor="b">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buNone/>
                      </a:pPr>
                      <a:r>
                        <a:rPr lang="en-DE" sz="2400" b="0" i="0" u="none" strike="noStrike">
                          <a:solidFill>
                            <a:srgbClr val="000000"/>
                          </a:solidFill>
                          <a:effectLst/>
                          <a:latin typeface="Aktiv Grotesk" panose="020F0502020204030204" pitchFamily="34" charset="0"/>
                        </a:rPr>
                        <a:t>228.907</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3E0"/>
                    </a:solidFill>
                  </a:tcPr>
                </a:tc>
                <a:tc>
                  <a:txBody>
                    <a:bodyPr/>
                    <a:lstStyle/>
                    <a:p>
                      <a:pPr algn="r" fontAlgn="b">
                        <a:buNone/>
                      </a:pPr>
                      <a:r>
                        <a:rPr lang="en-DE" sz="2400" b="0" i="0" u="none" strike="noStrike">
                          <a:solidFill>
                            <a:srgbClr val="000000"/>
                          </a:solidFill>
                          <a:effectLst/>
                          <a:latin typeface="Aktiv Grotesk" panose="020F0502020204030204" pitchFamily="34" charset="0"/>
                        </a:rPr>
                        <a:t>196.025</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E9"/>
                    </a:solidFill>
                  </a:tcPr>
                </a:tc>
                <a:tc>
                  <a:txBody>
                    <a:bodyPr/>
                    <a:lstStyle/>
                    <a:p>
                      <a:pPr algn="r" fontAlgn="b">
                        <a:buNone/>
                      </a:pPr>
                      <a:r>
                        <a:rPr lang="en-DE" sz="2400" b="0" i="0" u="none" strike="noStrike">
                          <a:solidFill>
                            <a:srgbClr val="000000"/>
                          </a:solidFill>
                          <a:effectLst/>
                          <a:latin typeface="Aktiv Grotesk" panose="020F0502020204030204" pitchFamily="34" charset="0"/>
                        </a:rPr>
                        <a:t>228.410</a:t>
                      </a:r>
                    </a:p>
                  </a:txBody>
                  <a:tcPr marL="8256" marR="8256" marT="8256"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2FD"/>
                    </a:solidFill>
                  </a:tcPr>
                </a:tc>
                <a:extLst>
                  <a:ext uri="{0D108BD9-81ED-4DB2-BD59-A6C34878D82A}">
                    <a16:rowId xmlns:a16="http://schemas.microsoft.com/office/drawing/2014/main" val="155959910"/>
                  </a:ext>
                </a:extLst>
              </a:tr>
              <a:tr h="449127">
                <a:tc>
                  <a:txBody>
                    <a:bodyPr/>
                    <a:lstStyle/>
                    <a:p>
                      <a:pPr algn="l" fontAlgn="b">
                        <a:buNone/>
                      </a:pPr>
                      <a:r>
                        <a:rPr lang="en-GB" sz="2400" b="0" i="0" u="none" strike="noStrike">
                          <a:solidFill>
                            <a:srgbClr val="000000"/>
                          </a:solidFill>
                          <a:effectLst/>
                          <a:latin typeface="Aktiv Grotesk" panose="020F0502020204030204" pitchFamily="34" charset="0"/>
                        </a:rPr>
                        <a:t>Storage</a:t>
                      </a:r>
                    </a:p>
                  </a:txBody>
                  <a:tcPr marL="8256" marR="8256" marT="8256" marB="0" anchor="b">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buNone/>
                      </a:pPr>
                      <a:r>
                        <a:rPr lang="en-DE" sz="2400" b="0" i="0" u="none" strike="noStrike">
                          <a:solidFill>
                            <a:srgbClr val="000000"/>
                          </a:solidFill>
                          <a:effectLst/>
                          <a:latin typeface="Aktiv Grotesk" panose="020F0502020204030204" pitchFamily="34" charset="0"/>
                        </a:rPr>
                        <a:t>63.587</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3E0"/>
                    </a:solidFill>
                  </a:tcPr>
                </a:tc>
                <a:tc>
                  <a:txBody>
                    <a:bodyPr/>
                    <a:lstStyle/>
                    <a:p>
                      <a:pPr algn="r" fontAlgn="b">
                        <a:buNone/>
                      </a:pPr>
                      <a:r>
                        <a:rPr lang="en-DE" sz="2400" b="0" i="0" u="none" strike="noStrike">
                          <a:solidFill>
                            <a:srgbClr val="000000"/>
                          </a:solidFill>
                          <a:effectLst/>
                          <a:latin typeface="Aktiv Grotesk" panose="020F0502020204030204" pitchFamily="34" charset="0"/>
                        </a:rPr>
                        <a:t>91.005</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E9"/>
                    </a:solidFill>
                  </a:tcPr>
                </a:tc>
                <a:tc>
                  <a:txBody>
                    <a:bodyPr/>
                    <a:lstStyle/>
                    <a:p>
                      <a:pPr algn="r" fontAlgn="b">
                        <a:buNone/>
                      </a:pPr>
                      <a:r>
                        <a:rPr lang="en-DE" sz="2400" b="0" i="0" u="none" strike="noStrike">
                          <a:solidFill>
                            <a:srgbClr val="000000"/>
                          </a:solidFill>
                          <a:effectLst/>
                          <a:latin typeface="Aktiv Grotesk" panose="020F0502020204030204" pitchFamily="34" charset="0"/>
                        </a:rPr>
                        <a:t>159.446</a:t>
                      </a:r>
                    </a:p>
                  </a:txBody>
                  <a:tcPr marL="8256" marR="8256" marT="8256"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2FD"/>
                    </a:solidFill>
                  </a:tcPr>
                </a:tc>
                <a:extLst>
                  <a:ext uri="{0D108BD9-81ED-4DB2-BD59-A6C34878D82A}">
                    <a16:rowId xmlns:a16="http://schemas.microsoft.com/office/drawing/2014/main" val="722904484"/>
                  </a:ext>
                </a:extLst>
              </a:tr>
              <a:tr h="449127">
                <a:tc>
                  <a:txBody>
                    <a:bodyPr/>
                    <a:lstStyle/>
                    <a:p>
                      <a:pPr algn="l" fontAlgn="b">
                        <a:buNone/>
                      </a:pPr>
                      <a:r>
                        <a:rPr lang="en-GB" sz="2400" b="0" i="0" u="none" strike="noStrike">
                          <a:solidFill>
                            <a:srgbClr val="000000"/>
                          </a:solidFill>
                          <a:effectLst/>
                          <a:latin typeface="Aktiv Grotesk" panose="020F0502020204030204" pitchFamily="34" charset="0"/>
                        </a:rPr>
                        <a:t>OS License</a:t>
                      </a:r>
                    </a:p>
                  </a:txBody>
                  <a:tcPr marL="8256" marR="8256" marT="8256" marB="0" anchor="b">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buNone/>
                      </a:pPr>
                      <a:r>
                        <a:rPr lang="en-DE" sz="2400" b="0" i="0" u="none" strike="noStrike">
                          <a:solidFill>
                            <a:srgbClr val="000000"/>
                          </a:solidFill>
                          <a:effectLst/>
                          <a:latin typeface="Aktiv Grotesk" panose="020F0502020204030204" pitchFamily="34" charset="0"/>
                        </a:rPr>
                        <a:t>21.105</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3E0"/>
                    </a:solidFill>
                  </a:tcPr>
                </a:tc>
                <a:tc>
                  <a:txBody>
                    <a:bodyPr/>
                    <a:lstStyle/>
                    <a:p>
                      <a:pPr algn="r" fontAlgn="b">
                        <a:buNone/>
                      </a:pPr>
                      <a:r>
                        <a:rPr lang="en-DE" sz="2400" b="0" i="0" u="none" strike="noStrike">
                          <a:solidFill>
                            <a:srgbClr val="000000"/>
                          </a:solidFill>
                          <a:effectLst/>
                          <a:latin typeface="Aktiv Grotesk" panose="020F0502020204030204" pitchFamily="34" charset="0"/>
                        </a:rPr>
                        <a:t>9.883</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E9"/>
                    </a:solidFill>
                  </a:tcPr>
                </a:tc>
                <a:tc>
                  <a:txBody>
                    <a:bodyPr/>
                    <a:lstStyle/>
                    <a:p>
                      <a:pPr algn="r" fontAlgn="b">
                        <a:buNone/>
                      </a:pPr>
                      <a:r>
                        <a:rPr lang="en-DE" sz="2400" b="0" i="0" u="none" strike="noStrike">
                          <a:solidFill>
                            <a:srgbClr val="000000"/>
                          </a:solidFill>
                          <a:effectLst/>
                          <a:latin typeface="Aktiv Grotesk" panose="020F0502020204030204" pitchFamily="34" charset="0"/>
                        </a:rPr>
                        <a:t>17.582</a:t>
                      </a:r>
                    </a:p>
                  </a:txBody>
                  <a:tcPr marL="8256" marR="8256" marT="8256"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2FD"/>
                    </a:solidFill>
                  </a:tcPr>
                </a:tc>
                <a:extLst>
                  <a:ext uri="{0D108BD9-81ED-4DB2-BD59-A6C34878D82A}">
                    <a16:rowId xmlns:a16="http://schemas.microsoft.com/office/drawing/2014/main" val="2637787268"/>
                  </a:ext>
                </a:extLst>
              </a:tr>
              <a:tr h="449127">
                <a:tc>
                  <a:txBody>
                    <a:bodyPr/>
                    <a:lstStyle/>
                    <a:p>
                      <a:pPr algn="l" fontAlgn="b">
                        <a:buNone/>
                      </a:pPr>
                      <a:r>
                        <a:rPr lang="en-GB" sz="2400" b="0" i="0" u="none" strike="noStrike">
                          <a:solidFill>
                            <a:srgbClr val="000000"/>
                          </a:solidFill>
                          <a:effectLst/>
                          <a:latin typeface="Aktiv Grotesk" panose="020F0502020204030204" pitchFamily="34" charset="0"/>
                        </a:rPr>
                        <a:t>Network (5%)</a:t>
                      </a:r>
                    </a:p>
                  </a:txBody>
                  <a:tcPr marL="8256" marR="8256" marT="8256" marB="0" anchor="b">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buNone/>
                      </a:pPr>
                      <a:r>
                        <a:rPr lang="en-DE" sz="2400" b="0" i="0" u="none" strike="noStrike">
                          <a:solidFill>
                            <a:srgbClr val="000000"/>
                          </a:solidFill>
                          <a:effectLst/>
                          <a:latin typeface="Aktiv Grotesk" panose="020F0502020204030204" pitchFamily="34" charset="0"/>
                        </a:rPr>
                        <a:t>14.625</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3E0"/>
                    </a:solidFill>
                  </a:tcPr>
                </a:tc>
                <a:tc>
                  <a:txBody>
                    <a:bodyPr/>
                    <a:lstStyle/>
                    <a:p>
                      <a:pPr algn="r" fontAlgn="b">
                        <a:buNone/>
                      </a:pPr>
                      <a:r>
                        <a:rPr lang="en-DE" sz="2400" b="0" i="0" u="none" strike="noStrike">
                          <a:solidFill>
                            <a:srgbClr val="000000"/>
                          </a:solidFill>
                          <a:effectLst/>
                          <a:latin typeface="Aktiv Grotesk" panose="020F0502020204030204" pitchFamily="34" charset="0"/>
                        </a:rPr>
                        <a:t>14.351</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E9"/>
                    </a:solidFill>
                  </a:tcPr>
                </a:tc>
                <a:tc>
                  <a:txBody>
                    <a:bodyPr/>
                    <a:lstStyle/>
                    <a:p>
                      <a:pPr algn="r" fontAlgn="b">
                        <a:buNone/>
                      </a:pPr>
                      <a:r>
                        <a:rPr lang="en-DE" sz="2400" b="0" i="0" u="none" strike="noStrike">
                          <a:solidFill>
                            <a:srgbClr val="000000"/>
                          </a:solidFill>
                          <a:effectLst/>
                          <a:latin typeface="Aktiv Grotesk" panose="020F0502020204030204" pitchFamily="34" charset="0"/>
                        </a:rPr>
                        <a:t>19.393</a:t>
                      </a:r>
                    </a:p>
                  </a:txBody>
                  <a:tcPr marL="8256" marR="8256" marT="8256"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2FD"/>
                    </a:solidFill>
                  </a:tcPr>
                </a:tc>
                <a:extLst>
                  <a:ext uri="{0D108BD9-81ED-4DB2-BD59-A6C34878D82A}">
                    <a16:rowId xmlns:a16="http://schemas.microsoft.com/office/drawing/2014/main" val="2019845363"/>
                  </a:ext>
                </a:extLst>
              </a:tr>
              <a:tr h="449127">
                <a:tc>
                  <a:txBody>
                    <a:bodyPr/>
                    <a:lstStyle/>
                    <a:p>
                      <a:pPr algn="l" fontAlgn="b">
                        <a:buNone/>
                      </a:pPr>
                      <a:r>
                        <a:rPr lang="en-GB" sz="2400" b="1" i="0" u="none" strike="noStrike">
                          <a:solidFill>
                            <a:srgbClr val="000000"/>
                          </a:solidFill>
                          <a:effectLst/>
                          <a:latin typeface="Aktiv Grotesk" panose="020F0502020204030204" pitchFamily="34" charset="0"/>
                        </a:rPr>
                        <a:t>Total - Monthly</a:t>
                      </a:r>
                    </a:p>
                  </a:txBody>
                  <a:tcPr marL="8256" marR="8256" marT="8256" marB="0" anchor="b">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buNone/>
                      </a:pPr>
                      <a:r>
                        <a:rPr lang="en-DE" sz="2400" b="1" i="0" u="none" strike="noStrike">
                          <a:solidFill>
                            <a:srgbClr val="000000"/>
                          </a:solidFill>
                          <a:effectLst/>
                          <a:latin typeface="Aktiv Grotesk" panose="020F0502020204030204" pitchFamily="34" charset="0"/>
                        </a:rPr>
                        <a:t>328.223</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3E0"/>
                    </a:solidFill>
                  </a:tcPr>
                </a:tc>
                <a:tc>
                  <a:txBody>
                    <a:bodyPr/>
                    <a:lstStyle/>
                    <a:p>
                      <a:pPr algn="r" fontAlgn="b">
                        <a:buNone/>
                      </a:pPr>
                      <a:r>
                        <a:rPr lang="en-DE" sz="2400" b="1" i="0" u="none" strike="noStrike">
                          <a:solidFill>
                            <a:srgbClr val="000000"/>
                          </a:solidFill>
                          <a:effectLst/>
                          <a:latin typeface="Aktiv Grotesk" panose="020F0502020204030204" pitchFamily="34" charset="0"/>
                        </a:rPr>
                        <a:t>311.264</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E9"/>
                    </a:solidFill>
                  </a:tcPr>
                </a:tc>
                <a:tc>
                  <a:txBody>
                    <a:bodyPr/>
                    <a:lstStyle/>
                    <a:p>
                      <a:pPr algn="r" fontAlgn="b">
                        <a:buNone/>
                      </a:pPr>
                      <a:r>
                        <a:rPr lang="en-DE" sz="2400" b="1" i="0" u="none" strike="noStrike">
                          <a:solidFill>
                            <a:srgbClr val="000000"/>
                          </a:solidFill>
                          <a:effectLst/>
                          <a:latin typeface="Aktiv Grotesk" panose="020F0502020204030204" pitchFamily="34" charset="0"/>
                        </a:rPr>
                        <a:t>424.831</a:t>
                      </a:r>
                    </a:p>
                  </a:txBody>
                  <a:tcPr marL="8256" marR="8256" marT="8256"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2FD"/>
                    </a:solidFill>
                  </a:tcPr>
                </a:tc>
                <a:extLst>
                  <a:ext uri="{0D108BD9-81ED-4DB2-BD59-A6C34878D82A}">
                    <a16:rowId xmlns:a16="http://schemas.microsoft.com/office/drawing/2014/main" val="1243592117"/>
                  </a:ext>
                </a:extLst>
              </a:tr>
              <a:tr h="449127">
                <a:tc>
                  <a:txBody>
                    <a:bodyPr/>
                    <a:lstStyle/>
                    <a:p>
                      <a:pPr algn="l" fontAlgn="b">
                        <a:buNone/>
                      </a:pPr>
                      <a:r>
                        <a:rPr lang="en-GB" sz="2400" b="1" i="0" u="none" strike="noStrike">
                          <a:solidFill>
                            <a:srgbClr val="000000"/>
                          </a:solidFill>
                          <a:effectLst/>
                          <a:latin typeface="Aktiv Grotesk" panose="020F0502020204030204" pitchFamily="34" charset="0"/>
                        </a:rPr>
                        <a:t>Annual (GBP)</a:t>
                      </a:r>
                    </a:p>
                  </a:txBody>
                  <a:tcPr marL="8256" marR="8256" marT="8256" marB="0" anchor="b">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buNone/>
                      </a:pPr>
                      <a:r>
                        <a:rPr lang="en-DE" sz="2400" b="1" i="0" u="none" strike="noStrike">
                          <a:solidFill>
                            <a:srgbClr val="000000"/>
                          </a:solidFill>
                          <a:effectLst/>
                          <a:latin typeface="Aktiv Grotesk" panose="020F0502020204030204" pitchFamily="34" charset="0"/>
                        </a:rPr>
                        <a:t>3.938.677</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3E0"/>
                    </a:solidFill>
                  </a:tcPr>
                </a:tc>
                <a:tc>
                  <a:txBody>
                    <a:bodyPr/>
                    <a:lstStyle/>
                    <a:p>
                      <a:pPr algn="r" fontAlgn="b">
                        <a:buNone/>
                      </a:pPr>
                      <a:r>
                        <a:rPr lang="en-DE" sz="2400" b="1" i="0" u="none" strike="noStrike">
                          <a:solidFill>
                            <a:srgbClr val="000000"/>
                          </a:solidFill>
                          <a:effectLst/>
                          <a:latin typeface="Aktiv Grotesk" panose="020F0502020204030204" pitchFamily="34" charset="0"/>
                        </a:rPr>
                        <a:t>3.735.172</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E9"/>
                    </a:solidFill>
                  </a:tcPr>
                </a:tc>
                <a:tc>
                  <a:txBody>
                    <a:bodyPr/>
                    <a:lstStyle/>
                    <a:p>
                      <a:pPr algn="r" fontAlgn="b">
                        <a:buNone/>
                      </a:pPr>
                      <a:r>
                        <a:rPr lang="en-DE" sz="2400" b="1" i="0" u="none" strike="noStrike">
                          <a:solidFill>
                            <a:srgbClr val="000000"/>
                          </a:solidFill>
                          <a:effectLst/>
                          <a:latin typeface="Aktiv Grotesk" panose="020F0502020204030204" pitchFamily="34" charset="0"/>
                        </a:rPr>
                        <a:t>5.097.970</a:t>
                      </a:r>
                    </a:p>
                  </a:txBody>
                  <a:tcPr marL="8256" marR="8256" marT="8256"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2FD"/>
                    </a:solidFill>
                  </a:tcPr>
                </a:tc>
                <a:extLst>
                  <a:ext uri="{0D108BD9-81ED-4DB2-BD59-A6C34878D82A}">
                    <a16:rowId xmlns:a16="http://schemas.microsoft.com/office/drawing/2014/main" val="1383537535"/>
                  </a:ext>
                </a:extLst>
              </a:tr>
              <a:tr h="449127">
                <a:tc>
                  <a:txBody>
                    <a:bodyPr/>
                    <a:lstStyle/>
                    <a:p>
                      <a:pPr algn="l" fontAlgn="b">
                        <a:buNone/>
                      </a:pPr>
                      <a:endParaRPr lang="en-DE" sz="2400" b="0" i="0" u="none" strike="noStrike">
                        <a:solidFill>
                          <a:srgbClr val="000000"/>
                        </a:solidFill>
                        <a:effectLst/>
                        <a:latin typeface="Aktiv Grotesk" panose="020F0502020204030204" pitchFamily="34" charset="0"/>
                      </a:endParaRPr>
                    </a:p>
                  </a:txBody>
                  <a:tcPr marL="8256" marR="8256" marT="8256"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buNone/>
                      </a:pPr>
                      <a:endParaRPr lang="en-DE" sz="2400" b="0" i="0" u="none" strike="noStrike">
                        <a:solidFill>
                          <a:srgbClr val="000000"/>
                        </a:solidFill>
                        <a:effectLst/>
                        <a:latin typeface="Aktiv Grotesk" panose="020F0502020204030204" pitchFamily="34" charset="0"/>
                      </a:endParaRPr>
                    </a:p>
                  </a:txBody>
                  <a:tcPr marL="8256" marR="8256" marT="825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DE" sz="2400" b="0" i="0" u="none" strike="noStrike">
                        <a:solidFill>
                          <a:srgbClr val="000000"/>
                        </a:solidFill>
                        <a:effectLst/>
                        <a:latin typeface="Aktiv Grotesk" panose="020F0502020204030204" pitchFamily="34" charset="0"/>
                      </a:endParaRPr>
                    </a:p>
                  </a:txBody>
                  <a:tcPr marL="8256" marR="8256" marT="825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DE" sz="2400" b="0" i="0" u="none" strike="noStrike">
                        <a:solidFill>
                          <a:srgbClr val="000000"/>
                        </a:solidFill>
                        <a:effectLst/>
                        <a:latin typeface="Aktiv Grotesk" panose="020F0502020204030204" pitchFamily="34" charset="0"/>
                      </a:endParaRPr>
                    </a:p>
                  </a:txBody>
                  <a:tcPr marL="8256" marR="8256" marT="8256" marB="0" anchor="b">
                    <a:lnL>
                      <a:noFill/>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591853246"/>
                  </a:ext>
                </a:extLst>
              </a:tr>
              <a:tr h="479068">
                <a:tc gridSpan="2">
                  <a:txBody>
                    <a:bodyPr/>
                    <a:lstStyle/>
                    <a:p>
                      <a:pPr algn="l" fontAlgn="b">
                        <a:buNone/>
                      </a:pPr>
                      <a:r>
                        <a:rPr lang="en-GB" sz="2400" b="1" i="0" u="none" strike="noStrike">
                          <a:solidFill>
                            <a:srgbClr val="1F4E79"/>
                          </a:solidFill>
                          <a:effectLst/>
                          <a:latin typeface="Aktiv Grotesk" panose="020F0502020204030204" pitchFamily="34" charset="0"/>
                        </a:rPr>
                        <a:t>3yr Commitment Pricing Breakdown (GBP)</a:t>
                      </a:r>
                    </a:p>
                  </a:txBody>
                  <a:tcPr marL="8256" marR="8256" marT="8256" marB="0" anchor="b">
                    <a:lnL w="12700" cap="flat" cmpd="sng" algn="ctr">
                      <a:solidFill>
                        <a:schemeClr val="tx1"/>
                      </a:solidFill>
                      <a:prstDash val="solid"/>
                      <a:round/>
                      <a:headEnd type="none" w="med" len="med"/>
                      <a:tailEnd type="none" w="med" len="med"/>
                    </a:lnL>
                    <a:lnR>
                      <a:noFill/>
                    </a:lnR>
                    <a:lnT>
                      <a:noFill/>
                    </a:lnT>
                    <a:lnB>
                      <a:noFill/>
                    </a:lnB>
                    <a:solidFill>
                      <a:srgbClr val="D6DCE4"/>
                    </a:solidFill>
                  </a:tcPr>
                </a:tc>
                <a:tc hMerge="1">
                  <a:txBody>
                    <a:bodyPr/>
                    <a:lstStyle/>
                    <a:p>
                      <a:endParaRPr lang="en-GB"/>
                    </a:p>
                  </a:txBody>
                  <a:tcPr/>
                </a:tc>
                <a:tc>
                  <a:txBody>
                    <a:bodyPr/>
                    <a:lstStyle/>
                    <a:p>
                      <a:pPr algn="l" fontAlgn="b">
                        <a:buNone/>
                      </a:pPr>
                      <a:r>
                        <a:rPr lang="en-DE" sz="2400" b="0" i="0" u="none" strike="noStrike">
                          <a:solidFill>
                            <a:srgbClr val="000000"/>
                          </a:solidFill>
                          <a:effectLst/>
                          <a:latin typeface="Aktiv Grotesk" panose="020F0502020204030204" pitchFamily="34" charset="0"/>
                        </a:rPr>
                        <a:t> </a:t>
                      </a:r>
                    </a:p>
                  </a:txBody>
                  <a:tcPr marL="8256" marR="8256" marT="8256" marB="0" anchor="b">
                    <a:lnL>
                      <a:noFill/>
                    </a:lnL>
                    <a:lnR>
                      <a:noFill/>
                    </a:lnR>
                    <a:lnT>
                      <a:noFill/>
                    </a:lnT>
                    <a:lnB>
                      <a:noFill/>
                    </a:lnB>
                    <a:solidFill>
                      <a:srgbClr val="D6DCE4"/>
                    </a:solidFill>
                  </a:tcPr>
                </a:tc>
                <a:tc>
                  <a:txBody>
                    <a:bodyPr/>
                    <a:lstStyle/>
                    <a:p>
                      <a:pPr algn="l" fontAlgn="b">
                        <a:buNone/>
                      </a:pPr>
                      <a:r>
                        <a:rPr lang="en-DE" sz="2400" b="0" i="0" u="none" strike="noStrike">
                          <a:solidFill>
                            <a:srgbClr val="000000"/>
                          </a:solidFill>
                          <a:effectLst/>
                          <a:latin typeface="Aktiv Grotesk" panose="020F0502020204030204" pitchFamily="34" charset="0"/>
                        </a:rPr>
                        <a:t> </a:t>
                      </a:r>
                    </a:p>
                  </a:txBody>
                  <a:tcPr marL="8256" marR="8256" marT="8256" marB="0" anchor="b">
                    <a:lnL>
                      <a:noFill/>
                    </a:lnL>
                    <a:lnR w="12700" cap="flat" cmpd="sng" algn="ctr">
                      <a:solidFill>
                        <a:schemeClr val="tx1"/>
                      </a:solidFill>
                      <a:prstDash val="solid"/>
                      <a:round/>
                      <a:headEnd type="none" w="med" len="med"/>
                      <a:tailEnd type="none" w="med" len="med"/>
                    </a:lnR>
                    <a:lnT>
                      <a:noFill/>
                    </a:lnT>
                    <a:lnB>
                      <a:noFill/>
                    </a:lnB>
                    <a:solidFill>
                      <a:srgbClr val="D6DCE4"/>
                    </a:solidFill>
                  </a:tcPr>
                </a:tc>
                <a:extLst>
                  <a:ext uri="{0D108BD9-81ED-4DB2-BD59-A6C34878D82A}">
                    <a16:rowId xmlns:a16="http://schemas.microsoft.com/office/drawing/2014/main" val="524040744"/>
                  </a:ext>
                </a:extLst>
              </a:tr>
              <a:tr h="449127">
                <a:tc>
                  <a:txBody>
                    <a:bodyPr/>
                    <a:lstStyle/>
                    <a:p>
                      <a:pPr algn="l" fontAlgn="b">
                        <a:buNone/>
                      </a:pPr>
                      <a:endParaRPr lang="en-DE" sz="2400" b="0" i="0" u="none" strike="noStrike">
                        <a:solidFill>
                          <a:srgbClr val="000000"/>
                        </a:solidFill>
                        <a:effectLst/>
                        <a:latin typeface="Aktiv Grotesk" panose="020F0502020204030204" pitchFamily="34" charset="0"/>
                      </a:endParaRPr>
                    </a:p>
                  </a:txBody>
                  <a:tcPr marL="8256" marR="8256" marT="8256"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buNone/>
                      </a:pPr>
                      <a:r>
                        <a:rPr lang="en-DE" sz="2400" b="0" i="0" u="none" strike="noStrike">
                          <a:solidFill>
                            <a:srgbClr val="000000"/>
                          </a:solidFill>
                          <a:effectLst/>
                          <a:latin typeface="Aktiv Grotesk" panose="020F0502020204030204" pitchFamily="34" charset="0"/>
                        </a:rPr>
                        <a:t> </a:t>
                      </a:r>
                    </a:p>
                  </a:txBody>
                  <a:tcPr marL="8256" marR="8256" marT="8256" marB="0" anchor="b">
                    <a:lnL>
                      <a:noFill/>
                    </a:lnL>
                    <a:lnR>
                      <a:noFill/>
                    </a:lnR>
                    <a:lnT>
                      <a:noFill/>
                    </a:lnT>
                    <a:lnB>
                      <a:noFill/>
                    </a:lnB>
                    <a:solidFill>
                      <a:srgbClr val="1F4E79"/>
                    </a:solidFill>
                  </a:tcPr>
                </a:tc>
                <a:tc>
                  <a:txBody>
                    <a:bodyPr/>
                    <a:lstStyle/>
                    <a:p>
                      <a:pPr algn="l" fontAlgn="b">
                        <a:buNone/>
                      </a:pPr>
                      <a:r>
                        <a:rPr lang="en-GB" sz="2400" b="1" i="0" u="none" strike="noStrike">
                          <a:solidFill>
                            <a:srgbClr val="FFFFFF"/>
                          </a:solidFill>
                          <a:effectLst/>
                          <a:latin typeface="Aktiv Grotesk" panose="020F0502020204030204" pitchFamily="34" charset="0"/>
                        </a:rPr>
                        <a:t>London</a:t>
                      </a:r>
                    </a:p>
                  </a:txBody>
                  <a:tcPr marL="8256" marR="8256" marT="8256" marB="0" anchor="b">
                    <a:lnL>
                      <a:noFill/>
                    </a:lnL>
                    <a:lnR>
                      <a:noFill/>
                    </a:lnR>
                    <a:lnT>
                      <a:noFill/>
                    </a:lnT>
                    <a:lnB>
                      <a:noFill/>
                    </a:lnB>
                    <a:solidFill>
                      <a:srgbClr val="1F4E79"/>
                    </a:solidFill>
                  </a:tcPr>
                </a:tc>
                <a:tc>
                  <a:txBody>
                    <a:bodyPr/>
                    <a:lstStyle/>
                    <a:p>
                      <a:pPr algn="l" fontAlgn="b">
                        <a:buNone/>
                      </a:pPr>
                      <a:r>
                        <a:rPr lang="en-DE" sz="2400" b="0" i="0" u="none" strike="noStrike">
                          <a:solidFill>
                            <a:srgbClr val="000000"/>
                          </a:solidFill>
                          <a:effectLst/>
                          <a:latin typeface="Aktiv Grotesk" panose="020F0502020204030204" pitchFamily="34" charset="0"/>
                        </a:rPr>
                        <a:t> </a:t>
                      </a:r>
                    </a:p>
                  </a:txBody>
                  <a:tcPr marL="8256" marR="8256" marT="8256" marB="0" anchor="b">
                    <a:lnL>
                      <a:noFill/>
                    </a:lnL>
                    <a:lnR w="12700" cap="flat" cmpd="sng" algn="ctr">
                      <a:solidFill>
                        <a:schemeClr val="tx1"/>
                      </a:solidFill>
                      <a:prstDash val="solid"/>
                      <a:round/>
                      <a:headEnd type="none" w="med" len="med"/>
                      <a:tailEnd type="none" w="med" len="med"/>
                    </a:lnR>
                    <a:lnT>
                      <a:noFill/>
                    </a:lnT>
                    <a:lnB>
                      <a:noFill/>
                    </a:lnB>
                    <a:solidFill>
                      <a:srgbClr val="1F4E79"/>
                    </a:solidFill>
                  </a:tcPr>
                </a:tc>
                <a:extLst>
                  <a:ext uri="{0D108BD9-81ED-4DB2-BD59-A6C34878D82A}">
                    <a16:rowId xmlns:a16="http://schemas.microsoft.com/office/drawing/2014/main" val="818262096"/>
                  </a:ext>
                </a:extLst>
              </a:tr>
              <a:tr h="449127">
                <a:tc>
                  <a:txBody>
                    <a:bodyPr/>
                    <a:lstStyle/>
                    <a:p>
                      <a:pPr algn="l" fontAlgn="b">
                        <a:buNone/>
                      </a:pPr>
                      <a:endParaRPr lang="en-DE" sz="2400" b="0" i="0" u="none" strike="noStrike">
                        <a:solidFill>
                          <a:srgbClr val="000000"/>
                        </a:solidFill>
                        <a:effectLst/>
                        <a:latin typeface="Aktiv Grotesk" panose="020F0502020204030204" pitchFamily="34" charset="0"/>
                      </a:endParaRPr>
                    </a:p>
                  </a:txBody>
                  <a:tcPr marL="8256" marR="8256" marT="8256"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ctr" fontAlgn="b">
                        <a:buNone/>
                      </a:pPr>
                      <a:r>
                        <a:rPr lang="en-GB" sz="2400" b="1" i="0" u="none" strike="noStrike">
                          <a:solidFill>
                            <a:srgbClr val="000000"/>
                          </a:solidFill>
                          <a:effectLst/>
                          <a:latin typeface="Aktiv Grotesk" panose="020F0502020204030204" pitchFamily="34" charset="0"/>
                        </a:rPr>
                        <a:t>AWS</a:t>
                      </a:r>
                    </a:p>
                  </a:txBody>
                  <a:tcPr marL="8256" marR="8256" marT="8256" marB="0" anchor="b">
                    <a:lnL>
                      <a:noFill/>
                    </a:lnL>
                    <a:lnR>
                      <a:noFill/>
                    </a:lnR>
                    <a:lnT>
                      <a:noFill/>
                    </a:lnT>
                    <a:lnB w="6350" cap="flat" cmpd="sng" algn="ctr">
                      <a:solidFill>
                        <a:srgbClr val="000000"/>
                      </a:solidFill>
                      <a:prstDash val="solid"/>
                      <a:round/>
                      <a:headEnd type="none" w="med" len="med"/>
                      <a:tailEnd type="none" w="med" len="med"/>
                    </a:lnB>
                    <a:solidFill>
                      <a:srgbClr val="FFF3E0"/>
                    </a:solidFill>
                  </a:tcPr>
                </a:tc>
                <a:tc>
                  <a:txBody>
                    <a:bodyPr/>
                    <a:lstStyle/>
                    <a:p>
                      <a:pPr algn="ctr" fontAlgn="b">
                        <a:buNone/>
                      </a:pPr>
                      <a:r>
                        <a:rPr lang="en-GB" sz="2400" b="1" i="0" u="none" strike="noStrike">
                          <a:solidFill>
                            <a:srgbClr val="000000"/>
                          </a:solidFill>
                          <a:effectLst/>
                          <a:latin typeface="Aktiv Grotesk" panose="020F0502020204030204" pitchFamily="34" charset="0"/>
                        </a:rPr>
                        <a:t>GCP</a:t>
                      </a:r>
                    </a:p>
                  </a:txBody>
                  <a:tcPr marL="8256" marR="8256" marT="8256" marB="0" anchor="b">
                    <a:lnL>
                      <a:noFill/>
                    </a:lnL>
                    <a:lnR>
                      <a:noFill/>
                    </a:lnR>
                    <a:lnT>
                      <a:noFill/>
                    </a:lnT>
                    <a:lnB w="6350" cap="flat" cmpd="sng" algn="ctr">
                      <a:solidFill>
                        <a:srgbClr val="000000"/>
                      </a:solidFill>
                      <a:prstDash val="solid"/>
                      <a:round/>
                      <a:headEnd type="none" w="med" len="med"/>
                      <a:tailEnd type="none" w="med" len="med"/>
                    </a:lnB>
                    <a:solidFill>
                      <a:srgbClr val="E8F5E9"/>
                    </a:solidFill>
                  </a:tcPr>
                </a:tc>
                <a:tc>
                  <a:txBody>
                    <a:bodyPr/>
                    <a:lstStyle/>
                    <a:p>
                      <a:pPr algn="ctr" fontAlgn="b">
                        <a:buNone/>
                      </a:pPr>
                      <a:r>
                        <a:rPr lang="en-GB" sz="2400" b="1" i="0" u="none" strike="noStrike">
                          <a:solidFill>
                            <a:srgbClr val="000000"/>
                          </a:solidFill>
                          <a:effectLst/>
                          <a:latin typeface="Aktiv Grotesk" panose="020F0502020204030204" pitchFamily="34" charset="0"/>
                        </a:rPr>
                        <a:t>Azure</a:t>
                      </a:r>
                    </a:p>
                  </a:txBody>
                  <a:tcPr marL="8256" marR="8256" marT="8256" marB="0" anchor="b">
                    <a:lnL>
                      <a:noFill/>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3F2FD"/>
                    </a:solidFill>
                  </a:tcPr>
                </a:tc>
                <a:extLst>
                  <a:ext uri="{0D108BD9-81ED-4DB2-BD59-A6C34878D82A}">
                    <a16:rowId xmlns:a16="http://schemas.microsoft.com/office/drawing/2014/main" val="2542220453"/>
                  </a:ext>
                </a:extLst>
              </a:tr>
              <a:tr h="449127">
                <a:tc>
                  <a:txBody>
                    <a:bodyPr/>
                    <a:lstStyle/>
                    <a:p>
                      <a:pPr algn="l" fontAlgn="b">
                        <a:buNone/>
                      </a:pPr>
                      <a:r>
                        <a:rPr lang="en-GB" sz="2400" b="1" i="0" u="none" strike="noStrike">
                          <a:solidFill>
                            <a:srgbClr val="000000"/>
                          </a:solidFill>
                          <a:effectLst/>
                          <a:latin typeface="Aktiv Grotesk" panose="020F0502020204030204" pitchFamily="34" charset="0"/>
                        </a:rPr>
                        <a:t>Total - Monthly</a:t>
                      </a:r>
                    </a:p>
                  </a:txBody>
                  <a:tcPr marL="8256" marR="8256" marT="8256" marB="0" anchor="b">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buNone/>
                      </a:pPr>
                      <a:r>
                        <a:rPr lang="en-DE" sz="2400" b="0" i="0" u="none" strike="noStrike">
                          <a:solidFill>
                            <a:srgbClr val="000000"/>
                          </a:solidFill>
                          <a:effectLst/>
                          <a:latin typeface="Aktiv Grotesk" panose="020F0502020204030204" pitchFamily="34" charset="0"/>
                        </a:rPr>
                        <a:t>190.285</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3E0"/>
                    </a:solidFill>
                  </a:tcPr>
                </a:tc>
                <a:tc>
                  <a:txBody>
                    <a:bodyPr/>
                    <a:lstStyle/>
                    <a:p>
                      <a:pPr algn="r" fontAlgn="b">
                        <a:buNone/>
                      </a:pPr>
                      <a:r>
                        <a:rPr lang="en-DE" sz="2400" b="0" i="0" u="none" strike="noStrike">
                          <a:solidFill>
                            <a:srgbClr val="000000"/>
                          </a:solidFill>
                          <a:effectLst/>
                          <a:latin typeface="Aktiv Grotesk" panose="020F0502020204030204" pitchFamily="34" charset="0"/>
                        </a:rPr>
                        <a:t>186.974</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E9"/>
                    </a:solidFill>
                  </a:tcPr>
                </a:tc>
                <a:tc>
                  <a:txBody>
                    <a:bodyPr/>
                    <a:lstStyle/>
                    <a:p>
                      <a:pPr algn="r" fontAlgn="b">
                        <a:buNone/>
                      </a:pPr>
                      <a:r>
                        <a:rPr lang="en-DE" sz="2400" b="0" i="0" u="none" strike="noStrike">
                          <a:solidFill>
                            <a:srgbClr val="000000"/>
                          </a:solidFill>
                          <a:effectLst/>
                          <a:latin typeface="Aktiv Grotesk" panose="020F0502020204030204" pitchFamily="34" charset="0"/>
                        </a:rPr>
                        <a:t>274.881</a:t>
                      </a:r>
                    </a:p>
                  </a:txBody>
                  <a:tcPr marL="8256" marR="8256" marT="8256"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2FD"/>
                    </a:solidFill>
                  </a:tcPr>
                </a:tc>
                <a:extLst>
                  <a:ext uri="{0D108BD9-81ED-4DB2-BD59-A6C34878D82A}">
                    <a16:rowId xmlns:a16="http://schemas.microsoft.com/office/drawing/2014/main" val="3505649206"/>
                  </a:ext>
                </a:extLst>
              </a:tr>
              <a:tr h="449127">
                <a:tc>
                  <a:txBody>
                    <a:bodyPr/>
                    <a:lstStyle/>
                    <a:p>
                      <a:pPr algn="l" fontAlgn="b">
                        <a:buNone/>
                      </a:pPr>
                      <a:r>
                        <a:rPr lang="en-GB" sz="2400" b="1" i="0" u="none" strike="noStrike">
                          <a:solidFill>
                            <a:srgbClr val="000000"/>
                          </a:solidFill>
                          <a:effectLst/>
                          <a:latin typeface="Aktiv Grotesk" panose="020F0502020204030204" pitchFamily="34" charset="0"/>
                        </a:rPr>
                        <a:t>Annual</a:t>
                      </a:r>
                    </a:p>
                  </a:txBody>
                  <a:tcPr marL="8256" marR="8256" marT="8256" marB="0" anchor="b">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buNone/>
                      </a:pPr>
                      <a:r>
                        <a:rPr lang="en-DE" sz="2400" b="0" i="0" u="none" strike="noStrike">
                          <a:solidFill>
                            <a:srgbClr val="000000"/>
                          </a:solidFill>
                          <a:effectLst/>
                          <a:latin typeface="Aktiv Grotesk" panose="020F0502020204030204" pitchFamily="34" charset="0"/>
                        </a:rPr>
                        <a:t>2.283.419</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3E0"/>
                    </a:solidFill>
                  </a:tcPr>
                </a:tc>
                <a:tc>
                  <a:txBody>
                    <a:bodyPr/>
                    <a:lstStyle/>
                    <a:p>
                      <a:pPr algn="r" fontAlgn="b">
                        <a:buNone/>
                      </a:pPr>
                      <a:r>
                        <a:rPr lang="en-DE" sz="2400" b="0" i="0" u="none" strike="noStrike">
                          <a:solidFill>
                            <a:srgbClr val="000000"/>
                          </a:solidFill>
                          <a:effectLst/>
                          <a:latin typeface="Aktiv Grotesk" panose="020F0502020204030204" pitchFamily="34" charset="0"/>
                        </a:rPr>
                        <a:t>2.243.685</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E9"/>
                    </a:solidFill>
                  </a:tcPr>
                </a:tc>
                <a:tc>
                  <a:txBody>
                    <a:bodyPr/>
                    <a:lstStyle/>
                    <a:p>
                      <a:pPr algn="r" fontAlgn="b">
                        <a:buNone/>
                      </a:pPr>
                      <a:r>
                        <a:rPr lang="en-DE" sz="2400" b="0" i="0" u="none" strike="noStrike">
                          <a:solidFill>
                            <a:srgbClr val="000000"/>
                          </a:solidFill>
                          <a:effectLst/>
                          <a:latin typeface="Aktiv Grotesk" panose="020F0502020204030204" pitchFamily="34" charset="0"/>
                        </a:rPr>
                        <a:t>3.298.566</a:t>
                      </a:r>
                    </a:p>
                  </a:txBody>
                  <a:tcPr marL="8256" marR="8256" marT="8256"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2FD"/>
                    </a:solidFill>
                  </a:tcPr>
                </a:tc>
                <a:extLst>
                  <a:ext uri="{0D108BD9-81ED-4DB2-BD59-A6C34878D82A}">
                    <a16:rowId xmlns:a16="http://schemas.microsoft.com/office/drawing/2014/main" val="3418260792"/>
                  </a:ext>
                </a:extLst>
              </a:tr>
              <a:tr h="449127">
                <a:tc>
                  <a:txBody>
                    <a:bodyPr/>
                    <a:lstStyle/>
                    <a:p>
                      <a:pPr algn="l" fontAlgn="b">
                        <a:buNone/>
                      </a:pPr>
                      <a:r>
                        <a:rPr lang="en-GB" sz="2400" b="0" i="0" u="none" strike="noStrike">
                          <a:solidFill>
                            <a:srgbClr val="000000"/>
                          </a:solidFill>
                          <a:effectLst/>
                          <a:latin typeface="Aktiv Grotesk" panose="020F0502020204030204" pitchFamily="34" charset="0"/>
                        </a:rPr>
                        <a:t>Savings %</a:t>
                      </a:r>
                    </a:p>
                  </a:txBody>
                  <a:tcPr marL="8256" marR="8256" marT="8256" marB="0" anchor="b">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r" fontAlgn="b">
                        <a:buNone/>
                      </a:pPr>
                      <a:r>
                        <a:rPr lang="en-DE" sz="2400" b="0" i="0" u="none" strike="noStrike">
                          <a:solidFill>
                            <a:srgbClr val="000000"/>
                          </a:solidFill>
                          <a:effectLst/>
                          <a:latin typeface="Aktiv Grotesk" panose="020F0502020204030204" pitchFamily="34" charset="0"/>
                        </a:rPr>
                        <a:t>42,0%</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3E0"/>
                    </a:solidFill>
                  </a:tcPr>
                </a:tc>
                <a:tc>
                  <a:txBody>
                    <a:bodyPr/>
                    <a:lstStyle/>
                    <a:p>
                      <a:pPr algn="r" fontAlgn="b">
                        <a:buNone/>
                      </a:pPr>
                      <a:r>
                        <a:rPr lang="en-DE" sz="2400" b="0" i="0" u="none" strike="noStrike">
                          <a:solidFill>
                            <a:srgbClr val="000000"/>
                          </a:solidFill>
                          <a:effectLst/>
                          <a:latin typeface="Aktiv Grotesk" panose="020F0502020204030204" pitchFamily="34" charset="0"/>
                        </a:rPr>
                        <a:t>39,9%</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F5E9"/>
                    </a:solidFill>
                  </a:tcPr>
                </a:tc>
                <a:tc>
                  <a:txBody>
                    <a:bodyPr/>
                    <a:lstStyle/>
                    <a:p>
                      <a:pPr algn="r" fontAlgn="b">
                        <a:buNone/>
                      </a:pPr>
                      <a:r>
                        <a:rPr lang="en-DE" sz="2400" b="0" i="0" u="none" strike="noStrike">
                          <a:solidFill>
                            <a:srgbClr val="000000"/>
                          </a:solidFill>
                          <a:effectLst/>
                          <a:latin typeface="Aktiv Grotesk" panose="020F0502020204030204" pitchFamily="34" charset="0"/>
                        </a:rPr>
                        <a:t>35,3%</a:t>
                      </a:r>
                    </a:p>
                  </a:txBody>
                  <a:tcPr marL="8256" marR="8256" marT="8256"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2FD"/>
                    </a:solidFill>
                  </a:tcPr>
                </a:tc>
                <a:extLst>
                  <a:ext uri="{0D108BD9-81ED-4DB2-BD59-A6C34878D82A}">
                    <a16:rowId xmlns:a16="http://schemas.microsoft.com/office/drawing/2014/main" val="1583354433"/>
                  </a:ext>
                </a:extLst>
              </a:tr>
            </a:tbl>
          </a:graphicData>
        </a:graphic>
      </p:graphicFrame>
    </p:spTree>
    <p:extLst>
      <p:ext uri="{BB962C8B-B14F-4D97-AF65-F5344CB8AC3E}">
        <p14:creationId xmlns:p14="http://schemas.microsoft.com/office/powerpoint/2010/main" val="686612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410A5-9944-3AED-FC9A-8E5A1D4285D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CE46C1B-A4B0-79AA-5A23-6D8EA91B79E6}"/>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24</a:t>
            </a:fld>
            <a:endParaRPr lang="en-GB" noProof="0"/>
          </a:p>
        </p:txBody>
      </p:sp>
      <p:sp>
        <p:nvSpPr>
          <p:cNvPr id="4" name="TextBox 3">
            <a:extLst>
              <a:ext uri="{FF2B5EF4-FFF2-40B4-BE49-F238E27FC236}">
                <a16:creationId xmlns:a16="http://schemas.microsoft.com/office/drawing/2014/main" id="{C20D9D89-E403-CA1F-4EEA-CDF27B36E441}"/>
              </a:ext>
            </a:extLst>
          </p:cNvPr>
          <p:cNvSpPr txBox="1"/>
          <p:nvPr/>
        </p:nvSpPr>
        <p:spPr>
          <a:xfrm>
            <a:off x="406009" y="473476"/>
            <a:ext cx="8335936" cy="1046440"/>
          </a:xfrm>
          <a:prstGeom prst="rect">
            <a:avLst/>
          </a:prstGeom>
          <a:noFill/>
        </p:spPr>
        <p:txBody>
          <a:bodyPr wrap="none" rtlCol="0">
            <a:spAutoFit/>
          </a:bodyPr>
          <a:lstStyle/>
          <a:p>
            <a:pPr algn="l"/>
            <a:r>
              <a:rPr lang="en-GB" sz="6200">
                <a:solidFill>
                  <a:srgbClr val="FF0000"/>
                </a:solidFill>
                <a:latin typeface="Fira Sans Light" panose="020B0403050000020004" pitchFamily="34" charset="0"/>
              </a:rPr>
              <a:t>Cost Comparison - TCO</a:t>
            </a:r>
            <a:endParaRPr lang="en-GB" sz="6200" noProof="0">
              <a:solidFill>
                <a:srgbClr val="FF0000"/>
              </a:solidFill>
              <a:latin typeface="Fira Sans Light" panose="020B0403050000020004" pitchFamily="34" charset="0"/>
            </a:endParaRPr>
          </a:p>
        </p:txBody>
      </p:sp>
      <p:graphicFrame>
        <p:nvGraphicFramePr>
          <p:cNvPr id="11" name="Table 10">
            <a:extLst>
              <a:ext uri="{FF2B5EF4-FFF2-40B4-BE49-F238E27FC236}">
                <a16:creationId xmlns:a16="http://schemas.microsoft.com/office/drawing/2014/main" id="{7D185968-1A54-8C2D-927D-9A12172A4478}"/>
              </a:ext>
            </a:extLst>
          </p:cNvPr>
          <p:cNvGraphicFramePr>
            <a:graphicFrameLocks noGrp="1"/>
          </p:cNvGraphicFramePr>
          <p:nvPr>
            <p:extLst>
              <p:ext uri="{D42A27DB-BD31-4B8C-83A1-F6EECF244321}">
                <p14:modId xmlns:p14="http://schemas.microsoft.com/office/powerpoint/2010/main" val="712655022"/>
              </p:ext>
            </p:extLst>
          </p:nvPr>
        </p:nvGraphicFramePr>
        <p:xfrm>
          <a:off x="9585413" y="2335979"/>
          <a:ext cx="14389768" cy="10906548"/>
        </p:xfrm>
        <a:graphic>
          <a:graphicData uri="http://schemas.openxmlformats.org/drawingml/2006/table">
            <a:tbl>
              <a:tblPr/>
              <a:tblGrid>
                <a:gridCol w="6715225">
                  <a:extLst>
                    <a:ext uri="{9D8B030D-6E8A-4147-A177-3AD203B41FA5}">
                      <a16:colId xmlns:a16="http://schemas.microsoft.com/office/drawing/2014/main" val="4179381671"/>
                    </a:ext>
                  </a:extLst>
                </a:gridCol>
                <a:gridCol w="2558181">
                  <a:extLst>
                    <a:ext uri="{9D8B030D-6E8A-4147-A177-3AD203B41FA5}">
                      <a16:colId xmlns:a16="http://schemas.microsoft.com/office/drawing/2014/main" val="1081959294"/>
                    </a:ext>
                  </a:extLst>
                </a:gridCol>
                <a:gridCol w="2558181">
                  <a:extLst>
                    <a:ext uri="{9D8B030D-6E8A-4147-A177-3AD203B41FA5}">
                      <a16:colId xmlns:a16="http://schemas.microsoft.com/office/drawing/2014/main" val="3637626932"/>
                    </a:ext>
                  </a:extLst>
                </a:gridCol>
                <a:gridCol w="2558181">
                  <a:extLst>
                    <a:ext uri="{9D8B030D-6E8A-4147-A177-3AD203B41FA5}">
                      <a16:colId xmlns:a16="http://schemas.microsoft.com/office/drawing/2014/main" val="3927490610"/>
                    </a:ext>
                  </a:extLst>
                </a:gridCol>
              </a:tblGrid>
              <a:tr h="336555">
                <a:tc>
                  <a:txBody>
                    <a:bodyPr/>
                    <a:lstStyle/>
                    <a:p>
                      <a:pPr algn="ctr" fontAlgn="b">
                        <a:buNone/>
                      </a:pPr>
                      <a:r>
                        <a:rPr lang="en-DE" sz="2000" b="1" i="0" u="none" strike="noStrike">
                          <a:solidFill>
                            <a:srgbClr val="FFFFFF"/>
                          </a:solidFill>
                          <a:effectLst/>
                          <a:latin typeface="Aktiv Grotesk" panose="020F0502020204030204" pitchFamily="34" charset="0"/>
                        </a:rPr>
                        <a:t> </a:t>
                      </a:r>
                    </a:p>
                  </a:txBody>
                  <a:tcPr marL="3579" marR="3579" marT="3579" marB="0" anchor="b">
                    <a:lnL>
                      <a:noFill/>
                    </a:lnL>
                    <a:lnR>
                      <a:noFill/>
                    </a:lnR>
                    <a:lnT>
                      <a:noFill/>
                    </a:lnT>
                    <a:lnB>
                      <a:noFill/>
                    </a:lnB>
                    <a:solidFill>
                      <a:srgbClr val="1F4E79"/>
                    </a:solidFill>
                  </a:tcPr>
                </a:tc>
                <a:tc>
                  <a:txBody>
                    <a:bodyPr/>
                    <a:lstStyle/>
                    <a:p>
                      <a:pPr algn="ctr" fontAlgn="b">
                        <a:buNone/>
                      </a:pPr>
                      <a:r>
                        <a:rPr lang="en-GB" sz="2000" b="1" i="0" u="none" strike="noStrike">
                          <a:solidFill>
                            <a:srgbClr val="FFFFFF"/>
                          </a:solidFill>
                          <a:effectLst/>
                          <a:latin typeface="Aktiv Grotesk" panose="020F0502020204030204" pitchFamily="34" charset="0"/>
                        </a:rPr>
                        <a:t>GCP (GBP/mo)</a:t>
                      </a:r>
                    </a:p>
                  </a:txBody>
                  <a:tcPr marL="3579" marR="3579" marT="3579" marB="0" anchor="b">
                    <a:lnL>
                      <a:noFill/>
                    </a:lnL>
                    <a:lnR>
                      <a:noFill/>
                    </a:lnR>
                    <a:lnT>
                      <a:noFill/>
                    </a:lnT>
                    <a:lnB>
                      <a:noFill/>
                    </a:lnB>
                    <a:solidFill>
                      <a:srgbClr val="1F4E79"/>
                    </a:solidFill>
                  </a:tcPr>
                </a:tc>
                <a:tc>
                  <a:txBody>
                    <a:bodyPr/>
                    <a:lstStyle/>
                    <a:p>
                      <a:pPr algn="ctr" fontAlgn="b">
                        <a:buNone/>
                      </a:pPr>
                      <a:r>
                        <a:rPr lang="en-GB" sz="2000" b="1" i="0" u="none" strike="noStrike">
                          <a:solidFill>
                            <a:srgbClr val="FFFFFF"/>
                          </a:solidFill>
                          <a:effectLst/>
                          <a:latin typeface="Aktiv Grotesk" panose="020F0502020204030204" pitchFamily="34" charset="0"/>
                        </a:rPr>
                        <a:t>AWS (GBP/mo)</a:t>
                      </a:r>
                    </a:p>
                  </a:txBody>
                  <a:tcPr marL="3579" marR="3579" marT="3579" marB="0" anchor="b">
                    <a:lnL>
                      <a:noFill/>
                    </a:lnL>
                    <a:lnR>
                      <a:noFill/>
                    </a:lnR>
                    <a:lnT>
                      <a:noFill/>
                    </a:lnT>
                    <a:lnB>
                      <a:noFill/>
                    </a:lnB>
                    <a:solidFill>
                      <a:srgbClr val="1F4E79"/>
                    </a:solidFill>
                  </a:tcPr>
                </a:tc>
                <a:tc>
                  <a:txBody>
                    <a:bodyPr/>
                    <a:lstStyle/>
                    <a:p>
                      <a:pPr algn="ctr" fontAlgn="b">
                        <a:buNone/>
                      </a:pPr>
                      <a:r>
                        <a:rPr lang="en-GB" sz="2000" b="1" i="0" u="none" strike="noStrike">
                          <a:solidFill>
                            <a:srgbClr val="FFFFFF"/>
                          </a:solidFill>
                          <a:effectLst/>
                          <a:latin typeface="Aktiv Grotesk" panose="020F0502020204030204" pitchFamily="34" charset="0"/>
                        </a:rPr>
                        <a:t>Azure (GBP/mo)</a:t>
                      </a:r>
                    </a:p>
                  </a:txBody>
                  <a:tcPr marL="3579" marR="3579" marT="3579" marB="0" anchor="b">
                    <a:lnL>
                      <a:noFill/>
                    </a:lnL>
                    <a:lnR>
                      <a:noFill/>
                    </a:lnR>
                    <a:lnT>
                      <a:noFill/>
                    </a:lnT>
                    <a:lnB>
                      <a:noFill/>
                    </a:lnB>
                    <a:solidFill>
                      <a:srgbClr val="1F4E79"/>
                    </a:solidFill>
                  </a:tcPr>
                </a:tc>
                <a:extLst>
                  <a:ext uri="{0D108BD9-81ED-4DB2-BD59-A6C34878D82A}">
                    <a16:rowId xmlns:a16="http://schemas.microsoft.com/office/drawing/2014/main" val="4164838871"/>
                  </a:ext>
                </a:extLst>
              </a:tr>
              <a:tr h="336555">
                <a:tc gridSpan="4">
                  <a:txBody>
                    <a:bodyPr/>
                    <a:lstStyle/>
                    <a:p>
                      <a:pPr algn="l" fontAlgn="b">
                        <a:buNone/>
                      </a:pPr>
                      <a:r>
                        <a:rPr lang="en-GB" sz="2000" b="1" i="0" u="none" strike="noStrike">
                          <a:solidFill>
                            <a:srgbClr val="000000"/>
                          </a:solidFill>
                          <a:effectLst/>
                          <a:latin typeface="Aktiv Grotesk" panose="020F0502020204030204" pitchFamily="34" charset="0"/>
                        </a:rPr>
                        <a:t>BASELINE (3yr Committed, London, Monthly)</a:t>
                      </a:r>
                    </a:p>
                  </a:txBody>
                  <a:tcPr marL="3579" marR="3579" marT="3579" marB="0" anchor="b">
                    <a:lnL>
                      <a:noFill/>
                    </a:lnL>
                    <a:lnR>
                      <a:noFill/>
                    </a:lnR>
                    <a:lnT>
                      <a:noFill/>
                    </a:lnT>
                    <a:lnB>
                      <a:noFill/>
                    </a:lnB>
                    <a:solidFill>
                      <a:srgbClr val="D6DCE4"/>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746638487"/>
                  </a:ext>
                </a:extLst>
              </a:tr>
              <a:tr h="336555">
                <a:tc>
                  <a:txBody>
                    <a:bodyPr/>
                    <a:lstStyle/>
                    <a:p>
                      <a:pPr algn="l" fontAlgn="b">
                        <a:buNone/>
                      </a:pPr>
                      <a:r>
                        <a:rPr lang="en-GB" sz="2000" b="1" i="0" u="none" strike="noStrike">
                          <a:solidFill>
                            <a:srgbClr val="000000"/>
                          </a:solidFill>
                          <a:effectLst/>
                          <a:latin typeface="Aktiv Grotesk" panose="020F0502020204030204" pitchFamily="34" charset="0"/>
                        </a:rPr>
                        <a:t>Compute + Storage + OS + Network</a:t>
                      </a:r>
                    </a:p>
                  </a:txBody>
                  <a:tcPr marL="3579" marR="3579" marT="3579" marB="0" anchor="b">
                    <a:lnL>
                      <a:noFill/>
                    </a:lnL>
                    <a:lnR>
                      <a:noFill/>
                    </a:lnR>
                    <a:lnT>
                      <a:noFill/>
                    </a:lnT>
                    <a:lnB>
                      <a:noFill/>
                    </a:lnB>
                    <a:noFill/>
                  </a:tcPr>
                </a:tc>
                <a:tc>
                  <a:txBody>
                    <a:bodyPr/>
                    <a:lstStyle/>
                    <a:p>
                      <a:pPr algn="r" fontAlgn="b">
                        <a:buNone/>
                      </a:pPr>
                      <a:r>
                        <a:rPr lang="en-DE" sz="2000" b="1" i="0" u="none" strike="noStrike">
                          <a:solidFill>
                            <a:srgbClr val="000000"/>
                          </a:solidFill>
                          <a:effectLst/>
                          <a:latin typeface="Aktiv Grotesk" panose="020F0502020204030204" pitchFamily="34" charset="0"/>
                        </a:rPr>
                        <a:t>186.974</a:t>
                      </a:r>
                    </a:p>
                  </a:txBody>
                  <a:tcPr marL="3579" marR="3579" marT="3579" marB="0" anchor="b">
                    <a:lnL>
                      <a:noFill/>
                    </a:lnL>
                    <a:lnR>
                      <a:noFill/>
                    </a:lnR>
                    <a:lnT>
                      <a:noFill/>
                    </a:lnT>
                    <a:lnB>
                      <a:noFill/>
                    </a:lnB>
                    <a:solidFill>
                      <a:srgbClr val="E8F5E9"/>
                    </a:solidFill>
                  </a:tcPr>
                </a:tc>
                <a:tc>
                  <a:txBody>
                    <a:bodyPr/>
                    <a:lstStyle/>
                    <a:p>
                      <a:pPr algn="r" fontAlgn="b">
                        <a:buNone/>
                      </a:pPr>
                      <a:r>
                        <a:rPr lang="en-DE" sz="2000" b="1" i="0" u="none" strike="noStrike">
                          <a:solidFill>
                            <a:srgbClr val="000000"/>
                          </a:solidFill>
                          <a:effectLst/>
                          <a:latin typeface="Aktiv Grotesk" panose="020F0502020204030204" pitchFamily="34" charset="0"/>
                        </a:rPr>
                        <a:t>190.285</a:t>
                      </a:r>
                    </a:p>
                  </a:txBody>
                  <a:tcPr marL="3579" marR="3579" marT="3579" marB="0" anchor="b">
                    <a:lnL>
                      <a:noFill/>
                    </a:lnL>
                    <a:lnR>
                      <a:noFill/>
                    </a:lnR>
                    <a:lnT>
                      <a:noFill/>
                    </a:lnT>
                    <a:lnB>
                      <a:noFill/>
                    </a:lnB>
                    <a:solidFill>
                      <a:srgbClr val="FFF3E0"/>
                    </a:solidFill>
                  </a:tcPr>
                </a:tc>
                <a:tc>
                  <a:txBody>
                    <a:bodyPr/>
                    <a:lstStyle/>
                    <a:p>
                      <a:pPr algn="r" fontAlgn="b">
                        <a:buNone/>
                      </a:pPr>
                      <a:r>
                        <a:rPr lang="en-DE" sz="2000" b="1" i="0" u="none" strike="noStrike">
                          <a:solidFill>
                            <a:srgbClr val="000000"/>
                          </a:solidFill>
                          <a:effectLst/>
                          <a:latin typeface="Aktiv Grotesk" panose="020F0502020204030204" pitchFamily="34" charset="0"/>
                        </a:rPr>
                        <a:t>274.881</a:t>
                      </a:r>
                    </a:p>
                  </a:txBody>
                  <a:tcPr marL="3579" marR="3579" marT="3579" marB="0" anchor="b">
                    <a:lnL>
                      <a:noFill/>
                    </a:lnL>
                    <a:lnR>
                      <a:noFill/>
                    </a:lnR>
                    <a:lnT>
                      <a:noFill/>
                    </a:lnT>
                    <a:lnB>
                      <a:noFill/>
                    </a:lnB>
                    <a:solidFill>
                      <a:srgbClr val="E3F2FD"/>
                    </a:solidFill>
                  </a:tcPr>
                </a:tc>
                <a:extLst>
                  <a:ext uri="{0D108BD9-81ED-4DB2-BD59-A6C34878D82A}">
                    <a16:rowId xmlns:a16="http://schemas.microsoft.com/office/drawing/2014/main" val="2570661193"/>
                  </a:ext>
                </a:extLst>
              </a:tr>
              <a:tr h="134341">
                <a:tc>
                  <a:txBody>
                    <a:bodyPr/>
                    <a:lstStyle/>
                    <a:p>
                      <a:pPr algn="l" fontAlgn="b">
                        <a:buNone/>
                      </a:pPr>
                      <a:endParaRPr lang="en-DE" sz="800" b="0" i="0" u="none" strike="noStrike">
                        <a:solidFill>
                          <a:srgbClr val="000000"/>
                        </a:solidFill>
                        <a:effectLst/>
                        <a:latin typeface="Aktiv Grotesk"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Aktiv Grotesk"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Aktiv Grotesk"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Aktiv Grotesk" panose="020F0502020204030204" pitchFamily="34" charset="0"/>
                      </a:endParaRPr>
                    </a:p>
                  </a:txBody>
                  <a:tcPr marL="3579" marR="3579" marT="3579" marB="0" anchor="b">
                    <a:lnL>
                      <a:noFill/>
                    </a:lnL>
                    <a:lnR>
                      <a:noFill/>
                    </a:lnR>
                    <a:lnT>
                      <a:noFill/>
                    </a:lnT>
                    <a:lnB>
                      <a:noFill/>
                    </a:lnB>
                    <a:noFill/>
                  </a:tcPr>
                </a:tc>
                <a:extLst>
                  <a:ext uri="{0D108BD9-81ED-4DB2-BD59-A6C34878D82A}">
                    <a16:rowId xmlns:a16="http://schemas.microsoft.com/office/drawing/2014/main" val="3214771770"/>
                  </a:ext>
                </a:extLst>
              </a:tr>
              <a:tr h="336555">
                <a:tc gridSpan="4">
                  <a:txBody>
                    <a:bodyPr/>
                    <a:lstStyle/>
                    <a:p>
                      <a:pPr algn="l" fontAlgn="b">
                        <a:buNone/>
                      </a:pPr>
                      <a:r>
                        <a:rPr lang="en-GB" sz="2000" b="1" i="0" u="none" strike="noStrike">
                          <a:solidFill>
                            <a:srgbClr val="000000"/>
                          </a:solidFill>
                          <a:effectLst/>
                          <a:latin typeface="Aktiv Grotesk" panose="020F0502020204030204" pitchFamily="34" charset="0"/>
                        </a:rPr>
                        <a:t>WINDOWS BYOL (234 servers, requires SA)</a:t>
                      </a:r>
                    </a:p>
                  </a:txBody>
                  <a:tcPr marL="3579" marR="3579" marT="3579" marB="0" anchor="b">
                    <a:lnL>
                      <a:noFill/>
                    </a:lnL>
                    <a:lnR>
                      <a:noFill/>
                    </a:lnR>
                    <a:lnT>
                      <a:noFill/>
                    </a:lnT>
                    <a:lnB>
                      <a:noFill/>
                    </a:lnB>
                    <a:solidFill>
                      <a:srgbClr val="D6DCE4"/>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203153263"/>
                  </a:ext>
                </a:extLst>
              </a:tr>
              <a:tr h="336555">
                <a:tc>
                  <a:txBody>
                    <a:bodyPr/>
                    <a:lstStyle/>
                    <a:p>
                      <a:pPr algn="l" fontAlgn="b">
                        <a:buNone/>
                      </a:pPr>
                      <a:r>
                        <a:rPr lang="en-GB" sz="2000" b="0" i="0" u="none" strike="noStrike">
                          <a:solidFill>
                            <a:srgbClr val="000000"/>
                          </a:solidFill>
                          <a:effectLst/>
                          <a:latin typeface="Aktiv Grotesk" panose="020F0502020204030204" pitchFamily="34" charset="0"/>
                        </a:rPr>
                        <a:t>Net saving</a:t>
                      </a:r>
                    </a:p>
                  </a:txBody>
                  <a:tcPr marL="3579" marR="3579" marT="3579"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Aktiv Grotesk" panose="020F0502020204030204" pitchFamily="34" charset="0"/>
                        </a:rPr>
                        <a:t>-7.220</a:t>
                      </a:r>
                    </a:p>
                  </a:txBody>
                  <a:tcPr marL="3579" marR="3579" marT="3579" marB="0" anchor="b">
                    <a:lnL>
                      <a:noFill/>
                    </a:lnL>
                    <a:lnR>
                      <a:noFill/>
                    </a:lnR>
                    <a:lnT>
                      <a:noFill/>
                    </a:lnT>
                    <a:lnB>
                      <a:noFill/>
                    </a:lnB>
                    <a:solidFill>
                      <a:srgbClr val="C8E6C9"/>
                    </a:solidFill>
                  </a:tcPr>
                </a:tc>
                <a:tc>
                  <a:txBody>
                    <a:bodyPr/>
                    <a:lstStyle/>
                    <a:p>
                      <a:pPr algn="r" fontAlgn="b">
                        <a:buNone/>
                      </a:pPr>
                      <a:r>
                        <a:rPr lang="en-DE" sz="2000" b="0" i="0" u="none" strike="noStrike">
                          <a:solidFill>
                            <a:srgbClr val="000000"/>
                          </a:solidFill>
                          <a:effectLst/>
                          <a:latin typeface="Aktiv Grotesk" panose="020F0502020204030204" pitchFamily="34" charset="0"/>
                        </a:rPr>
                        <a:t>-8.605</a:t>
                      </a:r>
                    </a:p>
                  </a:txBody>
                  <a:tcPr marL="3579" marR="3579" marT="3579" marB="0" anchor="b">
                    <a:lnL>
                      <a:noFill/>
                    </a:lnL>
                    <a:lnR>
                      <a:noFill/>
                    </a:lnR>
                    <a:lnT>
                      <a:noFill/>
                    </a:lnT>
                    <a:lnB>
                      <a:noFill/>
                    </a:lnB>
                    <a:solidFill>
                      <a:srgbClr val="C8E6C9"/>
                    </a:solidFill>
                  </a:tcPr>
                </a:tc>
                <a:tc>
                  <a:txBody>
                    <a:bodyPr/>
                    <a:lstStyle/>
                    <a:p>
                      <a:pPr algn="r" fontAlgn="b">
                        <a:buNone/>
                      </a:pPr>
                      <a:r>
                        <a:rPr lang="en-DE" sz="2000" b="0" i="0" u="none" strike="noStrike">
                          <a:solidFill>
                            <a:srgbClr val="000000"/>
                          </a:solidFill>
                          <a:effectLst/>
                          <a:latin typeface="Aktiv Grotesk" panose="020F0502020204030204" pitchFamily="34" charset="0"/>
                        </a:rPr>
                        <a:t>-17.529</a:t>
                      </a:r>
                    </a:p>
                  </a:txBody>
                  <a:tcPr marL="3579" marR="3579" marT="3579" marB="0" anchor="b">
                    <a:lnL>
                      <a:noFill/>
                    </a:lnL>
                    <a:lnR>
                      <a:noFill/>
                    </a:lnR>
                    <a:lnT>
                      <a:noFill/>
                    </a:lnT>
                    <a:lnB>
                      <a:noFill/>
                    </a:lnB>
                    <a:solidFill>
                      <a:srgbClr val="C8E6C9"/>
                    </a:solidFill>
                  </a:tcPr>
                </a:tc>
                <a:extLst>
                  <a:ext uri="{0D108BD9-81ED-4DB2-BD59-A6C34878D82A}">
                    <a16:rowId xmlns:a16="http://schemas.microsoft.com/office/drawing/2014/main" val="1131937685"/>
                  </a:ext>
                </a:extLst>
              </a:tr>
              <a:tr h="336555">
                <a:tc gridSpan="3">
                  <a:txBody>
                    <a:bodyPr/>
                    <a:lstStyle/>
                    <a:p>
                      <a:pPr algn="l" fontAlgn="b">
                        <a:buNone/>
                      </a:pPr>
                      <a:r>
                        <a:rPr lang="en-GB" sz="1800" b="0" i="1" u="none" strike="noStrike">
                          <a:solidFill>
                            <a:srgbClr val="808080"/>
                          </a:solidFill>
                          <a:effectLst/>
                          <a:latin typeface="Aktiv Grotesk" panose="020F0502020204030204" pitchFamily="34" charset="0"/>
                        </a:rPr>
                        <a:t>Net of Sole Tenant (GCP) and Dedicated Host (AWS) overhead. Azure AHB has no infrastructure overhead.</a:t>
                      </a:r>
                    </a:p>
                  </a:txBody>
                  <a:tcPr marL="3579" marR="3579" marT="3579" marB="0" anchor="b">
                    <a:lnL>
                      <a:noFill/>
                    </a:lnL>
                    <a:lnR>
                      <a:noFill/>
                    </a:lnR>
                    <a:lnT>
                      <a:noFill/>
                    </a:lnT>
                    <a:lnB>
                      <a:noFill/>
                    </a:lnB>
                    <a:noFill/>
                  </a:tcPr>
                </a:tc>
                <a:tc hMerge="1">
                  <a:txBody>
                    <a:bodyPr/>
                    <a:lstStyle/>
                    <a:p>
                      <a:endParaRPr lang="en-GB"/>
                    </a:p>
                  </a:txBody>
                  <a:tcPr/>
                </a:tc>
                <a:tc hMerge="1">
                  <a:txBody>
                    <a:bodyPr/>
                    <a:lstStyle/>
                    <a:p>
                      <a:endParaRPr lang="en-GB"/>
                    </a:p>
                  </a:txBody>
                  <a:tcPr/>
                </a:tc>
                <a:tc>
                  <a:txBody>
                    <a:bodyPr/>
                    <a:lstStyle/>
                    <a:p>
                      <a:pPr algn="l" fontAlgn="b">
                        <a:buNone/>
                      </a:pPr>
                      <a:endParaRPr lang="en-DE" sz="2000" b="0" i="0" u="none" strike="noStrike">
                        <a:solidFill>
                          <a:srgbClr val="000000"/>
                        </a:solidFill>
                        <a:effectLst/>
                        <a:latin typeface="Aktiv Grotesk" panose="020F0502020204030204" pitchFamily="34" charset="0"/>
                      </a:endParaRPr>
                    </a:p>
                  </a:txBody>
                  <a:tcPr marL="3579" marR="3579" marT="3579" marB="0" anchor="b">
                    <a:lnL>
                      <a:noFill/>
                    </a:lnL>
                    <a:lnR>
                      <a:noFill/>
                    </a:lnR>
                    <a:lnT>
                      <a:noFill/>
                    </a:lnT>
                    <a:lnB>
                      <a:noFill/>
                    </a:lnB>
                    <a:noFill/>
                  </a:tcPr>
                </a:tc>
                <a:extLst>
                  <a:ext uri="{0D108BD9-81ED-4DB2-BD59-A6C34878D82A}">
                    <a16:rowId xmlns:a16="http://schemas.microsoft.com/office/drawing/2014/main" val="4118593608"/>
                  </a:ext>
                </a:extLst>
              </a:tr>
              <a:tr h="134341">
                <a:tc>
                  <a:txBody>
                    <a:bodyPr/>
                    <a:lstStyle/>
                    <a:p>
                      <a:pPr algn="l" fontAlgn="b">
                        <a:buNone/>
                      </a:pPr>
                      <a:endParaRPr lang="en-DE" sz="800" b="0" i="0" u="none" strike="noStrike">
                        <a:solidFill>
                          <a:srgbClr val="000000"/>
                        </a:solidFill>
                        <a:effectLst/>
                        <a:latin typeface="Aktiv Grotesk"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Aktiv Grotesk"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Aktiv Grotesk"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Aktiv Grotesk" panose="020F0502020204030204" pitchFamily="34" charset="0"/>
                      </a:endParaRPr>
                    </a:p>
                  </a:txBody>
                  <a:tcPr marL="3579" marR="3579" marT="3579" marB="0" anchor="b">
                    <a:lnL>
                      <a:noFill/>
                    </a:lnL>
                    <a:lnR>
                      <a:noFill/>
                    </a:lnR>
                    <a:lnT>
                      <a:noFill/>
                    </a:lnT>
                    <a:lnB>
                      <a:noFill/>
                    </a:lnB>
                    <a:noFill/>
                  </a:tcPr>
                </a:tc>
                <a:extLst>
                  <a:ext uri="{0D108BD9-81ED-4DB2-BD59-A6C34878D82A}">
                    <a16:rowId xmlns:a16="http://schemas.microsoft.com/office/drawing/2014/main" val="3506211411"/>
                  </a:ext>
                </a:extLst>
              </a:tr>
              <a:tr h="336555">
                <a:tc gridSpan="4">
                  <a:txBody>
                    <a:bodyPr/>
                    <a:lstStyle/>
                    <a:p>
                      <a:pPr algn="l" fontAlgn="b">
                        <a:buNone/>
                      </a:pPr>
                      <a:r>
                        <a:rPr lang="en-GB" sz="2000" b="1" i="0" u="none" strike="noStrike">
                          <a:solidFill>
                            <a:srgbClr val="000000"/>
                          </a:solidFill>
                          <a:effectLst/>
                          <a:latin typeface="Aktiv Grotesk" panose="020F0502020204030204" pitchFamily="34" charset="0"/>
                        </a:rPr>
                        <a:t>SQL SERVER (33 instances, 132 cores)</a:t>
                      </a:r>
                    </a:p>
                  </a:txBody>
                  <a:tcPr marL="3579" marR="3579" marT="3579" marB="0" anchor="b">
                    <a:lnL>
                      <a:noFill/>
                    </a:lnL>
                    <a:lnR>
                      <a:noFill/>
                    </a:lnR>
                    <a:lnT>
                      <a:noFill/>
                    </a:lnT>
                    <a:lnB>
                      <a:noFill/>
                    </a:lnB>
                    <a:solidFill>
                      <a:srgbClr val="D6DCE4"/>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208072485"/>
                  </a:ext>
                </a:extLst>
              </a:tr>
              <a:tr h="336555">
                <a:tc>
                  <a:txBody>
                    <a:bodyPr/>
                    <a:lstStyle/>
                    <a:p>
                      <a:pPr algn="l" fontAlgn="b">
                        <a:buNone/>
                      </a:pPr>
                      <a:r>
                        <a:rPr lang="en-GB" sz="2000" b="0" i="0" u="none" strike="noStrike">
                          <a:solidFill>
                            <a:srgbClr val="000000"/>
                          </a:solidFill>
                          <a:effectLst/>
                          <a:latin typeface="Aktiv Grotesk" panose="020F0502020204030204" pitchFamily="34" charset="0"/>
                        </a:rPr>
                        <a:t>License surcharge (included in total below)</a:t>
                      </a:r>
                    </a:p>
                  </a:txBody>
                  <a:tcPr marL="3579" marR="3579" marT="3579"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Aktiv Grotesk" panose="020F0502020204030204" pitchFamily="34" charset="0"/>
                        </a:rPr>
                        <a:t>15.284</a:t>
                      </a:r>
                    </a:p>
                  </a:txBody>
                  <a:tcPr marL="3579" marR="3579" marT="3579" marB="0" anchor="b">
                    <a:lnL>
                      <a:noFill/>
                    </a:lnL>
                    <a:lnR>
                      <a:noFill/>
                    </a:lnR>
                    <a:lnT>
                      <a:noFill/>
                    </a:lnT>
                    <a:lnB>
                      <a:noFill/>
                    </a:lnB>
                    <a:solidFill>
                      <a:srgbClr val="E8F5E9"/>
                    </a:solidFill>
                  </a:tcPr>
                </a:tc>
                <a:tc>
                  <a:txBody>
                    <a:bodyPr/>
                    <a:lstStyle/>
                    <a:p>
                      <a:pPr algn="r" fontAlgn="b">
                        <a:buNone/>
                      </a:pPr>
                      <a:r>
                        <a:rPr lang="en-DE" sz="2000" b="0" i="0" u="none" strike="noStrike">
                          <a:solidFill>
                            <a:srgbClr val="000000"/>
                          </a:solidFill>
                          <a:effectLst/>
                          <a:latin typeface="Aktiv Grotesk" panose="020F0502020204030204" pitchFamily="34" charset="0"/>
                        </a:rPr>
                        <a:t>14.286</a:t>
                      </a:r>
                    </a:p>
                  </a:txBody>
                  <a:tcPr marL="3579" marR="3579" marT="3579" marB="0" anchor="b">
                    <a:lnL>
                      <a:noFill/>
                    </a:lnL>
                    <a:lnR>
                      <a:noFill/>
                    </a:lnR>
                    <a:lnT>
                      <a:noFill/>
                    </a:lnT>
                    <a:lnB>
                      <a:noFill/>
                    </a:lnB>
                    <a:solidFill>
                      <a:srgbClr val="FFF3E0"/>
                    </a:solidFill>
                  </a:tcPr>
                </a:tc>
                <a:tc>
                  <a:txBody>
                    <a:bodyPr/>
                    <a:lstStyle/>
                    <a:p>
                      <a:pPr algn="r" fontAlgn="b">
                        <a:buNone/>
                      </a:pPr>
                      <a:r>
                        <a:rPr lang="en-DE" sz="2000" b="0" i="0" u="none" strike="noStrike">
                          <a:solidFill>
                            <a:srgbClr val="000000"/>
                          </a:solidFill>
                          <a:effectLst/>
                          <a:latin typeface="Aktiv Grotesk" panose="020F0502020204030204" pitchFamily="34" charset="0"/>
                        </a:rPr>
                        <a:t>14.286</a:t>
                      </a:r>
                    </a:p>
                  </a:txBody>
                  <a:tcPr marL="3579" marR="3579" marT="3579" marB="0" anchor="b">
                    <a:lnL>
                      <a:noFill/>
                    </a:lnL>
                    <a:lnR>
                      <a:noFill/>
                    </a:lnR>
                    <a:lnT>
                      <a:noFill/>
                    </a:lnT>
                    <a:lnB>
                      <a:noFill/>
                    </a:lnB>
                    <a:solidFill>
                      <a:srgbClr val="E3F2FD"/>
                    </a:solidFill>
                  </a:tcPr>
                </a:tc>
                <a:extLst>
                  <a:ext uri="{0D108BD9-81ED-4DB2-BD59-A6C34878D82A}">
                    <a16:rowId xmlns:a16="http://schemas.microsoft.com/office/drawing/2014/main" val="3177415816"/>
                  </a:ext>
                </a:extLst>
              </a:tr>
              <a:tr h="336555">
                <a:tc>
                  <a:txBody>
                    <a:bodyPr/>
                    <a:lstStyle/>
                    <a:p>
                      <a:pPr algn="l" fontAlgn="b">
                        <a:buNone/>
                      </a:pPr>
                      <a:r>
                        <a:rPr lang="en-GB" sz="2000" b="0" i="0" u="none" strike="noStrike">
                          <a:solidFill>
                            <a:srgbClr val="000000"/>
                          </a:solidFill>
                          <a:effectLst/>
                          <a:latin typeface="Aktiv Grotesk" panose="020F0502020204030204" pitchFamily="34" charset="0"/>
                        </a:rPr>
                        <a:t>BYOL saving (nets to zero if SA confirmed)</a:t>
                      </a:r>
                    </a:p>
                  </a:txBody>
                  <a:tcPr marL="3579" marR="3579" marT="3579"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Aktiv Grotesk" panose="020F0502020204030204" pitchFamily="34" charset="0"/>
                        </a:rPr>
                        <a:t>-15.284</a:t>
                      </a:r>
                    </a:p>
                  </a:txBody>
                  <a:tcPr marL="3579" marR="3579" marT="3579" marB="0" anchor="b">
                    <a:lnL>
                      <a:noFill/>
                    </a:lnL>
                    <a:lnR>
                      <a:noFill/>
                    </a:lnR>
                    <a:lnT>
                      <a:noFill/>
                    </a:lnT>
                    <a:lnB>
                      <a:noFill/>
                    </a:lnB>
                    <a:solidFill>
                      <a:srgbClr val="C8E6C9"/>
                    </a:solidFill>
                  </a:tcPr>
                </a:tc>
                <a:tc>
                  <a:txBody>
                    <a:bodyPr/>
                    <a:lstStyle/>
                    <a:p>
                      <a:pPr algn="r" fontAlgn="b">
                        <a:buNone/>
                      </a:pPr>
                      <a:r>
                        <a:rPr lang="en-DE" sz="2000" b="0" i="0" u="none" strike="noStrike">
                          <a:solidFill>
                            <a:srgbClr val="000000"/>
                          </a:solidFill>
                          <a:effectLst/>
                          <a:latin typeface="Aktiv Grotesk" panose="020F0502020204030204" pitchFamily="34" charset="0"/>
                        </a:rPr>
                        <a:t>-14.286</a:t>
                      </a:r>
                    </a:p>
                  </a:txBody>
                  <a:tcPr marL="3579" marR="3579" marT="3579" marB="0" anchor="b">
                    <a:lnL>
                      <a:noFill/>
                    </a:lnL>
                    <a:lnR>
                      <a:noFill/>
                    </a:lnR>
                    <a:lnT>
                      <a:noFill/>
                    </a:lnT>
                    <a:lnB>
                      <a:noFill/>
                    </a:lnB>
                    <a:solidFill>
                      <a:srgbClr val="C8E6C9"/>
                    </a:solidFill>
                  </a:tcPr>
                </a:tc>
                <a:tc>
                  <a:txBody>
                    <a:bodyPr/>
                    <a:lstStyle/>
                    <a:p>
                      <a:pPr algn="r" fontAlgn="b">
                        <a:buNone/>
                      </a:pPr>
                      <a:r>
                        <a:rPr lang="en-DE" sz="2000" b="0" i="0" u="none" strike="noStrike">
                          <a:solidFill>
                            <a:srgbClr val="000000"/>
                          </a:solidFill>
                          <a:effectLst/>
                          <a:latin typeface="Aktiv Grotesk" panose="020F0502020204030204" pitchFamily="34" charset="0"/>
                        </a:rPr>
                        <a:t>-14.286</a:t>
                      </a:r>
                    </a:p>
                  </a:txBody>
                  <a:tcPr marL="3579" marR="3579" marT="3579" marB="0" anchor="b">
                    <a:lnL>
                      <a:noFill/>
                    </a:lnL>
                    <a:lnR>
                      <a:noFill/>
                    </a:lnR>
                    <a:lnT>
                      <a:noFill/>
                    </a:lnT>
                    <a:lnB>
                      <a:noFill/>
                    </a:lnB>
                    <a:solidFill>
                      <a:srgbClr val="C8E6C9"/>
                    </a:solidFill>
                  </a:tcPr>
                </a:tc>
                <a:extLst>
                  <a:ext uri="{0D108BD9-81ED-4DB2-BD59-A6C34878D82A}">
                    <a16:rowId xmlns:a16="http://schemas.microsoft.com/office/drawing/2014/main" val="989864790"/>
                  </a:ext>
                </a:extLst>
              </a:tr>
              <a:tr h="336555">
                <a:tc gridSpan="2">
                  <a:txBody>
                    <a:bodyPr/>
                    <a:lstStyle/>
                    <a:p>
                      <a:pPr algn="l" fontAlgn="b">
                        <a:buNone/>
                      </a:pPr>
                      <a:r>
                        <a:rPr lang="en-GB" sz="1800" b="0" i="1" u="none" strike="noStrike">
                          <a:solidFill>
                            <a:srgbClr val="808080"/>
                          </a:solidFill>
                          <a:effectLst/>
                          <a:latin typeface="Aktiv Grotesk" panose="020F0502020204030204" pitchFamily="34" charset="0"/>
                        </a:rPr>
                        <a:t>Surcharge included in total. BYOL offset requires client SA confirmation.</a:t>
                      </a:r>
                    </a:p>
                  </a:txBody>
                  <a:tcPr marL="3579" marR="3579" marT="3579" marB="0" anchor="b">
                    <a:lnL>
                      <a:noFill/>
                    </a:lnL>
                    <a:lnR>
                      <a:noFill/>
                    </a:lnR>
                    <a:lnT>
                      <a:noFill/>
                    </a:lnT>
                    <a:lnB>
                      <a:noFill/>
                    </a:lnB>
                    <a:noFill/>
                  </a:tcPr>
                </a:tc>
                <a:tc hMerge="1">
                  <a:txBody>
                    <a:bodyPr/>
                    <a:lstStyle/>
                    <a:p>
                      <a:endParaRPr lang="en-GB"/>
                    </a:p>
                  </a:txBody>
                  <a:tcPr/>
                </a:tc>
                <a:tc>
                  <a:txBody>
                    <a:bodyPr/>
                    <a:lstStyle/>
                    <a:p>
                      <a:pPr algn="l" fontAlgn="b">
                        <a:buNone/>
                      </a:pPr>
                      <a:endParaRPr lang="en-DE" sz="2000" b="0" i="0" u="none" strike="noStrike">
                        <a:solidFill>
                          <a:srgbClr val="000000"/>
                        </a:solidFill>
                        <a:effectLst/>
                        <a:latin typeface="Aktiv Grotesk"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Aktiv Grotesk" panose="020F0502020204030204" pitchFamily="34" charset="0"/>
                      </a:endParaRPr>
                    </a:p>
                  </a:txBody>
                  <a:tcPr marL="3579" marR="3579" marT="3579" marB="0" anchor="b">
                    <a:lnL>
                      <a:noFill/>
                    </a:lnL>
                    <a:lnR>
                      <a:noFill/>
                    </a:lnR>
                    <a:lnT>
                      <a:noFill/>
                    </a:lnT>
                    <a:lnB>
                      <a:noFill/>
                    </a:lnB>
                    <a:noFill/>
                  </a:tcPr>
                </a:tc>
                <a:extLst>
                  <a:ext uri="{0D108BD9-81ED-4DB2-BD59-A6C34878D82A}">
                    <a16:rowId xmlns:a16="http://schemas.microsoft.com/office/drawing/2014/main" val="1775435005"/>
                  </a:ext>
                </a:extLst>
              </a:tr>
              <a:tr h="134341">
                <a:tc>
                  <a:txBody>
                    <a:bodyPr/>
                    <a:lstStyle/>
                    <a:p>
                      <a:pPr algn="l" fontAlgn="b">
                        <a:buNone/>
                      </a:pPr>
                      <a:endParaRPr lang="en-DE" sz="800" b="0" i="0" u="none" strike="noStrike">
                        <a:solidFill>
                          <a:srgbClr val="000000"/>
                        </a:solidFill>
                        <a:effectLst/>
                        <a:latin typeface="Aktiv Grotesk"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Aktiv Grotesk"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Aktiv Grotesk"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Aktiv Grotesk" panose="020F0502020204030204" pitchFamily="34" charset="0"/>
                      </a:endParaRPr>
                    </a:p>
                  </a:txBody>
                  <a:tcPr marL="3579" marR="3579" marT="3579" marB="0" anchor="b">
                    <a:lnL>
                      <a:noFill/>
                    </a:lnL>
                    <a:lnR>
                      <a:noFill/>
                    </a:lnR>
                    <a:lnT>
                      <a:noFill/>
                    </a:lnT>
                    <a:lnB>
                      <a:noFill/>
                    </a:lnB>
                    <a:noFill/>
                  </a:tcPr>
                </a:tc>
                <a:extLst>
                  <a:ext uri="{0D108BD9-81ED-4DB2-BD59-A6C34878D82A}">
                    <a16:rowId xmlns:a16="http://schemas.microsoft.com/office/drawing/2014/main" val="1970582759"/>
                  </a:ext>
                </a:extLst>
              </a:tr>
              <a:tr h="336555">
                <a:tc gridSpan="4">
                  <a:txBody>
                    <a:bodyPr/>
                    <a:lstStyle/>
                    <a:p>
                      <a:pPr algn="l" fontAlgn="b">
                        <a:buNone/>
                      </a:pPr>
                      <a:r>
                        <a:rPr lang="en-GB" sz="2000" b="1" i="0" u="none" strike="noStrike">
                          <a:solidFill>
                            <a:srgbClr val="000000"/>
                          </a:solidFill>
                          <a:effectLst/>
                          <a:latin typeface="Aktiv Grotesk" panose="020F0502020204030204" pitchFamily="34" charset="0"/>
                        </a:rPr>
                        <a:t>ORACLE DATABASE (6 servers, 24 proc licenses, support GBP 650K/yr)</a:t>
                      </a:r>
                    </a:p>
                  </a:txBody>
                  <a:tcPr marL="3579" marR="3579" marT="3579" marB="0" anchor="b">
                    <a:lnL>
                      <a:noFill/>
                    </a:lnL>
                    <a:lnR>
                      <a:noFill/>
                    </a:lnR>
                    <a:lnT>
                      <a:noFill/>
                    </a:lnT>
                    <a:lnB>
                      <a:noFill/>
                    </a:lnB>
                    <a:solidFill>
                      <a:srgbClr val="D6DCE4"/>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207454382"/>
                  </a:ext>
                </a:extLst>
              </a:tr>
              <a:tr h="481278">
                <a:tc>
                  <a:txBody>
                    <a:bodyPr/>
                    <a:lstStyle/>
                    <a:p>
                      <a:pPr algn="l" fontAlgn="b">
                        <a:buNone/>
                      </a:pPr>
                      <a:r>
                        <a:rPr lang="en-GB" sz="2000" b="1" i="0" u="none" strike="noStrike">
                          <a:solidFill>
                            <a:srgbClr val="000000"/>
                          </a:solidFill>
                          <a:effectLst/>
                          <a:latin typeface="Aktiv Grotesk" panose="020F0502020204030204" pitchFamily="34" charset="0"/>
                        </a:rPr>
                        <a:t>Option A: Oracle Exadata@Cloud (keep RAC, keep Oracle)</a:t>
                      </a:r>
                    </a:p>
                  </a:txBody>
                  <a:tcPr marL="3579" marR="3579" marT="3579" marB="0" anchor="b">
                    <a:lnL>
                      <a:noFill/>
                    </a:lnL>
                    <a:lnR>
                      <a:noFill/>
                    </a:lnR>
                    <a:lnT>
                      <a:noFill/>
                    </a:lnT>
                    <a:lnB>
                      <a:noFill/>
                    </a:lnB>
                    <a:noFill/>
                  </a:tcPr>
                </a:tc>
                <a:tc>
                  <a:txBody>
                    <a:bodyPr/>
                    <a:lstStyle/>
                    <a:p>
                      <a:pPr algn="r" fontAlgn="b">
                        <a:buNone/>
                      </a:pPr>
                      <a:r>
                        <a:rPr lang="en-DE" sz="2000" b="1" i="0" u="none" strike="noStrike">
                          <a:solidFill>
                            <a:srgbClr val="000000"/>
                          </a:solidFill>
                          <a:effectLst/>
                          <a:latin typeface="Aktiv Grotesk" panose="020F0502020204030204" pitchFamily="34" charset="0"/>
                        </a:rPr>
                        <a:t>42.909</a:t>
                      </a:r>
                    </a:p>
                  </a:txBody>
                  <a:tcPr marL="3579" marR="3579" marT="3579" marB="0" anchor="b">
                    <a:lnL>
                      <a:noFill/>
                    </a:lnL>
                    <a:lnR>
                      <a:noFill/>
                    </a:lnR>
                    <a:lnT>
                      <a:noFill/>
                    </a:lnT>
                    <a:lnB>
                      <a:noFill/>
                    </a:lnB>
                    <a:solidFill>
                      <a:srgbClr val="E8F5E9"/>
                    </a:solidFill>
                  </a:tcPr>
                </a:tc>
                <a:tc>
                  <a:txBody>
                    <a:bodyPr/>
                    <a:lstStyle/>
                    <a:p>
                      <a:pPr algn="r" fontAlgn="b">
                        <a:buNone/>
                      </a:pPr>
                      <a:r>
                        <a:rPr lang="en-DE" sz="2000" b="1" i="0" u="none" strike="noStrike">
                          <a:solidFill>
                            <a:srgbClr val="000000"/>
                          </a:solidFill>
                          <a:effectLst/>
                          <a:latin typeface="Aktiv Grotesk" panose="020F0502020204030204" pitchFamily="34" charset="0"/>
                        </a:rPr>
                        <a:t>42.909</a:t>
                      </a:r>
                    </a:p>
                  </a:txBody>
                  <a:tcPr marL="3579" marR="3579" marT="3579" marB="0" anchor="b">
                    <a:lnL>
                      <a:noFill/>
                    </a:lnL>
                    <a:lnR>
                      <a:noFill/>
                    </a:lnR>
                    <a:lnT>
                      <a:noFill/>
                    </a:lnT>
                    <a:lnB>
                      <a:noFill/>
                    </a:lnB>
                    <a:solidFill>
                      <a:srgbClr val="FFF3E0"/>
                    </a:solidFill>
                  </a:tcPr>
                </a:tc>
                <a:tc>
                  <a:txBody>
                    <a:bodyPr/>
                    <a:lstStyle/>
                    <a:p>
                      <a:pPr algn="r" fontAlgn="b">
                        <a:buNone/>
                      </a:pPr>
                      <a:r>
                        <a:rPr lang="en-DE" sz="2000" b="1" i="0" u="none" strike="noStrike">
                          <a:solidFill>
                            <a:srgbClr val="000000"/>
                          </a:solidFill>
                          <a:effectLst/>
                          <a:latin typeface="Aktiv Grotesk" panose="020F0502020204030204" pitchFamily="34" charset="0"/>
                        </a:rPr>
                        <a:t>42.909</a:t>
                      </a:r>
                    </a:p>
                  </a:txBody>
                  <a:tcPr marL="3579" marR="3579" marT="3579" marB="0" anchor="b">
                    <a:lnL>
                      <a:noFill/>
                    </a:lnL>
                    <a:lnR>
                      <a:noFill/>
                    </a:lnR>
                    <a:lnT>
                      <a:noFill/>
                    </a:lnT>
                    <a:lnB>
                      <a:noFill/>
                    </a:lnB>
                    <a:solidFill>
                      <a:srgbClr val="E3F2FD"/>
                    </a:solidFill>
                  </a:tcPr>
                </a:tc>
                <a:extLst>
                  <a:ext uri="{0D108BD9-81ED-4DB2-BD59-A6C34878D82A}">
                    <a16:rowId xmlns:a16="http://schemas.microsoft.com/office/drawing/2014/main" val="1976125025"/>
                  </a:ext>
                </a:extLst>
              </a:tr>
              <a:tr h="336555">
                <a:tc gridSpan="3">
                  <a:txBody>
                    <a:bodyPr/>
                    <a:lstStyle/>
                    <a:p>
                      <a:pPr algn="l" fontAlgn="b">
                        <a:buNone/>
                      </a:pPr>
                      <a:r>
                        <a:rPr lang="en-GB" sz="1800" b="0" i="1" u="none" strike="noStrike">
                          <a:solidFill>
                            <a:srgbClr val="808080"/>
                          </a:solidFill>
                          <a:effectLst/>
                          <a:latin typeface="Aktiv Grotesk" panose="020F0502020204030204" pitchFamily="34" charset="0"/>
                        </a:rPr>
                        <a:t>All three clouds offer Exadata@Cloud in London (GA). </a:t>
                      </a:r>
                    </a:p>
                  </a:txBody>
                  <a:tcPr marL="3579" marR="3579" marT="3579" marB="0" anchor="b">
                    <a:lnL>
                      <a:noFill/>
                    </a:lnL>
                    <a:lnR>
                      <a:noFill/>
                    </a:lnR>
                    <a:lnT>
                      <a:noFill/>
                    </a:lnT>
                    <a:lnB>
                      <a:noFill/>
                    </a:lnB>
                    <a:noFill/>
                  </a:tcPr>
                </a:tc>
                <a:tc hMerge="1">
                  <a:txBody>
                    <a:bodyPr/>
                    <a:lstStyle/>
                    <a:p>
                      <a:endParaRPr lang="en-GB"/>
                    </a:p>
                  </a:txBody>
                  <a:tcPr/>
                </a:tc>
                <a:tc hMerge="1">
                  <a:txBody>
                    <a:bodyPr/>
                    <a:lstStyle/>
                    <a:p>
                      <a:endParaRPr lang="en-GB"/>
                    </a:p>
                  </a:txBody>
                  <a:tcPr/>
                </a:tc>
                <a:tc>
                  <a:txBody>
                    <a:bodyPr/>
                    <a:lstStyle/>
                    <a:p>
                      <a:pPr algn="l" fontAlgn="b">
                        <a:buNone/>
                      </a:pPr>
                      <a:endParaRPr lang="en-DE" sz="2000" b="0" i="0" u="none" strike="noStrike">
                        <a:solidFill>
                          <a:srgbClr val="000000"/>
                        </a:solidFill>
                        <a:effectLst/>
                        <a:latin typeface="Aktiv Grotesk" panose="020F0502020204030204" pitchFamily="34" charset="0"/>
                      </a:endParaRPr>
                    </a:p>
                  </a:txBody>
                  <a:tcPr marL="3579" marR="3579" marT="3579" marB="0" anchor="b">
                    <a:lnL>
                      <a:noFill/>
                    </a:lnL>
                    <a:lnR>
                      <a:noFill/>
                    </a:lnR>
                    <a:lnT>
                      <a:noFill/>
                    </a:lnT>
                    <a:lnB>
                      <a:noFill/>
                    </a:lnB>
                    <a:noFill/>
                  </a:tcPr>
                </a:tc>
                <a:extLst>
                  <a:ext uri="{0D108BD9-81ED-4DB2-BD59-A6C34878D82A}">
                    <a16:rowId xmlns:a16="http://schemas.microsoft.com/office/drawing/2014/main" val="768481179"/>
                  </a:ext>
                </a:extLst>
              </a:tr>
              <a:tr h="134341">
                <a:tc>
                  <a:txBody>
                    <a:bodyPr/>
                    <a:lstStyle/>
                    <a:p>
                      <a:pPr algn="l" fontAlgn="b">
                        <a:buNone/>
                      </a:pPr>
                      <a:endParaRPr lang="en-DE" sz="800" b="0" i="0" u="none" strike="noStrike">
                        <a:solidFill>
                          <a:srgbClr val="000000"/>
                        </a:solidFill>
                        <a:effectLst/>
                        <a:latin typeface="Aktiv Grotesk"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Aktiv Grotesk"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Aktiv Grotesk"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Aktiv Grotesk" panose="020F0502020204030204" pitchFamily="34" charset="0"/>
                      </a:endParaRPr>
                    </a:p>
                  </a:txBody>
                  <a:tcPr marL="3579" marR="3579" marT="3579" marB="0" anchor="b">
                    <a:lnL>
                      <a:noFill/>
                    </a:lnL>
                    <a:lnR>
                      <a:noFill/>
                    </a:lnR>
                    <a:lnT>
                      <a:noFill/>
                    </a:lnT>
                    <a:lnB>
                      <a:noFill/>
                    </a:lnB>
                    <a:noFill/>
                  </a:tcPr>
                </a:tc>
                <a:extLst>
                  <a:ext uri="{0D108BD9-81ED-4DB2-BD59-A6C34878D82A}">
                    <a16:rowId xmlns:a16="http://schemas.microsoft.com/office/drawing/2014/main" val="958234996"/>
                  </a:ext>
                </a:extLst>
              </a:tr>
              <a:tr h="336555">
                <a:tc gridSpan="4">
                  <a:txBody>
                    <a:bodyPr/>
                    <a:lstStyle/>
                    <a:p>
                      <a:pPr algn="l" fontAlgn="b">
                        <a:buNone/>
                      </a:pPr>
                      <a:r>
                        <a:rPr lang="en-GB" sz="2000" b="1" i="0" u="none" strike="noStrike">
                          <a:solidFill>
                            <a:srgbClr val="000000"/>
                          </a:solidFill>
                          <a:effectLst/>
                          <a:latin typeface="Aktiv Grotesk" panose="020F0502020204030204" pitchFamily="34" charset="0"/>
                        </a:rPr>
                        <a:t>STORAGE TIERING (336 TiB non-prod, SSD to HDD)</a:t>
                      </a:r>
                    </a:p>
                  </a:txBody>
                  <a:tcPr marL="3579" marR="3579" marT="3579" marB="0" anchor="b">
                    <a:lnL>
                      <a:noFill/>
                    </a:lnL>
                    <a:lnR>
                      <a:noFill/>
                    </a:lnR>
                    <a:lnT>
                      <a:noFill/>
                    </a:lnT>
                    <a:lnB>
                      <a:noFill/>
                    </a:lnB>
                    <a:solidFill>
                      <a:srgbClr val="D6DCE4"/>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164943379"/>
                  </a:ext>
                </a:extLst>
              </a:tr>
              <a:tr h="336555">
                <a:tc>
                  <a:txBody>
                    <a:bodyPr/>
                    <a:lstStyle/>
                    <a:p>
                      <a:pPr algn="l" fontAlgn="b">
                        <a:buNone/>
                      </a:pPr>
                      <a:r>
                        <a:rPr lang="en-GB" sz="2000" b="0" i="0" u="none" strike="noStrike">
                          <a:solidFill>
                            <a:srgbClr val="000000"/>
                          </a:solidFill>
                          <a:effectLst/>
                          <a:latin typeface="Aktiv Grotesk" panose="020F0502020204030204" pitchFamily="34" charset="0"/>
                        </a:rPr>
                        <a:t>Non-prod storage saving</a:t>
                      </a:r>
                    </a:p>
                  </a:txBody>
                  <a:tcPr marL="3579" marR="3579" marT="3579"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Aktiv Grotesk" panose="020F0502020204030204" pitchFamily="34" charset="0"/>
                        </a:rPr>
                        <a:t>-18.603</a:t>
                      </a:r>
                    </a:p>
                  </a:txBody>
                  <a:tcPr marL="3579" marR="3579" marT="3579" marB="0" anchor="b">
                    <a:lnL>
                      <a:noFill/>
                    </a:lnL>
                    <a:lnR>
                      <a:noFill/>
                    </a:lnR>
                    <a:lnT>
                      <a:noFill/>
                    </a:lnT>
                    <a:lnB>
                      <a:noFill/>
                    </a:lnB>
                    <a:solidFill>
                      <a:srgbClr val="C8E6C9"/>
                    </a:solidFill>
                  </a:tcPr>
                </a:tc>
                <a:tc>
                  <a:txBody>
                    <a:bodyPr/>
                    <a:lstStyle/>
                    <a:p>
                      <a:pPr algn="r" fontAlgn="b">
                        <a:buNone/>
                      </a:pPr>
                      <a:r>
                        <a:rPr lang="en-DE" sz="2000" b="0" i="0" u="none" strike="noStrike">
                          <a:solidFill>
                            <a:srgbClr val="000000"/>
                          </a:solidFill>
                          <a:effectLst/>
                          <a:latin typeface="Aktiv Grotesk" panose="020F0502020204030204" pitchFamily="34" charset="0"/>
                        </a:rPr>
                        <a:t>-10.261</a:t>
                      </a:r>
                    </a:p>
                  </a:txBody>
                  <a:tcPr marL="3579" marR="3579" marT="3579" marB="0" anchor="b">
                    <a:lnL>
                      <a:noFill/>
                    </a:lnL>
                    <a:lnR>
                      <a:noFill/>
                    </a:lnR>
                    <a:lnT>
                      <a:noFill/>
                    </a:lnT>
                    <a:lnB>
                      <a:noFill/>
                    </a:lnB>
                    <a:solidFill>
                      <a:srgbClr val="C8E6C9"/>
                    </a:solidFill>
                  </a:tcPr>
                </a:tc>
                <a:tc>
                  <a:txBody>
                    <a:bodyPr/>
                    <a:lstStyle/>
                    <a:p>
                      <a:pPr algn="r" fontAlgn="b">
                        <a:buNone/>
                      </a:pPr>
                      <a:r>
                        <a:rPr lang="en-DE" sz="2000" b="0" i="0" u="none" strike="noStrike">
                          <a:solidFill>
                            <a:srgbClr val="000000"/>
                          </a:solidFill>
                          <a:effectLst/>
                          <a:latin typeface="Aktiv Grotesk" panose="020F0502020204030204" pitchFamily="34" charset="0"/>
                        </a:rPr>
                        <a:t>-9.964</a:t>
                      </a:r>
                    </a:p>
                  </a:txBody>
                  <a:tcPr marL="3579" marR="3579" marT="3579" marB="0" anchor="b">
                    <a:lnL>
                      <a:noFill/>
                    </a:lnL>
                    <a:lnR>
                      <a:noFill/>
                    </a:lnR>
                    <a:lnT>
                      <a:noFill/>
                    </a:lnT>
                    <a:lnB>
                      <a:noFill/>
                    </a:lnB>
                    <a:solidFill>
                      <a:srgbClr val="C8E6C9"/>
                    </a:solidFill>
                  </a:tcPr>
                </a:tc>
                <a:extLst>
                  <a:ext uri="{0D108BD9-81ED-4DB2-BD59-A6C34878D82A}">
                    <a16:rowId xmlns:a16="http://schemas.microsoft.com/office/drawing/2014/main" val="3510047562"/>
                  </a:ext>
                </a:extLst>
              </a:tr>
              <a:tr h="134341">
                <a:tc>
                  <a:txBody>
                    <a:bodyPr/>
                    <a:lstStyle/>
                    <a:p>
                      <a:pPr algn="l" fontAlgn="b">
                        <a:buNone/>
                      </a:pPr>
                      <a:endParaRPr lang="en-DE" sz="800" b="0" i="0" u="none" strike="noStrike">
                        <a:solidFill>
                          <a:srgbClr val="000000"/>
                        </a:solidFill>
                        <a:effectLst/>
                        <a:latin typeface="Aktiv Grotesk"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Aktiv Grotesk"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Aktiv Grotesk"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Aktiv Grotesk" panose="020F0502020204030204" pitchFamily="34" charset="0"/>
                      </a:endParaRPr>
                    </a:p>
                  </a:txBody>
                  <a:tcPr marL="3579" marR="3579" marT="3579" marB="0" anchor="b">
                    <a:lnL>
                      <a:noFill/>
                    </a:lnL>
                    <a:lnR>
                      <a:noFill/>
                    </a:lnR>
                    <a:lnT>
                      <a:noFill/>
                    </a:lnT>
                    <a:lnB>
                      <a:noFill/>
                    </a:lnB>
                    <a:noFill/>
                  </a:tcPr>
                </a:tc>
                <a:extLst>
                  <a:ext uri="{0D108BD9-81ED-4DB2-BD59-A6C34878D82A}">
                    <a16:rowId xmlns:a16="http://schemas.microsoft.com/office/drawing/2014/main" val="2094820845"/>
                  </a:ext>
                </a:extLst>
              </a:tr>
              <a:tr h="336555">
                <a:tc gridSpan="4">
                  <a:txBody>
                    <a:bodyPr/>
                    <a:lstStyle/>
                    <a:p>
                      <a:pPr algn="l" fontAlgn="b">
                        <a:buNone/>
                      </a:pPr>
                      <a:r>
                        <a:rPr lang="en-GB" sz="2000" b="1" i="0" u="none" strike="noStrike">
                          <a:solidFill>
                            <a:srgbClr val="000000"/>
                          </a:solidFill>
                          <a:effectLst/>
                          <a:latin typeface="Aktiv Grotesk" panose="020F0502020204030204" pitchFamily="34" charset="0"/>
                        </a:rPr>
                        <a:t>COMPLETE VIEW (Baseline + Oracle Exadata + Savings)</a:t>
                      </a:r>
                    </a:p>
                  </a:txBody>
                  <a:tcPr marL="3579" marR="3579" marT="3579" marB="0" anchor="b">
                    <a:lnL>
                      <a:noFill/>
                    </a:lnL>
                    <a:lnR>
                      <a:noFill/>
                    </a:lnR>
                    <a:lnT>
                      <a:noFill/>
                    </a:lnT>
                    <a:lnB>
                      <a:noFill/>
                    </a:lnB>
                    <a:solidFill>
                      <a:srgbClr val="D6DCE4"/>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21693299"/>
                  </a:ext>
                </a:extLst>
              </a:tr>
              <a:tr h="602674">
                <a:tc gridSpan="4">
                  <a:txBody>
                    <a:bodyPr/>
                    <a:lstStyle/>
                    <a:p>
                      <a:pPr algn="l" fontAlgn="b">
                        <a:buNone/>
                      </a:pPr>
                      <a:r>
                        <a:rPr lang="en-GB" sz="1800" b="0" i="1" u="none" strike="noStrike">
                          <a:solidFill>
                            <a:srgbClr val="808080"/>
                          </a:solidFill>
                          <a:effectLst/>
                          <a:latin typeface="Aktiv Grotesk" panose="020F0502020204030204" pitchFamily="34" charset="0"/>
                        </a:rPr>
                        <a:t>Includes: compute, storage, OS, 5% network placeholder (inter-zone/region), Oracle (Option A Exadata@Cloud), Oracle support retained under BYOL, Windows + SQL Server BYOL (SA assumed). SQL surcharge is not added because SA is assumed in place.</a:t>
                      </a:r>
                    </a:p>
                  </a:txBody>
                  <a:tcPr marL="3579" marR="3579" marT="3579" marB="0" anchor="b">
                    <a:lnL>
                      <a:noFill/>
                    </a:lnL>
                    <a:lnR>
                      <a:noFill/>
                    </a:lnR>
                    <a:lnT>
                      <a:noFill/>
                    </a:lnT>
                    <a:lnB>
                      <a:noFill/>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921987468"/>
                  </a:ext>
                </a:extLst>
              </a:tr>
              <a:tr h="336555">
                <a:tc>
                  <a:txBody>
                    <a:bodyPr/>
                    <a:lstStyle/>
                    <a:p>
                      <a:pPr algn="l" fontAlgn="b">
                        <a:buNone/>
                      </a:pPr>
                      <a:r>
                        <a:rPr lang="en-GB" sz="2000" b="0" i="0" u="none" strike="noStrike">
                          <a:solidFill>
                            <a:srgbClr val="000000"/>
                          </a:solidFill>
                          <a:effectLst/>
                          <a:latin typeface="Aktiv Grotesk" panose="020F0502020204030204" pitchFamily="34" charset="0"/>
                        </a:rPr>
                        <a:t>Baseline 3yr</a:t>
                      </a:r>
                    </a:p>
                  </a:txBody>
                  <a:tcPr marL="3579" marR="3579" marT="3579"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Aktiv Grotesk" panose="020F0502020204030204" pitchFamily="34" charset="0"/>
                        </a:rPr>
                        <a:t>186.974</a:t>
                      </a:r>
                    </a:p>
                  </a:txBody>
                  <a:tcPr marL="3579" marR="3579" marT="3579" marB="0" anchor="b">
                    <a:lnL>
                      <a:noFill/>
                    </a:lnL>
                    <a:lnR>
                      <a:noFill/>
                    </a:lnR>
                    <a:lnT>
                      <a:noFill/>
                    </a:lnT>
                    <a:lnB>
                      <a:noFill/>
                    </a:lnB>
                    <a:solidFill>
                      <a:srgbClr val="E8F5E9"/>
                    </a:solidFill>
                  </a:tcPr>
                </a:tc>
                <a:tc>
                  <a:txBody>
                    <a:bodyPr/>
                    <a:lstStyle/>
                    <a:p>
                      <a:pPr algn="r" fontAlgn="b">
                        <a:buNone/>
                      </a:pPr>
                      <a:r>
                        <a:rPr lang="en-DE" sz="2000" b="0" i="0" u="none" strike="noStrike">
                          <a:solidFill>
                            <a:srgbClr val="000000"/>
                          </a:solidFill>
                          <a:effectLst/>
                          <a:latin typeface="Aktiv Grotesk" panose="020F0502020204030204" pitchFamily="34" charset="0"/>
                        </a:rPr>
                        <a:t>190.285</a:t>
                      </a:r>
                    </a:p>
                  </a:txBody>
                  <a:tcPr marL="3579" marR="3579" marT="3579" marB="0" anchor="b">
                    <a:lnL>
                      <a:noFill/>
                    </a:lnL>
                    <a:lnR>
                      <a:noFill/>
                    </a:lnR>
                    <a:lnT>
                      <a:noFill/>
                    </a:lnT>
                    <a:lnB>
                      <a:noFill/>
                    </a:lnB>
                    <a:solidFill>
                      <a:srgbClr val="FFF3E0"/>
                    </a:solidFill>
                  </a:tcPr>
                </a:tc>
                <a:tc>
                  <a:txBody>
                    <a:bodyPr/>
                    <a:lstStyle/>
                    <a:p>
                      <a:pPr algn="r" fontAlgn="b">
                        <a:buNone/>
                      </a:pPr>
                      <a:r>
                        <a:rPr lang="en-DE" sz="2000" b="0" i="0" u="none" strike="noStrike">
                          <a:solidFill>
                            <a:srgbClr val="000000"/>
                          </a:solidFill>
                          <a:effectLst/>
                          <a:latin typeface="Aktiv Grotesk" panose="020F0502020204030204" pitchFamily="34" charset="0"/>
                        </a:rPr>
                        <a:t>274.881</a:t>
                      </a:r>
                    </a:p>
                  </a:txBody>
                  <a:tcPr marL="3579" marR="3579" marT="3579" marB="0" anchor="b">
                    <a:lnL>
                      <a:noFill/>
                    </a:lnL>
                    <a:lnR>
                      <a:noFill/>
                    </a:lnR>
                    <a:lnT>
                      <a:noFill/>
                    </a:lnT>
                    <a:lnB>
                      <a:noFill/>
                    </a:lnB>
                    <a:solidFill>
                      <a:srgbClr val="E3F2FD"/>
                    </a:solidFill>
                  </a:tcPr>
                </a:tc>
                <a:extLst>
                  <a:ext uri="{0D108BD9-81ED-4DB2-BD59-A6C34878D82A}">
                    <a16:rowId xmlns:a16="http://schemas.microsoft.com/office/drawing/2014/main" val="2541069097"/>
                  </a:ext>
                </a:extLst>
              </a:tr>
              <a:tr h="336555">
                <a:tc>
                  <a:txBody>
                    <a:bodyPr/>
                    <a:lstStyle/>
                    <a:p>
                      <a:pPr algn="l" fontAlgn="b">
                        <a:buNone/>
                      </a:pPr>
                      <a:r>
                        <a:rPr lang="en-GB" sz="2000" b="0" i="0" u="none" strike="noStrike">
                          <a:solidFill>
                            <a:srgbClr val="000000"/>
                          </a:solidFill>
                          <a:effectLst/>
                          <a:latin typeface="Aktiv Grotesk" panose="020F0502020204030204" pitchFamily="34" charset="0"/>
                        </a:rPr>
                        <a:t>- Windows BYOL (SA assumed)</a:t>
                      </a:r>
                    </a:p>
                  </a:txBody>
                  <a:tcPr marL="3579" marR="3579" marT="3579"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Aktiv Grotesk" panose="020F0502020204030204" pitchFamily="34" charset="0"/>
                        </a:rPr>
                        <a:t>-7.220</a:t>
                      </a:r>
                    </a:p>
                  </a:txBody>
                  <a:tcPr marL="3579" marR="3579" marT="3579" marB="0" anchor="b">
                    <a:lnL>
                      <a:noFill/>
                    </a:lnL>
                    <a:lnR>
                      <a:noFill/>
                    </a:lnR>
                    <a:lnT>
                      <a:noFill/>
                    </a:lnT>
                    <a:lnB>
                      <a:noFill/>
                    </a:lnB>
                    <a:solidFill>
                      <a:srgbClr val="C8E6C9"/>
                    </a:solidFill>
                  </a:tcPr>
                </a:tc>
                <a:tc>
                  <a:txBody>
                    <a:bodyPr/>
                    <a:lstStyle/>
                    <a:p>
                      <a:pPr algn="r" fontAlgn="b">
                        <a:buNone/>
                      </a:pPr>
                      <a:r>
                        <a:rPr lang="en-DE" sz="2000" b="0" i="0" u="none" strike="noStrike">
                          <a:solidFill>
                            <a:srgbClr val="000000"/>
                          </a:solidFill>
                          <a:effectLst/>
                          <a:latin typeface="Aktiv Grotesk" panose="020F0502020204030204" pitchFamily="34" charset="0"/>
                        </a:rPr>
                        <a:t>-8.605</a:t>
                      </a:r>
                    </a:p>
                  </a:txBody>
                  <a:tcPr marL="3579" marR="3579" marT="3579" marB="0" anchor="b">
                    <a:lnL>
                      <a:noFill/>
                    </a:lnL>
                    <a:lnR>
                      <a:noFill/>
                    </a:lnR>
                    <a:lnT>
                      <a:noFill/>
                    </a:lnT>
                    <a:lnB>
                      <a:noFill/>
                    </a:lnB>
                    <a:solidFill>
                      <a:srgbClr val="C8E6C9"/>
                    </a:solidFill>
                  </a:tcPr>
                </a:tc>
                <a:tc>
                  <a:txBody>
                    <a:bodyPr/>
                    <a:lstStyle/>
                    <a:p>
                      <a:pPr algn="r" fontAlgn="b">
                        <a:buNone/>
                      </a:pPr>
                      <a:r>
                        <a:rPr lang="en-DE" sz="2000" b="0" i="0" u="none" strike="noStrike">
                          <a:solidFill>
                            <a:srgbClr val="000000"/>
                          </a:solidFill>
                          <a:effectLst/>
                          <a:latin typeface="Aktiv Grotesk" panose="020F0502020204030204" pitchFamily="34" charset="0"/>
                        </a:rPr>
                        <a:t>-17.529</a:t>
                      </a:r>
                    </a:p>
                  </a:txBody>
                  <a:tcPr marL="3579" marR="3579" marT="3579" marB="0" anchor="b">
                    <a:lnL>
                      <a:noFill/>
                    </a:lnL>
                    <a:lnR>
                      <a:noFill/>
                    </a:lnR>
                    <a:lnT>
                      <a:noFill/>
                    </a:lnT>
                    <a:lnB>
                      <a:noFill/>
                    </a:lnB>
                    <a:solidFill>
                      <a:srgbClr val="C8E6C9"/>
                    </a:solidFill>
                  </a:tcPr>
                </a:tc>
                <a:extLst>
                  <a:ext uri="{0D108BD9-81ED-4DB2-BD59-A6C34878D82A}">
                    <a16:rowId xmlns:a16="http://schemas.microsoft.com/office/drawing/2014/main" val="2552023162"/>
                  </a:ext>
                </a:extLst>
              </a:tr>
              <a:tr h="336555">
                <a:tc>
                  <a:txBody>
                    <a:bodyPr/>
                    <a:lstStyle/>
                    <a:p>
                      <a:pPr algn="l" fontAlgn="b">
                        <a:buNone/>
                      </a:pPr>
                      <a:r>
                        <a:rPr lang="en-GB" sz="2000" b="0" i="0" u="none" strike="noStrike">
                          <a:solidFill>
                            <a:srgbClr val="000000"/>
                          </a:solidFill>
                          <a:effectLst/>
                          <a:latin typeface="Aktiv Grotesk" panose="020F0502020204030204" pitchFamily="34" charset="0"/>
                        </a:rPr>
                        <a:t>- Storage tiering (non-prod to HDD)</a:t>
                      </a:r>
                    </a:p>
                  </a:txBody>
                  <a:tcPr marL="3579" marR="3579" marT="3579"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Aktiv Grotesk" panose="020F0502020204030204" pitchFamily="34" charset="0"/>
                        </a:rPr>
                        <a:t>-18.603</a:t>
                      </a:r>
                    </a:p>
                  </a:txBody>
                  <a:tcPr marL="3579" marR="3579" marT="3579" marB="0" anchor="b">
                    <a:lnL>
                      <a:noFill/>
                    </a:lnL>
                    <a:lnR>
                      <a:noFill/>
                    </a:lnR>
                    <a:lnT>
                      <a:noFill/>
                    </a:lnT>
                    <a:lnB>
                      <a:noFill/>
                    </a:lnB>
                    <a:solidFill>
                      <a:srgbClr val="C8E6C9"/>
                    </a:solidFill>
                  </a:tcPr>
                </a:tc>
                <a:tc>
                  <a:txBody>
                    <a:bodyPr/>
                    <a:lstStyle/>
                    <a:p>
                      <a:pPr algn="r" fontAlgn="b">
                        <a:buNone/>
                      </a:pPr>
                      <a:r>
                        <a:rPr lang="en-DE" sz="2000" b="0" i="0" u="none" strike="noStrike">
                          <a:solidFill>
                            <a:srgbClr val="000000"/>
                          </a:solidFill>
                          <a:effectLst/>
                          <a:latin typeface="Aktiv Grotesk" panose="020F0502020204030204" pitchFamily="34" charset="0"/>
                        </a:rPr>
                        <a:t>-10.261</a:t>
                      </a:r>
                    </a:p>
                  </a:txBody>
                  <a:tcPr marL="3579" marR="3579" marT="3579" marB="0" anchor="b">
                    <a:lnL>
                      <a:noFill/>
                    </a:lnL>
                    <a:lnR>
                      <a:noFill/>
                    </a:lnR>
                    <a:lnT>
                      <a:noFill/>
                    </a:lnT>
                    <a:lnB>
                      <a:noFill/>
                    </a:lnB>
                    <a:solidFill>
                      <a:srgbClr val="C8E6C9"/>
                    </a:solidFill>
                  </a:tcPr>
                </a:tc>
                <a:tc>
                  <a:txBody>
                    <a:bodyPr/>
                    <a:lstStyle/>
                    <a:p>
                      <a:pPr algn="r" fontAlgn="b">
                        <a:buNone/>
                      </a:pPr>
                      <a:r>
                        <a:rPr lang="en-DE" sz="2000" b="0" i="0" u="none" strike="noStrike">
                          <a:solidFill>
                            <a:srgbClr val="000000"/>
                          </a:solidFill>
                          <a:effectLst/>
                          <a:latin typeface="Aktiv Grotesk" panose="020F0502020204030204" pitchFamily="34" charset="0"/>
                        </a:rPr>
                        <a:t>-9.964</a:t>
                      </a:r>
                    </a:p>
                  </a:txBody>
                  <a:tcPr marL="3579" marR="3579" marT="3579" marB="0" anchor="b">
                    <a:lnL>
                      <a:noFill/>
                    </a:lnL>
                    <a:lnR>
                      <a:noFill/>
                    </a:lnR>
                    <a:lnT>
                      <a:noFill/>
                    </a:lnT>
                    <a:lnB>
                      <a:noFill/>
                    </a:lnB>
                    <a:solidFill>
                      <a:srgbClr val="C8E6C9"/>
                    </a:solidFill>
                  </a:tcPr>
                </a:tc>
                <a:extLst>
                  <a:ext uri="{0D108BD9-81ED-4DB2-BD59-A6C34878D82A}">
                    <a16:rowId xmlns:a16="http://schemas.microsoft.com/office/drawing/2014/main" val="1333840635"/>
                  </a:ext>
                </a:extLst>
              </a:tr>
              <a:tr h="336555">
                <a:tc>
                  <a:txBody>
                    <a:bodyPr/>
                    <a:lstStyle/>
                    <a:p>
                      <a:pPr algn="l" fontAlgn="b">
                        <a:buNone/>
                      </a:pPr>
                      <a:r>
                        <a:rPr lang="en-GB" sz="2000" b="0" i="0" u="none" strike="noStrike">
                          <a:solidFill>
                            <a:srgbClr val="000000"/>
                          </a:solidFill>
                          <a:effectLst/>
                          <a:latin typeface="Aktiv Grotesk" panose="020F0502020204030204" pitchFamily="34" charset="0"/>
                        </a:rPr>
                        <a:t>+ Oracle Option A (Exadata@Cloud)</a:t>
                      </a:r>
                    </a:p>
                  </a:txBody>
                  <a:tcPr marL="3579" marR="3579" marT="3579"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Aktiv Grotesk" panose="020F0502020204030204" pitchFamily="34" charset="0"/>
                        </a:rPr>
                        <a:t>42.909</a:t>
                      </a:r>
                    </a:p>
                  </a:txBody>
                  <a:tcPr marL="3579" marR="3579" marT="3579" marB="0" anchor="b">
                    <a:lnL>
                      <a:noFill/>
                    </a:lnL>
                    <a:lnR>
                      <a:noFill/>
                    </a:lnR>
                    <a:lnT>
                      <a:noFill/>
                    </a:lnT>
                    <a:lnB>
                      <a:noFill/>
                    </a:lnB>
                    <a:solidFill>
                      <a:srgbClr val="E8F5E9"/>
                    </a:solidFill>
                  </a:tcPr>
                </a:tc>
                <a:tc>
                  <a:txBody>
                    <a:bodyPr/>
                    <a:lstStyle/>
                    <a:p>
                      <a:pPr algn="r" fontAlgn="b">
                        <a:buNone/>
                      </a:pPr>
                      <a:r>
                        <a:rPr lang="en-DE" sz="2000" b="0" i="0" u="none" strike="noStrike">
                          <a:solidFill>
                            <a:srgbClr val="000000"/>
                          </a:solidFill>
                          <a:effectLst/>
                          <a:latin typeface="Aktiv Grotesk" panose="020F0502020204030204" pitchFamily="34" charset="0"/>
                        </a:rPr>
                        <a:t>42.909</a:t>
                      </a:r>
                    </a:p>
                  </a:txBody>
                  <a:tcPr marL="3579" marR="3579" marT="3579" marB="0" anchor="b">
                    <a:lnL>
                      <a:noFill/>
                    </a:lnL>
                    <a:lnR>
                      <a:noFill/>
                    </a:lnR>
                    <a:lnT>
                      <a:noFill/>
                    </a:lnT>
                    <a:lnB>
                      <a:noFill/>
                    </a:lnB>
                    <a:solidFill>
                      <a:srgbClr val="FFF3E0"/>
                    </a:solidFill>
                  </a:tcPr>
                </a:tc>
                <a:tc>
                  <a:txBody>
                    <a:bodyPr/>
                    <a:lstStyle/>
                    <a:p>
                      <a:pPr algn="r" fontAlgn="b">
                        <a:buNone/>
                      </a:pPr>
                      <a:r>
                        <a:rPr lang="en-DE" sz="2000" b="0" i="0" u="none" strike="noStrike">
                          <a:solidFill>
                            <a:srgbClr val="000000"/>
                          </a:solidFill>
                          <a:effectLst/>
                          <a:latin typeface="Aktiv Grotesk" panose="020F0502020204030204" pitchFamily="34" charset="0"/>
                        </a:rPr>
                        <a:t>42.909</a:t>
                      </a:r>
                    </a:p>
                  </a:txBody>
                  <a:tcPr marL="3579" marR="3579" marT="3579" marB="0" anchor="b">
                    <a:lnL>
                      <a:noFill/>
                    </a:lnL>
                    <a:lnR>
                      <a:noFill/>
                    </a:lnR>
                    <a:lnT>
                      <a:noFill/>
                    </a:lnT>
                    <a:lnB>
                      <a:noFill/>
                    </a:lnB>
                    <a:solidFill>
                      <a:srgbClr val="E3F2FD"/>
                    </a:solidFill>
                  </a:tcPr>
                </a:tc>
                <a:extLst>
                  <a:ext uri="{0D108BD9-81ED-4DB2-BD59-A6C34878D82A}">
                    <a16:rowId xmlns:a16="http://schemas.microsoft.com/office/drawing/2014/main" val="1137816672"/>
                  </a:ext>
                </a:extLst>
              </a:tr>
              <a:tr h="336555">
                <a:tc>
                  <a:txBody>
                    <a:bodyPr/>
                    <a:lstStyle/>
                    <a:p>
                      <a:pPr algn="l" fontAlgn="b">
                        <a:buNone/>
                      </a:pPr>
                      <a:r>
                        <a:rPr lang="en-GB" sz="2000" b="0" i="0" u="none" strike="noStrike">
                          <a:solidFill>
                            <a:srgbClr val="000000"/>
                          </a:solidFill>
                          <a:effectLst/>
                          <a:latin typeface="Aktiv Grotesk" panose="020F0502020204030204" pitchFamily="34" charset="0"/>
                        </a:rPr>
                        <a:t>+ Oracle support (GBP 650K/yr, retained under BYOL)</a:t>
                      </a:r>
                    </a:p>
                  </a:txBody>
                  <a:tcPr marL="3579" marR="3579" marT="3579"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Aktiv Grotesk" panose="020F0502020204030204" pitchFamily="34" charset="0"/>
                        </a:rPr>
                        <a:t>54.167</a:t>
                      </a:r>
                    </a:p>
                  </a:txBody>
                  <a:tcPr marL="3579" marR="3579" marT="3579" marB="0" anchor="b">
                    <a:lnL>
                      <a:noFill/>
                    </a:lnL>
                    <a:lnR>
                      <a:noFill/>
                    </a:lnR>
                    <a:lnT>
                      <a:noFill/>
                    </a:lnT>
                    <a:lnB>
                      <a:noFill/>
                    </a:lnB>
                    <a:solidFill>
                      <a:srgbClr val="E8F5E9"/>
                    </a:solidFill>
                  </a:tcPr>
                </a:tc>
                <a:tc>
                  <a:txBody>
                    <a:bodyPr/>
                    <a:lstStyle/>
                    <a:p>
                      <a:pPr algn="r" fontAlgn="b">
                        <a:buNone/>
                      </a:pPr>
                      <a:r>
                        <a:rPr lang="en-DE" sz="2000" b="0" i="0" u="none" strike="noStrike">
                          <a:solidFill>
                            <a:srgbClr val="000000"/>
                          </a:solidFill>
                          <a:effectLst/>
                          <a:latin typeface="Aktiv Grotesk" panose="020F0502020204030204" pitchFamily="34" charset="0"/>
                        </a:rPr>
                        <a:t>54.167</a:t>
                      </a:r>
                    </a:p>
                  </a:txBody>
                  <a:tcPr marL="3579" marR="3579" marT="3579" marB="0" anchor="b">
                    <a:lnL>
                      <a:noFill/>
                    </a:lnL>
                    <a:lnR>
                      <a:noFill/>
                    </a:lnR>
                    <a:lnT>
                      <a:noFill/>
                    </a:lnT>
                    <a:lnB>
                      <a:noFill/>
                    </a:lnB>
                    <a:solidFill>
                      <a:srgbClr val="FFF3E0"/>
                    </a:solidFill>
                  </a:tcPr>
                </a:tc>
                <a:tc>
                  <a:txBody>
                    <a:bodyPr/>
                    <a:lstStyle/>
                    <a:p>
                      <a:pPr algn="r" fontAlgn="b">
                        <a:buNone/>
                      </a:pPr>
                      <a:r>
                        <a:rPr lang="en-DE" sz="2000" b="0" i="0" u="none" strike="noStrike">
                          <a:solidFill>
                            <a:srgbClr val="000000"/>
                          </a:solidFill>
                          <a:effectLst/>
                          <a:latin typeface="Aktiv Grotesk" panose="020F0502020204030204" pitchFamily="34" charset="0"/>
                        </a:rPr>
                        <a:t>54.167</a:t>
                      </a:r>
                    </a:p>
                  </a:txBody>
                  <a:tcPr marL="3579" marR="3579" marT="3579" marB="0" anchor="b">
                    <a:lnL>
                      <a:noFill/>
                    </a:lnL>
                    <a:lnR>
                      <a:noFill/>
                    </a:lnR>
                    <a:lnT>
                      <a:noFill/>
                    </a:lnT>
                    <a:lnB>
                      <a:noFill/>
                    </a:lnB>
                    <a:solidFill>
                      <a:srgbClr val="E3F2FD"/>
                    </a:solidFill>
                  </a:tcPr>
                </a:tc>
                <a:extLst>
                  <a:ext uri="{0D108BD9-81ED-4DB2-BD59-A6C34878D82A}">
                    <a16:rowId xmlns:a16="http://schemas.microsoft.com/office/drawing/2014/main" val="24665110"/>
                  </a:ext>
                </a:extLst>
              </a:tr>
              <a:tr h="403085">
                <a:tc>
                  <a:txBody>
                    <a:bodyPr/>
                    <a:lstStyle/>
                    <a:p>
                      <a:pPr algn="l" fontAlgn="b">
                        <a:buNone/>
                      </a:pPr>
                      <a:r>
                        <a:rPr lang="en-GB" sz="2400" b="1" i="0" u="none" strike="noStrike">
                          <a:solidFill>
                            <a:srgbClr val="FFFFFF"/>
                          </a:solidFill>
                          <a:effectLst/>
                          <a:latin typeface="Aktiv Grotesk" panose="020F0502020204030204" pitchFamily="34" charset="0"/>
                        </a:rPr>
                        <a:t>COMPLETE VIEW TOTAL (Monthly)</a:t>
                      </a:r>
                    </a:p>
                  </a:txBody>
                  <a:tcPr marL="3579" marR="3579" marT="3579" marB="0" anchor="b">
                    <a:lnL>
                      <a:noFill/>
                    </a:lnL>
                    <a:lnR>
                      <a:noFill/>
                    </a:lnR>
                    <a:lnT>
                      <a:noFill/>
                    </a:lnT>
                    <a:lnB>
                      <a:noFill/>
                    </a:lnB>
                    <a:solidFill>
                      <a:srgbClr val="1F4E79"/>
                    </a:solidFill>
                  </a:tcPr>
                </a:tc>
                <a:tc>
                  <a:txBody>
                    <a:bodyPr/>
                    <a:lstStyle/>
                    <a:p>
                      <a:pPr algn="r" fontAlgn="b">
                        <a:buNone/>
                      </a:pPr>
                      <a:r>
                        <a:rPr lang="en-DE" sz="2400" b="1" i="0" u="none" strike="noStrike">
                          <a:solidFill>
                            <a:srgbClr val="FFFFFF"/>
                          </a:solidFill>
                          <a:effectLst/>
                          <a:latin typeface="Aktiv Grotesk" panose="020F0502020204030204" pitchFamily="34" charset="0"/>
                        </a:rPr>
                        <a:t>258.227</a:t>
                      </a:r>
                    </a:p>
                  </a:txBody>
                  <a:tcPr marL="3579" marR="3579" marT="3579" marB="0" anchor="b">
                    <a:lnL>
                      <a:noFill/>
                    </a:lnL>
                    <a:lnR>
                      <a:noFill/>
                    </a:lnR>
                    <a:lnT>
                      <a:noFill/>
                    </a:lnT>
                    <a:lnB>
                      <a:noFill/>
                    </a:lnB>
                    <a:solidFill>
                      <a:srgbClr val="1F4E79"/>
                    </a:solidFill>
                  </a:tcPr>
                </a:tc>
                <a:tc>
                  <a:txBody>
                    <a:bodyPr/>
                    <a:lstStyle/>
                    <a:p>
                      <a:pPr algn="r" fontAlgn="b">
                        <a:buNone/>
                      </a:pPr>
                      <a:r>
                        <a:rPr lang="en-DE" sz="2400" b="1" i="0" u="none" strike="noStrike">
                          <a:solidFill>
                            <a:srgbClr val="FFFFFF"/>
                          </a:solidFill>
                          <a:effectLst/>
                          <a:latin typeface="Aktiv Grotesk" panose="020F0502020204030204" pitchFamily="34" charset="0"/>
                        </a:rPr>
                        <a:t>268.495</a:t>
                      </a:r>
                    </a:p>
                  </a:txBody>
                  <a:tcPr marL="3579" marR="3579" marT="3579" marB="0" anchor="b">
                    <a:lnL>
                      <a:noFill/>
                    </a:lnL>
                    <a:lnR>
                      <a:noFill/>
                    </a:lnR>
                    <a:lnT>
                      <a:noFill/>
                    </a:lnT>
                    <a:lnB>
                      <a:noFill/>
                    </a:lnB>
                    <a:solidFill>
                      <a:srgbClr val="1F4E79"/>
                    </a:solidFill>
                  </a:tcPr>
                </a:tc>
                <a:tc>
                  <a:txBody>
                    <a:bodyPr/>
                    <a:lstStyle/>
                    <a:p>
                      <a:pPr algn="r" fontAlgn="b">
                        <a:buNone/>
                      </a:pPr>
                      <a:r>
                        <a:rPr lang="en-DE" sz="2400" b="1" i="0" u="none" strike="noStrike">
                          <a:solidFill>
                            <a:srgbClr val="FFFFFF"/>
                          </a:solidFill>
                          <a:effectLst/>
                          <a:latin typeface="Aktiv Grotesk" panose="020F0502020204030204" pitchFamily="34" charset="0"/>
                        </a:rPr>
                        <a:t>344.464</a:t>
                      </a:r>
                    </a:p>
                  </a:txBody>
                  <a:tcPr marL="3579" marR="3579" marT="3579" marB="0" anchor="b">
                    <a:lnL>
                      <a:noFill/>
                    </a:lnL>
                    <a:lnR>
                      <a:noFill/>
                    </a:lnR>
                    <a:lnT>
                      <a:noFill/>
                    </a:lnT>
                    <a:lnB>
                      <a:noFill/>
                    </a:lnB>
                    <a:solidFill>
                      <a:srgbClr val="1F4E79"/>
                    </a:solidFill>
                  </a:tcPr>
                </a:tc>
                <a:extLst>
                  <a:ext uri="{0D108BD9-81ED-4DB2-BD59-A6C34878D82A}">
                    <a16:rowId xmlns:a16="http://schemas.microsoft.com/office/drawing/2014/main" val="2884233559"/>
                  </a:ext>
                </a:extLst>
              </a:tr>
              <a:tr h="403085">
                <a:tc>
                  <a:txBody>
                    <a:bodyPr/>
                    <a:lstStyle/>
                    <a:p>
                      <a:pPr algn="l" fontAlgn="b">
                        <a:buNone/>
                      </a:pPr>
                      <a:r>
                        <a:rPr lang="en-GB" sz="2400" b="1" i="0" u="none" strike="noStrike">
                          <a:solidFill>
                            <a:srgbClr val="FFFFFF"/>
                          </a:solidFill>
                          <a:effectLst/>
                          <a:latin typeface="Aktiv Grotesk" panose="020F0502020204030204" pitchFamily="34" charset="0"/>
                        </a:rPr>
                        <a:t>COMPLETE VIEW TOTAL (Annual)</a:t>
                      </a:r>
                    </a:p>
                  </a:txBody>
                  <a:tcPr marL="3579" marR="3579" marT="3579" marB="0" anchor="b">
                    <a:lnL>
                      <a:noFill/>
                    </a:lnL>
                    <a:lnR>
                      <a:noFill/>
                    </a:lnR>
                    <a:lnT>
                      <a:noFill/>
                    </a:lnT>
                    <a:lnB>
                      <a:noFill/>
                    </a:lnB>
                    <a:solidFill>
                      <a:srgbClr val="1F4E79"/>
                    </a:solidFill>
                  </a:tcPr>
                </a:tc>
                <a:tc>
                  <a:txBody>
                    <a:bodyPr/>
                    <a:lstStyle/>
                    <a:p>
                      <a:pPr algn="r" fontAlgn="b">
                        <a:buNone/>
                      </a:pPr>
                      <a:r>
                        <a:rPr lang="en-DE" sz="2400" b="1" i="0" u="none" strike="noStrike">
                          <a:solidFill>
                            <a:srgbClr val="FFFFFF"/>
                          </a:solidFill>
                          <a:effectLst/>
                          <a:latin typeface="Aktiv Grotesk" panose="020F0502020204030204" pitchFamily="34" charset="0"/>
                        </a:rPr>
                        <a:t>3.098.724</a:t>
                      </a:r>
                    </a:p>
                  </a:txBody>
                  <a:tcPr marL="3579" marR="3579" marT="3579" marB="0" anchor="b">
                    <a:lnL>
                      <a:noFill/>
                    </a:lnL>
                    <a:lnR>
                      <a:noFill/>
                    </a:lnR>
                    <a:lnT>
                      <a:noFill/>
                    </a:lnT>
                    <a:lnB>
                      <a:noFill/>
                    </a:lnB>
                    <a:solidFill>
                      <a:srgbClr val="1F4E79"/>
                    </a:solidFill>
                  </a:tcPr>
                </a:tc>
                <a:tc>
                  <a:txBody>
                    <a:bodyPr/>
                    <a:lstStyle/>
                    <a:p>
                      <a:pPr algn="r" fontAlgn="b">
                        <a:buNone/>
                      </a:pPr>
                      <a:r>
                        <a:rPr lang="en-DE" sz="2400" b="1" i="0" u="none" strike="noStrike">
                          <a:solidFill>
                            <a:srgbClr val="FFFFFF"/>
                          </a:solidFill>
                          <a:effectLst/>
                          <a:latin typeface="Aktiv Grotesk" panose="020F0502020204030204" pitchFamily="34" charset="0"/>
                        </a:rPr>
                        <a:t>3.221.940</a:t>
                      </a:r>
                    </a:p>
                  </a:txBody>
                  <a:tcPr marL="3579" marR="3579" marT="3579" marB="0" anchor="b">
                    <a:lnL>
                      <a:noFill/>
                    </a:lnL>
                    <a:lnR>
                      <a:noFill/>
                    </a:lnR>
                    <a:lnT>
                      <a:noFill/>
                    </a:lnT>
                    <a:lnB>
                      <a:noFill/>
                    </a:lnB>
                    <a:solidFill>
                      <a:srgbClr val="1F4E79"/>
                    </a:solidFill>
                  </a:tcPr>
                </a:tc>
                <a:tc>
                  <a:txBody>
                    <a:bodyPr/>
                    <a:lstStyle/>
                    <a:p>
                      <a:pPr algn="r" fontAlgn="b">
                        <a:buNone/>
                      </a:pPr>
                      <a:r>
                        <a:rPr lang="en-DE" sz="2400" b="1" i="0" u="none" strike="noStrike">
                          <a:solidFill>
                            <a:srgbClr val="FFFFFF"/>
                          </a:solidFill>
                          <a:effectLst/>
                          <a:latin typeface="Aktiv Grotesk" panose="020F0502020204030204" pitchFamily="34" charset="0"/>
                        </a:rPr>
                        <a:t>4.133.568</a:t>
                      </a:r>
                    </a:p>
                  </a:txBody>
                  <a:tcPr marL="3579" marR="3579" marT="3579" marB="0" anchor="b">
                    <a:lnL>
                      <a:noFill/>
                    </a:lnL>
                    <a:lnR>
                      <a:noFill/>
                    </a:lnR>
                    <a:lnT>
                      <a:noFill/>
                    </a:lnT>
                    <a:lnB>
                      <a:noFill/>
                    </a:lnB>
                    <a:solidFill>
                      <a:srgbClr val="1F4E79"/>
                    </a:solidFill>
                  </a:tcPr>
                </a:tc>
                <a:extLst>
                  <a:ext uri="{0D108BD9-81ED-4DB2-BD59-A6C34878D82A}">
                    <a16:rowId xmlns:a16="http://schemas.microsoft.com/office/drawing/2014/main" val="2780842579"/>
                  </a:ext>
                </a:extLst>
              </a:tr>
              <a:tr h="134341">
                <a:tc>
                  <a:txBody>
                    <a:bodyPr/>
                    <a:lstStyle/>
                    <a:p>
                      <a:pPr algn="l" fontAlgn="b">
                        <a:buNone/>
                      </a:pPr>
                      <a:endParaRPr lang="en-DE" sz="800" b="0" i="0" u="none" strike="noStrike">
                        <a:solidFill>
                          <a:srgbClr val="000000"/>
                        </a:solidFill>
                        <a:effectLst/>
                        <a:latin typeface="Aktiv Grotesk"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Aktiv Grotesk"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Aktiv Grotesk"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Aktiv Grotesk" panose="020F0502020204030204" pitchFamily="34" charset="0"/>
                      </a:endParaRPr>
                    </a:p>
                  </a:txBody>
                  <a:tcPr marL="3579" marR="3579" marT="3579" marB="0" anchor="b">
                    <a:lnL>
                      <a:noFill/>
                    </a:lnL>
                    <a:lnR>
                      <a:noFill/>
                    </a:lnR>
                    <a:lnT>
                      <a:noFill/>
                    </a:lnT>
                    <a:lnB>
                      <a:noFill/>
                    </a:lnB>
                    <a:noFill/>
                  </a:tcPr>
                </a:tc>
                <a:extLst>
                  <a:ext uri="{0D108BD9-81ED-4DB2-BD59-A6C34878D82A}">
                    <a16:rowId xmlns:a16="http://schemas.microsoft.com/office/drawing/2014/main" val="2872609472"/>
                  </a:ext>
                </a:extLst>
              </a:tr>
              <a:tr h="336555">
                <a:tc gridSpan="4">
                  <a:txBody>
                    <a:bodyPr/>
                    <a:lstStyle/>
                    <a:p>
                      <a:pPr algn="l" fontAlgn="b">
                        <a:buNone/>
                      </a:pPr>
                      <a:r>
                        <a:rPr lang="en-GB" sz="2000" b="1" i="0" u="none" strike="noStrike">
                          <a:solidFill>
                            <a:srgbClr val="000000"/>
                          </a:solidFill>
                          <a:effectLst/>
                          <a:latin typeface="Aktiv Grotesk" panose="020F0502020204030204" pitchFamily="34" charset="0"/>
                        </a:rPr>
                        <a:t>WITH INDICATIVE EGRESS (100TB/mo) - illustrative, Phase 2 to quantify actual volume</a:t>
                      </a:r>
                    </a:p>
                  </a:txBody>
                  <a:tcPr marL="3579" marR="3579" marT="3579" marB="0" anchor="b">
                    <a:lnL>
                      <a:noFill/>
                    </a:lnL>
                    <a:lnR>
                      <a:noFill/>
                    </a:lnR>
                    <a:lnT>
                      <a:noFill/>
                    </a:lnT>
                    <a:lnB>
                      <a:noFill/>
                    </a:lnB>
                    <a:solidFill>
                      <a:srgbClr val="D6DCE4"/>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427502218"/>
                  </a:ext>
                </a:extLst>
              </a:tr>
              <a:tr h="336555">
                <a:tc>
                  <a:txBody>
                    <a:bodyPr/>
                    <a:lstStyle/>
                    <a:p>
                      <a:pPr algn="l" fontAlgn="b">
                        <a:buNone/>
                      </a:pPr>
                      <a:r>
                        <a:rPr lang="en-GB" sz="2000" b="0" i="0" u="none" strike="noStrike">
                          <a:solidFill>
                            <a:srgbClr val="000000"/>
                          </a:solidFill>
                          <a:effectLst/>
                          <a:latin typeface="Aktiv Grotesk" panose="020F0502020204030204" pitchFamily="34" charset="0"/>
                        </a:rPr>
                        <a:t>+ Internet egress at 100TB/mo</a:t>
                      </a:r>
                    </a:p>
                  </a:txBody>
                  <a:tcPr marL="3579" marR="3579" marT="3579"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Aktiv Grotesk" panose="020F0502020204030204" pitchFamily="34" charset="0"/>
                        </a:rPr>
                        <a:t>6.274</a:t>
                      </a:r>
                    </a:p>
                  </a:txBody>
                  <a:tcPr marL="3579" marR="3579" marT="3579" marB="0" anchor="b">
                    <a:lnL>
                      <a:noFill/>
                    </a:lnL>
                    <a:lnR>
                      <a:noFill/>
                    </a:lnR>
                    <a:lnT>
                      <a:noFill/>
                    </a:lnT>
                    <a:lnB>
                      <a:noFill/>
                    </a:lnB>
                    <a:solidFill>
                      <a:srgbClr val="E8F5E9"/>
                    </a:solidFill>
                  </a:tcPr>
                </a:tc>
                <a:tc>
                  <a:txBody>
                    <a:bodyPr/>
                    <a:lstStyle/>
                    <a:p>
                      <a:pPr algn="r" fontAlgn="b">
                        <a:buNone/>
                      </a:pPr>
                      <a:r>
                        <a:rPr lang="en-DE" sz="2000" b="0" i="0" u="none" strike="noStrike">
                          <a:solidFill>
                            <a:srgbClr val="000000"/>
                          </a:solidFill>
                          <a:effectLst/>
                          <a:latin typeface="Aktiv Grotesk" panose="020F0502020204030204" pitchFamily="34" charset="0"/>
                        </a:rPr>
                        <a:t>5.889</a:t>
                      </a:r>
                    </a:p>
                  </a:txBody>
                  <a:tcPr marL="3579" marR="3579" marT="3579" marB="0" anchor="b">
                    <a:lnL>
                      <a:noFill/>
                    </a:lnL>
                    <a:lnR>
                      <a:noFill/>
                    </a:lnR>
                    <a:lnT>
                      <a:noFill/>
                    </a:lnT>
                    <a:lnB>
                      <a:noFill/>
                    </a:lnB>
                    <a:solidFill>
                      <a:srgbClr val="FFF3E0"/>
                    </a:solidFill>
                  </a:tcPr>
                </a:tc>
                <a:tc>
                  <a:txBody>
                    <a:bodyPr/>
                    <a:lstStyle/>
                    <a:p>
                      <a:pPr algn="r" fontAlgn="b">
                        <a:buNone/>
                      </a:pPr>
                      <a:r>
                        <a:rPr lang="en-DE" sz="2000" b="0" i="0" u="none" strike="noStrike">
                          <a:solidFill>
                            <a:srgbClr val="000000"/>
                          </a:solidFill>
                          <a:effectLst/>
                          <a:latin typeface="Aktiv Grotesk" panose="020F0502020204030204" pitchFamily="34" charset="0"/>
                        </a:rPr>
                        <a:t>4.832</a:t>
                      </a:r>
                    </a:p>
                  </a:txBody>
                  <a:tcPr marL="3579" marR="3579" marT="3579" marB="0" anchor="b">
                    <a:lnL>
                      <a:noFill/>
                    </a:lnL>
                    <a:lnR>
                      <a:noFill/>
                    </a:lnR>
                    <a:lnT>
                      <a:noFill/>
                    </a:lnT>
                    <a:lnB>
                      <a:noFill/>
                    </a:lnB>
                    <a:solidFill>
                      <a:srgbClr val="E3F2FD"/>
                    </a:solidFill>
                  </a:tcPr>
                </a:tc>
                <a:extLst>
                  <a:ext uri="{0D108BD9-81ED-4DB2-BD59-A6C34878D82A}">
                    <a16:rowId xmlns:a16="http://schemas.microsoft.com/office/drawing/2014/main" val="31544034"/>
                  </a:ext>
                </a:extLst>
              </a:tr>
              <a:tr h="403085">
                <a:tc>
                  <a:txBody>
                    <a:bodyPr/>
                    <a:lstStyle/>
                    <a:p>
                      <a:pPr algn="l" fontAlgn="b">
                        <a:buNone/>
                      </a:pPr>
                      <a:r>
                        <a:rPr lang="en-GB" sz="2400" b="1" i="0" u="none" strike="noStrike">
                          <a:solidFill>
                            <a:srgbClr val="FFFFFF"/>
                          </a:solidFill>
                          <a:effectLst/>
                          <a:latin typeface="Aktiv Grotesk" panose="020F0502020204030204" pitchFamily="34" charset="0"/>
                        </a:rPr>
                        <a:t>COMPLETE VIEW + EGRESS (Monthly)</a:t>
                      </a:r>
                    </a:p>
                  </a:txBody>
                  <a:tcPr marL="3579" marR="3579" marT="3579" marB="0" anchor="b">
                    <a:lnL>
                      <a:noFill/>
                    </a:lnL>
                    <a:lnR>
                      <a:noFill/>
                    </a:lnR>
                    <a:lnT>
                      <a:noFill/>
                    </a:lnT>
                    <a:lnB>
                      <a:noFill/>
                    </a:lnB>
                    <a:solidFill>
                      <a:srgbClr val="1F4E79"/>
                    </a:solidFill>
                  </a:tcPr>
                </a:tc>
                <a:tc>
                  <a:txBody>
                    <a:bodyPr/>
                    <a:lstStyle/>
                    <a:p>
                      <a:pPr algn="r" fontAlgn="b">
                        <a:buNone/>
                      </a:pPr>
                      <a:r>
                        <a:rPr lang="en-DE" sz="2400" b="1" i="0" u="none" strike="noStrike">
                          <a:solidFill>
                            <a:srgbClr val="FFFFFF"/>
                          </a:solidFill>
                          <a:effectLst/>
                          <a:latin typeface="Aktiv Grotesk" panose="020F0502020204030204" pitchFamily="34" charset="0"/>
                        </a:rPr>
                        <a:t>264.501</a:t>
                      </a:r>
                    </a:p>
                  </a:txBody>
                  <a:tcPr marL="3579" marR="3579" marT="3579" marB="0" anchor="b">
                    <a:lnL>
                      <a:noFill/>
                    </a:lnL>
                    <a:lnR>
                      <a:noFill/>
                    </a:lnR>
                    <a:lnT>
                      <a:noFill/>
                    </a:lnT>
                    <a:lnB>
                      <a:noFill/>
                    </a:lnB>
                    <a:solidFill>
                      <a:srgbClr val="1F4E79"/>
                    </a:solidFill>
                  </a:tcPr>
                </a:tc>
                <a:tc>
                  <a:txBody>
                    <a:bodyPr/>
                    <a:lstStyle/>
                    <a:p>
                      <a:pPr algn="r" fontAlgn="b">
                        <a:buNone/>
                      </a:pPr>
                      <a:r>
                        <a:rPr lang="en-DE" sz="2400" b="1" i="0" u="none" strike="noStrike">
                          <a:solidFill>
                            <a:srgbClr val="FFFFFF"/>
                          </a:solidFill>
                          <a:effectLst/>
                          <a:latin typeface="Aktiv Grotesk" panose="020F0502020204030204" pitchFamily="34" charset="0"/>
                        </a:rPr>
                        <a:t>274.384</a:t>
                      </a:r>
                    </a:p>
                  </a:txBody>
                  <a:tcPr marL="3579" marR="3579" marT="3579" marB="0" anchor="b">
                    <a:lnL>
                      <a:noFill/>
                    </a:lnL>
                    <a:lnR>
                      <a:noFill/>
                    </a:lnR>
                    <a:lnT>
                      <a:noFill/>
                    </a:lnT>
                    <a:lnB>
                      <a:noFill/>
                    </a:lnB>
                    <a:solidFill>
                      <a:srgbClr val="1F4E79"/>
                    </a:solidFill>
                  </a:tcPr>
                </a:tc>
                <a:tc>
                  <a:txBody>
                    <a:bodyPr/>
                    <a:lstStyle/>
                    <a:p>
                      <a:pPr algn="r" fontAlgn="b">
                        <a:buNone/>
                      </a:pPr>
                      <a:r>
                        <a:rPr lang="en-DE" sz="2400" b="1" i="0" u="none" strike="noStrike">
                          <a:solidFill>
                            <a:srgbClr val="FFFFFF"/>
                          </a:solidFill>
                          <a:effectLst/>
                          <a:latin typeface="Aktiv Grotesk" panose="020F0502020204030204" pitchFamily="34" charset="0"/>
                        </a:rPr>
                        <a:t>349.296</a:t>
                      </a:r>
                    </a:p>
                  </a:txBody>
                  <a:tcPr marL="3579" marR="3579" marT="3579" marB="0" anchor="b">
                    <a:lnL>
                      <a:noFill/>
                    </a:lnL>
                    <a:lnR>
                      <a:noFill/>
                    </a:lnR>
                    <a:lnT>
                      <a:noFill/>
                    </a:lnT>
                    <a:lnB>
                      <a:noFill/>
                    </a:lnB>
                    <a:solidFill>
                      <a:srgbClr val="1F4E79"/>
                    </a:solidFill>
                  </a:tcPr>
                </a:tc>
                <a:extLst>
                  <a:ext uri="{0D108BD9-81ED-4DB2-BD59-A6C34878D82A}">
                    <a16:rowId xmlns:a16="http://schemas.microsoft.com/office/drawing/2014/main" val="3220287520"/>
                  </a:ext>
                </a:extLst>
              </a:tr>
              <a:tr h="403085">
                <a:tc>
                  <a:txBody>
                    <a:bodyPr/>
                    <a:lstStyle/>
                    <a:p>
                      <a:pPr algn="l" fontAlgn="b">
                        <a:buNone/>
                      </a:pPr>
                      <a:r>
                        <a:rPr lang="en-GB" sz="2400" b="1" i="0" u="none" strike="noStrike">
                          <a:solidFill>
                            <a:srgbClr val="FFFFFF"/>
                          </a:solidFill>
                          <a:effectLst/>
                          <a:latin typeface="Aktiv Grotesk" panose="020F0502020204030204" pitchFamily="34" charset="0"/>
                        </a:rPr>
                        <a:t>COMPLETE VIEW + EGRESS (Annual)</a:t>
                      </a:r>
                    </a:p>
                  </a:txBody>
                  <a:tcPr marL="3579" marR="3579" marT="3579" marB="0" anchor="b">
                    <a:lnL>
                      <a:noFill/>
                    </a:lnL>
                    <a:lnR>
                      <a:noFill/>
                    </a:lnR>
                    <a:lnT>
                      <a:noFill/>
                    </a:lnT>
                    <a:lnB>
                      <a:noFill/>
                    </a:lnB>
                    <a:solidFill>
                      <a:srgbClr val="1F4E79"/>
                    </a:solidFill>
                  </a:tcPr>
                </a:tc>
                <a:tc>
                  <a:txBody>
                    <a:bodyPr/>
                    <a:lstStyle/>
                    <a:p>
                      <a:pPr algn="r" fontAlgn="b">
                        <a:buNone/>
                      </a:pPr>
                      <a:r>
                        <a:rPr lang="en-DE" sz="2400" b="1" i="0" u="none" strike="noStrike">
                          <a:solidFill>
                            <a:srgbClr val="FFFFFF"/>
                          </a:solidFill>
                          <a:effectLst/>
                          <a:latin typeface="Aktiv Grotesk" panose="020F0502020204030204" pitchFamily="34" charset="0"/>
                        </a:rPr>
                        <a:t>3.174.012</a:t>
                      </a:r>
                    </a:p>
                  </a:txBody>
                  <a:tcPr marL="3579" marR="3579" marT="3579" marB="0" anchor="b">
                    <a:lnL>
                      <a:noFill/>
                    </a:lnL>
                    <a:lnR>
                      <a:noFill/>
                    </a:lnR>
                    <a:lnT>
                      <a:noFill/>
                    </a:lnT>
                    <a:lnB>
                      <a:noFill/>
                    </a:lnB>
                    <a:solidFill>
                      <a:srgbClr val="1F4E79"/>
                    </a:solidFill>
                  </a:tcPr>
                </a:tc>
                <a:tc>
                  <a:txBody>
                    <a:bodyPr/>
                    <a:lstStyle/>
                    <a:p>
                      <a:pPr algn="r" fontAlgn="b">
                        <a:buNone/>
                      </a:pPr>
                      <a:r>
                        <a:rPr lang="en-DE" sz="2400" b="1" i="0" u="none" strike="noStrike">
                          <a:solidFill>
                            <a:srgbClr val="FFFFFF"/>
                          </a:solidFill>
                          <a:effectLst/>
                          <a:latin typeface="Aktiv Grotesk" panose="020F0502020204030204" pitchFamily="34" charset="0"/>
                        </a:rPr>
                        <a:t>3.292.608</a:t>
                      </a:r>
                    </a:p>
                  </a:txBody>
                  <a:tcPr marL="3579" marR="3579" marT="3579" marB="0" anchor="b">
                    <a:lnL>
                      <a:noFill/>
                    </a:lnL>
                    <a:lnR>
                      <a:noFill/>
                    </a:lnR>
                    <a:lnT>
                      <a:noFill/>
                    </a:lnT>
                    <a:lnB>
                      <a:noFill/>
                    </a:lnB>
                    <a:solidFill>
                      <a:srgbClr val="1F4E79"/>
                    </a:solidFill>
                  </a:tcPr>
                </a:tc>
                <a:tc>
                  <a:txBody>
                    <a:bodyPr/>
                    <a:lstStyle/>
                    <a:p>
                      <a:pPr algn="r" fontAlgn="b">
                        <a:buNone/>
                      </a:pPr>
                      <a:r>
                        <a:rPr lang="en-DE" sz="2400" b="1" i="0" u="none" strike="noStrike">
                          <a:solidFill>
                            <a:srgbClr val="FFFFFF"/>
                          </a:solidFill>
                          <a:effectLst/>
                          <a:latin typeface="Aktiv Grotesk" panose="020F0502020204030204" pitchFamily="34" charset="0"/>
                        </a:rPr>
                        <a:t>4.191.552</a:t>
                      </a:r>
                    </a:p>
                  </a:txBody>
                  <a:tcPr marL="3579" marR="3579" marT="3579" marB="0" anchor="b">
                    <a:lnL>
                      <a:noFill/>
                    </a:lnL>
                    <a:lnR>
                      <a:noFill/>
                    </a:lnR>
                    <a:lnT>
                      <a:noFill/>
                    </a:lnT>
                    <a:lnB>
                      <a:noFill/>
                    </a:lnB>
                    <a:solidFill>
                      <a:srgbClr val="1F4E79"/>
                    </a:solidFill>
                  </a:tcPr>
                </a:tc>
                <a:extLst>
                  <a:ext uri="{0D108BD9-81ED-4DB2-BD59-A6C34878D82A}">
                    <a16:rowId xmlns:a16="http://schemas.microsoft.com/office/drawing/2014/main" val="2479566585"/>
                  </a:ext>
                </a:extLst>
              </a:tr>
            </a:tbl>
          </a:graphicData>
        </a:graphic>
      </p:graphicFrame>
      <p:sp>
        <p:nvSpPr>
          <p:cNvPr id="12" name="TextBox 11">
            <a:extLst>
              <a:ext uri="{FF2B5EF4-FFF2-40B4-BE49-F238E27FC236}">
                <a16:creationId xmlns:a16="http://schemas.microsoft.com/office/drawing/2014/main" id="{7CB5F6D8-648A-4156-C69B-39B74037DA41}"/>
              </a:ext>
            </a:extLst>
          </p:cNvPr>
          <p:cNvSpPr txBox="1"/>
          <p:nvPr/>
        </p:nvSpPr>
        <p:spPr>
          <a:xfrm>
            <a:off x="293714" y="2767695"/>
            <a:ext cx="8048181" cy="1815882"/>
          </a:xfrm>
          <a:prstGeom prst="rect">
            <a:avLst/>
          </a:prstGeom>
          <a:noFill/>
        </p:spPr>
        <p:txBody>
          <a:bodyPr wrap="square" rtlCol="0">
            <a:spAutoFit/>
          </a:bodyPr>
          <a:lstStyle/>
          <a:p>
            <a:pPr algn="l"/>
            <a:r>
              <a:rPr lang="en-GB" sz="2800">
                <a:solidFill>
                  <a:srgbClr val="FF0000"/>
                </a:solidFill>
                <a:latin typeface="Fira Sans" panose="020B0503050000020004" pitchFamily="34" charset="0"/>
              </a:rPr>
              <a:t>Key Points:</a:t>
            </a:r>
          </a:p>
          <a:p>
            <a:pPr marL="285750" indent="-285750">
              <a:buClr>
                <a:srgbClr val="FF0000"/>
              </a:buClr>
              <a:buFont typeface="Aktiv Grotesk" panose="020B0604020202020204" pitchFamily="34" charset="0"/>
              <a:buChar char="•"/>
            </a:pPr>
            <a:r>
              <a:rPr lang="en-GB" sz="2800">
                <a:latin typeface="Fira Sans" panose="020B0503050000020004" pitchFamily="34" charset="0"/>
              </a:rPr>
              <a:t>Windows BYOL – 2019 Only vs AHB</a:t>
            </a:r>
          </a:p>
          <a:p>
            <a:pPr marL="285750" indent="-285750">
              <a:buClr>
                <a:srgbClr val="FF0000"/>
              </a:buClr>
              <a:buFont typeface="Aktiv Grotesk" panose="020B0604020202020204" pitchFamily="34" charset="0"/>
              <a:buChar char="•"/>
            </a:pPr>
            <a:r>
              <a:rPr lang="en-GB" sz="2800">
                <a:latin typeface="Fira Sans" panose="020B0503050000020004" pitchFamily="34" charset="0"/>
              </a:rPr>
              <a:t>SQL ???</a:t>
            </a:r>
          </a:p>
          <a:p>
            <a:pPr marL="285750" indent="-285750">
              <a:buClr>
                <a:srgbClr val="FF0000"/>
              </a:buClr>
              <a:buFont typeface="Aktiv Grotesk" panose="020B0604020202020204" pitchFamily="34" charset="0"/>
              <a:buChar char="•"/>
            </a:pPr>
            <a:endParaRPr lang="en-GB" sz="2800">
              <a:latin typeface="Fira Sans" panose="020B0503050000020004" pitchFamily="34" charset="0"/>
            </a:endParaRPr>
          </a:p>
        </p:txBody>
      </p:sp>
    </p:spTree>
    <p:extLst>
      <p:ext uri="{BB962C8B-B14F-4D97-AF65-F5344CB8AC3E}">
        <p14:creationId xmlns:p14="http://schemas.microsoft.com/office/powerpoint/2010/main" val="16676534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A6434-335C-3241-F512-291243EFDCA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A1E31D-4ABA-C2DB-35F8-ACEE819BD521}"/>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25</a:t>
            </a:fld>
            <a:endParaRPr lang="en-GB" noProof="0"/>
          </a:p>
        </p:txBody>
      </p:sp>
      <p:sp>
        <p:nvSpPr>
          <p:cNvPr id="4" name="TextBox 3">
            <a:extLst>
              <a:ext uri="{FF2B5EF4-FFF2-40B4-BE49-F238E27FC236}">
                <a16:creationId xmlns:a16="http://schemas.microsoft.com/office/drawing/2014/main" id="{D88C413E-0629-D710-22BE-828ABD1A41F8}"/>
              </a:ext>
            </a:extLst>
          </p:cNvPr>
          <p:cNvSpPr txBox="1"/>
          <p:nvPr/>
        </p:nvSpPr>
        <p:spPr>
          <a:xfrm>
            <a:off x="406009" y="473476"/>
            <a:ext cx="11024172" cy="1046440"/>
          </a:xfrm>
          <a:prstGeom prst="rect">
            <a:avLst/>
          </a:prstGeom>
          <a:noFill/>
        </p:spPr>
        <p:txBody>
          <a:bodyPr wrap="none" rtlCol="0">
            <a:spAutoFit/>
          </a:bodyPr>
          <a:lstStyle/>
          <a:p>
            <a:r>
              <a:rPr lang="en-US" sz="6200" err="1">
                <a:solidFill>
                  <a:srgbClr val="FF0000"/>
                </a:solidFill>
                <a:latin typeface="Fira Sans Light" panose="020B0403050000020004" pitchFamily="34" charset="0"/>
              </a:rPr>
              <a:t>Hyperscaler</a:t>
            </a:r>
            <a:r>
              <a:rPr lang="en-US" sz="6200">
                <a:solidFill>
                  <a:srgbClr val="FF0000"/>
                </a:solidFill>
                <a:latin typeface="Fira Sans Light" panose="020B0403050000020004" pitchFamily="34" charset="0"/>
              </a:rPr>
              <a:t> Funding Summary</a:t>
            </a:r>
            <a:endParaRPr lang="en-GB" sz="6200">
              <a:solidFill>
                <a:srgbClr val="FF0000"/>
              </a:solidFill>
              <a:latin typeface="Fira Sans Light" panose="020B0403050000020004" pitchFamily="34" charset="0"/>
            </a:endParaRPr>
          </a:p>
        </p:txBody>
      </p:sp>
      <p:pic>
        <p:nvPicPr>
          <p:cNvPr id="7" name="Picture 2">
            <a:extLst>
              <a:ext uri="{FF2B5EF4-FFF2-40B4-BE49-F238E27FC236}">
                <a16:creationId xmlns:a16="http://schemas.microsoft.com/office/drawing/2014/main" id="{79F4CFD7-B204-5240-7756-C6AC34F26F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75752" y="3421608"/>
            <a:ext cx="1020269" cy="102026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2C6B9788-9302-00E2-D458-FC8EF1D06F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04683" y="3577038"/>
            <a:ext cx="1202360" cy="72141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Google Cloud Icon - High-Quality GCP Logo for Your Projects">
            <a:extLst>
              <a:ext uri="{FF2B5EF4-FFF2-40B4-BE49-F238E27FC236}">
                <a16:creationId xmlns:a16="http://schemas.microsoft.com/office/drawing/2014/main" id="{7A145B94-D257-70F7-9930-826BDCCF7E7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964730" y="3338474"/>
            <a:ext cx="1366355" cy="136635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18937DF5-DD1F-DF1B-BEC8-C5F931E0328F}"/>
              </a:ext>
            </a:extLst>
          </p:cNvPr>
          <p:cNvGraphicFramePr>
            <a:graphicFrameLocks noGrp="1"/>
          </p:cNvGraphicFramePr>
          <p:nvPr>
            <p:extLst>
              <p:ext uri="{D42A27DB-BD31-4B8C-83A1-F6EECF244321}">
                <p14:modId xmlns:p14="http://schemas.microsoft.com/office/powerpoint/2010/main" val="3964336679"/>
              </p:ext>
            </p:extLst>
          </p:nvPr>
        </p:nvGraphicFramePr>
        <p:xfrm>
          <a:off x="2779487" y="2857540"/>
          <a:ext cx="20455112" cy="9017078"/>
        </p:xfrm>
        <a:graphic>
          <a:graphicData uri="http://schemas.openxmlformats.org/drawingml/2006/table">
            <a:tbl>
              <a:tblPr firstRow="1" bandRow="1">
                <a:tableStyleId>{5940675A-B579-460E-94D1-54222C63F5DA}</a:tableStyleId>
              </a:tblPr>
              <a:tblGrid>
                <a:gridCol w="6986726">
                  <a:extLst>
                    <a:ext uri="{9D8B030D-6E8A-4147-A177-3AD203B41FA5}">
                      <a16:colId xmlns:a16="http://schemas.microsoft.com/office/drawing/2014/main" val="3363330012"/>
                    </a:ext>
                  </a:extLst>
                </a:gridCol>
                <a:gridCol w="4503492">
                  <a:extLst>
                    <a:ext uri="{9D8B030D-6E8A-4147-A177-3AD203B41FA5}">
                      <a16:colId xmlns:a16="http://schemas.microsoft.com/office/drawing/2014/main" val="1756671025"/>
                    </a:ext>
                  </a:extLst>
                </a:gridCol>
                <a:gridCol w="4482447">
                  <a:extLst>
                    <a:ext uri="{9D8B030D-6E8A-4147-A177-3AD203B41FA5}">
                      <a16:colId xmlns:a16="http://schemas.microsoft.com/office/drawing/2014/main" val="3364758751"/>
                    </a:ext>
                  </a:extLst>
                </a:gridCol>
                <a:gridCol w="4482447">
                  <a:extLst>
                    <a:ext uri="{9D8B030D-6E8A-4147-A177-3AD203B41FA5}">
                      <a16:colId xmlns:a16="http://schemas.microsoft.com/office/drawing/2014/main" val="1513833535"/>
                    </a:ext>
                  </a:extLst>
                </a:gridCol>
              </a:tblGrid>
              <a:tr h="2191538">
                <a:tc>
                  <a:txBody>
                    <a:bodyPr/>
                    <a:lstStyle/>
                    <a:p>
                      <a:endParaRPr lang="en-IN" sz="3200">
                        <a:latin typeface="Fira Sans" panose="020B0503050000020004" pitchFamily="34" charset="0"/>
                      </a:endParaRPr>
                    </a:p>
                  </a:txBody>
                  <a:tcPr/>
                </a:tc>
                <a:tc>
                  <a:txBody>
                    <a:bodyPr/>
                    <a:lstStyle/>
                    <a:p>
                      <a:pPr algn="ctr"/>
                      <a:endParaRPr lang="en-IN" sz="3200" b="1">
                        <a:latin typeface="Fira Sans" panose="020B0503050000020004" pitchFamily="34" charset="0"/>
                      </a:endParaRPr>
                    </a:p>
                  </a:txBody>
                  <a:tcPr/>
                </a:tc>
                <a:tc>
                  <a:txBody>
                    <a:bodyPr/>
                    <a:lstStyle/>
                    <a:p>
                      <a:pPr algn="ctr"/>
                      <a:endParaRPr lang="en-IN" sz="3200" b="1">
                        <a:latin typeface="Fira Sans" panose="020B0503050000020004" pitchFamily="34" charset="0"/>
                      </a:endParaRPr>
                    </a:p>
                  </a:txBody>
                  <a:tcPr/>
                </a:tc>
                <a:tc>
                  <a:txBody>
                    <a:bodyPr/>
                    <a:lstStyle/>
                    <a:p>
                      <a:pPr algn="ctr"/>
                      <a:endParaRPr lang="en-IN" sz="3200" b="1">
                        <a:latin typeface="Fira Sans" panose="020B0503050000020004" pitchFamily="34" charset="0"/>
                      </a:endParaRPr>
                    </a:p>
                  </a:txBody>
                  <a:tcPr/>
                </a:tc>
                <a:extLst>
                  <a:ext uri="{0D108BD9-81ED-4DB2-BD59-A6C34878D82A}">
                    <a16:rowId xmlns:a16="http://schemas.microsoft.com/office/drawing/2014/main" val="1473724744"/>
                  </a:ext>
                </a:extLst>
              </a:tr>
              <a:tr h="1042807">
                <a:tc>
                  <a:txBody>
                    <a:bodyPr/>
                    <a:lstStyle/>
                    <a:p>
                      <a:r>
                        <a:rPr lang="en-US" sz="3200">
                          <a:latin typeface="Fira Sans" panose="020B0503050000020004" pitchFamily="34" charset="0"/>
                        </a:rPr>
                        <a:t>Total cloud spend (PAYG yearly)</a:t>
                      </a:r>
                      <a:endParaRPr lang="en-IN" sz="3200">
                        <a:latin typeface="Fira Sans" panose="020B05030500000200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3200" b="0" i="0" u="none" strike="noStrike" kern="1200">
                          <a:solidFill>
                            <a:srgbClr val="000000"/>
                          </a:solidFill>
                          <a:effectLst/>
                          <a:latin typeface="Fira Sans"/>
                          <a:ea typeface="+mn-ea"/>
                          <a:cs typeface="+mn-cs"/>
                        </a:rPr>
                        <a:t>$ </a:t>
                      </a:r>
                      <a:r>
                        <a:rPr lang="en-GB" sz="3200" b="0" i="0" u="none" strike="noStrike" kern="1200" noProof="0">
                          <a:solidFill>
                            <a:srgbClr val="000000"/>
                          </a:solidFill>
                          <a:effectLst/>
                          <a:latin typeface="Fira Sans"/>
                          <a:ea typeface="+mn-ea"/>
                          <a:cs typeface="+mn-cs"/>
                        </a:rPr>
                        <a:t>3,024,396</a:t>
                      </a:r>
                      <a:endParaRPr lang="en-IN" sz="3200" b="0" i="0" u="none" strike="noStrike" kern="1200">
                        <a:solidFill>
                          <a:srgbClr val="000000"/>
                        </a:solidFill>
                        <a:effectLst/>
                        <a:latin typeface="Fira Sans"/>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3200" b="0" i="0" u="none" strike="noStrike">
                          <a:solidFill>
                            <a:srgbClr val="000000"/>
                          </a:solidFill>
                          <a:effectLst/>
                          <a:latin typeface="Fira Sans" panose="020B0503050000020004" pitchFamily="34" charset="0"/>
                        </a:rPr>
                        <a:t>$ 4,368,962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3200" b="0" i="0" u="none" strike="noStrike" kern="1200">
                          <a:solidFill>
                            <a:srgbClr val="000000"/>
                          </a:solidFill>
                          <a:effectLst/>
                          <a:latin typeface="Fira Sans" panose="020B0503050000020004" pitchFamily="34" charset="0"/>
                          <a:ea typeface="+mn-ea"/>
                          <a:cs typeface="+mn-cs"/>
                        </a:rPr>
                        <a:t>$ </a:t>
                      </a:r>
                      <a:r>
                        <a:rPr lang="en-IN" sz="3200" b="0" i="0" u="none" strike="noStrike" kern="1200">
                          <a:solidFill>
                            <a:srgbClr val="000000"/>
                          </a:solidFill>
                          <a:effectLst/>
                          <a:latin typeface="Fira Sans" panose="020B0503050000020004" pitchFamily="34" charset="0"/>
                          <a:ea typeface="+mn-ea"/>
                          <a:cs typeface="+mn-cs"/>
                        </a:rPr>
                        <a:t>2,243,685</a:t>
                      </a:r>
                    </a:p>
                  </a:txBody>
                  <a:tcPr/>
                </a:tc>
                <a:extLst>
                  <a:ext uri="{0D108BD9-81ED-4DB2-BD59-A6C34878D82A}">
                    <a16:rowId xmlns:a16="http://schemas.microsoft.com/office/drawing/2014/main" val="772295587"/>
                  </a:ext>
                </a:extLst>
              </a:tr>
              <a:tr h="1628492">
                <a:tc>
                  <a:txBody>
                    <a:bodyPr/>
                    <a:lstStyle/>
                    <a:p>
                      <a:r>
                        <a:rPr lang="en-US" sz="3200">
                          <a:latin typeface="Fira Sans" panose="020B0503050000020004" pitchFamily="34" charset="0"/>
                        </a:rPr>
                        <a:t>Total Partner Payment (A)</a:t>
                      </a:r>
                    </a:p>
                    <a:p>
                      <a:r>
                        <a:rPr lang="en-US" sz="3200" kern="1200">
                          <a:solidFill>
                            <a:schemeClr val="tx1"/>
                          </a:solidFill>
                          <a:latin typeface="Fira Sans" panose="020B0503050000020004" pitchFamily="34" charset="0"/>
                          <a:ea typeface="+mn-ea"/>
                          <a:cs typeface="+mn-cs"/>
                        </a:rPr>
                        <a:t>(discount against Rackspace Fees)</a:t>
                      </a:r>
                      <a:endParaRPr lang="en-IN" sz="3200" kern="1200">
                        <a:solidFill>
                          <a:schemeClr val="tx1"/>
                        </a:solidFill>
                        <a:latin typeface="Fira Sans" panose="020B05030500000200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3200" b="0" i="0" u="none" strike="noStrike">
                          <a:solidFill>
                            <a:srgbClr val="000000"/>
                          </a:solidFill>
                          <a:effectLst/>
                          <a:latin typeface="Fira Sans" panose="020B0503050000020004" pitchFamily="34" charset="0"/>
                        </a:rPr>
                        <a:t>$ 1,757,600 </a:t>
                      </a:r>
                    </a:p>
                    <a:p>
                      <a:pPr algn="ctr"/>
                      <a:endParaRPr lang="en-IN" sz="3200">
                        <a:latin typeface="Fira Sans" panose="020B05030500000200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3200" b="0" i="0" u="none" strike="noStrike" kern="1200">
                          <a:solidFill>
                            <a:srgbClr val="FF0000"/>
                          </a:solidFill>
                          <a:effectLst/>
                          <a:latin typeface="Fira Sans" panose="020B0503050000020004" pitchFamily="34" charset="0"/>
                          <a:ea typeface="+mn-ea"/>
                          <a:cs typeface="+mn-cs"/>
                        </a:rPr>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3200" b="0" i="0" u="none" strike="noStrike">
                          <a:solidFill>
                            <a:srgbClr val="000000"/>
                          </a:solidFill>
                          <a:effectLst/>
                          <a:latin typeface="Fira Sans" panose="020B0503050000020004" pitchFamily="34" charset="0"/>
                        </a:rPr>
                        <a:t>$ 1,080,498</a:t>
                      </a:r>
                    </a:p>
                  </a:txBody>
                  <a:tcPr/>
                </a:tc>
                <a:extLst>
                  <a:ext uri="{0D108BD9-81ED-4DB2-BD59-A6C34878D82A}">
                    <a16:rowId xmlns:a16="http://schemas.microsoft.com/office/drawing/2014/main" val="824352456"/>
                  </a:ext>
                </a:extLst>
              </a:tr>
              <a:tr h="1961981">
                <a:tc>
                  <a:txBody>
                    <a:bodyPr/>
                    <a:lstStyle/>
                    <a:p>
                      <a:r>
                        <a:rPr lang="en-US" sz="3200">
                          <a:latin typeface="Fira Sans" panose="020B0503050000020004" pitchFamily="34" charset="0"/>
                        </a:rPr>
                        <a:t>Total Cloud Credits (B)</a:t>
                      </a:r>
                    </a:p>
                    <a:p>
                      <a:r>
                        <a:rPr lang="en-US" sz="3200" kern="1200">
                          <a:solidFill>
                            <a:schemeClr val="tx1"/>
                          </a:solidFill>
                          <a:latin typeface="Fira Sans" panose="020B0503050000020004" pitchFamily="34" charset="0"/>
                          <a:ea typeface="+mn-ea"/>
                          <a:cs typeface="+mn-cs"/>
                        </a:rPr>
                        <a:t>(discount against [Client]’s consumption)</a:t>
                      </a:r>
                      <a:endParaRPr lang="en-IN" sz="3200" kern="1200">
                        <a:solidFill>
                          <a:schemeClr val="tx1"/>
                        </a:solidFill>
                        <a:latin typeface="Fira Sans" panose="020B05030500000200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3200" b="0" i="0" u="none" strike="noStrike" kern="1200">
                          <a:solidFill>
                            <a:srgbClr val="000000"/>
                          </a:solidFill>
                          <a:effectLst/>
                          <a:latin typeface="Fira Sans" panose="020B0503050000020004" pitchFamily="34" charset="0"/>
                          <a:ea typeface="+mn-ea"/>
                          <a:cs typeface="+mn-cs"/>
                        </a:rPr>
                        <a:t>$ 756,099</a:t>
                      </a:r>
                    </a:p>
                  </a:txBody>
                  <a:tcPr/>
                </a:tc>
                <a:tc>
                  <a:txBody>
                    <a:bodyPr/>
                    <a:lstStyle/>
                    <a:p>
                      <a:pPr algn="ctr"/>
                      <a:r>
                        <a:rPr lang="en-US" sz="3200">
                          <a:solidFill>
                            <a:srgbClr val="FF0000"/>
                          </a:solidFill>
                          <a:latin typeface="Fira Sans" panose="020B0503050000020004" pitchFamily="34" charset="0"/>
                        </a:rPr>
                        <a:t>-</a:t>
                      </a:r>
                      <a:endParaRPr lang="en-IN" sz="3200">
                        <a:solidFill>
                          <a:srgbClr val="FF0000"/>
                        </a:solidFill>
                        <a:latin typeface="Fira Sans" panose="020B05030500000200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3200" b="0" i="0" u="none" strike="noStrike" kern="1200">
                          <a:solidFill>
                            <a:srgbClr val="000000"/>
                          </a:solidFill>
                          <a:effectLst/>
                          <a:latin typeface="Fira Sans" panose="020B0503050000020004" pitchFamily="34" charset="0"/>
                          <a:ea typeface="+mn-ea"/>
                          <a:cs typeface="+mn-cs"/>
                        </a:rPr>
                        <a:t>$ 745,192</a:t>
                      </a:r>
                    </a:p>
                  </a:txBody>
                  <a:tcPr/>
                </a:tc>
                <a:extLst>
                  <a:ext uri="{0D108BD9-81ED-4DB2-BD59-A6C34878D82A}">
                    <a16:rowId xmlns:a16="http://schemas.microsoft.com/office/drawing/2014/main" val="1493135200"/>
                  </a:ext>
                </a:extLst>
              </a:tr>
              <a:tr h="1042807">
                <a:tc>
                  <a:txBody>
                    <a:bodyPr/>
                    <a:lstStyle/>
                    <a:p>
                      <a:r>
                        <a:rPr lang="en-IN" sz="3200">
                          <a:latin typeface="Fira Sans" panose="020B0503050000020004" pitchFamily="34" charset="0"/>
                        </a:rPr>
                        <a:t>Total funding in USD (A+B)</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3200" b="0" i="0" u="none" strike="noStrike" kern="1200">
                          <a:solidFill>
                            <a:srgbClr val="000000"/>
                          </a:solidFill>
                          <a:effectLst/>
                          <a:latin typeface="Fira Sans" panose="020B0503050000020004" pitchFamily="34" charset="0"/>
                          <a:ea typeface="+mn-ea"/>
                          <a:cs typeface="+mn-cs"/>
                        </a:rPr>
                        <a:t>$ 2,513,699</a:t>
                      </a:r>
                    </a:p>
                  </a:txBody>
                  <a:tcPr/>
                </a:tc>
                <a:tc>
                  <a:txBody>
                    <a:bodyPr/>
                    <a:lstStyle/>
                    <a:p>
                      <a:pPr algn="ctr"/>
                      <a:r>
                        <a:rPr lang="en-IN" sz="3200">
                          <a:solidFill>
                            <a:srgbClr val="FF0000"/>
                          </a:solidFill>
                          <a:latin typeface="Fira Sans" panose="020B0503050000020004" pitchFamily="34" charset="0"/>
                        </a:rPr>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3200" b="0" i="0" u="none" strike="noStrike" kern="1200">
                          <a:solidFill>
                            <a:srgbClr val="000000"/>
                          </a:solidFill>
                          <a:effectLst/>
                          <a:latin typeface="Fira Sans" panose="020B0503050000020004" pitchFamily="34" charset="0"/>
                          <a:ea typeface="+mn-ea"/>
                          <a:cs typeface="+mn-cs"/>
                        </a:rPr>
                        <a:t>$ 1,825,690</a:t>
                      </a:r>
                    </a:p>
                  </a:txBody>
                  <a:tcPr/>
                </a:tc>
                <a:extLst>
                  <a:ext uri="{0D108BD9-81ED-4DB2-BD59-A6C34878D82A}">
                    <a16:rowId xmlns:a16="http://schemas.microsoft.com/office/drawing/2014/main" val="3857889692"/>
                  </a:ext>
                </a:extLst>
              </a:tr>
              <a:tr h="1149453">
                <a:tc>
                  <a:txBody>
                    <a:bodyPr/>
                    <a:lstStyle/>
                    <a:p>
                      <a:r>
                        <a:rPr lang="en-IN" sz="3200">
                          <a:latin typeface="Fira Sans" panose="020B0503050000020004" pitchFamily="34" charset="0"/>
                        </a:rPr>
                        <a:t>Total funding in GBP*</a:t>
                      </a:r>
                    </a:p>
                  </a:txBody>
                  <a:tcPr/>
                </a:tc>
                <a:tc>
                  <a:txBody>
                    <a:bodyPr/>
                    <a:lstStyle/>
                    <a:p>
                      <a:pPr algn="ctr" fontAlgn="b">
                        <a:buNone/>
                      </a:pPr>
                      <a:r>
                        <a:rPr lang="en-DE" sz="3200" b="0" i="0" u="none" strike="noStrike" kern="1200">
                          <a:solidFill>
                            <a:srgbClr val="000000"/>
                          </a:solidFill>
                          <a:effectLst/>
                          <a:latin typeface="Fira Sans" panose="020B0503050000020004" pitchFamily="34" charset="0"/>
                          <a:ea typeface="+mn-ea"/>
                          <a:cs typeface="+mn-cs"/>
                        </a:rPr>
                        <a:t> GBP 1</a:t>
                      </a:r>
                      <a:r>
                        <a:rPr lang="en-IN" sz="3200" b="0" i="0" u="none" strike="noStrike" kern="1200">
                          <a:solidFill>
                            <a:srgbClr val="000000"/>
                          </a:solidFill>
                          <a:effectLst/>
                          <a:latin typeface="Fira Sans" panose="020B0503050000020004" pitchFamily="34" charset="0"/>
                          <a:ea typeface="+mn-ea"/>
                          <a:cs typeface="+mn-cs"/>
                        </a:rPr>
                        <a:t>,897,842</a:t>
                      </a:r>
                      <a:endParaRPr lang="en-DE" sz="3200" b="0" i="0" u="none" strike="noStrike" kern="1200">
                        <a:solidFill>
                          <a:srgbClr val="000000"/>
                        </a:solidFill>
                        <a:effectLst/>
                        <a:latin typeface="Fira Sans" panose="020B0503050000020004" pitchFamily="34" charset="0"/>
                        <a:ea typeface="+mn-ea"/>
                        <a:cs typeface="+mn-cs"/>
                      </a:endParaRPr>
                    </a:p>
                  </a:txBody>
                  <a:tcPr marL="9525" marR="9525" marT="9525" marB="0" anchor="b"/>
                </a:tc>
                <a:tc>
                  <a:txBody>
                    <a:bodyPr/>
                    <a:lstStyle/>
                    <a:p>
                      <a:pPr algn="ctr"/>
                      <a:endParaRPr lang="en-IN" sz="3200" b="0" i="0" u="none" strike="noStrike" kern="1200">
                        <a:solidFill>
                          <a:srgbClr val="000000"/>
                        </a:solidFill>
                        <a:effectLst/>
                        <a:latin typeface="Fira Sans" panose="020B0503050000020004" pitchFamily="34" charset="0"/>
                        <a:ea typeface="+mn-ea"/>
                        <a:cs typeface="+mn-cs"/>
                      </a:endParaRPr>
                    </a:p>
                  </a:txBody>
                  <a:tcPr/>
                </a:tc>
                <a:tc>
                  <a:txBody>
                    <a:bodyPr/>
                    <a:lstStyle/>
                    <a:p>
                      <a:pPr algn="ctr" fontAlgn="b">
                        <a:buNone/>
                      </a:pPr>
                      <a:r>
                        <a:rPr lang="en-DE" sz="3200" b="0" i="0" u="none" strike="noStrike" kern="1200">
                          <a:solidFill>
                            <a:srgbClr val="000000"/>
                          </a:solidFill>
                          <a:effectLst/>
                          <a:latin typeface="Fira Sans" panose="020B0503050000020004" pitchFamily="34" charset="0"/>
                          <a:ea typeface="+mn-ea"/>
                          <a:cs typeface="+mn-cs"/>
                        </a:rPr>
                        <a:t> GBP 1,</a:t>
                      </a:r>
                      <a:r>
                        <a:rPr lang="en-IN" sz="3200" b="0" i="0" u="none" strike="noStrike" kern="1200">
                          <a:solidFill>
                            <a:srgbClr val="000000"/>
                          </a:solidFill>
                          <a:effectLst/>
                          <a:latin typeface="Fira Sans" panose="020B0503050000020004" pitchFamily="34" charset="0"/>
                          <a:ea typeface="+mn-ea"/>
                          <a:cs typeface="+mn-cs"/>
                        </a:rPr>
                        <a:t>378</a:t>
                      </a:r>
                      <a:r>
                        <a:rPr lang="en-DE" sz="3200" b="0" i="0" u="none" strike="noStrike" kern="1200">
                          <a:solidFill>
                            <a:srgbClr val="000000"/>
                          </a:solidFill>
                          <a:effectLst/>
                          <a:latin typeface="Fira Sans" panose="020B0503050000020004" pitchFamily="34" charset="0"/>
                          <a:ea typeface="+mn-ea"/>
                          <a:cs typeface="+mn-cs"/>
                        </a:rPr>
                        <a:t>,</a:t>
                      </a:r>
                      <a:r>
                        <a:rPr lang="en-IN" sz="3200" b="0" i="0" u="none" strike="noStrike" kern="1200">
                          <a:solidFill>
                            <a:srgbClr val="000000"/>
                          </a:solidFill>
                          <a:effectLst/>
                          <a:latin typeface="Fira Sans" panose="020B0503050000020004" pitchFamily="34" charset="0"/>
                          <a:ea typeface="+mn-ea"/>
                          <a:cs typeface="+mn-cs"/>
                        </a:rPr>
                        <a:t>396</a:t>
                      </a:r>
                      <a:endParaRPr lang="en-DE" sz="3200" b="0" i="0" u="none" strike="noStrike" kern="1200">
                        <a:solidFill>
                          <a:srgbClr val="000000"/>
                        </a:solidFill>
                        <a:effectLst/>
                        <a:latin typeface="Fira Sans" panose="020B0503050000020004" pitchFamily="34" charset="0"/>
                        <a:ea typeface="+mn-ea"/>
                        <a:cs typeface="+mn-cs"/>
                      </a:endParaRPr>
                    </a:p>
                  </a:txBody>
                  <a:tcPr marL="9525" marR="9525" marT="9525" marB="0" anchor="b"/>
                </a:tc>
                <a:extLst>
                  <a:ext uri="{0D108BD9-81ED-4DB2-BD59-A6C34878D82A}">
                    <a16:rowId xmlns:a16="http://schemas.microsoft.com/office/drawing/2014/main" val="3246490241"/>
                  </a:ext>
                </a:extLst>
              </a:tr>
            </a:tbl>
          </a:graphicData>
        </a:graphic>
      </p:graphicFrame>
      <p:sp>
        <p:nvSpPr>
          <p:cNvPr id="5" name="TextBox 4">
            <a:extLst>
              <a:ext uri="{FF2B5EF4-FFF2-40B4-BE49-F238E27FC236}">
                <a16:creationId xmlns:a16="http://schemas.microsoft.com/office/drawing/2014/main" id="{EE6B9C73-A484-DCE3-DA54-4512701DFCBB}"/>
              </a:ext>
            </a:extLst>
          </p:cNvPr>
          <p:cNvSpPr txBox="1"/>
          <p:nvPr/>
        </p:nvSpPr>
        <p:spPr>
          <a:xfrm rot="20554523">
            <a:off x="14387680" y="7503168"/>
            <a:ext cx="4176143" cy="523220"/>
          </a:xfrm>
          <a:prstGeom prst="rect">
            <a:avLst/>
          </a:prstGeom>
          <a:noFill/>
        </p:spPr>
        <p:txBody>
          <a:bodyPr wrap="none" rtlCol="0">
            <a:spAutoFit/>
          </a:bodyPr>
          <a:lstStyle/>
          <a:p>
            <a:pPr algn="l"/>
            <a:r>
              <a:rPr lang="en-GB" sz="2800" b="1">
                <a:solidFill>
                  <a:schemeClr val="bg2"/>
                </a:solidFill>
              </a:rPr>
              <a:t>AZURE NUMBERS TBD</a:t>
            </a:r>
          </a:p>
        </p:txBody>
      </p:sp>
      <p:sp>
        <p:nvSpPr>
          <p:cNvPr id="6" name="TextBox 5">
            <a:extLst>
              <a:ext uri="{FF2B5EF4-FFF2-40B4-BE49-F238E27FC236}">
                <a16:creationId xmlns:a16="http://schemas.microsoft.com/office/drawing/2014/main" id="{72634ED8-9EA3-0B80-2DD0-0A297B80FC0B}"/>
              </a:ext>
            </a:extLst>
          </p:cNvPr>
          <p:cNvSpPr txBox="1"/>
          <p:nvPr/>
        </p:nvSpPr>
        <p:spPr>
          <a:xfrm>
            <a:off x="8385036" y="12319539"/>
            <a:ext cx="5309699" cy="400110"/>
          </a:xfrm>
          <a:prstGeom prst="rect">
            <a:avLst/>
          </a:prstGeom>
          <a:noFill/>
        </p:spPr>
        <p:txBody>
          <a:bodyPr wrap="square" rtlCol="0">
            <a:spAutoFit/>
          </a:bodyPr>
          <a:lstStyle/>
          <a:p>
            <a:pPr algn="l"/>
            <a:r>
              <a:rPr lang="en-IN" sz="2000" b="1" i="1">
                <a:latin typeface="Fira Sans Light" panose="020B0403050000020004" pitchFamily="34" charset="0"/>
              </a:rPr>
              <a:t>*FX Rate 1 USD = 0.755 GBP</a:t>
            </a:r>
          </a:p>
        </p:txBody>
      </p:sp>
    </p:spTree>
    <p:extLst>
      <p:ext uri="{BB962C8B-B14F-4D97-AF65-F5344CB8AC3E}">
        <p14:creationId xmlns:p14="http://schemas.microsoft.com/office/powerpoint/2010/main" val="36746229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CC1BD-401E-25F7-D7B9-FE5DB368A2C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AAA6ADF-CF47-0A06-9D46-CB96396DEF52}"/>
              </a:ext>
            </a:extLst>
          </p:cNvPr>
          <p:cNvSpPr>
            <a:spLocks noGrp="1"/>
          </p:cNvSpPr>
          <p:nvPr>
            <p:ph type="body" sz="quarter" idx="16"/>
          </p:nvPr>
        </p:nvSpPr>
        <p:spPr>
          <a:xfrm>
            <a:off x="6122839" y="3715469"/>
            <a:ext cx="11160126" cy="4200146"/>
          </a:xfrm>
        </p:spPr>
        <p:txBody>
          <a:bodyPr anchor="ctr"/>
          <a:lstStyle/>
          <a:p>
            <a:pPr algn="ctr"/>
            <a:r>
              <a:rPr lang="en-GB" b="1" noProof="0">
                <a:latin typeface="Fira Sans Light" panose="020B0403050000020004" pitchFamily="34" charset="0"/>
              </a:rPr>
              <a:t>Business and Application Fit</a:t>
            </a:r>
          </a:p>
        </p:txBody>
      </p:sp>
    </p:spTree>
    <p:extLst>
      <p:ext uri="{BB962C8B-B14F-4D97-AF65-F5344CB8AC3E}">
        <p14:creationId xmlns:p14="http://schemas.microsoft.com/office/powerpoint/2010/main" val="4088792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F65B2-5525-3CD0-74B0-45784F4321D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EBB4766-C4BB-F05A-F39C-6B34E1B733BA}"/>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27</a:t>
            </a:fld>
            <a:endParaRPr lang="en-GB" noProof="0"/>
          </a:p>
        </p:txBody>
      </p:sp>
      <p:sp>
        <p:nvSpPr>
          <p:cNvPr id="10" name="Text Placeholder 9">
            <a:extLst>
              <a:ext uri="{FF2B5EF4-FFF2-40B4-BE49-F238E27FC236}">
                <a16:creationId xmlns:a16="http://schemas.microsoft.com/office/drawing/2014/main" id="{A0BCA0D2-2FF2-9541-8B80-A50A090264BD}"/>
              </a:ext>
            </a:extLst>
          </p:cNvPr>
          <p:cNvSpPr>
            <a:spLocks noGrp="1"/>
          </p:cNvSpPr>
          <p:nvPr>
            <p:ph type="body" sz="quarter" idx="13"/>
          </p:nvPr>
        </p:nvSpPr>
        <p:spPr>
          <a:xfrm>
            <a:off x="533709" y="7180506"/>
            <a:ext cx="5216526" cy="3536261"/>
          </a:xfrm>
        </p:spPr>
        <p:txBody>
          <a:bodyPr/>
          <a:lstStyle/>
          <a:p>
            <a:pPr algn="ctr"/>
            <a:r>
              <a:rPr lang="en-GB" sz="3200" dirty="0">
                <a:latin typeface="Fira Sans" panose="020B0503050000020004" pitchFamily="34" charset="0"/>
              </a:rPr>
              <a:t>Three constraints that shape the approach</a:t>
            </a:r>
            <a:endParaRPr lang="en-GB" sz="3200" noProof="0" dirty="0">
              <a:latin typeface="Fira Sans" panose="020B0503050000020004" pitchFamily="34" charset="0"/>
            </a:endParaRPr>
          </a:p>
        </p:txBody>
      </p:sp>
      <p:sp>
        <p:nvSpPr>
          <p:cNvPr id="5" name="Title 1">
            <a:extLst>
              <a:ext uri="{FF2B5EF4-FFF2-40B4-BE49-F238E27FC236}">
                <a16:creationId xmlns:a16="http://schemas.microsoft.com/office/drawing/2014/main" id="{49B48473-C0F9-3100-D80C-F19F0DF19BD7}"/>
              </a:ext>
            </a:extLst>
          </p:cNvPr>
          <p:cNvSpPr>
            <a:spLocks noGrp="1"/>
          </p:cNvSpPr>
          <p:nvPr>
            <p:ph type="title"/>
          </p:nvPr>
        </p:nvSpPr>
        <p:spPr>
          <a:xfrm>
            <a:off x="508649" y="3609563"/>
            <a:ext cx="5241586" cy="3062106"/>
          </a:xfrm>
        </p:spPr>
        <p:txBody>
          <a:bodyPr vert="horz" wrap="square" lIns="0" tIns="0" rIns="0" bIns="0" rtlCol="0" anchor="t" anchorCtr="0">
            <a:normAutofit/>
          </a:bodyPr>
          <a:lstStyle/>
          <a:p>
            <a:pPr algn="ctr"/>
            <a:r>
              <a:rPr lang="en-GB" sz="5400" dirty="0">
                <a:latin typeface="Fira Sans" panose="020B0503050000020004" pitchFamily="34" charset="0"/>
              </a:rPr>
              <a:t>Technical constraints</a:t>
            </a:r>
            <a:endParaRPr lang="en-GB" sz="5400" kern="1200" noProof="0" dirty="0">
              <a:ln w="9525">
                <a:noFill/>
              </a:ln>
              <a:latin typeface="Fira Sans" panose="020B0503050000020004" pitchFamily="34" charset="0"/>
            </a:endParaRPr>
          </a:p>
        </p:txBody>
      </p:sp>
      <p:sp>
        <p:nvSpPr>
          <p:cNvPr id="6" name="TextBox 5">
            <a:extLst>
              <a:ext uri="{FF2B5EF4-FFF2-40B4-BE49-F238E27FC236}">
                <a16:creationId xmlns:a16="http://schemas.microsoft.com/office/drawing/2014/main" id="{9B582F84-8075-BA1E-994A-7559FBAD14C6}"/>
              </a:ext>
            </a:extLst>
          </p:cNvPr>
          <p:cNvSpPr txBox="1"/>
          <p:nvPr/>
        </p:nvSpPr>
        <p:spPr>
          <a:xfrm>
            <a:off x="7107173" y="2330247"/>
            <a:ext cx="15913031" cy="6904454"/>
          </a:xfrm>
          <a:prstGeom prst="rect">
            <a:avLst/>
          </a:prstGeom>
          <a:noFill/>
        </p:spPr>
        <p:txBody>
          <a:bodyPr wrap="square">
            <a:spAutoFit/>
          </a:bodyPr>
          <a:lstStyle/>
          <a:p>
            <a:pPr marL="571500" indent="-571500" defTabSz="1828800" fontAlgn="t">
              <a:spcAft>
                <a:spcPts val="1400"/>
              </a:spcAft>
              <a:buClr>
                <a:srgbClr val="EB0000"/>
              </a:buClr>
              <a:buFont typeface="Aktiv Grotesk" panose="020B0604020202020204" pitchFamily="34" charset="0"/>
              <a:buChar char="•"/>
            </a:pPr>
            <a:r>
              <a:rPr lang="en-GB" sz="3600" b="1" dirty="0" err="1">
                <a:latin typeface="Fira Sans" panose="020B0503050000020004" pitchFamily="34" charset="0"/>
              </a:rPr>
              <a:t>Atex</a:t>
            </a:r>
            <a:r>
              <a:rPr lang="en-GB" sz="3600" b="1" dirty="0">
                <a:latin typeface="Fira Sans" panose="020B0503050000020004" pitchFamily="34" charset="0"/>
              </a:rPr>
              <a:t> multicast </a:t>
            </a:r>
            <a:r>
              <a:rPr lang="en-GB" sz="3600" dirty="0">
                <a:latin typeface="Fira Sans" panose="020B0503050000020004" pitchFamily="34" charset="0"/>
              </a:rPr>
              <a:t>Prestige clustering requires multicast for node discovery. AWS supports natively via Transit Gateway. GCP and Azure do not. Vendor engagement on unicast is a Phase 2 action.</a:t>
            </a:r>
          </a:p>
          <a:p>
            <a:pPr marL="571500" indent="-571500" defTabSz="1828800" fontAlgn="t">
              <a:spcAft>
                <a:spcPts val="1400"/>
              </a:spcAft>
              <a:buClr>
                <a:srgbClr val="EB0000"/>
              </a:buClr>
              <a:buFont typeface="Aktiv Grotesk" panose="020B0604020202020204" pitchFamily="34" charset="0"/>
              <a:buChar char="•"/>
            </a:pPr>
            <a:endParaRPr lang="en-GB" sz="3600" dirty="0">
              <a:latin typeface="Fira Sans" panose="020B0503050000020004" pitchFamily="34" charset="0"/>
            </a:endParaRPr>
          </a:p>
          <a:p>
            <a:pPr marL="571500" indent="-571500" defTabSz="1828800" fontAlgn="t">
              <a:spcAft>
                <a:spcPts val="1400"/>
              </a:spcAft>
              <a:buClr>
                <a:srgbClr val="EB0000"/>
              </a:buClr>
              <a:buFont typeface="Aktiv Grotesk" panose="020B0604020202020204" pitchFamily="34" charset="0"/>
              <a:buChar char="•"/>
            </a:pPr>
            <a:r>
              <a:rPr lang="en-GB" sz="3600" b="1" dirty="0">
                <a:latin typeface="Fira Sans" panose="020B0503050000020004" pitchFamily="34" charset="0"/>
              </a:rPr>
              <a:t>Oracle RAC </a:t>
            </a:r>
            <a:r>
              <a:rPr lang="en-GB" sz="3600" dirty="0">
                <a:latin typeface="Fira Sans" panose="020B0503050000020004" pitchFamily="34" charset="0"/>
              </a:rPr>
              <a:t>Shared storage, cluster interconnect. </a:t>
            </a:r>
            <a:r>
              <a:rPr lang="en-GB" sz="3600" dirty="0" err="1">
                <a:latin typeface="Fira Sans" panose="020B0503050000020004" pitchFamily="34" charset="0"/>
              </a:rPr>
              <a:t>Exadata@Cloud</a:t>
            </a:r>
            <a:r>
              <a:rPr lang="en-GB" sz="3600" dirty="0">
                <a:latin typeface="Fira Sans" panose="020B0503050000020004" pitchFamily="34" charset="0"/>
              </a:rPr>
              <a:t> available on all three platforms in London. Same OCI pricing. This is not a differentiator between clouds.</a:t>
            </a:r>
          </a:p>
          <a:p>
            <a:pPr marL="571500" indent="-571500" defTabSz="1828800" fontAlgn="t">
              <a:spcAft>
                <a:spcPts val="1400"/>
              </a:spcAft>
              <a:buClr>
                <a:srgbClr val="EB0000"/>
              </a:buClr>
              <a:buFont typeface="Aktiv Grotesk" panose="020B0604020202020204" pitchFamily="34" charset="0"/>
              <a:buChar char="•"/>
            </a:pPr>
            <a:endParaRPr lang="en-GB" sz="3600" dirty="0">
              <a:latin typeface="Fira Sans" panose="020B0503050000020004" pitchFamily="34" charset="0"/>
            </a:endParaRPr>
          </a:p>
          <a:p>
            <a:pPr marL="571500" indent="-571500" defTabSz="1828800" fontAlgn="t">
              <a:spcAft>
                <a:spcPts val="1400"/>
              </a:spcAft>
              <a:buClr>
                <a:srgbClr val="EB0000"/>
              </a:buClr>
              <a:buFont typeface="Aktiv Grotesk" panose="020B0604020202020204" pitchFamily="34" charset="0"/>
              <a:buChar char="•"/>
            </a:pPr>
            <a:r>
              <a:rPr lang="en-GB" sz="3600" b="1" dirty="0">
                <a:latin typeface="Fira Sans" panose="020B0503050000020004" pitchFamily="34" charset="0"/>
              </a:rPr>
              <a:t>SQL Server </a:t>
            </a:r>
            <a:r>
              <a:rPr lang="en-GB" sz="3600" b="1" dirty="0" err="1">
                <a:latin typeface="Fira Sans" panose="020B0503050000020004" pitchFamily="34" charset="0"/>
              </a:rPr>
              <a:t>Datacenter</a:t>
            </a:r>
            <a:r>
              <a:rPr lang="en-GB" sz="3600" b="1" dirty="0">
                <a:latin typeface="Fira Sans" panose="020B0503050000020004" pitchFamily="34" charset="0"/>
              </a:rPr>
              <a:t> </a:t>
            </a:r>
            <a:r>
              <a:rPr lang="en-GB" sz="3600" dirty="0">
                <a:latin typeface="Fira Sans" panose="020B0503050000020004" pitchFamily="34" charset="0"/>
              </a:rPr>
              <a:t>BYOL with Software Assurance. Azure AHB is simplest. AWS and GCP require Dedicated Hosts or Sole Tenant. Windows Server 2022 BYOL blocked on AWS and GCP (Listed Provider rules).</a:t>
            </a:r>
            <a:endParaRPr lang="en-GB" sz="3600" noProof="0" dirty="0">
              <a:latin typeface="Fira Sans" panose="020B0503050000020004" pitchFamily="34" charset="0"/>
            </a:endParaRPr>
          </a:p>
        </p:txBody>
      </p:sp>
    </p:spTree>
    <p:extLst>
      <p:ext uri="{BB962C8B-B14F-4D97-AF65-F5344CB8AC3E}">
        <p14:creationId xmlns:p14="http://schemas.microsoft.com/office/powerpoint/2010/main" val="17486326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6DB93-D18E-906E-125C-E1E41ACF393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0555FA0-7063-5FC4-3810-63E06AADDEFE}"/>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28</a:t>
            </a:fld>
            <a:endParaRPr lang="en-GB" noProof="0"/>
          </a:p>
        </p:txBody>
      </p:sp>
      <p:sp>
        <p:nvSpPr>
          <p:cNvPr id="10" name="Text Placeholder 9">
            <a:extLst>
              <a:ext uri="{FF2B5EF4-FFF2-40B4-BE49-F238E27FC236}">
                <a16:creationId xmlns:a16="http://schemas.microsoft.com/office/drawing/2014/main" id="{06A8287A-295B-8389-D389-1BD4FF605854}"/>
              </a:ext>
            </a:extLst>
          </p:cNvPr>
          <p:cNvSpPr>
            <a:spLocks noGrp="1"/>
          </p:cNvSpPr>
          <p:nvPr>
            <p:ph type="body" sz="quarter" idx="13"/>
          </p:nvPr>
        </p:nvSpPr>
        <p:spPr>
          <a:xfrm>
            <a:off x="533709" y="6028362"/>
            <a:ext cx="5216526" cy="3536261"/>
          </a:xfrm>
        </p:spPr>
        <p:txBody>
          <a:bodyPr anchor="ctr"/>
          <a:lstStyle/>
          <a:p>
            <a:pPr algn="ctr"/>
            <a:r>
              <a:rPr lang="en-GB" sz="3200" dirty="0">
                <a:latin typeface="Fira Sans" panose="020B0503050000020004" pitchFamily="34" charset="0"/>
              </a:rPr>
              <a:t>Five cohorts, one critical path</a:t>
            </a:r>
            <a:endParaRPr lang="en-GB" sz="3200" noProof="0" dirty="0">
              <a:latin typeface="Fira Sans" panose="020B0503050000020004" pitchFamily="34" charset="0"/>
            </a:endParaRPr>
          </a:p>
        </p:txBody>
      </p:sp>
      <p:sp>
        <p:nvSpPr>
          <p:cNvPr id="5" name="Title 1">
            <a:extLst>
              <a:ext uri="{FF2B5EF4-FFF2-40B4-BE49-F238E27FC236}">
                <a16:creationId xmlns:a16="http://schemas.microsoft.com/office/drawing/2014/main" id="{A083AC47-87AD-BCFF-25C5-60EC1B9B8BB3}"/>
              </a:ext>
            </a:extLst>
          </p:cNvPr>
          <p:cNvSpPr>
            <a:spLocks noGrp="1"/>
          </p:cNvSpPr>
          <p:nvPr>
            <p:ph type="title"/>
          </p:nvPr>
        </p:nvSpPr>
        <p:spPr>
          <a:xfrm>
            <a:off x="508649" y="3609563"/>
            <a:ext cx="5241586" cy="3062106"/>
          </a:xfrm>
        </p:spPr>
        <p:txBody>
          <a:bodyPr vert="horz" wrap="square" lIns="0" tIns="0" rIns="0" bIns="0" rtlCol="0" anchor="t" anchorCtr="0">
            <a:normAutofit/>
          </a:bodyPr>
          <a:lstStyle/>
          <a:p>
            <a:pPr algn="ctr"/>
            <a:r>
              <a:rPr lang="en-GB" sz="5400" dirty="0">
                <a:latin typeface="Fira Sans" panose="020B0503050000020004" pitchFamily="34" charset="0"/>
              </a:rPr>
              <a:t>Migration cohorts</a:t>
            </a:r>
            <a:endParaRPr lang="en-GB" sz="5400" kern="1200" noProof="0" dirty="0">
              <a:ln w="9525">
                <a:noFill/>
              </a:ln>
              <a:latin typeface="Fira Sans" panose="020B0503050000020004" pitchFamily="34" charset="0"/>
            </a:endParaRPr>
          </a:p>
        </p:txBody>
      </p:sp>
      <p:sp>
        <p:nvSpPr>
          <p:cNvPr id="6" name="TextBox 5">
            <a:extLst>
              <a:ext uri="{FF2B5EF4-FFF2-40B4-BE49-F238E27FC236}">
                <a16:creationId xmlns:a16="http://schemas.microsoft.com/office/drawing/2014/main" id="{29441D17-5B5E-40C0-AB9C-ED7E0B812BAF}"/>
              </a:ext>
            </a:extLst>
          </p:cNvPr>
          <p:cNvSpPr txBox="1"/>
          <p:nvPr/>
        </p:nvSpPr>
        <p:spPr>
          <a:xfrm>
            <a:off x="7107173" y="2330247"/>
            <a:ext cx="15913031" cy="9284593"/>
          </a:xfrm>
          <a:prstGeom prst="rect">
            <a:avLst/>
          </a:prstGeom>
          <a:noFill/>
        </p:spPr>
        <p:txBody>
          <a:bodyPr wrap="square">
            <a:spAutoFit/>
          </a:bodyPr>
          <a:lstStyle/>
          <a:p>
            <a:pPr marL="742950" indent="-742950" defTabSz="1828800" fontAlgn="t">
              <a:spcAft>
                <a:spcPts val="1400"/>
              </a:spcAft>
              <a:buClr>
                <a:srgbClr val="EB0000"/>
              </a:buClr>
              <a:buFont typeface="Aktiv Grotesk" panose="020B0604020202020204" pitchFamily="34" charset="0"/>
              <a:buChar char="•"/>
            </a:pPr>
            <a:r>
              <a:rPr lang="en-GB" sz="3600" b="1" dirty="0">
                <a:latin typeface="Fira Sans" panose="020B0503050000020004" pitchFamily="34" charset="0"/>
              </a:rPr>
              <a:t>Cohort 0: Foundation </a:t>
            </a:r>
            <a:r>
              <a:rPr lang="en-GB" sz="3600" dirty="0">
                <a:latin typeface="Fira Sans" panose="020B0503050000020004" pitchFamily="34" charset="0"/>
              </a:rPr>
              <a:t>| 5 apps, 95 servers AD, monitoring, security, config management. Must exist before anything migrates.</a:t>
            </a:r>
          </a:p>
          <a:p>
            <a:pPr marL="742950" indent="-742950" defTabSz="1828800" fontAlgn="t">
              <a:spcAft>
                <a:spcPts val="1400"/>
              </a:spcAft>
              <a:buClr>
                <a:srgbClr val="EB0000"/>
              </a:buClr>
              <a:buFont typeface="Aktiv Grotesk" panose="020B0604020202020204" pitchFamily="34" charset="0"/>
              <a:buChar char="•"/>
            </a:pPr>
            <a:endParaRPr lang="en-GB" sz="3600" dirty="0">
              <a:latin typeface="Fira Sans" panose="020B0503050000020004" pitchFamily="34" charset="0"/>
            </a:endParaRPr>
          </a:p>
          <a:p>
            <a:pPr marL="742950" indent="-742950" defTabSz="1828800" fontAlgn="t">
              <a:spcAft>
                <a:spcPts val="1400"/>
              </a:spcAft>
              <a:buClr>
                <a:srgbClr val="EB0000"/>
              </a:buClr>
              <a:buFont typeface="Aktiv Grotesk" panose="020B0604020202020204" pitchFamily="34" charset="0"/>
              <a:buChar char="•"/>
            </a:pPr>
            <a:r>
              <a:rPr lang="en-GB" sz="3600" b="1" dirty="0">
                <a:latin typeface="Fira Sans" panose="020B0503050000020004" pitchFamily="34" charset="0"/>
              </a:rPr>
              <a:t>Cohort 1: Quick wins </a:t>
            </a:r>
            <a:r>
              <a:rPr lang="en-GB" sz="3600" dirty="0">
                <a:latin typeface="Fira Sans" panose="020B0503050000020004" pitchFamily="34" charset="0"/>
              </a:rPr>
              <a:t>| 13 apps, 63 servers Independent, well-discovered, clear cloud fit. Early value and operational experience.</a:t>
            </a:r>
          </a:p>
          <a:p>
            <a:pPr marL="742950" indent="-742950" defTabSz="1828800" fontAlgn="t">
              <a:spcAft>
                <a:spcPts val="1400"/>
              </a:spcAft>
              <a:buClr>
                <a:srgbClr val="EB0000"/>
              </a:buClr>
              <a:buFont typeface="Aktiv Grotesk" panose="020B0604020202020204" pitchFamily="34" charset="0"/>
              <a:buChar char="•"/>
            </a:pPr>
            <a:endParaRPr lang="en-GB" sz="3600" dirty="0">
              <a:latin typeface="Fira Sans" panose="020B0503050000020004" pitchFamily="34" charset="0"/>
            </a:endParaRPr>
          </a:p>
          <a:p>
            <a:pPr marL="742950" indent="-742950" defTabSz="1828800" fontAlgn="t">
              <a:spcAft>
                <a:spcPts val="1400"/>
              </a:spcAft>
              <a:buClr>
                <a:srgbClr val="EB0000"/>
              </a:buClr>
              <a:buFont typeface="Aktiv Grotesk" panose="020B0604020202020204" pitchFamily="34" charset="0"/>
              <a:buChar char="•"/>
            </a:pPr>
            <a:r>
              <a:rPr lang="en-GB" sz="3600" b="1" dirty="0">
                <a:latin typeface="Fira Sans" panose="020B0503050000020004" pitchFamily="34" charset="0"/>
              </a:rPr>
              <a:t>Cohort 2: Planned </a:t>
            </a:r>
            <a:r>
              <a:rPr lang="en-GB" sz="3600" dirty="0">
                <a:latin typeface="Fira Sans" panose="020B0503050000020004" pitchFamily="34" charset="0"/>
              </a:rPr>
              <a:t>| 17 apps, 425 servers Some database dependencies, mixed infrastructure. Manageable complexity.</a:t>
            </a:r>
          </a:p>
          <a:p>
            <a:pPr marL="742950" indent="-742950" defTabSz="1828800" fontAlgn="t">
              <a:spcAft>
                <a:spcPts val="1400"/>
              </a:spcAft>
              <a:buClr>
                <a:srgbClr val="EB0000"/>
              </a:buClr>
              <a:buFont typeface="Aktiv Grotesk" panose="020B0604020202020204" pitchFamily="34" charset="0"/>
              <a:buChar char="•"/>
            </a:pPr>
            <a:endParaRPr lang="en-GB" sz="3600" dirty="0">
              <a:latin typeface="Fira Sans" panose="020B0503050000020004" pitchFamily="34" charset="0"/>
            </a:endParaRPr>
          </a:p>
          <a:p>
            <a:pPr marL="742950" indent="-742950" defTabSz="1828800" fontAlgn="t">
              <a:spcAft>
                <a:spcPts val="1400"/>
              </a:spcAft>
              <a:buClr>
                <a:srgbClr val="EB0000"/>
              </a:buClr>
              <a:buFont typeface="Aktiv Grotesk" panose="020B0604020202020204" pitchFamily="34" charset="0"/>
              <a:buChar char="•"/>
            </a:pPr>
            <a:r>
              <a:rPr lang="en-GB" sz="3600" b="1" dirty="0">
                <a:latin typeface="Fira Sans" panose="020B0503050000020004" pitchFamily="34" charset="0"/>
              </a:rPr>
              <a:t>Cohort 3: Complex </a:t>
            </a:r>
            <a:r>
              <a:rPr lang="en-GB" sz="3600" dirty="0">
                <a:latin typeface="Fira Sans" panose="020B0503050000020004" pitchFamily="34" charset="0"/>
              </a:rPr>
              <a:t>| 2 apps, 2,342 servers (77%) Customer_App1 + WPS. Oracle dependency. 91 sub-components. This is the programme.</a:t>
            </a:r>
          </a:p>
          <a:p>
            <a:pPr marL="742950" indent="-742950" defTabSz="1828800" fontAlgn="t">
              <a:spcAft>
                <a:spcPts val="1400"/>
              </a:spcAft>
              <a:buClr>
                <a:srgbClr val="EB0000"/>
              </a:buClr>
              <a:buFont typeface="Aktiv Grotesk" panose="020B0604020202020204" pitchFamily="34" charset="0"/>
              <a:buChar char="•"/>
            </a:pPr>
            <a:endParaRPr lang="en-GB" sz="3600" dirty="0">
              <a:latin typeface="Fira Sans" panose="020B0503050000020004" pitchFamily="34" charset="0"/>
            </a:endParaRPr>
          </a:p>
          <a:p>
            <a:pPr marL="742950" indent="-742950" defTabSz="1828800" fontAlgn="t">
              <a:spcAft>
                <a:spcPts val="1400"/>
              </a:spcAft>
              <a:buClr>
                <a:srgbClr val="EB0000"/>
              </a:buClr>
              <a:buFont typeface="Aktiv Grotesk" panose="020B0604020202020204" pitchFamily="34" charset="0"/>
              <a:buChar char="•"/>
            </a:pPr>
            <a:r>
              <a:rPr lang="en-GB" sz="3600" b="1" dirty="0">
                <a:latin typeface="Fira Sans" panose="020B0503050000020004" pitchFamily="34" charset="0"/>
              </a:rPr>
              <a:t>Cohort 4: Decision required </a:t>
            </a:r>
            <a:r>
              <a:rPr lang="en-GB" sz="3600" dirty="0">
                <a:latin typeface="Fira Sans" panose="020B0503050000020004" pitchFamily="34" charset="0"/>
              </a:rPr>
              <a:t>| 2 apps, 113 servers </a:t>
            </a:r>
            <a:r>
              <a:rPr lang="en-GB" sz="3600" dirty="0" err="1">
                <a:latin typeface="Fira Sans" panose="020B0503050000020004" pitchFamily="34" charset="0"/>
              </a:rPr>
              <a:t>Atex</a:t>
            </a:r>
            <a:r>
              <a:rPr lang="en-GB" sz="3600" dirty="0">
                <a:latin typeface="Fira Sans" panose="020B0503050000020004" pitchFamily="34" charset="0"/>
              </a:rPr>
              <a:t> + </a:t>
            </a:r>
            <a:r>
              <a:rPr lang="en-GB" sz="3600" dirty="0" err="1">
                <a:latin typeface="Fira Sans" panose="020B0503050000020004" pitchFamily="34" charset="0"/>
              </a:rPr>
              <a:t>InstantPress</a:t>
            </a:r>
            <a:r>
              <a:rPr lang="en-GB" sz="3600" dirty="0">
                <a:latin typeface="Fira Sans" panose="020B0503050000020004" pitchFamily="34" charset="0"/>
              </a:rPr>
              <a:t>. Multicast constraint. Cannot progress until unicast decision is made.</a:t>
            </a:r>
            <a:endParaRPr lang="en-GB" sz="3600" noProof="0" dirty="0">
              <a:latin typeface="Fira Sans" panose="020B0503050000020004" pitchFamily="34" charset="0"/>
            </a:endParaRPr>
          </a:p>
        </p:txBody>
      </p:sp>
    </p:spTree>
    <p:extLst>
      <p:ext uri="{BB962C8B-B14F-4D97-AF65-F5344CB8AC3E}">
        <p14:creationId xmlns:p14="http://schemas.microsoft.com/office/powerpoint/2010/main" val="4798379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B400C-7F7D-B5A0-DDB0-3AE766D6204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EBFC1A2-1006-F69F-8897-FB5A6978BB9F}"/>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29</a:t>
            </a:fld>
            <a:endParaRPr lang="en-GB" noProof="0"/>
          </a:p>
        </p:txBody>
      </p:sp>
      <p:sp>
        <p:nvSpPr>
          <p:cNvPr id="10" name="Text Placeholder 9">
            <a:extLst>
              <a:ext uri="{FF2B5EF4-FFF2-40B4-BE49-F238E27FC236}">
                <a16:creationId xmlns:a16="http://schemas.microsoft.com/office/drawing/2014/main" id="{0F0A0912-99AC-48BB-5196-DDBDC9A84575}"/>
              </a:ext>
            </a:extLst>
          </p:cNvPr>
          <p:cNvSpPr>
            <a:spLocks noGrp="1"/>
          </p:cNvSpPr>
          <p:nvPr>
            <p:ph type="body" sz="quarter" idx="13"/>
          </p:nvPr>
        </p:nvSpPr>
        <p:spPr>
          <a:xfrm>
            <a:off x="533709" y="5827194"/>
            <a:ext cx="5216526" cy="3536261"/>
          </a:xfrm>
        </p:spPr>
        <p:txBody>
          <a:bodyPr anchor="ctr"/>
          <a:lstStyle/>
          <a:p>
            <a:pPr algn="ctr"/>
            <a:r>
              <a:rPr lang="en-GB" sz="3200" dirty="0">
                <a:latin typeface="Fira Sans" panose="020B0503050000020004" pitchFamily="34" charset="0"/>
              </a:rPr>
              <a:t>Applications that must move together</a:t>
            </a:r>
            <a:endParaRPr lang="en-GB" sz="3200" noProof="0" dirty="0">
              <a:latin typeface="Fira Sans" panose="020B0503050000020004" pitchFamily="34" charset="0"/>
            </a:endParaRPr>
          </a:p>
        </p:txBody>
      </p:sp>
      <p:sp>
        <p:nvSpPr>
          <p:cNvPr id="5" name="Title 1">
            <a:extLst>
              <a:ext uri="{FF2B5EF4-FFF2-40B4-BE49-F238E27FC236}">
                <a16:creationId xmlns:a16="http://schemas.microsoft.com/office/drawing/2014/main" id="{79CC79FA-3D62-F423-86E4-B3519EF51A04}"/>
              </a:ext>
            </a:extLst>
          </p:cNvPr>
          <p:cNvSpPr>
            <a:spLocks noGrp="1"/>
          </p:cNvSpPr>
          <p:nvPr>
            <p:ph type="title"/>
          </p:nvPr>
        </p:nvSpPr>
        <p:spPr>
          <a:xfrm>
            <a:off x="508649" y="3609563"/>
            <a:ext cx="5241586" cy="3062106"/>
          </a:xfrm>
        </p:spPr>
        <p:txBody>
          <a:bodyPr vert="horz" wrap="square" lIns="0" tIns="0" rIns="0" bIns="0" rtlCol="0" anchor="t" anchorCtr="0">
            <a:normAutofit/>
          </a:bodyPr>
          <a:lstStyle/>
          <a:p>
            <a:pPr algn="ctr"/>
            <a:r>
              <a:rPr lang="en-GB" sz="5400" dirty="0">
                <a:latin typeface="Fira Sans" panose="020B0503050000020004" pitchFamily="34" charset="0"/>
              </a:rPr>
              <a:t>Co-migration groups</a:t>
            </a:r>
            <a:endParaRPr lang="en-GB" sz="5400" kern="1200" noProof="0" dirty="0">
              <a:ln w="9525">
                <a:noFill/>
              </a:ln>
              <a:latin typeface="Fira Sans" panose="020B0503050000020004" pitchFamily="34" charset="0"/>
            </a:endParaRPr>
          </a:p>
        </p:txBody>
      </p:sp>
      <p:sp>
        <p:nvSpPr>
          <p:cNvPr id="6" name="TextBox 5">
            <a:extLst>
              <a:ext uri="{FF2B5EF4-FFF2-40B4-BE49-F238E27FC236}">
                <a16:creationId xmlns:a16="http://schemas.microsoft.com/office/drawing/2014/main" id="{B9C95ECD-5ACA-A985-AA1A-C8346EAA8578}"/>
              </a:ext>
            </a:extLst>
          </p:cNvPr>
          <p:cNvSpPr txBox="1"/>
          <p:nvPr/>
        </p:nvSpPr>
        <p:spPr>
          <a:xfrm>
            <a:off x="7107173" y="2330247"/>
            <a:ext cx="7047739" cy="5991384"/>
          </a:xfrm>
          <a:prstGeom prst="rect">
            <a:avLst/>
          </a:prstGeom>
          <a:noFill/>
        </p:spPr>
        <p:txBody>
          <a:bodyPr wrap="square">
            <a:spAutoFit/>
          </a:bodyPr>
          <a:lstStyle/>
          <a:p>
            <a:pPr marL="571500" indent="-571500" defTabSz="1828800" fontAlgn="t">
              <a:spcAft>
                <a:spcPts val="1400"/>
              </a:spcAft>
              <a:buClr>
                <a:srgbClr val="EB0000"/>
              </a:buClr>
              <a:buFont typeface="Aktiv Grotesk" panose="020B0604020202020204" pitchFamily="34" charset="0"/>
              <a:buChar char="•"/>
            </a:pPr>
            <a:r>
              <a:rPr lang="en-GB" sz="3600" dirty="0">
                <a:latin typeface="Fira Sans" panose="020B0503050000020004" pitchFamily="34" charset="0"/>
              </a:rPr>
              <a:t>Customer_App1 + WPS </a:t>
            </a:r>
            <a:r>
              <a:rPr lang="en-GB" sz="3600" dirty="0" err="1">
                <a:latin typeface="Fira Sans" panose="020B0503050000020004" pitchFamily="34" charset="0"/>
              </a:rPr>
              <a:t>WPS</a:t>
            </a:r>
            <a:r>
              <a:rPr lang="en-GB" sz="3600" dirty="0">
                <a:latin typeface="Fira Sans" panose="020B0503050000020004" pitchFamily="34" charset="0"/>
              </a:rPr>
              <a:t> maintains sustained Oracle connections to the B-cluster. Splitting them breaks the publishing pipeline.</a:t>
            </a:r>
          </a:p>
          <a:p>
            <a:pPr marL="571500" indent="-571500" defTabSz="1828800" fontAlgn="t">
              <a:spcAft>
                <a:spcPts val="1400"/>
              </a:spcAft>
              <a:buClr>
                <a:srgbClr val="EB0000"/>
              </a:buClr>
              <a:buFont typeface="Aktiv Grotesk" panose="020B0604020202020204" pitchFamily="34" charset="0"/>
              <a:buChar char="•"/>
            </a:pPr>
            <a:endParaRPr lang="en-GB" sz="3600" dirty="0">
              <a:latin typeface="Fira Sans" panose="020B0503050000020004" pitchFamily="34" charset="0"/>
            </a:endParaRPr>
          </a:p>
          <a:p>
            <a:pPr marL="571500" indent="-571500" defTabSz="1828800" fontAlgn="t">
              <a:spcAft>
                <a:spcPts val="1400"/>
              </a:spcAft>
              <a:buClr>
                <a:srgbClr val="EB0000"/>
              </a:buClr>
              <a:buFont typeface="Aktiv Grotesk" panose="020B0604020202020204" pitchFamily="34" charset="0"/>
              <a:buChar char="•"/>
            </a:pPr>
            <a:r>
              <a:rPr lang="en-GB" sz="3600" dirty="0">
                <a:latin typeface="Fira Sans" panose="020B0503050000020004" pitchFamily="34" charset="0"/>
              </a:rPr>
              <a:t>ECO3 + </a:t>
            </a:r>
            <a:r>
              <a:rPr lang="en-GB" sz="3600" dirty="0" err="1">
                <a:latin typeface="Fira Sans" panose="020B0503050000020004" pitchFamily="34" charset="0"/>
              </a:rPr>
              <a:t>OneVision</a:t>
            </a:r>
            <a:r>
              <a:rPr lang="en-GB" sz="3600" dirty="0">
                <a:latin typeface="Fira Sans" panose="020B0503050000020004" pitchFamily="34" charset="0"/>
              </a:rPr>
              <a:t> </a:t>
            </a:r>
            <a:r>
              <a:rPr lang="en-GB" sz="3600" dirty="0" err="1">
                <a:latin typeface="Fira Sans" panose="020B0503050000020004" pitchFamily="34" charset="0"/>
              </a:rPr>
              <a:t>OneVision</a:t>
            </a:r>
            <a:r>
              <a:rPr lang="en-GB" sz="3600" dirty="0">
                <a:latin typeface="Fira Sans" panose="020B0503050000020004" pitchFamily="34" charset="0"/>
              </a:rPr>
              <a:t> reads from ECO3's courier database via SMB (port 445, network-confirmed).</a:t>
            </a:r>
            <a:endParaRPr lang="en-GB" sz="3600" noProof="0" dirty="0">
              <a:latin typeface="Fira Sans" panose="020B0503050000020004" pitchFamily="34" charset="0"/>
            </a:endParaRPr>
          </a:p>
        </p:txBody>
      </p:sp>
      <p:sp>
        <p:nvSpPr>
          <p:cNvPr id="2" name="TextBox 1">
            <a:extLst>
              <a:ext uri="{FF2B5EF4-FFF2-40B4-BE49-F238E27FC236}">
                <a16:creationId xmlns:a16="http://schemas.microsoft.com/office/drawing/2014/main" id="{D1AE85BF-0870-686A-9C6D-DA40CBE782A1}"/>
              </a:ext>
            </a:extLst>
          </p:cNvPr>
          <p:cNvSpPr txBox="1"/>
          <p:nvPr/>
        </p:nvSpPr>
        <p:spPr>
          <a:xfrm>
            <a:off x="15123413" y="2330247"/>
            <a:ext cx="8175499" cy="5991384"/>
          </a:xfrm>
          <a:prstGeom prst="rect">
            <a:avLst/>
          </a:prstGeom>
          <a:noFill/>
        </p:spPr>
        <p:txBody>
          <a:bodyPr wrap="square">
            <a:spAutoFit/>
          </a:bodyPr>
          <a:lstStyle/>
          <a:p>
            <a:pPr marL="571500" indent="-571500" defTabSz="1828800" fontAlgn="t">
              <a:spcAft>
                <a:spcPts val="1400"/>
              </a:spcAft>
              <a:buClr>
                <a:srgbClr val="EB0000"/>
              </a:buClr>
              <a:buFont typeface="Aktiv Grotesk" panose="020B0604020202020204" pitchFamily="34" charset="0"/>
              <a:buChar char="•"/>
            </a:pPr>
            <a:r>
              <a:rPr lang="en-GB" sz="3600" dirty="0" err="1">
                <a:latin typeface="Fira Sans" panose="020B0503050000020004" pitchFamily="34" charset="0"/>
              </a:rPr>
              <a:t>Atex</a:t>
            </a:r>
            <a:r>
              <a:rPr lang="en-GB" sz="3600" dirty="0">
                <a:latin typeface="Fira Sans" panose="020B0503050000020004" pitchFamily="34" charset="0"/>
              </a:rPr>
              <a:t> + </a:t>
            </a:r>
            <a:r>
              <a:rPr lang="en-GB" sz="3600" dirty="0" err="1">
                <a:latin typeface="Fira Sans" panose="020B0503050000020004" pitchFamily="34" charset="0"/>
              </a:rPr>
              <a:t>InstantPress</a:t>
            </a:r>
            <a:r>
              <a:rPr lang="en-GB" sz="3600" dirty="0">
                <a:latin typeface="Fira Sans" panose="020B0503050000020004" pitchFamily="34" charset="0"/>
              </a:rPr>
              <a:t> </a:t>
            </a:r>
            <a:r>
              <a:rPr lang="en-GB" sz="3600" dirty="0" err="1">
                <a:latin typeface="Fira Sans" panose="020B0503050000020004" pitchFamily="34" charset="0"/>
              </a:rPr>
              <a:t>InstantPress</a:t>
            </a:r>
            <a:r>
              <a:rPr lang="en-GB" sz="3600" dirty="0">
                <a:latin typeface="Fira Sans" panose="020B0503050000020004" pitchFamily="34" charset="0"/>
              </a:rPr>
              <a:t> produces PDF output from </a:t>
            </a:r>
            <a:r>
              <a:rPr lang="en-GB" sz="3600" dirty="0" err="1">
                <a:latin typeface="Fira Sans" panose="020B0503050000020004" pitchFamily="34" charset="0"/>
              </a:rPr>
              <a:t>Atex</a:t>
            </a:r>
            <a:r>
              <a:rPr lang="en-GB" sz="3600" dirty="0">
                <a:latin typeface="Fira Sans" panose="020B0503050000020004" pitchFamily="34" charset="0"/>
              </a:rPr>
              <a:t> content. Coupled by data flow.</a:t>
            </a:r>
          </a:p>
          <a:p>
            <a:pPr marL="571500" indent="-571500" defTabSz="1828800" fontAlgn="t">
              <a:spcAft>
                <a:spcPts val="1400"/>
              </a:spcAft>
              <a:buClr>
                <a:srgbClr val="EB0000"/>
              </a:buClr>
              <a:buFont typeface="Aktiv Grotesk" panose="020B0604020202020204" pitchFamily="34" charset="0"/>
              <a:buChar char="•"/>
            </a:pPr>
            <a:endParaRPr lang="en-GB" sz="3600" dirty="0">
              <a:latin typeface="Fira Sans" panose="020B0503050000020004" pitchFamily="34" charset="0"/>
            </a:endParaRPr>
          </a:p>
          <a:p>
            <a:pPr marL="571500" indent="-571500" defTabSz="1828800" fontAlgn="t">
              <a:spcAft>
                <a:spcPts val="1400"/>
              </a:spcAft>
              <a:buClr>
                <a:srgbClr val="EB0000"/>
              </a:buClr>
              <a:buFont typeface="Aktiv Grotesk" panose="020B0604020202020204" pitchFamily="34" charset="0"/>
              <a:buChar char="•"/>
            </a:pPr>
            <a:r>
              <a:rPr lang="en-GB" sz="3600" dirty="0">
                <a:latin typeface="Fira Sans" panose="020B0503050000020004" pitchFamily="34" charset="0"/>
              </a:rPr>
              <a:t>What this means These groups are scheduling constraints. Phase 2 builds the release plan around them. You cannot pick applications for convenience. You pick them by coupling.</a:t>
            </a:r>
            <a:endParaRPr lang="en-GB" sz="3600" noProof="0" dirty="0">
              <a:latin typeface="Fira Sans" panose="020B0503050000020004" pitchFamily="34" charset="0"/>
            </a:endParaRPr>
          </a:p>
        </p:txBody>
      </p:sp>
    </p:spTree>
    <p:extLst>
      <p:ext uri="{BB962C8B-B14F-4D97-AF65-F5344CB8AC3E}">
        <p14:creationId xmlns:p14="http://schemas.microsoft.com/office/powerpoint/2010/main" val="29612185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A5AD6-59E2-F5F0-389A-8F02C543786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469EB9B-88AE-478E-B6D1-DB2FECBB9026}"/>
              </a:ext>
            </a:extLst>
          </p:cNvPr>
          <p:cNvSpPr>
            <a:spLocks noGrp="1"/>
          </p:cNvSpPr>
          <p:nvPr>
            <p:ph type="body" sz="quarter" idx="16"/>
          </p:nvPr>
        </p:nvSpPr>
        <p:spPr>
          <a:xfrm>
            <a:off x="6122839" y="3715469"/>
            <a:ext cx="11160126" cy="4200146"/>
          </a:xfrm>
        </p:spPr>
        <p:txBody>
          <a:bodyPr anchor="ctr"/>
          <a:lstStyle/>
          <a:p>
            <a:pPr algn="ctr"/>
            <a:r>
              <a:rPr lang="en-GB" b="1" noProof="0">
                <a:latin typeface="Fira Sans Light" panose="020B0403050000020004" pitchFamily="34" charset="0"/>
              </a:rPr>
              <a:t>Hyperscaler Recommendation</a:t>
            </a:r>
          </a:p>
        </p:txBody>
      </p:sp>
    </p:spTree>
    <p:extLst>
      <p:ext uri="{BB962C8B-B14F-4D97-AF65-F5344CB8AC3E}">
        <p14:creationId xmlns:p14="http://schemas.microsoft.com/office/powerpoint/2010/main" val="3497725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6F332-3CBB-ABEB-DEFD-F92FD011836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ED1762-A821-09E6-32B7-9C8330F8F049}"/>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31</a:t>
            </a:fld>
            <a:endParaRPr lang="en-GB" noProof="0"/>
          </a:p>
        </p:txBody>
      </p:sp>
      <p:sp>
        <p:nvSpPr>
          <p:cNvPr id="4" name="TextBox 3">
            <a:extLst>
              <a:ext uri="{FF2B5EF4-FFF2-40B4-BE49-F238E27FC236}">
                <a16:creationId xmlns:a16="http://schemas.microsoft.com/office/drawing/2014/main" id="{2F139D62-377B-36D8-6C5E-EA9171311A0B}"/>
              </a:ext>
            </a:extLst>
          </p:cNvPr>
          <p:cNvSpPr txBox="1"/>
          <p:nvPr/>
        </p:nvSpPr>
        <p:spPr>
          <a:xfrm>
            <a:off x="406009" y="473476"/>
            <a:ext cx="10775707" cy="1046440"/>
          </a:xfrm>
          <a:prstGeom prst="rect">
            <a:avLst/>
          </a:prstGeom>
          <a:noFill/>
        </p:spPr>
        <p:txBody>
          <a:bodyPr wrap="none" rtlCol="0">
            <a:spAutoFit/>
          </a:bodyPr>
          <a:lstStyle/>
          <a:p>
            <a:pPr algn="l"/>
            <a:r>
              <a:rPr lang="en-GB" sz="6200">
                <a:solidFill>
                  <a:srgbClr val="FF0000"/>
                </a:solidFill>
                <a:latin typeface="Fira Sans Light" panose="020B0403050000020004" pitchFamily="34" charset="0"/>
              </a:rPr>
              <a:t>Hyperscaler Weighted Scoring</a:t>
            </a:r>
            <a:endParaRPr lang="en-GB" sz="6200" noProof="0">
              <a:solidFill>
                <a:srgbClr val="FF0000"/>
              </a:solidFill>
              <a:latin typeface="Fira Sans Light" panose="020B0403050000020004" pitchFamily="34" charset="0"/>
            </a:endParaRPr>
          </a:p>
        </p:txBody>
      </p:sp>
      <p:pic>
        <p:nvPicPr>
          <p:cNvPr id="7" name="Picture 2">
            <a:extLst>
              <a:ext uri="{FF2B5EF4-FFF2-40B4-BE49-F238E27FC236}">
                <a16:creationId xmlns:a16="http://schemas.microsoft.com/office/drawing/2014/main" id="{5E6F0E27-8A17-5F34-28DD-D1AF52FD09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14208" y="857224"/>
            <a:ext cx="1020269" cy="102026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65CFBA47-DC15-22B1-17FB-BCD53387CB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51535" y="996696"/>
            <a:ext cx="1202360" cy="72141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Google Cloud Icon - High-Quality GCP Logo for Your Projects">
            <a:extLst>
              <a:ext uri="{FF2B5EF4-FFF2-40B4-BE49-F238E27FC236}">
                <a16:creationId xmlns:a16="http://schemas.microsoft.com/office/drawing/2014/main" id="{42AE44BD-2547-68E3-63FE-62F39629D8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94790" y="733744"/>
            <a:ext cx="1366355" cy="136635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table with numbers and a number of data&#10;&#10;AI-generated content may be incorrect.">
            <a:extLst>
              <a:ext uri="{FF2B5EF4-FFF2-40B4-BE49-F238E27FC236}">
                <a16:creationId xmlns:a16="http://schemas.microsoft.com/office/drawing/2014/main" id="{1A171E64-1E03-BC4A-4CFD-ED4622D40FB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114" y="2680282"/>
            <a:ext cx="22612863" cy="8395193"/>
          </a:xfrm>
          <a:prstGeom prst="rect">
            <a:avLst/>
          </a:prstGeom>
        </p:spPr>
      </p:pic>
      <p:sp>
        <p:nvSpPr>
          <p:cNvPr id="11" name="Rectangle 10">
            <a:extLst>
              <a:ext uri="{FF2B5EF4-FFF2-40B4-BE49-F238E27FC236}">
                <a16:creationId xmlns:a16="http://schemas.microsoft.com/office/drawing/2014/main" id="{D0C9F766-7CC9-E39D-29B3-0CBAFF628989}"/>
              </a:ext>
            </a:extLst>
          </p:cNvPr>
          <p:cNvSpPr/>
          <p:nvPr/>
        </p:nvSpPr>
        <p:spPr>
          <a:xfrm>
            <a:off x="5793862" y="7654542"/>
            <a:ext cx="2419350" cy="4226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600">
                <a:solidFill>
                  <a:schemeClr val="tx1"/>
                </a:solidFill>
              </a:rPr>
              <a:t>Very High</a:t>
            </a:r>
          </a:p>
        </p:txBody>
      </p:sp>
    </p:spTree>
    <p:extLst>
      <p:ext uri="{BB962C8B-B14F-4D97-AF65-F5344CB8AC3E}">
        <p14:creationId xmlns:p14="http://schemas.microsoft.com/office/powerpoint/2010/main" val="17842706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CB945-EBC7-5685-31DF-CF9CBE13A10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149A93-726E-42F7-A2C9-57A819CA2720}"/>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32</a:t>
            </a:fld>
            <a:endParaRPr lang="en-GB" noProof="0"/>
          </a:p>
        </p:txBody>
      </p:sp>
      <p:sp>
        <p:nvSpPr>
          <p:cNvPr id="4" name="TextBox 3">
            <a:extLst>
              <a:ext uri="{FF2B5EF4-FFF2-40B4-BE49-F238E27FC236}">
                <a16:creationId xmlns:a16="http://schemas.microsoft.com/office/drawing/2014/main" id="{13C92150-B960-0FDB-8D63-077CB50584B7}"/>
              </a:ext>
            </a:extLst>
          </p:cNvPr>
          <p:cNvSpPr txBox="1"/>
          <p:nvPr/>
        </p:nvSpPr>
        <p:spPr>
          <a:xfrm>
            <a:off x="406009" y="473476"/>
            <a:ext cx="14417729" cy="1046440"/>
          </a:xfrm>
          <a:prstGeom prst="rect">
            <a:avLst/>
          </a:prstGeom>
          <a:noFill/>
        </p:spPr>
        <p:txBody>
          <a:bodyPr wrap="none" rtlCol="0">
            <a:spAutoFit/>
          </a:bodyPr>
          <a:lstStyle/>
          <a:p>
            <a:pPr algn="l"/>
            <a:r>
              <a:rPr lang="en-GB" sz="6200">
                <a:solidFill>
                  <a:srgbClr val="FF0000"/>
                </a:solidFill>
                <a:latin typeface="Fira Sans Light" panose="020B0403050000020004" pitchFamily="34" charset="0"/>
              </a:rPr>
              <a:t>Weighted Scoring – [Client] Key Value Dials</a:t>
            </a:r>
            <a:endParaRPr lang="en-GB" sz="6200" noProof="0">
              <a:solidFill>
                <a:srgbClr val="FF0000"/>
              </a:solidFill>
              <a:latin typeface="Fira Sans Light" panose="020B0403050000020004" pitchFamily="34" charset="0"/>
            </a:endParaRPr>
          </a:p>
        </p:txBody>
      </p:sp>
      <p:pic>
        <p:nvPicPr>
          <p:cNvPr id="3" name="Picture 2" descr="A table with numbers and words&#10;&#10;AI-generated content may be incorrect.">
            <a:extLst>
              <a:ext uri="{FF2B5EF4-FFF2-40B4-BE49-F238E27FC236}">
                <a16:creationId xmlns:a16="http://schemas.microsoft.com/office/drawing/2014/main" id="{1BF78A30-D7BC-9B3A-AFAC-01591E220A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8390" y="2233782"/>
            <a:ext cx="20815610" cy="11482218"/>
          </a:xfrm>
          <a:prstGeom prst="rect">
            <a:avLst/>
          </a:prstGeom>
        </p:spPr>
      </p:pic>
      <p:pic>
        <p:nvPicPr>
          <p:cNvPr id="5" name="Picture 2">
            <a:extLst>
              <a:ext uri="{FF2B5EF4-FFF2-40B4-BE49-F238E27FC236}">
                <a16:creationId xmlns:a16="http://schemas.microsoft.com/office/drawing/2014/main" id="{E7BB14E0-0F45-F05E-B07B-4CB6088E1B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26442" y="856580"/>
            <a:ext cx="1020269" cy="102026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A0C5E74C-F1B7-FCEA-C8B8-4E60DD122C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51535" y="996696"/>
            <a:ext cx="1202360" cy="72141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Google Cloud Icon - High-Quality GCP Logo for Your Projects">
            <a:extLst>
              <a:ext uri="{FF2B5EF4-FFF2-40B4-BE49-F238E27FC236}">
                <a16:creationId xmlns:a16="http://schemas.microsoft.com/office/drawing/2014/main" id="{7112C275-63F1-138D-6885-30928428A87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19259" y="684180"/>
            <a:ext cx="1366355" cy="13663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24666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057D4-DE2B-7B5C-4466-F312F61C3C3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DDF73A-4024-C5C0-B3F2-5095950BD5B5}"/>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33</a:t>
            </a:fld>
            <a:endParaRPr lang="en-GB" noProof="0"/>
          </a:p>
        </p:txBody>
      </p:sp>
      <p:sp>
        <p:nvSpPr>
          <p:cNvPr id="4" name="TextBox 3">
            <a:extLst>
              <a:ext uri="{FF2B5EF4-FFF2-40B4-BE49-F238E27FC236}">
                <a16:creationId xmlns:a16="http://schemas.microsoft.com/office/drawing/2014/main" id="{A2232670-F755-7B6B-2A4E-BF6E73E7CCA6}"/>
              </a:ext>
            </a:extLst>
          </p:cNvPr>
          <p:cNvSpPr txBox="1"/>
          <p:nvPr/>
        </p:nvSpPr>
        <p:spPr>
          <a:xfrm>
            <a:off x="406009" y="473476"/>
            <a:ext cx="9196748" cy="1046440"/>
          </a:xfrm>
          <a:prstGeom prst="rect">
            <a:avLst/>
          </a:prstGeom>
          <a:noFill/>
        </p:spPr>
        <p:txBody>
          <a:bodyPr wrap="none" rtlCol="0">
            <a:spAutoFit/>
          </a:bodyPr>
          <a:lstStyle/>
          <a:p>
            <a:pPr algn="l"/>
            <a:r>
              <a:rPr lang="en-GB" sz="6200">
                <a:solidFill>
                  <a:srgbClr val="FF0000"/>
                </a:solidFill>
                <a:latin typeface="Fira Sans Light" panose="020B0403050000020004" pitchFamily="34" charset="0"/>
              </a:rPr>
              <a:t>Overall Recommendation</a:t>
            </a:r>
            <a:endParaRPr lang="en-GB" sz="6200" noProof="0">
              <a:solidFill>
                <a:srgbClr val="FF0000"/>
              </a:solidFill>
              <a:latin typeface="Fira Sans Light" panose="020B0403050000020004" pitchFamily="34" charset="0"/>
            </a:endParaRPr>
          </a:p>
        </p:txBody>
      </p:sp>
      <p:grpSp>
        <p:nvGrpSpPr>
          <p:cNvPr id="3" name="Group 2">
            <a:extLst>
              <a:ext uri="{FF2B5EF4-FFF2-40B4-BE49-F238E27FC236}">
                <a16:creationId xmlns:a16="http://schemas.microsoft.com/office/drawing/2014/main" id="{824CD360-3A4A-CDB7-9F7C-88F19624B966}"/>
              </a:ext>
            </a:extLst>
          </p:cNvPr>
          <p:cNvGrpSpPr/>
          <p:nvPr/>
        </p:nvGrpSpPr>
        <p:grpSpPr>
          <a:xfrm>
            <a:off x="6705600" y="3883169"/>
            <a:ext cx="17082178" cy="1477260"/>
            <a:chOff x="518985" y="2214774"/>
            <a:chExt cx="23268793" cy="2111982"/>
          </a:xfrm>
        </p:grpSpPr>
        <p:sp>
          <p:nvSpPr>
            <p:cNvPr id="5" name="Rectangle 4">
              <a:extLst>
                <a:ext uri="{FF2B5EF4-FFF2-40B4-BE49-F238E27FC236}">
                  <a16:creationId xmlns:a16="http://schemas.microsoft.com/office/drawing/2014/main" id="{A5837DC6-4341-7137-EFB4-069AFAC2F550}"/>
                </a:ext>
              </a:extLst>
            </p:cNvPr>
            <p:cNvSpPr/>
            <p:nvPr/>
          </p:nvSpPr>
          <p:spPr>
            <a:xfrm>
              <a:off x="518985" y="3987573"/>
              <a:ext cx="23268793" cy="3391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p>
          </p:txBody>
        </p:sp>
        <p:sp>
          <p:nvSpPr>
            <p:cNvPr id="6" name="Rectangle 5">
              <a:extLst>
                <a:ext uri="{FF2B5EF4-FFF2-40B4-BE49-F238E27FC236}">
                  <a16:creationId xmlns:a16="http://schemas.microsoft.com/office/drawing/2014/main" id="{12757E88-34A1-E4BC-47E5-E4BBB7437F67}"/>
                </a:ext>
              </a:extLst>
            </p:cNvPr>
            <p:cNvSpPr/>
            <p:nvPr/>
          </p:nvSpPr>
          <p:spPr>
            <a:xfrm>
              <a:off x="518985" y="2979374"/>
              <a:ext cx="7198260" cy="110024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a:t>2nd</a:t>
              </a:r>
            </a:p>
          </p:txBody>
        </p:sp>
        <p:sp>
          <p:nvSpPr>
            <p:cNvPr id="12" name="Rectangle 11">
              <a:extLst>
                <a:ext uri="{FF2B5EF4-FFF2-40B4-BE49-F238E27FC236}">
                  <a16:creationId xmlns:a16="http://schemas.microsoft.com/office/drawing/2014/main" id="{43F49F4F-0A07-C80D-D24A-AD51D21F522B}"/>
                </a:ext>
              </a:extLst>
            </p:cNvPr>
            <p:cNvSpPr/>
            <p:nvPr/>
          </p:nvSpPr>
          <p:spPr>
            <a:xfrm>
              <a:off x="7717245" y="2214774"/>
              <a:ext cx="8001786" cy="184105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a:t>1st</a:t>
              </a:r>
            </a:p>
          </p:txBody>
        </p:sp>
        <p:sp>
          <p:nvSpPr>
            <p:cNvPr id="13" name="Rectangle 12">
              <a:extLst>
                <a:ext uri="{FF2B5EF4-FFF2-40B4-BE49-F238E27FC236}">
                  <a16:creationId xmlns:a16="http://schemas.microsoft.com/office/drawing/2014/main" id="{AA1001CF-DADD-075D-1920-0E72970B48B1}"/>
                </a:ext>
              </a:extLst>
            </p:cNvPr>
            <p:cNvSpPr/>
            <p:nvPr/>
          </p:nvSpPr>
          <p:spPr>
            <a:xfrm>
              <a:off x="15698472" y="3486895"/>
              <a:ext cx="8089306" cy="5689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a:t>3rd</a:t>
              </a:r>
            </a:p>
          </p:txBody>
        </p:sp>
      </p:grpSp>
      <p:pic>
        <p:nvPicPr>
          <p:cNvPr id="14" name="Picture 2">
            <a:extLst>
              <a:ext uri="{FF2B5EF4-FFF2-40B4-BE49-F238E27FC236}">
                <a16:creationId xmlns:a16="http://schemas.microsoft.com/office/drawing/2014/main" id="{F341D167-7D46-E7AA-B4E4-55F47D3C3E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86080" y="2553362"/>
            <a:ext cx="1864841" cy="186484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a:extLst>
              <a:ext uri="{FF2B5EF4-FFF2-40B4-BE49-F238E27FC236}">
                <a16:creationId xmlns:a16="http://schemas.microsoft.com/office/drawing/2014/main" id="{37255965-48C9-F329-6BF9-905A255F4D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14276" y="2439107"/>
            <a:ext cx="2025780" cy="121546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descr="Google Cloud Icon - High-Quality GCP Logo for Your Projects">
            <a:extLst>
              <a:ext uri="{FF2B5EF4-FFF2-40B4-BE49-F238E27FC236}">
                <a16:creationId xmlns:a16="http://schemas.microsoft.com/office/drawing/2014/main" id="{54A167C4-AC66-5584-62A8-24D5BD5693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1943" y="2315320"/>
            <a:ext cx="2211727" cy="221172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2" name="Table 21">
            <a:extLst>
              <a:ext uri="{FF2B5EF4-FFF2-40B4-BE49-F238E27FC236}">
                <a16:creationId xmlns:a16="http://schemas.microsoft.com/office/drawing/2014/main" id="{C78093CE-F6EC-44BA-FC8B-BBB7190BB42A}"/>
              </a:ext>
            </a:extLst>
          </p:cNvPr>
          <p:cNvGraphicFramePr>
            <a:graphicFrameLocks noGrp="1"/>
          </p:cNvGraphicFramePr>
          <p:nvPr>
            <p:extLst>
              <p:ext uri="{D42A27DB-BD31-4B8C-83A1-F6EECF244321}">
                <p14:modId xmlns:p14="http://schemas.microsoft.com/office/powerpoint/2010/main" val="3168390117"/>
              </p:ext>
            </p:extLst>
          </p:nvPr>
        </p:nvGraphicFramePr>
        <p:xfrm>
          <a:off x="657726" y="6313393"/>
          <a:ext cx="23130052" cy="3200400"/>
        </p:xfrm>
        <a:graphic>
          <a:graphicData uri="http://schemas.openxmlformats.org/drawingml/2006/table">
            <a:tbl>
              <a:tblPr firstRow="1" bandRow="1">
                <a:tableStyleId>{9D7B26C5-4107-4FEC-AEDC-1716B250A1EF}</a:tableStyleId>
              </a:tblPr>
              <a:tblGrid>
                <a:gridCol w="5983706">
                  <a:extLst>
                    <a:ext uri="{9D8B030D-6E8A-4147-A177-3AD203B41FA5}">
                      <a16:colId xmlns:a16="http://schemas.microsoft.com/office/drawing/2014/main" val="2583583823"/>
                    </a:ext>
                  </a:extLst>
                </a:gridCol>
                <a:gridCol w="5325979">
                  <a:extLst>
                    <a:ext uri="{9D8B030D-6E8A-4147-A177-3AD203B41FA5}">
                      <a16:colId xmlns:a16="http://schemas.microsoft.com/office/drawing/2014/main" val="2386034005"/>
                    </a:ext>
                  </a:extLst>
                </a:gridCol>
                <a:gridCol w="5887452">
                  <a:extLst>
                    <a:ext uri="{9D8B030D-6E8A-4147-A177-3AD203B41FA5}">
                      <a16:colId xmlns:a16="http://schemas.microsoft.com/office/drawing/2014/main" val="2893148149"/>
                    </a:ext>
                  </a:extLst>
                </a:gridCol>
                <a:gridCol w="5932915">
                  <a:extLst>
                    <a:ext uri="{9D8B030D-6E8A-4147-A177-3AD203B41FA5}">
                      <a16:colId xmlns:a16="http://schemas.microsoft.com/office/drawing/2014/main" val="1943227566"/>
                    </a:ext>
                  </a:extLst>
                </a:gridCol>
              </a:tblGrid>
              <a:tr h="370840">
                <a:tc>
                  <a:txBody>
                    <a:bodyPr/>
                    <a:lstStyle/>
                    <a:p>
                      <a:r>
                        <a:rPr lang="en-GB"/>
                        <a:t>Cost – 3 year</a:t>
                      </a:r>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2865893680"/>
                  </a:ext>
                </a:extLst>
              </a:tr>
              <a:tr h="370840">
                <a:tc>
                  <a:txBody>
                    <a:bodyPr/>
                    <a:lstStyle/>
                    <a:p>
                      <a:r>
                        <a:rPr lang="en-GB"/>
                        <a:t>Weighted Scoring</a:t>
                      </a:r>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2158348663"/>
                  </a:ext>
                </a:extLst>
              </a:tr>
              <a:tr h="370840">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a:t>Business Fit</a:t>
                      </a:r>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4165690047"/>
                  </a:ext>
                </a:extLst>
              </a:tr>
              <a:tr h="370840">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1423128237"/>
                  </a:ext>
                </a:extLst>
              </a:tr>
              <a:tr h="370840">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2482917179"/>
                  </a:ext>
                </a:extLst>
              </a:tr>
            </a:tbl>
          </a:graphicData>
        </a:graphic>
      </p:graphicFrame>
    </p:spTree>
    <p:extLst>
      <p:ext uri="{BB962C8B-B14F-4D97-AF65-F5344CB8AC3E}">
        <p14:creationId xmlns:p14="http://schemas.microsoft.com/office/powerpoint/2010/main" val="21832287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55B5F7FD-B69B-AFD3-2014-C5B01E880030}"/>
              </a:ext>
            </a:extLst>
          </p:cNvPr>
          <p:cNvGrpSpPr/>
          <p:nvPr/>
        </p:nvGrpSpPr>
        <p:grpSpPr>
          <a:xfrm>
            <a:off x="518985" y="2214774"/>
            <a:ext cx="23268793" cy="2111982"/>
            <a:chOff x="518985" y="2214774"/>
            <a:chExt cx="23268793" cy="2111982"/>
          </a:xfrm>
        </p:grpSpPr>
        <p:sp>
          <p:nvSpPr>
            <p:cNvPr id="4" name="Rectangle 3">
              <a:extLst>
                <a:ext uri="{FF2B5EF4-FFF2-40B4-BE49-F238E27FC236}">
                  <a16:creationId xmlns:a16="http://schemas.microsoft.com/office/drawing/2014/main" id="{05803474-4C9F-C14D-7283-E60ED653F2E3}"/>
                </a:ext>
              </a:extLst>
            </p:cNvPr>
            <p:cNvSpPr/>
            <p:nvPr/>
          </p:nvSpPr>
          <p:spPr>
            <a:xfrm>
              <a:off x="518985" y="3987573"/>
              <a:ext cx="23268793" cy="3391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p>
          </p:txBody>
        </p:sp>
        <p:sp>
          <p:nvSpPr>
            <p:cNvPr id="5" name="Rectangle 4">
              <a:extLst>
                <a:ext uri="{FF2B5EF4-FFF2-40B4-BE49-F238E27FC236}">
                  <a16:creationId xmlns:a16="http://schemas.microsoft.com/office/drawing/2014/main" id="{895140AA-815E-9C6E-20ED-B2214AA5130E}"/>
                </a:ext>
              </a:extLst>
            </p:cNvPr>
            <p:cNvSpPr/>
            <p:nvPr/>
          </p:nvSpPr>
          <p:spPr>
            <a:xfrm>
              <a:off x="518985" y="2979374"/>
              <a:ext cx="7198260" cy="110024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a:t>2nd</a:t>
              </a:r>
            </a:p>
          </p:txBody>
        </p:sp>
        <p:sp>
          <p:nvSpPr>
            <p:cNvPr id="6" name="Rectangle 5">
              <a:extLst>
                <a:ext uri="{FF2B5EF4-FFF2-40B4-BE49-F238E27FC236}">
                  <a16:creationId xmlns:a16="http://schemas.microsoft.com/office/drawing/2014/main" id="{FC627EC0-4D0C-404E-3A13-1538B1B8835C}"/>
                </a:ext>
              </a:extLst>
            </p:cNvPr>
            <p:cNvSpPr/>
            <p:nvPr/>
          </p:nvSpPr>
          <p:spPr>
            <a:xfrm>
              <a:off x="7717245" y="2214774"/>
              <a:ext cx="8001786" cy="184105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a:t>1st</a:t>
              </a:r>
            </a:p>
          </p:txBody>
        </p:sp>
        <p:sp>
          <p:nvSpPr>
            <p:cNvPr id="19" name="Rectangle 18">
              <a:extLst>
                <a:ext uri="{FF2B5EF4-FFF2-40B4-BE49-F238E27FC236}">
                  <a16:creationId xmlns:a16="http://schemas.microsoft.com/office/drawing/2014/main" id="{B80DF2CC-85BC-9B1D-A81C-ECC5136CD6CB}"/>
                </a:ext>
              </a:extLst>
            </p:cNvPr>
            <p:cNvSpPr/>
            <p:nvPr/>
          </p:nvSpPr>
          <p:spPr>
            <a:xfrm>
              <a:off x="15698472" y="3486895"/>
              <a:ext cx="8089306" cy="5689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a:t>3rd</a:t>
              </a:r>
            </a:p>
          </p:txBody>
        </p:sp>
      </p:grpSp>
      <p:pic>
        <p:nvPicPr>
          <p:cNvPr id="8" name="Picture 2">
            <a:extLst>
              <a:ext uri="{FF2B5EF4-FFF2-40B4-BE49-F238E27FC236}">
                <a16:creationId xmlns:a16="http://schemas.microsoft.com/office/drawing/2014/main" id="{CFA2D427-7484-05AF-19B2-BB4F5830B3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3512" y="1280790"/>
            <a:ext cx="1864841" cy="18648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5BEFBC67-EEA4-AD0D-AFA8-0E923154EC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05247" y="658043"/>
            <a:ext cx="2025780" cy="121546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Google Cloud Icon - High-Quality GCP Logo for Your Projects">
            <a:extLst>
              <a:ext uri="{FF2B5EF4-FFF2-40B4-BE49-F238E27FC236}">
                <a16:creationId xmlns:a16="http://schemas.microsoft.com/office/drawing/2014/main" id="{A87061EE-0A40-75D0-38EB-B75A2261645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1813" y="767647"/>
            <a:ext cx="2211727" cy="2211727"/>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2E063326-0751-5BEB-CF13-B14F6994D6F7}"/>
              </a:ext>
            </a:extLst>
          </p:cNvPr>
          <p:cNvSpPr txBox="1"/>
          <p:nvPr/>
        </p:nvSpPr>
        <p:spPr>
          <a:xfrm>
            <a:off x="518985" y="4893277"/>
            <a:ext cx="6780393" cy="4401205"/>
          </a:xfrm>
          <a:prstGeom prst="rect">
            <a:avLst/>
          </a:prstGeom>
          <a:noFill/>
        </p:spPr>
        <p:txBody>
          <a:bodyPr wrap="square" rtlCol="0">
            <a:spAutoFit/>
          </a:bodyPr>
          <a:lstStyle/>
          <a:p>
            <a:pPr marL="285750" indent="-285750">
              <a:buFont typeface="Aktiv Grotesk" panose="020B0604020202020204" pitchFamily="34" charset="0"/>
              <a:buChar char="•"/>
            </a:pPr>
            <a:r>
              <a:rPr lang="en-GB" sz="2400">
                <a:latin typeface="Fira Sans" panose="020B0503050000020004" pitchFamily="34" charset="0"/>
              </a:rPr>
              <a:t>Least engagement during process</a:t>
            </a:r>
          </a:p>
          <a:p>
            <a:pPr marL="285750" indent="-285750">
              <a:buFont typeface="Aktiv Grotesk" panose="020B0604020202020204" pitchFamily="34" charset="0"/>
              <a:buChar char="•"/>
            </a:pPr>
            <a:r>
              <a:rPr lang="en-GB" sz="2400">
                <a:latin typeface="Fira Sans" panose="020B0503050000020004" pitchFamily="34" charset="0"/>
              </a:rPr>
              <a:t>Best up-front 3 year pricing</a:t>
            </a:r>
          </a:p>
          <a:p>
            <a:pPr marL="285750" indent="-285750">
              <a:buFont typeface="Aktiv Grotesk" panose="020B0604020202020204" pitchFamily="34" charset="0"/>
              <a:buChar char="•"/>
            </a:pPr>
            <a:r>
              <a:rPr lang="en-GB" sz="2400">
                <a:latin typeface="Fira Sans" panose="020B0503050000020004" pitchFamily="34" charset="0"/>
              </a:rPr>
              <a:t>good discounts offered</a:t>
            </a:r>
          </a:p>
          <a:p>
            <a:pPr marL="742950" lvl="1" indent="-285750">
              <a:buFont typeface="Aktiv Grotesk" panose="020B0604020202020204" pitchFamily="34" charset="0"/>
              <a:buChar char="•"/>
            </a:pPr>
            <a:r>
              <a:rPr lang="en-GB" sz="2400">
                <a:latin typeface="Fira Sans" panose="020B0503050000020004" pitchFamily="34" charset="0"/>
              </a:rPr>
              <a:t>% (TBC)</a:t>
            </a:r>
          </a:p>
          <a:p>
            <a:pPr marL="285750" indent="-285750">
              <a:buFont typeface="Aktiv Grotesk" panose="020B0604020202020204" pitchFamily="34" charset="0"/>
              <a:buChar char="•"/>
            </a:pPr>
            <a:r>
              <a:rPr lang="en-GB" sz="2400">
                <a:latin typeface="Fira Sans" panose="020B0503050000020004" pitchFamily="34" charset="0"/>
              </a:rPr>
              <a:t>GCP 3rd overall in weighted scoring assessment</a:t>
            </a:r>
          </a:p>
          <a:p>
            <a:pPr marL="285750" indent="-285750">
              <a:buFont typeface="Aktiv Grotesk" panose="020B0604020202020204" pitchFamily="34" charset="0"/>
              <a:buChar char="•"/>
            </a:pPr>
            <a:r>
              <a:rPr lang="en-GB" sz="2400">
                <a:latin typeface="Fira Sans" panose="020B0503050000020004" pitchFamily="34" charset="0"/>
              </a:rPr>
              <a:t>Strong native container solution</a:t>
            </a:r>
          </a:p>
          <a:p>
            <a:pPr marL="285750" indent="-285750">
              <a:buFont typeface="Aktiv Grotesk" panose="020B0604020202020204" pitchFamily="34" charset="0"/>
              <a:buChar char="•"/>
            </a:pPr>
            <a:r>
              <a:rPr lang="en-GB" sz="2400">
                <a:latin typeface="Fira Sans" panose="020B0503050000020004" pitchFamily="34" charset="0"/>
              </a:rPr>
              <a:t>Expected synergy with google related to Telegraph bid removed</a:t>
            </a:r>
          </a:p>
          <a:p>
            <a:pPr marL="285750" indent="-285750">
              <a:buFont typeface="Aktiv Grotesk" panose="020B0604020202020204" pitchFamily="34" charset="0"/>
              <a:buChar char="•"/>
            </a:pPr>
            <a:r>
              <a:rPr lang="en-GB" sz="2400">
                <a:latin typeface="Fira Sans" panose="020B0503050000020004" pitchFamily="34" charset="0"/>
              </a:rPr>
              <a:t>Not able to run multicast (</a:t>
            </a:r>
            <a:r>
              <a:rPr lang="en-GB" sz="2400" err="1">
                <a:latin typeface="Fira Sans" panose="020B0503050000020004" pitchFamily="34" charset="0"/>
              </a:rPr>
              <a:t>Atex</a:t>
            </a:r>
            <a:r>
              <a:rPr lang="en-GB" sz="2400">
                <a:latin typeface="Fira Sans" panose="020B0503050000020004" pitchFamily="34" charset="0"/>
              </a:rPr>
              <a:t>) without major architecture refactor to unicast.</a:t>
            </a:r>
          </a:p>
          <a:p>
            <a:pPr algn="l"/>
            <a:endParaRPr lang="en-GB" sz="1600">
              <a:latin typeface="Fira Sans" panose="020B0503050000020004" pitchFamily="34" charset="0"/>
            </a:endParaRPr>
          </a:p>
        </p:txBody>
      </p:sp>
      <p:sp>
        <p:nvSpPr>
          <p:cNvPr id="14" name="TextBox 13">
            <a:extLst>
              <a:ext uri="{FF2B5EF4-FFF2-40B4-BE49-F238E27FC236}">
                <a16:creationId xmlns:a16="http://schemas.microsoft.com/office/drawing/2014/main" id="{1E74AC83-9A4F-4173-3FD8-D28A74F2B4FF}"/>
              </a:ext>
            </a:extLst>
          </p:cNvPr>
          <p:cNvSpPr txBox="1"/>
          <p:nvPr/>
        </p:nvSpPr>
        <p:spPr>
          <a:xfrm>
            <a:off x="7717245" y="4856206"/>
            <a:ext cx="8001786" cy="6740307"/>
          </a:xfrm>
          <a:prstGeom prst="rect">
            <a:avLst/>
          </a:prstGeom>
          <a:noFill/>
        </p:spPr>
        <p:txBody>
          <a:bodyPr wrap="square">
            <a:spAutoFit/>
          </a:bodyPr>
          <a:lstStyle/>
          <a:p>
            <a:pPr marL="285750" indent="-285750">
              <a:buFont typeface="Aktiv Grotesk" panose="020B0604020202020204" pitchFamily="34" charset="0"/>
              <a:buChar char="•"/>
            </a:pPr>
            <a:r>
              <a:rPr lang="en-GB" sz="2400">
                <a:latin typeface="Fira Sans" panose="020B0503050000020004" pitchFamily="34" charset="0"/>
              </a:rPr>
              <a:t>Strong engagement from account team</a:t>
            </a:r>
          </a:p>
          <a:p>
            <a:pPr marL="285750" indent="-285750">
              <a:buFont typeface="Aktiv Grotesk" panose="020B0604020202020204" pitchFamily="34" charset="0"/>
              <a:buChar char="•"/>
            </a:pPr>
            <a:r>
              <a:rPr lang="en-GB" sz="2400">
                <a:latin typeface="Fira Sans" panose="020B0503050000020004" pitchFamily="34" charset="0"/>
              </a:rPr>
              <a:t>Competitive (&lt; 5% difference) 3 year pricing. </a:t>
            </a:r>
          </a:p>
          <a:p>
            <a:pPr marL="285750" indent="-285750">
              <a:buFont typeface="Aktiv Grotesk" panose="020B0604020202020204" pitchFamily="34" charset="0"/>
              <a:buChar char="•"/>
            </a:pPr>
            <a:r>
              <a:rPr lang="en-GB" sz="2400">
                <a:latin typeface="Fira Sans" panose="020B0503050000020004" pitchFamily="34" charset="0"/>
              </a:rPr>
              <a:t>Best credits/discounts/MAP funding means long-term (3yr) cheapest partner </a:t>
            </a:r>
          </a:p>
          <a:p>
            <a:pPr marL="742950" lvl="1" indent="-285750">
              <a:buFont typeface="Aktiv Grotesk" panose="020B0604020202020204" pitchFamily="34" charset="0"/>
              <a:buChar char="•"/>
            </a:pPr>
            <a:r>
              <a:rPr lang="en-GB" sz="2400">
                <a:latin typeface="Fira Sans" panose="020B0503050000020004" pitchFamily="34" charset="0"/>
              </a:rPr>
              <a:t>ARR: NN% (TBC)</a:t>
            </a:r>
          </a:p>
          <a:p>
            <a:pPr marL="285750" indent="-285750">
              <a:buFont typeface="Aktiv Grotesk" panose="020B0604020202020204" pitchFamily="34" charset="0"/>
              <a:buChar char="•"/>
            </a:pPr>
            <a:r>
              <a:rPr lang="en-GB" sz="2400">
                <a:latin typeface="Fira Sans" panose="020B0503050000020004" pitchFamily="34" charset="0"/>
              </a:rPr>
              <a:t>AWS best overall in weighted scoring assessment</a:t>
            </a:r>
          </a:p>
          <a:p>
            <a:pPr marL="285750" indent="-285750">
              <a:buFont typeface="Aktiv Grotesk" panose="020B0604020202020204" pitchFamily="34" charset="0"/>
              <a:buChar char="•"/>
            </a:pPr>
            <a:r>
              <a:rPr lang="en-GB" sz="2400">
                <a:latin typeface="Fira Sans" panose="020B0503050000020004" pitchFamily="34" charset="0"/>
              </a:rPr>
              <a:t>mixed/mostly </a:t>
            </a:r>
            <a:r>
              <a:rPr lang="en-GB" sz="2400" err="1">
                <a:latin typeface="Fira Sans" panose="020B0503050000020004" pitchFamily="34" charset="0"/>
              </a:rPr>
              <a:t>linux</a:t>
            </a:r>
            <a:r>
              <a:rPr lang="en-GB" sz="2400">
                <a:latin typeface="Fira Sans" panose="020B0503050000020004" pitchFamily="34" charset="0"/>
              </a:rPr>
              <a:t> workloads well suited to AWS</a:t>
            </a:r>
          </a:p>
          <a:p>
            <a:pPr marL="285750" indent="-285750">
              <a:buFont typeface="Aktiv Grotesk" panose="020B0604020202020204" pitchFamily="34" charset="0"/>
              <a:buChar char="•"/>
            </a:pPr>
            <a:r>
              <a:rPr lang="en-GB" sz="2400">
                <a:latin typeface="Fira Sans" panose="020B0503050000020004" pitchFamily="34" charset="0"/>
              </a:rPr>
              <a:t>on-premise connectivity (direct-connect) already configured</a:t>
            </a:r>
          </a:p>
          <a:p>
            <a:pPr marL="285750" indent="-285750">
              <a:buFont typeface="Aktiv Grotesk" panose="020B0604020202020204" pitchFamily="34" charset="0"/>
              <a:buChar char="•"/>
            </a:pPr>
            <a:r>
              <a:rPr lang="en-GB" sz="2400">
                <a:latin typeface="Fira Sans" panose="020B0503050000020004" pitchFamily="34" charset="0"/>
              </a:rPr>
              <a:t>Video streaming already on AWS</a:t>
            </a:r>
          </a:p>
          <a:p>
            <a:pPr marL="285750" indent="-285750">
              <a:buFont typeface="Aktiv Grotesk" panose="020B0604020202020204" pitchFamily="34" charset="0"/>
              <a:buChar char="•"/>
            </a:pPr>
            <a:r>
              <a:rPr lang="en-GB" sz="2400">
                <a:latin typeface="Fira Sans" panose="020B0503050000020004" pitchFamily="34" charset="0"/>
              </a:rPr>
              <a:t>Able to run multicast without refactoring (</a:t>
            </a:r>
            <a:r>
              <a:rPr lang="en-GB" sz="2400" err="1">
                <a:latin typeface="Fira Sans" panose="020B0503050000020004" pitchFamily="34" charset="0"/>
              </a:rPr>
              <a:t>Atex</a:t>
            </a:r>
            <a:r>
              <a:rPr lang="en-GB" sz="2400">
                <a:latin typeface="Fira Sans" panose="020B0503050000020004" pitchFamily="34" charset="0"/>
              </a:rPr>
              <a:t>)</a:t>
            </a:r>
          </a:p>
          <a:p>
            <a:pPr marL="285750" indent="-285750">
              <a:buFont typeface="Aktiv Grotesk" panose="020B0604020202020204" pitchFamily="34" charset="0"/>
              <a:buChar char="•"/>
            </a:pPr>
            <a:r>
              <a:rPr lang="en-GB" sz="2400">
                <a:latin typeface="Fira Sans" panose="020B0503050000020004" pitchFamily="34" charset="0"/>
              </a:rPr>
              <a:t>In-House knowledge of AWS within business teams (</a:t>
            </a:r>
            <a:r>
              <a:rPr lang="en-GB" sz="2400" err="1">
                <a:latin typeface="Fira Sans" panose="020B0503050000020004" pitchFamily="34" charset="0"/>
              </a:rPr>
              <a:t>MIMIR,Airtable,[Client]</a:t>
            </a:r>
            <a:r>
              <a:rPr lang="en-GB" sz="2400">
                <a:latin typeface="Fira Sans" panose="020B0503050000020004" pitchFamily="34" charset="0"/>
              </a:rPr>
              <a:t> </a:t>
            </a:r>
            <a:r>
              <a:rPr lang="en-GB" sz="2400" err="1">
                <a:latin typeface="Fira Sans" panose="020B0503050000020004" pitchFamily="34" charset="0"/>
              </a:rPr>
              <a:t>iQ</a:t>
            </a:r>
            <a:r>
              <a:rPr lang="en-GB" sz="2400">
                <a:latin typeface="Fira Sans" panose="020B0503050000020004" pitchFamily="34" charset="0"/>
              </a:rPr>
              <a:t> - Social Media &amp; MSN Gallery Creator)</a:t>
            </a:r>
          </a:p>
          <a:p>
            <a:pPr marL="285750" indent="-285750">
              <a:buFont typeface="Aktiv Grotesk" panose="020B0604020202020204" pitchFamily="34" charset="0"/>
              <a:buChar char="•"/>
            </a:pPr>
            <a:r>
              <a:rPr lang="en-GB" sz="2400">
                <a:latin typeface="Fira Sans" panose="020B0503050000020004" pitchFamily="34" charset="0"/>
              </a:rPr>
              <a:t>Basic entry level understanding within current platform team</a:t>
            </a:r>
          </a:p>
          <a:p>
            <a:pPr marL="285750" indent="-285750">
              <a:buFont typeface="Aktiv Grotesk" panose="020B0604020202020204" pitchFamily="34" charset="0"/>
              <a:buChar char="•"/>
            </a:pPr>
            <a:r>
              <a:rPr lang="en-GB" sz="2400">
                <a:latin typeface="Fira Sans" panose="020B0503050000020004" pitchFamily="34" charset="0"/>
              </a:rPr>
              <a:t>Largest partner ecosystem and skills market across all segments – media</a:t>
            </a:r>
          </a:p>
        </p:txBody>
      </p:sp>
      <p:sp>
        <p:nvSpPr>
          <p:cNvPr id="16" name="TextBox 15">
            <a:extLst>
              <a:ext uri="{FF2B5EF4-FFF2-40B4-BE49-F238E27FC236}">
                <a16:creationId xmlns:a16="http://schemas.microsoft.com/office/drawing/2014/main" id="{2B492284-2046-B867-8C65-28C137BFCC4C}"/>
              </a:ext>
            </a:extLst>
          </p:cNvPr>
          <p:cNvSpPr txBox="1"/>
          <p:nvPr/>
        </p:nvSpPr>
        <p:spPr>
          <a:xfrm>
            <a:off x="15785992" y="4880921"/>
            <a:ext cx="8001786" cy="3785652"/>
          </a:xfrm>
          <a:prstGeom prst="rect">
            <a:avLst/>
          </a:prstGeom>
          <a:noFill/>
        </p:spPr>
        <p:txBody>
          <a:bodyPr wrap="square">
            <a:spAutoFit/>
          </a:bodyPr>
          <a:lstStyle/>
          <a:p>
            <a:pPr marL="457200" indent="-457200">
              <a:buFont typeface="Aktiv Grotesk" panose="020B0604020202020204" pitchFamily="34" charset="0"/>
              <a:buChar char="•"/>
            </a:pPr>
            <a:r>
              <a:rPr lang="en-GB" sz="2400">
                <a:latin typeface="Fira Sans" panose="020B0503050000020004" pitchFamily="34" charset="0"/>
              </a:rPr>
              <a:t>Good engagement from account team</a:t>
            </a:r>
          </a:p>
          <a:p>
            <a:pPr marL="457200" indent="-457200">
              <a:buFont typeface="Aktiv Grotesk" panose="020B0604020202020204" pitchFamily="34" charset="0"/>
              <a:buChar char="•"/>
            </a:pPr>
            <a:r>
              <a:rPr lang="en-GB" sz="2400">
                <a:latin typeface="Fira Sans" panose="020B0503050000020004" pitchFamily="34" charset="0"/>
              </a:rPr>
              <a:t>Least attractive 3 year pricing </a:t>
            </a:r>
          </a:p>
          <a:p>
            <a:pPr marL="914400" lvl="1" indent="-457200">
              <a:buFont typeface="Aktiv Grotesk" panose="020B0604020202020204" pitchFamily="34" charset="0"/>
              <a:buChar char="•"/>
            </a:pPr>
            <a:r>
              <a:rPr lang="en-GB" sz="2400">
                <a:latin typeface="Fira Sans" panose="020B0503050000020004" pitchFamily="34" charset="0"/>
              </a:rPr>
              <a:t>unclear position on credits/discounts </a:t>
            </a:r>
          </a:p>
          <a:p>
            <a:pPr marL="457200" indent="-457200">
              <a:buFont typeface="Aktiv Grotesk" panose="020B0604020202020204" pitchFamily="34" charset="0"/>
              <a:buChar char="•"/>
            </a:pPr>
            <a:r>
              <a:rPr lang="en-GB" sz="2400">
                <a:latin typeface="Fira Sans" panose="020B0503050000020004" pitchFamily="34" charset="0"/>
              </a:rPr>
              <a:t>AHB makes a </a:t>
            </a:r>
            <a:r>
              <a:rPr lang="en-GB" sz="2400" err="1">
                <a:latin typeface="Fira Sans" panose="020B0503050000020004" pitchFamily="34" charset="0"/>
              </a:rPr>
              <a:t>negligable</a:t>
            </a:r>
            <a:r>
              <a:rPr lang="en-GB" sz="2400">
                <a:latin typeface="Fira Sans" panose="020B0503050000020004" pitchFamily="34" charset="0"/>
              </a:rPr>
              <a:t> difference (windows VMs = 234/3038 = 7.7%)</a:t>
            </a:r>
          </a:p>
          <a:p>
            <a:pPr marL="457200" indent="-457200">
              <a:buFont typeface="Aktiv Grotesk" panose="020B0604020202020204" pitchFamily="34" charset="0"/>
              <a:buChar char="•"/>
            </a:pPr>
            <a:r>
              <a:rPr lang="en-GB" sz="2400">
                <a:latin typeface="Fira Sans" panose="020B0503050000020004" pitchFamily="34" charset="0"/>
              </a:rPr>
              <a:t>Microsoft came 2</a:t>
            </a:r>
            <a:r>
              <a:rPr lang="en-GB" sz="2400" baseline="30000">
                <a:latin typeface="Fira Sans" panose="020B0503050000020004" pitchFamily="34" charset="0"/>
              </a:rPr>
              <a:t>nd</a:t>
            </a:r>
            <a:r>
              <a:rPr lang="en-GB" sz="2400">
                <a:latin typeface="Fira Sans" panose="020B0503050000020004" pitchFamily="34" charset="0"/>
              </a:rPr>
              <a:t> overall in weighted scoring assessment</a:t>
            </a:r>
          </a:p>
          <a:p>
            <a:pPr marL="457200" indent="-457200">
              <a:buFont typeface="Aktiv Grotesk" panose="020B0604020202020204" pitchFamily="34" charset="0"/>
              <a:buChar char="•"/>
            </a:pPr>
            <a:r>
              <a:rPr lang="en-GB" sz="2400">
                <a:latin typeface="Fira Sans" panose="020B0503050000020004" pitchFamily="34" charset="0"/>
              </a:rPr>
              <a:t>Not able to run multicast (</a:t>
            </a:r>
            <a:r>
              <a:rPr lang="en-GB" sz="2400" err="1">
                <a:latin typeface="Fira Sans" panose="020B0503050000020004" pitchFamily="34" charset="0"/>
              </a:rPr>
              <a:t>Atex</a:t>
            </a:r>
            <a:r>
              <a:rPr lang="en-GB" sz="2400">
                <a:latin typeface="Fira Sans" panose="020B0503050000020004" pitchFamily="34" charset="0"/>
              </a:rPr>
              <a:t>) without major architecture refactor to unicast.</a:t>
            </a:r>
          </a:p>
          <a:p>
            <a:pPr marL="457200" indent="-457200">
              <a:buFont typeface="Aktiv Grotesk" panose="020B0604020202020204" pitchFamily="34" charset="0"/>
              <a:buChar char="•"/>
            </a:pPr>
            <a:r>
              <a:rPr lang="en-GB" sz="2400">
                <a:latin typeface="Fira Sans" panose="020B0503050000020004" pitchFamily="34" charset="0"/>
              </a:rPr>
              <a:t>UK South struggling for </a:t>
            </a:r>
            <a:r>
              <a:rPr lang="en-GB" sz="2400">
                <a:latin typeface="Fira Sans" panose="020B0503050000020004" pitchFamily="34" charset="0"/>
                <a:hlinkClick r:id="rId6"/>
              </a:rPr>
              <a:t>capacity</a:t>
            </a:r>
            <a:endParaRPr lang="en-GB" sz="2400">
              <a:latin typeface="Fira Sans" panose="020B0503050000020004" pitchFamily="34" charset="0"/>
            </a:endParaRPr>
          </a:p>
        </p:txBody>
      </p:sp>
      <p:sp>
        <p:nvSpPr>
          <p:cNvPr id="21" name="TextBox 20">
            <a:extLst>
              <a:ext uri="{FF2B5EF4-FFF2-40B4-BE49-F238E27FC236}">
                <a16:creationId xmlns:a16="http://schemas.microsoft.com/office/drawing/2014/main" id="{18C6C70A-B1CC-4216-102F-8453C769B5F3}"/>
              </a:ext>
            </a:extLst>
          </p:cNvPr>
          <p:cNvSpPr txBox="1"/>
          <p:nvPr/>
        </p:nvSpPr>
        <p:spPr>
          <a:xfrm>
            <a:off x="971549" y="10624063"/>
            <a:ext cx="6920778" cy="1754326"/>
          </a:xfrm>
          <a:prstGeom prst="rect">
            <a:avLst/>
          </a:prstGeom>
          <a:noFill/>
        </p:spPr>
        <p:txBody>
          <a:bodyPr wrap="square" rtlCol="0">
            <a:spAutoFit/>
          </a:bodyPr>
          <a:lstStyle/>
          <a:p>
            <a:pPr algn="l"/>
            <a:r>
              <a:rPr lang="en-GB" sz="1800">
                <a:solidFill>
                  <a:schemeClr val="bg2"/>
                </a:solidFill>
                <a:highlight>
                  <a:srgbClr val="FFFF00"/>
                </a:highlight>
              </a:rPr>
              <a:t>Rephrase to fit business objectives</a:t>
            </a:r>
          </a:p>
          <a:p>
            <a:pPr algn="l"/>
            <a:endParaRPr lang="en-GB">
              <a:solidFill>
                <a:schemeClr val="bg2"/>
              </a:solidFill>
              <a:highlight>
                <a:srgbClr val="FFFF00"/>
              </a:highlight>
            </a:endParaRPr>
          </a:p>
          <a:p>
            <a:pPr algn="l"/>
            <a:r>
              <a:rPr lang="en-GB">
                <a:solidFill>
                  <a:schemeClr val="bg2"/>
                </a:solidFill>
                <a:highlight>
                  <a:srgbClr val="FFFF00"/>
                </a:highlight>
              </a:rPr>
              <a:t>Table format might be better</a:t>
            </a:r>
          </a:p>
          <a:p>
            <a:pPr algn="l"/>
            <a:endParaRPr lang="en-GB" sz="1800">
              <a:solidFill>
                <a:schemeClr val="bg2"/>
              </a:solidFill>
              <a:highlight>
                <a:srgbClr val="FFFF00"/>
              </a:highlight>
            </a:endParaRPr>
          </a:p>
          <a:p>
            <a:pPr algn="l"/>
            <a:r>
              <a:rPr lang="en-GB">
                <a:solidFill>
                  <a:schemeClr val="bg2"/>
                </a:solidFill>
                <a:highlight>
                  <a:srgbClr val="FFFF00"/>
                </a:highlight>
              </a:rPr>
              <a:t>Rephrase engagement to quality of response.</a:t>
            </a:r>
          </a:p>
          <a:p>
            <a:pPr algn="l"/>
            <a:r>
              <a:rPr lang="en-GB">
                <a:solidFill>
                  <a:schemeClr val="bg2"/>
                </a:solidFill>
                <a:highlight>
                  <a:srgbClr val="FFFF00"/>
                </a:highlight>
              </a:rPr>
              <a:t>	quality sets expectation around further </a:t>
            </a:r>
            <a:endParaRPr lang="en-GB" sz="1800">
              <a:solidFill>
                <a:schemeClr val="bg2"/>
              </a:solidFill>
              <a:highlight>
                <a:srgbClr val="FFFF00"/>
              </a:highlight>
            </a:endParaRPr>
          </a:p>
        </p:txBody>
      </p:sp>
    </p:spTree>
    <p:extLst>
      <p:ext uri="{BB962C8B-B14F-4D97-AF65-F5344CB8AC3E}">
        <p14:creationId xmlns:p14="http://schemas.microsoft.com/office/powerpoint/2010/main" val="38703535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55589-8388-2506-0CE5-5982BCBF688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4C16BF6-3B26-43DE-0B74-0627EA4F7636}"/>
              </a:ext>
            </a:extLst>
          </p:cNvPr>
          <p:cNvSpPr>
            <a:spLocks noGrp="1"/>
          </p:cNvSpPr>
          <p:nvPr>
            <p:ph type="body" sz="quarter" idx="16"/>
          </p:nvPr>
        </p:nvSpPr>
        <p:spPr>
          <a:xfrm>
            <a:off x="6122839" y="3715469"/>
            <a:ext cx="11160126" cy="4200146"/>
          </a:xfrm>
        </p:spPr>
        <p:txBody>
          <a:bodyPr anchor="ctr"/>
          <a:lstStyle/>
          <a:p>
            <a:pPr algn="ctr"/>
            <a:r>
              <a:rPr lang="en-GB" b="1" noProof="0">
                <a:latin typeface="Fira Sans Light" panose="020B0403050000020004" pitchFamily="34" charset="0"/>
              </a:rPr>
              <a:t>[Client] Readiness</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extLst>
      <p:ext uri="{BB962C8B-B14F-4D97-AF65-F5344CB8AC3E}">
        <p14:creationId xmlns:p14="http://schemas.microsoft.com/office/powerpoint/2010/main" val="1053776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54255-2512-EAE0-2A1B-48D08554C9D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4B089E-4AB3-6689-07BA-9DA231FE85D4}"/>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36</a:t>
            </a:fld>
            <a:endParaRPr lang="en-GB" noProof="0"/>
          </a:p>
        </p:txBody>
      </p:sp>
      <p:sp>
        <p:nvSpPr>
          <p:cNvPr id="10" name="Text Placeholder 9">
            <a:extLst>
              <a:ext uri="{FF2B5EF4-FFF2-40B4-BE49-F238E27FC236}">
                <a16:creationId xmlns:a16="http://schemas.microsoft.com/office/drawing/2014/main" id="{4E65BEEF-32F8-0D83-D953-FAE80AAA90F0}"/>
              </a:ext>
            </a:extLst>
          </p:cNvPr>
          <p:cNvSpPr>
            <a:spLocks noGrp="1"/>
          </p:cNvSpPr>
          <p:nvPr>
            <p:ph type="body" sz="quarter" idx="13"/>
          </p:nvPr>
        </p:nvSpPr>
        <p:spPr>
          <a:xfrm>
            <a:off x="533709" y="6028362"/>
            <a:ext cx="5216526" cy="3536261"/>
          </a:xfrm>
        </p:spPr>
        <p:txBody>
          <a:bodyPr anchor="ctr"/>
          <a:lstStyle/>
          <a:p>
            <a:pPr algn="ctr"/>
            <a:r>
              <a:rPr lang="en-GB" sz="3200" dirty="0">
                <a:latin typeface="Fira Sans" panose="020B0503050000020004" pitchFamily="34" charset="0"/>
              </a:rPr>
              <a:t>Cloud-specific, not overall capability</a:t>
            </a:r>
            <a:endParaRPr lang="en-GB" sz="3200" noProof="0" dirty="0">
              <a:latin typeface="Fira Sans" panose="020B0503050000020004" pitchFamily="34" charset="0"/>
            </a:endParaRPr>
          </a:p>
        </p:txBody>
      </p:sp>
      <p:sp>
        <p:nvSpPr>
          <p:cNvPr id="5" name="Title 1">
            <a:extLst>
              <a:ext uri="{FF2B5EF4-FFF2-40B4-BE49-F238E27FC236}">
                <a16:creationId xmlns:a16="http://schemas.microsoft.com/office/drawing/2014/main" id="{8F8FE1E0-BE6B-5CD7-6A97-344197DA7E54}"/>
              </a:ext>
            </a:extLst>
          </p:cNvPr>
          <p:cNvSpPr>
            <a:spLocks noGrp="1"/>
          </p:cNvSpPr>
          <p:nvPr>
            <p:ph type="title"/>
          </p:nvPr>
        </p:nvSpPr>
        <p:spPr>
          <a:xfrm>
            <a:off x="508649" y="3609563"/>
            <a:ext cx="5241586" cy="3062106"/>
          </a:xfrm>
        </p:spPr>
        <p:txBody>
          <a:bodyPr vert="horz" wrap="square" lIns="0" tIns="0" rIns="0" bIns="0" rtlCol="0" anchor="t" anchorCtr="0">
            <a:normAutofit/>
          </a:bodyPr>
          <a:lstStyle/>
          <a:p>
            <a:pPr algn="ctr"/>
            <a:r>
              <a:rPr lang="en-GB" sz="5400" dirty="0">
                <a:latin typeface="Fira Sans" panose="020B0503050000020004" pitchFamily="34" charset="0"/>
              </a:rPr>
              <a:t>Readiness today</a:t>
            </a:r>
            <a:endParaRPr lang="en-GB" sz="5400" kern="1200" noProof="0" dirty="0">
              <a:ln w="9525">
                <a:noFill/>
              </a:ln>
              <a:latin typeface="Fira Sans" panose="020B0503050000020004" pitchFamily="34" charset="0"/>
            </a:endParaRPr>
          </a:p>
        </p:txBody>
      </p:sp>
      <p:sp>
        <p:nvSpPr>
          <p:cNvPr id="6" name="TextBox 5">
            <a:extLst>
              <a:ext uri="{FF2B5EF4-FFF2-40B4-BE49-F238E27FC236}">
                <a16:creationId xmlns:a16="http://schemas.microsoft.com/office/drawing/2014/main" id="{EB7ADBED-5845-2955-16AA-D4BD4328EC82}"/>
              </a:ext>
            </a:extLst>
          </p:cNvPr>
          <p:cNvSpPr txBox="1"/>
          <p:nvPr/>
        </p:nvSpPr>
        <p:spPr>
          <a:xfrm>
            <a:off x="7107173" y="1362523"/>
            <a:ext cx="15913031" cy="10618291"/>
          </a:xfrm>
          <a:prstGeom prst="rect">
            <a:avLst/>
          </a:prstGeom>
          <a:noFill/>
        </p:spPr>
        <p:txBody>
          <a:bodyPr wrap="square">
            <a:spAutoFit/>
          </a:bodyPr>
          <a:lstStyle/>
          <a:p>
            <a:pPr defTabSz="1828800" fontAlgn="t">
              <a:spcAft>
                <a:spcPts val="1400"/>
              </a:spcAft>
              <a:buClr>
                <a:srgbClr val="EB0000"/>
              </a:buClr>
            </a:pPr>
            <a:r>
              <a:rPr lang="en-GB" sz="3200" b="1" dirty="0">
                <a:latin typeface="Fira Sans" panose="020B0503050000020004" pitchFamily="34" charset="0"/>
              </a:rPr>
              <a:t>Your team has deep expertise in VMware, Oracle, and networking. This score measures cloud readiness only.</a:t>
            </a:r>
          </a:p>
          <a:p>
            <a:pPr marL="742950" indent="-742950" defTabSz="1828800" fontAlgn="t">
              <a:spcAft>
                <a:spcPts val="1400"/>
              </a:spcAft>
              <a:buClr>
                <a:srgbClr val="EB0000"/>
              </a:buClr>
              <a:buFont typeface="Aktiv Grotesk" panose="020B0604020202020204" pitchFamily="34" charset="0"/>
              <a:buChar char="•"/>
            </a:pPr>
            <a:endParaRPr lang="en-GB" sz="3200" b="1" noProof="0" dirty="0">
              <a:latin typeface="Fira Sans" panose="020B0503050000020004" pitchFamily="34" charset="0"/>
            </a:endParaRPr>
          </a:p>
          <a:p>
            <a:pPr marL="742950" indent="-742950" defTabSz="1828800" fontAlgn="t">
              <a:spcAft>
                <a:spcPts val="1400"/>
              </a:spcAft>
              <a:buClr>
                <a:srgbClr val="EB0000"/>
              </a:buClr>
              <a:buFont typeface="Aktiv Grotesk" panose="020B0604020202020204" pitchFamily="34" charset="0"/>
              <a:buChar char="•"/>
            </a:pPr>
            <a:r>
              <a:rPr lang="en-GB" sz="3200" dirty="0">
                <a:latin typeface="Fira Sans" panose="020B0503050000020004" pitchFamily="34" charset="0"/>
              </a:rPr>
              <a:t>Business: 2.5 Objectives clear. Operating model definition is the gap.</a:t>
            </a:r>
          </a:p>
          <a:p>
            <a:pPr marL="742950" indent="-742950" defTabSz="1828800" fontAlgn="t">
              <a:spcAft>
                <a:spcPts val="1400"/>
              </a:spcAft>
              <a:buClr>
                <a:srgbClr val="EB0000"/>
              </a:buClr>
              <a:buFont typeface="Aktiv Grotesk" panose="020B0604020202020204" pitchFamily="34" charset="0"/>
              <a:buChar char="•"/>
            </a:pPr>
            <a:endParaRPr lang="en-GB" sz="3200" dirty="0">
              <a:latin typeface="Fira Sans" panose="020B0503050000020004" pitchFamily="34" charset="0"/>
            </a:endParaRPr>
          </a:p>
          <a:p>
            <a:pPr marL="742950" indent="-742950" defTabSz="1828800" fontAlgn="t">
              <a:spcAft>
                <a:spcPts val="1400"/>
              </a:spcAft>
              <a:buClr>
                <a:srgbClr val="EB0000"/>
              </a:buClr>
              <a:buFont typeface="Aktiv Grotesk" panose="020B0604020202020204" pitchFamily="34" charset="0"/>
              <a:buChar char="•"/>
            </a:pPr>
            <a:r>
              <a:rPr lang="en-GB" sz="3200" dirty="0">
                <a:latin typeface="Fira Sans" panose="020B0503050000020004" pitchFamily="34" charset="0"/>
              </a:rPr>
              <a:t>Governance: 3.0 Strongest area. CMDB maintained, supplier management mature.</a:t>
            </a:r>
          </a:p>
          <a:p>
            <a:pPr marL="742950" indent="-742950" defTabSz="1828800" fontAlgn="t">
              <a:spcAft>
                <a:spcPts val="1400"/>
              </a:spcAft>
              <a:buClr>
                <a:srgbClr val="EB0000"/>
              </a:buClr>
              <a:buFont typeface="Aktiv Grotesk" panose="020B0604020202020204" pitchFamily="34" charset="0"/>
              <a:buChar char="•"/>
            </a:pPr>
            <a:endParaRPr lang="en-GB" sz="3200" dirty="0">
              <a:latin typeface="Fira Sans" panose="020B0503050000020004" pitchFamily="34" charset="0"/>
            </a:endParaRPr>
          </a:p>
          <a:p>
            <a:pPr marL="742950" indent="-742950" defTabSz="1828800" fontAlgn="t">
              <a:spcAft>
                <a:spcPts val="1400"/>
              </a:spcAft>
              <a:buClr>
                <a:srgbClr val="EB0000"/>
              </a:buClr>
              <a:buFont typeface="Aktiv Grotesk" panose="020B0604020202020204" pitchFamily="34" charset="0"/>
              <a:buChar char="•"/>
            </a:pPr>
            <a:r>
              <a:rPr lang="en-GB" sz="3200" dirty="0">
                <a:latin typeface="Fira Sans" panose="020B0503050000020004" pitchFamily="34" charset="0"/>
              </a:rPr>
              <a:t>Operations: 1.8 DR planning and cross-brand monitoring consistency are the gaps.</a:t>
            </a:r>
          </a:p>
          <a:p>
            <a:pPr marL="742950" indent="-742950" defTabSz="1828800" fontAlgn="t">
              <a:spcAft>
                <a:spcPts val="1400"/>
              </a:spcAft>
              <a:buClr>
                <a:srgbClr val="EB0000"/>
              </a:buClr>
              <a:buFont typeface="Aktiv Grotesk" panose="020B0604020202020204" pitchFamily="34" charset="0"/>
              <a:buChar char="•"/>
            </a:pPr>
            <a:endParaRPr lang="en-GB" sz="3200" dirty="0">
              <a:latin typeface="Fira Sans" panose="020B0503050000020004" pitchFamily="34" charset="0"/>
            </a:endParaRPr>
          </a:p>
          <a:p>
            <a:pPr marL="742950" indent="-742950" defTabSz="1828800" fontAlgn="t">
              <a:spcAft>
                <a:spcPts val="1400"/>
              </a:spcAft>
              <a:buClr>
                <a:srgbClr val="EB0000"/>
              </a:buClr>
              <a:buFont typeface="Aktiv Grotesk" panose="020B0604020202020204" pitchFamily="34" charset="0"/>
              <a:buChar char="•"/>
            </a:pPr>
            <a:r>
              <a:rPr lang="en-GB" sz="3200" dirty="0">
                <a:latin typeface="Fira Sans" panose="020B0503050000020004" pitchFamily="34" charset="0"/>
              </a:rPr>
              <a:t>People: 1.2 Cloud-specific skills at earliest stage. No formal training plan yet.</a:t>
            </a:r>
          </a:p>
          <a:p>
            <a:pPr marL="742950" indent="-742950" defTabSz="1828800" fontAlgn="t">
              <a:spcAft>
                <a:spcPts val="1400"/>
              </a:spcAft>
              <a:buClr>
                <a:srgbClr val="EB0000"/>
              </a:buClr>
              <a:buFont typeface="Aktiv Grotesk" panose="020B0604020202020204" pitchFamily="34" charset="0"/>
              <a:buChar char="•"/>
            </a:pPr>
            <a:endParaRPr lang="en-GB" sz="3200" dirty="0">
              <a:latin typeface="Fira Sans" panose="020B0503050000020004" pitchFamily="34" charset="0"/>
            </a:endParaRPr>
          </a:p>
          <a:p>
            <a:pPr marL="742950" indent="-742950" defTabSz="1828800" fontAlgn="t">
              <a:spcAft>
                <a:spcPts val="1400"/>
              </a:spcAft>
              <a:buClr>
                <a:srgbClr val="EB0000"/>
              </a:buClr>
              <a:buFont typeface="Aktiv Grotesk" panose="020B0604020202020204" pitchFamily="34" charset="0"/>
              <a:buChar char="•"/>
            </a:pPr>
            <a:r>
              <a:rPr lang="en-GB" sz="3200" dirty="0">
                <a:latin typeface="Fira Sans" panose="020B0503050000020004" pitchFamily="34" charset="0"/>
              </a:rPr>
              <a:t>Security: 2.0 CISO engaged. Shared responsibility model and cloud-native GRC early-stage.</a:t>
            </a:r>
          </a:p>
          <a:p>
            <a:pPr marL="742950" indent="-742950" defTabSz="1828800" fontAlgn="t">
              <a:spcAft>
                <a:spcPts val="1400"/>
              </a:spcAft>
              <a:buClr>
                <a:srgbClr val="EB0000"/>
              </a:buClr>
              <a:buFont typeface="Aktiv Grotesk" panose="020B0604020202020204" pitchFamily="34" charset="0"/>
              <a:buChar char="•"/>
            </a:pPr>
            <a:endParaRPr lang="en-GB" sz="3200" dirty="0">
              <a:latin typeface="Fira Sans" panose="020B0503050000020004" pitchFamily="34" charset="0"/>
            </a:endParaRPr>
          </a:p>
          <a:p>
            <a:pPr marL="742950" indent="-742950" defTabSz="1828800" fontAlgn="t">
              <a:spcAft>
                <a:spcPts val="1400"/>
              </a:spcAft>
              <a:buClr>
                <a:srgbClr val="EB0000"/>
              </a:buClr>
              <a:buFont typeface="Aktiv Grotesk" panose="020B0604020202020204" pitchFamily="34" charset="0"/>
              <a:buChar char="•"/>
            </a:pPr>
            <a:r>
              <a:rPr lang="en-GB" sz="3200" dirty="0">
                <a:latin typeface="Fira Sans" panose="020B0503050000020004" pitchFamily="34" charset="0"/>
              </a:rPr>
              <a:t>Bottom line: Overall: 2.1 of 5. Consistent with an organisation at the start of its cloud journey.</a:t>
            </a:r>
            <a:endParaRPr lang="en-GB" sz="3200" noProof="0" dirty="0">
              <a:latin typeface="Fira Sans" panose="020B0503050000020004" pitchFamily="34" charset="0"/>
            </a:endParaRPr>
          </a:p>
        </p:txBody>
      </p:sp>
    </p:spTree>
    <p:extLst>
      <p:ext uri="{BB962C8B-B14F-4D97-AF65-F5344CB8AC3E}">
        <p14:creationId xmlns:p14="http://schemas.microsoft.com/office/powerpoint/2010/main" val="14104132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444BF-3352-6CA4-BA20-1916CC886B6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E497C3E-582E-28FB-3EF4-0B51737D5CB6}"/>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37</a:t>
            </a:fld>
            <a:endParaRPr lang="en-GB" noProof="0"/>
          </a:p>
        </p:txBody>
      </p:sp>
      <p:sp>
        <p:nvSpPr>
          <p:cNvPr id="10" name="Text Placeholder 9">
            <a:extLst>
              <a:ext uri="{FF2B5EF4-FFF2-40B4-BE49-F238E27FC236}">
                <a16:creationId xmlns:a16="http://schemas.microsoft.com/office/drawing/2014/main" id="{97DD4CE2-3ECD-5BAD-4FBA-DB9E4FFC84B7}"/>
              </a:ext>
            </a:extLst>
          </p:cNvPr>
          <p:cNvSpPr>
            <a:spLocks noGrp="1"/>
          </p:cNvSpPr>
          <p:nvPr>
            <p:ph type="body" sz="quarter" idx="13"/>
          </p:nvPr>
        </p:nvSpPr>
        <p:spPr>
          <a:xfrm>
            <a:off x="533709" y="6028362"/>
            <a:ext cx="5216526" cy="3536261"/>
          </a:xfrm>
        </p:spPr>
        <p:txBody>
          <a:bodyPr anchor="ctr"/>
          <a:lstStyle/>
          <a:p>
            <a:pPr algn="ctr"/>
            <a:r>
              <a:rPr lang="en-GB" sz="3200" dirty="0">
                <a:latin typeface="Fira Sans" panose="020B0503050000020004" pitchFamily="34" charset="0"/>
              </a:rPr>
              <a:t>Current state to 12-month target</a:t>
            </a:r>
            <a:endParaRPr lang="en-GB" sz="3200" noProof="0" dirty="0">
              <a:latin typeface="Fira Sans" panose="020B0503050000020004" pitchFamily="34" charset="0"/>
            </a:endParaRPr>
          </a:p>
        </p:txBody>
      </p:sp>
      <p:sp>
        <p:nvSpPr>
          <p:cNvPr id="5" name="Title 1">
            <a:extLst>
              <a:ext uri="{FF2B5EF4-FFF2-40B4-BE49-F238E27FC236}">
                <a16:creationId xmlns:a16="http://schemas.microsoft.com/office/drawing/2014/main" id="{2E824F35-3346-0328-FEDC-239C9A47D41D}"/>
              </a:ext>
            </a:extLst>
          </p:cNvPr>
          <p:cNvSpPr>
            <a:spLocks noGrp="1"/>
          </p:cNvSpPr>
          <p:nvPr>
            <p:ph type="title"/>
          </p:nvPr>
        </p:nvSpPr>
        <p:spPr>
          <a:xfrm>
            <a:off x="508649" y="3609563"/>
            <a:ext cx="5241586" cy="3062106"/>
          </a:xfrm>
        </p:spPr>
        <p:txBody>
          <a:bodyPr vert="horz" wrap="square" lIns="0" tIns="0" rIns="0" bIns="0" rtlCol="0" anchor="t" anchorCtr="0">
            <a:normAutofit/>
          </a:bodyPr>
          <a:lstStyle/>
          <a:p>
            <a:pPr algn="ctr"/>
            <a:r>
              <a:rPr lang="en-GB" sz="5400" dirty="0">
                <a:latin typeface="Fira Sans" panose="020B0503050000020004" pitchFamily="34" charset="0"/>
              </a:rPr>
              <a:t>Closing the gap</a:t>
            </a:r>
            <a:endParaRPr lang="en-GB" sz="5400" kern="1200" noProof="0" dirty="0">
              <a:ln w="9525">
                <a:noFill/>
              </a:ln>
              <a:latin typeface="Fira Sans" panose="020B0503050000020004" pitchFamily="34" charset="0"/>
            </a:endParaRPr>
          </a:p>
        </p:txBody>
      </p:sp>
      <p:sp>
        <p:nvSpPr>
          <p:cNvPr id="2" name="TextBox 1">
            <a:extLst>
              <a:ext uri="{FF2B5EF4-FFF2-40B4-BE49-F238E27FC236}">
                <a16:creationId xmlns:a16="http://schemas.microsoft.com/office/drawing/2014/main" id="{C193EC8B-1C23-D119-528E-F70FE180230A}"/>
              </a:ext>
            </a:extLst>
          </p:cNvPr>
          <p:cNvSpPr txBox="1"/>
          <p:nvPr/>
        </p:nvSpPr>
        <p:spPr>
          <a:xfrm>
            <a:off x="7424165" y="1982775"/>
            <a:ext cx="7047739" cy="5047536"/>
          </a:xfrm>
          <a:prstGeom prst="rect">
            <a:avLst/>
          </a:prstGeom>
          <a:noFill/>
        </p:spPr>
        <p:txBody>
          <a:bodyPr wrap="square">
            <a:spAutoFit/>
          </a:bodyPr>
          <a:lstStyle/>
          <a:p>
            <a:pPr defTabSz="1828800" fontAlgn="t">
              <a:spcAft>
                <a:spcPts val="1400"/>
              </a:spcAft>
              <a:buClr>
                <a:srgbClr val="EB0000"/>
              </a:buClr>
            </a:pPr>
            <a:r>
              <a:rPr lang="en-GB" sz="3600" dirty="0">
                <a:latin typeface="Fira Sans" panose="020B0503050000020004" pitchFamily="34" charset="0"/>
              </a:rPr>
              <a:t>Current</a:t>
            </a:r>
          </a:p>
          <a:p>
            <a:pPr marL="571500" indent="-571500" defTabSz="1828800" fontAlgn="t">
              <a:spcAft>
                <a:spcPts val="1400"/>
              </a:spcAft>
              <a:buClr>
                <a:srgbClr val="EB0000"/>
              </a:buClr>
              <a:buFont typeface="Aktiv Grotesk" panose="020B0604020202020204" pitchFamily="34" charset="0"/>
              <a:buChar char="•"/>
            </a:pPr>
            <a:r>
              <a:rPr lang="en-GB" sz="3600" dirty="0">
                <a:latin typeface="Fira Sans" panose="020B0503050000020004" pitchFamily="34" charset="0"/>
              </a:rPr>
              <a:t>Business: 2.5</a:t>
            </a:r>
          </a:p>
          <a:p>
            <a:pPr marL="571500" indent="-571500" defTabSz="1828800" fontAlgn="t">
              <a:spcAft>
                <a:spcPts val="1400"/>
              </a:spcAft>
              <a:buClr>
                <a:srgbClr val="EB0000"/>
              </a:buClr>
              <a:buFont typeface="Aktiv Grotesk" panose="020B0604020202020204" pitchFamily="34" charset="0"/>
              <a:buChar char="•"/>
            </a:pPr>
            <a:r>
              <a:rPr lang="en-GB" sz="3600" dirty="0">
                <a:latin typeface="Fira Sans" panose="020B0503050000020004" pitchFamily="34" charset="0"/>
              </a:rPr>
              <a:t>Governance: 3.0</a:t>
            </a:r>
          </a:p>
          <a:p>
            <a:pPr marL="571500" indent="-571500" defTabSz="1828800" fontAlgn="t">
              <a:spcAft>
                <a:spcPts val="1400"/>
              </a:spcAft>
              <a:buClr>
                <a:srgbClr val="EB0000"/>
              </a:buClr>
              <a:buFont typeface="Aktiv Grotesk" panose="020B0604020202020204" pitchFamily="34" charset="0"/>
              <a:buChar char="•"/>
            </a:pPr>
            <a:r>
              <a:rPr lang="en-GB" sz="3600" dirty="0">
                <a:latin typeface="Fira Sans" panose="020B0503050000020004" pitchFamily="34" charset="0"/>
              </a:rPr>
              <a:t>Operations: 1.8</a:t>
            </a:r>
          </a:p>
          <a:p>
            <a:pPr marL="571500" indent="-571500" defTabSz="1828800" fontAlgn="t">
              <a:spcAft>
                <a:spcPts val="1400"/>
              </a:spcAft>
              <a:buClr>
                <a:srgbClr val="EB0000"/>
              </a:buClr>
              <a:buFont typeface="Aktiv Grotesk" panose="020B0604020202020204" pitchFamily="34" charset="0"/>
              <a:buChar char="•"/>
            </a:pPr>
            <a:r>
              <a:rPr lang="en-GB" sz="3600" dirty="0">
                <a:latin typeface="Fira Sans" panose="020B0503050000020004" pitchFamily="34" charset="0"/>
              </a:rPr>
              <a:t>People: 1.2</a:t>
            </a:r>
          </a:p>
          <a:p>
            <a:pPr marL="571500" indent="-571500" defTabSz="1828800" fontAlgn="t">
              <a:spcAft>
                <a:spcPts val="1400"/>
              </a:spcAft>
              <a:buClr>
                <a:srgbClr val="EB0000"/>
              </a:buClr>
              <a:buFont typeface="Aktiv Grotesk" panose="020B0604020202020204" pitchFamily="34" charset="0"/>
              <a:buChar char="•"/>
            </a:pPr>
            <a:r>
              <a:rPr lang="en-GB" sz="3600" dirty="0">
                <a:latin typeface="Fira Sans" panose="020B0503050000020004" pitchFamily="34" charset="0"/>
              </a:rPr>
              <a:t>Security: 2.0</a:t>
            </a:r>
          </a:p>
          <a:p>
            <a:pPr marL="571500" indent="-571500" defTabSz="1828800" fontAlgn="t">
              <a:spcAft>
                <a:spcPts val="1400"/>
              </a:spcAft>
              <a:buClr>
                <a:srgbClr val="EB0000"/>
              </a:buClr>
              <a:buFont typeface="Aktiv Grotesk" panose="020B0604020202020204" pitchFamily="34" charset="0"/>
              <a:buChar char="•"/>
            </a:pPr>
            <a:r>
              <a:rPr lang="en-GB" sz="3600" dirty="0">
                <a:latin typeface="Fira Sans" panose="020B0503050000020004" pitchFamily="34" charset="0"/>
              </a:rPr>
              <a:t>Overall: 2.1</a:t>
            </a:r>
          </a:p>
        </p:txBody>
      </p:sp>
      <p:sp>
        <p:nvSpPr>
          <p:cNvPr id="3" name="TextBox 2">
            <a:extLst>
              <a:ext uri="{FF2B5EF4-FFF2-40B4-BE49-F238E27FC236}">
                <a16:creationId xmlns:a16="http://schemas.microsoft.com/office/drawing/2014/main" id="{58937000-C9B7-14D5-012B-AB7000F3396F}"/>
              </a:ext>
            </a:extLst>
          </p:cNvPr>
          <p:cNvSpPr txBox="1"/>
          <p:nvPr/>
        </p:nvSpPr>
        <p:spPr>
          <a:xfrm>
            <a:off x="15440405" y="1982775"/>
            <a:ext cx="8175499" cy="5047536"/>
          </a:xfrm>
          <a:prstGeom prst="rect">
            <a:avLst/>
          </a:prstGeom>
          <a:noFill/>
        </p:spPr>
        <p:txBody>
          <a:bodyPr wrap="square">
            <a:spAutoFit/>
          </a:bodyPr>
          <a:lstStyle/>
          <a:p>
            <a:pPr defTabSz="1828800" fontAlgn="t">
              <a:spcAft>
                <a:spcPts val="1400"/>
              </a:spcAft>
              <a:buClr>
                <a:srgbClr val="EB0000"/>
              </a:buClr>
            </a:pPr>
            <a:r>
              <a:rPr lang="en-GB" sz="3600" dirty="0">
                <a:latin typeface="Fira Sans" panose="020B0503050000020004" pitchFamily="34" charset="0"/>
              </a:rPr>
              <a:t>12 Month target</a:t>
            </a:r>
          </a:p>
          <a:p>
            <a:pPr marL="571500" indent="-571500" defTabSz="1828800" fontAlgn="t">
              <a:spcAft>
                <a:spcPts val="1400"/>
              </a:spcAft>
              <a:buClr>
                <a:srgbClr val="EB0000"/>
              </a:buClr>
              <a:buFont typeface="Aktiv Grotesk" panose="020B0604020202020204" pitchFamily="34" charset="0"/>
              <a:buChar char="•"/>
            </a:pPr>
            <a:r>
              <a:rPr lang="en-GB" sz="3600" dirty="0">
                <a:latin typeface="Fira Sans" panose="020B0503050000020004" pitchFamily="34" charset="0"/>
              </a:rPr>
              <a:t>Business: 4.0</a:t>
            </a:r>
          </a:p>
          <a:p>
            <a:pPr marL="571500" indent="-571500" defTabSz="1828800" fontAlgn="t">
              <a:spcAft>
                <a:spcPts val="1400"/>
              </a:spcAft>
              <a:buClr>
                <a:srgbClr val="EB0000"/>
              </a:buClr>
              <a:buFont typeface="Aktiv Grotesk" panose="020B0604020202020204" pitchFamily="34" charset="0"/>
              <a:buChar char="•"/>
            </a:pPr>
            <a:r>
              <a:rPr lang="en-GB" sz="3600" dirty="0">
                <a:latin typeface="Fira Sans" panose="020B0503050000020004" pitchFamily="34" charset="0"/>
              </a:rPr>
              <a:t>Governance: 4.0</a:t>
            </a:r>
          </a:p>
          <a:p>
            <a:pPr marL="571500" indent="-571500" defTabSz="1828800" fontAlgn="t">
              <a:spcAft>
                <a:spcPts val="1400"/>
              </a:spcAft>
              <a:buClr>
                <a:srgbClr val="EB0000"/>
              </a:buClr>
              <a:buFont typeface="Aktiv Grotesk" panose="020B0604020202020204" pitchFamily="34" charset="0"/>
              <a:buChar char="•"/>
            </a:pPr>
            <a:r>
              <a:rPr lang="en-GB" sz="3600" dirty="0">
                <a:latin typeface="Fira Sans" panose="020B0503050000020004" pitchFamily="34" charset="0"/>
              </a:rPr>
              <a:t>Operations: 3.0</a:t>
            </a:r>
          </a:p>
          <a:p>
            <a:pPr marL="571500" indent="-571500" defTabSz="1828800" fontAlgn="t">
              <a:spcAft>
                <a:spcPts val="1400"/>
              </a:spcAft>
              <a:buClr>
                <a:srgbClr val="EB0000"/>
              </a:buClr>
              <a:buFont typeface="Aktiv Grotesk" panose="020B0604020202020204" pitchFamily="34" charset="0"/>
              <a:buChar char="•"/>
            </a:pPr>
            <a:r>
              <a:rPr lang="en-GB" sz="3600" dirty="0">
                <a:latin typeface="Fira Sans" panose="020B0503050000020004" pitchFamily="34" charset="0"/>
              </a:rPr>
              <a:t>People: 3.0</a:t>
            </a:r>
          </a:p>
          <a:p>
            <a:pPr marL="571500" indent="-571500" defTabSz="1828800" fontAlgn="t">
              <a:spcAft>
                <a:spcPts val="1400"/>
              </a:spcAft>
              <a:buClr>
                <a:srgbClr val="EB0000"/>
              </a:buClr>
              <a:buFont typeface="Aktiv Grotesk" panose="020B0604020202020204" pitchFamily="34" charset="0"/>
              <a:buChar char="•"/>
            </a:pPr>
            <a:r>
              <a:rPr lang="en-GB" sz="3600" dirty="0">
                <a:latin typeface="Fira Sans" panose="020B0503050000020004" pitchFamily="34" charset="0"/>
              </a:rPr>
              <a:t>Security: 4.0</a:t>
            </a:r>
          </a:p>
          <a:p>
            <a:pPr marL="571500" indent="-571500" defTabSz="1828800" fontAlgn="t">
              <a:spcAft>
                <a:spcPts val="1400"/>
              </a:spcAft>
              <a:buClr>
                <a:srgbClr val="EB0000"/>
              </a:buClr>
              <a:buFont typeface="Aktiv Grotesk" panose="020B0604020202020204" pitchFamily="34" charset="0"/>
              <a:buChar char="•"/>
            </a:pPr>
            <a:r>
              <a:rPr lang="en-GB" sz="3600" dirty="0">
                <a:latin typeface="Fira Sans" panose="020B0503050000020004" pitchFamily="34" charset="0"/>
              </a:rPr>
              <a:t>Overall: 3.6</a:t>
            </a:r>
            <a:endParaRPr lang="en-GB" sz="3600" noProof="0" dirty="0">
              <a:latin typeface="Fira Sans" panose="020B0503050000020004" pitchFamily="34" charset="0"/>
            </a:endParaRPr>
          </a:p>
        </p:txBody>
      </p:sp>
      <p:sp>
        <p:nvSpPr>
          <p:cNvPr id="7" name="TextBox 6">
            <a:extLst>
              <a:ext uri="{FF2B5EF4-FFF2-40B4-BE49-F238E27FC236}">
                <a16:creationId xmlns:a16="http://schemas.microsoft.com/office/drawing/2014/main" id="{61D5B0E8-340B-F60D-1B96-48C9715C90F0}"/>
              </a:ext>
            </a:extLst>
          </p:cNvPr>
          <p:cNvSpPr txBox="1"/>
          <p:nvPr/>
        </p:nvSpPr>
        <p:spPr>
          <a:xfrm>
            <a:off x="7424165" y="8140243"/>
            <a:ext cx="15179803" cy="4688463"/>
          </a:xfrm>
          <a:prstGeom prst="rect">
            <a:avLst/>
          </a:prstGeom>
          <a:noFill/>
        </p:spPr>
        <p:txBody>
          <a:bodyPr wrap="square">
            <a:spAutoFit/>
          </a:bodyPr>
          <a:lstStyle/>
          <a:p>
            <a:pPr defTabSz="1828800" fontAlgn="t">
              <a:spcAft>
                <a:spcPts val="1400"/>
              </a:spcAft>
              <a:buClr>
                <a:srgbClr val="EB0000"/>
              </a:buClr>
            </a:pPr>
            <a:r>
              <a:rPr lang="en-GB" sz="3600" dirty="0">
                <a:latin typeface="Fira Sans" panose="020B0503050000020004" pitchFamily="34" charset="0"/>
              </a:rPr>
              <a:t>How it closes:</a:t>
            </a:r>
          </a:p>
          <a:p>
            <a:pPr marL="571500" indent="-571500" defTabSz="1828800" fontAlgn="t">
              <a:spcAft>
                <a:spcPts val="1400"/>
              </a:spcAft>
              <a:buClr>
                <a:srgbClr val="EB0000"/>
              </a:buClr>
              <a:buFont typeface="Aktiv Grotesk" panose="020B0604020202020204" pitchFamily="34" charset="0"/>
              <a:buChar char="•"/>
            </a:pPr>
            <a:r>
              <a:rPr lang="en-GB" sz="3600" dirty="0">
                <a:latin typeface="Fira Sans" panose="020B0503050000020004" pitchFamily="34" charset="0"/>
              </a:rPr>
              <a:t>Landing zone build establishes governance, security baselines, and </a:t>
            </a:r>
            <a:r>
              <a:rPr lang="en-GB" sz="3600" dirty="0" err="1">
                <a:latin typeface="Fira Sans" panose="020B0503050000020004" pitchFamily="34" charset="0"/>
              </a:rPr>
              <a:t>IaC</a:t>
            </a:r>
            <a:r>
              <a:rPr lang="en-GB" sz="3600" dirty="0">
                <a:latin typeface="Fira Sans" panose="020B0503050000020004" pitchFamily="34" charset="0"/>
              </a:rPr>
              <a:t> from day one</a:t>
            </a:r>
          </a:p>
          <a:p>
            <a:pPr marL="571500" indent="-571500" defTabSz="1828800" fontAlgn="t">
              <a:spcAft>
                <a:spcPts val="1400"/>
              </a:spcAft>
              <a:buClr>
                <a:srgbClr val="EB0000"/>
              </a:buClr>
              <a:buFont typeface="Aktiv Grotesk" panose="020B0604020202020204" pitchFamily="34" charset="0"/>
              <a:buChar char="•"/>
            </a:pPr>
            <a:r>
              <a:rPr lang="en-GB" sz="3600" dirty="0">
                <a:latin typeface="Fira Sans" panose="020B0503050000020004" pitchFamily="34" charset="0"/>
              </a:rPr>
              <a:t>Partner-assisted delivery carries the specialist load during transition</a:t>
            </a:r>
          </a:p>
          <a:p>
            <a:pPr marL="571500" indent="-571500" defTabSz="1828800" fontAlgn="t">
              <a:spcAft>
                <a:spcPts val="1400"/>
              </a:spcAft>
              <a:buClr>
                <a:srgbClr val="EB0000"/>
              </a:buClr>
              <a:buFont typeface="Aktiv Grotesk" panose="020B0604020202020204" pitchFamily="34" charset="0"/>
              <a:buChar char="•"/>
            </a:pPr>
            <a:r>
              <a:rPr lang="en-GB" sz="3600" dirty="0">
                <a:latin typeface="Fira Sans" panose="020B0503050000020004" pitchFamily="34" charset="0"/>
              </a:rPr>
              <a:t>Your team works alongside, absorbing capability cohort by cohort</a:t>
            </a:r>
          </a:p>
          <a:p>
            <a:pPr marL="571500" indent="-571500" defTabSz="1828800" fontAlgn="t">
              <a:spcAft>
                <a:spcPts val="1400"/>
              </a:spcAft>
              <a:buClr>
                <a:srgbClr val="EB0000"/>
              </a:buClr>
              <a:buFont typeface="Aktiv Grotesk" panose="020B0604020202020204" pitchFamily="34" charset="0"/>
              <a:buChar char="•"/>
            </a:pPr>
            <a:r>
              <a:rPr lang="en-GB" sz="3600" dirty="0">
                <a:latin typeface="Fira Sans" panose="020B0503050000020004" pitchFamily="34" charset="0"/>
              </a:rPr>
              <a:t>End state: Customer-led cloud operation with internal capability built in-flight</a:t>
            </a:r>
          </a:p>
        </p:txBody>
      </p:sp>
    </p:spTree>
    <p:extLst>
      <p:ext uri="{BB962C8B-B14F-4D97-AF65-F5344CB8AC3E}">
        <p14:creationId xmlns:p14="http://schemas.microsoft.com/office/powerpoint/2010/main" val="22467430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DAD97-DDC6-211E-ABF0-ADB52762880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1575E3D-C54D-758F-C43A-031C9A8C6F5E}"/>
              </a:ext>
            </a:extLst>
          </p:cNvPr>
          <p:cNvSpPr>
            <a:spLocks noGrp="1"/>
          </p:cNvSpPr>
          <p:nvPr>
            <p:ph type="body" sz="quarter" idx="16"/>
          </p:nvPr>
        </p:nvSpPr>
        <p:spPr>
          <a:xfrm>
            <a:off x="6122839" y="3715469"/>
            <a:ext cx="11160126" cy="4200146"/>
          </a:xfrm>
        </p:spPr>
        <p:txBody>
          <a:bodyPr anchor="ctr"/>
          <a:lstStyle/>
          <a:p>
            <a:pPr algn="ctr"/>
            <a:r>
              <a:rPr lang="en-GB" b="1" noProof="0" dirty="0">
                <a:latin typeface="Fira Sans Light" panose="020B0403050000020004" pitchFamily="34" charset="0"/>
              </a:rPr>
              <a:t>Challenges</a:t>
            </a:r>
          </a:p>
        </p:txBody>
      </p:sp>
    </p:spTree>
    <p:extLst>
      <p:ext uri="{BB962C8B-B14F-4D97-AF65-F5344CB8AC3E}">
        <p14:creationId xmlns:p14="http://schemas.microsoft.com/office/powerpoint/2010/main" val="476444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11866-C390-50DB-2F36-8A5D5AC5776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93F0B7-991F-7B1A-8B6C-97B315A0D3CC}"/>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39</a:t>
            </a:fld>
            <a:endParaRPr lang="en-GB" noProof="0"/>
          </a:p>
        </p:txBody>
      </p:sp>
      <p:sp>
        <p:nvSpPr>
          <p:cNvPr id="4" name="TextBox 3">
            <a:extLst>
              <a:ext uri="{FF2B5EF4-FFF2-40B4-BE49-F238E27FC236}">
                <a16:creationId xmlns:a16="http://schemas.microsoft.com/office/drawing/2014/main" id="{22CB9205-8BC5-A354-3074-1839182EBC53}"/>
              </a:ext>
            </a:extLst>
          </p:cNvPr>
          <p:cNvSpPr txBox="1"/>
          <p:nvPr/>
        </p:nvSpPr>
        <p:spPr>
          <a:xfrm>
            <a:off x="406009" y="473476"/>
            <a:ext cx="4051109" cy="1046440"/>
          </a:xfrm>
          <a:prstGeom prst="rect">
            <a:avLst/>
          </a:prstGeom>
          <a:noFill/>
        </p:spPr>
        <p:txBody>
          <a:bodyPr wrap="none" rtlCol="0">
            <a:spAutoFit/>
          </a:bodyPr>
          <a:lstStyle/>
          <a:p>
            <a:pPr algn="l"/>
            <a:r>
              <a:rPr lang="en-GB" sz="6200" dirty="0">
                <a:solidFill>
                  <a:srgbClr val="FF0000"/>
                </a:solidFill>
                <a:latin typeface="Fira Sans Light" panose="020B0403050000020004" pitchFamily="34" charset="0"/>
              </a:rPr>
              <a:t>Challenges</a:t>
            </a:r>
            <a:endParaRPr lang="en-GB" sz="6200" noProof="0" dirty="0">
              <a:solidFill>
                <a:srgbClr val="FF0000"/>
              </a:solidFill>
              <a:latin typeface="Fira Sans Light" panose="020B0403050000020004" pitchFamily="34" charset="0"/>
            </a:endParaRPr>
          </a:p>
        </p:txBody>
      </p:sp>
      <p:graphicFrame>
        <p:nvGraphicFramePr>
          <p:cNvPr id="92" name="Diagram 91">
            <a:extLst>
              <a:ext uri="{FF2B5EF4-FFF2-40B4-BE49-F238E27FC236}">
                <a16:creationId xmlns:a16="http://schemas.microsoft.com/office/drawing/2014/main" id="{91E2D2B3-D579-E6F3-BA2D-5A316438FA45}"/>
              </a:ext>
            </a:extLst>
          </p:cNvPr>
          <p:cNvGraphicFramePr/>
          <p:nvPr>
            <p:extLst>
              <p:ext uri="{D42A27DB-BD31-4B8C-83A1-F6EECF244321}">
                <p14:modId xmlns:p14="http://schemas.microsoft.com/office/powerpoint/2010/main" val="3044437016"/>
              </p:ext>
            </p:extLst>
          </p:nvPr>
        </p:nvGraphicFramePr>
        <p:xfrm>
          <a:off x="775368" y="2341022"/>
          <a:ext cx="9908674" cy="98509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93" name="Diagram 92">
            <a:extLst>
              <a:ext uri="{FF2B5EF4-FFF2-40B4-BE49-F238E27FC236}">
                <a16:creationId xmlns:a16="http://schemas.microsoft.com/office/drawing/2014/main" id="{7EF226EF-5554-E991-EDE7-BFF4D3E2B4AC}"/>
              </a:ext>
            </a:extLst>
          </p:cNvPr>
          <p:cNvGraphicFramePr/>
          <p:nvPr>
            <p:extLst>
              <p:ext uri="{D42A27DB-BD31-4B8C-83A1-F6EECF244321}">
                <p14:modId xmlns:p14="http://schemas.microsoft.com/office/powerpoint/2010/main" val="3280303278"/>
              </p:ext>
            </p:extLst>
          </p:nvPr>
        </p:nvGraphicFramePr>
        <p:xfrm>
          <a:off x="11566358" y="2629780"/>
          <a:ext cx="9908674" cy="985097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787841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72014-674A-13BB-EF10-D6F44E502D7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087EE60-60F6-E329-E47E-7E19DE29C8C3}"/>
              </a:ext>
            </a:extLst>
          </p:cNvPr>
          <p:cNvSpPr>
            <a:spLocks noGrp="1"/>
          </p:cNvSpPr>
          <p:nvPr>
            <p:ph type="body" sz="quarter" idx="16"/>
          </p:nvPr>
        </p:nvSpPr>
        <p:spPr>
          <a:xfrm>
            <a:off x="6122839" y="3715469"/>
            <a:ext cx="11160126" cy="4200146"/>
          </a:xfrm>
        </p:spPr>
        <p:txBody>
          <a:bodyPr anchor="ctr"/>
          <a:lstStyle/>
          <a:p>
            <a:pPr algn="ctr"/>
            <a:r>
              <a:rPr lang="en-GB" b="1" noProof="0" dirty="0">
                <a:latin typeface="Fira Sans Light" panose="020B0403050000020004" pitchFamily="34" charset="0"/>
              </a:rPr>
              <a:t>Opportunities</a:t>
            </a:r>
          </a:p>
        </p:txBody>
      </p:sp>
    </p:spTree>
    <p:extLst>
      <p:ext uri="{BB962C8B-B14F-4D97-AF65-F5344CB8AC3E}">
        <p14:creationId xmlns:p14="http://schemas.microsoft.com/office/powerpoint/2010/main" val="468791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63C28-257F-78A0-04F8-E290C97EF3C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ABDA1C0-E651-62A9-74F9-7204AD2E09E1}"/>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41</a:t>
            </a:fld>
            <a:endParaRPr lang="en-GB" noProof="0"/>
          </a:p>
        </p:txBody>
      </p:sp>
      <p:sp>
        <p:nvSpPr>
          <p:cNvPr id="10" name="Text Placeholder 9">
            <a:extLst>
              <a:ext uri="{FF2B5EF4-FFF2-40B4-BE49-F238E27FC236}">
                <a16:creationId xmlns:a16="http://schemas.microsoft.com/office/drawing/2014/main" id="{624581D9-21E5-38ED-A56C-9D9D68AF9862}"/>
              </a:ext>
            </a:extLst>
          </p:cNvPr>
          <p:cNvSpPr>
            <a:spLocks noGrp="1"/>
          </p:cNvSpPr>
          <p:nvPr>
            <p:ph type="body" sz="quarter" idx="13"/>
          </p:nvPr>
        </p:nvSpPr>
        <p:spPr>
          <a:xfrm>
            <a:off x="533709" y="6028362"/>
            <a:ext cx="5216526" cy="3536261"/>
          </a:xfrm>
        </p:spPr>
        <p:txBody>
          <a:bodyPr anchor="ctr"/>
          <a:lstStyle/>
          <a:p>
            <a:pPr algn="ctr"/>
            <a:r>
              <a:rPr lang="en-GB" sz="3200" dirty="0">
                <a:latin typeface="Fira Sans" panose="020B0503050000020004" pitchFamily="34" charset="0"/>
              </a:rPr>
              <a:t>Modelled in Part 1</a:t>
            </a:r>
            <a:endParaRPr lang="en-GB" sz="3200" noProof="0" dirty="0">
              <a:latin typeface="Fira Sans" panose="020B0503050000020004" pitchFamily="34" charset="0"/>
            </a:endParaRPr>
          </a:p>
        </p:txBody>
      </p:sp>
      <p:sp>
        <p:nvSpPr>
          <p:cNvPr id="5" name="Title 1">
            <a:extLst>
              <a:ext uri="{FF2B5EF4-FFF2-40B4-BE49-F238E27FC236}">
                <a16:creationId xmlns:a16="http://schemas.microsoft.com/office/drawing/2014/main" id="{1D2F2C55-F3DF-B7BC-FAB8-A4BC02716B47}"/>
              </a:ext>
            </a:extLst>
          </p:cNvPr>
          <p:cNvSpPr>
            <a:spLocks noGrp="1"/>
          </p:cNvSpPr>
          <p:nvPr>
            <p:ph type="title"/>
          </p:nvPr>
        </p:nvSpPr>
        <p:spPr>
          <a:xfrm>
            <a:off x="508649" y="3609563"/>
            <a:ext cx="5241586" cy="3062106"/>
          </a:xfrm>
        </p:spPr>
        <p:txBody>
          <a:bodyPr vert="horz" wrap="square" lIns="0" tIns="0" rIns="0" bIns="0" rtlCol="0" anchor="t" anchorCtr="0">
            <a:normAutofit/>
          </a:bodyPr>
          <a:lstStyle/>
          <a:p>
            <a:pPr algn="ctr"/>
            <a:r>
              <a:rPr lang="en-GB" sz="5400" dirty="0">
                <a:latin typeface="Fira Sans" panose="020B0503050000020004" pitchFamily="34" charset="0"/>
              </a:rPr>
              <a:t>Quantified opportunities</a:t>
            </a:r>
            <a:endParaRPr lang="en-GB" sz="5400" kern="1200" noProof="0" dirty="0">
              <a:ln w="9525">
                <a:noFill/>
              </a:ln>
              <a:latin typeface="Fira Sans" panose="020B0503050000020004" pitchFamily="34" charset="0"/>
            </a:endParaRPr>
          </a:p>
        </p:txBody>
      </p:sp>
      <p:sp>
        <p:nvSpPr>
          <p:cNvPr id="3" name="TextBox 2">
            <a:extLst>
              <a:ext uri="{FF2B5EF4-FFF2-40B4-BE49-F238E27FC236}">
                <a16:creationId xmlns:a16="http://schemas.microsoft.com/office/drawing/2014/main" id="{E471A8B5-1F74-1A17-E2CB-322DF4B62735}"/>
              </a:ext>
            </a:extLst>
          </p:cNvPr>
          <p:cNvSpPr txBox="1"/>
          <p:nvPr/>
        </p:nvSpPr>
        <p:spPr>
          <a:xfrm>
            <a:off x="6899911" y="830709"/>
            <a:ext cx="16344137" cy="10946586"/>
          </a:xfrm>
          <a:prstGeom prst="rect">
            <a:avLst/>
          </a:prstGeom>
          <a:noFill/>
        </p:spPr>
        <p:txBody>
          <a:bodyPr wrap="square">
            <a:spAutoFit/>
          </a:bodyPr>
          <a:lstStyle/>
          <a:p>
            <a:pPr marL="571500" indent="-571500" defTabSz="1828800" fontAlgn="t">
              <a:spcAft>
                <a:spcPts val="1400"/>
              </a:spcAft>
              <a:buClr>
                <a:srgbClr val="EB0000"/>
              </a:buClr>
              <a:buFont typeface="Aktiv Grotesk" panose="020B0604020202020204" pitchFamily="34" charset="0"/>
              <a:buChar char="•"/>
            </a:pPr>
            <a:r>
              <a:rPr lang="en-GB" sz="3600" b="1" dirty="0">
                <a:latin typeface="Fira Sans" panose="020B0503050000020004" pitchFamily="34" charset="0"/>
              </a:rPr>
              <a:t>Oracle modernisation to PostgreSQL </a:t>
            </a:r>
            <a:r>
              <a:rPr lang="en-GB" sz="3600" dirty="0">
                <a:latin typeface="Fira Sans" panose="020B0503050000020004" pitchFamily="34" charset="0"/>
              </a:rPr>
              <a:t>| £45-65K/</a:t>
            </a:r>
            <a:r>
              <a:rPr lang="en-GB" sz="3600" dirty="0" err="1">
                <a:latin typeface="Fira Sans" panose="020B0503050000020004" pitchFamily="34" charset="0"/>
              </a:rPr>
              <a:t>mo</a:t>
            </a:r>
            <a:r>
              <a:rPr lang="en-GB" sz="3600" dirty="0">
                <a:latin typeface="Fira Sans" panose="020B0503050000020004" pitchFamily="34" charset="0"/>
              </a:rPr>
              <a:t> saving (£540-780K/yr) Eliminates £650K/yr support contract. Requires Phase 2 assessment. Conversion cost not yet estimated.</a:t>
            </a:r>
          </a:p>
          <a:p>
            <a:pPr marL="571500" indent="-571500" defTabSz="1828800" fontAlgn="t">
              <a:spcAft>
                <a:spcPts val="1400"/>
              </a:spcAft>
              <a:buClr>
                <a:srgbClr val="EB0000"/>
              </a:buClr>
              <a:buFont typeface="Aktiv Grotesk" panose="020B0604020202020204" pitchFamily="34" charset="0"/>
              <a:buChar char="•"/>
            </a:pPr>
            <a:endParaRPr lang="en-GB" sz="3600" dirty="0">
              <a:latin typeface="Fira Sans" panose="020B0503050000020004" pitchFamily="34" charset="0"/>
            </a:endParaRPr>
          </a:p>
          <a:p>
            <a:pPr marL="571500" indent="-571500" defTabSz="1828800" fontAlgn="t">
              <a:spcAft>
                <a:spcPts val="1400"/>
              </a:spcAft>
              <a:buClr>
                <a:srgbClr val="EB0000"/>
              </a:buClr>
              <a:buFont typeface="Aktiv Grotesk" panose="020B0604020202020204" pitchFamily="34" charset="0"/>
              <a:buChar char="•"/>
            </a:pPr>
            <a:r>
              <a:rPr lang="en-GB" sz="3600" b="1" dirty="0">
                <a:latin typeface="Fira Sans" panose="020B0503050000020004" pitchFamily="34" charset="0"/>
              </a:rPr>
              <a:t>Windows BYOL </a:t>
            </a:r>
            <a:r>
              <a:rPr lang="en-GB" sz="3600" dirty="0">
                <a:latin typeface="Fira Sans" panose="020B0503050000020004" pitchFamily="34" charset="0"/>
              </a:rPr>
              <a:t>| £7-18K/</a:t>
            </a:r>
            <a:r>
              <a:rPr lang="en-GB" sz="3600" dirty="0" err="1">
                <a:latin typeface="Fira Sans" panose="020B0503050000020004" pitchFamily="34" charset="0"/>
              </a:rPr>
              <a:t>mo</a:t>
            </a:r>
            <a:r>
              <a:rPr lang="en-GB" sz="3600" dirty="0">
                <a:latin typeface="Fira Sans" panose="020B0503050000020004" pitchFamily="34" charset="0"/>
              </a:rPr>
              <a:t> saving depending on cloud Requires active SA. Cost-effective on Azure (AHB). On AWS/GCP only while EA is active (expires May 2027).</a:t>
            </a:r>
          </a:p>
          <a:p>
            <a:pPr marL="571500" indent="-571500" defTabSz="1828800" fontAlgn="t">
              <a:spcAft>
                <a:spcPts val="1400"/>
              </a:spcAft>
              <a:buClr>
                <a:srgbClr val="EB0000"/>
              </a:buClr>
              <a:buFont typeface="Aktiv Grotesk" panose="020B0604020202020204" pitchFamily="34" charset="0"/>
              <a:buChar char="•"/>
            </a:pPr>
            <a:endParaRPr lang="en-GB" sz="3600" dirty="0">
              <a:latin typeface="Fira Sans" panose="020B0503050000020004" pitchFamily="34" charset="0"/>
            </a:endParaRPr>
          </a:p>
          <a:p>
            <a:pPr marL="571500" indent="-571500" defTabSz="1828800" fontAlgn="t">
              <a:spcAft>
                <a:spcPts val="1400"/>
              </a:spcAft>
              <a:buClr>
                <a:srgbClr val="EB0000"/>
              </a:buClr>
              <a:buFont typeface="Aktiv Grotesk" panose="020B0604020202020204" pitchFamily="34" charset="0"/>
              <a:buChar char="•"/>
            </a:pPr>
            <a:r>
              <a:rPr lang="en-GB" sz="3600" b="1" dirty="0">
                <a:latin typeface="Fira Sans" panose="020B0503050000020004" pitchFamily="34" charset="0"/>
              </a:rPr>
              <a:t>SQL Server BYOL </a:t>
            </a:r>
            <a:r>
              <a:rPr lang="en-GB" sz="3600" dirty="0">
                <a:latin typeface="Fira Sans" panose="020B0503050000020004" pitchFamily="34" charset="0"/>
              </a:rPr>
              <a:t>| £14-15K/</a:t>
            </a:r>
            <a:r>
              <a:rPr lang="en-GB" sz="3600" dirty="0" err="1">
                <a:latin typeface="Fira Sans" panose="020B0503050000020004" pitchFamily="34" charset="0"/>
              </a:rPr>
              <a:t>mo</a:t>
            </a:r>
            <a:r>
              <a:rPr lang="en-GB" sz="3600" dirty="0">
                <a:latin typeface="Fira Sans" panose="020B0503050000020004" pitchFamily="34" charset="0"/>
              </a:rPr>
              <a:t> saving across all clouds Requires SA confirmation from </a:t>
            </a:r>
            <a:r>
              <a:rPr lang="en-GB" sz="3600" dirty="0" err="1">
                <a:latin typeface="Fira Sans" panose="020B0503050000020004" pitchFamily="34" charset="0"/>
              </a:rPr>
              <a:t>Bluesource</a:t>
            </a:r>
            <a:r>
              <a:rPr lang="en-GB" sz="3600" dirty="0">
                <a:latin typeface="Fira Sans" panose="020B0503050000020004" pitchFamily="34" charset="0"/>
              </a:rPr>
              <a:t>. Cost-effective on all three platforms.</a:t>
            </a:r>
          </a:p>
          <a:p>
            <a:pPr marL="571500" indent="-571500" defTabSz="1828800" fontAlgn="t">
              <a:spcAft>
                <a:spcPts val="1400"/>
              </a:spcAft>
              <a:buClr>
                <a:srgbClr val="EB0000"/>
              </a:buClr>
              <a:buFont typeface="Aktiv Grotesk" panose="020B0604020202020204" pitchFamily="34" charset="0"/>
              <a:buChar char="•"/>
            </a:pPr>
            <a:endParaRPr lang="en-GB" sz="3600" dirty="0">
              <a:latin typeface="Fira Sans" panose="020B0503050000020004" pitchFamily="34" charset="0"/>
            </a:endParaRPr>
          </a:p>
          <a:p>
            <a:pPr marL="571500" indent="-571500" defTabSz="1828800" fontAlgn="t">
              <a:spcAft>
                <a:spcPts val="1400"/>
              </a:spcAft>
              <a:buClr>
                <a:srgbClr val="EB0000"/>
              </a:buClr>
              <a:buFont typeface="Aktiv Grotesk" panose="020B0604020202020204" pitchFamily="34" charset="0"/>
              <a:buChar char="•"/>
            </a:pPr>
            <a:r>
              <a:rPr lang="en-GB" sz="3600" b="1" dirty="0">
                <a:latin typeface="Fira Sans" panose="020B0503050000020004" pitchFamily="34" charset="0"/>
              </a:rPr>
              <a:t>Storage tiering </a:t>
            </a:r>
            <a:r>
              <a:rPr lang="en-GB" sz="3600" dirty="0">
                <a:latin typeface="Fira Sans" panose="020B0503050000020004" pitchFamily="34" charset="0"/>
              </a:rPr>
              <a:t>| £10-19K/</a:t>
            </a:r>
            <a:r>
              <a:rPr lang="en-GB" sz="3600" dirty="0" err="1">
                <a:latin typeface="Fira Sans" panose="020B0503050000020004" pitchFamily="34" charset="0"/>
              </a:rPr>
              <a:t>mo</a:t>
            </a:r>
            <a:r>
              <a:rPr lang="en-GB" sz="3600" dirty="0">
                <a:latin typeface="Fira Sans" panose="020B0503050000020004" pitchFamily="34" charset="0"/>
              </a:rPr>
              <a:t> saving depending on cloud 336 TiB non-production moved from SSD to HDD class. No application impact.</a:t>
            </a:r>
          </a:p>
          <a:p>
            <a:pPr marL="571500" indent="-571500" defTabSz="1828800" fontAlgn="t">
              <a:spcAft>
                <a:spcPts val="1400"/>
              </a:spcAft>
              <a:buClr>
                <a:srgbClr val="EB0000"/>
              </a:buClr>
              <a:buFont typeface="Aktiv Grotesk" panose="020B0604020202020204" pitchFamily="34" charset="0"/>
              <a:buChar char="•"/>
            </a:pPr>
            <a:endParaRPr lang="en-GB" sz="3600" dirty="0">
              <a:latin typeface="Fira Sans" panose="020B0503050000020004" pitchFamily="34" charset="0"/>
            </a:endParaRPr>
          </a:p>
          <a:p>
            <a:pPr marL="571500" indent="-571500" defTabSz="1828800" fontAlgn="t">
              <a:spcAft>
                <a:spcPts val="1400"/>
              </a:spcAft>
              <a:buClr>
                <a:srgbClr val="EB0000"/>
              </a:buClr>
              <a:buFont typeface="Aktiv Grotesk" panose="020B0604020202020204" pitchFamily="34" charset="0"/>
              <a:buChar char="•"/>
            </a:pPr>
            <a:r>
              <a:rPr lang="en-GB" sz="3600" b="1" dirty="0">
                <a:latin typeface="Fira Sans" panose="020B0503050000020004" pitchFamily="34" charset="0"/>
              </a:rPr>
              <a:t>RTA rightsizing </a:t>
            </a:r>
            <a:r>
              <a:rPr lang="en-GB" sz="3600" dirty="0">
                <a:latin typeface="Fira Sans" panose="020B0503050000020004" pitchFamily="34" charset="0"/>
              </a:rPr>
              <a:t>| Saving TBD (Phase 2 to quantify) Many instances significantly overprovisioned. Right-size during migration for immediate saving.</a:t>
            </a:r>
            <a:endParaRPr lang="en-GB" sz="3600" noProof="0" dirty="0">
              <a:latin typeface="Fira Sans" panose="020B0503050000020004" pitchFamily="34" charset="0"/>
            </a:endParaRPr>
          </a:p>
        </p:txBody>
      </p:sp>
    </p:spTree>
    <p:extLst>
      <p:ext uri="{BB962C8B-B14F-4D97-AF65-F5344CB8AC3E}">
        <p14:creationId xmlns:p14="http://schemas.microsoft.com/office/powerpoint/2010/main" val="42112026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195C4-3CC9-C48C-CA19-FF3EF829741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82EECA7-7E5A-B22F-8BA7-E7F83BDBDFB8}"/>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42</a:t>
            </a:fld>
            <a:endParaRPr lang="en-GB" noProof="0"/>
          </a:p>
        </p:txBody>
      </p:sp>
      <p:sp>
        <p:nvSpPr>
          <p:cNvPr id="10" name="Text Placeholder 9">
            <a:extLst>
              <a:ext uri="{FF2B5EF4-FFF2-40B4-BE49-F238E27FC236}">
                <a16:creationId xmlns:a16="http://schemas.microsoft.com/office/drawing/2014/main" id="{86B0F577-CC24-6B54-0AAC-0D730517E2B2}"/>
              </a:ext>
            </a:extLst>
          </p:cNvPr>
          <p:cNvSpPr>
            <a:spLocks noGrp="1"/>
          </p:cNvSpPr>
          <p:nvPr>
            <p:ph type="body" sz="quarter" idx="13"/>
          </p:nvPr>
        </p:nvSpPr>
        <p:spPr>
          <a:xfrm>
            <a:off x="533709" y="6028362"/>
            <a:ext cx="5216526" cy="3536261"/>
          </a:xfrm>
        </p:spPr>
        <p:txBody>
          <a:bodyPr anchor="ctr"/>
          <a:lstStyle/>
          <a:p>
            <a:pPr algn="ctr"/>
            <a:r>
              <a:rPr lang="en-GB" sz="3200" dirty="0">
                <a:latin typeface="Fira Sans" panose="020B0503050000020004" pitchFamily="34" charset="0"/>
              </a:rPr>
              <a:t>Phase 2 to validate</a:t>
            </a:r>
            <a:endParaRPr lang="en-GB" sz="3200" noProof="0" dirty="0">
              <a:latin typeface="Fira Sans" panose="020B0503050000020004" pitchFamily="34" charset="0"/>
            </a:endParaRPr>
          </a:p>
        </p:txBody>
      </p:sp>
      <p:sp>
        <p:nvSpPr>
          <p:cNvPr id="5" name="Title 1">
            <a:extLst>
              <a:ext uri="{FF2B5EF4-FFF2-40B4-BE49-F238E27FC236}">
                <a16:creationId xmlns:a16="http://schemas.microsoft.com/office/drawing/2014/main" id="{324EF621-39AE-9401-C78E-96A36D7F6CFC}"/>
              </a:ext>
            </a:extLst>
          </p:cNvPr>
          <p:cNvSpPr>
            <a:spLocks noGrp="1"/>
          </p:cNvSpPr>
          <p:nvPr>
            <p:ph type="title"/>
          </p:nvPr>
        </p:nvSpPr>
        <p:spPr>
          <a:xfrm>
            <a:off x="508649" y="3609563"/>
            <a:ext cx="5241586" cy="3062106"/>
          </a:xfrm>
        </p:spPr>
        <p:txBody>
          <a:bodyPr vert="horz" wrap="square" lIns="0" tIns="0" rIns="0" bIns="0" rtlCol="0" anchor="t" anchorCtr="0">
            <a:normAutofit/>
          </a:bodyPr>
          <a:lstStyle/>
          <a:p>
            <a:pPr algn="ctr"/>
            <a:r>
              <a:rPr lang="en-GB" sz="5400" dirty="0">
                <a:latin typeface="Fira Sans" panose="020B0503050000020004" pitchFamily="34" charset="0"/>
              </a:rPr>
              <a:t>Strategic opportunities</a:t>
            </a:r>
            <a:endParaRPr lang="en-GB" sz="5400" kern="1200" noProof="0" dirty="0">
              <a:ln w="9525">
                <a:noFill/>
              </a:ln>
              <a:latin typeface="Fira Sans" panose="020B0503050000020004" pitchFamily="34" charset="0"/>
            </a:endParaRPr>
          </a:p>
        </p:txBody>
      </p:sp>
      <p:sp>
        <p:nvSpPr>
          <p:cNvPr id="6" name="TextBox 5">
            <a:extLst>
              <a:ext uri="{FF2B5EF4-FFF2-40B4-BE49-F238E27FC236}">
                <a16:creationId xmlns:a16="http://schemas.microsoft.com/office/drawing/2014/main" id="{32752ACD-A3A2-82EB-AAAC-3182A829071A}"/>
              </a:ext>
            </a:extLst>
          </p:cNvPr>
          <p:cNvSpPr txBox="1"/>
          <p:nvPr/>
        </p:nvSpPr>
        <p:spPr>
          <a:xfrm>
            <a:off x="6899911" y="830709"/>
            <a:ext cx="16344137" cy="12054582"/>
          </a:xfrm>
          <a:prstGeom prst="rect">
            <a:avLst/>
          </a:prstGeom>
          <a:noFill/>
        </p:spPr>
        <p:txBody>
          <a:bodyPr wrap="square">
            <a:spAutoFit/>
          </a:bodyPr>
          <a:lstStyle/>
          <a:p>
            <a:pPr marL="571500" indent="-571500" defTabSz="1828800" fontAlgn="t">
              <a:spcAft>
                <a:spcPts val="1400"/>
              </a:spcAft>
              <a:buClr>
                <a:srgbClr val="EB0000"/>
              </a:buClr>
              <a:buFont typeface="Aktiv Grotesk" panose="020B0604020202020204" pitchFamily="34" charset="0"/>
              <a:buChar char="•"/>
            </a:pPr>
            <a:r>
              <a:rPr lang="en-GB" sz="3600" b="1" dirty="0">
                <a:latin typeface="Fira Sans" panose="020B0503050000020004" pitchFamily="34" charset="0"/>
              </a:rPr>
              <a:t>Sydney datacentre exit </a:t>
            </a:r>
            <a:r>
              <a:rPr lang="en-GB" sz="3600" dirty="0">
                <a:latin typeface="Fira Sans" panose="020B0503050000020004" pitchFamily="34" charset="0"/>
              </a:rPr>
              <a:t>4 servers, flexible contract, £40K/yr cost offset. Low-risk proof point. Migrate early</a:t>
            </a:r>
            <a:r>
              <a:rPr lang="en-GB" sz="3600" b="1" dirty="0">
                <a:latin typeface="Fira Sans" panose="020B0503050000020004" pitchFamily="34" charset="0"/>
              </a:rPr>
              <a:t>.</a:t>
            </a:r>
          </a:p>
          <a:p>
            <a:pPr marL="571500" indent="-571500" defTabSz="1828800" fontAlgn="t">
              <a:spcAft>
                <a:spcPts val="1400"/>
              </a:spcAft>
              <a:buClr>
                <a:srgbClr val="EB0000"/>
              </a:buClr>
              <a:buFont typeface="Aktiv Grotesk" panose="020B0604020202020204" pitchFamily="34" charset="0"/>
              <a:buChar char="•"/>
            </a:pPr>
            <a:endParaRPr lang="en-GB" sz="3600" b="1" dirty="0">
              <a:latin typeface="Fira Sans" panose="020B0503050000020004" pitchFamily="34" charset="0"/>
            </a:endParaRPr>
          </a:p>
          <a:p>
            <a:pPr marL="571500" indent="-571500" defTabSz="1828800" fontAlgn="t">
              <a:spcAft>
                <a:spcPts val="1400"/>
              </a:spcAft>
              <a:buClr>
                <a:srgbClr val="EB0000"/>
              </a:buClr>
              <a:buFont typeface="Aktiv Grotesk" panose="020B0604020202020204" pitchFamily="34" charset="0"/>
              <a:buChar char="•"/>
            </a:pPr>
            <a:r>
              <a:rPr lang="en-GB" sz="3600" b="1" dirty="0">
                <a:latin typeface="Fira Sans" panose="020B0503050000020004" pitchFamily="34" charset="0"/>
              </a:rPr>
              <a:t>Application rationalisation </a:t>
            </a:r>
            <a:r>
              <a:rPr lang="en-GB" sz="3600" dirty="0">
                <a:latin typeface="Fira Sans" panose="020B0503050000020004" pitchFamily="34" charset="0"/>
              </a:rPr>
              <a:t>Lotus Notes (SaaS replacement), </a:t>
            </a:r>
            <a:r>
              <a:rPr lang="en-GB" sz="3600" dirty="0" err="1">
                <a:latin typeface="Fira Sans" panose="020B0503050000020004" pitchFamily="34" charset="0"/>
              </a:rPr>
              <a:t>Atex</a:t>
            </a:r>
            <a:r>
              <a:rPr lang="en-GB" sz="3600" dirty="0">
                <a:latin typeface="Fira Sans" panose="020B0503050000020004" pitchFamily="34" charset="0"/>
              </a:rPr>
              <a:t> 5.5 (32-bit, retire when </a:t>
            </a:r>
            <a:r>
              <a:rPr lang="en-GB" sz="3600" dirty="0" err="1">
                <a:latin typeface="Fira Sans" panose="020B0503050000020004" pitchFamily="34" charset="0"/>
              </a:rPr>
              <a:t>Atex</a:t>
            </a:r>
            <a:r>
              <a:rPr lang="en-GB" sz="3600" dirty="0">
                <a:latin typeface="Fira Sans" panose="020B0503050000020004" pitchFamily="34" charset="0"/>
              </a:rPr>
              <a:t> 6 complete), SolarWinds and Zabbix (replace with cloud-native monitoring). Every app retired is servers removed from migration scope.</a:t>
            </a:r>
          </a:p>
          <a:p>
            <a:pPr marL="571500" indent="-571500" defTabSz="1828800" fontAlgn="t">
              <a:spcAft>
                <a:spcPts val="1400"/>
              </a:spcAft>
              <a:buClr>
                <a:srgbClr val="EB0000"/>
              </a:buClr>
              <a:buFont typeface="Aktiv Grotesk" panose="020B0604020202020204" pitchFamily="34" charset="0"/>
              <a:buChar char="•"/>
            </a:pPr>
            <a:endParaRPr lang="en-GB" sz="3600" b="1" dirty="0">
              <a:latin typeface="Fira Sans" panose="020B0503050000020004" pitchFamily="34" charset="0"/>
            </a:endParaRPr>
          </a:p>
          <a:p>
            <a:pPr marL="571500" indent="-571500" defTabSz="1828800" fontAlgn="t">
              <a:spcAft>
                <a:spcPts val="1400"/>
              </a:spcAft>
              <a:buClr>
                <a:srgbClr val="EB0000"/>
              </a:buClr>
              <a:buFont typeface="Aktiv Grotesk" panose="020B0604020202020204" pitchFamily="34" charset="0"/>
              <a:buChar char="•"/>
            </a:pPr>
            <a:r>
              <a:rPr lang="en-GB" sz="3600" b="1" dirty="0">
                <a:latin typeface="Fira Sans" panose="020B0503050000020004" pitchFamily="34" charset="0"/>
              </a:rPr>
              <a:t>Load balancer modernisation </a:t>
            </a:r>
            <a:r>
              <a:rPr lang="en-GB" sz="3600" dirty="0">
                <a:latin typeface="Fira Sans" panose="020B0503050000020004" pitchFamily="34" charset="0"/>
              </a:rPr>
              <a:t>F5 (corporate) and Zeus/Ivanti </a:t>
            </a:r>
            <a:r>
              <a:rPr lang="en-GB" sz="3600" dirty="0" err="1">
                <a:latin typeface="Fira Sans" panose="020B0503050000020004" pitchFamily="34" charset="0"/>
              </a:rPr>
              <a:t>vTM</a:t>
            </a:r>
            <a:r>
              <a:rPr lang="en-GB" sz="3600" dirty="0">
                <a:latin typeface="Fira Sans" panose="020B0503050000020004" pitchFamily="34" charset="0"/>
              </a:rPr>
              <a:t> (Customer_App1) replaced by cloud-native. No hardware lifecycle, auto-scaling, native integration.</a:t>
            </a:r>
          </a:p>
          <a:p>
            <a:pPr marL="571500" indent="-571500" defTabSz="1828800" fontAlgn="t">
              <a:spcAft>
                <a:spcPts val="1400"/>
              </a:spcAft>
              <a:buClr>
                <a:srgbClr val="EB0000"/>
              </a:buClr>
              <a:buFont typeface="Aktiv Grotesk" panose="020B0604020202020204" pitchFamily="34" charset="0"/>
              <a:buChar char="•"/>
            </a:pPr>
            <a:endParaRPr lang="en-GB" sz="3600" b="1" dirty="0">
              <a:latin typeface="Fira Sans" panose="020B0503050000020004" pitchFamily="34" charset="0"/>
            </a:endParaRPr>
          </a:p>
          <a:p>
            <a:pPr marL="571500" indent="-571500" defTabSz="1828800" fontAlgn="t">
              <a:spcAft>
                <a:spcPts val="1400"/>
              </a:spcAft>
              <a:buClr>
                <a:srgbClr val="EB0000"/>
              </a:buClr>
              <a:buFont typeface="Aktiv Grotesk" panose="020B0604020202020204" pitchFamily="34" charset="0"/>
              <a:buChar char="•"/>
            </a:pPr>
            <a:r>
              <a:rPr lang="en-GB" sz="3600" b="1" dirty="0">
                <a:latin typeface="Fira Sans" panose="020B0503050000020004" pitchFamily="34" charset="0"/>
              </a:rPr>
              <a:t>Observability consolidation </a:t>
            </a:r>
            <a:r>
              <a:rPr lang="en-GB" sz="3600" dirty="0">
                <a:latin typeface="Fira Sans" panose="020B0503050000020004" pitchFamily="34" charset="0"/>
              </a:rPr>
              <a:t>Replace SolarWinds and Zabbix with a single cloud-native or cloud-agnostic monitoring platform. Consistent across brands.</a:t>
            </a:r>
          </a:p>
          <a:p>
            <a:pPr marL="571500" indent="-571500" defTabSz="1828800" fontAlgn="t">
              <a:spcAft>
                <a:spcPts val="1400"/>
              </a:spcAft>
              <a:buClr>
                <a:srgbClr val="EB0000"/>
              </a:buClr>
              <a:buFont typeface="Aktiv Grotesk" panose="020B0604020202020204" pitchFamily="34" charset="0"/>
              <a:buChar char="•"/>
            </a:pPr>
            <a:endParaRPr lang="en-GB" sz="3600" b="1" dirty="0">
              <a:latin typeface="Fira Sans" panose="020B0503050000020004" pitchFamily="34" charset="0"/>
            </a:endParaRPr>
          </a:p>
          <a:p>
            <a:pPr marL="571500" indent="-571500" defTabSz="1828800" fontAlgn="t">
              <a:spcAft>
                <a:spcPts val="1400"/>
              </a:spcAft>
              <a:buClr>
                <a:srgbClr val="EB0000"/>
              </a:buClr>
              <a:buFont typeface="Aktiv Grotesk" panose="020B0604020202020204" pitchFamily="34" charset="0"/>
              <a:buChar char="•"/>
            </a:pPr>
            <a:r>
              <a:rPr lang="en-GB" sz="3600" b="1" dirty="0">
                <a:latin typeface="Fira Sans" panose="020B0503050000020004" pitchFamily="34" charset="0"/>
              </a:rPr>
              <a:t>Infrastructure as Code from day one </a:t>
            </a:r>
            <a:r>
              <a:rPr lang="en-GB" sz="3600" dirty="0">
                <a:latin typeface="Fira Sans" panose="020B0503050000020004" pitchFamily="34" charset="0"/>
              </a:rPr>
              <a:t>All cloud provisioning via Terraform or cloud-native equivalent. Reproducible, auditable, eliminates manual configuration errors.</a:t>
            </a:r>
            <a:endParaRPr lang="en-GB" sz="3600" noProof="0" dirty="0">
              <a:latin typeface="Fira Sans" panose="020B0503050000020004" pitchFamily="34" charset="0"/>
            </a:endParaRPr>
          </a:p>
        </p:txBody>
      </p:sp>
    </p:spTree>
    <p:extLst>
      <p:ext uri="{BB962C8B-B14F-4D97-AF65-F5344CB8AC3E}">
        <p14:creationId xmlns:p14="http://schemas.microsoft.com/office/powerpoint/2010/main" val="37428020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BDBEA-0CE9-F5E1-B3AB-C63A574AFD1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AE1DFF3-C252-F86B-085F-D8DA7CDD85D1}"/>
              </a:ext>
            </a:extLst>
          </p:cNvPr>
          <p:cNvSpPr>
            <a:spLocks noGrp="1"/>
          </p:cNvSpPr>
          <p:nvPr>
            <p:ph type="body" sz="quarter" idx="16"/>
          </p:nvPr>
        </p:nvSpPr>
        <p:spPr>
          <a:xfrm>
            <a:off x="6122839" y="3715469"/>
            <a:ext cx="11160126" cy="4200146"/>
          </a:xfrm>
        </p:spPr>
        <p:txBody>
          <a:bodyPr anchor="ctr"/>
          <a:lstStyle/>
          <a:p>
            <a:pPr algn="ctr"/>
            <a:r>
              <a:rPr lang="en-GB" b="1" noProof="0" dirty="0">
                <a:latin typeface="Fira Sans Light" panose="020B0403050000020004" pitchFamily="34" charset="0"/>
              </a:rPr>
              <a:t>Moving Forward and Part 2</a:t>
            </a:r>
          </a:p>
        </p:txBody>
      </p:sp>
    </p:spTree>
    <p:extLst>
      <p:ext uri="{BB962C8B-B14F-4D97-AF65-F5344CB8AC3E}">
        <p14:creationId xmlns:p14="http://schemas.microsoft.com/office/powerpoint/2010/main" val="4240702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5D3A8-8F8B-22C2-DC2B-0B7E38610AB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726A489-A3AB-7E81-EF6B-F1A5EF65B5E5}"/>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44</a:t>
            </a:fld>
            <a:endParaRPr lang="en-GB" noProof="0"/>
          </a:p>
        </p:txBody>
      </p:sp>
      <p:sp>
        <p:nvSpPr>
          <p:cNvPr id="10" name="Text Placeholder 9">
            <a:extLst>
              <a:ext uri="{FF2B5EF4-FFF2-40B4-BE49-F238E27FC236}">
                <a16:creationId xmlns:a16="http://schemas.microsoft.com/office/drawing/2014/main" id="{191A3925-6712-2B0A-4984-C119C216D840}"/>
              </a:ext>
            </a:extLst>
          </p:cNvPr>
          <p:cNvSpPr>
            <a:spLocks noGrp="1"/>
          </p:cNvSpPr>
          <p:nvPr>
            <p:ph type="body" sz="quarter" idx="13"/>
          </p:nvPr>
        </p:nvSpPr>
        <p:spPr>
          <a:xfrm>
            <a:off x="533709" y="6028362"/>
            <a:ext cx="5216526" cy="3536261"/>
          </a:xfrm>
        </p:spPr>
        <p:txBody>
          <a:bodyPr anchor="ctr"/>
          <a:lstStyle/>
          <a:p>
            <a:pPr algn="ctr"/>
            <a:r>
              <a:rPr lang="en-GB" sz="3200" dirty="0">
                <a:latin typeface="Fira Sans" panose="020B0503050000020004" pitchFamily="34" charset="0"/>
              </a:rPr>
              <a:t>Data and decisions</a:t>
            </a:r>
            <a:endParaRPr lang="en-GB" sz="3200" noProof="0" dirty="0">
              <a:latin typeface="Fira Sans" panose="020B0503050000020004" pitchFamily="34" charset="0"/>
            </a:endParaRPr>
          </a:p>
        </p:txBody>
      </p:sp>
      <p:sp>
        <p:nvSpPr>
          <p:cNvPr id="5" name="Title 1">
            <a:extLst>
              <a:ext uri="{FF2B5EF4-FFF2-40B4-BE49-F238E27FC236}">
                <a16:creationId xmlns:a16="http://schemas.microsoft.com/office/drawing/2014/main" id="{2F9BB55B-FD0C-79E9-DF2D-A7BCBA9E1FDF}"/>
              </a:ext>
            </a:extLst>
          </p:cNvPr>
          <p:cNvSpPr>
            <a:spLocks noGrp="1"/>
          </p:cNvSpPr>
          <p:nvPr>
            <p:ph type="title"/>
          </p:nvPr>
        </p:nvSpPr>
        <p:spPr>
          <a:xfrm>
            <a:off x="508649" y="3609563"/>
            <a:ext cx="5241586" cy="3062106"/>
          </a:xfrm>
        </p:spPr>
        <p:txBody>
          <a:bodyPr vert="horz" wrap="square" lIns="0" tIns="0" rIns="0" bIns="0" rtlCol="0" anchor="t" anchorCtr="0">
            <a:normAutofit/>
          </a:bodyPr>
          <a:lstStyle/>
          <a:p>
            <a:pPr algn="ctr"/>
            <a:r>
              <a:rPr lang="en-GB" sz="5400" dirty="0">
                <a:latin typeface="Fira Sans" panose="020B0503050000020004" pitchFamily="34" charset="0"/>
              </a:rPr>
              <a:t>What you need to do now</a:t>
            </a:r>
            <a:endParaRPr lang="en-GB" sz="5400" kern="1200" noProof="0" dirty="0">
              <a:ln w="9525">
                <a:noFill/>
              </a:ln>
              <a:latin typeface="Fira Sans" panose="020B0503050000020004" pitchFamily="34" charset="0"/>
            </a:endParaRPr>
          </a:p>
        </p:txBody>
      </p:sp>
      <p:sp>
        <p:nvSpPr>
          <p:cNvPr id="2" name="TextBox 1">
            <a:extLst>
              <a:ext uri="{FF2B5EF4-FFF2-40B4-BE49-F238E27FC236}">
                <a16:creationId xmlns:a16="http://schemas.microsoft.com/office/drawing/2014/main" id="{0149AB80-CC43-1C95-F269-8BA70F5FC9D7}"/>
              </a:ext>
            </a:extLst>
          </p:cNvPr>
          <p:cNvSpPr txBox="1"/>
          <p:nvPr/>
        </p:nvSpPr>
        <p:spPr>
          <a:xfrm>
            <a:off x="7424165" y="1982775"/>
            <a:ext cx="7047739" cy="7458452"/>
          </a:xfrm>
          <a:prstGeom prst="rect">
            <a:avLst/>
          </a:prstGeom>
          <a:noFill/>
        </p:spPr>
        <p:txBody>
          <a:bodyPr wrap="square">
            <a:spAutoFit/>
          </a:bodyPr>
          <a:lstStyle/>
          <a:p>
            <a:pPr defTabSz="1828800" fontAlgn="t">
              <a:spcAft>
                <a:spcPts val="1400"/>
              </a:spcAft>
              <a:buClr>
                <a:srgbClr val="EB0000"/>
              </a:buClr>
            </a:pPr>
            <a:r>
              <a:rPr lang="en-GB" sz="3600" dirty="0">
                <a:latin typeface="Fira Sans" panose="020B0503050000020004" pitchFamily="34" charset="0"/>
              </a:rPr>
              <a:t>Data to provide</a:t>
            </a:r>
          </a:p>
          <a:p>
            <a:pPr marL="571500" indent="-571500" defTabSz="1828800" fontAlgn="t">
              <a:spcAft>
                <a:spcPts val="1400"/>
              </a:spcAft>
              <a:buClr>
                <a:srgbClr val="EB0000"/>
              </a:buClr>
              <a:buFont typeface="Aktiv Grotesk" panose="020B0604020202020204" pitchFamily="34" charset="0"/>
              <a:buChar char="•"/>
            </a:pPr>
            <a:endParaRPr lang="en-GB" sz="3600" dirty="0">
              <a:latin typeface="Fira Sans" panose="020B0503050000020004" pitchFamily="34" charset="0"/>
            </a:endParaRPr>
          </a:p>
          <a:p>
            <a:pPr marL="571500" indent="-571500" defTabSz="1828800" fontAlgn="t">
              <a:spcAft>
                <a:spcPts val="1400"/>
              </a:spcAft>
              <a:buClr>
                <a:srgbClr val="EB0000"/>
              </a:buClr>
              <a:buFont typeface="Aktiv Grotesk" panose="020B0604020202020204" pitchFamily="34" charset="0"/>
              <a:buChar char="•"/>
            </a:pPr>
            <a:r>
              <a:rPr lang="en-GB" sz="3600" dirty="0">
                <a:latin typeface="Fira Sans" panose="020B0503050000020004" pitchFamily="34" charset="0"/>
              </a:rPr>
              <a:t>SA confirmation from </a:t>
            </a:r>
            <a:r>
              <a:rPr lang="en-GB" sz="3600" dirty="0" err="1">
                <a:latin typeface="Fira Sans" panose="020B0503050000020004" pitchFamily="34" charset="0"/>
              </a:rPr>
              <a:t>Bluesource</a:t>
            </a:r>
            <a:r>
              <a:rPr lang="en-GB" sz="3600" dirty="0">
                <a:latin typeface="Fira Sans" panose="020B0503050000020004" pitchFamily="34" charset="0"/>
              </a:rPr>
              <a:t> (unblocks BYOL modelling)</a:t>
            </a:r>
          </a:p>
          <a:p>
            <a:pPr marL="571500" indent="-571500" defTabSz="1828800" fontAlgn="t">
              <a:spcAft>
                <a:spcPts val="1400"/>
              </a:spcAft>
              <a:buClr>
                <a:srgbClr val="EB0000"/>
              </a:buClr>
              <a:buFont typeface="Aktiv Grotesk" panose="020B0604020202020204" pitchFamily="34" charset="0"/>
              <a:buChar char="•"/>
            </a:pPr>
            <a:r>
              <a:rPr lang="en-GB" sz="3600" dirty="0">
                <a:latin typeface="Fira Sans" panose="020B0503050000020004" pitchFamily="34" charset="0"/>
              </a:rPr>
              <a:t>Broadcom VCF subscription quote (completes cost of doing nothing)</a:t>
            </a:r>
          </a:p>
          <a:p>
            <a:pPr marL="571500" indent="-571500" defTabSz="1828800" fontAlgn="t">
              <a:spcAft>
                <a:spcPts val="1400"/>
              </a:spcAft>
              <a:buClr>
                <a:srgbClr val="EB0000"/>
              </a:buClr>
              <a:buFont typeface="Aktiv Grotesk" panose="020B0604020202020204" pitchFamily="34" charset="0"/>
              <a:buChar char="•"/>
            </a:pPr>
            <a:r>
              <a:rPr lang="en-GB" sz="3600" dirty="0">
                <a:latin typeface="Fira Sans" panose="020B0503050000020004" pitchFamily="34" charset="0"/>
              </a:rPr>
              <a:t>MOL B-cluster DMA access (largest database, currently sized from hardware spec only)</a:t>
            </a:r>
          </a:p>
        </p:txBody>
      </p:sp>
      <p:sp>
        <p:nvSpPr>
          <p:cNvPr id="3" name="TextBox 2">
            <a:extLst>
              <a:ext uri="{FF2B5EF4-FFF2-40B4-BE49-F238E27FC236}">
                <a16:creationId xmlns:a16="http://schemas.microsoft.com/office/drawing/2014/main" id="{6CF84058-421F-8E28-EE84-440D2C3A3409}"/>
              </a:ext>
            </a:extLst>
          </p:cNvPr>
          <p:cNvSpPr txBox="1"/>
          <p:nvPr/>
        </p:nvSpPr>
        <p:spPr>
          <a:xfrm>
            <a:off x="15440405" y="1982775"/>
            <a:ext cx="8175499" cy="7817525"/>
          </a:xfrm>
          <a:prstGeom prst="rect">
            <a:avLst/>
          </a:prstGeom>
          <a:noFill/>
        </p:spPr>
        <p:txBody>
          <a:bodyPr wrap="square">
            <a:spAutoFit/>
          </a:bodyPr>
          <a:lstStyle/>
          <a:p>
            <a:pPr defTabSz="1828800" fontAlgn="t">
              <a:spcAft>
                <a:spcPts val="1400"/>
              </a:spcAft>
              <a:buClr>
                <a:srgbClr val="EB0000"/>
              </a:buClr>
            </a:pPr>
            <a:r>
              <a:rPr lang="en-GB" sz="3600" dirty="0">
                <a:latin typeface="Fira Sans" panose="020B0503050000020004" pitchFamily="34" charset="0"/>
              </a:rPr>
              <a:t>Decisions to make</a:t>
            </a:r>
          </a:p>
          <a:p>
            <a:pPr defTabSz="1828800" fontAlgn="t">
              <a:spcAft>
                <a:spcPts val="1400"/>
              </a:spcAft>
              <a:buClr>
                <a:srgbClr val="EB0000"/>
              </a:buClr>
            </a:pPr>
            <a:endParaRPr lang="en-GB" sz="3600" dirty="0">
              <a:latin typeface="Fira Sans" panose="020B0503050000020004" pitchFamily="34" charset="0"/>
            </a:endParaRPr>
          </a:p>
          <a:p>
            <a:pPr marL="571500" indent="-571500" defTabSz="1828800" fontAlgn="t">
              <a:spcAft>
                <a:spcPts val="1400"/>
              </a:spcAft>
              <a:buClr>
                <a:srgbClr val="EB0000"/>
              </a:buClr>
              <a:buFont typeface="Aktiv Grotesk" panose="020B0604020202020204" pitchFamily="34" charset="0"/>
              <a:buChar char="•"/>
            </a:pPr>
            <a:r>
              <a:rPr lang="en-GB" sz="3600" dirty="0">
                <a:latin typeface="Fira Sans" panose="020B0503050000020004" pitchFamily="34" charset="0"/>
              </a:rPr>
              <a:t>Primary platform (this assessment recommends AWS)</a:t>
            </a:r>
          </a:p>
          <a:p>
            <a:pPr marL="571500" indent="-571500" defTabSz="1828800" fontAlgn="t">
              <a:spcAft>
                <a:spcPts val="1400"/>
              </a:spcAft>
              <a:buClr>
                <a:srgbClr val="EB0000"/>
              </a:buClr>
              <a:buFont typeface="Aktiv Grotesk" panose="020B0604020202020204" pitchFamily="34" charset="0"/>
              <a:buChar char="•"/>
            </a:pPr>
            <a:r>
              <a:rPr lang="en-GB" sz="3600" dirty="0" err="1">
                <a:latin typeface="Fira Sans" panose="020B0503050000020004" pitchFamily="34" charset="0"/>
              </a:rPr>
              <a:t>Atex</a:t>
            </a:r>
            <a:r>
              <a:rPr lang="en-GB" sz="3600" dirty="0">
                <a:latin typeface="Fira Sans" panose="020B0503050000020004" pitchFamily="34" charset="0"/>
              </a:rPr>
              <a:t> vendor engagement on unicast support</a:t>
            </a:r>
          </a:p>
          <a:p>
            <a:pPr marL="571500" indent="-571500" defTabSz="1828800" fontAlgn="t">
              <a:spcAft>
                <a:spcPts val="1400"/>
              </a:spcAft>
              <a:buClr>
                <a:srgbClr val="EB0000"/>
              </a:buClr>
              <a:buFont typeface="Aktiv Grotesk" panose="020B0604020202020204" pitchFamily="34" charset="0"/>
              <a:buChar char="•"/>
            </a:pPr>
            <a:r>
              <a:rPr lang="en-GB" sz="3600" dirty="0">
                <a:latin typeface="Fira Sans" panose="020B0503050000020004" pitchFamily="34" charset="0"/>
              </a:rPr>
              <a:t>Oracle path: </a:t>
            </a:r>
            <a:r>
              <a:rPr lang="en-GB" sz="3600" dirty="0" err="1">
                <a:latin typeface="Fira Sans" panose="020B0503050000020004" pitchFamily="34" charset="0"/>
              </a:rPr>
              <a:t>Exadata@Cloud</a:t>
            </a:r>
            <a:r>
              <a:rPr lang="en-GB" sz="3600" dirty="0">
                <a:latin typeface="Fira Sans" panose="020B0503050000020004" pitchFamily="34" charset="0"/>
              </a:rPr>
              <a:t> now, PostgreSQL timing for Phase 2</a:t>
            </a:r>
          </a:p>
          <a:p>
            <a:pPr marL="571500" indent="-571500" defTabSz="1828800" fontAlgn="t">
              <a:spcAft>
                <a:spcPts val="1400"/>
              </a:spcAft>
              <a:buClr>
                <a:srgbClr val="EB0000"/>
              </a:buClr>
              <a:buFont typeface="Aktiv Grotesk" panose="020B0604020202020204" pitchFamily="34" charset="0"/>
              <a:buChar char="•"/>
            </a:pPr>
            <a:r>
              <a:rPr lang="en-GB" sz="3600" dirty="0">
                <a:latin typeface="Fira Sans" panose="020B0503050000020004" pitchFamily="34" charset="0"/>
              </a:rPr>
              <a:t>Day 2 operating model (partner-assisted with upskilling)</a:t>
            </a:r>
          </a:p>
          <a:p>
            <a:pPr marL="571500" indent="-571500" defTabSz="1828800" fontAlgn="t">
              <a:spcAft>
                <a:spcPts val="1400"/>
              </a:spcAft>
              <a:buClr>
                <a:srgbClr val="EB0000"/>
              </a:buClr>
              <a:buFont typeface="Aktiv Grotesk" panose="020B0604020202020204" pitchFamily="34" charset="0"/>
              <a:buChar char="•"/>
            </a:pPr>
            <a:r>
              <a:rPr lang="en-GB" sz="3600" dirty="0">
                <a:latin typeface="Fira Sans" panose="020B0503050000020004" pitchFamily="34" charset="0"/>
              </a:rPr>
              <a:t>CPO and CTO joint sponsorship for Mail Online</a:t>
            </a:r>
            <a:endParaRPr lang="en-GB" sz="3600" noProof="0" dirty="0">
              <a:latin typeface="Fira Sans" panose="020B0503050000020004" pitchFamily="34" charset="0"/>
            </a:endParaRPr>
          </a:p>
        </p:txBody>
      </p:sp>
    </p:spTree>
    <p:extLst>
      <p:ext uri="{BB962C8B-B14F-4D97-AF65-F5344CB8AC3E}">
        <p14:creationId xmlns:p14="http://schemas.microsoft.com/office/powerpoint/2010/main" val="22980656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ECC5E-FDFD-3533-E973-5BD06E774B8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F46896A-0D31-5322-ED74-6C607EB91D57}"/>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45</a:t>
            </a:fld>
            <a:endParaRPr lang="en-GB" noProof="0"/>
          </a:p>
        </p:txBody>
      </p:sp>
      <p:sp>
        <p:nvSpPr>
          <p:cNvPr id="10" name="Text Placeholder 9">
            <a:extLst>
              <a:ext uri="{FF2B5EF4-FFF2-40B4-BE49-F238E27FC236}">
                <a16:creationId xmlns:a16="http://schemas.microsoft.com/office/drawing/2014/main" id="{3CE5B241-B260-C5AC-BAFD-EF7391ABBDC3}"/>
              </a:ext>
            </a:extLst>
          </p:cNvPr>
          <p:cNvSpPr>
            <a:spLocks noGrp="1"/>
          </p:cNvSpPr>
          <p:nvPr>
            <p:ph type="body" sz="quarter" idx="13"/>
          </p:nvPr>
        </p:nvSpPr>
        <p:spPr>
          <a:xfrm>
            <a:off x="533709" y="6028362"/>
            <a:ext cx="5216526" cy="3536261"/>
          </a:xfrm>
        </p:spPr>
        <p:txBody>
          <a:bodyPr anchor="ctr"/>
          <a:lstStyle/>
          <a:p>
            <a:pPr algn="ctr"/>
            <a:r>
              <a:rPr lang="en-GB" sz="3200" dirty="0">
                <a:latin typeface="Fira Sans" panose="020B0503050000020004" pitchFamily="34" charset="0"/>
              </a:rPr>
              <a:t>From assessment to migration plan</a:t>
            </a:r>
            <a:endParaRPr lang="en-GB" sz="3200" noProof="0" dirty="0">
              <a:latin typeface="Fira Sans" panose="020B0503050000020004" pitchFamily="34" charset="0"/>
            </a:endParaRPr>
          </a:p>
        </p:txBody>
      </p:sp>
      <p:sp>
        <p:nvSpPr>
          <p:cNvPr id="5" name="Title 1">
            <a:extLst>
              <a:ext uri="{FF2B5EF4-FFF2-40B4-BE49-F238E27FC236}">
                <a16:creationId xmlns:a16="http://schemas.microsoft.com/office/drawing/2014/main" id="{9C7D1CD1-3791-40A5-2547-73556686B41B}"/>
              </a:ext>
            </a:extLst>
          </p:cNvPr>
          <p:cNvSpPr>
            <a:spLocks noGrp="1"/>
          </p:cNvSpPr>
          <p:nvPr>
            <p:ph type="title"/>
          </p:nvPr>
        </p:nvSpPr>
        <p:spPr>
          <a:xfrm>
            <a:off x="508649" y="3609563"/>
            <a:ext cx="5241586" cy="3062106"/>
          </a:xfrm>
        </p:spPr>
        <p:txBody>
          <a:bodyPr vert="horz" wrap="square" lIns="0" tIns="0" rIns="0" bIns="0" rtlCol="0" anchor="t" anchorCtr="0">
            <a:normAutofit/>
          </a:bodyPr>
          <a:lstStyle/>
          <a:p>
            <a:pPr algn="ctr"/>
            <a:r>
              <a:rPr lang="en-GB" sz="5400" dirty="0">
                <a:latin typeface="Fira Sans" panose="020B0503050000020004" pitchFamily="34" charset="0"/>
              </a:rPr>
              <a:t>Phase 2 entry point</a:t>
            </a:r>
            <a:endParaRPr lang="en-GB" sz="5400" kern="1200" noProof="0" dirty="0">
              <a:ln w="9525">
                <a:noFill/>
              </a:ln>
              <a:latin typeface="Fira Sans" panose="020B0503050000020004" pitchFamily="34" charset="0"/>
            </a:endParaRPr>
          </a:p>
        </p:txBody>
      </p:sp>
      <p:sp>
        <p:nvSpPr>
          <p:cNvPr id="6" name="TextBox 5">
            <a:extLst>
              <a:ext uri="{FF2B5EF4-FFF2-40B4-BE49-F238E27FC236}">
                <a16:creationId xmlns:a16="http://schemas.microsoft.com/office/drawing/2014/main" id="{96DA1012-AA8A-567A-F1EE-138B84859202}"/>
              </a:ext>
            </a:extLst>
          </p:cNvPr>
          <p:cNvSpPr txBox="1"/>
          <p:nvPr/>
        </p:nvSpPr>
        <p:spPr>
          <a:xfrm>
            <a:off x="6899911" y="1475374"/>
            <a:ext cx="16344137" cy="10392589"/>
          </a:xfrm>
          <a:prstGeom prst="rect">
            <a:avLst/>
          </a:prstGeom>
          <a:noFill/>
        </p:spPr>
        <p:txBody>
          <a:bodyPr wrap="square">
            <a:spAutoFit/>
          </a:bodyPr>
          <a:lstStyle/>
          <a:p>
            <a:pPr marL="571500" indent="-571500" defTabSz="1828800" fontAlgn="t">
              <a:spcAft>
                <a:spcPts val="1400"/>
              </a:spcAft>
              <a:buClr>
                <a:srgbClr val="EB0000"/>
              </a:buClr>
              <a:buFont typeface="Aktiv Grotesk" panose="020B0604020202020204" pitchFamily="34" charset="0"/>
              <a:buChar char="•"/>
            </a:pPr>
            <a:r>
              <a:rPr lang="en-GB" sz="3600" b="1" dirty="0">
                <a:latin typeface="Fira Sans" panose="020B0503050000020004" pitchFamily="34" charset="0"/>
              </a:rPr>
              <a:t>Discovery and profiling </a:t>
            </a:r>
            <a:r>
              <a:rPr lang="en-GB" sz="3600" dirty="0">
                <a:latin typeface="Fira Sans" panose="020B0503050000020004" pitchFamily="34" charset="0"/>
              </a:rPr>
              <a:t>Extend to full 4,500+ estate. MOL B-cluster DMA. Deep performance profiling. Per-application 7R classification.</a:t>
            </a:r>
          </a:p>
          <a:p>
            <a:pPr marL="571500" indent="-571500" defTabSz="1828800" fontAlgn="t">
              <a:spcAft>
                <a:spcPts val="1400"/>
              </a:spcAft>
              <a:buClr>
                <a:srgbClr val="EB0000"/>
              </a:buClr>
              <a:buFont typeface="Aktiv Grotesk" panose="020B0604020202020204" pitchFamily="34" charset="0"/>
              <a:buChar char="•"/>
            </a:pPr>
            <a:endParaRPr lang="en-GB" sz="3600" b="1" dirty="0">
              <a:latin typeface="Fira Sans" panose="020B0503050000020004" pitchFamily="34" charset="0"/>
            </a:endParaRPr>
          </a:p>
          <a:p>
            <a:pPr marL="571500" indent="-571500" defTabSz="1828800" fontAlgn="t">
              <a:spcAft>
                <a:spcPts val="1400"/>
              </a:spcAft>
              <a:buClr>
                <a:srgbClr val="EB0000"/>
              </a:buClr>
              <a:buFont typeface="Aktiv Grotesk" panose="020B0604020202020204" pitchFamily="34" charset="0"/>
              <a:buChar char="•"/>
            </a:pPr>
            <a:r>
              <a:rPr lang="en-GB" sz="3600" b="1" dirty="0">
                <a:latin typeface="Fira Sans" panose="020B0503050000020004" pitchFamily="34" charset="0"/>
              </a:rPr>
              <a:t>Architecture and design </a:t>
            </a:r>
            <a:r>
              <a:rPr lang="en-GB" sz="3600" dirty="0">
                <a:latin typeface="Fira Sans" panose="020B0503050000020004" pitchFamily="34" charset="0"/>
              </a:rPr>
              <a:t>Landing zone design. Security posture assessment. Network and load balancer modernisation. </a:t>
            </a:r>
            <a:r>
              <a:rPr lang="en-GB" sz="3600" dirty="0" err="1">
                <a:latin typeface="Fira Sans" panose="020B0503050000020004" pitchFamily="34" charset="0"/>
              </a:rPr>
              <a:t>Guardicore</a:t>
            </a:r>
            <a:r>
              <a:rPr lang="en-GB" sz="3600" dirty="0">
                <a:latin typeface="Fira Sans" panose="020B0503050000020004" pitchFamily="34" charset="0"/>
              </a:rPr>
              <a:t> policy migration.</a:t>
            </a:r>
          </a:p>
          <a:p>
            <a:pPr marL="571500" indent="-571500" defTabSz="1828800" fontAlgn="t">
              <a:spcAft>
                <a:spcPts val="1400"/>
              </a:spcAft>
              <a:buClr>
                <a:srgbClr val="EB0000"/>
              </a:buClr>
              <a:buFont typeface="Aktiv Grotesk" panose="020B0604020202020204" pitchFamily="34" charset="0"/>
              <a:buChar char="•"/>
            </a:pPr>
            <a:endParaRPr lang="en-GB" sz="3600" b="1" dirty="0">
              <a:latin typeface="Fira Sans" panose="020B0503050000020004" pitchFamily="34" charset="0"/>
            </a:endParaRPr>
          </a:p>
          <a:p>
            <a:pPr marL="571500" indent="-571500" defTabSz="1828800" fontAlgn="t">
              <a:spcAft>
                <a:spcPts val="1400"/>
              </a:spcAft>
              <a:buClr>
                <a:srgbClr val="EB0000"/>
              </a:buClr>
              <a:buFont typeface="Aktiv Grotesk" panose="020B0604020202020204" pitchFamily="34" charset="0"/>
              <a:buChar char="•"/>
            </a:pPr>
            <a:r>
              <a:rPr lang="en-GB" sz="3600" b="1" dirty="0">
                <a:latin typeface="Fira Sans" panose="020B0503050000020004" pitchFamily="34" charset="0"/>
              </a:rPr>
              <a:t>Data and modernisation </a:t>
            </a:r>
            <a:r>
              <a:rPr lang="en-GB" sz="3600" dirty="0">
                <a:latin typeface="Fira Sans" panose="020B0503050000020004" pitchFamily="34" charset="0"/>
              </a:rPr>
              <a:t>Oracle modernisation assessment (highest-value workstream). SQL Server per-instance assessment. PostgreSQL feasibility</a:t>
            </a:r>
            <a:r>
              <a:rPr lang="en-GB" sz="3600" b="1" dirty="0">
                <a:latin typeface="Fira Sans" panose="020B0503050000020004" pitchFamily="34" charset="0"/>
              </a:rPr>
              <a:t>.</a:t>
            </a:r>
          </a:p>
          <a:p>
            <a:pPr marL="571500" indent="-571500" defTabSz="1828800" fontAlgn="t">
              <a:spcAft>
                <a:spcPts val="1400"/>
              </a:spcAft>
              <a:buClr>
                <a:srgbClr val="EB0000"/>
              </a:buClr>
              <a:buFont typeface="Aktiv Grotesk" panose="020B0604020202020204" pitchFamily="34" charset="0"/>
              <a:buChar char="•"/>
            </a:pPr>
            <a:endParaRPr lang="en-GB" sz="3600" b="1" dirty="0">
              <a:latin typeface="Fira Sans" panose="020B0503050000020004" pitchFamily="34" charset="0"/>
            </a:endParaRPr>
          </a:p>
          <a:p>
            <a:pPr marL="571500" indent="-571500" defTabSz="1828800" fontAlgn="t">
              <a:spcAft>
                <a:spcPts val="1400"/>
              </a:spcAft>
              <a:buClr>
                <a:srgbClr val="EB0000"/>
              </a:buClr>
              <a:buFont typeface="Aktiv Grotesk" panose="020B0604020202020204" pitchFamily="34" charset="0"/>
              <a:buChar char="•"/>
            </a:pPr>
            <a:r>
              <a:rPr lang="en-GB" sz="3600" b="1" dirty="0">
                <a:latin typeface="Fira Sans" panose="020B0503050000020004" pitchFamily="34" charset="0"/>
              </a:rPr>
              <a:t>Planning and governance </a:t>
            </a:r>
            <a:r>
              <a:rPr lang="en-GB" sz="3600" dirty="0">
                <a:latin typeface="Fira Sans" panose="020B0503050000020004" pitchFamily="34" charset="0"/>
              </a:rPr>
              <a:t>Cohort sequencing with timeline. Co-migration group scheduling. Dual-run cost modelling. Cloud Platform Team formation. Staff training roadmap.</a:t>
            </a:r>
          </a:p>
          <a:p>
            <a:pPr marL="571500" indent="-571500" defTabSz="1828800" fontAlgn="t">
              <a:spcAft>
                <a:spcPts val="1400"/>
              </a:spcAft>
              <a:buClr>
                <a:srgbClr val="EB0000"/>
              </a:buClr>
              <a:buFont typeface="Aktiv Grotesk" panose="020B0604020202020204" pitchFamily="34" charset="0"/>
              <a:buChar char="•"/>
            </a:pPr>
            <a:endParaRPr lang="en-GB" sz="3600" b="1" dirty="0">
              <a:latin typeface="Fira Sans" panose="020B0503050000020004" pitchFamily="34" charset="0"/>
            </a:endParaRPr>
          </a:p>
          <a:p>
            <a:pPr marL="571500" indent="-571500" defTabSz="1828800" fontAlgn="t">
              <a:spcAft>
                <a:spcPts val="1400"/>
              </a:spcAft>
              <a:buClr>
                <a:srgbClr val="EB0000"/>
              </a:buClr>
              <a:buFont typeface="Aktiv Grotesk" panose="020B0604020202020204" pitchFamily="34" charset="0"/>
              <a:buChar char="•"/>
            </a:pPr>
            <a:r>
              <a:rPr lang="en-GB" sz="3600" b="1" dirty="0">
                <a:latin typeface="Fira Sans" panose="020B0503050000020004" pitchFamily="34" charset="0"/>
              </a:rPr>
              <a:t>Bottom line: </a:t>
            </a:r>
            <a:r>
              <a:rPr lang="en-GB" sz="3600" dirty="0">
                <a:latin typeface="Fira Sans" panose="020B0503050000020004" pitchFamily="34" charset="0"/>
              </a:rPr>
              <a:t>Phase 2 is a separately proposed engagement. It turns this report into a concrete migration plan. It does not execute migration.</a:t>
            </a:r>
            <a:endParaRPr lang="en-GB" sz="3600" noProof="0" dirty="0">
              <a:latin typeface="Fira Sans" panose="020B0503050000020004" pitchFamily="34" charset="0"/>
            </a:endParaRPr>
          </a:p>
        </p:txBody>
      </p:sp>
    </p:spTree>
    <p:extLst>
      <p:ext uri="{BB962C8B-B14F-4D97-AF65-F5344CB8AC3E}">
        <p14:creationId xmlns:p14="http://schemas.microsoft.com/office/powerpoint/2010/main" val="31873144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664A3-0BAF-3C29-662A-F13BF64FABF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34F41C5-ED8C-324F-AFDC-EDA6FF552217}"/>
              </a:ext>
            </a:extLst>
          </p:cNvPr>
          <p:cNvSpPr>
            <a:spLocks noGrp="1"/>
          </p:cNvSpPr>
          <p:nvPr>
            <p:ph type="title"/>
          </p:nvPr>
        </p:nvSpPr>
        <p:spPr/>
        <p:txBody>
          <a:bodyPr/>
          <a:lstStyle/>
          <a:p>
            <a:r>
              <a:rPr lang="en-GB" dirty="0"/>
              <a:t>Indicative timeline</a:t>
            </a:r>
          </a:p>
        </p:txBody>
      </p:sp>
      <p:sp>
        <p:nvSpPr>
          <p:cNvPr id="4" name="Slide Number Placeholder 3">
            <a:extLst>
              <a:ext uri="{FF2B5EF4-FFF2-40B4-BE49-F238E27FC236}">
                <a16:creationId xmlns:a16="http://schemas.microsoft.com/office/drawing/2014/main" id="{EBB272EC-310E-F466-C142-AE3F0077C418}"/>
              </a:ext>
            </a:extLst>
          </p:cNvPr>
          <p:cNvSpPr>
            <a:spLocks noGrp="1"/>
          </p:cNvSpPr>
          <p:nvPr>
            <p:ph type="sldNum" sz="quarter" idx="4"/>
          </p:nvPr>
        </p:nvSpPr>
        <p:spPr/>
        <p:txBody>
          <a:bodyPr/>
          <a:lstStyle/>
          <a:p>
            <a:fld id="{762E77F0-FB5B-4E8E-9BC9-34F14560A017}" type="slidenum">
              <a:rPr lang="en-US" smtClean="0"/>
              <a:pPr/>
              <a:t>46</a:t>
            </a:fld>
            <a:endParaRPr lang="en-US"/>
          </a:p>
        </p:txBody>
      </p:sp>
      <p:sp>
        <p:nvSpPr>
          <p:cNvPr id="7" name="TextBox 6">
            <a:extLst>
              <a:ext uri="{FF2B5EF4-FFF2-40B4-BE49-F238E27FC236}">
                <a16:creationId xmlns:a16="http://schemas.microsoft.com/office/drawing/2014/main" id="{C65B0B31-8E7C-6E89-9711-2FA74D033D4E}"/>
              </a:ext>
            </a:extLst>
          </p:cNvPr>
          <p:cNvSpPr txBox="1"/>
          <p:nvPr/>
        </p:nvSpPr>
        <p:spPr>
          <a:xfrm>
            <a:off x="1261872" y="3409801"/>
            <a:ext cx="18416016" cy="2677656"/>
          </a:xfrm>
          <a:prstGeom prst="rect">
            <a:avLst/>
          </a:prstGeom>
          <a:noFill/>
        </p:spPr>
        <p:txBody>
          <a:bodyPr wrap="square" rtlCol="0">
            <a:spAutoFit/>
          </a:bodyPr>
          <a:lstStyle/>
          <a:p>
            <a:pPr marL="285750" indent="-285750">
              <a:buFont typeface="Aktiv Grotesk" panose="020B0604020202020204" pitchFamily="34" charset="0"/>
              <a:buChar char="•"/>
            </a:pPr>
            <a:r>
              <a:rPr lang="en-GB" sz="2800" dirty="0"/>
              <a:t>Phase 2 (planning and design): 15 weeks, Q3 2026</a:t>
            </a:r>
          </a:p>
          <a:p>
            <a:pPr marL="285750" indent="-285750">
              <a:buFont typeface="Aktiv Grotesk" panose="020B0604020202020204" pitchFamily="34" charset="0"/>
              <a:buChar char="•"/>
            </a:pPr>
            <a:endParaRPr lang="en-GB" sz="2800" dirty="0"/>
          </a:p>
          <a:p>
            <a:pPr marL="285750" indent="-285750">
              <a:buFont typeface="Aktiv Grotesk" panose="020B0604020202020204" pitchFamily="34" charset="0"/>
              <a:buChar char="•"/>
            </a:pPr>
            <a:r>
              <a:rPr lang="en-GB" sz="2800" dirty="0"/>
              <a:t>Migration execution: Q4 2026 to Q3 2027 (13 months)</a:t>
            </a:r>
          </a:p>
          <a:p>
            <a:pPr marL="285750" indent="-285750">
              <a:buFont typeface="Aktiv Grotesk" panose="020B0604020202020204" pitchFamily="34" charset="0"/>
              <a:buChar char="•"/>
            </a:pPr>
            <a:endParaRPr lang="en-GB" sz="2800" dirty="0"/>
          </a:p>
          <a:p>
            <a:pPr marL="285750" indent="-285750">
              <a:buFont typeface="Aktiv Grotesk" panose="020B0604020202020204" pitchFamily="34" charset="0"/>
              <a:buChar char="•"/>
            </a:pPr>
            <a:r>
              <a:rPr lang="en-GB" sz="2800" dirty="0"/>
              <a:t>DC lease expiry: November 2027 (achievable if Phase 2 starts Q3 and critical decisions are made during planning)</a:t>
            </a:r>
            <a:endParaRPr lang="en-GB" sz="2800" b="1" dirty="0"/>
          </a:p>
        </p:txBody>
      </p:sp>
    </p:spTree>
    <p:extLst>
      <p:ext uri="{BB962C8B-B14F-4D97-AF65-F5344CB8AC3E}">
        <p14:creationId xmlns:p14="http://schemas.microsoft.com/office/powerpoint/2010/main" val="23604891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234D6-843F-A625-0E1E-384E38E98AD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1D04AE8-9F37-FD1E-8B3F-26FA8E8864DC}"/>
              </a:ext>
            </a:extLst>
          </p:cNvPr>
          <p:cNvSpPr>
            <a:spLocks noGrp="1"/>
          </p:cNvSpPr>
          <p:nvPr>
            <p:ph type="title"/>
          </p:nvPr>
        </p:nvSpPr>
        <p:spPr/>
        <p:txBody>
          <a:bodyPr/>
          <a:lstStyle/>
          <a:p>
            <a:r>
              <a:rPr lang="en-GB" dirty="0"/>
              <a:t>Hyperscaler guidance</a:t>
            </a:r>
          </a:p>
        </p:txBody>
      </p:sp>
      <p:sp>
        <p:nvSpPr>
          <p:cNvPr id="4" name="Slide Number Placeholder 3">
            <a:extLst>
              <a:ext uri="{FF2B5EF4-FFF2-40B4-BE49-F238E27FC236}">
                <a16:creationId xmlns:a16="http://schemas.microsoft.com/office/drawing/2014/main" id="{3CDED91F-43F1-7AAD-8F36-77B49DFC1BA3}"/>
              </a:ext>
            </a:extLst>
          </p:cNvPr>
          <p:cNvSpPr>
            <a:spLocks noGrp="1"/>
          </p:cNvSpPr>
          <p:nvPr>
            <p:ph type="sldNum" sz="quarter" idx="4"/>
          </p:nvPr>
        </p:nvSpPr>
        <p:spPr/>
        <p:txBody>
          <a:bodyPr/>
          <a:lstStyle/>
          <a:p>
            <a:fld id="{762E77F0-FB5B-4E8E-9BC9-34F14560A017}" type="slidenum">
              <a:rPr lang="en-US" smtClean="0"/>
              <a:pPr/>
              <a:t>47</a:t>
            </a:fld>
            <a:endParaRPr lang="en-US"/>
          </a:p>
        </p:txBody>
      </p:sp>
      <p:sp>
        <p:nvSpPr>
          <p:cNvPr id="7" name="TextBox 6">
            <a:extLst>
              <a:ext uri="{FF2B5EF4-FFF2-40B4-BE49-F238E27FC236}">
                <a16:creationId xmlns:a16="http://schemas.microsoft.com/office/drawing/2014/main" id="{CB3B8C02-3404-3AE7-455A-ADD05A394A50}"/>
              </a:ext>
            </a:extLst>
          </p:cNvPr>
          <p:cNvSpPr txBox="1"/>
          <p:nvPr/>
        </p:nvSpPr>
        <p:spPr>
          <a:xfrm>
            <a:off x="1261872" y="3409801"/>
            <a:ext cx="9582912" cy="5386090"/>
          </a:xfrm>
          <a:prstGeom prst="rect">
            <a:avLst/>
          </a:prstGeom>
          <a:noFill/>
        </p:spPr>
        <p:txBody>
          <a:bodyPr wrap="square" rtlCol="0">
            <a:spAutoFit/>
          </a:bodyPr>
          <a:lstStyle/>
          <a:p>
            <a:r>
              <a:rPr lang="en-GB" sz="2800" b="1" dirty="0"/>
              <a:t>Questions to ask each cloud</a:t>
            </a:r>
          </a:p>
          <a:p>
            <a:pPr marL="285750" indent="-285750">
              <a:buFont typeface="Aktiv Grotesk" panose="020B0604020202020204" pitchFamily="34" charset="0"/>
              <a:buChar char="•"/>
            </a:pPr>
            <a:endParaRPr lang="en-GB" sz="2800" dirty="0"/>
          </a:p>
          <a:p>
            <a:pPr marL="285750" indent="-285750">
              <a:buFont typeface="Aktiv Grotesk" panose="020B0604020202020204" pitchFamily="34" charset="0"/>
              <a:buChar char="•"/>
            </a:pPr>
            <a:r>
              <a:rPr lang="en-GB" sz="3200" dirty="0"/>
              <a:t>What is your answer for Oracle? (the whole path, not just the price)</a:t>
            </a:r>
          </a:p>
          <a:p>
            <a:pPr marL="285750" indent="-285750">
              <a:buFont typeface="Aktiv Grotesk" panose="020B0604020202020204" pitchFamily="34" charset="0"/>
              <a:buChar char="•"/>
            </a:pPr>
            <a:r>
              <a:rPr lang="en-GB" sz="3200" dirty="0"/>
              <a:t>How have you sized our workloads? (does their methodology match?)</a:t>
            </a:r>
          </a:p>
          <a:p>
            <a:pPr marL="285750" indent="-285750">
              <a:buFont typeface="Aktiv Grotesk" panose="020B0604020202020204" pitchFamily="34" charset="0"/>
              <a:buChar char="•"/>
            </a:pPr>
            <a:r>
              <a:rPr lang="en-GB" sz="3200" dirty="0"/>
              <a:t>What does BYOL look like for Server 2022? (only Azure AHB works without restrictions)</a:t>
            </a:r>
          </a:p>
          <a:p>
            <a:pPr marL="285750" indent="-285750">
              <a:buFont typeface="Aktiv Grotesk" panose="020B0604020202020204" pitchFamily="34" charset="0"/>
              <a:buChar char="•"/>
            </a:pPr>
            <a:r>
              <a:rPr lang="en-GB" sz="3200" dirty="0"/>
              <a:t>What is your commercial offer? (private pricing, credits, funded resources)</a:t>
            </a:r>
          </a:p>
          <a:p>
            <a:pPr marL="285750" indent="-285750">
              <a:buFont typeface="Aktiv Grotesk" panose="020B0604020202020204" pitchFamily="34" charset="0"/>
              <a:buChar char="•"/>
            </a:pPr>
            <a:r>
              <a:rPr lang="en-GB" sz="3200" dirty="0"/>
              <a:t>Who owns Day 2 operations?</a:t>
            </a:r>
            <a:endParaRPr lang="en-GB" sz="3200" b="1" dirty="0"/>
          </a:p>
        </p:txBody>
      </p:sp>
      <p:sp>
        <p:nvSpPr>
          <p:cNvPr id="2" name="TextBox 1">
            <a:extLst>
              <a:ext uri="{FF2B5EF4-FFF2-40B4-BE49-F238E27FC236}">
                <a16:creationId xmlns:a16="http://schemas.microsoft.com/office/drawing/2014/main" id="{4494EDA4-5135-6095-2609-F7FD8617C914}"/>
              </a:ext>
            </a:extLst>
          </p:cNvPr>
          <p:cNvSpPr txBox="1"/>
          <p:nvPr/>
        </p:nvSpPr>
        <p:spPr>
          <a:xfrm>
            <a:off x="12819890" y="2948136"/>
            <a:ext cx="9582912" cy="6309420"/>
          </a:xfrm>
          <a:prstGeom prst="rect">
            <a:avLst/>
          </a:prstGeom>
          <a:noFill/>
        </p:spPr>
        <p:txBody>
          <a:bodyPr wrap="square" rtlCol="0">
            <a:spAutoFit/>
          </a:bodyPr>
          <a:lstStyle/>
          <a:p>
            <a:endParaRPr lang="en-GB" sz="2800" dirty="0"/>
          </a:p>
          <a:p>
            <a:r>
              <a:rPr lang="en-GB" sz="2800" b="1" dirty="0"/>
              <a:t>Warning signs</a:t>
            </a:r>
          </a:p>
          <a:p>
            <a:pPr marL="285750" indent="-285750">
              <a:buFont typeface="Aktiv Grotesk" panose="020B0604020202020204" pitchFamily="34" charset="0"/>
              <a:buChar char="•"/>
            </a:pPr>
            <a:endParaRPr lang="en-GB" sz="2800" dirty="0"/>
          </a:p>
          <a:p>
            <a:pPr marL="285750" indent="-285750">
              <a:buFont typeface="Aktiv Grotesk" panose="020B0604020202020204" pitchFamily="34" charset="0"/>
              <a:buChar char="•"/>
            </a:pPr>
            <a:r>
              <a:rPr lang="en-GB" sz="3200" dirty="0"/>
              <a:t>All-5 self-ratings without Customer-specific justification</a:t>
            </a:r>
          </a:p>
          <a:p>
            <a:pPr marL="285750" indent="-285750">
              <a:buFont typeface="Aktiv Grotesk" panose="020B0604020202020204" pitchFamily="34" charset="0"/>
              <a:buChar char="•"/>
            </a:pPr>
            <a:r>
              <a:rPr lang="en-GB" sz="3200" dirty="0"/>
              <a:t>Cost figures that do not include Oracle, SQL licensing, or support</a:t>
            </a:r>
          </a:p>
          <a:p>
            <a:pPr marL="285750" indent="-285750">
              <a:buFont typeface="Aktiv Grotesk" panose="020B0604020202020204" pitchFamily="34" charset="0"/>
              <a:buChar char="•"/>
            </a:pPr>
            <a:r>
              <a:rPr lang="en-GB" sz="3200" dirty="0"/>
              <a:t>Sizing using only their own tool without independent validation</a:t>
            </a:r>
          </a:p>
          <a:p>
            <a:pPr marL="285750" indent="-285750">
              <a:buFont typeface="Aktiv Grotesk" panose="020B0604020202020204" pitchFamily="34" charset="0"/>
              <a:buChar char="•"/>
            </a:pPr>
            <a:r>
              <a:rPr lang="en-GB" sz="3200" dirty="0"/>
              <a:t>Year 1 savings claims without acknowledging dual-run cost</a:t>
            </a:r>
          </a:p>
          <a:p>
            <a:pPr marL="285750" indent="-285750">
              <a:buFont typeface="Aktiv Grotesk" panose="020B0604020202020204" pitchFamily="34" charset="0"/>
              <a:buChar char="•"/>
            </a:pPr>
            <a:r>
              <a:rPr lang="en-GB" sz="3200" dirty="0"/>
              <a:t>Proposals that ignore your Software Assurance status</a:t>
            </a:r>
            <a:endParaRPr lang="en-GB" sz="3200" b="1" dirty="0"/>
          </a:p>
        </p:txBody>
      </p:sp>
    </p:spTree>
    <p:extLst>
      <p:ext uri="{BB962C8B-B14F-4D97-AF65-F5344CB8AC3E}">
        <p14:creationId xmlns:p14="http://schemas.microsoft.com/office/powerpoint/2010/main" val="19087317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3F6B7D-9F2B-1D64-C1D6-061C3C9A7D69}"/>
              </a:ext>
            </a:extLst>
          </p:cNvPr>
          <p:cNvSpPr>
            <a:spLocks noGrp="1"/>
          </p:cNvSpPr>
          <p:nvPr>
            <p:ph type="sldNum" sz="quarter" idx="4"/>
          </p:nvPr>
        </p:nvSpPr>
        <p:spPr/>
        <p:txBody>
          <a:bodyPr/>
          <a:lstStyle/>
          <a:p>
            <a:fld id="{762E77F0-FB5B-4E8E-9BC9-34F14560A017}" type="slidenum">
              <a:rPr lang="en-US" smtClean="0"/>
              <a:pPr/>
              <a:t>48</a:t>
            </a:fld>
            <a:endParaRPr lang="en-US"/>
          </a:p>
        </p:txBody>
      </p:sp>
      <p:pic>
        <p:nvPicPr>
          <p:cNvPr id="4" name="Picture 3">
            <a:extLst>
              <a:ext uri="{FF2B5EF4-FFF2-40B4-BE49-F238E27FC236}">
                <a16:creationId xmlns:a16="http://schemas.microsoft.com/office/drawing/2014/main" id="{FEAD8882-BE4B-EE79-BAC2-0281377516D4}"/>
              </a:ext>
            </a:extLst>
          </p:cNvPr>
          <p:cNvPicPr>
            <a:picLocks noChangeAspect="1"/>
          </p:cNvPicPr>
          <p:nvPr/>
        </p:nvPicPr>
        <p:blipFill>
          <a:blip r:embed="rId2"/>
          <a:stretch>
            <a:fillRect/>
          </a:stretch>
        </p:blipFill>
        <p:spPr>
          <a:xfrm>
            <a:off x="0" y="0"/>
            <a:ext cx="24384000" cy="13716000"/>
          </a:xfrm>
          <a:prstGeom prst="rect">
            <a:avLst/>
          </a:prstGeom>
        </p:spPr>
      </p:pic>
    </p:spTree>
    <p:extLst>
      <p:ext uri="{BB962C8B-B14F-4D97-AF65-F5344CB8AC3E}">
        <p14:creationId xmlns:p14="http://schemas.microsoft.com/office/powerpoint/2010/main" val="95703097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NAME" val="CustomIcon"/>
</p:tagLst>
</file>

<file path=ppt/tags/tag6.xml><?xml version="1.0" encoding="utf-8"?>
<p:tagLst xmlns:a="http://schemas.openxmlformats.org/drawingml/2006/main" xmlns:r="http://schemas.openxmlformats.org/officeDocument/2006/relationships" xmlns:p="http://schemas.openxmlformats.org/presentationml/2006/main">
  <p:tag name="NAME" val="CustomIcon"/>
</p:tagLst>
</file>

<file path=ppt/tags/tag7.xml><?xml version="1.0" encoding="utf-8"?>
<p:tagLst xmlns:a="http://schemas.openxmlformats.org/drawingml/2006/main" xmlns:r="http://schemas.openxmlformats.org/officeDocument/2006/relationships" xmlns:p="http://schemas.openxmlformats.org/presentationml/2006/main">
  <p:tag name="NAME" val="CustomIcon"/>
</p:tagLst>
</file>

<file path=ppt/tags/tag8.xml><?xml version="1.0" encoding="utf-8"?>
<p:tagLst xmlns:a="http://schemas.openxmlformats.org/drawingml/2006/main" xmlns:r="http://schemas.openxmlformats.org/officeDocument/2006/relationships" xmlns:p="http://schemas.openxmlformats.org/presentationml/2006/main">
  <p:tag name="NAME" val="CustomIcon"/>
</p:tagLst>
</file>

<file path=ppt/tags/tag9.xml><?xml version="1.0" encoding="utf-8"?>
<p:tagLst xmlns:a="http://schemas.openxmlformats.org/drawingml/2006/main" xmlns:r="http://schemas.openxmlformats.org/officeDocument/2006/relationships" xmlns:p="http://schemas.openxmlformats.org/presentationml/2006/main">
  <p:tag name="NAME" val="CustomIcon"/>
</p:tagLst>
</file>

<file path=ppt/tags/tag10.xml><?xml version="1.0" encoding="utf-8"?>
<p:tagLst xmlns:a="http://schemas.openxmlformats.org/drawingml/2006/main" xmlns:r="http://schemas.openxmlformats.org/officeDocument/2006/relationships" xmlns:p="http://schemas.openxmlformats.org/presentationml/2006/main">
  <p:tag name="NAME" val="CustomIcon"/>
</p:tagLst>
</file>

<file path=ppt/tags/tag11.xml><?xml version="1.0" encoding="utf-8"?>
<p:tagLst xmlns:a="http://schemas.openxmlformats.org/drawingml/2006/main" xmlns:r="http://schemas.openxmlformats.org/officeDocument/2006/relationships" xmlns:p="http://schemas.openxmlformats.org/presentationml/2006/main">
  <p:tag name="NAME" val="CustomIcon"/>
</p:tagLst>
</file>

<file path=ppt/theme/theme1.xml><?xml version="1.0" encoding="utf-8"?>
<a:theme xmlns:a="http://schemas.openxmlformats.org/drawingml/2006/main" name="4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2.xml><?xml version="1.0" encoding="utf-8"?>
<a:theme xmlns:a="http://schemas.openxmlformats.org/drawingml/2006/main" name="2_Titles and Breakers">
  <a:themeElements>
    <a:clrScheme name="RACKSPACE COLORS">
      <a:dk1>
        <a:sysClr val="windowText" lastClr="000000"/>
      </a:dk1>
      <a:lt1>
        <a:sysClr val="window" lastClr="FFFFFF"/>
      </a:lt1>
      <a:dk2>
        <a:srgbClr val="E31C3D"/>
      </a:dk2>
      <a:lt2>
        <a:srgbClr val="E31C3D"/>
      </a:lt2>
      <a:accent1>
        <a:srgbClr val="E6E6E6"/>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3.xml><?xml version="1.0" encoding="utf-8"?>
<a:theme xmlns:a="http://schemas.openxmlformats.org/drawingml/2006/main" name="6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5E6EA557-0305-46A3-ADF1-D52C877C392A}"/>
    </a:ext>
  </a:extLst>
</a:theme>
</file>

<file path=ppt/theme/theme4.xml><?xml version="1.0" encoding="utf-8"?>
<a:theme xmlns:a="http://schemas.openxmlformats.org/drawingml/2006/main" name="Rackspace 2023">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2023" id="{9BB2CC51-9438-4C35-8B2C-7A7A8B4F8208}" vid="{CC9A9EA2-656E-478E-A2A9-7E1377856A26}"/>
    </a:ext>
  </a:extLst>
</a:theme>
</file>

<file path=ppt/theme/theme5.xml><?xml version="1.0" encoding="utf-8"?>
<a:theme xmlns:a="http://schemas.openxmlformats.org/drawingml/2006/main" name="18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2023-02-08 Rackspace Presentation Template" id="{790D1522-6AE7-0541-82FD-6183D1CAFA67}" vid="{0C21EC38-3C6D-A346-BDA6-917BABB8ED51}"/>
    </a:ext>
  </a:extLst>
</a:theme>
</file>

<file path=ppt/theme/theme6.xml><?xml version="1.0" encoding="utf-8"?>
<a:theme xmlns:a="http://schemas.openxmlformats.org/drawingml/2006/main" name="4_Titles and Breakers">
  <a:themeElements>
    <a:clrScheme name="RACKSPACE COLORS">
      <a:dk1>
        <a:sysClr val="windowText" lastClr="000000"/>
      </a:dk1>
      <a:lt1>
        <a:sysClr val="window" lastClr="FFFFFF"/>
      </a:lt1>
      <a:dk2>
        <a:srgbClr val="E31C3D"/>
      </a:dk2>
      <a:lt2>
        <a:srgbClr val="E31C3D"/>
      </a:lt2>
      <a:accent1>
        <a:srgbClr val="E6E6E6"/>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7.xml><?xml version="1.0" encoding="utf-8"?>
<a:theme xmlns:a="http://schemas.openxmlformats.org/drawingml/2006/main" name="2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8.xml><?xml version="1.0" encoding="utf-8"?>
<a:theme xmlns:a="http://schemas.openxmlformats.org/drawingml/2006/main" name="6_Titles and Breakers">
  <a:themeElements>
    <a:clrScheme name="RACKSPACE COLORS">
      <a:dk1>
        <a:sysClr val="windowText" lastClr="000000"/>
      </a:dk1>
      <a:lt1>
        <a:sysClr val="window" lastClr="FFFFFF"/>
      </a:lt1>
      <a:dk2>
        <a:srgbClr val="E31C3D"/>
      </a:dk2>
      <a:lt2>
        <a:srgbClr val="E31C3D"/>
      </a:lt2>
      <a:accent1>
        <a:srgbClr val="E6E6E6"/>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9.xml><?xml version="1.0" encoding="utf-8"?>
<a:theme xmlns:a="http://schemas.openxmlformats.org/drawingml/2006/main" name="3_Content Slides">
  <a:themeElements>
    <a:clrScheme name="Rackspace Colors">
      <a:dk1>
        <a:sysClr val="windowText" lastClr="000000"/>
      </a:dk1>
      <a:lt1>
        <a:sysClr val="window" lastClr="FFFFFF"/>
      </a:lt1>
      <a:dk2>
        <a:srgbClr val="E31C3D"/>
      </a:dk2>
      <a:lt2>
        <a:srgbClr val="C40023"/>
      </a:lt2>
      <a:accent1>
        <a:srgbClr val="FFDEDF"/>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2019_Rackspace_Corporate Template_Final" id="{BD243B5E-A660-4A2D-A86C-E9A7143720F4}" vid="{989F1BD3-4AB3-423D-BADD-16CC6349B145}"/>
    </a:ext>
  </a:extLst>
</a:theme>
</file>

<file path=ppt/theme/theme10.xml><?xml version="1.0" encoding="utf-8"?>
<a:theme xmlns:a="http://schemas.openxmlformats.org/drawingml/2006/main" name="7_Content Slides">
  <a:themeElements>
    <a:clrScheme name="Rackspace 2022">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Presentation1" id="{06D57514-C1CE-4861-9236-3782C3B29C1A}" vid="{A31391CC-A32B-4E69-9218-0CD0190CABA3}"/>
    </a:ext>
  </a:extLst>
</a:theme>
</file>

<file path=ppt/theme/theme11.xml><?xml version="1.0" encoding="utf-8"?>
<a:theme xmlns:a="http://schemas.openxmlformats.org/drawingml/2006/main" name="8_Content Slides">
  <a:themeElements>
    <a:clrScheme name="Rackspace Colors">
      <a:dk1>
        <a:sysClr val="windowText" lastClr="000000"/>
      </a:dk1>
      <a:lt1>
        <a:sysClr val="window" lastClr="FFFFFF"/>
      </a:lt1>
      <a:dk2>
        <a:srgbClr val="E31C3D"/>
      </a:dk2>
      <a:lt2>
        <a:srgbClr val="C40023"/>
      </a:lt2>
      <a:accent1>
        <a:srgbClr val="FFDEDF"/>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2019_Rackspace_Corporate Template_Final" id="{BD243B5E-A660-4A2D-A86C-E9A7143720F4}" vid="{989F1BD3-4AB3-423D-BADD-16CC6349B145}"/>
    </a:ext>
  </a:extLst>
</a:theme>
</file>

<file path=ppt/theme/theme12.xml><?xml version="1.0" encoding="utf-8"?>
<a:theme xmlns:a="http://schemas.openxmlformats.org/drawingml/2006/main" name="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13.xml><?xml version="1.0" encoding="utf-8"?>
<a:theme xmlns:a="http://schemas.openxmlformats.org/drawingml/2006/main" name="1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1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ktiv Grotesk"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ktiv Grotesk" panose="020F0502020204030204"/>
        <a:ea typeface=""/>
        <a:cs typeface=""/>
        <a:font script="Jpan" typeface="游ゴシック"/>
        <a:font script="Hang" typeface="맑은 고딕"/>
        <a:font script="Hans" typeface="等线"/>
        <a:font script="Hant" typeface="新細明體"/>
        <a:font script="Arab" typeface="Aktiv Grotesk"/>
        <a:font script="Hebr" typeface="Aktiv Grotesk"/>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ktiv Grotesk"/>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ktiv Grotesk"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ktiv Grotesk" panose="020F0502020204030204"/>
        <a:ea typeface=""/>
        <a:cs typeface=""/>
        <a:font script="Jpan" typeface="游ゴシック"/>
        <a:font script="Hang" typeface="맑은 고딕"/>
        <a:font script="Hans" typeface="等线"/>
        <a:font script="Hant" typeface="新細明體"/>
        <a:font script="Arab" typeface="Aktiv Grotesk"/>
        <a:font script="Hebr" typeface="Aktiv Grotesk"/>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ktiv Grotesk"/>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88EDB08-C564-D545-8C74-F0B6A2375E3B}">
  <we:reference id="wa104379997" version="2.0.0.0" store="en-US" storeType="OMEX"/>
  <we:alternateReferences>
    <we:reference id="wa104379997" version="2.0.0.0" store="WA10437999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4544b03d-ed08-46e1-a5f8-632fc735be33" xsi:nil="true"/>
    <lcf76f155ced4ddcb4097134ff3c332f xmlns="236d467e-fe90-4ae0-9fe2-011d77897820">
      <Terms xmlns="http://schemas.microsoft.com/office/infopath/2007/PartnerControls"/>
    </lcf76f155ced4ddcb4097134ff3c332f>
    <Tag xmlns="236d467e-fe90-4ae0-9fe2-011d77897820" xsi:nil="true"/>
    <DateandTime xmlns="236d467e-fe90-4ae0-9fe2-011d77897820" xsi:nil="true"/>
    <AssignedTo xmlns="236d467e-fe90-4ae0-9fe2-011d77897820">
      <UserInfo>
        <DisplayName/>
        <AccountId xsi:nil="true"/>
        <AccountType/>
      </UserInfo>
    </AssignedTo>
    <_Flow_SignoffStatus xmlns="236d467e-fe90-4ae0-9fe2-011d7789782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104D1C152C32946844AA72ED5B510AE" ma:contentTypeVersion="24" ma:contentTypeDescription="Create a new document." ma:contentTypeScope="" ma:versionID="40948e22bc3c5fc56b3589e180180867">
  <xsd:schema xmlns:xsd="http://www.w3.org/2001/XMLSchema" xmlns:xs="http://www.w3.org/2001/XMLSchema" xmlns:p="http://schemas.microsoft.com/office/2006/metadata/properties" xmlns:ns2="236d467e-fe90-4ae0-9fe2-011d77897820" xmlns:ns3="4544b03d-ed08-46e1-a5f8-632fc735be33" targetNamespace="http://schemas.microsoft.com/office/2006/metadata/properties" ma:root="true" ma:fieldsID="d8ffb09f5a9b81b82a3526b32c263078" ns2:_="" ns3:_="">
    <xsd:import namespace="236d467e-fe90-4ae0-9fe2-011d77897820"/>
    <xsd:import namespace="4544b03d-ed08-46e1-a5f8-632fc735be3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_Flow_SignoffStatus"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DateandTime" minOccurs="0"/>
                <xsd:element ref="ns2:MediaServiceObjectDetectorVersions" minOccurs="0"/>
                <xsd:element ref="ns2:AssignedTo" minOccurs="0"/>
                <xsd:element ref="ns2:MediaServiceSearchProperties" minOccurs="0"/>
                <xsd:element ref="ns2:Tag"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36d467e-fe90-4ae0-9fe2-011d778978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_Flow_SignoffStatus" ma:index="18" nillable="true" ma:displayName="Sign-off status" ma:internalName="Sign_x002d_off_x0020_status">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2de1bf74-4a37-48ce-b614-74b37de43851" ma:termSetId="09814cd3-568e-fe90-9814-8d621ff8fb84" ma:anchorId="fba54fb3-c3e1-fe81-a776-ca4b69148c4d" ma:open="true" ma:isKeyword="false">
      <xsd:complexType>
        <xsd:sequence>
          <xsd:element ref="pc:Terms" minOccurs="0" maxOccurs="1"/>
        </xsd:sequence>
      </xsd:complexType>
    </xsd:element>
    <xsd:element name="DateandTime" ma:index="25" nillable="true" ma:displayName="Date and Time" ma:format="DateOnly" ma:internalName="DateandTime">
      <xsd:simpleType>
        <xsd:restriction base="dms:DateTime"/>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AssignedTo" ma:index="27" nillable="true" ma:displayName="Assigned To" ma:format="Dropdown" ma:list="UserInfo" ma:SharePointGroup="0" ma:internalName="AssignedTo">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Tag" ma:index="29" nillable="true" ma:displayName="Tag" ma:description="Description of document" ma:format="Dropdown" ma:internalName="Tag">
      <xsd:simpleType>
        <xsd:restriction base="dms:Text">
          <xsd:maxLength value="255"/>
        </xsd:restriction>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544b03d-ed08-46e1-a5f8-632fc735be33"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a735703f-a276-49e5-accf-32bfcce930c1}" ma:internalName="TaxCatchAll" ma:showField="CatchAllData" ma:web="4544b03d-ed08-46e1-a5f8-632fc735be3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DC8F994-8845-446E-8C57-4F2A064E13ED}">
  <ds:schemaRefs>
    <ds:schemaRef ds:uri="http://schemas.microsoft.com/sharepoint/v3/contenttype/forms"/>
  </ds:schemaRefs>
</ds:datastoreItem>
</file>

<file path=customXml/itemProps2.xml><?xml version="1.0" encoding="utf-8"?>
<ds:datastoreItem xmlns:ds="http://schemas.openxmlformats.org/officeDocument/2006/customXml" ds:itemID="{545E54FE-1271-4B25-A017-622AE12E6FD6}">
  <ds:schemaRefs>
    <ds:schemaRef ds:uri="http://schemas.openxmlformats.org/package/2006/metadata/core-properties"/>
    <ds:schemaRef ds:uri="236d467e-fe90-4ae0-9fe2-011d77897820"/>
    <ds:schemaRef ds:uri="http://purl.org/dc/terms/"/>
    <ds:schemaRef ds:uri="http://schemas.microsoft.com/office/2006/metadata/properties"/>
    <ds:schemaRef ds:uri="http://schemas.microsoft.com/office/2006/documentManagement/types"/>
    <ds:schemaRef ds:uri="http://purl.org/dc/dcmitype/"/>
    <ds:schemaRef ds:uri="http://www.w3.org/XML/1998/namespace"/>
    <ds:schemaRef ds:uri="http://schemas.microsoft.com/office/infopath/2007/PartnerControls"/>
    <ds:schemaRef ds:uri="4544b03d-ed08-46e1-a5f8-632fc735be33"/>
    <ds:schemaRef ds:uri="http://purl.org/dc/elements/1.1/"/>
  </ds:schemaRefs>
</ds:datastoreItem>
</file>

<file path=customXml/itemProps3.xml><?xml version="1.0" encoding="utf-8"?>
<ds:datastoreItem xmlns:ds="http://schemas.openxmlformats.org/officeDocument/2006/customXml" ds:itemID="{9CE5A395-71BD-474C-94DE-E3F449D46F50}">
  <ds:schemaRefs>
    <ds:schemaRef ds:uri="236d467e-fe90-4ae0-9fe2-011d77897820"/>
    <ds:schemaRef ds:uri="4544b03d-ed08-46e1-a5f8-632fc735be3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7f09a8f-df31-4464-b100-d09a5dbff5c8}" enabled="1" method="Privileged" siteId="{570057f4-73ef-41c8-bcbb-08db2fc15c2b}" removed="0"/>
</clbl:labelList>
</file>

<file path=docProps/app.xml><?xml version="1.0" encoding="utf-8"?>
<Properties xmlns="http://schemas.openxmlformats.org/officeDocument/2006/extended-properties" xmlns:vt="http://schemas.openxmlformats.org/officeDocument/2006/docPropsVTypes">
  <Template/>
  <TotalTime>27</TotalTime>
  <Words>5614</Words>
  <Application>Microsoft Office PowerPoint</Application>
  <PresentationFormat>Custom</PresentationFormat>
  <Paragraphs>1094</Paragraphs>
  <Slides>48</Slides>
  <Notes>18</Notes>
  <HiddenSlides>1</HiddenSlides>
  <MMClips>0</MMClips>
  <ScaleCrop>false</ScaleCrop>
  <HeadingPairs>
    <vt:vector size="6" baseType="variant">
      <vt:variant>
        <vt:lpstr>Fonts Used</vt:lpstr>
      </vt:variant>
      <vt:variant>
        <vt:i4>4</vt:i4>
      </vt:variant>
      <vt:variant>
        <vt:lpstr>Theme</vt:lpstr>
      </vt:variant>
      <vt:variant>
        <vt:i4>13</vt:i4>
      </vt:variant>
      <vt:variant>
        <vt:lpstr>Slide Titles</vt:lpstr>
      </vt:variant>
      <vt:variant>
        <vt:i4>48</vt:i4>
      </vt:variant>
    </vt:vector>
  </HeadingPairs>
  <TitlesOfParts>
    <vt:vector size="65" baseType="lpstr">
      <vt:lpstr>Aktiv Grotesk</vt:lpstr>
      <vt:lpstr>Fira Sans</vt:lpstr>
      <vt:lpstr>Fira Sans Light</vt:lpstr>
      <vt:lpstr>Fira Sans Medium</vt:lpstr>
      <vt:lpstr>4_Content Slides</vt:lpstr>
      <vt:lpstr>2_Titles and Breakers</vt:lpstr>
      <vt:lpstr>6_Content Slides</vt:lpstr>
      <vt:lpstr>Rackspace 2023</vt:lpstr>
      <vt:lpstr>18_Content Slides</vt:lpstr>
      <vt:lpstr>4_Titles and Breakers</vt:lpstr>
      <vt:lpstr>2_Content Slides</vt:lpstr>
      <vt:lpstr>6_Titles and Breakers</vt:lpstr>
      <vt:lpstr>3_Content Slides</vt:lpstr>
      <vt:lpstr>7_Content Slides</vt:lpstr>
      <vt:lpstr>8_Content Slides</vt:lpstr>
      <vt:lpstr>Content Slides</vt:lpstr>
      <vt:lpstr>1_Content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Standardisation +  Simplification</vt:lpstr>
      <vt:lpstr>Productivity + Cost Optimisation</vt:lpstr>
      <vt:lpstr>Automation + Workflow Optimisation</vt:lpstr>
      <vt:lpstr>The case for acting now</vt:lpstr>
      <vt:lpstr>PowerPoint Presentation</vt:lpstr>
      <vt:lpstr>[Client] Global Presence</vt:lpstr>
      <vt:lpstr>PowerPoint Presentation</vt:lpstr>
      <vt:lpstr>Application landscape </vt:lpstr>
      <vt:lpstr>Workshop findings</vt:lpstr>
      <vt:lpstr>Discovery and data gaps</vt:lpstr>
      <vt:lpstr>PowerPoint Presentation</vt:lpstr>
      <vt:lpstr>How we built the numbers</vt:lpstr>
      <vt:lpstr>PowerPoint Presentation</vt:lpstr>
      <vt:lpstr>PowerPoint Presentation</vt:lpstr>
      <vt:lpstr>PowerPoint Presentation</vt:lpstr>
      <vt:lpstr>PowerPoint Presentation</vt:lpstr>
      <vt:lpstr>PowerPoint Presentation</vt:lpstr>
      <vt:lpstr>PowerPoint Presentation</vt:lpstr>
      <vt:lpstr>Technical constraints</vt:lpstr>
      <vt:lpstr>Migration cohorts</vt:lpstr>
      <vt:lpstr>Co-migration groups</vt:lpstr>
      <vt:lpstr>PowerPoint Presentation</vt:lpstr>
      <vt:lpstr>PowerPoint Presentation</vt:lpstr>
      <vt:lpstr>PowerPoint Presentation</vt:lpstr>
      <vt:lpstr>PowerPoint Presentation</vt:lpstr>
      <vt:lpstr>PowerPoint Presentation</vt:lpstr>
      <vt:lpstr>PowerPoint Presentation</vt:lpstr>
      <vt:lpstr>Readiness today</vt:lpstr>
      <vt:lpstr>Closing the gap</vt:lpstr>
      <vt:lpstr>PowerPoint Presentation</vt:lpstr>
      <vt:lpstr>PowerPoint Presentation</vt:lpstr>
      <vt:lpstr>PowerPoint Presentation</vt:lpstr>
      <vt:lpstr>Quantified opportunities</vt:lpstr>
      <vt:lpstr>Strategic opportunities</vt:lpstr>
      <vt:lpstr>PowerPoint Presentation</vt:lpstr>
      <vt:lpstr>What you need to do now</vt:lpstr>
      <vt:lpstr>Phase 2 entry point</vt:lpstr>
      <vt:lpstr>Indicative timeline</vt:lpstr>
      <vt:lpstr>Hyperscaler guidance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Stephanie</dc:creator>
  <cp:lastModifiedBy>Upendra Kumar</cp:lastModifiedBy>
  <cp:revision>2</cp:revision>
  <dcterms:created xsi:type="dcterms:W3CDTF">2018-11-07T18:59:03Z</dcterms:created>
  <dcterms:modified xsi:type="dcterms:W3CDTF">2026-06-04T05:29:22Z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0x010100B104D1C152C32946844AA72ED5B510AE</vt:lpwstr>
  </property>
  <property fmtid="{D5CDD505-2E9C-101B-9397-08002B2CF9AE}" pid="3" name="MediaServiceImageTags">
    <vt:lpwstr/>
  </property>
</Properties>
</file>