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ommentAuthors.xml" ContentType="application/vnd.openxmlformats-officedocument.presentationml.commentAuthors+xml"/>
  <Override PartName="/ppt/diagrams/colors1.xml" ContentType="application/vnd.openxmlformats-officedocument.drawingml.diagramColors+xml"/>
  <Override PartName="/ppt/diagrams/colors2.xml" ContentType="application/vnd.openxmlformats-officedocument.drawingml.diagramColors+xml"/>
  <Override PartName="/ppt/diagrams/data1.xml" ContentType="application/vnd.openxmlformats-officedocument.drawingml.diagramData+xml"/>
  <Override PartName="/ppt/diagrams/data2.xml" ContentType="application/vnd.openxmlformats-officedocument.drawingml.diagramData+xml"/>
  <Override PartName="/ppt/diagrams/drawing1.xml" ContentType="application/vnd.ms-office.drawingml.diagramDrawing+xml"/>
  <Override PartName="/ppt/diagrams/drawing2.xml" ContentType="application/vnd.ms-office.drawingml.diagramDrawing+xml"/>
  <Override PartName="/ppt/diagrams/layout1.xml" ContentType="application/vnd.openxmlformats-officedocument.drawingml.diagramLayout+xml"/>
  <Override PartName="/ppt/diagrams/layout2.xml" ContentType="application/vnd.openxmlformats-officedocument.drawingml.diagramLayout+xml"/>
  <Override PartName="/ppt/diagrams/quickStyle1.xml" ContentType="application/vnd.openxmlformats-officedocument.drawingml.diagramStyle+xml"/>
  <Override PartName="/ppt/diagrams/quickStyle2.xml" ContentType="application/vnd.openxmlformats-officedocument.drawingml.diagramStyle+xml"/>
  <Override PartName="/ppt/handoutMasters/handoutMaster1.xml" ContentType="application/vnd.openxmlformats-officedocument.presentationml.handoutMaster+xml"/>
  <Override PartName="/ppt/media/image1.svg" ContentType="image/svg+xml"/>
  <Override PartName="/ppt/media/image11.svg" ContentType="image/svg+xml"/>
  <Override PartName="/ppt/media/image12.svg" ContentType="image/svg+xml"/>
  <Override PartName="/ppt/media/image13.svg" ContentType="image/svg+xml"/>
  <Override PartName="/ppt/media/image15.svg" ContentType="image/svg+xml"/>
  <Override PartName="/ppt/media/image18.svg" ContentType="image/svg+xml"/>
  <Override PartName="/ppt/media/image27.svg" ContentType="image/svg+xml"/>
  <Override PartName="/ppt/media/image34.svg" ContentType="image/svg+xml"/>
  <Override PartName="/ppt/media/image4.svg" ContentType="image/svg+xml"/>
  <Override PartName="/ppt/media/image50.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00.xml" ContentType="application/vnd.openxmlformats-officedocument.presentationml.slideLayout+xml"/>
  <Override PartName="/ppt/slideLayouts/slideLayout101.xml" ContentType="application/vnd.openxmlformats-officedocument.presentationml.slideLayout+xml"/>
  <Override PartName="/ppt/slideLayouts/slideLayout102.xml" ContentType="application/vnd.openxmlformats-officedocument.presentationml.slideLayout+xml"/>
  <Override PartName="/ppt/slideLayouts/slideLayout103.xml" ContentType="application/vnd.openxmlformats-officedocument.presentationml.slideLayout+xml"/>
  <Override PartName="/ppt/slideLayouts/slideLayout104.xml" ContentType="application/vnd.openxmlformats-officedocument.presentationml.slideLayout+xml"/>
  <Override PartName="/ppt/slideLayouts/slideLayout105.xml" ContentType="application/vnd.openxmlformats-officedocument.presentationml.slideLayout+xml"/>
  <Override PartName="/ppt/slideLayouts/slideLayout106.xml" ContentType="application/vnd.openxmlformats-officedocument.presentationml.slideLayout+xml"/>
  <Override PartName="/ppt/slideLayouts/slideLayout107.xml" ContentType="application/vnd.openxmlformats-officedocument.presentationml.slideLayout+xml"/>
  <Override PartName="/ppt/slideLayouts/slideLayout108.xml" ContentType="application/vnd.openxmlformats-officedocument.presentationml.slideLayout+xml"/>
  <Override PartName="/ppt/slideLayouts/slideLayout109.xml" ContentType="application/vnd.openxmlformats-officedocument.presentationml.slideLayout+xml"/>
  <Override PartName="/ppt/slideLayouts/slideLayout11.xml" ContentType="application/vnd.openxmlformats-officedocument.presentationml.slideLayout+xml"/>
  <Override PartName="/ppt/slideLayouts/slideLayout110.xml" ContentType="application/vnd.openxmlformats-officedocument.presentationml.slideLayout+xml"/>
  <Override PartName="/ppt/slideLayouts/slideLayout111.xml" ContentType="application/vnd.openxmlformats-officedocument.presentationml.slideLayout+xml"/>
  <Override PartName="/ppt/slideLayouts/slideLayout112.xml" ContentType="application/vnd.openxmlformats-officedocument.presentationml.slideLayout+xml"/>
  <Override PartName="/ppt/slideLayouts/slideLayout113.xml" ContentType="application/vnd.openxmlformats-officedocument.presentationml.slideLayout+xml"/>
  <Override PartName="/ppt/slideLayouts/slideLayout114.xml" ContentType="application/vnd.openxmlformats-officedocument.presentationml.slideLayout+xml"/>
  <Override PartName="/ppt/slideLayouts/slideLayout115.xml" ContentType="application/vnd.openxmlformats-officedocument.presentationml.slideLayout+xml"/>
  <Override PartName="/ppt/slideLayouts/slideLayout116.xml" ContentType="application/vnd.openxmlformats-officedocument.presentationml.slideLayout+xml"/>
  <Override PartName="/ppt/slideLayouts/slideLayout117.xml" ContentType="application/vnd.openxmlformats-officedocument.presentationml.slideLayout+xml"/>
  <Override PartName="/ppt/slideLayouts/slideLayout118.xml" ContentType="application/vnd.openxmlformats-officedocument.presentationml.slideLayout+xml"/>
  <Override PartName="/ppt/slideLayouts/slideLayout119.xml" ContentType="application/vnd.openxmlformats-officedocument.presentationml.slideLayout+xml"/>
  <Override PartName="/ppt/slideLayouts/slideLayout12.xml" ContentType="application/vnd.openxmlformats-officedocument.presentationml.slideLayout+xml"/>
  <Override PartName="/ppt/slideLayouts/slideLayout120.xml" ContentType="application/vnd.openxmlformats-officedocument.presentationml.slideLayout+xml"/>
  <Override PartName="/ppt/slideLayouts/slideLayout121.xml" ContentType="application/vnd.openxmlformats-officedocument.presentationml.slideLayout+xml"/>
  <Override PartName="/ppt/slideLayouts/slideLayout122.xml" ContentType="application/vnd.openxmlformats-officedocument.presentationml.slideLayout+xml"/>
  <Override PartName="/ppt/slideLayouts/slideLayout123.xml" ContentType="application/vnd.openxmlformats-officedocument.presentationml.slideLayout+xml"/>
  <Override PartName="/ppt/slideLayouts/slideLayout124.xml" ContentType="application/vnd.openxmlformats-officedocument.presentationml.slideLayout+xml"/>
  <Override PartName="/ppt/slideLayouts/slideLayout125.xml" ContentType="application/vnd.openxmlformats-officedocument.presentationml.slideLayout+xml"/>
  <Override PartName="/ppt/slideLayouts/slideLayout126.xml" ContentType="application/vnd.openxmlformats-officedocument.presentationml.slideLayout+xml"/>
  <Override PartName="/ppt/slideLayouts/slideLayout127.xml" ContentType="application/vnd.openxmlformats-officedocument.presentationml.slideLayout+xml"/>
  <Override PartName="/ppt/slideLayouts/slideLayout128.xml" ContentType="application/vnd.openxmlformats-officedocument.presentationml.slideLayout+xml"/>
  <Override PartName="/ppt/slideLayouts/slideLayout129.xml" ContentType="application/vnd.openxmlformats-officedocument.presentationml.slideLayout+xml"/>
  <Override PartName="/ppt/slideLayouts/slideLayout13.xml" ContentType="application/vnd.openxmlformats-officedocument.presentationml.slideLayout+xml"/>
  <Override PartName="/ppt/slideLayouts/slideLayout130.xml" ContentType="application/vnd.openxmlformats-officedocument.presentationml.slideLayout+xml"/>
  <Override PartName="/ppt/slideLayouts/slideLayout131.xml" ContentType="application/vnd.openxmlformats-officedocument.presentationml.slideLayout+xml"/>
  <Override PartName="/ppt/slideLayouts/slideLayout132.xml" ContentType="application/vnd.openxmlformats-officedocument.presentationml.slideLayout+xml"/>
  <Override PartName="/ppt/slideLayouts/slideLayout133.xml" ContentType="application/vnd.openxmlformats-officedocument.presentationml.slideLayout+xml"/>
  <Override PartName="/ppt/slideLayouts/slideLayout134.xml" ContentType="application/vnd.openxmlformats-officedocument.presentationml.slideLayout+xml"/>
  <Override PartName="/ppt/slideLayouts/slideLayout135.xml" ContentType="application/vnd.openxmlformats-officedocument.presentationml.slideLayout+xml"/>
  <Override PartName="/ppt/slideLayouts/slideLayout136.xml" ContentType="application/vnd.openxmlformats-officedocument.presentationml.slideLayout+xml"/>
  <Override PartName="/ppt/slideLayouts/slideLayout137.xml" ContentType="application/vnd.openxmlformats-officedocument.presentationml.slideLayout+xml"/>
  <Override PartName="/ppt/slideLayouts/slideLayout138.xml" ContentType="application/vnd.openxmlformats-officedocument.presentationml.slideLayout+xml"/>
  <Override PartName="/ppt/slideLayouts/slideLayout139.xml" ContentType="application/vnd.openxmlformats-officedocument.presentationml.slideLayout+xml"/>
  <Override PartName="/ppt/slideLayouts/slideLayout14.xml" ContentType="application/vnd.openxmlformats-officedocument.presentationml.slideLayout+xml"/>
  <Override PartName="/ppt/slideLayouts/slideLayout140.xml" ContentType="application/vnd.openxmlformats-officedocument.presentationml.slideLayout+xml"/>
  <Override PartName="/ppt/slideLayouts/slideLayout141.xml" ContentType="application/vnd.openxmlformats-officedocument.presentationml.slideLayout+xml"/>
  <Override PartName="/ppt/slideLayouts/slideLayout142.xml" ContentType="application/vnd.openxmlformats-officedocument.presentationml.slideLayout+xml"/>
  <Override PartName="/ppt/slideLayouts/slideLayout143.xml" ContentType="application/vnd.openxmlformats-officedocument.presentationml.slideLayout+xml"/>
  <Override PartName="/ppt/slideLayouts/slideLayout144.xml" ContentType="application/vnd.openxmlformats-officedocument.presentationml.slideLayout+xml"/>
  <Override PartName="/ppt/slideLayouts/slideLayout145.xml" ContentType="application/vnd.openxmlformats-officedocument.presentationml.slideLayout+xml"/>
  <Override PartName="/ppt/slideLayouts/slideLayout146.xml" ContentType="application/vnd.openxmlformats-officedocument.presentationml.slideLayout+xml"/>
  <Override PartName="/ppt/slideLayouts/slideLayout147.xml" ContentType="application/vnd.openxmlformats-officedocument.presentationml.slideLayout+xml"/>
  <Override PartName="/ppt/slideLayouts/slideLayout148.xml" ContentType="application/vnd.openxmlformats-officedocument.presentationml.slideLayout+xml"/>
  <Override PartName="/ppt/slideLayouts/slideLayout149.xml" ContentType="application/vnd.openxmlformats-officedocument.presentationml.slideLayout+xml"/>
  <Override PartName="/ppt/slideLayouts/slideLayout15.xml" ContentType="application/vnd.openxmlformats-officedocument.presentationml.slideLayout+xml"/>
  <Override PartName="/ppt/slideLayouts/slideLayout150.xml" ContentType="application/vnd.openxmlformats-officedocument.presentationml.slideLayout+xml"/>
  <Override PartName="/ppt/slideLayouts/slideLayout151.xml" ContentType="application/vnd.openxmlformats-officedocument.presentationml.slideLayout+xml"/>
  <Override PartName="/ppt/slideLayouts/slideLayout152.xml" ContentType="application/vnd.openxmlformats-officedocument.presentationml.slideLayout+xml"/>
  <Override PartName="/ppt/slideLayouts/slideLayout153.xml" ContentType="application/vnd.openxmlformats-officedocument.presentationml.slideLayout+xml"/>
  <Override PartName="/ppt/slideLayouts/slideLayout154.xml" ContentType="application/vnd.openxmlformats-officedocument.presentationml.slideLayout+xml"/>
  <Override PartName="/ppt/slideLayouts/slideLayout155.xml" ContentType="application/vnd.openxmlformats-officedocument.presentationml.slideLayout+xml"/>
  <Override PartName="/ppt/slideLayouts/slideLayout156.xml" ContentType="application/vnd.openxmlformats-officedocument.presentationml.slideLayout+xml"/>
  <Override PartName="/ppt/slideLayouts/slideLayout157.xml" ContentType="application/vnd.openxmlformats-officedocument.presentationml.slideLayout+xml"/>
  <Override PartName="/ppt/slideLayouts/slideLayout158.xml" ContentType="application/vnd.openxmlformats-officedocument.presentationml.slideLayout+xml"/>
  <Override PartName="/ppt/slideLayouts/slideLayout159.xml" ContentType="application/vnd.openxmlformats-officedocument.presentationml.slideLayout+xml"/>
  <Override PartName="/ppt/slideLayouts/slideLayout16.xml" ContentType="application/vnd.openxmlformats-officedocument.presentationml.slideLayout+xml"/>
  <Override PartName="/ppt/slideLayouts/slideLayout160.xml" ContentType="application/vnd.openxmlformats-officedocument.presentationml.slideLayout+xml"/>
  <Override PartName="/ppt/slideLayouts/slideLayout161.xml" ContentType="application/vnd.openxmlformats-officedocument.presentationml.slideLayout+xml"/>
  <Override PartName="/ppt/slideLayouts/slideLayout162.xml" ContentType="application/vnd.openxmlformats-officedocument.presentationml.slideLayout+xml"/>
  <Override PartName="/ppt/slideLayouts/slideLayout163.xml" ContentType="application/vnd.openxmlformats-officedocument.presentationml.slideLayout+xml"/>
  <Override PartName="/ppt/slideLayouts/slideLayout164.xml" ContentType="application/vnd.openxmlformats-officedocument.presentationml.slideLayout+xml"/>
  <Override PartName="/ppt/slideLayouts/slideLayout165.xml" ContentType="application/vnd.openxmlformats-officedocument.presentationml.slideLayout+xml"/>
  <Override PartName="/ppt/slideLayouts/slideLayout166.xml" ContentType="application/vnd.openxmlformats-officedocument.presentationml.slideLayout+xml"/>
  <Override PartName="/ppt/slideLayouts/slideLayout167.xml" ContentType="application/vnd.openxmlformats-officedocument.presentationml.slideLayout+xml"/>
  <Override PartName="/ppt/slideLayouts/slideLayout168.xml" ContentType="application/vnd.openxmlformats-officedocument.presentationml.slideLayout+xml"/>
  <Override PartName="/ppt/slideLayouts/slideLayout169.xml" ContentType="application/vnd.openxmlformats-officedocument.presentationml.slideLayout+xml"/>
  <Override PartName="/ppt/slideLayouts/slideLayout17.xml" ContentType="application/vnd.openxmlformats-officedocument.presentationml.slideLayout+xml"/>
  <Override PartName="/ppt/slideLayouts/slideLayout170.xml" ContentType="application/vnd.openxmlformats-officedocument.presentationml.slideLayout+xml"/>
  <Override PartName="/ppt/slideLayouts/slideLayout171.xml" ContentType="application/vnd.openxmlformats-officedocument.presentationml.slideLayout+xml"/>
  <Override PartName="/ppt/slideLayouts/slideLayout172.xml" ContentType="application/vnd.openxmlformats-officedocument.presentationml.slideLayout+xml"/>
  <Override PartName="/ppt/slideLayouts/slideLayout173.xml" ContentType="application/vnd.openxmlformats-officedocument.presentationml.slideLayout+xml"/>
  <Override PartName="/ppt/slideLayouts/slideLayout174.xml" ContentType="application/vnd.openxmlformats-officedocument.presentationml.slideLayout+xml"/>
  <Override PartName="/ppt/slideLayouts/slideLayout175.xml" ContentType="application/vnd.openxmlformats-officedocument.presentationml.slideLayout+xml"/>
  <Override PartName="/ppt/slideLayouts/slideLayout176.xml" ContentType="application/vnd.openxmlformats-officedocument.presentationml.slideLayout+xml"/>
  <Override PartName="/ppt/slideLayouts/slideLayout177.xml" ContentType="application/vnd.openxmlformats-officedocument.presentationml.slideLayout+xml"/>
  <Override PartName="/ppt/slideLayouts/slideLayout178.xml" ContentType="application/vnd.openxmlformats-officedocument.presentationml.slideLayout+xml"/>
  <Override PartName="/ppt/slideLayouts/slideLayout179.xml" ContentType="application/vnd.openxmlformats-officedocument.presentationml.slideLayout+xml"/>
  <Override PartName="/ppt/slideLayouts/slideLayout18.xml" ContentType="application/vnd.openxmlformats-officedocument.presentationml.slideLayout+xml"/>
  <Override PartName="/ppt/slideLayouts/slideLayout180.xml" ContentType="application/vnd.openxmlformats-officedocument.presentationml.slideLayout+xml"/>
  <Override PartName="/ppt/slideLayouts/slideLayout181.xml" ContentType="application/vnd.openxmlformats-officedocument.presentationml.slideLayout+xml"/>
  <Override PartName="/ppt/slideLayouts/slideLayout182.xml" ContentType="application/vnd.openxmlformats-officedocument.presentationml.slideLayout+xml"/>
  <Override PartName="/ppt/slideLayouts/slideLayout183.xml" ContentType="application/vnd.openxmlformats-officedocument.presentationml.slideLayout+xml"/>
  <Override PartName="/ppt/slideLayouts/slideLayout184.xml" ContentType="application/vnd.openxmlformats-officedocument.presentationml.slideLayout+xml"/>
  <Override PartName="/ppt/slideLayouts/slideLayout185.xml" ContentType="application/vnd.openxmlformats-officedocument.presentationml.slideLayout+xml"/>
  <Override PartName="/ppt/slideLayouts/slideLayout186.xml" ContentType="application/vnd.openxmlformats-officedocument.presentationml.slideLayout+xml"/>
  <Override PartName="/ppt/slideLayouts/slideLayout187.xml" ContentType="application/vnd.openxmlformats-officedocument.presentationml.slideLayout+xml"/>
  <Override PartName="/ppt/slideLayouts/slideLayout188.xml" ContentType="application/vnd.openxmlformats-officedocument.presentationml.slideLayout+xml"/>
  <Override PartName="/ppt/slideLayouts/slideLayout189.xml" ContentType="application/vnd.openxmlformats-officedocument.presentationml.slideLayout+xml"/>
  <Override PartName="/ppt/slideLayouts/slideLayout19.xml" ContentType="application/vnd.openxmlformats-officedocument.presentationml.slideLayout+xml"/>
  <Override PartName="/ppt/slideLayouts/slideLayout190.xml" ContentType="application/vnd.openxmlformats-officedocument.presentationml.slideLayout+xml"/>
  <Override PartName="/ppt/slideLayouts/slideLayout191.xml" ContentType="application/vnd.openxmlformats-officedocument.presentationml.slideLayout+xml"/>
  <Override PartName="/ppt/slideLayouts/slideLayout192.xml" ContentType="application/vnd.openxmlformats-officedocument.presentationml.slideLayout+xml"/>
  <Override PartName="/ppt/slideLayouts/slideLayout193.xml" ContentType="application/vnd.openxmlformats-officedocument.presentationml.slideLayout+xml"/>
  <Override PartName="/ppt/slideLayouts/slideLayout194.xml" ContentType="application/vnd.openxmlformats-officedocument.presentationml.slideLayout+xml"/>
  <Override PartName="/ppt/slideLayouts/slideLayout195.xml" ContentType="application/vnd.openxmlformats-officedocument.presentationml.slideLayout+xml"/>
  <Override PartName="/ppt/slideLayouts/slideLayout196.xml" ContentType="application/vnd.openxmlformats-officedocument.presentationml.slideLayout+xml"/>
  <Override PartName="/ppt/slideLayouts/slideLayout197.xml" ContentType="application/vnd.openxmlformats-officedocument.presentationml.slideLayout+xml"/>
  <Override PartName="/ppt/slideLayouts/slideLayout198.xml" ContentType="application/vnd.openxmlformats-officedocument.presentationml.slideLayout+xml"/>
  <Override PartName="/ppt/slideLayouts/slideLayout19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00.xml" ContentType="application/vnd.openxmlformats-officedocument.presentationml.slideLayout+xml"/>
  <Override PartName="/ppt/slideLayouts/slideLayout201.xml" ContentType="application/vnd.openxmlformats-officedocument.presentationml.slideLayout+xml"/>
  <Override PartName="/ppt/slideLayouts/slideLayout202.xml" ContentType="application/vnd.openxmlformats-officedocument.presentationml.slideLayout+xml"/>
  <Override PartName="/ppt/slideLayouts/slideLayout203.xml" ContentType="application/vnd.openxmlformats-officedocument.presentationml.slideLayout+xml"/>
  <Override PartName="/ppt/slideLayouts/slideLayout204.xml" ContentType="application/vnd.openxmlformats-officedocument.presentationml.slideLayout+xml"/>
  <Override PartName="/ppt/slideLayouts/slideLayout205.xml" ContentType="application/vnd.openxmlformats-officedocument.presentationml.slideLayout+xml"/>
  <Override PartName="/ppt/slideLayouts/slideLayout206.xml" ContentType="application/vnd.openxmlformats-officedocument.presentationml.slideLayout+xml"/>
  <Override PartName="/ppt/slideLayouts/slideLayout207.xml" ContentType="application/vnd.openxmlformats-officedocument.presentationml.slideLayout+xml"/>
  <Override PartName="/ppt/slideLayouts/slideLayout208.xml" ContentType="application/vnd.openxmlformats-officedocument.presentationml.slideLayout+xml"/>
  <Override PartName="/ppt/slideLayouts/slideLayout209.xml" ContentType="application/vnd.openxmlformats-officedocument.presentationml.slideLayout+xml"/>
  <Override PartName="/ppt/slideLayouts/slideLayout21.xml" ContentType="application/vnd.openxmlformats-officedocument.presentationml.slideLayout+xml"/>
  <Override PartName="/ppt/slideLayouts/slideLayout210.xml" ContentType="application/vnd.openxmlformats-officedocument.presentationml.slideLayout+xml"/>
  <Override PartName="/ppt/slideLayouts/slideLayout211.xml" ContentType="application/vnd.openxmlformats-officedocument.presentationml.slideLayout+xml"/>
  <Override PartName="/ppt/slideLayouts/slideLayout212.xml" ContentType="application/vnd.openxmlformats-officedocument.presentationml.slideLayout+xml"/>
  <Override PartName="/ppt/slideLayouts/slideLayout213.xml" ContentType="application/vnd.openxmlformats-officedocument.presentationml.slideLayout+xml"/>
  <Override PartName="/ppt/slideLayouts/slideLayout214.xml" ContentType="application/vnd.openxmlformats-officedocument.presentationml.slideLayout+xml"/>
  <Override PartName="/ppt/slideLayouts/slideLayout215.xml" ContentType="application/vnd.openxmlformats-officedocument.presentationml.slideLayout+xml"/>
  <Override PartName="/ppt/slideLayouts/slideLayout216.xml" ContentType="application/vnd.openxmlformats-officedocument.presentationml.slideLayout+xml"/>
  <Override PartName="/ppt/slideLayouts/slideLayout217.xml" ContentType="application/vnd.openxmlformats-officedocument.presentationml.slideLayout+xml"/>
  <Override PartName="/ppt/slideLayouts/slideLayout218.xml" ContentType="application/vnd.openxmlformats-officedocument.presentationml.slideLayout+xml"/>
  <Override PartName="/ppt/slideLayouts/slideLayout219.xml" ContentType="application/vnd.openxmlformats-officedocument.presentationml.slideLayout+xml"/>
  <Override PartName="/ppt/slideLayouts/slideLayout22.xml" ContentType="application/vnd.openxmlformats-officedocument.presentationml.slideLayout+xml"/>
  <Override PartName="/ppt/slideLayouts/slideLayout220.xml" ContentType="application/vnd.openxmlformats-officedocument.presentationml.slideLayout+xml"/>
  <Override PartName="/ppt/slideLayouts/slideLayout221.xml" ContentType="application/vnd.openxmlformats-officedocument.presentationml.slideLayout+xml"/>
  <Override PartName="/ppt/slideLayouts/slideLayout222.xml" ContentType="application/vnd.openxmlformats-officedocument.presentationml.slideLayout+xml"/>
  <Override PartName="/ppt/slideLayouts/slideLayout223.xml" ContentType="application/vnd.openxmlformats-officedocument.presentationml.slideLayout+xml"/>
  <Override PartName="/ppt/slideLayouts/slideLayout224.xml" ContentType="application/vnd.openxmlformats-officedocument.presentationml.slideLayout+xml"/>
  <Override PartName="/ppt/slideLayouts/slideLayout225.xml" ContentType="application/vnd.openxmlformats-officedocument.presentationml.slideLayout+xml"/>
  <Override PartName="/ppt/slideLayouts/slideLayout226.xml" ContentType="application/vnd.openxmlformats-officedocument.presentationml.slideLayout+xml"/>
  <Override PartName="/ppt/slideLayouts/slideLayout227.xml" ContentType="application/vnd.openxmlformats-officedocument.presentationml.slideLayout+xml"/>
  <Override PartName="/ppt/slideLayouts/slideLayout228.xml" ContentType="application/vnd.openxmlformats-officedocument.presentationml.slideLayout+xml"/>
  <Override PartName="/ppt/slideLayouts/slideLayout229.xml" ContentType="application/vnd.openxmlformats-officedocument.presentationml.slideLayout+xml"/>
  <Override PartName="/ppt/slideLayouts/slideLayout23.xml" ContentType="application/vnd.openxmlformats-officedocument.presentationml.slideLayout+xml"/>
  <Override PartName="/ppt/slideLayouts/slideLayout230.xml" ContentType="application/vnd.openxmlformats-officedocument.presentationml.slideLayout+xml"/>
  <Override PartName="/ppt/slideLayouts/slideLayout231.xml" ContentType="application/vnd.openxmlformats-officedocument.presentationml.slideLayout+xml"/>
  <Override PartName="/ppt/slideLayouts/slideLayout232.xml" ContentType="application/vnd.openxmlformats-officedocument.presentationml.slideLayout+xml"/>
  <Override PartName="/ppt/slideLayouts/slideLayout233.xml" ContentType="application/vnd.openxmlformats-officedocument.presentationml.slideLayout+xml"/>
  <Override PartName="/ppt/slideLayouts/slideLayout234.xml" ContentType="application/vnd.openxmlformats-officedocument.presentationml.slideLayout+xml"/>
  <Override PartName="/ppt/slideLayouts/slideLayout235.xml" ContentType="application/vnd.openxmlformats-officedocument.presentationml.slideLayout+xml"/>
  <Override PartName="/ppt/slideLayouts/slideLayout236.xml" ContentType="application/vnd.openxmlformats-officedocument.presentationml.slideLayout+xml"/>
  <Override PartName="/ppt/slideLayouts/slideLayout237.xml" ContentType="application/vnd.openxmlformats-officedocument.presentationml.slideLayout+xml"/>
  <Override PartName="/ppt/slideLayouts/slideLayout238.xml" ContentType="application/vnd.openxmlformats-officedocument.presentationml.slideLayout+xml"/>
  <Override PartName="/ppt/slideLayouts/slideLayout239.xml" ContentType="application/vnd.openxmlformats-officedocument.presentationml.slideLayout+xml"/>
  <Override PartName="/ppt/slideLayouts/slideLayout24.xml" ContentType="application/vnd.openxmlformats-officedocument.presentationml.slideLayout+xml"/>
  <Override PartName="/ppt/slideLayouts/slideLayout240.xml" ContentType="application/vnd.openxmlformats-officedocument.presentationml.slideLayout+xml"/>
  <Override PartName="/ppt/slideLayouts/slideLayout241.xml" ContentType="application/vnd.openxmlformats-officedocument.presentationml.slideLayout+xml"/>
  <Override PartName="/ppt/slideLayouts/slideLayout242.xml" ContentType="application/vnd.openxmlformats-officedocument.presentationml.slideLayout+xml"/>
  <Override PartName="/ppt/slideLayouts/slideLayout243.xml" ContentType="application/vnd.openxmlformats-officedocument.presentationml.slideLayout+xml"/>
  <Override PartName="/ppt/slideLayouts/slideLayout244.xml" ContentType="application/vnd.openxmlformats-officedocument.presentationml.slideLayout+xml"/>
  <Override PartName="/ppt/slideLayouts/slideLayout245.xml" ContentType="application/vnd.openxmlformats-officedocument.presentationml.slideLayout+xml"/>
  <Override PartName="/ppt/slideLayouts/slideLayout246.xml" ContentType="application/vnd.openxmlformats-officedocument.presentationml.slideLayout+xml"/>
  <Override PartName="/ppt/slideLayouts/slideLayout247.xml" ContentType="application/vnd.openxmlformats-officedocument.presentationml.slideLayout+xml"/>
  <Override PartName="/ppt/slideLayouts/slideLayout248.xml" ContentType="application/vnd.openxmlformats-officedocument.presentationml.slideLayout+xml"/>
  <Override PartName="/ppt/slideLayouts/slideLayout249.xml" ContentType="application/vnd.openxmlformats-officedocument.presentationml.slideLayout+xml"/>
  <Override PartName="/ppt/slideLayouts/slideLayout25.xml" ContentType="application/vnd.openxmlformats-officedocument.presentationml.slideLayout+xml"/>
  <Override PartName="/ppt/slideLayouts/slideLayout250.xml" ContentType="application/vnd.openxmlformats-officedocument.presentationml.slideLayout+xml"/>
  <Override PartName="/ppt/slideLayouts/slideLayout251.xml" ContentType="application/vnd.openxmlformats-officedocument.presentationml.slideLayout+xml"/>
  <Override PartName="/ppt/slideLayouts/slideLayout252.xml" ContentType="application/vnd.openxmlformats-officedocument.presentationml.slideLayout+xml"/>
  <Override PartName="/ppt/slideLayouts/slideLayout253.xml" ContentType="application/vnd.openxmlformats-officedocument.presentationml.slideLayout+xml"/>
  <Override PartName="/ppt/slideLayouts/slideLayout254.xml" ContentType="application/vnd.openxmlformats-officedocument.presentationml.slideLayout+xml"/>
  <Override PartName="/ppt/slideLayouts/slideLayout255.xml" ContentType="application/vnd.openxmlformats-officedocument.presentationml.slideLayout+xml"/>
  <Override PartName="/ppt/slideLayouts/slideLayout256.xml" ContentType="application/vnd.openxmlformats-officedocument.presentationml.slideLayout+xml"/>
  <Override PartName="/ppt/slideLayouts/slideLayout257.xml" ContentType="application/vnd.openxmlformats-officedocument.presentationml.slideLayout+xml"/>
  <Override PartName="/ppt/slideLayouts/slideLayout258.xml" ContentType="application/vnd.openxmlformats-officedocument.presentationml.slideLayout+xml"/>
  <Override PartName="/ppt/slideLayouts/slideLayout259.xml" ContentType="application/vnd.openxmlformats-officedocument.presentationml.slideLayout+xml"/>
  <Override PartName="/ppt/slideLayouts/slideLayout26.xml" ContentType="application/vnd.openxmlformats-officedocument.presentationml.slideLayout+xml"/>
  <Override PartName="/ppt/slideLayouts/slideLayout260.xml" ContentType="application/vnd.openxmlformats-officedocument.presentationml.slideLayout+xml"/>
  <Override PartName="/ppt/slideLayouts/slideLayout261.xml" ContentType="application/vnd.openxmlformats-officedocument.presentationml.slideLayout+xml"/>
  <Override PartName="/ppt/slideLayouts/slideLayout262.xml" ContentType="application/vnd.openxmlformats-officedocument.presentationml.slideLayout+xml"/>
  <Override PartName="/ppt/slideLayouts/slideLayout263.xml" ContentType="application/vnd.openxmlformats-officedocument.presentationml.slideLayout+xml"/>
  <Override PartName="/ppt/slideLayouts/slideLayout264.xml" ContentType="application/vnd.openxmlformats-officedocument.presentationml.slideLayout+xml"/>
  <Override PartName="/ppt/slideLayouts/slideLayout265.xml" ContentType="application/vnd.openxmlformats-officedocument.presentationml.slideLayout+xml"/>
  <Override PartName="/ppt/slideLayouts/slideLayout266.xml" ContentType="application/vnd.openxmlformats-officedocument.presentationml.slideLayout+xml"/>
  <Override PartName="/ppt/slideLayouts/slideLayout267.xml" ContentType="application/vnd.openxmlformats-officedocument.presentationml.slideLayout+xml"/>
  <Override PartName="/ppt/slideLayouts/slideLayout268.xml" ContentType="application/vnd.openxmlformats-officedocument.presentationml.slideLayout+xml"/>
  <Override PartName="/ppt/slideLayouts/slideLayout269.xml" ContentType="application/vnd.openxmlformats-officedocument.presentationml.slideLayout+xml"/>
  <Override PartName="/ppt/slideLayouts/slideLayout27.xml" ContentType="application/vnd.openxmlformats-officedocument.presentationml.slideLayout+xml"/>
  <Override PartName="/ppt/slideLayouts/slideLayout270.xml" ContentType="application/vnd.openxmlformats-officedocument.presentationml.slideLayout+xml"/>
  <Override PartName="/ppt/slideLayouts/slideLayout271.xml" ContentType="application/vnd.openxmlformats-officedocument.presentationml.slideLayout+xml"/>
  <Override PartName="/ppt/slideLayouts/slideLayout272.xml" ContentType="application/vnd.openxmlformats-officedocument.presentationml.slideLayout+xml"/>
  <Override PartName="/ppt/slideLayouts/slideLayout273.xml" ContentType="application/vnd.openxmlformats-officedocument.presentationml.slideLayout+xml"/>
  <Override PartName="/ppt/slideLayouts/slideLayout274.xml" ContentType="application/vnd.openxmlformats-officedocument.presentationml.slideLayout+xml"/>
  <Override PartName="/ppt/slideLayouts/slideLayout275.xml" ContentType="application/vnd.openxmlformats-officedocument.presentationml.slideLayout+xml"/>
  <Override PartName="/ppt/slideLayouts/slideLayout276.xml" ContentType="application/vnd.openxmlformats-officedocument.presentationml.slideLayout+xml"/>
  <Override PartName="/ppt/slideLayouts/slideLayout277.xml" ContentType="application/vnd.openxmlformats-officedocument.presentationml.slideLayout+xml"/>
  <Override PartName="/ppt/slideLayouts/slideLayout278.xml" ContentType="application/vnd.openxmlformats-officedocument.presentationml.slideLayout+xml"/>
  <Override PartName="/ppt/slideLayouts/slideLayout279.xml" ContentType="application/vnd.openxmlformats-officedocument.presentationml.slideLayout+xml"/>
  <Override PartName="/ppt/slideLayouts/slideLayout28.xml" ContentType="application/vnd.openxmlformats-officedocument.presentationml.slideLayout+xml"/>
  <Override PartName="/ppt/slideLayouts/slideLayout280.xml" ContentType="application/vnd.openxmlformats-officedocument.presentationml.slideLayout+xml"/>
  <Override PartName="/ppt/slideLayouts/slideLayout281.xml" ContentType="application/vnd.openxmlformats-officedocument.presentationml.slideLayout+xml"/>
  <Override PartName="/ppt/slideLayouts/slideLayout282.xml" ContentType="application/vnd.openxmlformats-officedocument.presentationml.slideLayout+xml"/>
  <Override PartName="/ppt/slideLayouts/slideLayout283.xml" ContentType="application/vnd.openxmlformats-officedocument.presentationml.slideLayout+xml"/>
  <Override PartName="/ppt/slideLayouts/slideLayout284.xml" ContentType="application/vnd.openxmlformats-officedocument.presentationml.slideLayout+xml"/>
  <Override PartName="/ppt/slideLayouts/slideLayout285.xml" ContentType="application/vnd.openxmlformats-officedocument.presentationml.slideLayout+xml"/>
  <Override PartName="/ppt/slideLayouts/slideLayout286.xml" ContentType="application/vnd.openxmlformats-officedocument.presentationml.slideLayout+xml"/>
  <Override PartName="/ppt/slideLayouts/slideLayout287.xml" ContentType="application/vnd.openxmlformats-officedocument.presentationml.slideLayout+xml"/>
  <Override PartName="/ppt/slideLayouts/slideLayout288.xml" ContentType="application/vnd.openxmlformats-officedocument.presentationml.slideLayout+xml"/>
  <Override PartName="/ppt/slideLayouts/slideLayout289.xml" ContentType="application/vnd.openxmlformats-officedocument.presentationml.slideLayout+xml"/>
  <Override PartName="/ppt/slideLayouts/slideLayout29.xml" ContentType="application/vnd.openxmlformats-officedocument.presentationml.slideLayout+xml"/>
  <Override PartName="/ppt/slideLayouts/slideLayout290.xml" ContentType="application/vnd.openxmlformats-officedocument.presentationml.slideLayout+xml"/>
  <Override PartName="/ppt/slideLayouts/slideLayout291.xml" ContentType="application/vnd.openxmlformats-officedocument.presentationml.slideLayout+xml"/>
  <Override PartName="/ppt/slideLayouts/slideLayout292.xml" ContentType="application/vnd.openxmlformats-officedocument.presentationml.slideLayout+xml"/>
  <Override PartName="/ppt/slideLayouts/slideLayout293.xml" ContentType="application/vnd.openxmlformats-officedocument.presentationml.slideLayout+xml"/>
  <Override PartName="/ppt/slideLayouts/slideLayout294.xml" ContentType="application/vnd.openxmlformats-officedocument.presentationml.slideLayout+xml"/>
  <Override PartName="/ppt/slideLayouts/slideLayout295.xml" ContentType="application/vnd.openxmlformats-officedocument.presentationml.slideLayout+xml"/>
  <Override PartName="/ppt/slideLayouts/slideLayout296.xml" ContentType="application/vnd.openxmlformats-officedocument.presentationml.slideLayout+xml"/>
  <Override PartName="/ppt/slideLayouts/slideLayout297.xml" ContentType="application/vnd.openxmlformats-officedocument.presentationml.slideLayout+xml"/>
  <Override PartName="/ppt/slideLayouts/slideLayout298.xml" ContentType="application/vnd.openxmlformats-officedocument.presentationml.slideLayout+xml"/>
  <Override PartName="/ppt/slideLayouts/slideLayout29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00.xml" ContentType="application/vnd.openxmlformats-officedocument.presentationml.slideLayout+xml"/>
  <Override PartName="/ppt/slideLayouts/slideLayout301.xml" ContentType="application/vnd.openxmlformats-officedocument.presentationml.slideLayout+xml"/>
  <Override PartName="/ppt/slideLayouts/slideLayout302.xml" ContentType="application/vnd.openxmlformats-officedocument.presentationml.slideLayout+xml"/>
  <Override PartName="/ppt/slideLayouts/slideLayout303.xml" ContentType="application/vnd.openxmlformats-officedocument.presentationml.slideLayout+xml"/>
  <Override PartName="/ppt/slideLayouts/slideLayout304.xml" ContentType="application/vnd.openxmlformats-officedocument.presentationml.slideLayout+xml"/>
  <Override PartName="/ppt/slideLayouts/slideLayout305.xml" ContentType="application/vnd.openxmlformats-officedocument.presentationml.slideLayout+xml"/>
  <Override PartName="/ppt/slideLayouts/slideLayout306.xml" ContentType="application/vnd.openxmlformats-officedocument.presentationml.slideLayout+xml"/>
  <Override PartName="/ppt/slideLayouts/slideLayout307.xml" ContentType="application/vnd.openxmlformats-officedocument.presentationml.slideLayout+xml"/>
  <Override PartName="/ppt/slideLayouts/slideLayout308.xml" ContentType="application/vnd.openxmlformats-officedocument.presentationml.slideLayout+xml"/>
  <Override PartName="/ppt/slideLayouts/slideLayout309.xml" ContentType="application/vnd.openxmlformats-officedocument.presentationml.slideLayout+xml"/>
  <Override PartName="/ppt/slideLayouts/slideLayout31.xml" ContentType="application/vnd.openxmlformats-officedocument.presentationml.slideLayout+xml"/>
  <Override PartName="/ppt/slideLayouts/slideLayout310.xml" ContentType="application/vnd.openxmlformats-officedocument.presentationml.slideLayout+xml"/>
  <Override PartName="/ppt/slideLayouts/slideLayout311.xml" ContentType="application/vnd.openxmlformats-officedocument.presentationml.slideLayout+xml"/>
  <Override PartName="/ppt/slideLayouts/slideLayout312.xml" ContentType="application/vnd.openxmlformats-officedocument.presentationml.slideLayout+xml"/>
  <Override PartName="/ppt/slideLayouts/slideLayout313.xml" ContentType="application/vnd.openxmlformats-officedocument.presentationml.slideLayout+xml"/>
  <Override PartName="/ppt/slideLayouts/slideLayout314.xml" ContentType="application/vnd.openxmlformats-officedocument.presentationml.slideLayout+xml"/>
  <Override PartName="/ppt/slideLayouts/slideLayout315.xml" ContentType="application/vnd.openxmlformats-officedocument.presentationml.slideLayout+xml"/>
  <Override PartName="/ppt/slideLayouts/slideLayout316.xml" ContentType="application/vnd.openxmlformats-officedocument.presentationml.slideLayout+xml"/>
  <Override PartName="/ppt/slideLayouts/slideLayout317.xml" ContentType="application/vnd.openxmlformats-officedocument.presentationml.slideLayout+xml"/>
  <Override PartName="/ppt/slideLayouts/slideLayout318.xml" ContentType="application/vnd.openxmlformats-officedocument.presentationml.slideLayout+xml"/>
  <Override PartName="/ppt/slideLayouts/slideLayout319.xml" ContentType="application/vnd.openxmlformats-officedocument.presentationml.slideLayout+xml"/>
  <Override PartName="/ppt/slideLayouts/slideLayout32.xml" ContentType="application/vnd.openxmlformats-officedocument.presentationml.slideLayout+xml"/>
  <Override PartName="/ppt/slideLayouts/slideLayout320.xml" ContentType="application/vnd.openxmlformats-officedocument.presentationml.slideLayout+xml"/>
  <Override PartName="/ppt/slideLayouts/slideLayout321.xml" ContentType="application/vnd.openxmlformats-officedocument.presentationml.slideLayout+xml"/>
  <Override PartName="/ppt/slideLayouts/slideLayout322.xml" ContentType="application/vnd.openxmlformats-officedocument.presentationml.slideLayout+xml"/>
  <Override PartName="/ppt/slideLayouts/slideLayout323.xml" ContentType="application/vnd.openxmlformats-officedocument.presentationml.slideLayout+xml"/>
  <Override PartName="/ppt/slideLayouts/slideLayout324.xml" ContentType="application/vnd.openxmlformats-officedocument.presentationml.slideLayout+xml"/>
  <Override PartName="/ppt/slideLayouts/slideLayout325.xml" ContentType="application/vnd.openxmlformats-officedocument.presentationml.slideLayout+xml"/>
  <Override PartName="/ppt/slideLayouts/slideLayout326.xml" ContentType="application/vnd.openxmlformats-officedocument.presentationml.slideLayout+xml"/>
  <Override PartName="/ppt/slideLayouts/slideLayout327.xml" ContentType="application/vnd.openxmlformats-officedocument.presentationml.slideLayout+xml"/>
  <Override PartName="/ppt/slideLayouts/slideLayout328.xml" ContentType="application/vnd.openxmlformats-officedocument.presentationml.slideLayout+xml"/>
  <Override PartName="/ppt/slideLayouts/slideLayout329.xml" ContentType="application/vnd.openxmlformats-officedocument.presentationml.slideLayout+xml"/>
  <Override PartName="/ppt/slideLayouts/slideLayout33.xml" ContentType="application/vnd.openxmlformats-officedocument.presentationml.slideLayout+xml"/>
  <Override PartName="/ppt/slideLayouts/slideLayout330.xml" ContentType="application/vnd.openxmlformats-officedocument.presentationml.slideLayout+xml"/>
  <Override PartName="/ppt/slideLayouts/slideLayout331.xml" ContentType="application/vnd.openxmlformats-officedocument.presentationml.slideLayout+xml"/>
  <Override PartName="/ppt/slideLayouts/slideLayout332.xml" ContentType="application/vnd.openxmlformats-officedocument.presentationml.slideLayout+xml"/>
  <Override PartName="/ppt/slideLayouts/slideLayout333.xml" ContentType="application/vnd.openxmlformats-officedocument.presentationml.slideLayout+xml"/>
  <Override PartName="/ppt/slideLayouts/slideLayout334.xml" ContentType="application/vnd.openxmlformats-officedocument.presentationml.slideLayout+xml"/>
  <Override PartName="/ppt/slideLayouts/slideLayout335.xml" ContentType="application/vnd.openxmlformats-officedocument.presentationml.slideLayout+xml"/>
  <Override PartName="/ppt/slideLayouts/slideLayout336.xml" ContentType="application/vnd.openxmlformats-officedocument.presentationml.slideLayout+xml"/>
  <Override PartName="/ppt/slideLayouts/slideLayout337.xml" ContentType="application/vnd.openxmlformats-officedocument.presentationml.slideLayout+xml"/>
  <Override PartName="/ppt/slideLayouts/slideLayout338.xml" ContentType="application/vnd.openxmlformats-officedocument.presentationml.slideLayout+xml"/>
  <Override PartName="/ppt/slideLayouts/slideLayout339.xml" ContentType="application/vnd.openxmlformats-officedocument.presentationml.slideLayout+xml"/>
  <Override PartName="/ppt/slideLayouts/slideLayout34.xml" ContentType="application/vnd.openxmlformats-officedocument.presentationml.slideLayout+xml"/>
  <Override PartName="/ppt/slideLayouts/slideLayout340.xml" ContentType="application/vnd.openxmlformats-officedocument.presentationml.slideLayout+xml"/>
  <Override PartName="/ppt/slideLayouts/slideLayout341.xml" ContentType="application/vnd.openxmlformats-officedocument.presentationml.slideLayout+xml"/>
  <Override PartName="/ppt/slideLayouts/slideLayout342.xml" ContentType="application/vnd.openxmlformats-officedocument.presentationml.slideLayout+xml"/>
  <Override PartName="/ppt/slideLayouts/slideLayout343.xml" ContentType="application/vnd.openxmlformats-officedocument.presentationml.slideLayout+xml"/>
  <Override PartName="/ppt/slideLayouts/slideLayout344.xml" ContentType="application/vnd.openxmlformats-officedocument.presentationml.slideLayout+xml"/>
  <Override PartName="/ppt/slideLayouts/slideLayout345.xml" ContentType="application/vnd.openxmlformats-officedocument.presentationml.slideLayout+xml"/>
  <Override PartName="/ppt/slideLayouts/slideLayout346.xml" ContentType="application/vnd.openxmlformats-officedocument.presentationml.slideLayout+xml"/>
  <Override PartName="/ppt/slideLayouts/slideLayout347.xml" ContentType="application/vnd.openxmlformats-officedocument.presentationml.slideLayout+xml"/>
  <Override PartName="/ppt/slideLayouts/slideLayout348.xml" ContentType="application/vnd.openxmlformats-officedocument.presentationml.slideLayout+xml"/>
  <Override PartName="/ppt/slideLayouts/slideLayout349.xml" ContentType="application/vnd.openxmlformats-officedocument.presentationml.slideLayout+xml"/>
  <Override PartName="/ppt/slideLayouts/slideLayout35.xml" ContentType="application/vnd.openxmlformats-officedocument.presentationml.slideLayout+xml"/>
  <Override PartName="/ppt/slideLayouts/slideLayout350.xml" ContentType="application/vnd.openxmlformats-officedocument.presentationml.slideLayout+xml"/>
  <Override PartName="/ppt/slideLayouts/slideLayout351.xml" ContentType="application/vnd.openxmlformats-officedocument.presentationml.slideLayout+xml"/>
  <Override PartName="/ppt/slideLayouts/slideLayout352.xml" ContentType="application/vnd.openxmlformats-officedocument.presentationml.slideLayout+xml"/>
  <Override PartName="/ppt/slideLayouts/slideLayout353.xml" ContentType="application/vnd.openxmlformats-officedocument.presentationml.slideLayout+xml"/>
  <Override PartName="/ppt/slideLayouts/slideLayout354.xml" ContentType="application/vnd.openxmlformats-officedocument.presentationml.slideLayout+xml"/>
  <Override PartName="/ppt/slideLayouts/slideLayout355.xml" ContentType="application/vnd.openxmlformats-officedocument.presentationml.slideLayout+xml"/>
  <Override PartName="/ppt/slideLayouts/slideLayout356.xml" ContentType="application/vnd.openxmlformats-officedocument.presentationml.slideLayout+xml"/>
  <Override PartName="/ppt/slideLayouts/slideLayout357.xml" ContentType="application/vnd.openxmlformats-officedocument.presentationml.slideLayout+xml"/>
  <Override PartName="/ppt/slideLayouts/slideLayout358.xml" ContentType="application/vnd.openxmlformats-officedocument.presentationml.slideLayout+xml"/>
  <Override PartName="/ppt/slideLayouts/slideLayout359.xml" ContentType="application/vnd.openxmlformats-officedocument.presentationml.slideLayout+xml"/>
  <Override PartName="/ppt/slideLayouts/slideLayout36.xml" ContentType="application/vnd.openxmlformats-officedocument.presentationml.slideLayout+xml"/>
  <Override PartName="/ppt/slideLayouts/slideLayout360.xml" ContentType="application/vnd.openxmlformats-officedocument.presentationml.slideLayout+xml"/>
  <Override PartName="/ppt/slideLayouts/slideLayout361.xml" ContentType="application/vnd.openxmlformats-officedocument.presentationml.slideLayout+xml"/>
  <Override PartName="/ppt/slideLayouts/slideLayout362.xml" ContentType="application/vnd.openxmlformats-officedocument.presentationml.slideLayout+xml"/>
  <Override PartName="/ppt/slideLayouts/slideLayout363.xml" ContentType="application/vnd.openxmlformats-officedocument.presentationml.slideLayout+xml"/>
  <Override PartName="/ppt/slideLayouts/slideLayout364.xml" ContentType="application/vnd.openxmlformats-officedocument.presentationml.slideLayout+xml"/>
  <Override PartName="/ppt/slideLayouts/slideLayout365.xml" ContentType="application/vnd.openxmlformats-officedocument.presentationml.slideLayout+xml"/>
  <Override PartName="/ppt/slideLayouts/slideLayout366.xml" ContentType="application/vnd.openxmlformats-officedocument.presentationml.slideLayout+xml"/>
  <Override PartName="/ppt/slideLayouts/slideLayout367.xml" ContentType="application/vnd.openxmlformats-officedocument.presentationml.slideLayout+xml"/>
  <Override PartName="/ppt/slideLayouts/slideLayout368.xml" ContentType="application/vnd.openxmlformats-officedocument.presentationml.slideLayout+xml"/>
  <Override PartName="/ppt/slideLayouts/slideLayout369.xml" ContentType="application/vnd.openxmlformats-officedocument.presentationml.slideLayout+xml"/>
  <Override PartName="/ppt/slideLayouts/slideLayout37.xml" ContentType="application/vnd.openxmlformats-officedocument.presentationml.slideLayout+xml"/>
  <Override PartName="/ppt/slideLayouts/slideLayout370.xml" ContentType="application/vnd.openxmlformats-officedocument.presentationml.slideLayout+xml"/>
  <Override PartName="/ppt/slideLayouts/slideLayout371.xml" ContentType="application/vnd.openxmlformats-officedocument.presentationml.slideLayout+xml"/>
  <Override PartName="/ppt/slideLayouts/slideLayout372.xml" ContentType="application/vnd.openxmlformats-officedocument.presentationml.slideLayout+xml"/>
  <Override PartName="/ppt/slideLayouts/slideLayout373.xml" ContentType="application/vnd.openxmlformats-officedocument.presentationml.slideLayout+xml"/>
  <Override PartName="/ppt/slideLayouts/slideLayout374.xml" ContentType="application/vnd.openxmlformats-officedocument.presentationml.slideLayout+xml"/>
  <Override PartName="/ppt/slideLayouts/slideLayout375.xml" ContentType="application/vnd.openxmlformats-officedocument.presentationml.slideLayout+xml"/>
  <Override PartName="/ppt/slideLayouts/slideLayout376.xml" ContentType="application/vnd.openxmlformats-officedocument.presentationml.slideLayout+xml"/>
  <Override PartName="/ppt/slideLayouts/slideLayout377.xml" ContentType="application/vnd.openxmlformats-officedocument.presentationml.slideLayout+xml"/>
  <Override PartName="/ppt/slideLayouts/slideLayout378.xml" ContentType="application/vnd.openxmlformats-officedocument.presentationml.slideLayout+xml"/>
  <Override PartName="/ppt/slideLayouts/slideLayout379.xml" ContentType="application/vnd.openxmlformats-officedocument.presentationml.slideLayout+xml"/>
  <Override PartName="/ppt/slideLayouts/slideLayout38.xml" ContentType="application/vnd.openxmlformats-officedocument.presentationml.slideLayout+xml"/>
  <Override PartName="/ppt/slideLayouts/slideLayout380.xml" ContentType="application/vnd.openxmlformats-officedocument.presentationml.slideLayout+xml"/>
  <Override PartName="/ppt/slideLayouts/slideLayout381.xml" ContentType="application/vnd.openxmlformats-officedocument.presentationml.slideLayout+xml"/>
  <Override PartName="/ppt/slideLayouts/slideLayout382.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slideLayouts/slideLayout9.xml" ContentType="application/vnd.openxmlformats-officedocument.presentationml.slideLayout+xml"/>
  <Override PartName="/ppt/slideLayouts/slideLayout90.xml" ContentType="application/vnd.openxmlformats-officedocument.presentationml.slideLayout+xml"/>
  <Override PartName="/ppt/slideLayouts/slideLayout91.xml" ContentType="application/vnd.openxmlformats-officedocument.presentationml.slideLayout+xml"/>
  <Override PartName="/ppt/slideLayouts/slideLayout92.xml" ContentType="application/vnd.openxmlformats-officedocument.presentationml.slideLayout+xml"/>
  <Override PartName="/ppt/slideLayouts/slideLayout93.xml" ContentType="application/vnd.openxmlformats-officedocument.presentationml.slideLayout+xml"/>
  <Override PartName="/ppt/slideLayouts/slideLayout94.xml" ContentType="application/vnd.openxmlformats-officedocument.presentationml.slideLayout+xml"/>
  <Override PartName="/ppt/slideLayouts/slideLayout95.xml" ContentType="application/vnd.openxmlformats-officedocument.presentationml.slideLayout+xml"/>
  <Override PartName="/ppt/slideLayouts/slideLayout96.xml" ContentType="application/vnd.openxmlformats-officedocument.presentationml.slideLayout+xml"/>
  <Override PartName="/ppt/slideLayouts/slideLayout97.xml" ContentType="application/vnd.openxmlformats-officedocument.presentationml.slideLayout+xml"/>
  <Override PartName="/ppt/slideLayouts/slideLayout98.xml" ContentType="application/vnd.openxmlformats-officedocument.presentationml.slideLayout+xml"/>
  <Override PartName="/ppt/slideLayouts/slideLayout99.xml" ContentType="application/vnd.openxmlformats-officedocument.presentationml.slideLayout+xml"/>
  <Override PartName="/ppt/slideMasters/slideMaster1.xml" ContentType="application/vnd.openxmlformats-officedocument.presentationml.slideMaster+xml"/>
  <Override PartName="/ppt/slideMasters/slideMaster10.xml" ContentType="application/vnd.openxmlformats-officedocument.presentationml.slideMaster+xml"/>
  <Override PartName="/ppt/slideMasters/slideMaster11.xml" ContentType="application/vnd.openxmlformats-officedocument.presentationml.slideMaster+xml"/>
  <Override PartName="/ppt/slideMasters/slideMaster12.xml" ContentType="application/vnd.openxmlformats-officedocument.presentationml.slideMaster+xml"/>
  <Override PartName="/ppt/slideMasters/slideMaster13.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Masters/slideMaster8.xml" ContentType="application/vnd.openxmlformats-officedocument.presentationml.slideMaster+xml"/>
  <Override PartName="/ppt/slideMasters/slideMaster9.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10.xml" ContentType="application/vnd.openxmlformats-officedocument.theme+xml"/>
  <Override PartName="/ppt/theme/theme11.xml" ContentType="application/vnd.openxmlformats-officedocument.theme+xml"/>
  <Override PartName="/ppt/theme/theme12.xml" ContentType="application/vnd.openxmlformats-officedocument.theme+xml"/>
  <Override PartName="/ppt/theme/theme13.xml" ContentType="application/vnd.openxmlformats-officedocument.theme+xml"/>
  <Override PartName="/ppt/theme/theme14.xml" ContentType="application/vnd.openxmlformats-officedocument.theme+xml"/>
  <Override PartName="/ppt/theme/theme15.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theme/theme7.xml" ContentType="application/vnd.openxmlformats-officedocument.theme+xml"/>
  <Override PartName="/ppt/theme/theme8.xml" ContentType="application/vnd.openxmlformats-officedocument.theme+xml"/>
  <Override PartName="/ppt/theme/theme9.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4073" r:id="rId4"/>
    <p:sldMasterId id="2147484107" r:id="rId5"/>
    <p:sldMasterId id="2147484163" r:id="rId6"/>
    <p:sldMasterId id="2147484375" r:id="rId7"/>
    <p:sldMasterId id="2147484405" r:id="rId8"/>
    <p:sldMasterId id="2147484435" r:id="rId9"/>
    <p:sldMasterId id="2147484481" r:id="rId10"/>
    <p:sldMasterId id="2147484513" r:id="rId11"/>
    <p:sldMasterId id="2147484530" r:id="rId12"/>
    <p:sldMasterId id="2147484602" r:id="rId13"/>
    <p:sldMasterId id="2147484660" r:id="rId14"/>
    <p:sldMasterId id="2147484704" r:id="rId15"/>
    <p:sldMasterId id="2147484738" r:id="rId16"/>
  </p:sldMasterIdLst>
  <p:notesMasterIdLst>
    <p:notesMasterId r:id="rId65"/>
  </p:notesMasterIdLst>
  <p:handoutMasterIdLst>
    <p:handoutMasterId r:id="rId66"/>
  </p:handoutMasterIdLst>
  <p:sldIdLst>
    <p:sldId id="257" r:id="rId17"/>
    <p:sldId id="300" r:id="rId18"/>
    <p:sldId id="2147483644" r:id="rId19"/>
    <p:sldId id="276" r:id="rId20"/>
    <p:sldId id="279" r:id="rId21"/>
    <p:sldId id="280" r:id="rId22"/>
    <p:sldId id="2147483647" r:id="rId23"/>
    <p:sldId id="278" r:id="rId24"/>
    <p:sldId id="263" r:id="rId25"/>
    <p:sldId id="273" r:id="rId26"/>
    <p:sldId id="274" r:id="rId27"/>
    <p:sldId id="284" r:id="rId28"/>
    <p:sldId id="262" r:id="rId29"/>
    <p:sldId id="269" r:id="rId30"/>
    <p:sldId id="258" r:id="rId31"/>
    <p:sldId id="289" r:id="rId32"/>
    <p:sldId id="294" r:id="rId33"/>
    <p:sldId id="291" r:id="rId34"/>
    <p:sldId id="256" r:id="rId35"/>
    <p:sldId id="265" r:id="rId36"/>
    <p:sldId id="281" r:id="rId37"/>
    <p:sldId id="288" r:id="rId38"/>
    <p:sldId id="270" r:id="rId39"/>
    <p:sldId id="295" r:id="rId40"/>
    <p:sldId id="287" r:id="rId41"/>
    <p:sldId id="259" r:id="rId42"/>
    <p:sldId id="267" r:id="rId43"/>
    <p:sldId id="285" r:id="rId44"/>
    <p:sldId id="290" r:id="rId45"/>
    <p:sldId id="260" r:id="rId46"/>
    <p:sldId id="266" r:id="rId47"/>
    <p:sldId id="268" r:id="rId48"/>
    <p:sldId id="272" r:id="rId49"/>
    <p:sldId id="264" r:id="rId50"/>
    <p:sldId id="261" r:id="rId51"/>
    <p:sldId id="292" r:id="rId52"/>
    <p:sldId id="293" r:id="rId53"/>
    <p:sldId id="271" r:id="rId54"/>
    <p:sldId id="277" r:id="rId55"/>
    <p:sldId id="282" r:id="rId56"/>
    <p:sldId id="296" r:id="rId57"/>
    <p:sldId id="297" r:id="rId58"/>
    <p:sldId id="283" r:id="rId59"/>
    <p:sldId id="298" r:id="rId60"/>
    <p:sldId id="299" r:id="rId61"/>
    <p:sldId id="302" r:id="rId62"/>
    <p:sldId id="303" r:id="rId63"/>
    <p:sldId id="286" r:id="rId64"/>
  </p:sldIdLst>
  <p:sldSz cx="24384000" cy="13716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AD61A069-7D16-4269-866C-031499F67833}">
          <p14:sldIdLst>
            <p14:sldId id="257"/>
            <p14:sldId id="300"/>
            <p14:sldId id="2147483644"/>
            <p14:sldId id="276"/>
            <p14:sldId id="279"/>
            <p14:sldId id="280"/>
            <p14:sldId id="2147483647"/>
            <p14:sldId id="278"/>
            <p14:sldId id="263"/>
            <p14:sldId id="273"/>
            <p14:sldId id="274"/>
            <p14:sldId id="284"/>
            <p14:sldId id="262"/>
            <p14:sldId id="269"/>
            <p14:sldId id="258"/>
            <p14:sldId id="289"/>
            <p14:sldId id="294"/>
            <p14:sldId id="291"/>
            <p14:sldId id="256"/>
            <p14:sldId id="265"/>
            <p14:sldId id="281"/>
            <p14:sldId id="288"/>
            <p14:sldId id="270"/>
            <p14:sldId id="295"/>
            <p14:sldId id="287"/>
            <p14:sldId id="259"/>
            <p14:sldId id="267"/>
            <p14:sldId id="285"/>
            <p14:sldId id="290"/>
            <p14:sldId id="260"/>
            <p14:sldId id="266"/>
            <p14:sldId id="268"/>
            <p14:sldId id="272"/>
            <p14:sldId id="264"/>
            <p14:sldId id="261"/>
            <p14:sldId id="292"/>
            <p14:sldId id="293"/>
            <p14:sldId id="271"/>
            <p14:sldId id="277"/>
            <p14:sldId id="282"/>
            <p14:sldId id="296"/>
            <p14:sldId id="297"/>
            <p14:sldId id="283"/>
            <p14:sldId id="298"/>
            <p14:sldId id="299"/>
            <p14:sldId id="302"/>
            <p14:sldId id="303"/>
            <p14:sldId id="286"/>
          </p14:sldIdLst>
        </p14:section>
      </p14:sectionLst>
    </p:ex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12CFAD03-C1D1-6FC9-E855-8005EE1C9A07}" name="Scott Beckford" initials="SB" userId="S::scott.beckford@rackspace.com::97f88ce4-fa8b-4163-b87d-92edb22d088f" providerId="AD"/>
  <p188:author id="{E8978822-E693-3C50-0FF3-6484C5E26D79}" name="Matthew Wright" initials="MW" userId="S::matthew.wright@rackspace.com::0d3ab189-59d5-47dc-8275-9fbc0b028d65" providerId="AD"/>
  <p188:author id="{EFE7A935-1A5E-1AD6-433E-A89DB6DE14E7}" name="Rashid Anwar Cheema" initials="RA" userId="S::rashid.anwarcheema@rackspace.com::93d5814b-5360-4dda-8d6a-3ba5986ce669"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Ashley Miesner" initials="AM" lastIdx="5" clrIdx="0">
    <p:extLst>
      <p:ext uri="{19B8F6BF-5375-455C-9EA6-DF929625EA0E}">
        <p15:presenceInfo xmlns:p15="http://schemas.microsoft.com/office/powerpoint/2012/main" userId="ad8e07fa54b49bda" providerId="Windows Live"/>
      </p:ext>
    </p:extLst>
  </p:cmAuthor>
  <p:cmAuthor id="2" name="Abi Watson" initials="AW" lastIdx="6" clrIdx="1">
    <p:extLst>
      <p:ext uri="{19B8F6BF-5375-455C-9EA6-DF929625EA0E}">
        <p15:presenceInfo xmlns:p15="http://schemas.microsoft.com/office/powerpoint/2012/main" userId="S::abi.watson@rackspace.co.uk::cbd6f91d-7bfe-46bf-bc79-2b67dca856ba" providerId="AD"/>
      </p:ext>
    </p:extLst>
  </p:cmAuthor>
  <p:cmAuthor id="3" name="Adam Evans" initials="AE" lastIdx="1" clrIdx="2">
    <p:extLst>
      <p:ext uri="{19B8F6BF-5375-455C-9EA6-DF929625EA0E}">
        <p15:presenceInfo xmlns:p15="http://schemas.microsoft.com/office/powerpoint/2012/main" userId="S::Adam.Evans@rackspace.co.uk::9762edaf-6122-415d-b47d-f06fb146bf04"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95008A"/>
    <a:srgbClr val="00B0F0"/>
    <a:srgbClr val="E57100"/>
    <a:srgbClr val="0059C8"/>
    <a:srgbClr val="222E63"/>
    <a:srgbClr val="0070C0"/>
    <a:srgbClr val="005F5E"/>
    <a:srgbClr val="00BEBC"/>
    <a:srgbClr val="B9B9B9"/>
    <a:srgbClr val="19265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FCF7E06-240E-1343-A1E5-871FE010CEB6}" v="5477" dt="2026-04-24T20:29:30.211"/>
    <p1510:client id="{2831069D-04EE-8039-C50E-B0DAEF8E5787}" v="3" dt="2026-04-24T16:48:57.900"/>
    <p1510:client id="{AD96EFEE-CE80-4130-85D5-36991E656D5E}" v="285" dt="2026-04-24T16:57:13.783"/>
    <p1510:client id="{F1DC32E6-CB85-4111-BB42-A9E1F057CE70}" v="902" dt="2026-04-25T00:22:27.099"/>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E8034E78-7F5D-4C2E-B375-FC64B27BC917}" styleName="Dark Style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left>
            <a:ln w="25400" cmpd="sng">
              <a:solidFill>
                <a:schemeClr val="lt1"/>
              </a:solidFill>
            </a:ln>
          </a:left>
        </a:tcBdr>
        <a:fill>
          <a:solidFill>
            <a:schemeClr val="dk1">
              <a:tint val="60000"/>
            </a:schemeClr>
          </a:solidFill>
        </a:fill>
      </a:tcStyle>
    </a:lastCol>
    <a:firstCol>
      <a:tcTxStyle b="on"/>
      <a:tcStyle>
        <a:tcBdr>
          <a:right>
            <a:ln w="25400" cmpd="sng">
              <a:solidFill>
                <a:schemeClr val="lt1"/>
              </a:solidFill>
            </a:ln>
          </a:right>
        </a:tcBdr>
        <a:fill>
          <a:solidFill>
            <a:schemeClr val="dk1">
              <a:tint val="60000"/>
            </a:schemeClr>
          </a:solidFill>
        </a:fill>
      </a:tcStyle>
    </a:firstCol>
    <a:lastRow>
      <a:tcTxStyle b="on"/>
      <a:tcStyle>
        <a:tcBdr>
          <a:top>
            <a:ln w="25400" cmpd="sng">
              <a:solidFill>
                <a:schemeClr val="lt1"/>
              </a:solidFill>
            </a:ln>
          </a:top>
        </a:tcBdr>
        <a:fill>
          <a:solidFill>
            <a:schemeClr val="dk1">
              <a:tint val="6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53" d="100"/>
          <a:sy n="53" d="100"/>
        </p:scale>
        <p:origin x="798"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slideMaster" Target="slideMasters/slideMaster5.xml"/><Relationship Id="rId9" Type="http://schemas.openxmlformats.org/officeDocument/2006/relationships/slideMaster" Target="slideMasters/slideMaster6.xml"/><Relationship Id="rId10" Type="http://schemas.openxmlformats.org/officeDocument/2006/relationships/slideMaster" Target="slideMasters/slideMaster7.xml"/><Relationship Id="rId11" Type="http://schemas.openxmlformats.org/officeDocument/2006/relationships/slideMaster" Target="slideMasters/slideMaster8.xml"/><Relationship Id="rId12" Type="http://schemas.openxmlformats.org/officeDocument/2006/relationships/slideMaster" Target="slideMasters/slideMaster9.xml"/><Relationship Id="rId13" Type="http://schemas.openxmlformats.org/officeDocument/2006/relationships/slideMaster" Target="slideMasters/slideMaster10.xml"/><Relationship Id="rId14" Type="http://schemas.openxmlformats.org/officeDocument/2006/relationships/slideMaster" Target="slideMasters/slideMaster11.xml"/><Relationship Id="rId15" Type="http://schemas.openxmlformats.org/officeDocument/2006/relationships/slideMaster" Target="slideMasters/slideMaster12.xml"/><Relationship Id="rId16" Type="http://schemas.openxmlformats.org/officeDocument/2006/relationships/slideMaster" Target="slideMasters/slideMaster13.xml"/><Relationship Id="rId17" Type="http://schemas.openxmlformats.org/officeDocument/2006/relationships/slide" Target="slides/slide1.xml"/><Relationship Id="rId18" Type="http://schemas.openxmlformats.org/officeDocument/2006/relationships/slide" Target="slides/slide2.xml"/><Relationship Id="rId19" Type="http://schemas.openxmlformats.org/officeDocument/2006/relationships/slide" Target="slides/slide3.xml"/><Relationship Id="rId20" Type="http://schemas.openxmlformats.org/officeDocument/2006/relationships/slide" Target="slides/slide4.xml"/><Relationship Id="rId21" Type="http://schemas.openxmlformats.org/officeDocument/2006/relationships/slide" Target="slides/slide5.xml"/><Relationship Id="rId22" Type="http://schemas.openxmlformats.org/officeDocument/2006/relationships/slide" Target="slides/slide6.xml"/><Relationship Id="rId23" Type="http://schemas.openxmlformats.org/officeDocument/2006/relationships/slide" Target="slides/slide7.xml"/><Relationship Id="rId24" Type="http://schemas.openxmlformats.org/officeDocument/2006/relationships/slide" Target="slides/slide8.xml"/><Relationship Id="rId25" Type="http://schemas.openxmlformats.org/officeDocument/2006/relationships/slide" Target="slides/slide9.xml"/><Relationship Id="rId26" Type="http://schemas.openxmlformats.org/officeDocument/2006/relationships/slide" Target="slides/slide10.xml"/><Relationship Id="rId27" Type="http://schemas.openxmlformats.org/officeDocument/2006/relationships/slide" Target="slides/slide11.xml"/><Relationship Id="rId28" Type="http://schemas.openxmlformats.org/officeDocument/2006/relationships/slide" Target="slides/slide12.xml"/><Relationship Id="rId29" Type="http://schemas.openxmlformats.org/officeDocument/2006/relationships/slide" Target="slides/slide13.xml"/><Relationship Id="rId30" Type="http://schemas.openxmlformats.org/officeDocument/2006/relationships/slide" Target="slides/slide14.xml"/><Relationship Id="rId31" Type="http://schemas.openxmlformats.org/officeDocument/2006/relationships/slide" Target="slides/slide15.xml"/><Relationship Id="rId32" Type="http://schemas.openxmlformats.org/officeDocument/2006/relationships/slide" Target="slides/slide16.xml"/><Relationship Id="rId33" Type="http://schemas.openxmlformats.org/officeDocument/2006/relationships/slide" Target="slides/slide17.xml"/><Relationship Id="rId34" Type="http://schemas.openxmlformats.org/officeDocument/2006/relationships/slide" Target="slides/slide18.xml"/><Relationship Id="rId35" Type="http://schemas.openxmlformats.org/officeDocument/2006/relationships/slide" Target="slides/slide19.xml"/><Relationship Id="rId36" Type="http://schemas.openxmlformats.org/officeDocument/2006/relationships/slide" Target="slides/slide20.xml"/><Relationship Id="rId37" Type="http://schemas.openxmlformats.org/officeDocument/2006/relationships/slide" Target="slides/slide21.xml"/><Relationship Id="rId38" Type="http://schemas.openxmlformats.org/officeDocument/2006/relationships/slide" Target="slides/slide22.xml"/><Relationship Id="rId39" Type="http://schemas.openxmlformats.org/officeDocument/2006/relationships/slide" Target="slides/slide23.xml"/><Relationship Id="rId40" Type="http://schemas.openxmlformats.org/officeDocument/2006/relationships/slide" Target="slides/slide24.xml"/><Relationship Id="rId41" Type="http://schemas.openxmlformats.org/officeDocument/2006/relationships/slide" Target="slides/slide25.xml"/><Relationship Id="rId42" Type="http://schemas.openxmlformats.org/officeDocument/2006/relationships/slide" Target="slides/slide26.xml"/><Relationship Id="rId43" Type="http://schemas.openxmlformats.org/officeDocument/2006/relationships/slide" Target="slides/slide27.xml"/><Relationship Id="rId44" Type="http://schemas.openxmlformats.org/officeDocument/2006/relationships/slide" Target="slides/slide28.xml"/><Relationship Id="rId45" Type="http://schemas.openxmlformats.org/officeDocument/2006/relationships/slide" Target="slides/slide29.xml"/><Relationship Id="rId46" Type="http://schemas.openxmlformats.org/officeDocument/2006/relationships/slide" Target="slides/slide30.xml"/><Relationship Id="rId47" Type="http://schemas.openxmlformats.org/officeDocument/2006/relationships/slide" Target="slides/slide31.xml"/><Relationship Id="rId48" Type="http://schemas.openxmlformats.org/officeDocument/2006/relationships/slide" Target="slides/slide32.xml"/><Relationship Id="rId49" Type="http://schemas.openxmlformats.org/officeDocument/2006/relationships/slide" Target="slides/slide33.xml"/><Relationship Id="rId50" Type="http://schemas.openxmlformats.org/officeDocument/2006/relationships/slide" Target="slides/slide34.xml"/><Relationship Id="rId51" Type="http://schemas.openxmlformats.org/officeDocument/2006/relationships/slide" Target="slides/slide35.xml"/><Relationship Id="rId52" Type="http://schemas.openxmlformats.org/officeDocument/2006/relationships/slide" Target="slides/slide36.xml"/><Relationship Id="rId53" Type="http://schemas.openxmlformats.org/officeDocument/2006/relationships/slide" Target="slides/slide37.xml"/><Relationship Id="rId54" Type="http://schemas.openxmlformats.org/officeDocument/2006/relationships/slide" Target="slides/slide38.xml"/><Relationship Id="rId55" Type="http://schemas.openxmlformats.org/officeDocument/2006/relationships/slide" Target="slides/slide39.xml"/><Relationship Id="rId56" Type="http://schemas.openxmlformats.org/officeDocument/2006/relationships/slide" Target="slides/slide40.xml"/><Relationship Id="rId57" Type="http://schemas.openxmlformats.org/officeDocument/2006/relationships/slide" Target="slides/slide41.xml"/><Relationship Id="rId58" Type="http://schemas.openxmlformats.org/officeDocument/2006/relationships/slide" Target="slides/slide42.xml"/><Relationship Id="rId59" Type="http://schemas.openxmlformats.org/officeDocument/2006/relationships/slide" Target="slides/slide43.xml"/><Relationship Id="rId60" Type="http://schemas.openxmlformats.org/officeDocument/2006/relationships/slide" Target="slides/slide44.xml"/><Relationship Id="rId61" Type="http://schemas.openxmlformats.org/officeDocument/2006/relationships/slide" Target="slides/slide45.xml"/><Relationship Id="rId62" Type="http://schemas.openxmlformats.org/officeDocument/2006/relationships/slide" Target="slides/slide46.xml"/><Relationship Id="rId63" Type="http://schemas.openxmlformats.org/officeDocument/2006/relationships/slide" Target="slides/slide47.xml"/><Relationship Id="rId64" Type="http://schemas.openxmlformats.org/officeDocument/2006/relationships/slide" Target="slides/slide48.xml"/><Relationship Id="rId65" Type="http://schemas.openxmlformats.org/officeDocument/2006/relationships/notesMaster" Target="notesMasters/notesMaster1.xml"/><Relationship Id="rId66" Type="http://schemas.openxmlformats.org/officeDocument/2006/relationships/handoutMaster" Target="handoutMasters/handoutMaster1.xml"/><Relationship Id="rId67" Type="http://schemas.openxmlformats.org/officeDocument/2006/relationships/commentAuthors" Target="commentAuthors.xml"/><Relationship Id="rId68" Type="http://schemas.openxmlformats.org/officeDocument/2006/relationships/presProps" Target="presProps.xml"/><Relationship Id="rId69" Type="http://schemas.openxmlformats.org/officeDocument/2006/relationships/viewProps" Target="viewProps.xml"/><Relationship Id="rId70" Type="http://schemas.openxmlformats.org/officeDocument/2006/relationships/theme" Target="theme/theme1.xml"/><Relationship Id="rId71" Type="http://schemas.openxmlformats.org/officeDocument/2006/relationships/tableStyles" Target="tableStyles.xml"/><Relationship Id="rId72" Type="http://schemas.microsoft.com/office/2015/10/relationships/revisionInfo" Target="revisionInfo.xml"/><Relationship Id="rId73" Type="http://schemas.microsoft.com/office/2018/10/relationships/authors" Target="authors.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37306C49-EB3B-F04D-98FE-2509FB0D9ACD}" type="doc">
      <dgm:prSet loTypeId="urn:microsoft.com/office/officeart/2005/8/layout/list1" loCatId="" qsTypeId="urn:microsoft.com/office/officeart/2005/8/quickstyle/simple1" qsCatId="simple" csTypeId="urn:microsoft.com/office/officeart/2005/8/colors/accent1_2" csCatId="accent1" phldr="1"/>
      <dgm:spPr/>
      <dgm:t>
        <a:bodyPr/>
        <a:lstStyle/>
        <a:p>
          <a:endParaRPr lang="en-GB"/>
        </a:p>
      </dgm:t>
    </dgm:pt>
    <dgm:pt modelId="{9F50EAA7-9774-4045-99BA-BD72AD537A36}">
      <dgm:prSet phldrT="[Text]"/>
      <dgm:spPr/>
      <dgm:t>
        <a:bodyPr/>
        <a:lstStyle/>
        <a:p>
          <a:r>
            <a:rPr lang="en-GB" noProof="0">
              <a:solidFill>
                <a:srgbClr val="FF0000"/>
              </a:solidFill>
              <a:latin typeface="Fira Sans Light" panose="020B0403050000020004" pitchFamily="34" charset="0"/>
            </a:rPr>
            <a:t>Skills Gap</a:t>
          </a:r>
          <a:endParaRPr lang="en-GB"/>
        </a:p>
      </dgm:t>
    </dgm:pt>
    <dgm:pt modelId="{5B9A9636-FE89-8746-BAD0-3D3D065055A0}" type="parTrans" cxnId="{8F4F51C2-88B1-F24B-B3B0-9A825ED849C1}">
      <dgm:prSet/>
      <dgm:spPr/>
      <dgm:t>
        <a:bodyPr/>
        <a:lstStyle/>
        <a:p>
          <a:endParaRPr lang="en-GB"/>
        </a:p>
      </dgm:t>
    </dgm:pt>
    <dgm:pt modelId="{62809083-D5F4-2848-8AD5-3687489C2B0C}" type="sibTrans" cxnId="{8F4F51C2-88B1-F24B-B3B0-9A825ED849C1}">
      <dgm:prSet/>
      <dgm:spPr/>
      <dgm:t>
        <a:bodyPr/>
        <a:lstStyle/>
        <a:p>
          <a:endParaRPr lang="en-GB"/>
        </a:p>
      </dgm:t>
    </dgm:pt>
    <dgm:pt modelId="{1662FC78-A305-C440-8706-2E62710DD74C}">
      <dgm:prSet/>
      <dgm:spPr/>
      <dgm:t>
        <a:bodyPr/>
        <a:lstStyle/>
        <a:p>
          <a:r>
            <a:rPr lang="en-GB" noProof="0" err="1">
              <a:solidFill>
                <a:srgbClr val="FF0000"/>
              </a:solidFill>
              <a:latin typeface="Fira Sans Light" panose="020B0403050000020004" pitchFamily="34" charset="0"/>
            </a:rPr>
            <a:t>Vmware</a:t>
          </a:r>
          <a:r>
            <a:rPr lang="en-GB" noProof="0">
              <a:solidFill>
                <a:srgbClr val="FF0000"/>
              </a:solidFill>
              <a:latin typeface="Fira Sans Light" panose="020B0403050000020004" pitchFamily="34" charset="0"/>
            </a:rPr>
            <a:t> Tools</a:t>
          </a:r>
        </a:p>
      </dgm:t>
    </dgm:pt>
    <dgm:pt modelId="{E6EF2829-939B-C54B-8D26-09F3CB5CDA68}" type="parTrans" cxnId="{76035C4E-8583-1D41-96ED-6821A1021342}">
      <dgm:prSet/>
      <dgm:spPr/>
      <dgm:t>
        <a:bodyPr/>
        <a:lstStyle/>
        <a:p>
          <a:endParaRPr lang="en-GB"/>
        </a:p>
      </dgm:t>
    </dgm:pt>
    <dgm:pt modelId="{98AFFD20-2257-F641-B9EC-73DC618DCB94}" type="sibTrans" cxnId="{76035C4E-8583-1D41-96ED-6821A1021342}">
      <dgm:prSet/>
      <dgm:spPr/>
      <dgm:t>
        <a:bodyPr/>
        <a:lstStyle/>
        <a:p>
          <a:endParaRPr lang="en-GB"/>
        </a:p>
      </dgm:t>
    </dgm:pt>
    <dgm:pt modelId="{8991AD4B-0CB7-2F49-90F8-8706A88E8773}">
      <dgm:prSet/>
      <dgm:spPr/>
      <dgm:t>
        <a:bodyPr/>
        <a:lstStyle/>
        <a:p>
          <a:r>
            <a:rPr lang="en-GB" noProof="0">
              <a:solidFill>
                <a:srgbClr val="FF0000"/>
              </a:solidFill>
              <a:latin typeface="Fira Sans Light" panose="020B0403050000020004" pitchFamily="34" charset="0"/>
            </a:rPr>
            <a:t>Appliances</a:t>
          </a:r>
        </a:p>
      </dgm:t>
    </dgm:pt>
    <dgm:pt modelId="{62C52F19-ED56-9942-B2B8-CF96F6F46CEC}" type="parTrans" cxnId="{4C87D5A2-CEEF-AD47-A0C4-0EE660CEF81A}">
      <dgm:prSet/>
      <dgm:spPr/>
      <dgm:t>
        <a:bodyPr/>
        <a:lstStyle/>
        <a:p>
          <a:endParaRPr lang="en-GB"/>
        </a:p>
      </dgm:t>
    </dgm:pt>
    <dgm:pt modelId="{C33DBD77-4CF1-A747-9537-BAEA2BA9E20B}" type="sibTrans" cxnId="{4C87D5A2-CEEF-AD47-A0C4-0EE660CEF81A}">
      <dgm:prSet/>
      <dgm:spPr/>
      <dgm:t>
        <a:bodyPr/>
        <a:lstStyle/>
        <a:p>
          <a:endParaRPr lang="en-GB"/>
        </a:p>
      </dgm:t>
    </dgm:pt>
    <dgm:pt modelId="{0123180F-55F9-9B43-9D90-6050C97D9B85}">
      <dgm:prSet/>
      <dgm:spPr/>
      <dgm:t>
        <a:bodyPr/>
        <a:lstStyle/>
        <a:p>
          <a:r>
            <a:rPr lang="en-GB" noProof="0">
              <a:latin typeface="Fira Sans" panose="020B0503050000020004" pitchFamily="34" charset="0"/>
            </a:rPr>
            <a:t>Cloud Skills required</a:t>
          </a:r>
          <a:endParaRPr lang="en-GB"/>
        </a:p>
      </dgm:t>
    </dgm:pt>
    <dgm:pt modelId="{AD63FBCB-E2AA-4A47-B13D-96B05DCAB120}" type="parTrans" cxnId="{17D9E18E-D7EA-7C40-802F-59CF06625096}">
      <dgm:prSet/>
      <dgm:spPr/>
      <dgm:t>
        <a:bodyPr/>
        <a:lstStyle/>
        <a:p>
          <a:endParaRPr lang="en-GB"/>
        </a:p>
      </dgm:t>
    </dgm:pt>
    <dgm:pt modelId="{D8E077D4-D57D-914E-B869-5E89F4852011}" type="sibTrans" cxnId="{17D9E18E-D7EA-7C40-802F-59CF06625096}">
      <dgm:prSet/>
      <dgm:spPr/>
      <dgm:t>
        <a:bodyPr/>
        <a:lstStyle/>
        <a:p>
          <a:endParaRPr lang="en-GB"/>
        </a:p>
      </dgm:t>
    </dgm:pt>
    <dgm:pt modelId="{16954F88-3A74-664C-8130-FCC27D52769A}">
      <dgm:prSet/>
      <dgm:spPr/>
      <dgm:t>
        <a:bodyPr/>
        <a:lstStyle/>
        <a:p>
          <a:r>
            <a:rPr lang="en-GB" noProof="0">
              <a:latin typeface="Fira Sans" panose="020B0503050000020004" pitchFamily="34" charset="0"/>
            </a:rPr>
            <a:t>Suggest partner to aid during transition phase</a:t>
          </a:r>
        </a:p>
      </dgm:t>
    </dgm:pt>
    <dgm:pt modelId="{DD57F892-C7E0-C641-BC4A-39B2D06EAA0A}" type="parTrans" cxnId="{A82F1264-B424-2D41-81EC-06E85E22579D}">
      <dgm:prSet/>
      <dgm:spPr/>
      <dgm:t>
        <a:bodyPr/>
        <a:lstStyle/>
        <a:p>
          <a:endParaRPr lang="en-GB"/>
        </a:p>
      </dgm:t>
    </dgm:pt>
    <dgm:pt modelId="{32B515B4-389B-694F-B8E6-A6D00A827070}" type="sibTrans" cxnId="{A82F1264-B424-2D41-81EC-06E85E22579D}">
      <dgm:prSet/>
      <dgm:spPr/>
      <dgm:t>
        <a:bodyPr/>
        <a:lstStyle/>
        <a:p>
          <a:endParaRPr lang="en-GB"/>
        </a:p>
      </dgm:t>
    </dgm:pt>
    <dgm:pt modelId="{0A7472A9-B525-7F4F-8C44-C17EC33EBA19}">
      <dgm:prSet/>
      <dgm:spPr/>
      <dgm:t>
        <a:bodyPr/>
        <a:lstStyle/>
        <a:p>
          <a:r>
            <a:rPr lang="en-GB" noProof="0">
              <a:latin typeface="Fira Sans" panose="020B0503050000020004" pitchFamily="34" charset="0"/>
            </a:rPr>
            <a:t>Build fully featured LZ</a:t>
          </a:r>
        </a:p>
      </dgm:t>
    </dgm:pt>
    <dgm:pt modelId="{645F45D7-5CA7-7742-8973-D8AC8F02723C}" type="parTrans" cxnId="{30B61044-C2A0-814A-812E-228E61537756}">
      <dgm:prSet/>
      <dgm:spPr/>
      <dgm:t>
        <a:bodyPr/>
        <a:lstStyle/>
        <a:p>
          <a:endParaRPr lang="en-GB"/>
        </a:p>
      </dgm:t>
    </dgm:pt>
    <dgm:pt modelId="{22BCDA6D-D79D-FB4A-BB05-DD0999909D92}" type="sibTrans" cxnId="{30B61044-C2A0-814A-812E-228E61537756}">
      <dgm:prSet/>
      <dgm:spPr/>
      <dgm:t>
        <a:bodyPr/>
        <a:lstStyle/>
        <a:p>
          <a:endParaRPr lang="en-GB"/>
        </a:p>
      </dgm:t>
    </dgm:pt>
    <dgm:pt modelId="{8C35E451-1656-0A46-84DA-72611F217055}">
      <dgm:prSet/>
      <dgm:spPr/>
      <dgm:t>
        <a:bodyPr/>
        <a:lstStyle/>
        <a:p>
          <a:r>
            <a:rPr lang="en-GB" noProof="0">
              <a:latin typeface="Fira Sans" panose="020B0503050000020004" pitchFamily="34" charset="0"/>
            </a:rPr>
            <a:t>Assist with migrations</a:t>
          </a:r>
        </a:p>
      </dgm:t>
    </dgm:pt>
    <dgm:pt modelId="{63EF9B05-7D0C-4D4B-9DCB-B4B79F0EDB64}" type="parTrans" cxnId="{B10653F7-BE42-0E4C-B44B-E84CE9285AAA}">
      <dgm:prSet/>
      <dgm:spPr/>
      <dgm:t>
        <a:bodyPr/>
        <a:lstStyle/>
        <a:p>
          <a:endParaRPr lang="en-GB"/>
        </a:p>
      </dgm:t>
    </dgm:pt>
    <dgm:pt modelId="{38D61FE1-3F7B-2D47-AD21-5E16BF6D989E}" type="sibTrans" cxnId="{B10653F7-BE42-0E4C-B44B-E84CE9285AAA}">
      <dgm:prSet/>
      <dgm:spPr/>
      <dgm:t>
        <a:bodyPr/>
        <a:lstStyle/>
        <a:p>
          <a:endParaRPr lang="en-GB"/>
        </a:p>
      </dgm:t>
    </dgm:pt>
    <dgm:pt modelId="{75213998-756B-E54B-A368-8A7F9703B2BD}">
      <dgm:prSet/>
      <dgm:spPr/>
      <dgm:t>
        <a:bodyPr/>
        <a:lstStyle/>
        <a:p>
          <a:r>
            <a:rPr lang="en-GB" noProof="0">
              <a:latin typeface="Fira Sans" panose="020B0503050000020004" pitchFamily="34" charset="0"/>
            </a:rPr>
            <a:t>Develop core security practices</a:t>
          </a:r>
        </a:p>
      </dgm:t>
    </dgm:pt>
    <dgm:pt modelId="{92A05DDC-EB76-DA49-AB57-C7BD161368E3}" type="parTrans" cxnId="{39EAFCF2-F1B1-7C41-874F-FB07E5C12D08}">
      <dgm:prSet/>
      <dgm:spPr/>
      <dgm:t>
        <a:bodyPr/>
        <a:lstStyle/>
        <a:p>
          <a:endParaRPr lang="en-GB"/>
        </a:p>
      </dgm:t>
    </dgm:pt>
    <dgm:pt modelId="{6B4B8AD9-069D-E74E-8825-5A3DDF43059C}" type="sibTrans" cxnId="{39EAFCF2-F1B1-7C41-874F-FB07E5C12D08}">
      <dgm:prSet/>
      <dgm:spPr/>
      <dgm:t>
        <a:bodyPr/>
        <a:lstStyle/>
        <a:p>
          <a:endParaRPr lang="en-GB"/>
        </a:p>
      </dgm:t>
    </dgm:pt>
    <dgm:pt modelId="{93B87697-539B-134A-B943-F534150F60CE}">
      <dgm:prSet/>
      <dgm:spPr/>
      <dgm:t>
        <a:bodyPr/>
        <a:lstStyle/>
        <a:p>
          <a:r>
            <a:rPr lang="en-GB" noProof="0">
              <a:latin typeface="Fira Sans" panose="020B0503050000020004" pitchFamily="34" charset="0"/>
            </a:rPr>
            <a:t>Build foundational FinOps concept</a:t>
          </a:r>
        </a:p>
      </dgm:t>
    </dgm:pt>
    <dgm:pt modelId="{A11B60DD-3467-874B-8CFD-54E64F89D5A2}" type="parTrans" cxnId="{819045B1-0944-1847-9735-2C0B4DBF4E2E}">
      <dgm:prSet/>
      <dgm:spPr/>
      <dgm:t>
        <a:bodyPr/>
        <a:lstStyle/>
        <a:p>
          <a:endParaRPr lang="en-GB"/>
        </a:p>
      </dgm:t>
    </dgm:pt>
    <dgm:pt modelId="{CF97E92E-7F45-1F40-B1E3-FACDF2AE138B}" type="sibTrans" cxnId="{819045B1-0944-1847-9735-2C0B4DBF4E2E}">
      <dgm:prSet/>
      <dgm:spPr/>
      <dgm:t>
        <a:bodyPr/>
        <a:lstStyle/>
        <a:p>
          <a:endParaRPr lang="en-GB"/>
        </a:p>
      </dgm:t>
    </dgm:pt>
    <dgm:pt modelId="{AB2CF87C-0892-BA4C-8637-E8B5894053FE}">
      <dgm:prSet/>
      <dgm:spPr/>
      <dgm:t>
        <a:bodyPr/>
        <a:lstStyle/>
        <a:p>
          <a:r>
            <a:rPr lang="en-GB" noProof="0">
              <a:latin typeface="Fira Sans" panose="020B0503050000020004" pitchFamily="34" charset="0"/>
            </a:rPr>
            <a:t>Develop DevOps automation processes</a:t>
          </a:r>
        </a:p>
      </dgm:t>
    </dgm:pt>
    <dgm:pt modelId="{7C1BB8D1-166C-7244-846D-31DCF1BF36A5}" type="parTrans" cxnId="{23BFAC70-F648-744E-B08A-78E93E82391B}">
      <dgm:prSet/>
      <dgm:spPr/>
      <dgm:t>
        <a:bodyPr/>
        <a:lstStyle/>
        <a:p>
          <a:endParaRPr lang="en-GB"/>
        </a:p>
      </dgm:t>
    </dgm:pt>
    <dgm:pt modelId="{7B011FB4-2E62-3A40-BC75-0FE4A15C5155}" type="sibTrans" cxnId="{23BFAC70-F648-744E-B08A-78E93E82391B}">
      <dgm:prSet/>
      <dgm:spPr/>
      <dgm:t>
        <a:bodyPr/>
        <a:lstStyle/>
        <a:p>
          <a:endParaRPr lang="en-GB"/>
        </a:p>
      </dgm:t>
    </dgm:pt>
    <dgm:pt modelId="{E073F3B9-C127-C744-9B8E-DAD4B2A7D9B6}">
      <dgm:prSet/>
      <dgm:spPr/>
      <dgm:t>
        <a:bodyPr/>
        <a:lstStyle/>
        <a:p>
          <a:r>
            <a:rPr lang="en-GB" noProof="0">
              <a:latin typeface="Fira Sans" panose="020B0503050000020004" pitchFamily="34" charset="0"/>
            </a:rPr>
            <a:t>Upskill in-house team</a:t>
          </a:r>
        </a:p>
      </dgm:t>
    </dgm:pt>
    <dgm:pt modelId="{3E18BAAF-620F-FD4B-8F65-4D0892E92959}" type="parTrans" cxnId="{82E4A26D-FA54-BA41-9C42-6175E2A995B2}">
      <dgm:prSet/>
      <dgm:spPr/>
      <dgm:t>
        <a:bodyPr/>
        <a:lstStyle/>
        <a:p>
          <a:endParaRPr lang="en-GB"/>
        </a:p>
      </dgm:t>
    </dgm:pt>
    <dgm:pt modelId="{242E5462-48EC-5F43-872D-8DDF2846A091}" type="sibTrans" cxnId="{82E4A26D-FA54-BA41-9C42-6175E2A995B2}">
      <dgm:prSet/>
      <dgm:spPr/>
      <dgm:t>
        <a:bodyPr/>
        <a:lstStyle/>
        <a:p>
          <a:endParaRPr lang="en-GB"/>
        </a:p>
      </dgm:t>
    </dgm:pt>
    <dgm:pt modelId="{81E4F34C-D836-7D4E-9845-B2A76B4C2A15}">
      <dgm:prSet/>
      <dgm:spPr/>
      <dgm:t>
        <a:bodyPr/>
        <a:lstStyle/>
        <a:p>
          <a:r>
            <a:rPr lang="en-GB" noProof="0">
              <a:latin typeface="Fira Sans" panose="020B0503050000020004" pitchFamily="34" charset="0"/>
            </a:rPr>
            <a:t>Where possible having </a:t>
          </a:r>
          <a:r>
            <a:rPr lang="en-GB" noProof="0" err="1">
              <a:latin typeface="Fira Sans" panose="020B0503050000020004" pitchFamily="34" charset="0"/>
            </a:rPr>
            <a:t>vmware</a:t>
          </a:r>
          <a:r>
            <a:rPr lang="en-GB" noProof="0">
              <a:latin typeface="Fira Sans" panose="020B0503050000020004" pitchFamily="34" charset="0"/>
            </a:rPr>
            <a:t> tools enabled gives a better perspective of performance inside the VM</a:t>
          </a:r>
          <a:endParaRPr lang="en-GB"/>
        </a:p>
      </dgm:t>
    </dgm:pt>
    <dgm:pt modelId="{8749706C-4E2F-884D-B13E-A97335F60867}" type="parTrans" cxnId="{53454381-68C1-514B-8CA3-352982D266A4}">
      <dgm:prSet/>
      <dgm:spPr/>
      <dgm:t>
        <a:bodyPr/>
        <a:lstStyle/>
        <a:p>
          <a:endParaRPr lang="en-GB"/>
        </a:p>
      </dgm:t>
    </dgm:pt>
    <dgm:pt modelId="{0A0A75CF-853F-2D4C-9099-6051DD3642EF}" type="sibTrans" cxnId="{53454381-68C1-514B-8CA3-352982D266A4}">
      <dgm:prSet/>
      <dgm:spPr/>
      <dgm:t>
        <a:bodyPr/>
        <a:lstStyle/>
        <a:p>
          <a:endParaRPr lang="en-GB"/>
        </a:p>
      </dgm:t>
    </dgm:pt>
    <dgm:pt modelId="{189F5D36-4D28-AD40-BF8C-80A2160ABA3A}">
      <dgm:prSet/>
      <dgm:spPr/>
      <dgm:t>
        <a:bodyPr/>
        <a:lstStyle/>
        <a:p>
          <a:r>
            <a:rPr lang="en-GB" noProof="0">
              <a:latin typeface="Fira Sans" panose="020B0503050000020004" pitchFamily="34" charset="0"/>
            </a:rPr>
            <a:t>Update where possible</a:t>
          </a:r>
        </a:p>
      </dgm:t>
    </dgm:pt>
    <dgm:pt modelId="{D4C7E502-1277-4549-A3D5-5ED28B0136CF}" type="parTrans" cxnId="{E1C8DCEA-E3E0-B94E-ABD1-61D6AE7FADF0}">
      <dgm:prSet/>
      <dgm:spPr/>
      <dgm:t>
        <a:bodyPr/>
        <a:lstStyle/>
        <a:p>
          <a:endParaRPr lang="en-GB"/>
        </a:p>
      </dgm:t>
    </dgm:pt>
    <dgm:pt modelId="{C7B8A242-B684-3C4F-9D52-2024316B229E}" type="sibTrans" cxnId="{E1C8DCEA-E3E0-B94E-ABD1-61D6AE7FADF0}">
      <dgm:prSet/>
      <dgm:spPr/>
      <dgm:t>
        <a:bodyPr/>
        <a:lstStyle/>
        <a:p>
          <a:endParaRPr lang="en-GB"/>
        </a:p>
      </dgm:t>
    </dgm:pt>
    <dgm:pt modelId="{42CF1815-E0C4-4145-ACB2-028AD54AEA4D}">
      <dgm:prSet/>
      <dgm:spPr/>
      <dgm:t>
        <a:bodyPr/>
        <a:lstStyle/>
        <a:p>
          <a:r>
            <a:rPr lang="en-GB" noProof="0">
              <a:latin typeface="Fira Sans" panose="020B0503050000020004" pitchFamily="34" charset="0"/>
            </a:rPr>
            <a:t>challenge</a:t>
          </a:r>
          <a:endParaRPr lang="en-GB"/>
        </a:p>
      </dgm:t>
    </dgm:pt>
    <dgm:pt modelId="{68A5B697-CA34-2648-B133-69962E14E163}" type="parTrans" cxnId="{C29BC228-F3C6-B749-89F1-ECFE901471F4}">
      <dgm:prSet/>
      <dgm:spPr/>
      <dgm:t>
        <a:bodyPr/>
        <a:lstStyle/>
        <a:p>
          <a:endParaRPr lang="en-GB"/>
        </a:p>
      </dgm:t>
    </dgm:pt>
    <dgm:pt modelId="{0881EAF9-F573-AE43-AD6F-B191DCA83B97}" type="sibTrans" cxnId="{C29BC228-F3C6-B749-89F1-ECFE901471F4}">
      <dgm:prSet/>
      <dgm:spPr/>
      <dgm:t>
        <a:bodyPr/>
        <a:lstStyle/>
        <a:p>
          <a:endParaRPr lang="en-GB"/>
        </a:p>
      </dgm:t>
    </dgm:pt>
    <dgm:pt modelId="{40BF7488-157F-484F-BDD9-FD7EB27E7C1F}">
      <dgm:prSet/>
      <dgm:spPr/>
      <dgm:t>
        <a:bodyPr/>
        <a:lstStyle/>
        <a:p>
          <a:r>
            <a:rPr lang="en-GB"/>
            <a:t>response</a:t>
          </a:r>
        </a:p>
      </dgm:t>
    </dgm:pt>
    <dgm:pt modelId="{7D9D8C42-D9AD-614B-82FA-70BDE6EACA66}" type="parTrans" cxnId="{661830A7-1D81-B14D-AD0A-9CC9E387F888}">
      <dgm:prSet/>
      <dgm:spPr/>
      <dgm:t>
        <a:bodyPr/>
        <a:lstStyle/>
        <a:p>
          <a:endParaRPr lang="en-GB"/>
        </a:p>
      </dgm:t>
    </dgm:pt>
    <dgm:pt modelId="{76F448E5-FF89-2B48-8399-861826BE4A78}" type="sibTrans" cxnId="{661830A7-1D81-B14D-AD0A-9CC9E387F888}">
      <dgm:prSet/>
      <dgm:spPr/>
      <dgm:t>
        <a:bodyPr/>
        <a:lstStyle/>
        <a:p>
          <a:endParaRPr lang="en-GB"/>
        </a:p>
      </dgm:t>
    </dgm:pt>
    <dgm:pt modelId="{1DB2552C-4861-624B-8106-2ABC70D7774A}" type="pres">
      <dgm:prSet presAssocID="{37306C49-EB3B-F04D-98FE-2509FB0D9ACD}" presName="linear" presStyleCnt="0">
        <dgm:presLayoutVars>
          <dgm:dir/>
          <dgm:animLvl val="lvl"/>
          <dgm:resizeHandles val="exact"/>
        </dgm:presLayoutVars>
      </dgm:prSet>
      <dgm:spPr/>
    </dgm:pt>
    <dgm:pt modelId="{4D214363-F676-274A-9F5A-3FA40C6AE313}" type="pres">
      <dgm:prSet presAssocID="{9F50EAA7-9774-4045-99BA-BD72AD537A36}" presName="parentLin" presStyleCnt="0"/>
      <dgm:spPr/>
    </dgm:pt>
    <dgm:pt modelId="{18912804-9AEF-6C4F-A7BD-95034F12280A}" type="pres">
      <dgm:prSet presAssocID="{9F50EAA7-9774-4045-99BA-BD72AD537A36}" presName="parentLeftMargin" presStyleLbl="node1" presStyleIdx="0" presStyleCnt="3"/>
      <dgm:spPr/>
    </dgm:pt>
    <dgm:pt modelId="{40FE246F-30B4-0241-855E-3F1CA0A4AD4E}" type="pres">
      <dgm:prSet presAssocID="{9F50EAA7-9774-4045-99BA-BD72AD537A36}" presName="parentText" presStyleLbl="node1" presStyleIdx="0" presStyleCnt="3">
        <dgm:presLayoutVars>
          <dgm:chMax val="0"/>
          <dgm:bulletEnabled val="1"/>
        </dgm:presLayoutVars>
      </dgm:prSet>
      <dgm:spPr/>
    </dgm:pt>
    <dgm:pt modelId="{AA101175-655D-AF47-8CBB-19B65FD1A423}" type="pres">
      <dgm:prSet presAssocID="{9F50EAA7-9774-4045-99BA-BD72AD537A36}" presName="negativeSpace" presStyleCnt="0"/>
      <dgm:spPr/>
    </dgm:pt>
    <dgm:pt modelId="{A7946707-CC26-B84C-AD3D-ADCEF5197422}" type="pres">
      <dgm:prSet presAssocID="{9F50EAA7-9774-4045-99BA-BD72AD537A36}" presName="childText" presStyleLbl="conFgAcc1" presStyleIdx="0" presStyleCnt="3">
        <dgm:presLayoutVars>
          <dgm:bulletEnabled val="1"/>
        </dgm:presLayoutVars>
      </dgm:prSet>
      <dgm:spPr/>
    </dgm:pt>
    <dgm:pt modelId="{FA79C2BC-D1E9-FE47-95B5-C330B7C545FC}" type="pres">
      <dgm:prSet presAssocID="{62809083-D5F4-2848-8AD5-3687489C2B0C}" presName="spaceBetweenRectangles" presStyleCnt="0"/>
      <dgm:spPr/>
    </dgm:pt>
    <dgm:pt modelId="{43DC8091-A1AA-6745-83FE-A2E55E9DFA5E}" type="pres">
      <dgm:prSet presAssocID="{1662FC78-A305-C440-8706-2E62710DD74C}" presName="parentLin" presStyleCnt="0"/>
      <dgm:spPr/>
    </dgm:pt>
    <dgm:pt modelId="{92EF13FC-0710-DF41-932B-2F4AF28A143F}" type="pres">
      <dgm:prSet presAssocID="{1662FC78-A305-C440-8706-2E62710DD74C}" presName="parentLeftMargin" presStyleLbl="node1" presStyleIdx="0" presStyleCnt="3"/>
      <dgm:spPr/>
    </dgm:pt>
    <dgm:pt modelId="{F91A1701-4279-DA45-AB93-345512E9FE74}" type="pres">
      <dgm:prSet presAssocID="{1662FC78-A305-C440-8706-2E62710DD74C}" presName="parentText" presStyleLbl="node1" presStyleIdx="1" presStyleCnt="3">
        <dgm:presLayoutVars>
          <dgm:chMax val="0"/>
          <dgm:bulletEnabled val="1"/>
        </dgm:presLayoutVars>
      </dgm:prSet>
      <dgm:spPr/>
    </dgm:pt>
    <dgm:pt modelId="{0F26F94E-6FE7-BD4C-A6B0-72661D46F6B5}" type="pres">
      <dgm:prSet presAssocID="{1662FC78-A305-C440-8706-2E62710DD74C}" presName="negativeSpace" presStyleCnt="0"/>
      <dgm:spPr/>
    </dgm:pt>
    <dgm:pt modelId="{6EF8F0BE-A990-2C46-B789-BD6D93B89083}" type="pres">
      <dgm:prSet presAssocID="{1662FC78-A305-C440-8706-2E62710DD74C}" presName="childText" presStyleLbl="conFgAcc1" presStyleIdx="1" presStyleCnt="3">
        <dgm:presLayoutVars>
          <dgm:bulletEnabled val="1"/>
        </dgm:presLayoutVars>
      </dgm:prSet>
      <dgm:spPr/>
    </dgm:pt>
    <dgm:pt modelId="{0D0ED172-AE17-854F-A0FA-410DF75FED16}" type="pres">
      <dgm:prSet presAssocID="{98AFFD20-2257-F641-B9EC-73DC618DCB94}" presName="spaceBetweenRectangles" presStyleCnt="0"/>
      <dgm:spPr/>
    </dgm:pt>
    <dgm:pt modelId="{0E60A50C-456A-1241-97D4-5F96AF310345}" type="pres">
      <dgm:prSet presAssocID="{8991AD4B-0CB7-2F49-90F8-8706A88E8773}" presName="parentLin" presStyleCnt="0"/>
      <dgm:spPr/>
    </dgm:pt>
    <dgm:pt modelId="{B3C2A1F5-65A9-5744-9FA4-BF78532F0A84}" type="pres">
      <dgm:prSet presAssocID="{8991AD4B-0CB7-2F49-90F8-8706A88E8773}" presName="parentLeftMargin" presStyleLbl="node1" presStyleIdx="1" presStyleCnt="3"/>
      <dgm:spPr/>
    </dgm:pt>
    <dgm:pt modelId="{1861625B-4C31-AC44-9FC7-4500A780C9AA}" type="pres">
      <dgm:prSet presAssocID="{8991AD4B-0CB7-2F49-90F8-8706A88E8773}" presName="parentText" presStyleLbl="node1" presStyleIdx="2" presStyleCnt="3">
        <dgm:presLayoutVars>
          <dgm:chMax val="0"/>
          <dgm:bulletEnabled val="1"/>
        </dgm:presLayoutVars>
      </dgm:prSet>
      <dgm:spPr/>
    </dgm:pt>
    <dgm:pt modelId="{DDAAB8AC-2D22-1943-9822-CF8FCF6BC02A}" type="pres">
      <dgm:prSet presAssocID="{8991AD4B-0CB7-2F49-90F8-8706A88E8773}" presName="negativeSpace" presStyleCnt="0"/>
      <dgm:spPr/>
    </dgm:pt>
    <dgm:pt modelId="{022DB784-03D2-A845-9D72-54957B3FC1F9}" type="pres">
      <dgm:prSet presAssocID="{8991AD4B-0CB7-2F49-90F8-8706A88E8773}" presName="childText" presStyleLbl="conFgAcc1" presStyleIdx="2" presStyleCnt="3">
        <dgm:presLayoutVars>
          <dgm:bulletEnabled val="1"/>
        </dgm:presLayoutVars>
      </dgm:prSet>
      <dgm:spPr/>
    </dgm:pt>
  </dgm:ptLst>
  <dgm:cxnLst>
    <dgm:cxn modelId="{BD40D908-17F7-824E-B7EF-3CE16B79531E}" type="presOf" srcId="{8991AD4B-0CB7-2F49-90F8-8706A88E8773}" destId="{1861625B-4C31-AC44-9FC7-4500A780C9AA}" srcOrd="1" destOrd="0" presId="urn:microsoft.com/office/officeart/2005/8/layout/list1"/>
    <dgm:cxn modelId="{E78F260A-C447-1341-AFDE-241ABB152CA2}" type="presOf" srcId="{9F50EAA7-9774-4045-99BA-BD72AD537A36}" destId="{18912804-9AEF-6C4F-A7BD-95034F12280A}" srcOrd="0" destOrd="0" presId="urn:microsoft.com/office/officeart/2005/8/layout/list1"/>
    <dgm:cxn modelId="{9A24F216-E6B5-1F4F-ADAB-361463774BDD}" type="presOf" srcId="{75213998-756B-E54B-A368-8A7F9703B2BD}" destId="{A7946707-CC26-B84C-AD3D-ADCEF5197422}" srcOrd="0" destOrd="4" presId="urn:microsoft.com/office/officeart/2005/8/layout/list1"/>
    <dgm:cxn modelId="{462A3519-B79A-D34E-844E-859B8EDFBEAD}" type="presOf" srcId="{0A7472A9-B525-7F4F-8C44-C17EC33EBA19}" destId="{A7946707-CC26-B84C-AD3D-ADCEF5197422}" srcOrd="0" destOrd="2" presId="urn:microsoft.com/office/officeart/2005/8/layout/list1"/>
    <dgm:cxn modelId="{7E59D01F-0F1B-364F-B829-25B38E2BB699}" type="presOf" srcId="{37306C49-EB3B-F04D-98FE-2509FB0D9ACD}" destId="{1DB2552C-4861-624B-8106-2ABC70D7774A}" srcOrd="0" destOrd="0" presId="urn:microsoft.com/office/officeart/2005/8/layout/list1"/>
    <dgm:cxn modelId="{C29BC228-F3C6-B749-89F1-ECFE901471F4}" srcId="{8991AD4B-0CB7-2F49-90F8-8706A88E8773}" destId="{42CF1815-E0C4-4145-ACB2-028AD54AEA4D}" srcOrd="0" destOrd="0" parTransId="{68A5B697-CA34-2648-B133-69962E14E163}" sibTransId="{0881EAF9-F573-AE43-AD6F-B191DCA83B97}"/>
    <dgm:cxn modelId="{DA141E3C-33D2-E943-AF4D-3D924954471E}" type="presOf" srcId="{1662FC78-A305-C440-8706-2E62710DD74C}" destId="{92EF13FC-0710-DF41-932B-2F4AF28A143F}" srcOrd="0" destOrd="0" presId="urn:microsoft.com/office/officeart/2005/8/layout/list1"/>
    <dgm:cxn modelId="{6191FB3D-DCF4-5844-872D-FA925FB38F8B}" type="presOf" srcId="{1662FC78-A305-C440-8706-2E62710DD74C}" destId="{F91A1701-4279-DA45-AB93-345512E9FE74}" srcOrd="1" destOrd="0" presId="urn:microsoft.com/office/officeart/2005/8/layout/list1"/>
    <dgm:cxn modelId="{30B61044-C2A0-814A-812E-228E61537756}" srcId="{9F50EAA7-9774-4045-99BA-BD72AD537A36}" destId="{0A7472A9-B525-7F4F-8C44-C17EC33EBA19}" srcOrd="2" destOrd="0" parTransId="{645F45D7-5CA7-7742-8973-D8AC8F02723C}" sibTransId="{22BCDA6D-D79D-FB4A-BB05-DD0999909D92}"/>
    <dgm:cxn modelId="{A82F1264-B424-2D41-81EC-06E85E22579D}" srcId="{9F50EAA7-9774-4045-99BA-BD72AD537A36}" destId="{16954F88-3A74-664C-8130-FCC27D52769A}" srcOrd="1" destOrd="0" parTransId="{DD57F892-C7E0-C641-BC4A-39B2D06EAA0A}" sibTransId="{32B515B4-389B-694F-B8E6-A6D00A827070}"/>
    <dgm:cxn modelId="{82E4A26D-FA54-BA41-9C42-6175E2A995B2}" srcId="{9F50EAA7-9774-4045-99BA-BD72AD537A36}" destId="{E073F3B9-C127-C744-9B8E-DAD4B2A7D9B6}" srcOrd="7" destOrd="0" parTransId="{3E18BAAF-620F-FD4B-8F65-4D0892E92959}" sibTransId="{242E5462-48EC-5F43-872D-8DDF2846A091}"/>
    <dgm:cxn modelId="{76035C4E-8583-1D41-96ED-6821A1021342}" srcId="{37306C49-EB3B-F04D-98FE-2509FB0D9ACD}" destId="{1662FC78-A305-C440-8706-2E62710DD74C}" srcOrd="1" destOrd="0" parTransId="{E6EF2829-939B-C54B-8D26-09F3CB5CDA68}" sibTransId="{98AFFD20-2257-F641-B9EC-73DC618DCB94}"/>
    <dgm:cxn modelId="{D59B8D4E-1A4B-BF4C-A1D4-0709F0378BEE}" type="presOf" srcId="{81E4F34C-D836-7D4E-9845-B2A76B4C2A15}" destId="{6EF8F0BE-A990-2C46-B789-BD6D93B89083}" srcOrd="0" destOrd="0" presId="urn:microsoft.com/office/officeart/2005/8/layout/list1"/>
    <dgm:cxn modelId="{23BFAC70-F648-744E-B08A-78E93E82391B}" srcId="{9F50EAA7-9774-4045-99BA-BD72AD537A36}" destId="{AB2CF87C-0892-BA4C-8637-E8B5894053FE}" srcOrd="6" destOrd="0" parTransId="{7C1BB8D1-166C-7244-846D-31DCF1BF36A5}" sibTransId="{7B011FB4-2E62-3A40-BC75-0FE4A15C5155}"/>
    <dgm:cxn modelId="{E27C635A-778C-A448-B94F-D7610D1FD525}" type="presOf" srcId="{93B87697-539B-134A-B943-F534150F60CE}" destId="{A7946707-CC26-B84C-AD3D-ADCEF5197422}" srcOrd="0" destOrd="5" presId="urn:microsoft.com/office/officeart/2005/8/layout/list1"/>
    <dgm:cxn modelId="{4E3BE07E-86A5-AE4D-A287-931257A2560D}" type="presOf" srcId="{8C35E451-1656-0A46-84DA-72611F217055}" destId="{A7946707-CC26-B84C-AD3D-ADCEF5197422}" srcOrd="0" destOrd="3" presId="urn:microsoft.com/office/officeart/2005/8/layout/list1"/>
    <dgm:cxn modelId="{53454381-68C1-514B-8CA3-352982D266A4}" srcId="{1662FC78-A305-C440-8706-2E62710DD74C}" destId="{81E4F34C-D836-7D4E-9845-B2A76B4C2A15}" srcOrd="0" destOrd="0" parTransId="{8749706C-4E2F-884D-B13E-A97335F60867}" sibTransId="{0A0A75CF-853F-2D4C-9099-6051DD3642EF}"/>
    <dgm:cxn modelId="{E7CD9682-B65B-0849-91EC-4363AA7AC99A}" type="presOf" srcId="{E073F3B9-C127-C744-9B8E-DAD4B2A7D9B6}" destId="{A7946707-CC26-B84C-AD3D-ADCEF5197422}" srcOrd="0" destOrd="7" presId="urn:microsoft.com/office/officeart/2005/8/layout/list1"/>
    <dgm:cxn modelId="{B9E78E89-F7D5-B94F-81A3-850393511D04}" type="presOf" srcId="{0123180F-55F9-9B43-9D90-6050C97D9B85}" destId="{A7946707-CC26-B84C-AD3D-ADCEF5197422}" srcOrd="0" destOrd="0" presId="urn:microsoft.com/office/officeart/2005/8/layout/list1"/>
    <dgm:cxn modelId="{17D9E18E-D7EA-7C40-802F-59CF06625096}" srcId="{9F50EAA7-9774-4045-99BA-BD72AD537A36}" destId="{0123180F-55F9-9B43-9D90-6050C97D9B85}" srcOrd="0" destOrd="0" parTransId="{AD63FBCB-E2AA-4A47-B13D-96B05DCAB120}" sibTransId="{D8E077D4-D57D-914E-B869-5E89F4852011}"/>
    <dgm:cxn modelId="{A6EDF78E-CB0F-624A-AE33-2BCF51BB85C8}" type="presOf" srcId="{8991AD4B-0CB7-2F49-90F8-8706A88E8773}" destId="{B3C2A1F5-65A9-5744-9FA4-BF78532F0A84}" srcOrd="0" destOrd="0" presId="urn:microsoft.com/office/officeart/2005/8/layout/list1"/>
    <dgm:cxn modelId="{4C87D5A2-CEEF-AD47-A0C4-0EE660CEF81A}" srcId="{37306C49-EB3B-F04D-98FE-2509FB0D9ACD}" destId="{8991AD4B-0CB7-2F49-90F8-8706A88E8773}" srcOrd="2" destOrd="0" parTransId="{62C52F19-ED56-9942-B2B8-CF96F6F46CEC}" sibTransId="{C33DBD77-4CF1-A747-9537-BAEA2BA9E20B}"/>
    <dgm:cxn modelId="{661830A7-1D81-B14D-AD0A-9CC9E387F888}" srcId="{8991AD4B-0CB7-2F49-90F8-8706A88E8773}" destId="{40BF7488-157F-484F-BDD9-FD7EB27E7C1F}" srcOrd="1" destOrd="0" parTransId="{7D9D8C42-D9AD-614B-82FA-70BDE6EACA66}" sibTransId="{76F448E5-FF89-2B48-8399-861826BE4A78}"/>
    <dgm:cxn modelId="{D0D234A9-AA2E-9747-A89F-4DE6109D45A5}" type="presOf" srcId="{42CF1815-E0C4-4145-ACB2-028AD54AEA4D}" destId="{022DB784-03D2-A845-9D72-54957B3FC1F9}" srcOrd="0" destOrd="0" presId="urn:microsoft.com/office/officeart/2005/8/layout/list1"/>
    <dgm:cxn modelId="{F209AFAA-B7A2-5D47-AB8E-365C993D7EB1}" type="presOf" srcId="{189F5D36-4D28-AD40-BF8C-80A2160ABA3A}" destId="{6EF8F0BE-A990-2C46-B789-BD6D93B89083}" srcOrd="0" destOrd="1" presId="urn:microsoft.com/office/officeart/2005/8/layout/list1"/>
    <dgm:cxn modelId="{819045B1-0944-1847-9735-2C0B4DBF4E2E}" srcId="{9F50EAA7-9774-4045-99BA-BD72AD537A36}" destId="{93B87697-539B-134A-B943-F534150F60CE}" srcOrd="5" destOrd="0" parTransId="{A11B60DD-3467-874B-8CFD-54E64F89D5A2}" sibTransId="{CF97E92E-7F45-1F40-B1E3-FACDF2AE138B}"/>
    <dgm:cxn modelId="{8F4F51C2-88B1-F24B-B3B0-9A825ED849C1}" srcId="{37306C49-EB3B-F04D-98FE-2509FB0D9ACD}" destId="{9F50EAA7-9774-4045-99BA-BD72AD537A36}" srcOrd="0" destOrd="0" parTransId="{5B9A9636-FE89-8746-BAD0-3D3D065055A0}" sibTransId="{62809083-D5F4-2848-8AD5-3687489C2B0C}"/>
    <dgm:cxn modelId="{6BAE8ACC-D504-944D-900A-6B8DE302295F}" type="presOf" srcId="{9F50EAA7-9774-4045-99BA-BD72AD537A36}" destId="{40FE246F-30B4-0241-855E-3F1CA0A4AD4E}" srcOrd="1" destOrd="0" presId="urn:microsoft.com/office/officeart/2005/8/layout/list1"/>
    <dgm:cxn modelId="{B04651E7-E8A6-EB49-A530-2C2E103EAABE}" type="presOf" srcId="{AB2CF87C-0892-BA4C-8637-E8B5894053FE}" destId="{A7946707-CC26-B84C-AD3D-ADCEF5197422}" srcOrd="0" destOrd="6" presId="urn:microsoft.com/office/officeart/2005/8/layout/list1"/>
    <dgm:cxn modelId="{E1C8DCEA-E3E0-B94E-ABD1-61D6AE7FADF0}" srcId="{1662FC78-A305-C440-8706-2E62710DD74C}" destId="{189F5D36-4D28-AD40-BF8C-80A2160ABA3A}" srcOrd="1" destOrd="0" parTransId="{D4C7E502-1277-4549-A3D5-5ED28B0136CF}" sibTransId="{C7B8A242-B684-3C4F-9D52-2024316B229E}"/>
    <dgm:cxn modelId="{F79426F0-D792-5045-B7A5-7F9F6CB64641}" type="presOf" srcId="{16954F88-3A74-664C-8130-FCC27D52769A}" destId="{A7946707-CC26-B84C-AD3D-ADCEF5197422}" srcOrd="0" destOrd="1" presId="urn:microsoft.com/office/officeart/2005/8/layout/list1"/>
    <dgm:cxn modelId="{39EAFCF2-F1B1-7C41-874F-FB07E5C12D08}" srcId="{9F50EAA7-9774-4045-99BA-BD72AD537A36}" destId="{75213998-756B-E54B-A368-8A7F9703B2BD}" srcOrd="4" destOrd="0" parTransId="{92A05DDC-EB76-DA49-AB57-C7BD161368E3}" sibTransId="{6B4B8AD9-069D-E74E-8825-5A3DDF43059C}"/>
    <dgm:cxn modelId="{B10653F7-BE42-0E4C-B44B-E84CE9285AAA}" srcId="{9F50EAA7-9774-4045-99BA-BD72AD537A36}" destId="{8C35E451-1656-0A46-84DA-72611F217055}" srcOrd="3" destOrd="0" parTransId="{63EF9B05-7D0C-4D4B-9DCB-B4B79F0EDB64}" sibTransId="{38D61FE1-3F7B-2D47-AD21-5E16BF6D989E}"/>
    <dgm:cxn modelId="{1679A3F8-6D80-FA4B-8680-A5B6C2834DC7}" type="presOf" srcId="{40BF7488-157F-484F-BDD9-FD7EB27E7C1F}" destId="{022DB784-03D2-A845-9D72-54957B3FC1F9}" srcOrd="0" destOrd="1" presId="urn:microsoft.com/office/officeart/2005/8/layout/list1"/>
    <dgm:cxn modelId="{3F254E4C-498B-9348-B8F1-9F6E37962E49}" type="presParOf" srcId="{1DB2552C-4861-624B-8106-2ABC70D7774A}" destId="{4D214363-F676-274A-9F5A-3FA40C6AE313}" srcOrd="0" destOrd="0" presId="urn:microsoft.com/office/officeart/2005/8/layout/list1"/>
    <dgm:cxn modelId="{FB5C0A1F-2BA8-FD48-87B1-C11E68E2A0A0}" type="presParOf" srcId="{4D214363-F676-274A-9F5A-3FA40C6AE313}" destId="{18912804-9AEF-6C4F-A7BD-95034F12280A}" srcOrd="0" destOrd="0" presId="urn:microsoft.com/office/officeart/2005/8/layout/list1"/>
    <dgm:cxn modelId="{7695FE12-73C7-DF41-9FC1-E97C21A1F656}" type="presParOf" srcId="{4D214363-F676-274A-9F5A-3FA40C6AE313}" destId="{40FE246F-30B4-0241-855E-3F1CA0A4AD4E}" srcOrd="1" destOrd="0" presId="urn:microsoft.com/office/officeart/2005/8/layout/list1"/>
    <dgm:cxn modelId="{43B405F7-D499-EE4D-BCD1-45C45AA59957}" type="presParOf" srcId="{1DB2552C-4861-624B-8106-2ABC70D7774A}" destId="{AA101175-655D-AF47-8CBB-19B65FD1A423}" srcOrd="1" destOrd="0" presId="urn:microsoft.com/office/officeart/2005/8/layout/list1"/>
    <dgm:cxn modelId="{E05F38A8-E7F3-2748-964A-EC8807A37D71}" type="presParOf" srcId="{1DB2552C-4861-624B-8106-2ABC70D7774A}" destId="{A7946707-CC26-B84C-AD3D-ADCEF5197422}" srcOrd="2" destOrd="0" presId="urn:microsoft.com/office/officeart/2005/8/layout/list1"/>
    <dgm:cxn modelId="{22AAA826-52D6-FE4F-9034-59963AD394E1}" type="presParOf" srcId="{1DB2552C-4861-624B-8106-2ABC70D7774A}" destId="{FA79C2BC-D1E9-FE47-95B5-C330B7C545FC}" srcOrd="3" destOrd="0" presId="urn:microsoft.com/office/officeart/2005/8/layout/list1"/>
    <dgm:cxn modelId="{7E8B9944-6B8D-B64F-9266-F4CFE1D251D0}" type="presParOf" srcId="{1DB2552C-4861-624B-8106-2ABC70D7774A}" destId="{43DC8091-A1AA-6745-83FE-A2E55E9DFA5E}" srcOrd="4" destOrd="0" presId="urn:microsoft.com/office/officeart/2005/8/layout/list1"/>
    <dgm:cxn modelId="{7337F7A0-F115-B94C-BAAD-C1A9A92B6DA7}" type="presParOf" srcId="{43DC8091-A1AA-6745-83FE-A2E55E9DFA5E}" destId="{92EF13FC-0710-DF41-932B-2F4AF28A143F}" srcOrd="0" destOrd="0" presId="urn:microsoft.com/office/officeart/2005/8/layout/list1"/>
    <dgm:cxn modelId="{DE93740A-2D52-124D-8200-CB351E643D17}" type="presParOf" srcId="{43DC8091-A1AA-6745-83FE-A2E55E9DFA5E}" destId="{F91A1701-4279-DA45-AB93-345512E9FE74}" srcOrd="1" destOrd="0" presId="urn:microsoft.com/office/officeart/2005/8/layout/list1"/>
    <dgm:cxn modelId="{4D30765C-589D-5942-B476-0755BE7326D3}" type="presParOf" srcId="{1DB2552C-4861-624B-8106-2ABC70D7774A}" destId="{0F26F94E-6FE7-BD4C-A6B0-72661D46F6B5}" srcOrd="5" destOrd="0" presId="urn:microsoft.com/office/officeart/2005/8/layout/list1"/>
    <dgm:cxn modelId="{C63C79AC-CE0E-E348-BD17-6D56779EF91D}" type="presParOf" srcId="{1DB2552C-4861-624B-8106-2ABC70D7774A}" destId="{6EF8F0BE-A990-2C46-B789-BD6D93B89083}" srcOrd="6" destOrd="0" presId="urn:microsoft.com/office/officeart/2005/8/layout/list1"/>
    <dgm:cxn modelId="{4450E3C4-60C3-F94A-A917-268F8CA12FC9}" type="presParOf" srcId="{1DB2552C-4861-624B-8106-2ABC70D7774A}" destId="{0D0ED172-AE17-854F-A0FA-410DF75FED16}" srcOrd="7" destOrd="0" presId="urn:microsoft.com/office/officeart/2005/8/layout/list1"/>
    <dgm:cxn modelId="{8BA9AFE3-DECA-7541-B147-0CF1C0485E54}" type="presParOf" srcId="{1DB2552C-4861-624B-8106-2ABC70D7774A}" destId="{0E60A50C-456A-1241-97D4-5F96AF310345}" srcOrd="8" destOrd="0" presId="urn:microsoft.com/office/officeart/2005/8/layout/list1"/>
    <dgm:cxn modelId="{20FE2B25-0423-5A4C-BED4-D20ECC5B728F}" type="presParOf" srcId="{0E60A50C-456A-1241-97D4-5F96AF310345}" destId="{B3C2A1F5-65A9-5744-9FA4-BF78532F0A84}" srcOrd="0" destOrd="0" presId="urn:microsoft.com/office/officeart/2005/8/layout/list1"/>
    <dgm:cxn modelId="{A9EA51BA-CD99-F94A-8DA9-3743A53E7518}" type="presParOf" srcId="{0E60A50C-456A-1241-97D4-5F96AF310345}" destId="{1861625B-4C31-AC44-9FC7-4500A780C9AA}" srcOrd="1" destOrd="0" presId="urn:microsoft.com/office/officeart/2005/8/layout/list1"/>
    <dgm:cxn modelId="{6DC82F1E-F1BF-1349-8A2E-FA1644A2E8CA}" type="presParOf" srcId="{1DB2552C-4861-624B-8106-2ABC70D7774A}" destId="{DDAAB8AC-2D22-1943-9822-CF8FCF6BC02A}" srcOrd="9" destOrd="0" presId="urn:microsoft.com/office/officeart/2005/8/layout/list1"/>
    <dgm:cxn modelId="{04CCCE67-0D83-024D-92B5-25FBFE6D5BAC}" type="presParOf" srcId="{1DB2552C-4861-624B-8106-2ABC70D7774A}" destId="{022DB784-03D2-A845-9D72-54957B3FC1F9}" srcOrd="10" destOrd="0" presId="urn:microsoft.com/office/officeart/2005/8/layout/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37306C49-EB3B-F04D-98FE-2509FB0D9ACD}" type="doc">
      <dgm:prSet loTypeId="urn:microsoft.com/office/officeart/2005/8/layout/list1" loCatId="" qsTypeId="urn:microsoft.com/office/officeart/2005/8/quickstyle/simple1" qsCatId="simple" csTypeId="urn:microsoft.com/office/officeart/2005/8/colors/accent1_2" csCatId="accent1" phldr="1"/>
      <dgm:spPr/>
      <dgm:t>
        <a:bodyPr/>
        <a:lstStyle/>
        <a:p>
          <a:endParaRPr lang="en-GB"/>
        </a:p>
      </dgm:t>
    </dgm:pt>
    <dgm:pt modelId="{9F50EAA7-9774-4045-99BA-BD72AD537A36}">
      <dgm:prSet phldrT="[Text]"/>
      <dgm:spPr/>
      <dgm:t>
        <a:bodyPr/>
        <a:lstStyle/>
        <a:p>
          <a:r>
            <a:rPr lang="en-GB" noProof="0">
              <a:solidFill>
                <a:srgbClr val="FF0000"/>
              </a:solidFill>
              <a:latin typeface="Fira Sans Light" panose="020B0403050000020004" pitchFamily="34" charset="0"/>
            </a:rPr>
            <a:t>Standardised Access</a:t>
          </a:r>
          <a:endParaRPr lang="en-GB"/>
        </a:p>
      </dgm:t>
    </dgm:pt>
    <dgm:pt modelId="{5B9A9636-FE89-8746-BAD0-3D3D065055A0}" type="parTrans" cxnId="{8F4F51C2-88B1-F24B-B3B0-9A825ED849C1}">
      <dgm:prSet/>
      <dgm:spPr/>
      <dgm:t>
        <a:bodyPr/>
        <a:lstStyle/>
        <a:p>
          <a:endParaRPr lang="en-GB"/>
        </a:p>
      </dgm:t>
    </dgm:pt>
    <dgm:pt modelId="{62809083-D5F4-2848-8AD5-3687489C2B0C}" type="sibTrans" cxnId="{8F4F51C2-88B1-F24B-B3B0-9A825ED849C1}">
      <dgm:prSet/>
      <dgm:spPr/>
      <dgm:t>
        <a:bodyPr/>
        <a:lstStyle/>
        <a:p>
          <a:endParaRPr lang="en-GB"/>
        </a:p>
      </dgm:t>
    </dgm:pt>
    <dgm:pt modelId="{1662FC78-A305-C440-8706-2E62710DD74C}">
      <dgm:prSet/>
      <dgm:spPr/>
      <dgm:t>
        <a:bodyPr/>
        <a:lstStyle/>
        <a:p>
          <a:r>
            <a:rPr lang="en-GB" noProof="0">
              <a:solidFill>
                <a:srgbClr val="FF0000"/>
              </a:solidFill>
              <a:latin typeface="Fira Sans Light" panose="020B0403050000020004" pitchFamily="34" charset="0"/>
            </a:rPr>
            <a:t>Legacy OS</a:t>
          </a:r>
        </a:p>
      </dgm:t>
    </dgm:pt>
    <dgm:pt modelId="{E6EF2829-939B-C54B-8D26-09F3CB5CDA68}" type="parTrans" cxnId="{76035C4E-8583-1D41-96ED-6821A1021342}">
      <dgm:prSet/>
      <dgm:spPr/>
      <dgm:t>
        <a:bodyPr/>
        <a:lstStyle/>
        <a:p>
          <a:endParaRPr lang="en-GB"/>
        </a:p>
      </dgm:t>
    </dgm:pt>
    <dgm:pt modelId="{98AFFD20-2257-F641-B9EC-73DC618DCB94}" type="sibTrans" cxnId="{76035C4E-8583-1D41-96ED-6821A1021342}">
      <dgm:prSet/>
      <dgm:spPr/>
      <dgm:t>
        <a:bodyPr/>
        <a:lstStyle/>
        <a:p>
          <a:endParaRPr lang="en-GB"/>
        </a:p>
      </dgm:t>
    </dgm:pt>
    <dgm:pt modelId="{8991AD4B-0CB7-2F49-90F8-8706A88E8773}">
      <dgm:prSet/>
      <dgm:spPr/>
      <dgm:t>
        <a:bodyPr/>
        <a:lstStyle/>
        <a:p>
          <a:r>
            <a:rPr lang="en-GB" noProof="0">
              <a:solidFill>
                <a:srgbClr val="FF0000"/>
              </a:solidFill>
              <a:latin typeface="Fira Sans Light" panose="020B0403050000020004" pitchFamily="34" charset="0"/>
            </a:rPr>
            <a:t>Naming Conventions</a:t>
          </a:r>
        </a:p>
      </dgm:t>
    </dgm:pt>
    <dgm:pt modelId="{62C52F19-ED56-9942-B2B8-CF96F6F46CEC}" type="parTrans" cxnId="{4C87D5A2-CEEF-AD47-A0C4-0EE660CEF81A}">
      <dgm:prSet/>
      <dgm:spPr/>
      <dgm:t>
        <a:bodyPr/>
        <a:lstStyle/>
        <a:p>
          <a:endParaRPr lang="en-GB"/>
        </a:p>
      </dgm:t>
    </dgm:pt>
    <dgm:pt modelId="{C33DBD77-4CF1-A747-9537-BAEA2BA9E20B}" type="sibTrans" cxnId="{4C87D5A2-CEEF-AD47-A0C4-0EE660CEF81A}">
      <dgm:prSet/>
      <dgm:spPr/>
      <dgm:t>
        <a:bodyPr/>
        <a:lstStyle/>
        <a:p>
          <a:endParaRPr lang="en-GB"/>
        </a:p>
      </dgm:t>
    </dgm:pt>
    <dgm:pt modelId="{0123180F-55F9-9B43-9D90-6050C97D9B85}">
      <dgm:prSet/>
      <dgm:spPr/>
      <dgm:t>
        <a:bodyPr/>
        <a:lstStyle/>
        <a:p>
          <a:r>
            <a:rPr lang="en-GB" noProof="0">
              <a:latin typeface="Fira Sans" panose="020B0503050000020004" pitchFamily="34" charset="0"/>
            </a:rPr>
            <a:t>Consistent logins required for administrator access</a:t>
          </a:r>
          <a:endParaRPr lang="en-GB"/>
        </a:p>
      </dgm:t>
    </dgm:pt>
    <dgm:pt modelId="{AD63FBCB-E2AA-4A47-B13D-96B05DCAB120}" type="parTrans" cxnId="{17D9E18E-D7EA-7C40-802F-59CF06625096}">
      <dgm:prSet/>
      <dgm:spPr/>
      <dgm:t>
        <a:bodyPr/>
        <a:lstStyle/>
        <a:p>
          <a:endParaRPr lang="en-GB"/>
        </a:p>
      </dgm:t>
    </dgm:pt>
    <dgm:pt modelId="{D8E077D4-D57D-914E-B869-5E89F4852011}" type="sibTrans" cxnId="{17D9E18E-D7EA-7C40-802F-59CF06625096}">
      <dgm:prSet/>
      <dgm:spPr/>
      <dgm:t>
        <a:bodyPr/>
        <a:lstStyle/>
        <a:p>
          <a:endParaRPr lang="en-GB"/>
        </a:p>
      </dgm:t>
    </dgm:pt>
    <dgm:pt modelId="{81E4F34C-D836-7D4E-9845-B2A76B4C2A15}">
      <dgm:prSet/>
      <dgm:spPr/>
      <dgm:t>
        <a:bodyPr/>
        <a:lstStyle/>
        <a:p>
          <a:r>
            <a:rPr lang="en-GB" noProof="0">
              <a:latin typeface="Fira Sans" panose="020B0503050000020004" pitchFamily="34" charset="0"/>
            </a:rPr>
            <a:t>Old unsupported OS types will take longer to move to Cloud</a:t>
          </a:r>
          <a:endParaRPr lang="en-GB"/>
        </a:p>
      </dgm:t>
    </dgm:pt>
    <dgm:pt modelId="{8749706C-4E2F-884D-B13E-A97335F60867}" type="parTrans" cxnId="{53454381-68C1-514B-8CA3-352982D266A4}">
      <dgm:prSet/>
      <dgm:spPr/>
      <dgm:t>
        <a:bodyPr/>
        <a:lstStyle/>
        <a:p>
          <a:endParaRPr lang="en-GB"/>
        </a:p>
      </dgm:t>
    </dgm:pt>
    <dgm:pt modelId="{0A0A75CF-853F-2D4C-9099-6051DD3642EF}" type="sibTrans" cxnId="{53454381-68C1-514B-8CA3-352982D266A4}">
      <dgm:prSet/>
      <dgm:spPr/>
      <dgm:t>
        <a:bodyPr/>
        <a:lstStyle/>
        <a:p>
          <a:endParaRPr lang="en-GB"/>
        </a:p>
      </dgm:t>
    </dgm:pt>
    <dgm:pt modelId="{42CF1815-E0C4-4145-ACB2-028AD54AEA4D}">
      <dgm:prSet/>
      <dgm:spPr/>
      <dgm:t>
        <a:bodyPr/>
        <a:lstStyle/>
        <a:p>
          <a:r>
            <a:rPr lang="en-GB" noProof="0">
              <a:latin typeface="Fira Sans" panose="020B0503050000020004" pitchFamily="34" charset="0"/>
            </a:rPr>
            <a:t>Risk of duplication or accidentally leaving out of migration</a:t>
          </a:r>
          <a:endParaRPr lang="en-GB"/>
        </a:p>
      </dgm:t>
    </dgm:pt>
    <dgm:pt modelId="{68A5B697-CA34-2648-B133-69962E14E163}" type="parTrans" cxnId="{C29BC228-F3C6-B749-89F1-ECFE901471F4}">
      <dgm:prSet/>
      <dgm:spPr/>
      <dgm:t>
        <a:bodyPr/>
        <a:lstStyle/>
        <a:p>
          <a:endParaRPr lang="en-GB"/>
        </a:p>
      </dgm:t>
    </dgm:pt>
    <dgm:pt modelId="{0881EAF9-F573-AE43-AD6F-B191DCA83B97}" type="sibTrans" cxnId="{C29BC228-F3C6-B749-89F1-ECFE901471F4}">
      <dgm:prSet/>
      <dgm:spPr/>
      <dgm:t>
        <a:bodyPr/>
        <a:lstStyle/>
        <a:p>
          <a:endParaRPr lang="en-GB"/>
        </a:p>
      </dgm:t>
    </dgm:pt>
    <dgm:pt modelId="{5F97BEB5-3EBB-E349-B815-C48E38B212E4}">
      <dgm:prSet/>
      <dgm:spPr/>
      <dgm:t>
        <a:bodyPr/>
        <a:lstStyle/>
        <a:p>
          <a:r>
            <a:rPr lang="en-GB" noProof="0">
              <a:latin typeface="Fira Sans" panose="020B0503050000020004" pitchFamily="34" charset="0"/>
            </a:rPr>
            <a:t>Standardised login methods for Linux/Windows</a:t>
          </a:r>
        </a:p>
      </dgm:t>
    </dgm:pt>
    <dgm:pt modelId="{914FBD76-94A2-1B4F-A71C-0F66171DEEA3}" type="parTrans" cxnId="{72E80ED8-9B69-4B3C-AE71-1FF0514FF819}">
      <dgm:prSet/>
      <dgm:spPr/>
      <dgm:t>
        <a:bodyPr/>
        <a:lstStyle/>
        <a:p>
          <a:endParaRPr lang="en-GB"/>
        </a:p>
      </dgm:t>
    </dgm:pt>
    <dgm:pt modelId="{A7A859A6-F26C-3A47-89D6-2D005FB5033B}" type="sibTrans" cxnId="{72E80ED8-9B69-4B3C-AE71-1FF0514FF819}">
      <dgm:prSet/>
      <dgm:spPr/>
      <dgm:t>
        <a:bodyPr/>
        <a:lstStyle/>
        <a:p>
          <a:endParaRPr lang="en-GB"/>
        </a:p>
      </dgm:t>
    </dgm:pt>
    <dgm:pt modelId="{54A5018D-96B0-194C-A585-4857B7729CE0}">
      <dgm:prSet/>
      <dgm:spPr/>
      <dgm:t>
        <a:bodyPr/>
        <a:lstStyle/>
        <a:p>
          <a:r>
            <a:rPr lang="en-GB" noProof="0">
              <a:latin typeface="Fira Sans" panose="020B0503050000020004" pitchFamily="34" charset="0"/>
            </a:rPr>
            <a:t>Standardised accounts across MOL/ANL</a:t>
          </a:r>
        </a:p>
      </dgm:t>
    </dgm:pt>
    <dgm:pt modelId="{700D8648-930A-4D49-BB83-C89E55E3DBE2}" type="parTrans" cxnId="{D6975989-CD91-446D-A61E-1927C1D86958}">
      <dgm:prSet/>
      <dgm:spPr/>
      <dgm:t>
        <a:bodyPr/>
        <a:lstStyle/>
        <a:p>
          <a:endParaRPr lang="en-GB"/>
        </a:p>
      </dgm:t>
    </dgm:pt>
    <dgm:pt modelId="{B892E025-73B2-6546-95CD-E76D5B8DA7B7}" type="sibTrans" cxnId="{D6975989-CD91-446D-A61E-1927C1D86958}">
      <dgm:prSet/>
      <dgm:spPr/>
      <dgm:t>
        <a:bodyPr/>
        <a:lstStyle/>
        <a:p>
          <a:endParaRPr lang="en-GB"/>
        </a:p>
      </dgm:t>
    </dgm:pt>
    <dgm:pt modelId="{31FC5491-07E7-6447-A7ED-42DFBCD7C9F4}">
      <dgm:prSet/>
      <dgm:spPr/>
      <dgm:t>
        <a:bodyPr/>
        <a:lstStyle/>
        <a:p>
          <a:r>
            <a:rPr lang="en-GB" noProof="0">
              <a:latin typeface="Fira Sans" panose="020B0503050000020004" pitchFamily="34" charset="0"/>
            </a:rPr>
            <a:t>Ability to make changes</a:t>
          </a:r>
        </a:p>
      </dgm:t>
    </dgm:pt>
    <dgm:pt modelId="{EC2136DB-5E6A-F344-8462-BF1EA81501D3}" type="parTrans" cxnId="{62303B00-4F94-4897-8F30-0D59955A2EDD}">
      <dgm:prSet/>
      <dgm:spPr/>
      <dgm:t>
        <a:bodyPr/>
        <a:lstStyle/>
        <a:p>
          <a:endParaRPr lang="en-GB"/>
        </a:p>
      </dgm:t>
    </dgm:pt>
    <dgm:pt modelId="{B669F63E-2B33-A94E-B529-E9FED4E059F9}" type="sibTrans" cxnId="{62303B00-4F94-4897-8F30-0D59955A2EDD}">
      <dgm:prSet/>
      <dgm:spPr/>
      <dgm:t>
        <a:bodyPr/>
        <a:lstStyle/>
        <a:p>
          <a:endParaRPr lang="en-GB"/>
        </a:p>
      </dgm:t>
    </dgm:pt>
    <dgm:pt modelId="{58BE3162-18F1-9044-A496-7688104E1749}">
      <dgm:prSet/>
      <dgm:spPr/>
      <dgm:t>
        <a:bodyPr/>
        <a:lstStyle/>
        <a:p>
          <a:r>
            <a:rPr lang="en-GB" noProof="0">
              <a:latin typeface="Fira Sans" panose="020B0503050000020004" pitchFamily="34" charset="0"/>
            </a:rPr>
            <a:t>Some customers prefer to use a tool to manage PAM. (eg: Cyberark)</a:t>
          </a:r>
        </a:p>
      </dgm:t>
    </dgm:pt>
    <dgm:pt modelId="{5728CCF3-4385-E84A-A909-72A0D62EA9C8}" type="parTrans" cxnId="{0C7B65E8-F3E7-405F-8833-8779F78C2DB0}">
      <dgm:prSet/>
      <dgm:spPr/>
      <dgm:t>
        <a:bodyPr/>
        <a:lstStyle/>
        <a:p>
          <a:endParaRPr lang="en-GB"/>
        </a:p>
      </dgm:t>
    </dgm:pt>
    <dgm:pt modelId="{720C5B11-0693-7948-84D7-C03715D2B61E}" type="sibTrans" cxnId="{0C7B65E8-F3E7-405F-8833-8779F78C2DB0}">
      <dgm:prSet/>
      <dgm:spPr/>
      <dgm:t>
        <a:bodyPr/>
        <a:lstStyle/>
        <a:p>
          <a:endParaRPr lang="en-GB"/>
        </a:p>
      </dgm:t>
    </dgm:pt>
    <dgm:pt modelId="{442854AC-D80D-9745-83BF-432287E44EF8}">
      <dgm:prSet/>
      <dgm:spPr/>
      <dgm:t>
        <a:bodyPr/>
        <a:lstStyle/>
        <a:p>
          <a:r>
            <a:rPr lang="en-GB" noProof="0" err="1">
              <a:latin typeface="Fira Sans" panose="020B0503050000020004" pitchFamily="34" charset="0"/>
            </a:rPr>
            <a:t>Replatforming</a:t>
          </a:r>
          <a:r>
            <a:rPr lang="en-GB" noProof="0">
              <a:latin typeface="Fira Sans" panose="020B0503050000020004" pitchFamily="34" charset="0"/>
            </a:rPr>
            <a:t> is possible but must be factored into timeline.</a:t>
          </a:r>
        </a:p>
      </dgm:t>
    </dgm:pt>
    <dgm:pt modelId="{D53A772B-D5E0-8547-B64F-CC2F2FA79236}" type="parTrans" cxnId="{88C44342-F82B-4D5C-9D48-ADFFBA90D1CF}">
      <dgm:prSet/>
      <dgm:spPr/>
      <dgm:t>
        <a:bodyPr/>
        <a:lstStyle/>
        <a:p>
          <a:endParaRPr lang="en-GB"/>
        </a:p>
      </dgm:t>
    </dgm:pt>
    <dgm:pt modelId="{DDEB7E54-5AED-CF43-A2BA-0CFC5F34C298}" type="sibTrans" cxnId="{88C44342-F82B-4D5C-9D48-ADFFBA90D1CF}">
      <dgm:prSet/>
      <dgm:spPr/>
      <dgm:t>
        <a:bodyPr/>
        <a:lstStyle/>
        <a:p>
          <a:endParaRPr lang="en-GB"/>
        </a:p>
      </dgm:t>
    </dgm:pt>
    <dgm:pt modelId="{F4B476B1-A512-E14C-805B-F7845592FF81}">
      <dgm:prSet/>
      <dgm:spPr/>
      <dgm:t>
        <a:bodyPr/>
        <a:lstStyle/>
        <a:p>
          <a:r>
            <a:rPr lang="en-GB" noProof="0">
              <a:latin typeface="Fira Sans" panose="020B0503050000020004" pitchFamily="34" charset="0"/>
            </a:rPr>
            <a:t>Same hostnames with .int and .hsk </a:t>
          </a:r>
        </a:p>
      </dgm:t>
    </dgm:pt>
    <dgm:pt modelId="{CB6803C7-E131-F04B-B107-188B18F4925E}" type="parTrans" cxnId="{20D19A39-7FC5-4F5B-BBC3-C6063BA7B549}">
      <dgm:prSet/>
      <dgm:spPr/>
      <dgm:t>
        <a:bodyPr/>
        <a:lstStyle/>
        <a:p>
          <a:endParaRPr lang="en-GB"/>
        </a:p>
      </dgm:t>
    </dgm:pt>
    <dgm:pt modelId="{48736AFD-215A-F647-B4C2-6DDB87911505}" type="sibTrans" cxnId="{20D19A39-7FC5-4F5B-BBC3-C6063BA7B549}">
      <dgm:prSet/>
      <dgm:spPr/>
      <dgm:t>
        <a:bodyPr/>
        <a:lstStyle/>
        <a:p>
          <a:endParaRPr lang="en-GB"/>
        </a:p>
      </dgm:t>
    </dgm:pt>
    <dgm:pt modelId="{1DB2552C-4861-624B-8106-2ABC70D7774A}" type="pres">
      <dgm:prSet presAssocID="{37306C49-EB3B-F04D-98FE-2509FB0D9ACD}" presName="linear" presStyleCnt="0">
        <dgm:presLayoutVars>
          <dgm:dir/>
          <dgm:animLvl val="lvl"/>
          <dgm:resizeHandles val="exact"/>
        </dgm:presLayoutVars>
      </dgm:prSet>
      <dgm:spPr/>
    </dgm:pt>
    <dgm:pt modelId="{4D214363-F676-274A-9F5A-3FA40C6AE313}" type="pres">
      <dgm:prSet presAssocID="{9F50EAA7-9774-4045-99BA-BD72AD537A36}" presName="parentLin" presStyleCnt="0"/>
      <dgm:spPr/>
    </dgm:pt>
    <dgm:pt modelId="{18912804-9AEF-6C4F-A7BD-95034F12280A}" type="pres">
      <dgm:prSet presAssocID="{9F50EAA7-9774-4045-99BA-BD72AD537A36}" presName="parentLeftMargin" presStyleLbl="node1" presStyleIdx="0" presStyleCnt="3"/>
      <dgm:spPr/>
    </dgm:pt>
    <dgm:pt modelId="{40FE246F-30B4-0241-855E-3F1CA0A4AD4E}" type="pres">
      <dgm:prSet presAssocID="{9F50EAA7-9774-4045-99BA-BD72AD537A36}" presName="parentText" presStyleLbl="node1" presStyleIdx="0" presStyleCnt="3">
        <dgm:presLayoutVars>
          <dgm:chMax val="0"/>
          <dgm:bulletEnabled val="1"/>
        </dgm:presLayoutVars>
      </dgm:prSet>
      <dgm:spPr/>
    </dgm:pt>
    <dgm:pt modelId="{AA101175-655D-AF47-8CBB-19B65FD1A423}" type="pres">
      <dgm:prSet presAssocID="{9F50EAA7-9774-4045-99BA-BD72AD537A36}" presName="negativeSpace" presStyleCnt="0"/>
      <dgm:spPr/>
    </dgm:pt>
    <dgm:pt modelId="{A7946707-CC26-B84C-AD3D-ADCEF5197422}" type="pres">
      <dgm:prSet presAssocID="{9F50EAA7-9774-4045-99BA-BD72AD537A36}" presName="childText" presStyleLbl="conFgAcc1" presStyleIdx="0" presStyleCnt="3">
        <dgm:presLayoutVars>
          <dgm:bulletEnabled val="1"/>
        </dgm:presLayoutVars>
      </dgm:prSet>
      <dgm:spPr/>
    </dgm:pt>
    <dgm:pt modelId="{FA79C2BC-D1E9-FE47-95B5-C330B7C545FC}" type="pres">
      <dgm:prSet presAssocID="{62809083-D5F4-2848-8AD5-3687489C2B0C}" presName="spaceBetweenRectangles" presStyleCnt="0"/>
      <dgm:spPr/>
    </dgm:pt>
    <dgm:pt modelId="{43DC8091-A1AA-6745-83FE-A2E55E9DFA5E}" type="pres">
      <dgm:prSet presAssocID="{1662FC78-A305-C440-8706-2E62710DD74C}" presName="parentLin" presStyleCnt="0"/>
      <dgm:spPr/>
    </dgm:pt>
    <dgm:pt modelId="{92EF13FC-0710-DF41-932B-2F4AF28A143F}" type="pres">
      <dgm:prSet presAssocID="{1662FC78-A305-C440-8706-2E62710DD74C}" presName="parentLeftMargin" presStyleLbl="node1" presStyleIdx="0" presStyleCnt="3"/>
      <dgm:spPr/>
    </dgm:pt>
    <dgm:pt modelId="{F91A1701-4279-DA45-AB93-345512E9FE74}" type="pres">
      <dgm:prSet presAssocID="{1662FC78-A305-C440-8706-2E62710DD74C}" presName="parentText" presStyleLbl="node1" presStyleIdx="1" presStyleCnt="3">
        <dgm:presLayoutVars>
          <dgm:chMax val="0"/>
          <dgm:bulletEnabled val="1"/>
        </dgm:presLayoutVars>
      </dgm:prSet>
      <dgm:spPr/>
    </dgm:pt>
    <dgm:pt modelId="{0F26F94E-6FE7-BD4C-A6B0-72661D46F6B5}" type="pres">
      <dgm:prSet presAssocID="{1662FC78-A305-C440-8706-2E62710DD74C}" presName="negativeSpace" presStyleCnt="0"/>
      <dgm:spPr/>
    </dgm:pt>
    <dgm:pt modelId="{6EF8F0BE-A990-2C46-B789-BD6D93B89083}" type="pres">
      <dgm:prSet presAssocID="{1662FC78-A305-C440-8706-2E62710DD74C}" presName="childText" presStyleLbl="conFgAcc1" presStyleIdx="1" presStyleCnt="3">
        <dgm:presLayoutVars>
          <dgm:bulletEnabled val="1"/>
        </dgm:presLayoutVars>
      </dgm:prSet>
      <dgm:spPr/>
    </dgm:pt>
    <dgm:pt modelId="{0D0ED172-AE17-854F-A0FA-410DF75FED16}" type="pres">
      <dgm:prSet presAssocID="{98AFFD20-2257-F641-B9EC-73DC618DCB94}" presName="spaceBetweenRectangles" presStyleCnt="0"/>
      <dgm:spPr/>
    </dgm:pt>
    <dgm:pt modelId="{0E60A50C-456A-1241-97D4-5F96AF310345}" type="pres">
      <dgm:prSet presAssocID="{8991AD4B-0CB7-2F49-90F8-8706A88E8773}" presName="parentLin" presStyleCnt="0"/>
      <dgm:spPr/>
    </dgm:pt>
    <dgm:pt modelId="{B3C2A1F5-65A9-5744-9FA4-BF78532F0A84}" type="pres">
      <dgm:prSet presAssocID="{8991AD4B-0CB7-2F49-90F8-8706A88E8773}" presName="parentLeftMargin" presStyleLbl="node1" presStyleIdx="1" presStyleCnt="3"/>
      <dgm:spPr/>
    </dgm:pt>
    <dgm:pt modelId="{1861625B-4C31-AC44-9FC7-4500A780C9AA}" type="pres">
      <dgm:prSet presAssocID="{8991AD4B-0CB7-2F49-90F8-8706A88E8773}" presName="parentText" presStyleLbl="node1" presStyleIdx="2" presStyleCnt="3">
        <dgm:presLayoutVars>
          <dgm:chMax val="0"/>
          <dgm:bulletEnabled val="1"/>
        </dgm:presLayoutVars>
      </dgm:prSet>
      <dgm:spPr/>
    </dgm:pt>
    <dgm:pt modelId="{DDAAB8AC-2D22-1943-9822-CF8FCF6BC02A}" type="pres">
      <dgm:prSet presAssocID="{8991AD4B-0CB7-2F49-90F8-8706A88E8773}" presName="negativeSpace" presStyleCnt="0"/>
      <dgm:spPr/>
    </dgm:pt>
    <dgm:pt modelId="{022DB784-03D2-A845-9D72-54957B3FC1F9}" type="pres">
      <dgm:prSet presAssocID="{8991AD4B-0CB7-2F49-90F8-8706A88E8773}" presName="childText" presStyleLbl="conFgAcc1" presStyleIdx="2" presStyleCnt="3">
        <dgm:presLayoutVars>
          <dgm:bulletEnabled val="1"/>
        </dgm:presLayoutVars>
      </dgm:prSet>
      <dgm:spPr/>
    </dgm:pt>
  </dgm:ptLst>
  <dgm:cxnLst>
    <dgm:cxn modelId="{62303B00-4F94-4897-8F30-0D59955A2EDD}" srcId="{5F97BEB5-3EBB-E349-B815-C48E38B212E4}" destId="{31FC5491-07E7-6447-A7ED-42DFBCD7C9F4}" srcOrd="1" destOrd="0" parTransId="{EC2136DB-5E6A-F344-8462-BF1EA81501D3}" sibTransId="{B669F63E-2B33-A94E-B529-E9FED4E059F9}"/>
    <dgm:cxn modelId="{D9FE0512-5D7A-498C-B1A8-944E7B977D3C}" type="presOf" srcId="{5F97BEB5-3EBB-E349-B815-C48E38B212E4}" destId="{A7946707-CC26-B84C-AD3D-ADCEF5197422}" srcOrd="0" destOrd="1" presId="urn:microsoft.com/office/officeart/2005/8/layout/list1"/>
    <dgm:cxn modelId="{7202731F-6101-4E26-96E0-FBDC6F9DDBBA}" type="presOf" srcId="{54A5018D-96B0-194C-A585-4857B7729CE0}" destId="{A7946707-CC26-B84C-AD3D-ADCEF5197422}" srcOrd="0" destOrd="2" presId="urn:microsoft.com/office/officeart/2005/8/layout/list1"/>
    <dgm:cxn modelId="{7E59D01F-0F1B-364F-B829-25B38E2BB699}" type="presOf" srcId="{37306C49-EB3B-F04D-98FE-2509FB0D9ACD}" destId="{1DB2552C-4861-624B-8106-2ABC70D7774A}" srcOrd="0" destOrd="0" presId="urn:microsoft.com/office/officeart/2005/8/layout/list1"/>
    <dgm:cxn modelId="{985B7827-9A9E-4271-B0C5-FC39CB9E2B88}" type="presOf" srcId="{8991AD4B-0CB7-2F49-90F8-8706A88E8773}" destId="{B3C2A1F5-65A9-5744-9FA4-BF78532F0A84}" srcOrd="0" destOrd="0" presId="urn:microsoft.com/office/officeart/2005/8/layout/list1"/>
    <dgm:cxn modelId="{C29BC228-F3C6-B749-89F1-ECFE901471F4}" srcId="{8991AD4B-0CB7-2F49-90F8-8706A88E8773}" destId="{42CF1815-E0C4-4145-ACB2-028AD54AEA4D}" srcOrd="0" destOrd="0" parTransId="{68A5B697-CA34-2648-B133-69962E14E163}" sibTransId="{0881EAF9-F573-AE43-AD6F-B191DCA83B97}"/>
    <dgm:cxn modelId="{C80C9B2C-5F07-4548-8ACF-085303C5D95D}" type="presOf" srcId="{9F50EAA7-9774-4045-99BA-BD72AD537A36}" destId="{40FE246F-30B4-0241-855E-3F1CA0A4AD4E}" srcOrd="1" destOrd="0" presId="urn:microsoft.com/office/officeart/2005/8/layout/list1"/>
    <dgm:cxn modelId="{20D19A39-7FC5-4F5B-BBC3-C6063BA7B549}" srcId="{8991AD4B-0CB7-2F49-90F8-8706A88E8773}" destId="{F4B476B1-A512-E14C-805B-F7845592FF81}" srcOrd="1" destOrd="0" parTransId="{CB6803C7-E131-F04B-B107-188B18F4925E}" sibTransId="{48736AFD-215A-F647-B4C2-6DDB87911505}"/>
    <dgm:cxn modelId="{88C44342-F82B-4D5C-9D48-ADFFBA90D1CF}" srcId="{1662FC78-A305-C440-8706-2E62710DD74C}" destId="{442854AC-D80D-9745-83BF-432287E44EF8}" srcOrd="1" destOrd="0" parTransId="{D53A772B-D5E0-8547-B64F-CC2F2FA79236}" sibTransId="{DDEB7E54-5AED-CF43-A2BA-0CFC5F34C298}"/>
    <dgm:cxn modelId="{32A93147-8990-4325-8638-D4E135C649B0}" type="presOf" srcId="{442854AC-D80D-9745-83BF-432287E44EF8}" destId="{6EF8F0BE-A990-2C46-B789-BD6D93B89083}" srcOrd="0" destOrd="1" presId="urn:microsoft.com/office/officeart/2005/8/layout/list1"/>
    <dgm:cxn modelId="{76035C4E-8583-1D41-96ED-6821A1021342}" srcId="{37306C49-EB3B-F04D-98FE-2509FB0D9ACD}" destId="{1662FC78-A305-C440-8706-2E62710DD74C}" srcOrd="1" destOrd="0" parTransId="{E6EF2829-939B-C54B-8D26-09F3CB5CDA68}" sibTransId="{98AFFD20-2257-F641-B9EC-73DC618DCB94}"/>
    <dgm:cxn modelId="{FF89416E-AC83-4C38-B564-598C28FF9181}" type="presOf" srcId="{1662FC78-A305-C440-8706-2E62710DD74C}" destId="{F91A1701-4279-DA45-AB93-345512E9FE74}" srcOrd="1" destOrd="0" presId="urn:microsoft.com/office/officeart/2005/8/layout/list1"/>
    <dgm:cxn modelId="{D1D72F7B-B683-4071-B33D-86EA49D51754}" type="presOf" srcId="{81E4F34C-D836-7D4E-9845-B2A76B4C2A15}" destId="{6EF8F0BE-A990-2C46-B789-BD6D93B89083}" srcOrd="0" destOrd="0" presId="urn:microsoft.com/office/officeart/2005/8/layout/list1"/>
    <dgm:cxn modelId="{EDA0497C-4C87-4B38-BD21-BA4E9362A5E9}" type="presOf" srcId="{42CF1815-E0C4-4145-ACB2-028AD54AEA4D}" destId="{022DB784-03D2-A845-9D72-54957B3FC1F9}" srcOrd="0" destOrd="0" presId="urn:microsoft.com/office/officeart/2005/8/layout/list1"/>
    <dgm:cxn modelId="{53454381-68C1-514B-8CA3-352982D266A4}" srcId="{1662FC78-A305-C440-8706-2E62710DD74C}" destId="{81E4F34C-D836-7D4E-9845-B2A76B4C2A15}" srcOrd="0" destOrd="0" parTransId="{8749706C-4E2F-884D-B13E-A97335F60867}" sibTransId="{0A0A75CF-853F-2D4C-9099-6051DD3642EF}"/>
    <dgm:cxn modelId="{D6975989-CD91-446D-A61E-1927C1D86958}" srcId="{5F97BEB5-3EBB-E349-B815-C48E38B212E4}" destId="{54A5018D-96B0-194C-A585-4857B7729CE0}" srcOrd="0" destOrd="0" parTransId="{700D8648-930A-4D49-BB83-C89E55E3DBE2}" sibTransId="{B892E025-73B2-6546-95CD-E76D5B8DA7B7}"/>
    <dgm:cxn modelId="{17D9E18E-D7EA-7C40-802F-59CF06625096}" srcId="{9F50EAA7-9774-4045-99BA-BD72AD537A36}" destId="{0123180F-55F9-9B43-9D90-6050C97D9B85}" srcOrd="0" destOrd="0" parTransId="{AD63FBCB-E2AA-4A47-B13D-96B05DCAB120}" sibTransId="{D8E077D4-D57D-914E-B869-5E89F4852011}"/>
    <dgm:cxn modelId="{9200E890-28AD-4560-B2C9-BD814DCDDB82}" type="presOf" srcId="{F4B476B1-A512-E14C-805B-F7845592FF81}" destId="{022DB784-03D2-A845-9D72-54957B3FC1F9}" srcOrd="0" destOrd="1" presId="urn:microsoft.com/office/officeart/2005/8/layout/list1"/>
    <dgm:cxn modelId="{9660869F-6B1D-4D6B-8A88-E3763E3B0C8E}" type="presOf" srcId="{8991AD4B-0CB7-2F49-90F8-8706A88E8773}" destId="{1861625B-4C31-AC44-9FC7-4500A780C9AA}" srcOrd="1" destOrd="0" presId="urn:microsoft.com/office/officeart/2005/8/layout/list1"/>
    <dgm:cxn modelId="{4C87D5A2-CEEF-AD47-A0C4-0EE660CEF81A}" srcId="{37306C49-EB3B-F04D-98FE-2509FB0D9ACD}" destId="{8991AD4B-0CB7-2F49-90F8-8706A88E8773}" srcOrd="2" destOrd="0" parTransId="{62C52F19-ED56-9942-B2B8-CF96F6F46CEC}" sibTransId="{C33DBD77-4CF1-A747-9537-BAEA2BA9E20B}"/>
    <dgm:cxn modelId="{27457EA4-5C6F-48DF-AF7F-76E1B7DD20F0}" type="presOf" srcId="{1662FC78-A305-C440-8706-2E62710DD74C}" destId="{92EF13FC-0710-DF41-932B-2F4AF28A143F}" srcOrd="0" destOrd="0" presId="urn:microsoft.com/office/officeart/2005/8/layout/list1"/>
    <dgm:cxn modelId="{8F4F51C2-88B1-F24B-B3B0-9A825ED849C1}" srcId="{37306C49-EB3B-F04D-98FE-2509FB0D9ACD}" destId="{9F50EAA7-9774-4045-99BA-BD72AD537A36}" srcOrd="0" destOrd="0" parTransId="{5B9A9636-FE89-8746-BAD0-3D3D065055A0}" sibTransId="{62809083-D5F4-2848-8AD5-3687489C2B0C}"/>
    <dgm:cxn modelId="{37BA67CF-DB93-4180-8D51-F7FEC8B38931}" type="presOf" srcId="{9F50EAA7-9774-4045-99BA-BD72AD537A36}" destId="{18912804-9AEF-6C4F-A7BD-95034F12280A}" srcOrd="0" destOrd="0" presId="urn:microsoft.com/office/officeart/2005/8/layout/list1"/>
    <dgm:cxn modelId="{72E80ED8-9B69-4B3C-AE71-1FF0514FF819}" srcId="{9F50EAA7-9774-4045-99BA-BD72AD537A36}" destId="{5F97BEB5-3EBB-E349-B815-C48E38B212E4}" srcOrd="1" destOrd="0" parTransId="{914FBD76-94A2-1B4F-A71C-0F66171DEEA3}" sibTransId="{A7A859A6-F26C-3A47-89D6-2D005FB5033B}"/>
    <dgm:cxn modelId="{8A2AC8D9-EF23-47E3-AF3E-942852BD9AC9}" type="presOf" srcId="{0123180F-55F9-9B43-9D90-6050C97D9B85}" destId="{A7946707-CC26-B84C-AD3D-ADCEF5197422}" srcOrd="0" destOrd="0" presId="urn:microsoft.com/office/officeart/2005/8/layout/list1"/>
    <dgm:cxn modelId="{0C7B65E8-F3E7-405F-8833-8779F78C2DB0}" srcId="{9F50EAA7-9774-4045-99BA-BD72AD537A36}" destId="{58BE3162-18F1-9044-A496-7688104E1749}" srcOrd="2" destOrd="0" parTransId="{5728CCF3-4385-E84A-A909-72A0D62EA9C8}" sibTransId="{720C5B11-0693-7948-84D7-C03715D2B61E}"/>
    <dgm:cxn modelId="{4A0113F1-88E2-40EC-A541-C618250F13A9}" type="presOf" srcId="{58BE3162-18F1-9044-A496-7688104E1749}" destId="{A7946707-CC26-B84C-AD3D-ADCEF5197422}" srcOrd="0" destOrd="4" presId="urn:microsoft.com/office/officeart/2005/8/layout/list1"/>
    <dgm:cxn modelId="{0D3B70FD-B068-4741-9ADC-2D9C76F3B439}" type="presOf" srcId="{31FC5491-07E7-6447-A7ED-42DFBCD7C9F4}" destId="{A7946707-CC26-B84C-AD3D-ADCEF5197422}" srcOrd="0" destOrd="3" presId="urn:microsoft.com/office/officeart/2005/8/layout/list1"/>
    <dgm:cxn modelId="{9B2BED6C-AEE1-4380-AA4D-704621607AF3}" type="presParOf" srcId="{1DB2552C-4861-624B-8106-2ABC70D7774A}" destId="{4D214363-F676-274A-9F5A-3FA40C6AE313}" srcOrd="0" destOrd="0" presId="urn:microsoft.com/office/officeart/2005/8/layout/list1"/>
    <dgm:cxn modelId="{D214BC32-5809-4C0D-9914-8779D12B7E5A}" type="presParOf" srcId="{4D214363-F676-274A-9F5A-3FA40C6AE313}" destId="{18912804-9AEF-6C4F-A7BD-95034F12280A}" srcOrd="0" destOrd="0" presId="urn:microsoft.com/office/officeart/2005/8/layout/list1"/>
    <dgm:cxn modelId="{0FF25563-F8EA-4E68-8D56-ECCE530DB8C9}" type="presParOf" srcId="{4D214363-F676-274A-9F5A-3FA40C6AE313}" destId="{40FE246F-30B4-0241-855E-3F1CA0A4AD4E}" srcOrd="1" destOrd="0" presId="urn:microsoft.com/office/officeart/2005/8/layout/list1"/>
    <dgm:cxn modelId="{AC904689-67E8-46EC-93A5-5547ECAD3DEE}" type="presParOf" srcId="{1DB2552C-4861-624B-8106-2ABC70D7774A}" destId="{AA101175-655D-AF47-8CBB-19B65FD1A423}" srcOrd="1" destOrd="0" presId="urn:microsoft.com/office/officeart/2005/8/layout/list1"/>
    <dgm:cxn modelId="{1AE38A5A-3C77-420F-81F9-27B960149058}" type="presParOf" srcId="{1DB2552C-4861-624B-8106-2ABC70D7774A}" destId="{A7946707-CC26-B84C-AD3D-ADCEF5197422}" srcOrd="2" destOrd="0" presId="urn:microsoft.com/office/officeart/2005/8/layout/list1"/>
    <dgm:cxn modelId="{44348DBE-C2B3-4214-BF2C-90E9C9D72E3F}" type="presParOf" srcId="{1DB2552C-4861-624B-8106-2ABC70D7774A}" destId="{FA79C2BC-D1E9-FE47-95B5-C330B7C545FC}" srcOrd="3" destOrd="0" presId="urn:microsoft.com/office/officeart/2005/8/layout/list1"/>
    <dgm:cxn modelId="{A515A5EF-1047-4D7F-97D4-19F8279F1071}" type="presParOf" srcId="{1DB2552C-4861-624B-8106-2ABC70D7774A}" destId="{43DC8091-A1AA-6745-83FE-A2E55E9DFA5E}" srcOrd="4" destOrd="0" presId="urn:microsoft.com/office/officeart/2005/8/layout/list1"/>
    <dgm:cxn modelId="{3461199C-EBF2-450A-85EB-23E211A4112C}" type="presParOf" srcId="{43DC8091-A1AA-6745-83FE-A2E55E9DFA5E}" destId="{92EF13FC-0710-DF41-932B-2F4AF28A143F}" srcOrd="0" destOrd="0" presId="urn:microsoft.com/office/officeart/2005/8/layout/list1"/>
    <dgm:cxn modelId="{BEC1F128-8DB6-4BA7-A9EB-ADA03570A20E}" type="presParOf" srcId="{43DC8091-A1AA-6745-83FE-A2E55E9DFA5E}" destId="{F91A1701-4279-DA45-AB93-345512E9FE74}" srcOrd="1" destOrd="0" presId="urn:microsoft.com/office/officeart/2005/8/layout/list1"/>
    <dgm:cxn modelId="{4A2A64F9-821F-4C79-AE11-0E2EB1A1B18F}" type="presParOf" srcId="{1DB2552C-4861-624B-8106-2ABC70D7774A}" destId="{0F26F94E-6FE7-BD4C-A6B0-72661D46F6B5}" srcOrd="5" destOrd="0" presId="urn:microsoft.com/office/officeart/2005/8/layout/list1"/>
    <dgm:cxn modelId="{85A8AE43-3E75-45FB-BEF1-3D1607F557B8}" type="presParOf" srcId="{1DB2552C-4861-624B-8106-2ABC70D7774A}" destId="{6EF8F0BE-A990-2C46-B789-BD6D93B89083}" srcOrd="6" destOrd="0" presId="urn:microsoft.com/office/officeart/2005/8/layout/list1"/>
    <dgm:cxn modelId="{849AF7A4-149A-4970-BAA1-607420C9B912}" type="presParOf" srcId="{1DB2552C-4861-624B-8106-2ABC70D7774A}" destId="{0D0ED172-AE17-854F-A0FA-410DF75FED16}" srcOrd="7" destOrd="0" presId="urn:microsoft.com/office/officeart/2005/8/layout/list1"/>
    <dgm:cxn modelId="{279CBC6C-DAC5-47C7-AB7A-DA518AD7E4CC}" type="presParOf" srcId="{1DB2552C-4861-624B-8106-2ABC70D7774A}" destId="{0E60A50C-456A-1241-97D4-5F96AF310345}" srcOrd="8" destOrd="0" presId="urn:microsoft.com/office/officeart/2005/8/layout/list1"/>
    <dgm:cxn modelId="{9F95F467-4566-447A-AADB-E674FBDBAAAB}" type="presParOf" srcId="{0E60A50C-456A-1241-97D4-5F96AF310345}" destId="{B3C2A1F5-65A9-5744-9FA4-BF78532F0A84}" srcOrd="0" destOrd="0" presId="urn:microsoft.com/office/officeart/2005/8/layout/list1"/>
    <dgm:cxn modelId="{E0E0EAF2-356C-4812-A2F0-2DD675E33F38}" type="presParOf" srcId="{0E60A50C-456A-1241-97D4-5F96AF310345}" destId="{1861625B-4C31-AC44-9FC7-4500A780C9AA}" srcOrd="1" destOrd="0" presId="urn:microsoft.com/office/officeart/2005/8/layout/list1"/>
    <dgm:cxn modelId="{708EEB50-DBBB-4C5B-A219-2B28533BE12D}" type="presParOf" srcId="{1DB2552C-4861-624B-8106-2ABC70D7774A}" destId="{DDAAB8AC-2D22-1943-9822-CF8FCF6BC02A}" srcOrd="9" destOrd="0" presId="urn:microsoft.com/office/officeart/2005/8/layout/list1"/>
    <dgm:cxn modelId="{A064028A-4F92-4DB8-BF65-634A4464D597}" type="presParOf" srcId="{1DB2552C-4861-624B-8106-2ABC70D7774A}" destId="{022DB784-03D2-A845-9D72-54957B3FC1F9}" srcOrd="10" destOrd="0" presId="urn:microsoft.com/office/officeart/2005/8/layout/list1"/>
  </dgm:cxnLst>
  <dgm:bg/>
  <dgm:whole/>
  <dgm:extLst>
    <a:ext uri="http://schemas.microsoft.com/office/drawing/2008/diagram">
      <dsp:dataModelExt xmlns:dsp="http://schemas.microsoft.com/office/drawing/2008/diagram" relId="rId12"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7946707-CC26-B84C-AD3D-ADCEF5197422}">
      <dsp:nvSpPr>
        <dsp:cNvPr id="0" name=""/>
        <dsp:cNvSpPr/>
      </dsp:nvSpPr>
      <dsp:spPr>
        <a:xfrm>
          <a:off x="0" y="731915"/>
          <a:ext cx="9908674" cy="4167450"/>
        </a:xfrm>
        <a:prstGeom prst="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769023" tIns="562356" rIns="769023" bIns="192024" numCol="1" spcCol="1270" anchor="t" anchorCtr="0">
          <a:noAutofit/>
        </a:bodyPr>
        <a:lstStyle/>
        <a:p>
          <a:pPr marL="228600" lvl="1" indent="-228600" algn="l" defTabSz="1200150">
            <a:lnSpc>
              <a:spcPct val="90000"/>
            </a:lnSpc>
            <a:spcBef>
              <a:spcPct val="0"/>
            </a:spcBef>
            <a:spcAft>
              <a:spcPct val="15000"/>
            </a:spcAft>
            <a:buChar char="•"/>
          </a:pPr>
          <a:r>
            <a:rPr lang="en-GB" sz="2700" kern="1200" noProof="0">
              <a:latin typeface="Fira Sans" panose="020B0503050000020004" pitchFamily="34" charset="0"/>
            </a:rPr>
            <a:t>Cloud Skills required</a:t>
          </a:r>
          <a:endParaRPr lang="en-GB" sz="2700" kern="1200"/>
        </a:p>
        <a:p>
          <a:pPr marL="228600" lvl="1" indent="-228600" algn="l" defTabSz="1200150">
            <a:lnSpc>
              <a:spcPct val="90000"/>
            </a:lnSpc>
            <a:spcBef>
              <a:spcPct val="0"/>
            </a:spcBef>
            <a:spcAft>
              <a:spcPct val="15000"/>
            </a:spcAft>
            <a:buChar char="•"/>
          </a:pPr>
          <a:r>
            <a:rPr lang="en-GB" sz="2700" kern="1200" noProof="0">
              <a:latin typeface="Fira Sans" panose="020B0503050000020004" pitchFamily="34" charset="0"/>
            </a:rPr>
            <a:t>Suggest partner to aid during transition phase</a:t>
          </a:r>
        </a:p>
        <a:p>
          <a:pPr marL="228600" lvl="1" indent="-228600" algn="l" defTabSz="1200150">
            <a:lnSpc>
              <a:spcPct val="90000"/>
            </a:lnSpc>
            <a:spcBef>
              <a:spcPct val="0"/>
            </a:spcBef>
            <a:spcAft>
              <a:spcPct val="15000"/>
            </a:spcAft>
            <a:buChar char="•"/>
          </a:pPr>
          <a:r>
            <a:rPr lang="en-GB" sz="2700" kern="1200" noProof="0">
              <a:latin typeface="Fira Sans" panose="020B0503050000020004" pitchFamily="34" charset="0"/>
            </a:rPr>
            <a:t>Build fully featured LZ</a:t>
          </a:r>
        </a:p>
        <a:p>
          <a:pPr marL="228600" lvl="1" indent="-228600" algn="l" defTabSz="1200150">
            <a:lnSpc>
              <a:spcPct val="90000"/>
            </a:lnSpc>
            <a:spcBef>
              <a:spcPct val="0"/>
            </a:spcBef>
            <a:spcAft>
              <a:spcPct val="15000"/>
            </a:spcAft>
            <a:buChar char="•"/>
          </a:pPr>
          <a:r>
            <a:rPr lang="en-GB" sz="2700" kern="1200" noProof="0">
              <a:latin typeface="Fira Sans" panose="020B0503050000020004" pitchFamily="34" charset="0"/>
            </a:rPr>
            <a:t>Assist with migrations</a:t>
          </a:r>
        </a:p>
        <a:p>
          <a:pPr marL="228600" lvl="1" indent="-228600" algn="l" defTabSz="1200150">
            <a:lnSpc>
              <a:spcPct val="90000"/>
            </a:lnSpc>
            <a:spcBef>
              <a:spcPct val="0"/>
            </a:spcBef>
            <a:spcAft>
              <a:spcPct val="15000"/>
            </a:spcAft>
            <a:buChar char="•"/>
          </a:pPr>
          <a:r>
            <a:rPr lang="en-GB" sz="2700" kern="1200" noProof="0">
              <a:latin typeface="Fira Sans" panose="020B0503050000020004" pitchFamily="34" charset="0"/>
            </a:rPr>
            <a:t>Develop core security practices</a:t>
          </a:r>
        </a:p>
        <a:p>
          <a:pPr marL="228600" lvl="1" indent="-228600" algn="l" defTabSz="1200150">
            <a:lnSpc>
              <a:spcPct val="90000"/>
            </a:lnSpc>
            <a:spcBef>
              <a:spcPct val="0"/>
            </a:spcBef>
            <a:spcAft>
              <a:spcPct val="15000"/>
            </a:spcAft>
            <a:buChar char="•"/>
          </a:pPr>
          <a:r>
            <a:rPr lang="en-GB" sz="2700" kern="1200" noProof="0">
              <a:latin typeface="Fira Sans" panose="020B0503050000020004" pitchFamily="34" charset="0"/>
            </a:rPr>
            <a:t>Build foundational FinOps concept</a:t>
          </a:r>
        </a:p>
        <a:p>
          <a:pPr marL="228600" lvl="1" indent="-228600" algn="l" defTabSz="1200150">
            <a:lnSpc>
              <a:spcPct val="90000"/>
            </a:lnSpc>
            <a:spcBef>
              <a:spcPct val="0"/>
            </a:spcBef>
            <a:spcAft>
              <a:spcPct val="15000"/>
            </a:spcAft>
            <a:buChar char="•"/>
          </a:pPr>
          <a:r>
            <a:rPr lang="en-GB" sz="2700" kern="1200" noProof="0">
              <a:latin typeface="Fira Sans" panose="020B0503050000020004" pitchFamily="34" charset="0"/>
            </a:rPr>
            <a:t>Develop DevOps automation processes</a:t>
          </a:r>
        </a:p>
        <a:p>
          <a:pPr marL="228600" lvl="1" indent="-228600" algn="l" defTabSz="1200150">
            <a:lnSpc>
              <a:spcPct val="90000"/>
            </a:lnSpc>
            <a:spcBef>
              <a:spcPct val="0"/>
            </a:spcBef>
            <a:spcAft>
              <a:spcPct val="15000"/>
            </a:spcAft>
            <a:buChar char="•"/>
          </a:pPr>
          <a:r>
            <a:rPr lang="en-GB" sz="2700" kern="1200" noProof="0">
              <a:latin typeface="Fira Sans" panose="020B0503050000020004" pitchFamily="34" charset="0"/>
            </a:rPr>
            <a:t>Upskill in-house team</a:t>
          </a:r>
        </a:p>
      </dsp:txBody>
      <dsp:txXfrm>
        <a:off x="0" y="731915"/>
        <a:ext cx="9908674" cy="4167450"/>
      </dsp:txXfrm>
    </dsp:sp>
    <dsp:sp modelId="{40FE246F-30B4-0241-855E-3F1CA0A4AD4E}">
      <dsp:nvSpPr>
        <dsp:cNvPr id="0" name=""/>
        <dsp:cNvSpPr/>
      </dsp:nvSpPr>
      <dsp:spPr>
        <a:xfrm>
          <a:off x="495433" y="333395"/>
          <a:ext cx="6936071" cy="79704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62167" tIns="0" rIns="262167" bIns="0" numCol="1" spcCol="1270" anchor="ctr" anchorCtr="0">
          <a:noAutofit/>
        </a:bodyPr>
        <a:lstStyle/>
        <a:p>
          <a:pPr marL="0" lvl="0" indent="0" algn="l" defTabSz="1200150">
            <a:lnSpc>
              <a:spcPct val="90000"/>
            </a:lnSpc>
            <a:spcBef>
              <a:spcPct val="0"/>
            </a:spcBef>
            <a:spcAft>
              <a:spcPct val="35000"/>
            </a:spcAft>
            <a:buNone/>
          </a:pPr>
          <a:r>
            <a:rPr lang="en-GB" sz="2700" kern="1200" noProof="0">
              <a:solidFill>
                <a:srgbClr val="FF0000"/>
              </a:solidFill>
              <a:latin typeface="Fira Sans Light" panose="020B0403050000020004" pitchFamily="34" charset="0"/>
            </a:rPr>
            <a:t>Skills Gap</a:t>
          </a:r>
          <a:endParaRPr lang="en-GB" sz="2700" kern="1200"/>
        </a:p>
      </dsp:txBody>
      <dsp:txXfrm>
        <a:off x="534341" y="372303"/>
        <a:ext cx="6858255" cy="719224"/>
      </dsp:txXfrm>
    </dsp:sp>
    <dsp:sp modelId="{6EF8F0BE-A990-2C46-B789-BD6D93B89083}">
      <dsp:nvSpPr>
        <dsp:cNvPr id="0" name=""/>
        <dsp:cNvSpPr/>
      </dsp:nvSpPr>
      <dsp:spPr>
        <a:xfrm>
          <a:off x="0" y="5443686"/>
          <a:ext cx="9908674" cy="1956150"/>
        </a:xfrm>
        <a:prstGeom prst="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769023" tIns="562356" rIns="769023" bIns="192024" numCol="1" spcCol="1270" anchor="t" anchorCtr="0">
          <a:noAutofit/>
        </a:bodyPr>
        <a:lstStyle/>
        <a:p>
          <a:pPr marL="228600" lvl="1" indent="-228600" algn="l" defTabSz="1200150">
            <a:lnSpc>
              <a:spcPct val="90000"/>
            </a:lnSpc>
            <a:spcBef>
              <a:spcPct val="0"/>
            </a:spcBef>
            <a:spcAft>
              <a:spcPct val="15000"/>
            </a:spcAft>
            <a:buChar char="•"/>
          </a:pPr>
          <a:r>
            <a:rPr lang="en-GB" sz="2700" kern="1200" noProof="0">
              <a:latin typeface="Fira Sans" panose="020B0503050000020004" pitchFamily="34" charset="0"/>
            </a:rPr>
            <a:t>Where possible having </a:t>
          </a:r>
          <a:r>
            <a:rPr lang="en-GB" sz="2700" kern="1200" noProof="0" err="1">
              <a:latin typeface="Fira Sans" panose="020B0503050000020004" pitchFamily="34" charset="0"/>
            </a:rPr>
            <a:t>vmware</a:t>
          </a:r>
          <a:r>
            <a:rPr lang="en-GB" sz="2700" kern="1200" noProof="0">
              <a:latin typeface="Fira Sans" panose="020B0503050000020004" pitchFamily="34" charset="0"/>
            </a:rPr>
            <a:t> tools enabled gives a better perspective of performance inside the VM</a:t>
          </a:r>
          <a:endParaRPr lang="en-GB" sz="2700" kern="1200"/>
        </a:p>
        <a:p>
          <a:pPr marL="228600" lvl="1" indent="-228600" algn="l" defTabSz="1200150">
            <a:lnSpc>
              <a:spcPct val="90000"/>
            </a:lnSpc>
            <a:spcBef>
              <a:spcPct val="0"/>
            </a:spcBef>
            <a:spcAft>
              <a:spcPct val="15000"/>
            </a:spcAft>
            <a:buChar char="•"/>
          </a:pPr>
          <a:r>
            <a:rPr lang="en-GB" sz="2700" kern="1200" noProof="0">
              <a:latin typeface="Fira Sans" panose="020B0503050000020004" pitchFamily="34" charset="0"/>
            </a:rPr>
            <a:t>Update where possible</a:t>
          </a:r>
        </a:p>
      </dsp:txBody>
      <dsp:txXfrm>
        <a:off x="0" y="5443686"/>
        <a:ext cx="9908674" cy="1956150"/>
      </dsp:txXfrm>
    </dsp:sp>
    <dsp:sp modelId="{F91A1701-4279-DA45-AB93-345512E9FE74}">
      <dsp:nvSpPr>
        <dsp:cNvPr id="0" name=""/>
        <dsp:cNvSpPr/>
      </dsp:nvSpPr>
      <dsp:spPr>
        <a:xfrm>
          <a:off x="495433" y="5045165"/>
          <a:ext cx="6936071" cy="79704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62167" tIns="0" rIns="262167" bIns="0" numCol="1" spcCol="1270" anchor="ctr" anchorCtr="0">
          <a:noAutofit/>
        </a:bodyPr>
        <a:lstStyle/>
        <a:p>
          <a:pPr marL="0" lvl="0" indent="0" algn="l" defTabSz="1200150">
            <a:lnSpc>
              <a:spcPct val="90000"/>
            </a:lnSpc>
            <a:spcBef>
              <a:spcPct val="0"/>
            </a:spcBef>
            <a:spcAft>
              <a:spcPct val="35000"/>
            </a:spcAft>
            <a:buNone/>
          </a:pPr>
          <a:r>
            <a:rPr lang="en-GB" sz="2700" kern="1200" noProof="0" err="1">
              <a:solidFill>
                <a:srgbClr val="FF0000"/>
              </a:solidFill>
              <a:latin typeface="Fira Sans Light" panose="020B0403050000020004" pitchFamily="34" charset="0"/>
            </a:rPr>
            <a:t>Vmware</a:t>
          </a:r>
          <a:r>
            <a:rPr lang="en-GB" sz="2700" kern="1200" noProof="0">
              <a:solidFill>
                <a:srgbClr val="FF0000"/>
              </a:solidFill>
              <a:latin typeface="Fira Sans Light" panose="020B0403050000020004" pitchFamily="34" charset="0"/>
            </a:rPr>
            <a:t> Tools</a:t>
          </a:r>
        </a:p>
      </dsp:txBody>
      <dsp:txXfrm>
        <a:off x="534341" y="5084073"/>
        <a:ext cx="6858255" cy="719224"/>
      </dsp:txXfrm>
    </dsp:sp>
    <dsp:sp modelId="{022DB784-03D2-A845-9D72-54957B3FC1F9}">
      <dsp:nvSpPr>
        <dsp:cNvPr id="0" name=""/>
        <dsp:cNvSpPr/>
      </dsp:nvSpPr>
      <dsp:spPr>
        <a:xfrm>
          <a:off x="0" y="7944156"/>
          <a:ext cx="9908674" cy="1573424"/>
        </a:xfrm>
        <a:prstGeom prst="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769023" tIns="562356" rIns="769023" bIns="192024" numCol="1" spcCol="1270" anchor="t" anchorCtr="0">
          <a:noAutofit/>
        </a:bodyPr>
        <a:lstStyle/>
        <a:p>
          <a:pPr marL="228600" lvl="1" indent="-228600" algn="l" defTabSz="1200150">
            <a:lnSpc>
              <a:spcPct val="90000"/>
            </a:lnSpc>
            <a:spcBef>
              <a:spcPct val="0"/>
            </a:spcBef>
            <a:spcAft>
              <a:spcPct val="15000"/>
            </a:spcAft>
            <a:buChar char="•"/>
          </a:pPr>
          <a:r>
            <a:rPr lang="en-GB" sz="2700" kern="1200" noProof="0">
              <a:latin typeface="Fira Sans" panose="020B0503050000020004" pitchFamily="34" charset="0"/>
            </a:rPr>
            <a:t>challenge</a:t>
          </a:r>
          <a:endParaRPr lang="en-GB" sz="2700" kern="1200"/>
        </a:p>
        <a:p>
          <a:pPr marL="228600" lvl="1" indent="-228600" algn="l" defTabSz="1200150">
            <a:lnSpc>
              <a:spcPct val="90000"/>
            </a:lnSpc>
            <a:spcBef>
              <a:spcPct val="0"/>
            </a:spcBef>
            <a:spcAft>
              <a:spcPct val="15000"/>
            </a:spcAft>
            <a:buChar char="•"/>
          </a:pPr>
          <a:r>
            <a:rPr lang="en-GB" sz="2700" kern="1200"/>
            <a:t>response</a:t>
          </a:r>
        </a:p>
      </dsp:txBody>
      <dsp:txXfrm>
        <a:off x="0" y="7944156"/>
        <a:ext cx="9908674" cy="1573424"/>
      </dsp:txXfrm>
    </dsp:sp>
    <dsp:sp modelId="{1861625B-4C31-AC44-9FC7-4500A780C9AA}">
      <dsp:nvSpPr>
        <dsp:cNvPr id="0" name=""/>
        <dsp:cNvSpPr/>
      </dsp:nvSpPr>
      <dsp:spPr>
        <a:xfrm>
          <a:off x="495433" y="7545636"/>
          <a:ext cx="6936071" cy="79704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62167" tIns="0" rIns="262167" bIns="0" numCol="1" spcCol="1270" anchor="ctr" anchorCtr="0">
          <a:noAutofit/>
        </a:bodyPr>
        <a:lstStyle/>
        <a:p>
          <a:pPr marL="0" lvl="0" indent="0" algn="l" defTabSz="1200150">
            <a:lnSpc>
              <a:spcPct val="90000"/>
            </a:lnSpc>
            <a:spcBef>
              <a:spcPct val="0"/>
            </a:spcBef>
            <a:spcAft>
              <a:spcPct val="35000"/>
            </a:spcAft>
            <a:buNone/>
          </a:pPr>
          <a:r>
            <a:rPr lang="en-GB" sz="2700" kern="1200" noProof="0">
              <a:solidFill>
                <a:srgbClr val="FF0000"/>
              </a:solidFill>
              <a:latin typeface="Fira Sans Light" panose="020B0403050000020004" pitchFamily="34" charset="0"/>
            </a:rPr>
            <a:t>Appliances</a:t>
          </a:r>
        </a:p>
      </dsp:txBody>
      <dsp:txXfrm>
        <a:off x="534341" y="7584544"/>
        <a:ext cx="6858255" cy="719224"/>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7946707-CC26-B84C-AD3D-ADCEF5197422}">
      <dsp:nvSpPr>
        <dsp:cNvPr id="0" name=""/>
        <dsp:cNvSpPr/>
      </dsp:nvSpPr>
      <dsp:spPr>
        <a:xfrm>
          <a:off x="0" y="444298"/>
          <a:ext cx="9908674" cy="3792600"/>
        </a:xfrm>
        <a:prstGeom prst="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769023" tIns="583184" rIns="769023" bIns="199136" numCol="1" spcCol="1270" anchor="t" anchorCtr="0">
          <a:noAutofit/>
        </a:bodyPr>
        <a:lstStyle/>
        <a:p>
          <a:pPr marL="285750" lvl="1" indent="-285750" algn="l" defTabSz="1244600">
            <a:lnSpc>
              <a:spcPct val="90000"/>
            </a:lnSpc>
            <a:spcBef>
              <a:spcPct val="0"/>
            </a:spcBef>
            <a:spcAft>
              <a:spcPct val="15000"/>
            </a:spcAft>
            <a:buChar char="•"/>
          </a:pPr>
          <a:r>
            <a:rPr lang="en-GB" sz="2800" kern="1200" noProof="0">
              <a:latin typeface="Fira Sans" panose="020B0503050000020004" pitchFamily="34" charset="0"/>
            </a:rPr>
            <a:t>Consistent logins required for administrator access</a:t>
          </a:r>
          <a:endParaRPr lang="en-GB" sz="2800" kern="1200"/>
        </a:p>
        <a:p>
          <a:pPr marL="285750" lvl="1" indent="-285750" algn="l" defTabSz="1244600">
            <a:lnSpc>
              <a:spcPct val="90000"/>
            </a:lnSpc>
            <a:spcBef>
              <a:spcPct val="0"/>
            </a:spcBef>
            <a:spcAft>
              <a:spcPct val="15000"/>
            </a:spcAft>
            <a:buChar char="•"/>
          </a:pPr>
          <a:r>
            <a:rPr lang="en-GB" sz="2800" kern="1200" noProof="0">
              <a:latin typeface="Fira Sans" panose="020B0503050000020004" pitchFamily="34" charset="0"/>
            </a:rPr>
            <a:t>Standardised login methods for Linux/Windows</a:t>
          </a:r>
        </a:p>
        <a:p>
          <a:pPr marL="571500" lvl="2" indent="-285750" algn="l" defTabSz="1244600">
            <a:lnSpc>
              <a:spcPct val="90000"/>
            </a:lnSpc>
            <a:spcBef>
              <a:spcPct val="0"/>
            </a:spcBef>
            <a:spcAft>
              <a:spcPct val="15000"/>
            </a:spcAft>
            <a:buChar char="•"/>
          </a:pPr>
          <a:r>
            <a:rPr lang="en-GB" sz="2800" kern="1200" noProof="0">
              <a:latin typeface="Fira Sans" panose="020B0503050000020004" pitchFamily="34" charset="0"/>
            </a:rPr>
            <a:t>Standardised accounts across MOL/ANL</a:t>
          </a:r>
        </a:p>
        <a:p>
          <a:pPr marL="571500" lvl="2" indent="-285750" algn="l" defTabSz="1244600">
            <a:lnSpc>
              <a:spcPct val="90000"/>
            </a:lnSpc>
            <a:spcBef>
              <a:spcPct val="0"/>
            </a:spcBef>
            <a:spcAft>
              <a:spcPct val="15000"/>
            </a:spcAft>
            <a:buChar char="•"/>
          </a:pPr>
          <a:r>
            <a:rPr lang="en-GB" sz="2800" kern="1200" noProof="0">
              <a:latin typeface="Fira Sans" panose="020B0503050000020004" pitchFamily="34" charset="0"/>
            </a:rPr>
            <a:t>Ability to make changes</a:t>
          </a:r>
        </a:p>
        <a:p>
          <a:pPr marL="285750" lvl="1" indent="-285750" algn="l" defTabSz="1244600">
            <a:lnSpc>
              <a:spcPct val="90000"/>
            </a:lnSpc>
            <a:spcBef>
              <a:spcPct val="0"/>
            </a:spcBef>
            <a:spcAft>
              <a:spcPct val="15000"/>
            </a:spcAft>
            <a:buChar char="•"/>
          </a:pPr>
          <a:r>
            <a:rPr lang="en-GB" sz="2800" kern="1200" noProof="0">
              <a:latin typeface="Fira Sans" panose="020B0503050000020004" pitchFamily="34" charset="0"/>
            </a:rPr>
            <a:t>Some customers prefer to use a tool to manage PAM. (eg: Cyberark)</a:t>
          </a:r>
        </a:p>
      </dsp:txBody>
      <dsp:txXfrm>
        <a:off x="0" y="444298"/>
        <a:ext cx="9908674" cy="3792600"/>
      </dsp:txXfrm>
    </dsp:sp>
    <dsp:sp modelId="{40FE246F-30B4-0241-855E-3F1CA0A4AD4E}">
      <dsp:nvSpPr>
        <dsp:cNvPr id="0" name=""/>
        <dsp:cNvSpPr/>
      </dsp:nvSpPr>
      <dsp:spPr>
        <a:xfrm>
          <a:off x="495433" y="31018"/>
          <a:ext cx="6936071" cy="82656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62167" tIns="0" rIns="262167" bIns="0" numCol="1" spcCol="1270" anchor="ctr" anchorCtr="0">
          <a:noAutofit/>
        </a:bodyPr>
        <a:lstStyle/>
        <a:p>
          <a:pPr marL="0" lvl="0" indent="0" algn="l" defTabSz="1244600">
            <a:lnSpc>
              <a:spcPct val="90000"/>
            </a:lnSpc>
            <a:spcBef>
              <a:spcPct val="0"/>
            </a:spcBef>
            <a:spcAft>
              <a:spcPct val="35000"/>
            </a:spcAft>
            <a:buNone/>
          </a:pPr>
          <a:r>
            <a:rPr lang="en-GB" sz="2800" kern="1200" noProof="0">
              <a:solidFill>
                <a:srgbClr val="FF0000"/>
              </a:solidFill>
              <a:latin typeface="Fira Sans Light" panose="020B0403050000020004" pitchFamily="34" charset="0"/>
            </a:rPr>
            <a:t>Standardised Access</a:t>
          </a:r>
          <a:endParaRPr lang="en-GB" sz="2800" kern="1200"/>
        </a:p>
      </dsp:txBody>
      <dsp:txXfrm>
        <a:off x="535782" y="71367"/>
        <a:ext cx="6855373" cy="745862"/>
      </dsp:txXfrm>
    </dsp:sp>
    <dsp:sp modelId="{6EF8F0BE-A990-2C46-B789-BD6D93B89083}">
      <dsp:nvSpPr>
        <dsp:cNvPr id="0" name=""/>
        <dsp:cNvSpPr/>
      </dsp:nvSpPr>
      <dsp:spPr>
        <a:xfrm>
          <a:off x="0" y="4801378"/>
          <a:ext cx="9908674" cy="2425500"/>
        </a:xfrm>
        <a:prstGeom prst="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769023" tIns="583184" rIns="769023" bIns="199136" numCol="1" spcCol="1270" anchor="t" anchorCtr="0">
          <a:noAutofit/>
        </a:bodyPr>
        <a:lstStyle/>
        <a:p>
          <a:pPr marL="285750" lvl="1" indent="-285750" algn="l" defTabSz="1244600">
            <a:lnSpc>
              <a:spcPct val="90000"/>
            </a:lnSpc>
            <a:spcBef>
              <a:spcPct val="0"/>
            </a:spcBef>
            <a:spcAft>
              <a:spcPct val="15000"/>
            </a:spcAft>
            <a:buChar char="•"/>
          </a:pPr>
          <a:r>
            <a:rPr lang="en-GB" sz="2800" kern="1200" noProof="0">
              <a:latin typeface="Fira Sans" panose="020B0503050000020004" pitchFamily="34" charset="0"/>
            </a:rPr>
            <a:t>Old unsupported OS types will take longer to move to Cloud</a:t>
          </a:r>
          <a:endParaRPr lang="en-GB" sz="2800" kern="1200"/>
        </a:p>
        <a:p>
          <a:pPr marL="285750" lvl="1" indent="-285750" algn="l" defTabSz="1244600">
            <a:lnSpc>
              <a:spcPct val="90000"/>
            </a:lnSpc>
            <a:spcBef>
              <a:spcPct val="0"/>
            </a:spcBef>
            <a:spcAft>
              <a:spcPct val="15000"/>
            </a:spcAft>
            <a:buChar char="•"/>
          </a:pPr>
          <a:r>
            <a:rPr lang="en-GB" sz="2800" kern="1200" noProof="0" err="1">
              <a:latin typeface="Fira Sans" panose="020B0503050000020004" pitchFamily="34" charset="0"/>
            </a:rPr>
            <a:t>Replatforming</a:t>
          </a:r>
          <a:r>
            <a:rPr lang="en-GB" sz="2800" kern="1200" noProof="0">
              <a:latin typeface="Fira Sans" panose="020B0503050000020004" pitchFamily="34" charset="0"/>
            </a:rPr>
            <a:t> is possible but must be factored into timeline.</a:t>
          </a:r>
        </a:p>
      </dsp:txBody>
      <dsp:txXfrm>
        <a:off x="0" y="4801378"/>
        <a:ext cx="9908674" cy="2425500"/>
      </dsp:txXfrm>
    </dsp:sp>
    <dsp:sp modelId="{F91A1701-4279-DA45-AB93-345512E9FE74}">
      <dsp:nvSpPr>
        <dsp:cNvPr id="0" name=""/>
        <dsp:cNvSpPr/>
      </dsp:nvSpPr>
      <dsp:spPr>
        <a:xfrm>
          <a:off x="495433" y="4388098"/>
          <a:ext cx="6936071" cy="82656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62167" tIns="0" rIns="262167" bIns="0" numCol="1" spcCol="1270" anchor="ctr" anchorCtr="0">
          <a:noAutofit/>
        </a:bodyPr>
        <a:lstStyle/>
        <a:p>
          <a:pPr marL="0" lvl="0" indent="0" algn="l" defTabSz="1244600">
            <a:lnSpc>
              <a:spcPct val="90000"/>
            </a:lnSpc>
            <a:spcBef>
              <a:spcPct val="0"/>
            </a:spcBef>
            <a:spcAft>
              <a:spcPct val="35000"/>
            </a:spcAft>
            <a:buNone/>
          </a:pPr>
          <a:r>
            <a:rPr lang="en-GB" sz="2800" kern="1200" noProof="0">
              <a:solidFill>
                <a:srgbClr val="FF0000"/>
              </a:solidFill>
              <a:latin typeface="Fira Sans Light" panose="020B0403050000020004" pitchFamily="34" charset="0"/>
            </a:rPr>
            <a:t>Legacy OS</a:t>
          </a:r>
        </a:p>
      </dsp:txBody>
      <dsp:txXfrm>
        <a:off x="535782" y="4428447"/>
        <a:ext cx="6855373" cy="745862"/>
      </dsp:txXfrm>
    </dsp:sp>
    <dsp:sp modelId="{022DB784-03D2-A845-9D72-54957B3FC1F9}">
      <dsp:nvSpPr>
        <dsp:cNvPr id="0" name=""/>
        <dsp:cNvSpPr/>
      </dsp:nvSpPr>
      <dsp:spPr>
        <a:xfrm>
          <a:off x="0" y="7791358"/>
          <a:ext cx="9908674" cy="2028600"/>
        </a:xfrm>
        <a:prstGeom prst="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769023" tIns="583184" rIns="769023" bIns="199136" numCol="1" spcCol="1270" anchor="t" anchorCtr="0">
          <a:noAutofit/>
        </a:bodyPr>
        <a:lstStyle/>
        <a:p>
          <a:pPr marL="285750" lvl="1" indent="-285750" algn="l" defTabSz="1244600">
            <a:lnSpc>
              <a:spcPct val="90000"/>
            </a:lnSpc>
            <a:spcBef>
              <a:spcPct val="0"/>
            </a:spcBef>
            <a:spcAft>
              <a:spcPct val="15000"/>
            </a:spcAft>
            <a:buChar char="•"/>
          </a:pPr>
          <a:r>
            <a:rPr lang="en-GB" sz="2800" kern="1200" noProof="0">
              <a:latin typeface="Fira Sans" panose="020B0503050000020004" pitchFamily="34" charset="0"/>
            </a:rPr>
            <a:t>Risk of duplication or accidentally leaving out of migration</a:t>
          </a:r>
          <a:endParaRPr lang="en-GB" sz="2800" kern="1200"/>
        </a:p>
        <a:p>
          <a:pPr marL="285750" lvl="1" indent="-285750" algn="l" defTabSz="1244600">
            <a:lnSpc>
              <a:spcPct val="90000"/>
            </a:lnSpc>
            <a:spcBef>
              <a:spcPct val="0"/>
            </a:spcBef>
            <a:spcAft>
              <a:spcPct val="15000"/>
            </a:spcAft>
            <a:buChar char="•"/>
          </a:pPr>
          <a:r>
            <a:rPr lang="en-GB" sz="2800" kern="1200" noProof="0">
              <a:latin typeface="Fira Sans" panose="020B0503050000020004" pitchFamily="34" charset="0"/>
            </a:rPr>
            <a:t>Same hostnames with .int and .hsk </a:t>
          </a:r>
        </a:p>
      </dsp:txBody>
      <dsp:txXfrm>
        <a:off x="0" y="7791358"/>
        <a:ext cx="9908674" cy="2028600"/>
      </dsp:txXfrm>
    </dsp:sp>
    <dsp:sp modelId="{1861625B-4C31-AC44-9FC7-4500A780C9AA}">
      <dsp:nvSpPr>
        <dsp:cNvPr id="0" name=""/>
        <dsp:cNvSpPr/>
      </dsp:nvSpPr>
      <dsp:spPr>
        <a:xfrm>
          <a:off x="495433" y="7378078"/>
          <a:ext cx="6936071" cy="82656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62167" tIns="0" rIns="262167" bIns="0" numCol="1" spcCol="1270" anchor="ctr" anchorCtr="0">
          <a:noAutofit/>
        </a:bodyPr>
        <a:lstStyle/>
        <a:p>
          <a:pPr marL="0" lvl="0" indent="0" algn="l" defTabSz="1244600">
            <a:lnSpc>
              <a:spcPct val="90000"/>
            </a:lnSpc>
            <a:spcBef>
              <a:spcPct val="0"/>
            </a:spcBef>
            <a:spcAft>
              <a:spcPct val="35000"/>
            </a:spcAft>
            <a:buNone/>
          </a:pPr>
          <a:r>
            <a:rPr lang="en-GB" sz="2800" kern="1200" noProof="0">
              <a:solidFill>
                <a:srgbClr val="FF0000"/>
              </a:solidFill>
              <a:latin typeface="Fira Sans Light" panose="020B0403050000020004" pitchFamily="34" charset="0"/>
            </a:rPr>
            <a:t>Naming Conventions</a:t>
          </a:r>
        </a:p>
      </dsp:txBody>
      <dsp:txXfrm>
        <a:off x="535782" y="7418427"/>
        <a:ext cx="6855373" cy="745862"/>
      </dsp:txXfrm>
    </dsp:sp>
  </dsp:spTree>
</dsp:drawing>
</file>

<file path=ppt/diagrams/layout1.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15.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BDA0C39B-B38C-4AAA-B27A-B351D17E993D}"/>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97458503-EC51-4570-9EFC-84D0DE753D3F}"/>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CA8552C3-53A9-4EAE-98D2-96F7E807C082}" type="datetimeFigureOut">
              <a:rPr lang="en-US" smtClean="0"/>
              <a:t>4/26/2026</a:t>
            </a:fld>
            <a:endParaRPr lang="en-US"/>
          </a:p>
        </p:txBody>
      </p:sp>
      <p:sp>
        <p:nvSpPr>
          <p:cNvPr id="4" name="Footer Placeholder 3">
            <a:extLst>
              <a:ext uri="{FF2B5EF4-FFF2-40B4-BE49-F238E27FC236}">
                <a16:creationId xmlns:a16="http://schemas.microsoft.com/office/drawing/2014/main" id="{CF9542E6-4148-41C6-8765-7774913CF986}"/>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80FD1801-DC87-4EE6-ADE9-B29C555E1DBC}"/>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6FBD4D7-8404-432A-8B7A-5DDC046EC741}" type="slidenum">
              <a:rPr lang="en-US" smtClean="0"/>
              <a:t>‹#›</a:t>
            </a:fld>
            <a:endParaRPr lang="en-US"/>
          </a:p>
        </p:txBody>
      </p:sp>
    </p:spTree>
    <p:extLst>
      <p:ext uri="{BB962C8B-B14F-4D97-AF65-F5344CB8AC3E}">
        <p14:creationId xmlns:p14="http://schemas.microsoft.com/office/powerpoint/2010/main" val="358277107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1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4C1FFEF-7AA5-49AA-AC58-7D6786C64E8F}" type="datetimeFigureOut">
              <a:rPr lang="en-US" smtClean="0"/>
              <a:t>4/26/2026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43F7EE4-7D84-4D77-B4B2-0C966043B366}" type="slidenum">
              <a:rPr lang="en-US" smtClean="0"/>
              <a:t>‹#›</a:t>
            </a:fld>
            <a:endParaRPr lang="en-US"/>
          </a:p>
        </p:txBody>
      </p:sp>
    </p:spTree>
    <p:extLst>
      <p:ext uri="{BB962C8B-B14F-4D97-AF65-F5344CB8AC3E}">
        <p14:creationId xmlns:p14="http://schemas.microsoft.com/office/powerpoint/2010/main" val="730966419"/>
      </p:ext>
    </p:extLst>
  </p:cSld>
  <p:clrMap bg1="lt1" tx1="dk1" bg2="lt2" tx2="dk2" accent1="accent1" accent2="accent2" accent3="accent3" accent4="accent4" accent5="accent5" accent6="accent6" hlink="hlink" folHlink="folHlink"/>
  <p:notesStyle>
    <a:lvl1pPr marL="0" algn="l" defTabSz="1828800" rtl="0" eaLnBrk="1" latinLnBrk="0" hangingPunct="1">
      <a:defRPr sz="2400" kern="1200">
        <a:solidFill>
          <a:schemeClr val="tx1"/>
        </a:solidFill>
        <a:latin typeface="+mn-lt"/>
        <a:ea typeface="+mn-ea"/>
        <a:cs typeface="+mn-cs"/>
      </a:defRPr>
    </a:lvl1pPr>
    <a:lvl2pPr marL="914400" algn="l" defTabSz="1828800" rtl="0" eaLnBrk="1" latinLnBrk="0" hangingPunct="1">
      <a:defRPr sz="2400" kern="1200">
        <a:solidFill>
          <a:schemeClr val="tx1"/>
        </a:solidFill>
        <a:latin typeface="+mn-lt"/>
        <a:ea typeface="+mn-ea"/>
        <a:cs typeface="+mn-cs"/>
      </a:defRPr>
    </a:lvl2pPr>
    <a:lvl3pPr marL="1828800" algn="l" defTabSz="1828800" rtl="0" eaLnBrk="1" latinLnBrk="0" hangingPunct="1">
      <a:defRPr sz="2400" kern="1200">
        <a:solidFill>
          <a:schemeClr val="tx1"/>
        </a:solidFill>
        <a:latin typeface="+mn-lt"/>
        <a:ea typeface="+mn-ea"/>
        <a:cs typeface="+mn-cs"/>
      </a:defRPr>
    </a:lvl3pPr>
    <a:lvl4pPr marL="2743200" algn="l" defTabSz="1828800" rtl="0" eaLnBrk="1" latinLnBrk="0" hangingPunct="1">
      <a:defRPr sz="2400" kern="1200">
        <a:solidFill>
          <a:schemeClr val="tx1"/>
        </a:solidFill>
        <a:latin typeface="+mn-lt"/>
        <a:ea typeface="+mn-ea"/>
        <a:cs typeface="+mn-cs"/>
      </a:defRPr>
    </a:lvl4pPr>
    <a:lvl5pPr marL="3657600" algn="l" defTabSz="1828800" rtl="0" eaLnBrk="1" latinLnBrk="0" hangingPunct="1">
      <a:defRPr sz="2400" kern="1200">
        <a:solidFill>
          <a:schemeClr val="tx1"/>
        </a:solidFill>
        <a:latin typeface="+mn-lt"/>
        <a:ea typeface="+mn-ea"/>
        <a:cs typeface="+mn-cs"/>
      </a:defRPr>
    </a:lvl5pPr>
    <a:lvl6pPr marL="4572000" algn="l" defTabSz="1828800" rtl="0" eaLnBrk="1" latinLnBrk="0" hangingPunct="1">
      <a:defRPr sz="2400" kern="1200">
        <a:solidFill>
          <a:schemeClr val="tx1"/>
        </a:solidFill>
        <a:latin typeface="+mn-lt"/>
        <a:ea typeface="+mn-ea"/>
        <a:cs typeface="+mn-cs"/>
      </a:defRPr>
    </a:lvl6pPr>
    <a:lvl7pPr marL="5486400" algn="l" defTabSz="1828800" rtl="0" eaLnBrk="1" latinLnBrk="0" hangingPunct="1">
      <a:defRPr sz="2400" kern="1200">
        <a:solidFill>
          <a:schemeClr val="tx1"/>
        </a:solidFill>
        <a:latin typeface="+mn-lt"/>
        <a:ea typeface="+mn-ea"/>
        <a:cs typeface="+mn-cs"/>
      </a:defRPr>
    </a:lvl7pPr>
    <a:lvl8pPr marL="6400800" algn="l" defTabSz="1828800" rtl="0" eaLnBrk="1" latinLnBrk="0" hangingPunct="1">
      <a:defRPr sz="2400" kern="1200">
        <a:solidFill>
          <a:schemeClr val="tx1"/>
        </a:solidFill>
        <a:latin typeface="+mn-lt"/>
        <a:ea typeface="+mn-ea"/>
        <a:cs typeface="+mn-cs"/>
      </a:defRPr>
    </a:lvl8pPr>
    <a:lvl9pPr marL="7315200" algn="l" defTabSz="1828800" rtl="0" eaLnBrk="1" latinLnBrk="0" hangingPunct="1">
      <a:defRPr sz="24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990600" y="349250"/>
            <a:ext cx="4876800" cy="2743200"/>
          </a:xfrm>
        </p:spPr>
        <p:txBody>
          <a:bodyPr/>
          <a:lstStyle/>
          <a:p>
            <a:endParaRPr lang="en-GB"/>
          </a:p>
        </p:txBody>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marL="0" marR="0" lvl="0" indent="0" algn="r" defTabSz="228600" rtl="0" eaLnBrk="1" fontAlgn="auto" latinLnBrk="0" hangingPunct="1">
              <a:lnSpc>
                <a:spcPct val="100000"/>
              </a:lnSpc>
              <a:spcBef>
                <a:spcPts val="0"/>
              </a:spcBef>
              <a:spcAft>
                <a:spcPts val="0"/>
              </a:spcAft>
              <a:buClrTx/>
              <a:buSzTx/>
              <a:buFontTx/>
              <a:buNone/>
              <a:tabLst/>
              <a:defRPr/>
            </a:pPr>
            <a:fld id="{743F7EE4-7D84-4D77-B4B2-0C966043B366}" type="slidenum">
              <a:rPr kumimoji="0" lang="en-US" sz="10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228600" rtl="0" eaLnBrk="1" fontAlgn="auto" latinLnBrk="0" hangingPunct="1">
                <a:lnSpc>
                  <a:spcPct val="100000"/>
                </a:lnSpc>
                <a:spcBef>
                  <a:spcPts val="0"/>
                </a:spcBef>
                <a:spcAft>
                  <a:spcPts val="0"/>
                </a:spcAft>
                <a:buClrTx/>
                <a:buSzTx/>
                <a:buFontTx/>
                <a:buNone/>
                <a:tabLst/>
                <a:defRPr/>
              </a:pPr>
              <a:t>1</a:t>
            </a:fld>
            <a:endParaRPr kumimoji="0" lang="en-US" sz="10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94548705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87D0E5-CC5C-A07A-0F9B-8F5E1F10A8C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87CFC03-F42B-F388-8E36-BAB7C3882ED2}"/>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E3FFF693-5CD6-E02B-2524-58133A3D2D6A}"/>
              </a:ext>
            </a:extLst>
          </p:cNvPr>
          <p:cNvSpPr>
            <a:spLocks noGrp="1"/>
          </p:cNvSpPr>
          <p:nvPr>
            <p:ph type="body" idx="1"/>
          </p:nvPr>
        </p:nvSpPr>
        <p:spPr/>
        <p:txBody>
          <a:bodyPr/>
          <a:lstStyle/>
          <a:p>
            <a:endParaRPr lang="en-GB"/>
          </a:p>
        </p:txBody>
      </p:sp>
      <p:sp>
        <p:nvSpPr>
          <p:cNvPr id="4" name="Slide Number Placeholder 3">
            <a:extLst>
              <a:ext uri="{FF2B5EF4-FFF2-40B4-BE49-F238E27FC236}">
                <a16:creationId xmlns:a16="http://schemas.microsoft.com/office/drawing/2014/main" id="{5C4BDA6E-4684-1C26-4DDC-EF7D27098A5E}"/>
              </a:ext>
            </a:extLst>
          </p:cNvPr>
          <p:cNvSpPr>
            <a:spLocks noGrp="1"/>
          </p:cNvSpPr>
          <p:nvPr>
            <p:ph type="sldNum" sz="quarter" idx="5"/>
          </p:nvPr>
        </p:nvSpPr>
        <p:spPr/>
        <p:txBody>
          <a:bodyPr/>
          <a:lstStyle/>
          <a:p>
            <a:fld id="{743F7EE4-7D84-4D77-B4B2-0C966043B366}" type="slidenum">
              <a:rPr lang="en-US" smtClean="0"/>
              <a:t>4</a:t>
            </a:fld>
            <a:endParaRPr lang="en-US"/>
          </a:p>
        </p:txBody>
      </p:sp>
    </p:spTree>
    <p:extLst>
      <p:ext uri="{BB962C8B-B14F-4D97-AF65-F5344CB8AC3E}">
        <p14:creationId xmlns:p14="http://schemas.microsoft.com/office/powerpoint/2010/main" val="306437402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D32A6E-7E93-A34A-F407-E841F4EF781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1DAB1E7-3079-F30E-0E3F-F5F277DB06EE}"/>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B1F025C4-1060-89D9-3CFD-02E604D228A7}"/>
              </a:ext>
            </a:extLst>
          </p:cNvPr>
          <p:cNvSpPr>
            <a:spLocks noGrp="1"/>
          </p:cNvSpPr>
          <p:nvPr>
            <p:ph type="body" idx="1"/>
          </p:nvPr>
        </p:nvSpPr>
        <p:spPr/>
        <p:txBody>
          <a:bodyPr/>
          <a:lstStyle/>
          <a:p>
            <a:endParaRPr lang="en-GB"/>
          </a:p>
        </p:txBody>
      </p:sp>
      <p:sp>
        <p:nvSpPr>
          <p:cNvPr id="4" name="Slide Number Placeholder 3">
            <a:extLst>
              <a:ext uri="{FF2B5EF4-FFF2-40B4-BE49-F238E27FC236}">
                <a16:creationId xmlns:a16="http://schemas.microsoft.com/office/drawing/2014/main" id="{27C394D6-8598-2D47-8979-688FDC577899}"/>
              </a:ext>
            </a:extLst>
          </p:cNvPr>
          <p:cNvSpPr>
            <a:spLocks noGrp="1"/>
          </p:cNvSpPr>
          <p:nvPr>
            <p:ph type="sldNum" sz="quarter" idx="5"/>
          </p:nvPr>
        </p:nvSpPr>
        <p:spPr/>
        <p:txBody>
          <a:bodyPr/>
          <a:lstStyle/>
          <a:p>
            <a:fld id="{743F7EE4-7D84-4D77-B4B2-0C966043B366}" type="slidenum">
              <a:rPr lang="en-US" smtClean="0"/>
              <a:t>5</a:t>
            </a:fld>
            <a:endParaRPr lang="en-US"/>
          </a:p>
        </p:txBody>
      </p:sp>
    </p:spTree>
    <p:extLst>
      <p:ext uri="{BB962C8B-B14F-4D97-AF65-F5344CB8AC3E}">
        <p14:creationId xmlns:p14="http://schemas.microsoft.com/office/powerpoint/2010/main" val="355523146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C277CE-E50C-D87C-7956-B70FA38D746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F9A03A8-407F-6021-2A9D-F9C5ECE4ADB6}"/>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C6ADC336-CE96-3C32-43BE-D6EED2354056}"/>
              </a:ext>
            </a:extLst>
          </p:cNvPr>
          <p:cNvSpPr>
            <a:spLocks noGrp="1"/>
          </p:cNvSpPr>
          <p:nvPr>
            <p:ph type="body" idx="1"/>
          </p:nvPr>
        </p:nvSpPr>
        <p:spPr/>
        <p:txBody>
          <a:bodyPr/>
          <a:lstStyle/>
          <a:p>
            <a:endParaRPr lang="en-GB"/>
          </a:p>
        </p:txBody>
      </p:sp>
      <p:sp>
        <p:nvSpPr>
          <p:cNvPr id="4" name="Slide Number Placeholder 3">
            <a:extLst>
              <a:ext uri="{FF2B5EF4-FFF2-40B4-BE49-F238E27FC236}">
                <a16:creationId xmlns:a16="http://schemas.microsoft.com/office/drawing/2014/main" id="{27D0778A-F48A-13DC-B1D4-645F57F00DFE}"/>
              </a:ext>
            </a:extLst>
          </p:cNvPr>
          <p:cNvSpPr>
            <a:spLocks noGrp="1"/>
          </p:cNvSpPr>
          <p:nvPr>
            <p:ph type="sldNum" sz="quarter" idx="5"/>
          </p:nvPr>
        </p:nvSpPr>
        <p:spPr/>
        <p:txBody>
          <a:bodyPr/>
          <a:lstStyle/>
          <a:p>
            <a:fld id="{743F7EE4-7D84-4D77-B4B2-0C966043B366}" type="slidenum">
              <a:rPr lang="en-US" smtClean="0"/>
              <a:t>6</a:t>
            </a:fld>
            <a:endParaRPr lang="en-US"/>
          </a:p>
        </p:txBody>
      </p:sp>
    </p:spTree>
    <p:extLst>
      <p:ext uri="{BB962C8B-B14F-4D97-AF65-F5344CB8AC3E}">
        <p14:creationId xmlns:p14="http://schemas.microsoft.com/office/powerpoint/2010/main" val="28512475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D0F527-7F62-4EFD-3961-F2789F6AB07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75E050D-F1CA-200D-DE86-45A453A4A557}"/>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C882761F-E1DD-3E67-0672-2432357165DE}"/>
              </a:ext>
            </a:extLst>
          </p:cNvPr>
          <p:cNvSpPr>
            <a:spLocks noGrp="1"/>
          </p:cNvSpPr>
          <p:nvPr>
            <p:ph type="body" idx="1"/>
          </p:nvPr>
        </p:nvSpPr>
        <p:spPr/>
        <p:txBody>
          <a:bodyPr/>
          <a:lstStyle/>
          <a:p>
            <a:endParaRPr lang="en-GB"/>
          </a:p>
        </p:txBody>
      </p:sp>
      <p:sp>
        <p:nvSpPr>
          <p:cNvPr id="4" name="Slide Number Placeholder 3">
            <a:extLst>
              <a:ext uri="{FF2B5EF4-FFF2-40B4-BE49-F238E27FC236}">
                <a16:creationId xmlns:a16="http://schemas.microsoft.com/office/drawing/2014/main" id="{29F9A43B-7B2C-0C24-E897-2BBE67BA8907}"/>
              </a:ext>
            </a:extLst>
          </p:cNvPr>
          <p:cNvSpPr>
            <a:spLocks noGrp="1"/>
          </p:cNvSpPr>
          <p:nvPr>
            <p:ph type="sldNum" sz="quarter" idx="5"/>
          </p:nvPr>
        </p:nvSpPr>
        <p:spPr/>
        <p:txBody>
          <a:bodyPr/>
          <a:lstStyle/>
          <a:p>
            <a:fld id="{743F7EE4-7D84-4D77-B4B2-0C966043B366}" type="slidenum">
              <a:rPr lang="en-US" smtClean="0"/>
              <a:t>8</a:t>
            </a:fld>
            <a:endParaRPr lang="en-US"/>
          </a:p>
        </p:txBody>
      </p:sp>
    </p:spTree>
    <p:extLst>
      <p:ext uri="{BB962C8B-B14F-4D97-AF65-F5344CB8AC3E}">
        <p14:creationId xmlns:p14="http://schemas.microsoft.com/office/powerpoint/2010/main" val="417133709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err="1"/>
              <a:t>Leceister</a:t>
            </a:r>
            <a:r>
              <a:rPr lang="en-GB"/>
              <a:t>, Manchester</a:t>
            </a:r>
          </a:p>
        </p:txBody>
      </p:sp>
      <p:sp>
        <p:nvSpPr>
          <p:cNvPr id="4" name="Slide Number Placeholder 3"/>
          <p:cNvSpPr>
            <a:spLocks noGrp="1"/>
          </p:cNvSpPr>
          <p:nvPr>
            <p:ph type="sldNum" sz="quarter" idx="5"/>
          </p:nvPr>
        </p:nvSpPr>
        <p:spPr/>
        <p:txBody>
          <a:bodyPr/>
          <a:lstStyle/>
          <a:p>
            <a:fld id="{743F7EE4-7D84-4D77-B4B2-0C966043B366}" type="slidenum">
              <a:rPr lang="en-US" smtClean="0"/>
              <a:t>14</a:t>
            </a:fld>
            <a:endParaRPr lang="en-US"/>
          </a:p>
        </p:txBody>
      </p:sp>
    </p:spTree>
    <p:extLst>
      <p:ext uri="{BB962C8B-B14F-4D97-AF65-F5344CB8AC3E}">
        <p14:creationId xmlns:p14="http://schemas.microsoft.com/office/powerpoint/2010/main" val="150381363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A3F010-3164-7619-29A7-742A180D6C6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CB70B8A-A823-5ED5-7687-1B8AA9300A64}"/>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ED7B74A0-6CBC-D3D0-6F99-FD706C1EAC4C}"/>
              </a:ext>
            </a:extLst>
          </p:cNvPr>
          <p:cNvSpPr>
            <a:spLocks noGrp="1"/>
          </p:cNvSpPr>
          <p:nvPr>
            <p:ph type="body" idx="1"/>
          </p:nvPr>
        </p:nvSpPr>
        <p:spPr/>
        <p:txBody>
          <a:bodyPr/>
          <a:lstStyle/>
          <a:p>
            <a:endParaRPr lang="en-GB"/>
          </a:p>
        </p:txBody>
      </p:sp>
      <p:sp>
        <p:nvSpPr>
          <p:cNvPr id="4" name="Slide Number Placeholder 3">
            <a:extLst>
              <a:ext uri="{FF2B5EF4-FFF2-40B4-BE49-F238E27FC236}">
                <a16:creationId xmlns:a16="http://schemas.microsoft.com/office/drawing/2014/main" id="{5D02F527-F1D4-2407-C4B9-4D1A9710C7C5}"/>
              </a:ext>
            </a:extLst>
          </p:cNvPr>
          <p:cNvSpPr>
            <a:spLocks noGrp="1"/>
          </p:cNvSpPr>
          <p:nvPr>
            <p:ph type="sldNum" sz="quarter" idx="5"/>
          </p:nvPr>
        </p:nvSpPr>
        <p:spPr/>
        <p:txBody>
          <a:bodyPr/>
          <a:lstStyle/>
          <a:p>
            <a:fld id="{743F7EE4-7D84-4D77-B4B2-0C966043B366}" type="slidenum">
              <a:rPr lang="en-US" smtClean="0"/>
              <a:t>15</a:t>
            </a:fld>
            <a:endParaRPr lang="en-US"/>
          </a:p>
        </p:txBody>
      </p:sp>
    </p:spTree>
    <p:extLst>
      <p:ext uri="{BB962C8B-B14F-4D97-AF65-F5344CB8AC3E}">
        <p14:creationId xmlns:p14="http://schemas.microsoft.com/office/powerpoint/2010/main" val="245200022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236FBA-EBDF-8E4E-DE23-175AB9FE6E4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34C378-3832-8DEB-7E10-94C57130FE9F}"/>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B8397F57-C1B8-776F-671C-E3FFF9DEFF92}"/>
              </a:ext>
            </a:extLst>
          </p:cNvPr>
          <p:cNvSpPr>
            <a:spLocks noGrp="1"/>
          </p:cNvSpPr>
          <p:nvPr>
            <p:ph type="body" idx="1"/>
          </p:nvPr>
        </p:nvSpPr>
        <p:spPr/>
        <p:txBody>
          <a:bodyPr/>
          <a:lstStyle/>
          <a:p>
            <a:endParaRPr lang="en-GB"/>
          </a:p>
        </p:txBody>
      </p:sp>
      <p:sp>
        <p:nvSpPr>
          <p:cNvPr id="4" name="Slide Number Placeholder 3">
            <a:extLst>
              <a:ext uri="{FF2B5EF4-FFF2-40B4-BE49-F238E27FC236}">
                <a16:creationId xmlns:a16="http://schemas.microsoft.com/office/drawing/2014/main" id="{752ED10C-1EAF-FF93-22AD-B499D82CE424}"/>
              </a:ext>
            </a:extLst>
          </p:cNvPr>
          <p:cNvSpPr>
            <a:spLocks noGrp="1"/>
          </p:cNvSpPr>
          <p:nvPr>
            <p:ph type="sldNum" sz="quarter" idx="5"/>
          </p:nvPr>
        </p:nvSpPr>
        <p:spPr/>
        <p:txBody>
          <a:bodyPr/>
          <a:lstStyle/>
          <a:p>
            <a:fld id="{743F7EE4-7D84-4D77-B4B2-0C966043B366}" type="slidenum">
              <a:rPr lang="en-US" smtClean="0"/>
              <a:t>21</a:t>
            </a:fld>
            <a:endParaRPr lang="en-US"/>
          </a:p>
        </p:txBody>
      </p:sp>
    </p:spTree>
    <p:extLst>
      <p:ext uri="{BB962C8B-B14F-4D97-AF65-F5344CB8AC3E}">
        <p14:creationId xmlns:p14="http://schemas.microsoft.com/office/powerpoint/2010/main" val="199305641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6CD8DE-AAAF-0F35-0E57-2391F934AA3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E621AD1-CA84-C2DF-55E3-62739CB01513}"/>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2F025A55-820E-3E46-84CF-193B54B94A7A}"/>
              </a:ext>
            </a:extLst>
          </p:cNvPr>
          <p:cNvSpPr>
            <a:spLocks noGrp="1"/>
          </p:cNvSpPr>
          <p:nvPr>
            <p:ph type="body" idx="1"/>
          </p:nvPr>
        </p:nvSpPr>
        <p:spPr/>
        <p:txBody>
          <a:bodyPr/>
          <a:lstStyle/>
          <a:p>
            <a:r>
              <a:rPr lang="en-GB"/>
              <a:t>As you shared with us</a:t>
            </a:r>
          </a:p>
        </p:txBody>
      </p:sp>
      <p:sp>
        <p:nvSpPr>
          <p:cNvPr id="4" name="Slide Number Placeholder 3">
            <a:extLst>
              <a:ext uri="{FF2B5EF4-FFF2-40B4-BE49-F238E27FC236}">
                <a16:creationId xmlns:a16="http://schemas.microsoft.com/office/drawing/2014/main" id="{7E2FB7DB-7DAD-1E27-3298-297AE40296D6}"/>
              </a:ext>
            </a:extLst>
          </p:cNvPr>
          <p:cNvSpPr>
            <a:spLocks noGrp="1"/>
          </p:cNvSpPr>
          <p:nvPr>
            <p:ph type="sldNum" sz="quarter" idx="5"/>
          </p:nvPr>
        </p:nvSpPr>
        <p:spPr/>
        <p:txBody>
          <a:bodyPr/>
          <a:lstStyle/>
          <a:p>
            <a:fld id="{743F7EE4-7D84-4D77-B4B2-0C966043B366}" type="slidenum">
              <a:rPr lang="en-US" smtClean="0"/>
              <a:t>22</a:t>
            </a:fld>
            <a:endParaRPr lang="en-US"/>
          </a:p>
        </p:txBody>
      </p:sp>
    </p:spTree>
    <p:extLst>
      <p:ext uri="{BB962C8B-B14F-4D97-AF65-F5344CB8AC3E}">
        <p14:creationId xmlns:p14="http://schemas.microsoft.com/office/powerpoint/2010/main" val="414493674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D0AEE0-D603-4005-BF47-33871E6298D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88B8E5E-C81C-7286-E005-F09B0723242A}"/>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CF6A32D4-1840-D27F-6786-AD7937B579DF}"/>
              </a:ext>
            </a:extLst>
          </p:cNvPr>
          <p:cNvSpPr>
            <a:spLocks noGrp="1"/>
          </p:cNvSpPr>
          <p:nvPr>
            <p:ph type="body" idx="1"/>
          </p:nvPr>
        </p:nvSpPr>
        <p:spPr/>
        <p:txBody>
          <a:bodyPr/>
          <a:lstStyle/>
          <a:p>
            <a:r>
              <a:rPr lang="en-GB" sz="2400" kern="1200">
                <a:solidFill>
                  <a:schemeClr val="tx1"/>
                </a:solidFill>
                <a:effectLst/>
                <a:latin typeface="+mn-lt"/>
                <a:ea typeface="+mn-ea"/>
                <a:cs typeface="+mn-cs"/>
              </a:rPr>
              <a:t>On a 3-year committed basis in London, GCP is the cheapest by approximately 2% over AWS. </a:t>
            </a:r>
          </a:p>
          <a:p>
            <a:endParaRPr lang="en-GB"/>
          </a:p>
          <a:p>
            <a:r>
              <a:rPr lang="en-GB"/>
              <a:t>What does </a:t>
            </a:r>
            <a:r>
              <a:rPr lang="en-GB" sz="2400">
                <a:latin typeface="Fira Sans" panose="020B0503050000020004" pitchFamily="34" charset="0"/>
              </a:rPr>
              <a:t>“apples-to-apples” mean?</a:t>
            </a:r>
          </a:p>
          <a:p>
            <a:pPr marL="342900" marR="0" lvl="0" indent="-342900" algn="l" defTabSz="18288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2400" kern="1200">
                <a:solidFill>
                  <a:schemeClr val="tx1"/>
                </a:solidFill>
                <a:effectLst/>
                <a:latin typeface="+mn-lt"/>
                <a:ea typeface="+mn-ea"/>
                <a:cs typeface="+mn-cs"/>
              </a:rPr>
              <a:t>The same source data (server specifications, memory, storage, operating system) was fed to all three </a:t>
            </a:r>
            <a:r>
              <a:rPr lang="en-US" sz="2400" kern="1200" err="1">
                <a:solidFill>
                  <a:schemeClr val="tx1"/>
                </a:solidFill>
                <a:effectLst/>
                <a:latin typeface="+mn-lt"/>
                <a:ea typeface="+mn-ea"/>
                <a:cs typeface="+mn-cs"/>
              </a:rPr>
              <a:t>hyperscalers</a:t>
            </a:r>
            <a:r>
              <a:rPr lang="en-US" sz="2400" kern="1200">
                <a:solidFill>
                  <a:schemeClr val="tx1"/>
                </a:solidFill>
                <a:effectLst/>
                <a:latin typeface="+mn-lt"/>
                <a:ea typeface="+mn-ea"/>
                <a:cs typeface="+mn-cs"/>
              </a:rPr>
              <a:t> . </a:t>
            </a:r>
            <a:endParaRPr lang="en-GB" sz="2400">
              <a:latin typeface="Fira Sans" panose="020B0503050000020004" pitchFamily="34" charset="0"/>
            </a:endParaRPr>
          </a:p>
          <a:p>
            <a:pPr marL="342900" indent="-342900">
              <a:buFont typeface="Arial" panose="020B0604020202020204" pitchFamily="34" charset="0"/>
              <a:buChar char="•"/>
            </a:pPr>
            <a:r>
              <a:rPr lang="en-GB" sz="2400" kern="1200">
                <a:solidFill>
                  <a:schemeClr val="tx1"/>
                </a:solidFill>
                <a:effectLst/>
                <a:latin typeface="+mn-lt"/>
                <a:ea typeface="+mn-ea"/>
                <a:cs typeface="+mn-cs"/>
              </a:rPr>
              <a:t>Block storage (SSD class, IOPS-matched across clouds at 80,000 IOPS per disk where needed) – Explaining Large Azure Storage Variance</a:t>
            </a:r>
          </a:p>
          <a:p>
            <a:pPr marL="342900" indent="-342900">
              <a:buFont typeface="Arial" panose="020B0604020202020204" pitchFamily="34" charset="0"/>
              <a:buChar char="•"/>
            </a:pPr>
            <a:r>
              <a:rPr lang="en-GB" sz="2400" kern="1200">
                <a:solidFill>
                  <a:schemeClr val="tx1"/>
                </a:solidFill>
                <a:effectLst/>
                <a:latin typeface="+mn-lt"/>
                <a:ea typeface="+mn-ea"/>
                <a:cs typeface="+mn-cs"/>
              </a:rPr>
              <a:t>Ensured that burstable VM families were excluded across all three clouds by team agreement as not suitable for production workloads. </a:t>
            </a:r>
          </a:p>
          <a:p>
            <a:pPr marL="342900" indent="-342900">
              <a:buFont typeface="Arial" panose="020B0604020202020204" pitchFamily="34" charset="0"/>
              <a:buChar char="•"/>
            </a:pPr>
            <a:r>
              <a:rPr lang="en-GB" sz="2400" kern="1200">
                <a:solidFill>
                  <a:schemeClr val="tx1"/>
                </a:solidFill>
                <a:effectLst/>
                <a:latin typeface="+mn-lt"/>
                <a:ea typeface="+mn-ea"/>
                <a:cs typeface="+mn-cs"/>
              </a:rPr>
              <a:t>Consistent “Comfort factor” and “Utilisation percentile” applied </a:t>
            </a:r>
            <a:endParaRPr lang="en-DE" sz="2400" kern="1200">
              <a:solidFill>
                <a:schemeClr val="tx1"/>
              </a:solidFill>
              <a:effectLst/>
              <a:latin typeface="+mn-lt"/>
              <a:ea typeface="+mn-ea"/>
              <a:cs typeface="+mn-cs"/>
            </a:endParaRPr>
          </a:p>
          <a:p>
            <a:r>
              <a:rPr lang="en-GB" sz="2400" kern="1200">
                <a:solidFill>
                  <a:schemeClr val="tx1"/>
                </a:solidFill>
                <a:effectLst/>
                <a:latin typeface="+mn-lt"/>
                <a:ea typeface="+mn-ea"/>
                <a:cs typeface="+mn-cs"/>
              </a:rPr>
              <a:t> </a:t>
            </a:r>
            <a:endParaRPr lang="en-DE" sz="2400" kern="1200">
              <a:solidFill>
                <a:schemeClr val="tx1"/>
              </a:solidFill>
              <a:effectLst/>
              <a:latin typeface="+mn-lt"/>
              <a:ea typeface="+mn-ea"/>
              <a:cs typeface="+mn-cs"/>
            </a:endParaRPr>
          </a:p>
          <a:p>
            <a:pPr marL="342900" indent="-342900">
              <a:buFont typeface="Arial" panose="020B0604020202020204" pitchFamily="34" charset="0"/>
              <a:buChar char="•"/>
            </a:pPr>
            <a:r>
              <a:rPr lang="en-DE" sz="2400" kern="1200">
                <a:solidFill>
                  <a:schemeClr val="tx1"/>
                </a:solidFill>
                <a:effectLst/>
                <a:latin typeface="+mn-lt"/>
                <a:ea typeface="+mn-ea"/>
                <a:cs typeface="+mn-cs"/>
              </a:rPr>
              <a:t>Even then, the tooling has differences.  </a:t>
            </a:r>
            <a:r>
              <a:rPr lang="en-GB" sz="2400" kern="1200">
                <a:solidFill>
                  <a:schemeClr val="tx1"/>
                </a:solidFill>
                <a:effectLst/>
                <a:latin typeface="+mn-lt"/>
                <a:ea typeface="+mn-ea"/>
                <a:cs typeface="+mn-cs"/>
              </a:rPr>
              <a:t>The cost spread reflects how each cloud's own assessment tool sized the same source workload. </a:t>
            </a:r>
          </a:p>
          <a:p>
            <a:pPr marL="342900" indent="-342900">
              <a:buFont typeface="Arial" panose="020B0604020202020204" pitchFamily="34" charset="0"/>
              <a:buChar char="•"/>
            </a:pPr>
            <a:r>
              <a:rPr lang="en-GB" sz="2400" kern="1200">
                <a:solidFill>
                  <a:schemeClr val="tx1"/>
                </a:solidFill>
                <a:effectLst/>
                <a:latin typeface="+mn-lt"/>
                <a:ea typeface="+mn-ea"/>
                <a:cs typeface="+mn-cs"/>
              </a:rPr>
              <a:t>GCP Migration </a:t>
            </a:r>
            <a:r>
              <a:rPr lang="en-GB" sz="2400" kern="1200" err="1">
                <a:solidFill>
                  <a:schemeClr val="tx1"/>
                </a:solidFill>
                <a:effectLst/>
                <a:latin typeface="+mn-lt"/>
                <a:ea typeface="+mn-ea"/>
                <a:cs typeface="+mn-cs"/>
              </a:rPr>
              <a:t>Center</a:t>
            </a:r>
            <a:r>
              <a:rPr lang="en-GB" sz="2400" kern="1200">
                <a:solidFill>
                  <a:schemeClr val="tx1"/>
                </a:solidFill>
                <a:effectLst/>
                <a:latin typeface="+mn-lt"/>
                <a:ea typeface="+mn-ea"/>
                <a:cs typeface="+mn-cs"/>
              </a:rPr>
              <a:t> produced the smallest vCPU allocation at 32% of source, using custom instance shapes down to 1 vCPU.   This drives their licensing costs down as cores are licensed.</a:t>
            </a:r>
            <a:endParaRPr lang="en-DE" sz="2400" kern="1200">
              <a:solidFill>
                <a:schemeClr val="tx1"/>
              </a:solidFill>
              <a:effectLst/>
              <a:latin typeface="+mn-lt"/>
              <a:ea typeface="+mn-ea"/>
              <a:cs typeface="+mn-cs"/>
            </a:endParaRPr>
          </a:p>
          <a:p>
            <a:pPr marL="342900" indent="-342900">
              <a:buFont typeface="Arial" panose="020B0604020202020204" pitchFamily="34" charset="0"/>
              <a:buChar char="•"/>
            </a:pPr>
            <a:r>
              <a:rPr lang="en-GB" sz="2400" kern="1200">
                <a:solidFill>
                  <a:schemeClr val="tx1"/>
                </a:solidFill>
                <a:effectLst/>
                <a:latin typeface="+mn-lt"/>
                <a:ea typeface="+mn-ea"/>
                <a:cs typeface="+mn-cs"/>
              </a:rPr>
              <a:t>AWS Transform sat at 49% vCPU allocation. </a:t>
            </a:r>
            <a:endParaRPr lang="en-DE" sz="2400" kern="1200">
              <a:solidFill>
                <a:schemeClr val="tx1"/>
              </a:solidFill>
              <a:effectLst/>
              <a:latin typeface="+mn-lt"/>
              <a:ea typeface="+mn-ea"/>
              <a:cs typeface="+mn-cs"/>
            </a:endParaRPr>
          </a:p>
          <a:p>
            <a:pPr marL="342900" indent="-342900">
              <a:buFont typeface="Arial" panose="020B0604020202020204" pitchFamily="34" charset="0"/>
              <a:buChar char="•"/>
            </a:pPr>
            <a:r>
              <a:rPr lang="en-GB" sz="2400" kern="1200">
                <a:solidFill>
                  <a:schemeClr val="tx1"/>
                </a:solidFill>
                <a:effectLst/>
                <a:latin typeface="+mn-lt"/>
                <a:ea typeface="+mn-ea"/>
                <a:cs typeface="+mn-cs"/>
              </a:rPr>
              <a:t>Azure Migrate sat at 53%, typically assigning F2s_v2 (2 vCPU minimum) across most of the estate because its sizing algorithm did not generate 1-vCPU SKUs for production workloads and F-series SKU availability with 3-year Reserved Instance coverage in London shapes the options available. </a:t>
            </a:r>
            <a:endParaRPr lang="en-DE" sz="2400" kern="1200">
              <a:solidFill>
                <a:schemeClr val="tx1"/>
              </a:solidFill>
              <a:effectLst/>
              <a:latin typeface="+mn-lt"/>
              <a:ea typeface="+mn-ea"/>
              <a:cs typeface="+mn-cs"/>
            </a:endParaRPr>
          </a:p>
          <a:p>
            <a:pPr marL="0" indent="0">
              <a:buFont typeface="Arial" panose="020B0604020202020204" pitchFamily="34" charset="0"/>
              <a:buNone/>
            </a:pPr>
            <a:endParaRPr lang="en-DE">
              <a:effectLst/>
            </a:endParaRPr>
          </a:p>
          <a:p>
            <a:endParaRPr lang="en-GB" sz="2400">
              <a:latin typeface="Fira Sans" panose="020B0503050000020004" pitchFamily="34" charset="0"/>
            </a:endParaRPr>
          </a:p>
          <a:p>
            <a:r>
              <a:rPr lang="en-GB" sz="2400">
                <a:latin typeface="Fira Sans" panose="020B0503050000020004" pitchFamily="34" charset="0"/>
              </a:rPr>
              <a:t>Methodology</a:t>
            </a:r>
          </a:p>
          <a:p>
            <a:pPr marL="457200" lvl="0" indent="-457200">
              <a:buFont typeface="+mj-lt"/>
              <a:buAutoNum type="arabicPeriod"/>
            </a:pPr>
            <a:r>
              <a:rPr lang="en-US" sz="2400" b="1" kern="1200">
                <a:solidFill>
                  <a:schemeClr val="tx1"/>
                </a:solidFill>
                <a:effectLst/>
                <a:latin typeface="+mn-lt"/>
                <a:ea typeface="+mn-ea"/>
                <a:cs typeface="+mn-cs"/>
              </a:rPr>
              <a:t>Data </a:t>
            </a:r>
            <a:r>
              <a:rPr lang="en-US" sz="2400" b="1" kern="1200" err="1">
                <a:solidFill>
                  <a:schemeClr val="tx1"/>
                </a:solidFill>
                <a:effectLst/>
                <a:latin typeface="+mn-lt"/>
                <a:ea typeface="+mn-ea"/>
                <a:cs typeface="+mn-cs"/>
              </a:rPr>
              <a:t>normalisation</a:t>
            </a:r>
            <a:r>
              <a:rPr lang="en-US" sz="2400" kern="1200">
                <a:solidFill>
                  <a:schemeClr val="tx1"/>
                </a:solidFill>
                <a:effectLst/>
                <a:latin typeface="+mn-lt"/>
                <a:ea typeface="+mn-ea"/>
                <a:cs typeface="+mn-cs"/>
              </a:rPr>
              <a:t>. The same source data (server specifications, memory, storage, operating system) was fed to all three </a:t>
            </a:r>
            <a:r>
              <a:rPr lang="en-US" sz="2400" kern="1200" err="1">
                <a:solidFill>
                  <a:schemeClr val="tx1"/>
                </a:solidFill>
                <a:effectLst/>
                <a:latin typeface="+mn-lt"/>
                <a:ea typeface="+mn-ea"/>
                <a:cs typeface="+mn-cs"/>
              </a:rPr>
              <a:t>hyperscalers</a:t>
            </a:r>
            <a:r>
              <a:rPr lang="en-US" sz="2400" kern="1200">
                <a:solidFill>
                  <a:schemeClr val="tx1"/>
                </a:solidFill>
                <a:effectLst/>
                <a:latin typeface="+mn-lt"/>
                <a:ea typeface="+mn-ea"/>
                <a:cs typeface="+mn-cs"/>
              </a:rPr>
              <a:t> . </a:t>
            </a:r>
          </a:p>
          <a:p>
            <a:pPr marL="457200" lvl="0" indent="-457200">
              <a:buFont typeface="+mj-lt"/>
              <a:buAutoNum type="arabicPeriod"/>
            </a:pPr>
            <a:r>
              <a:rPr lang="en-US" sz="2400" b="1" kern="1200">
                <a:solidFill>
                  <a:schemeClr val="tx1"/>
                </a:solidFill>
                <a:effectLst/>
                <a:latin typeface="+mn-lt"/>
                <a:ea typeface="+mn-ea"/>
                <a:cs typeface="+mn-cs"/>
              </a:rPr>
              <a:t>Architectural benchmarking</a:t>
            </a:r>
            <a:r>
              <a:rPr lang="en-US" sz="2400" kern="1200">
                <a:solidFill>
                  <a:schemeClr val="tx1"/>
                </a:solidFill>
                <a:effectLst/>
                <a:latin typeface="+mn-lt"/>
                <a:ea typeface="+mn-ea"/>
                <a:cs typeface="+mn-cs"/>
              </a:rPr>
              <a:t>. Each cloud's own sizing tool (GCP Migration Center, AWS Transform, Azure Migrate) produced right-sized target configurations. The native tools did the sizing. Their outputs are the starting point, not the final answer.</a:t>
            </a:r>
            <a:endParaRPr lang="en-DE" sz="2400" kern="1200">
              <a:solidFill>
                <a:schemeClr val="tx1"/>
              </a:solidFill>
              <a:effectLst/>
              <a:latin typeface="+mn-lt"/>
              <a:ea typeface="+mn-ea"/>
              <a:cs typeface="+mn-cs"/>
            </a:endParaRPr>
          </a:p>
          <a:p>
            <a:pPr marL="457200" lvl="0" indent="-457200">
              <a:buFont typeface="+mj-lt"/>
              <a:buAutoNum type="arabicPeriod"/>
            </a:pPr>
            <a:r>
              <a:rPr lang="en-US" sz="2400" b="1" kern="1200">
                <a:solidFill>
                  <a:schemeClr val="tx1"/>
                </a:solidFill>
                <a:effectLst/>
                <a:latin typeface="+mn-lt"/>
                <a:ea typeface="+mn-ea"/>
                <a:cs typeface="+mn-cs"/>
              </a:rPr>
              <a:t>AI logic audit.</a:t>
            </a:r>
            <a:r>
              <a:rPr lang="en-US" sz="2400" kern="1200">
                <a:solidFill>
                  <a:schemeClr val="tx1"/>
                </a:solidFill>
                <a:effectLst/>
                <a:latin typeface="+mn-lt"/>
                <a:ea typeface="+mn-ea"/>
                <a:cs typeface="+mn-cs"/>
              </a:rPr>
              <a:t> We audited the SKU mappings each tool produced. Different tools use different </a:t>
            </a:r>
            <a:r>
              <a:rPr lang="en-US" sz="2400" kern="1200" err="1">
                <a:solidFill>
                  <a:schemeClr val="tx1"/>
                </a:solidFill>
                <a:effectLst/>
                <a:latin typeface="+mn-lt"/>
                <a:ea typeface="+mn-ea"/>
                <a:cs typeface="+mn-cs"/>
              </a:rPr>
              <a:t>optimisation</a:t>
            </a:r>
            <a:r>
              <a:rPr lang="en-US" sz="2400" kern="1200">
                <a:solidFill>
                  <a:schemeClr val="tx1"/>
                </a:solidFill>
                <a:effectLst/>
                <a:latin typeface="+mn-lt"/>
                <a:ea typeface="+mn-ea"/>
                <a:cs typeface="+mn-cs"/>
              </a:rPr>
              <a:t> logic. We checked what each tool assumed and why.</a:t>
            </a:r>
            <a:endParaRPr lang="en-DE" sz="2400" kern="1200">
              <a:solidFill>
                <a:schemeClr val="tx1"/>
              </a:solidFill>
              <a:effectLst/>
              <a:latin typeface="+mn-lt"/>
              <a:ea typeface="+mn-ea"/>
              <a:cs typeface="+mn-cs"/>
            </a:endParaRPr>
          </a:p>
          <a:p>
            <a:pPr marL="457200" lvl="0" indent="-457200">
              <a:buFont typeface="+mj-lt"/>
              <a:buAutoNum type="arabicPeriod"/>
            </a:pPr>
            <a:r>
              <a:rPr lang="en-US" sz="2400" b="1" kern="1200">
                <a:solidFill>
                  <a:schemeClr val="tx1"/>
                </a:solidFill>
                <a:effectLst/>
                <a:latin typeface="+mn-lt"/>
                <a:ea typeface="+mn-ea"/>
                <a:cs typeface="+mn-cs"/>
              </a:rPr>
              <a:t>Bias mitigation</a:t>
            </a:r>
            <a:r>
              <a:rPr lang="en-US" sz="2400" kern="1200">
                <a:solidFill>
                  <a:schemeClr val="tx1"/>
                </a:solidFill>
                <a:effectLst/>
                <a:latin typeface="+mn-lt"/>
                <a:ea typeface="+mn-ea"/>
                <a:cs typeface="+mn-cs"/>
              </a:rPr>
              <a:t>. To remove tool-specific bias, we re-priced every recommended SKU against the official cloud pricing APIs (AWS Price List API, Azure Retail Prices API, GCP Billing Catalog API). This produced a validated, </a:t>
            </a:r>
            <a:r>
              <a:rPr lang="en-US" sz="2400" kern="1200" err="1">
                <a:solidFill>
                  <a:schemeClr val="tx1"/>
                </a:solidFill>
                <a:effectLst/>
                <a:latin typeface="+mn-lt"/>
                <a:ea typeface="+mn-ea"/>
                <a:cs typeface="+mn-cs"/>
              </a:rPr>
              <a:t>normalised</a:t>
            </a:r>
            <a:r>
              <a:rPr lang="en-US" sz="2400" kern="1200">
                <a:solidFill>
                  <a:schemeClr val="tx1"/>
                </a:solidFill>
                <a:effectLst/>
                <a:latin typeface="+mn-lt"/>
                <a:ea typeface="+mn-ea"/>
                <a:cs typeface="+mn-cs"/>
              </a:rPr>
              <a:t> view. The provider-native outputs are kept for internal validation only.</a:t>
            </a:r>
            <a:endParaRPr lang="en-DE" sz="2400" kern="1200">
              <a:solidFill>
                <a:schemeClr val="tx1"/>
              </a:solidFill>
              <a:effectLst/>
              <a:latin typeface="+mn-lt"/>
              <a:ea typeface="+mn-ea"/>
              <a:cs typeface="+mn-cs"/>
            </a:endParaRPr>
          </a:p>
          <a:p>
            <a:pPr marL="457200" lvl="0" indent="-457200">
              <a:buFont typeface="+mj-lt"/>
              <a:buAutoNum type="arabicPeriod"/>
            </a:pPr>
            <a:r>
              <a:rPr lang="en-US" sz="2400" b="1" kern="1200">
                <a:solidFill>
                  <a:schemeClr val="tx1"/>
                </a:solidFill>
                <a:effectLst/>
                <a:latin typeface="+mn-lt"/>
                <a:ea typeface="+mn-ea"/>
                <a:cs typeface="+mn-cs"/>
              </a:rPr>
              <a:t>Two pricing pillars.</a:t>
            </a:r>
            <a:r>
              <a:rPr lang="en-US" sz="2400" kern="1200">
                <a:solidFill>
                  <a:schemeClr val="tx1"/>
                </a:solidFill>
                <a:effectLst/>
                <a:latin typeface="+mn-lt"/>
                <a:ea typeface="+mn-ea"/>
                <a:cs typeface="+mn-cs"/>
              </a:rPr>
              <a:t> We report on-demand (the clean baseline) and 3-year committed (the realistic commitment for an organization of your scale). One-year commitments are </a:t>
            </a:r>
            <a:r>
              <a:rPr lang="en-US" sz="2400" kern="1200" err="1">
                <a:solidFill>
                  <a:schemeClr val="tx1"/>
                </a:solidFill>
                <a:effectLst/>
                <a:latin typeface="+mn-lt"/>
                <a:ea typeface="+mn-ea"/>
                <a:cs typeface="+mn-cs"/>
              </a:rPr>
              <a:t>deprioritised</a:t>
            </a:r>
            <a:r>
              <a:rPr lang="en-US" sz="2400" kern="1200">
                <a:solidFill>
                  <a:schemeClr val="tx1"/>
                </a:solidFill>
                <a:effectLst/>
                <a:latin typeface="+mn-lt"/>
                <a:ea typeface="+mn-ea"/>
                <a:cs typeface="+mn-cs"/>
              </a:rPr>
              <a:t> as a less attractive option.</a:t>
            </a:r>
            <a:endParaRPr lang="en-DE" sz="2400" kern="1200">
              <a:solidFill>
                <a:schemeClr val="tx1"/>
              </a:solidFill>
              <a:effectLst/>
              <a:latin typeface="+mn-lt"/>
              <a:ea typeface="+mn-ea"/>
              <a:cs typeface="+mn-cs"/>
            </a:endParaRPr>
          </a:p>
          <a:p>
            <a:pPr marL="457200" lvl="0" indent="-457200">
              <a:buFont typeface="+mj-lt"/>
              <a:buAutoNum type="arabicPeriod"/>
            </a:pPr>
            <a:r>
              <a:rPr lang="en-US" sz="2400" b="1" kern="1200">
                <a:solidFill>
                  <a:schemeClr val="tx1"/>
                </a:solidFill>
                <a:effectLst/>
                <a:latin typeface="+mn-lt"/>
                <a:ea typeface="+mn-ea"/>
                <a:cs typeface="+mn-cs"/>
              </a:rPr>
              <a:t>Partner and commercial pricing is a separate layer.</a:t>
            </a:r>
            <a:r>
              <a:rPr lang="en-US" sz="2400" kern="1200">
                <a:solidFill>
                  <a:schemeClr val="tx1"/>
                </a:solidFill>
                <a:effectLst/>
                <a:latin typeface="+mn-lt"/>
                <a:ea typeface="+mn-ea"/>
                <a:cs typeface="+mn-cs"/>
              </a:rPr>
              <a:t> This sits on top of the </a:t>
            </a:r>
            <a:r>
              <a:rPr lang="en-US" sz="2400" kern="1200" err="1">
                <a:solidFill>
                  <a:schemeClr val="tx1"/>
                </a:solidFill>
                <a:effectLst/>
                <a:latin typeface="+mn-lt"/>
                <a:ea typeface="+mn-ea"/>
                <a:cs typeface="+mn-cs"/>
              </a:rPr>
              <a:t>normalised</a:t>
            </a:r>
            <a:r>
              <a:rPr lang="en-US" sz="2400" kern="1200">
                <a:solidFill>
                  <a:schemeClr val="tx1"/>
                </a:solidFill>
                <a:effectLst/>
                <a:latin typeface="+mn-lt"/>
                <a:ea typeface="+mn-ea"/>
                <a:cs typeface="+mn-cs"/>
              </a:rPr>
              <a:t> baseline. Where commercial offers are not yet received, the layer is flagged [PENDING ] rather than inferred.</a:t>
            </a:r>
            <a:endParaRPr lang="en-DE" sz="2400" kern="1200">
              <a:solidFill>
                <a:schemeClr val="tx1"/>
              </a:solidFill>
              <a:effectLst/>
              <a:latin typeface="+mn-lt"/>
              <a:ea typeface="+mn-ea"/>
              <a:cs typeface="+mn-cs"/>
            </a:endParaRPr>
          </a:p>
          <a:p>
            <a:pPr marL="457200" lvl="0" indent="-457200">
              <a:buFont typeface="+mj-lt"/>
              <a:buAutoNum type="arabicPeriod"/>
            </a:pPr>
            <a:r>
              <a:rPr lang="en-US" sz="2400" b="1" kern="1200">
                <a:solidFill>
                  <a:schemeClr val="tx1"/>
                </a:solidFill>
                <a:effectLst/>
                <a:latin typeface="+mn-lt"/>
                <a:ea typeface="+mn-ea"/>
                <a:cs typeface="+mn-cs"/>
              </a:rPr>
              <a:t>Oracle scenarios are modelled separately</a:t>
            </a:r>
            <a:r>
              <a:rPr lang="en-US" sz="2400" kern="1200">
                <a:solidFill>
                  <a:schemeClr val="tx1"/>
                </a:solidFill>
                <a:effectLst/>
                <a:latin typeface="+mn-lt"/>
                <a:ea typeface="+mn-ea"/>
                <a:cs typeface="+mn-cs"/>
              </a:rPr>
              <a:t>. Oracle has three fundamentally different migration paths, each with different pricing mechanics. These are separated rather than averaged into compute cost.</a:t>
            </a:r>
            <a:endParaRPr lang="en-DE" sz="2400" kern="1200">
              <a:solidFill>
                <a:schemeClr val="tx1"/>
              </a:solidFill>
              <a:effectLst/>
              <a:latin typeface="+mn-lt"/>
              <a:ea typeface="+mn-ea"/>
              <a:cs typeface="+mn-cs"/>
            </a:endParaRPr>
          </a:p>
          <a:p>
            <a:pPr marL="0" lvl="0" indent="0">
              <a:buFont typeface="+mj-lt"/>
              <a:buNone/>
            </a:pPr>
            <a:r>
              <a:rPr lang="en-GB" sz="2400" kern="1200">
                <a:solidFill>
                  <a:schemeClr val="tx1"/>
                </a:solidFill>
                <a:effectLst/>
                <a:latin typeface="+mn-lt"/>
                <a:ea typeface="+mn-ea"/>
                <a:cs typeface="+mn-cs"/>
              </a:rPr>
              <a:t>This methodology is what gives the figures credibility when each cloud provider presents their own view directly. Your technical panel can verify any number against a specific API response and data normalisation step.</a:t>
            </a:r>
            <a:endParaRPr lang="en-DE" sz="2400" kern="1200">
              <a:solidFill>
                <a:schemeClr val="tx1"/>
              </a:solidFill>
              <a:effectLst/>
              <a:latin typeface="+mn-lt"/>
              <a:ea typeface="+mn-ea"/>
              <a:cs typeface="+mn-cs"/>
            </a:endParaRPr>
          </a:p>
        </p:txBody>
      </p:sp>
      <p:sp>
        <p:nvSpPr>
          <p:cNvPr id="4" name="Slide Number Placeholder 3">
            <a:extLst>
              <a:ext uri="{FF2B5EF4-FFF2-40B4-BE49-F238E27FC236}">
                <a16:creationId xmlns:a16="http://schemas.microsoft.com/office/drawing/2014/main" id="{55B0670F-2429-396B-78A8-4CE7990F9C82}"/>
              </a:ext>
            </a:extLst>
          </p:cNvPr>
          <p:cNvSpPr>
            <a:spLocks noGrp="1"/>
          </p:cNvSpPr>
          <p:nvPr>
            <p:ph type="sldNum" sz="quarter" idx="5"/>
          </p:nvPr>
        </p:nvSpPr>
        <p:spPr/>
        <p:txBody>
          <a:bodyPr/>
          <a:lstStyle/>
          <a:p>
            <a:fld id="{743F7EE4-7D84-4D77-B4B2-0C966043B366}" type="slidenum">
              <a:rPr lang="en-US" smtClean="0"/>
              <a:t>23</a:t>
            </a:fld>
            <a:endParaRPr lang="en-US"/>
          </a:p>
        </p:txBody>
      </p:sp>
    </p:spTree>
    <p:extLst>
      <p:ext uri="{BB962C8B-B14F-4D97-AF65-F5344CB8AC3E}">
        <p14:creationId xmlns:p14="http://schemas.microsoft.com/office/powerpoint/2010/main" val="5512288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7AA33B-4C2B-A736-1615-247008C99D3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76F1052-2884-C40C-4611-DF2521C149DB}"/>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CDB0B66D-890E-DC0A-AB5C-FFC806FC598A}"/>
              </a:ext>
            </a:extLst>
          </p:cNvPr>
          <p:cNvSpPr>
            <a:spLocks noGrp="1"/>
          </p:cNvSpPr>
          <p:nvPr>
            <p:ph type="body" idx="1"/>
          </p:nvPr>
        </p:nvSpPr>
        <p:spPr/>
        <p:txBody>
          <a:bodyPr/>
          <a:lstStyle/>
          <a:p>
            <a:pPr marL="0" marR="0" lvl="0" indent="0" algn="l" defTabSz="1828800" rtl="0" eaLnBrk="1" fontAlgn="auto" latinLnBrk="0" hangingPunct="1">
              <a:lnSpc>
                <a:spcPct val="100000"/>
              </a:lnSpc>
              <a:spcBef>
                <a:spcPts val="0"/>
              </a:spcBef>
              <a:spcAft>
                <a:spcPts val="0"/>
              </a:spcAft>
              <a:buClrTx/>
              <a:buSzTx/>
              <a:buFontTx/>
              <a:buNone/>
              <a:tabLst/>
              <a:defRPr/>
            </a:pPr>
            <a:r>
              <a:rPr lang="en-GB" sz="2400" b="0" i="1" u="none" strike="noStrike">
                <a:solidFill>
                  <a:srgbClr val="808080"/>
                </a:solidFill>
                <a:effectLst/>
                <a:latin typeface="Calibri" panose="020F0502020204030204" pitchFamily="34" charset="0"/>
              </a:rPr>
              <a:t>Egress - API-verified rates: AWS 0-10/10-50/50-150TB = $0.09/$0.085/$0.07 per GB | Azure (Internet) = $0.08/$0.065/$0.06 per GB | GCP Premium = $0.12 first 1TB, $0.11 to 10TB, $0.08 above</a:t>
            </a:r>
          </a:p>
          <a:p>
            <a:endParaRPr lang="en-GB"/>
          </a:p>
        </p:txBody>
      </p:sp>
      <p:sp>
        <p:nvSpPr>
          <p:cNvPr id="4" name="Slide Number Placeholder 3">
            <a:extLst>
              <a:ext uri="{FF2B5EF4-FFF2-40B4-BE49-F238E27FC236}">
                <a16:creationId xmlns:a16="http://schemas.microsoft.com/office/drawing/2014/main" id="{17A643D7-167F-8E5E-376E-A3EE2696CCB9}"/>
              </a:ext>
            </a:extLst>
          </p:cNvPr>
          <p:cNvSpPr>
            <a:spLocks noGrp="1"/>
          </p:cNvSpPr>
          <p:nvPr>
            <p:ph type="sldNum" sz="quarter" idx="5"/>
          </p:nvPr>
        </p:nvSpPr>
        <p:spPr/>
        <p:txBody>
          <a:bodyPr/>
          <a:lstStyle/>
          <a:p>
            <a:fld id="{743F7EE4-7D84-4D77-B4B2-0C966043B366}" type="slidenum">
              <a:rPr lang="en-US" smtClean="0"/>
              <a:t>24</a:t>
            </a:fld>
            <a:endParaRPr lang="en-US"/>
          </a:p>
        </p:txBody>
      </p:sp>
    </p:spTree>
    <p:extLst>
      <p:ext uri="{BB962C8B-B14F-4D97-AF65-F5344CB8AC3E}">
        <p14:creationId xmlns:p14="http://schemas.microsoft.com/office/powerpoint/2010/main" val="260161374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D5E3AC-63CF-D16B-83FF-A77B7B0C425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67CFD41-F16D-330E-7D93-E5E064D712B4}"/>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0D83EDFA-13F1-C41B-ADEA-D58F224B7372}"/>
              </a:ext>
            </a:extLst>
          </p:cNvPr>
          <p:cNvSpPr>
            <a:spLocks noGrp="1"/>
          </p:cNvSpPr>
          <p:nvPr>
            <p:ph type="body" idx="1"/>
          </p:nvPr>
        </p:nvSpPr>
        <p:spPr/>
        <p:txBody>
          <a:bodyPr/>
          <a:lstStyle/>
          <a:p>
            <a:endParaRPr lang="en-GB"/>
          </a:p>
        </p:txBody>
      </p:sp>
      <p:sp>
        <p:nvSpPr>
          <p:cNvPr id="4" name="Slide Number Placeholder 3">
            <a:extLst>
              <a:ext uri="{FF2B5EF4-FFF2-40B4-BE49-F238E27FC236}">
                <a16:creationId xmlns:a16="http://schemas.microsoft.com/office/drawing/2014/main" id="{902AC81F-8F5A-C9B7-E1BA-F8B2743F7F65}"/>
              </a:ext>
            </a:extLst>
          </p:cNvPr>
          <p:cNvSpPr>
            <a:spLocks noGrp="1"/>
          </p:cNvSpPr>
          <p:nvPr>
            <p:ph type="sldNum" sz="quarter" idx="5"/>
          </p:nvPr>
        </p:nvSpPr>
        <p:spPr/>
        <p:txBody>
          <a:bodyPr/>
          <a:lstStyle/>
          <a:p>
            <a:fld id="{743F7EE4-7D84-4D77-B4B2-0C966043B366}" type="slidenum">
              <a:rPr lang="en-US" smtClean="0"/>
              <a:t>25</a:t>
            </a:fld>
            <a:endParaRPr lang="en-US"/>
          </a:p>
        </p:txBody>
      </p:sp>
    </p:spTree>
    <p:extLst>
      <p:ext uri="{BB962C8B-B14F-4D97-AF65-F5344CB8AC3E}">
        <p14:creationId xmlns:p14="http://schemas.microsoft.com/office/powerpoint/2010/main" val="134211332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743F7EE4-7D84-4D77-B4B2-0C966043B366}" type="slidenum">
              <a:rPr lang="en-US" smtClean="0"/>
              <a:t>27</a:t>
            </a:fld>
            <a:endParaRPr lang="en-US"/>
          </a:p>
        </p:txBody>
      </p:sp>
    </p:spTree>
    <p:extLst>
      <p:ext uri="{BB962C8B-B14F-4D97-AF65-F5344CB8AC3E}">
        <p14:creationId xmlns:p14="http://schemas.microsoft.com/office/powerpoint/2010/main" val="4049382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251B95-DE4D-E931-FC9F-9DC50292C5D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6916D42-47F9-C412-8A2E-7380152768CA}"/>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CF3B1930-54C9-36E5-3A1B-87AB1F461702}"/>
              </a:ext>
            </a:extLst>
          </p:cNvPr>
          <p:cNvSpPr>
            <a:spLocks noGrp="1"/>
          </p:cNvSpPr>
          <p:nvPr>
            <p:ph type="body" idx="1"/>
          </p:nvPr>
        </p:nvSpPr>
        <p:spPr/>
        <p:txBody>
          <a:bodyPr/>
          <a:lstStyle/>
          <a:p>
            <a:endParaRPr lang="en-GB"/>
          </a:p>
        </p:txBody>
      </p:sp>
      <p:sp>
        <p:nvSpPr>
          <p:cNvPr id="4" name="Slide Number Placeholder 3">
            <a:extLst>
              <a:ext uri="{FF2B5EF4-FFF2-40B4-BE49-F238E27FC236}">
                <a16:creationId xmlns:a16="http://schemas.microsoft.com/office/drawing/2014/main" id="{4EFF7057-13B6-E726-03A6-4D2F4EB50FAB}"/>
              </a:ext>
            </a:extLst>
          </p:cNvPr>
          <p:cNvSpPr>
            <a:spLocks noGrp="1"/>
          </p:cNvSpPr>
          <p:nvPr>
            <p:ph type="sldNum" sz="quarter" idx="5"/>
          </p:nvPr>
        </p:nvSpPr>
        <p:spPr/>
        <p:txBody>
          <a:bodyPr/>
          <a:lstStyle/>
          <a:p>
            <a:fld id="{743F7EE4-7D84-4D77-B4B2-0C966043B366}" type="slidenum">
              <a:rPr lang="en-US" smtClean="0"/>
              <a:t>31</a:t>
            </a:fld>
            <a:endParaRPr lang="en-US"/>
          </a:p>
        </p:txBody>
      </p:sp>
    </p:spTree>
    <p:extLst>
      <p:ext uri="{BB962C8B-B14F-4D97-AF65-F5344CB8AC3E}">
        <p14:creationId xmlns:p14="http://schemas.microsoft.com/office/powerpoint/2010/main" val="415714941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D39669-3DEB-9C19-F577-53CA49F939F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1D1E756-1739-AB28-35F5-50D9458C5F86}"/>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8FE56079-6940-8AE8-DA2E-4DC2396702A1}"/>
              </a:ext>
            </a:extLst>
          </p:cNvPr>
          <p:cNvSpPr>
            <a:spLocks noGrp="1"/>
          </p:cNvSpPr>
          <p:nvPr>
            <p:ph type="body" idx="1"/>
          </p:nvPr>
        </p:nvSpPr>
        <p:spPr/>
        <p:txBody>
          <a:bodyPr/>
          <a:lstStyle/>
          <a:p>
            <a:endParaRPr lang="en-GB"/>
          </a:p>
        </p:txBody>
      </p:sp>
      <p:sp>
        <p:nvSpPr>
          <p:cNvPr id="4" name="Slide Number Placeholder 3">
            <a:extLst>
              <a:ext uri="{FF2B5EF4-FFF2-40B4-BE49-F238E27FC236}">
                <a16:creationId xmlns:a16="http://schemas.microsoft.com/office/drawing/2014/main" id="{3183661C-E0A5-2524-7FC6-394AC7E6908C}"/>
              </a:ext>
            </a:extLst>
          </p:cNvPr>
          <p:cNvSpPr>
            <a:spLocks noGrp="1"/>
          </p:cNvSpPr>
          <p:nvPr>
            <p:ph type="sldNum" sz="quarter" idx="5"/>
          </p:nvPr>
        </p:nvSpPr>
        <p:spPr/>
        <p:txBody>
          <a:bodyPr/>
          <a:lstStyle/>
          <a:p>
            <a:fld id="{743F7EE4-7D84-4D77-B4B2-0C966043B366}" type="slidenum">
              <a:rPr lang="en-US" smtClean="0"/>
              <a:t>32</a:t>
            </a:fld>
            <a:endParaRPr lang="en-US"/>
          </a:p>
        </p:txBody>
      </p:sp>
    </p:spTree>
    <p:extLst>
      <p:ext uri="{BB962C8B-B14F-4D97-AF65-F5344CB8AC3E}">
        <p14:creationId xmlns:p14="http://schemas.microsoft.com/office/powerpoint/2010/main" val="249768564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B64819-7833-2650-C852-A85BB877F32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104CD38-45EA-9417-1F57-74A332BBD658}"/>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ED49BE5D-4036-BB0E-1438-B6F7236A3A6E}"/>
              </a:ext>
            </a:extLst>
          </p:cNvPr>
          <p:cNvSpPr>
            <a:spLocks noGrp="1"/>
          </p:cNvSpPr>
          <p:nvPr>
            <p:ph type="body" idx="1"/>
          </p:nvPr>
        </p:nvSpPr>
        <p:spPr/>
        <p:txBody>
          <a:bodyPr/>
          <a:lstStyle/>
          <a:p>
            <a:endParaRPr lang="en-GB"/>
          </a:p>
        </p:txBody>
      </p:sp>
      <p:sp>
        <p:nvSpPr>
          <p:cNvPr id="4" name="Slide Number Placeholder 3">
            <a:extLst>
              <a:ext uri="{FF2B5EF4-FFF2-40B4-BE49-F238E27FC236}">
                <a16:creationId xmlns:a16="http://schemas.microsoft.com/office/drawing/2014/main" id="{3A388086-9885-8D30-1FD8-4A6343C37FF3}"/>
              </a:ext>
            </a:extLst>
          </p:cNvPr>
          <p:cNvSpPr>
            <a:spLocks noGrp="1"/>
          </p:cNvSpPr>
          <p:nvPr>
            <p:ph type="sldNum" sz="quarter" idx="5"/>
          </p:nvPr>
        </p:nvSpPr>
        <p:spPr/>
        <p:txBody>
          <a:bodyPr/>
          <a:lstStyle/>
          <a:p>
            <a:fld id="{743F7EE4-7D84-4D77-B4B2-0C966043B366}" type="slidenum">
              <a:rPr lang="en-US" smtClean="0"/>
              <a:t>33</a:t>
            </a:fld>
            <a:endParaRPr lang="en-US"/>
          </a:p>
        </p:txBody>
      </p:sp>
    </p:spTree>
    <p:extLst>
      <p:ext uri="{BB962C8B-B14F-4D97-AF65-F5344CB8AC3E}">
        <p14:creationId xmlns:p14="http://schemas.microsoft.com/office/powerpoint/2010/main" val="290524167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Overall Recommendation comes down to:</a:t>
            </a:r>
          </a:p>
          <a:p>
            <a:pPr marL="457200" indent="-457200">
              <a:buAutoNum type="arabicPeriod"/>
            </a:pPr>
            <a:r>
              <a:rPr lang="en-GB"/>
              <a:t>TCO</a:t>
            </a:r>
          </a:p>
          <a:p>
            <a:pPr marL="457200" indent="-457200">
              <a:buAutoNum type="arabicPeriod"/>
            </a:pPr>
            <a:r>
              <a:rPr lang="en-GB"/>
              <a:t>Weighted Scoring</a:t>
            </a:r>
          </a:p>
          <a:p>
            <a:pPr marL="457200" indent="-457200">
              <a:buAutoNum type="arabicPeriod"/>
            </a:pPr>
            <a:r>
              <a:rPr lang="en-GB"/>
              <a:t>Business Fit</a:t>
            </a:r>
          </a:p>
        </p:txBody>
      </p:sp>
      <p:sp>
        <p:nvSpPr>
          <p:cNvPr id="4" name="Slide Number Placeholder 3"/>
          <p:cNvSpPr>
            <a:spLocks noGrp="1"/>
          </p:cNvSpPr>
          <p:nvPr>
            <p:ph type="sldNum" sz="quarter" idx="5"/>
          </p:nvPr>
        </p:nvSpPr>
        <p:spPr/>
        <p:txBody>
          <a:bodyPr/>
          <a:lstStyle/>
          <a:p>
            <a:fld id="{743F7EE4-7D84-4D77-B4B2-0C966043B366}" type="slidenum">
              <a:rPr lang="en-US" smtClean="0"/>
              <a:t>34</a:t>
            </a:fld>
            <a:endParaRPr lang="en-US"/>
          </a:p>
        </p:txBody>
      </p:sp>
    </p:spTree>
    <p:extLst>
      <p:ext uri="{BB962C8B-B14F-4D97-AF65-F5344CB8AC3E}">
        <p14:creationId xmlns:p14="http://schemas.microsoft.com/office/powerpoint/2010/main" val="145733161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FFBB8A-598C-5A7A-BBC1-96A5BEB9668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6A13F3F-9F6D-606B-ACF3-8005F8BDBFEF}"/>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2F0B077B-37D7-3A15-74F8-1CD5EFFD6ED3}"/>
              </a:ext>
            </a:extLst>
          </p:cNvPr>
          <p:cNvSpPr>
            <a:spLocks noGrp="1"/>
          </p:cNvSpPr>
          <p:nvPr>
            <p:ph type="body" idx="1"/>
          </p:nvPr>
        </p:nvSpPr>
        <p:spPr/>
        <p:txBody>
          <a:bodyPr/>
          <a:lstStyle/>
          <a:p>
            <a:endParaRPr lang="en-GB"/>
          </a:p>
        </p:txBody>
      </p:sp>
      <p:sp>
        <p:nvSpPr>
          <p:cNvPr id="4" name="Slide Number Placeholder 3">
            <a:extLst>
              <a:ext uri="{FF2B5EF4-FFF2-40B4-BE49-F238E27FC236}">
                <a16:creationId xmlns:a16="http://schemas.microsoft.com/office/drawing/2014/main" id="{6228E47B-111A-8597-AC06-757EB3979143}"/>
              </a:ext>
            </a:extLst>
          </p:cNvPr>
          <p:cNvSpPr>
            <a:spLocks noGrp="1"/>
          </p:cNvSpPr>
          <p:nvPr>
            <p:ph type="sldNum" sz="quarter" idx="5"/>
          </p:nvPr>
        </p:nvSpPr>
        <p:spPr/>
        <p:txBody>
          <a:bodyPr/>
          <a:lstStyle/>
          <a:p>
            <a:fld id="{743F7EE4-7D84-4D77-B4B2-0C966043B366}" type="slidenum">
              <a:rPr lang="en-US" smtClean="0"/>
              <a:t>39</a:t>
            </a:fld>
            <a:endParaRPr lang="en-US"/>
          </a:p>
        </p:txBody>
      </p:sp>
    </p:spTree>
    <p:extLst>
      <p:ext uri="{BB962C8B-B14F-4D97-AF65-F5344CB8AC3E}">
        <p14:creationId xmlns:p14="http://schemas.microsoft.com/office/powerpoint/2010/main" val="348619151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sv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4.sv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svg"/><Relationship Id="rId3" Type="http://schemas.openxmlformats.org/officeDocument/2006/relationships/image" Target="../media/image6.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4.svg"/></Relationships>
</file>

<file path=ppt/slideLayouts/_rels/slideLayout20.xml.rels><?xml version='1.0' encoding='UTF-8' standalone='yes'?>
<Relationships xmlns="http://schemas.openxmlformats.org/package/2006/relationships"><Relationship Id="rId1" Type="http://schemas.openxmlformats.org/officeDocument/2006/relationships/tags" Target="../tags/tag1.xml"/><Relationship Id="rId2" Type="http://schemas.openxmlformats.org/officeDocument/2006/relationships/slideMaster" Target="../slideMasters/slideMaster1.xml"/><Relationship Id="rId3" Type="http://schemas.openxmlformats.org/officeDocument/2006/relationships/image" Target="../media/image7.png"/><Relationship Id="rId4" Type="http://schemas.openxmlformats.org/officeDocument/2006/relationships/image" Target="../media/image4.sv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8.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8.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9.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9.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4.sv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4.sv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4.sv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4.svg"/></Relationships>
</file>

<file path=ppt/slideLayouts/_rels/slideLayout29.xml.rels><?xml version='1.0' encoding='UTF-8' standalone='yes'?>
<Relationships xmlns="http://schemas.openxmlformats.org/package/2006/relationships"><Relationship Id="rId1" Type="http://schemas.openxmlformats.org/officeDocument/2006/relationships/tags" Target="../tags/tag2.xml"/><Relationship Id="rId2" Type="http://schemas.openxmlformats.org/officeDocument/2006/relationships/slideMaster" Target="../slideMasters/slideMaster1.xml"/><Relationship Id="rId3" Type="http://schemas.openxmlformats.org/officeDocument/2006/relationships/image" Target="../media/image11.sv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sv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svg"/><Relationship Id="rId3" Type="http://schemas.openxmlformats.org/officeDocument/2006/relationships/image" Target="../media/image6.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12.sv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12.sv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sv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emf"/></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12.sv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 Id="rId3" Type="http://schemas.openxmlformats.org/officeDocument/2006/relationships/image" Target="../media/image4.sv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 Id="rId3" Type="http://schemas.openxmlformats.org/officeDocument/2006/relationships/image" Target="../media/image18.sv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 Id="rId3" Type="http://schemas.openxmlformats.org/officeDocument/2006/relationships/image" Target="../media/image4.sv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png"/><Relationship Id="rId3" Type="http://schemas.openxmlformats.org/officeDocument/2006/relationships/image" Target="../media/image18.sv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svg"/><Relationship Id="rId3" Type="http://schemas.openxmlformats.org/officeDocument/2006/relationships/image" Target="../media/image21.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svg"/><Relationship Id="rId3" Type="http://schemas.openxmlformats.org/officeDocument/2006/relationships/image" Target="../media/image22.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 Id="rId3" Type="http://schemas.openxmlformats.org/officeDocument/2006/relationships/image" Target="../media/image4.sv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4.sv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4.sv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4.sv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4.sv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4.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4.png"/><Relationship Id="rId3" Type="http://schemas.openxmlformats.org/officeDocument/2006/relationships/image" Target="../media/image4.sv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sv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5.png"/><Relationship Id="rId3" Type="http://schemas.openxmlformats.org/officeDocument/2006/relationships/image" Target="../media/image26.png"/></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svg"/></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 Id="rId3" Type="http://schemas.openxmlformats.org/officeDocument/2006/relationships/image" Target="../media/image1.svg"/></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 Id="rId3" Type="http://schemas.openxmlformats.org/officeDocument/2006/relationships/image" Target="../media/image1.svg"/></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svg"/></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svg"/></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svg"/></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svg"/></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svg"/></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svg"/></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2.svg"/></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png"/><Relationship Id="rId3" Type="http://schemas.openxmlformats.org/officeDocument/2006/relationships/image" Target="../media/image4.svg"/></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2.svg"/><Relationship Id="rId3" Type="http://schemas.openxmlformats.org/officeDocument/2006/relationships/image" Target="../media/image6.png"/></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 Id="rId3" Type="http://schemas.openxmlformats.org/officeDocument/2006/relationships/image" Target="../media/image12.svg"/></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svg"/><Relationship Id="rId3" Type="http://schemas.openxmlformats.org/officeDocument/2006/relationships/image" Target="../media/image8.png"/></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svg"/><Relationship Id="rId3" Type="http://schemas.openxmlformats.org/officeDocument/2006/relationships/image" Target="../media/image8.png"/></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svg"/><Relationship Id="rId3" Type="http://schemas.openxmlformats.org/officeDocument/2006/relationships/image" Target="../media/image9.png"/></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svg"/><Relationship Id="rId3" Type="http://schemas.openxmlformats.org/officeDocument/2006/relationships/image" Target="../media/image9.png"/></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2.svg"/></Relationships>
</file>

<file path=ppt/slideLayouts/_rels/slideLayout11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3.svg"/></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12.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svg"/></Relationships>
</file>

<file path=ppt/slideLayouts/_rels/slideLayout11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2.png"/><Relationship Id="rId3" Type="http://schemas.openxmlformats.org/officeDocument/2006/relationships/image" Target="../media/image1.svg"/></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png"/><Relationship Id="rId3" Type="http://schemas.openxmlformats.org/officeDocument/2006/relationships/image" Target="../media/image1.svg"/></Relationships>
</file>

<file path=ppt/slideLayouts/_rels/slideLayout116.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svg"/></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18.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1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2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21.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svg"/></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svg"/></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svg"/></Relationships>
</file>

<file path=ppt/slideLayouts/_rels/slideLayout124.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svg"/></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svg"/></Relationships>
</file>

<file path=ppt/slideLayouts/_rels/slideLayout126.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2.svg"/></Relationships>
</file>

<file path=ppt/slideLayouts/_rels/slideLayout127.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5.png"/><Relationship Id="rId3" Type="http://schemas.openxmlformats.org/officeDocument/2006/relationships/image" Target="../media/image12.svg"/></Relationships>
</file>

<file path=ppt/slideLayouts/_rels/slideLayout128.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2.svg"/><Relationship Id="rId3" Type="http://schemas.openxmlformats.org/officeDocument/2006/relationships/image" Target="../media/image6.png"/></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6.png"/><Relationship Id="rId3" Type="http://schemas.openxmlformats.org/officeDocument/2006/relationships/image" Target="../media/image12.svg"/></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svg"/><Relationship Id="rId3" Type="http://schemas.openxmlformats.org/officeDocument/2006/relationships/image" Target="../media/image8.png"/></Relationships>
</file>

<file path=ppt/slideLayouts/_rels/slideLayout132.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svg"/><Relationship Id="rId3" Type="http://schemas.openxmlformats.org/officeDocument/2006/relationships/image" Target="../media/image8.png"/></Relationships>
</file>

<file path=ppt/slideLayouts/_rels/slideLayout133.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svg"/><Relationship Id="rId3" Type="http://schemas.openxmlformats.org/officeDocument/2006/relationships/image" Target="../media/image9.png"/></Relationships>
</file>

<file path=ppt/slideLayouts/_rels/slideLayout134.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svg"/><Relationship Id="rId3" Type="http://schemas.openxmlformats.org/officeDocument/2006/relationships/image" Target="../media/image9.png"/></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136.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137.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138.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0.png"/><Relationship Id="rId3" Type="http://schemas.openxmlformats.org/officeDocument/2006/relationships/image" Target="../media/image12.svg"/></Relationships>
</file>

<file path=ppt/slideLayouts/_rels/slideLayout139.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16.png"/><Relationship Id="rId3" Type="http://schemas.openxmlformats.org/officeDocument/2006/relationships/image" Target="../media/image12.svg"/></Relationships>
</file>

<file path=ppt/slideLayouts/_rels/slideLayout140.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17.png"/><Relationship Id="rId3" Type="http://schemas.openxmlformats.org/officeDocument/2006/relationships/image" Target="../media/image27.svg"/></Relationships>
</file>

<file path=ppt/slideLayouts/_rels/slideLayout141.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19.png"/><Relationship Id="rId3" Type="http://schemas.openxmlformats.org/officeDocument/2006/relationships/image" Target="../media/image12.svg"/></Relationships>
</file>

<file path=ppt/slideLayouts/_rels/slideLayout142.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20.png"/><Relationship Id="rId3" Type="http://schemas.openxmlformats.org/officeDocument/2006/relationships/image" Target="../media/image27.svg"/></Relationships>
</file>

<file path=ppt/slideLayouts/_rels/slideLayout143.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27.svg"/><Relationship Id="rId3" Type="http://schemas.openxmlformats.org/officeDocument/2006/relationships/image" Target="../media/image21.png"/></Relationships>
</file>

<file path=ppt/slideLayouts/_rels/slideLayout144.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12.svg"/><Relationship Id="rId3" Type="http://schemas.openxmlformats.org/officeDocument/2006/relationships/image" Target="../media/image22.png"/></Relationships>
</file>

<file path=ppt/slideLayouts/_rels/slideLayout145.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16.png"/><Relationship Id="rId3" Type="http://schemas.openxmlformats.org/officeDocument/2006/relationships/image" Target="../media/image4.svg"/></Relationships>
</file>

<file path=ppt/slideLayouts/_rels/slideLayout146.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23.png"/><Relationship Id="rId3" Type="http://schemas.openxmlformats.org/officeDocument/2006/relationships/image" Target="../media/image12.svg"/></Relationships>
</file>

<file path=ppt/slideLayouts/_rels/slideLayout147.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23.png"/><Relationship Id="rId3" Type="http://schemas.openxmlformats.org/officeDocument/2006/relationships/image" Target="../media/image12.svg"/></Relationships>
</file>

<file path=ppt/slideLayouts/_rels/slideLayout148.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23.png"/><Relationship Id="rId3" Type="http://schemas.openxmlformats.org/officeDocument/2006/relationships/image" Target="../media/image12.svg"/></Relationships>
</file>

<file path=ppt/slideLayouts/_rels/slideLayout149.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23.png"/><Relationship Id="rId3" Type="http://schemas.openxmlformats.org/officeDocument/2006/relationships/image" Target="../media/image12.svg"/></Relationships>
</file>

<file path=ppt/slideLayouts/_rels/slideLayout150.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24.png"/></Relationships>
</file>

<file path=ppt/slideLayouts/_rels/slideLayout151.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24.png"/><Relationship Id="rId3" Type="http://schemas.openxmlformats.org/officeDocument/2006/relationships/image" Target="../media/image12.svg"/></Relationships>
</file>

<file path=ppt/slideLayouts/_rels/slideLayout152.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153.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svg"/></Relationships>
</file>

<file path=ppt/slideLayouts/_rels/slideLayout154.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155.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2.png"/><Relationship Id="rId3" Type="http://schemas.openxmlformats.org/officeDocument/2006/relationships/image" Target="../media/image1.svg"/></Relationships>
</file>

<file path=ppt/slideLayouts/_rels/slideLayout156.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3.png"/><Relationship Id="rId3" Type="http://schemas.openxmlformats.org/officeDocument/2006/relationships/image" Target="../media/image1.svg"/></Relationships>
</file>

<file path=ppt/slideLayouts/_rels/slideLayout157.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svg"/></Relationships>
</file>

<file path=ppt/slideLayouts/_rels/slideLayout158.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159.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160.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161.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162.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svg"/></Relationships>
</file>

<file path=ppt/slideLayouts/_rels/slideLayout163.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svg"/></Relationships>
</file>

<file path=ppt/slideLayouts/_rels/slideLayout164.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svg"/></Relationships>
</file>

<file path=ppt/slideLayouts/_rels/slideLayout165.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svg"/></Relationships>
</file>

<file path=ppt/slideLayouts/_rels/slideLayout166.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svg"/></Relationships>
</file>

<file path=ppt/slideLayouts/_rels/slideLayout167.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2.svg"/></Relationships>
</file>

<file path=ppt/slideLayouts/_rels/slideLayout168.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5.png"/><Relationship Id="rId3" Type="http://schemas.openxmlformats.org/officeDocument/2006/relationships/image" Target="../media/image12.svg"/></Relationships>
</file>

<file path=ppt/slideLayouts/_rels/slideLayout169.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2.svg"/><Relationship Id="rId3" Type="http://schemas.openxmlformats.org/officeDocument/2006/relationships/image" Target="../media/image6.png"/></Relationships>
</file>

<file path=ppt/slideLayouts/_rels/slideLayout170.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6.png"/><Relationship Id="rId3" Type="http://schemas.openxmlformats.org/officeDocument/2006/relationships/image" Target="../media/image12.svg"/></Relationships>
</file>

<file path=ppt/slideLayouts/_rels/slideLayout171.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172.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svg"/><Relationship Id="rId3" Type="http://schemas.openxmlformats.org/officeDocument/2006/relationships/image" Target="../media/image8.png"/></Relationships>
</file>

<file path=ppt/slideLayouts/_rels/slideLayout173.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svg"/><Relationship Id="rId3" Type="http://schemas.openxmlformats.org/officeDocument/2006/relationships/image" Target="../media/image8.png"/></Relationships>
</file>

<file path=ppt/slideLayouts/_rels/slideLayout174.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svg"/><Relationship Id="rId3" Type="http://schemas.openxmlformats.org/officeDocument/2006/relationships/image" Target="../media/image9.png"/></Relationships>
</file>

<file path=ppt/slideLayouts/_rels/slideLayout175.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svg"/><Relationship Id="rId3" Type="http://schemas.openxmlformats.org/officeDocument/2006/relationships/image" Target="../media/image9.png"/></Relationships>
</file>

<file path=ppt/slideLayouts/_rels/slideLayout176.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177.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178.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179.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0.png"/><Relationship Id="rId3" Type="http://schemas.openxmlformats.org/officeDocument/2006/relationships/image" Target="../media/image12.svg"/></Relationships>
</file>

<file path=ppt/slideLayouts/_rels/slideLayout180.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24.png"/><Relationship Id="rId3" Type="http://schemas.openxmlformats.org/officeDocument/2006/relationships/image" Target="../media/image12.svg"/></Relationships>
</file>

<file path=ppt/slideLayouts/_rels/slideLayout181.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3.svg"/></Relationships>
</file>

<file path=ppt/slideLayouts/_rels/slideLayout182.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6.png"/><Relationship Id="rId3" Type="http://schemas.openxmlformats.org/officeDocument/2006/relationships/image" Target="../media/image4.svg"/></Relationships>
</file>

<file path=ppt/slideLayouts/_rels/slideLayout183.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16.png"/><Relationship Id="rId3" Type="http://schemas.openxmlformats.org/officeDocument/2006/relationships/image" Target="../media/image12.svg"/></Relationships>
</file>

<file path=ppt/slideLayouts/_rels/slideLayout184.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17.png"/><Relationship Id="rId3" Type="http://schemas.openxmlformats.org/officeDocument/2006/relationships/image" Target="../media/image27.svg"/></Relationships>
</file>

<file path=ppt/slideLayouts/_rels/slideLayout185.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19.png"/><Relationship Id="rId3" Type="http://schemas.openxmlformats.org/officeDocument/2006/relationships/image" Target="../media/image12.svg"/></Relationships>
</file>

<file path=ppt/slideLayouts/_rels/slideLayout186.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20.png"/><Relationship Id="rId3" Type="http://schemas.openxmlformats.org/officeDocument/2006/relationships/image" Target="../media/image18.svg"/></Relationships>
</file>

<file path=ppt/slideLayouts/_rels/slideLayout187.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27.svg"/><Relationship Id="rId3" Type="http://schemas.openxmlformats.org/officeDocument/2006/relationships/image" Target="../media/image21.png"/></Relationships>
</file>

<file path=ppt/slideLayouts/_rels/slideLayout188.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12.svg"/><Relationship Id="rId3" Type="http://schemas.openxmlformats.org/officeDocument/2006/relationships/image" Target="../media/image22.png"/></Relationships>
</file>

<file path=ppt/slideLayouts/_rels/slideLayout189.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16.png"/><Relationship Id="rId3" Type="http://schemas.openxmlformats.org/officeDocument/2006/relationships/image" Target="../media/image4.svg"/></Relationships>
</file>

<file path=ppt/slideLayouts/_rels/slideLayout190.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23.png"/><Relationship Id="rId3" Type="http://schemas.openxmlformats.org/officeDocument/2006/relationships/image" Target="../media/image12.svg"/></Relationships>
</file>

<file path=ppt/slideLayouts/_rels/slideLayout191.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23.png"/><Relationship Id="rId3" Type="http://schemas.openxmlformats.org/officeDocument/2006/relationships/image" Target="../media/image12.svg"/></Relationships>
</file>

<file path=ppt/slideLayouts/_rels/slideLayout192.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23.png"/><Relationship Id="rId3" Type="http://schemas.openxmlformats.org/officeDocument/2006/relationships/image" Target="../media/image12.svg"/></Relationships>
</file>

<file path=ppt/slideLayouts/_rels/slideLayout193.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23.png"/><Relationship Id="rId3" Type="http://schemas.openxmlformats.org/officeDocument/2006/relationships/image" Target="../media/image12.svg"/></Relationships>
</file>

<file path=ppt/slideLayouts/_rels/slideLayout194.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24.png"/></Relationships>
</file>

<file path=ppt/slideLayouts/_rels/slideLayout195.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24.png"/><Relationship Id="rId3" Type="http://schemas.openxmlformats.org/officeDocument/2006/relationships/image" Target="../media/image12.svg"/></Relationships>
</file>

<file path=ppt/slideLayouts/_rels/slideLayout196.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197.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5.png"/><Relationship Id="rId3" Type="http://schemas.openxmlformats.org/officeDocument/2006/relationships/image" Target="../media/image4.svg"/></Relationships>
</file>

<file path=ppt/slideLayouts/_rels/slideLayout198.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2.png"/><Relationship Id="rId3" Type="http://schemas.openxmlformats.org/officeDocument/2006/relationships/image" Target="../media/image1.svg"/></Relationships>
</file>

<file path=ppt/slideLayouts/_rels/slideLayout199.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00.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01.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02.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03.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04.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05.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06.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07.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08.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09.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10.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11.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12.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13.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14.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15.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16.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17.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18.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19.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20.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21.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22.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23.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24.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25.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26.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27.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28.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29.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30.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31.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32.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33.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34.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35.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36.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37.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38.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39.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40.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41.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42.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43.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44.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45.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46.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47.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48.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49.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50.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51.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52.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53.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54.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55.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56.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57.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58.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59.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60.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61.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62.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63.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64.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65.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66.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67.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68.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69.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70.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71.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72.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73.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74.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75.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76.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77.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78.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79.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80.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81.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282.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283.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284.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285.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286.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287.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288.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289.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290.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291.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292.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293.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294.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295.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296.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297.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298.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299.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00.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01.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302.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303.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04.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05.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06.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07.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08.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09.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10.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311.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312.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13.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14.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15.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16.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317.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318.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19.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20.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321.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322.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svg"/></Relationships>
</file>

<file path=ppt/slideLayouts/_rels/slideLayout323.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324.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2.png"/><Relationship Id="rId3" Type="http://schemas.openxmlformats.org/officeDocument/2006/relationships/image" Target="../media/image1.svg"/></Relationships>
</file>

<file path=ppt/slideLayouts/_rels/slideLayout325.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2.png"/><Relationship Id="rId3" Type="http://schemas.openxmlformats.org/officeDocument/2006/relationships/image" Target="../media/image1.svg"/></Relationships>
</file>

<file path=ppt/slideLayouts/_rels/slideLayout326.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2.png"/><Relationship Id="rId3" Type="http://schemas.openxmlformats.org/officeDocument/2006/relationships/image" Target="../media/image1.svg"/></Relationships>
</file>

<file path=ppt/slideLayouts/_rels/slideLayout327.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3.png"/><Relationship Id="rId3" Type="http://schemas.openxmlformats.org/officeDocument/2006/relationships/image" Target="../media/image1.svg"/></Relationships>
</file>

<file path=ppt/slideLayouts/_rels/slideLayout328.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svg"/></Relationships>
</file>

<file path=ppt/slideLayouts/_rels/slideLayout329.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330.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331.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332.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333.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svg"/></Relationships>
</file>

<file path=ppt/slideLayouts/_rels/slideLayout334.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svg"/></Relationships>
</file>

<file path=ppt/slideLayouts/_rels/slideLayout335.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svg"/></Relationships>
</file>

<file path=ppt/slideLayouts/_rels/slideLayout336.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svg"/></Relationships>
</file>

<file path=ppt/slideLayouts/_rels/slideLayout337.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svg"/></Relationships>
</file>

<file path=ppt/slideLayouts/_rels/slideLayout338.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4.svg"/></Relationships>
</file>

<file path=ppt/slideLayouts/_rels/slideLayout339.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5.png"/><Relationship Id="rId3" Type="http://schemas.openxmlformats.org/officeDocument/2006/relationships/image" Target="../media/image4.svg"/></Relationships>
</file>

<file path=ppt/slideLayouts/_rels/slideLayout340.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4.svg"/><Relationship Id="rId3" Type="http://schemas.openxmlformats.org/officeDocument/2006/relationships/image" Target="../media/image6.png"/></Relationships>
</file>

<file path=ppt/slideLayouts/_rels/slideLayout341.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6.png"/><Relationship Id="rId3" Type="http://schemas.openxmlformats.org/officeDocument/2006/relationships/image" Target="../media/image4.svg"/></Relationships>
</file>

<file path=ppt/slideLayouts/_rels/slideLayout342.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7.png"/><Relationship Id="rId3" Type="http://schemas.openxmlformats.org/officeDocument/2006/relationships/image" Target="../media/image4.svg"/></Relationships>
</file>

<file path=ppt/slideLayouts/_rels/slideLayout343.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svg"/><Relationship Id="rId3" Type="http://schemas.openxmlformats.org/officeDocument/2006/relationships/image" Target="../media/image8.png"/></Relationships>
</file>

<file path=ppt/slideLayouts/_rels/slideLayout344.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svg"/><Relationship Id="rId3" Type="http://schemas.openxmlformats.org/officeDocument/2006/relationships/image" Target="../media/image8.png"/></Relationships>
</file>

<file path=ppt/slideLayouts/_rels/slideLayout345.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svg"/><Relationship Id="rId3" Type="http://schemas.openxmlformats.org/officeDocument/2006/relationships/image" Target="../media/image9.png"/></Relationships>
</file>

<file path=ppt/slideLayouts/_rels/slideLayout346.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svg"/><Relationship Id="rId3" Type="http://schemas.openxmlformats.org/officeDocument/2006/relationships/image" Target="../media/image9.png"/></Relationships>
</file>

<file path=ppt/slideLayouts/_rels/slideLayout347.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7.png"/><Relationship Id="rId3" Type="http://schemas.openxmlformats.org/officeDocument/2006/relationships/image" Target="../media/image4.svg"/></Relationships>
</file>

<file path=ppt/slideLayouts/_rels/slideLayout348.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7.png"/><Relationship Id="rId3" Type="http://schemas.openxmlformats.org/officeDocument/2006/relationships/image" Target="../media/image4.svg"/></Relationships>
</file>

<file path=ppt/slideLayouts/_rels/slideLayout349.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7.png"/><Relationship Id="rId3" Type="http://schemas.openxmlformats.org/officeDocument/2006/relationships/image" Target="../media/image4.svg"/></Relationships>
</file>

<file path=ppt/slideLayouts/_rels/slideLayout350.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0.png"/><Relationship Id="rId3" Type="http://schemas.openxmlformats.org/officeDocument/2006/relationships/image" Target="../media/image4.svg"/></Relationships>
</file>

<file path=ppt/slideLayouts/_rels/slideLayout351.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6.png"/><Relationship Id="rId3" Type="http://schemas.openxmlformats.org/officeDocument/2006/relationships/image" Target="../media/image4.svg"/></Relationships>
</file>

<file path=ppt/slideLayouts/_rels/slideLayout352.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23.png"/><Relationship Id="rId3" Type="http://schemas.openxmlformats.org/officeDocument/2006/relationships/image" Target="../media/image4.svg"/></Relationships>
</file>

<file path=ppt/slideLayouts/_rels/slideLayout353.xml.rels><?xml version='1.0' encoding='UTF-8' standalone='yes'?>
<Relationships xmlns="http://schemas.openxmlformats.org/package/2006/relationships"><Relationship Id="rId1" Type="http://schemas.openxmlformats.org/officeDocument/2006/relationships/slideMaster" Target="../slideMasters/slideMaster13.xml"/></Relationships>
</file>

<file path=ppt/slideLayouts/_rels/slideLayout354.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svg"/></Relationships>
</file>

<file path=ppt/slideLayouts/_rels/slideLayout355.xml.rels><?xml version='1.0' encoding='UTF-8' standalone='yes'?>
<Relationships xmlns="http://schemas.openxmlformats.org/package/2006/relationships"><Relationship Id="rId1" Type="http://schemas.openxmlformats.org/officeDocument/2006/relationships/slideMaster" Target="../slideMasters/slideMaster13.xml"/></Relationships>
</file>

<file path=ppt/slideLayouts/_rels/slideLayout356.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2.png"/><Relationship Id="rId3" Type="http://schemas.openxmlformats.org/officeDocument/2006/relationships/image" Target="../media/image1.svg"/></Relationships>
</file>

<file path=ppt/slideLayouts/_rels/slideLayout357.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3.png"/><Relationship Id="rId3" Type="http://schemas.openxmlformats.org/officeDocument/2006/relationships/image" Target="../media/image1.svg"/></Relationships>
</file>

<file path=ppt/slideLayouts/_rels/slideLayout358.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svg"/></Relationships>
</file>

<file path=ppt/slideLayouts/_rels/slideLayout359.xml.rels><?xml version='1.0' encoding='UTF-8' standalone='yes'?>
<Relationships xmlns="http://schemas.openxmlformats.org/package/2006/relationships"><Relationship Id="rId1" Type="http://schemas.openxmlformats.org/officeDocument/2006/relationships/slideMaster" Target="../slideMasters/slideMaster13.xml"/></Relationships>
</file>

<file path=ppt/slideLayouts/_rels/slideLayout360.xml.rels><?xml version='1.0' encoding='UTF-8' standalone='yes'?>
<Relationships xmlns="http://schemas.openxmlformats.org/package/2006/relationships"><Relationship Id="rId1" Type="http://schemas.openxmlformats.org/officeDocument/2006/relationships/slideMaster" Target="../slideMasters/slideMaster13.xml"/></Relationships>
</file>

<file path=ppt/slideLayouts/_rels/slideLayout361.xml.rels><?xml version='1.0' encoding='UTF-8' standalone='yes'?>
<Relationships xmlns="http://schemas.openxmlformats.org/package/2006/relationships"><Relationship Id="rId1" Type="http://schemas.openxmlformats.org/officeDocument/2006/relationships/slideMaster" Target="../slideMasters/slideMaster13.xml"/></Relationships>
</file>

<file path=ppt/slideLayouts/_rels/slideLayout362.xml.rels><?xml version='1.0' encoding='UTF-8' standalone='yes'?>
<Relationships xmlns="http://schemas.openxmlformats.org/package/2006/relationships"><Relationship Id="rId1" Type="http://schemas.openxmlformats.org/officeDocument/2006/relationships/slideMaster" Target="../slideMasters/slideMaster13.xml"/></Relationships>
</file>

<file path=ppt/slideLayouts/_rels/slideLayout363.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svg"/></Relationships>
</file>

<file path=ppt/slideLayouts/_rels/slideLayout364.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svg"/></Relationships>
</file>

<file path=ppt/slideLayouts/_rels/slideLayout365.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svg"/></Relationships>
</file>

<file path=ppt/slideLayouts/_rels/slideLayout366.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svg"/></Relationships>
</file>

<file path=ppt/slideLayouts/_rels/slideLayout367.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svg"/></Relationships>
</file>

<file path=ppt/slideLayouts/_rels/slideLayout368.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4.svg"/></Relationships>
</file>

<file path=ppt/slideLayouts/_rels/slideLayout369.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5.png"/><Relationship Id="rId3" Type="http://schemas.openxmlformats.org/officeDocument/2006/relationships/image" Target="../media/image4.svg"/></Relationships>
</file>

<file path=ppt/slideLayouts/_rels/slideLayout370.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4.svg"/><Relationship Id="rId3" Type="http://schemas.openxmlformats.org/officeDocument/2006/relationships/image" Target="../media/image6.png"/></Relationships>
</file>

<file path=ppt/slideLayouts/_rels/slideLayout371.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6.png"/><Relationship Id="rId3" Type="http://schemas.openxmlformats.org/officeDocument/2006/relationships/image" Target="../media/image4.svg"/></Relationships>
</file>

<file path=ppt/slideLayouts/_rels/slideLayout372.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7.png"/><Relationship Id="rId3" Type="http://schemas.openxmlformats.org/officeDocument/2006/relationships/image" Target="../media/image4.svg"/></Relationships>
</file>

<file path=ppt/slideLayouts/_rels/slideLayout373.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svg"/><Relationship Id="rId3" Type="http://schemas.openxmlformats.org/officeDocument/2006/relationships/image" Target="../media/image8.png"/></Relationships>
</file>

<file path=ppt/slideLayouts/_rels/slideLayout374.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svg"/><Relationship Id="rId3" Type="http://schemas.openxmlformats.org/officeDocument/2006/relationships/image" Target="../media/image8.png"/></Relationships>
</file>

<file path=ppt/slideLayouts/_rels/slideLayout375.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svg"/><Relationship Id="rId3" Type="http://schemas.openxmlformats.org/officeDocument/2006/relationships/image" Target="../media/image9.png"/></Relationships>
</file>

<file path=ppt/slideLayouts/_rels/slideLayout376.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svg"/><Relationship Id="rId3" Type="http://schemas.openxmlformats.org/officeDocument/2006/relationships/image" Target="../media/image9.png"/></Relationships>
</file>

<file path=ppt/slideLayouts/_rels/slideLayout377.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7.png"/><Relationship Id="rId3" Type="http://schemas.openxmlformats.org/officeDocument/2006/relationships/image" Target="../media/image4.svg"/></Relationships>
</file>

<file path=ppt/slideLayouts/_rels/slideLayout378.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7.png"/><Relationship Id="rId3" Type="http://schemas.openxmlformats.org/officeDocument/2006/relationships/image" Target="../media/image4.svg"/></Relationships>
</file>

<file path=ppt/slideLayouts/_rels/slideLayout379.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7.png"/><Relationship Id="rId3" Type="http://schemas.openxmlformats.org/officeDocument/2006/relationships/image" Target="../media/image4.svg"/></Relationships>
</file>

<file path=ppt/slideLayouts/_rels/slideLayout380.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0.png"/><Relationship Id="rId3" Type="http://schemas.openxmlformats.org/officeDocument/2006/relationships/image" Target="../media/image4.svg"/></Relationships>
</file>

<file path=ppt/slideLayouts/_rels/slideLayout381.xml.rels><?xml version='1.0' encoding='UTF-8' standalone='yes'?>
<Relationships xmlns="http://schemas.openxmlformats.org/package/2006/relationships"><Relationship Id="rId1" Type="http://schemas.openxmlformats.org/officeDocument/2006/relationships/tags" Target="../tags/tag3.xml"/><Relationship Id="rId2" Type="http://schemas.openxmlformats.org/officeDocument/2006/relationships/slideMaster" Target="../slideMasters/slideMaster13.xml"/><Relationship Id="rId3" Type="http://schemas.openxmlformats.org/officeDocument/2006/relationships/image" Target="../media/image11.svg"/></Relationships>
</file>

<file path=ppt/slideLayouts/_rels/slideLayout382.xml.rels><?xml version='1.0' encoding='UTF-8' standalone='yes'?>
<Relationships xmlns="http://schemas.openxmlformats.org/package/2006/relationships"><Relationship Id="rId1" Type="http://schemas.openxmlformats.org/officeDocument/2006/relationships/tags" Target="../tags/tag4.xml"/><Relationship Id="rId2" Type="http://schemas.openxmlformats.org/officeDocument/2006/relationships/slideMaster" Target="../slideMasters/slideMaster13.xml"/><Relationship Id="rId3" Type="http://schemas.openxmlformats.org/officeDocument/2006/relationships/image" Target="../media/image4.sv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1"/>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p>
            <a:r>
              <a:rPr lang="en-US"/>
              <a:t>Click to edit Master title style</a:t>
            </a:r>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37247677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1"/>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lvl1pPr>
              <a:defRPr>
                <a:solidFill>
                  <a:schemeClr val="tx1"/>
                </a:solidFill>
              </a:defRPr>
            </a:lvl1pPr>
          </a:lstStyle>
          <a:p>
            <a:r>
              <a:rPr lang="en-US"/>
              <a:t>Click to edit Master title style</a:t>
            </a:r>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3" name="Graphic 2">
            <a:extLst>
              <a:ext uri="{FF2B5EF4-FFF2-40B4-BE49-F238E27FC236}">
                <a16:creationId xmlns:a16="http://schemas.microsoft.com/office/drawing/2014/main" id="{00D83E88-A286-BF1F-719B-20F1C44734C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cxnSp>
        <p:nvCxnSpPr>
          <p:cNvPr id="2" name="Straight Connector 1">
            <a:extLst>
              <a:ext uri="{FF2B5EF4-FFF2-40B4-BE49-F238E27FC236}">
                <a16:creationId xmlns:a16="http://schemas.microsoft.com/office/drawing/2014/main" id="{9720D620-A98D-8E56-CDB8-0DC6E5725E42}"/>
              </a:ext>
            </a:extLst>
          </p:cNvPr>
          <p:cNvCxnSpPr>
            <a:cxnSpLocks/>
          </p:cNvCxnSpPr>
          <p:nvPr userDrawn="1"/>
        </p:nvCxnSpPr>
        <p:spPr>
          <a:xfrm flipV="1">
            <a:off x="0" y="2151390"/>
            <a:ext cx="24384000" cy="1478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765536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ingle column Simple - with subhead">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3739563"/>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p>
            <a:r>
              <a:rPr lang="en-US"/>
              <a:t>Click to edit Master title style</a:t>
            </a:r>
          </a:p>
        </p:txBody>
      </p:sp>
      <p:sp>
        <p:nvSpPr>
          <p:cNvPr id="8" name="Footer Placeholder 4">
            <a:extLst>
              <a:ext uri="{FF2B5EF4-FFF2-40B4-BE49-F238E27FC236}">
                <a16:creationId xmlns:a16="http://schemas.microsoft.com/office/drawing/2014/main" id="{674407F1-A2F8-A84F-8E52-03F123F4BEF5}"/>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C88CD766-7446-9844-8381-BB1A5421A8C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
        <p:nvSpPr>
          <p:cNvPr id="3" name="Text Placeholder 2">
            <a:extLst>
              <a:ext uri="{FF2B5EF4-FFF2-40B4-BE49-F238E27FC236}">
                <a16:creationId xmlns:a16="http://schemas.microsoft.com/office/drawing/2014/main" id="{3D5AAC42-935B-0E18-6CAC-AB1A022B59F1}"/>
              </a:ext>
            </a:extLst>
          </p:cNvPr>
          <p:cNvSpPr>
            <a:spLocks noGrp="1"/>
          </p:cNvSpPr>
          <p:nvPr>
            <p:ph type="body" sz="quarter" idx="13" hasCustomPrompt="1"/>
          </p:nvPr>
        </p:nvSpPr>
        <p:spPr>
          <a:xfrm>
            <a:off x="341756" y="2781300"/>
            <a:ext cx="22936200" cy="584776"/>
          </a:xfrm>
        </p:spPr>
        <p:txBody>
          <a:bodyPr/>
          <a:lstStyle>
            <a:lvl1pPr marL="0" indent="0">
              <a:buNone/>
              <a:defRPr sz="3800" b="1"/>
            </a:lvl1pPr>
            <a:lvl2pPr marL="566736" indent="0">
              <a:buNone/>
              <a:defRPr/>
            </a:lvl2pPr>
          </a:lstStyle>
          <a:p>
            <a:r>
              <a:rPr lang="en-US"/>
              <a:t>Subtitle or callout if needed, all titles and subtitles are sentence case </a:t>
            </a:r>
          </a:p>
        </p:txBody>
      </p:sp>
    </p:spTree>
    <p:extLst>
      <p:ext uri="{BB962C8B-B14F-4D97-AF65-F5344CB8AC3E}">
        <p14:creationId xmlns:p14="http://schemas.microsoft.com/office/powerpoint/2010/main" val="221079172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Title Only">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7F38F25E-FF38-834D-521D-D61E09DDD2AB}"/>
              </a:ext>
            </a:extLst>
          </p:cNvPr>
          <p:cNvGrpSpPr/>
          <p:nvPr userDrawn="1"/>
        </p:nvGrpSpPr>
        <p:grpSpPr>
          <a:xfrm>
            <a:off x="1" y="-4805"/>
            <a:ext cx="25334686" cy="2199366"/>
            <a:chOff x="0" y="-2403"/>
            <a:chExt cx="12667343" cy="1099683"/>
          </a:xfrm>
        </p:grpSpPr>
        <p:sp>
          <p:nvSpPr>
            <p:cNvPr id="7" name="Rectangle 6">
              <a:extLst>
                <a:ext uri="{FF2B5EF4-FFF2-40B4-BE49-F238E27FC236}">
                  <a16:creationId xmlns:a16="http://schemas.microsoft.com/office/drawing/2014/main" id="{7051444A-8DCA-DDB2-763E-349707F988F2}"/>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10" name="Picture 9">
              <a:extLst>
                <a:ext uri="{FF2B5EF4-FFF2-40B4-BE49-F238E27FC236}">
                  <a16:creationId xmlns:a16="http://schemas.microsoft.com/office/drawing/2014/main" id="{528A3E14-429A-2111-9034-26AFC851FE02}"/>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150"/>
          </a:xfrm>
        </p:spPr>
        <p:txBody>
          <a:body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99430995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Title Only_2 lin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BBF274A9-9392-1E6D-7D16-896285565278}"/>
              </a:ext>
            </a:extLst>
          </p:cNvPr>
          <p:cNvSpPr/>
          <p:nvPr userDrawn="1"/>
        </p:nvSpPr>
        <p:spPr>
          <a:xfrm>
            <a:off x="0" y="0"/>
            <a:ext cx="24384000" cy="308008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4" name="Picture 3">
            <a:extLst>
              <a:ext uri="{FF2B5EF4-FFF2-40B4-BE49-F238E27FC236}">
                <a16:creationId xmlns:a16="http://schemas.microsoft.com/office/drawing/2014/main" id="{4F67146D-3C58-F6B2-201A-B16919DBC4A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8203113" y="-16457"/>
            <a:ext cx="17160602" cy="3096542"/>
          </a:xfrm>
          <a:prstGeom prst="rect">
            <a:avLst/>
          </a:prstGeom>
        </p:spPr>
      </p:pic>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150"/>
          </a:xfrm>
        </p:spPr>
        <p:txBody>
          <a:body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28555073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Blank">
    <p:spTree>
      <p:nvGrpSpPr>
        <p:cNvPr id="1" name=""/>
        <p:cNvGrpSpPr/>
        <p:nvPr/>
      </p:nvGrpSpPr>
      <p:grpSpPr>
        <a:xfrm>
          <a:off x="0" y="0"/>
          <a:ext cx="0" cy="0"/>
          <a:chOff x="0" y="0"/>
          <a:chExt cx="0" cy="0"/>
        </a:xfrm>
      </p:grpSpPr>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39510180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Single Column">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5"/>
            <a:ext cx="17160240" cy="3488134"/>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10728346" cy="968086"/>
          </a:xfrm>
        </p:spPr>
        <p:txBody>
          <a:bodyPr wrap="square">
            <a:spAutoFit/>
          </a:bodyPr>
          <a:lstStyle/>
          <a:p>
            <a:r>
              <a:rPr lang="en-US"/>
              <a:t>Click to edit Master title style</a:t>
            </a:r>
          </a:p>
        </p:txBody>
      </p:sp>
      <p:sp>
        <p:nvSpPr>
          <p:cNvPr id="8" name="Footer Placeholder 4">
            <a:extLst>
              <a:ext uri="{FF2B5EF4-FFF2-40B4-BE49-F238E27FC236}">
                <a16:creationId xmlns:a16="http://schemas.microsoft.com/office/drawing/2014/main" id="{7D4F1EC5-6BB8-4049-A825-325656113ED2}"/>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E7854F2A-2BBB-9446-B185-6215C140A16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19125743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Double Column">
    <p:spTree>
      <p:nvGrpSpPr>
        <p:cNvPr id="1" name=""/>
        <p:cNvGrpSpPr/>
        <p:nvPr/>
      </p:nvGrpSpPr>
      <p:grpSpPr>
        <a:xfrm>
          <a:off x="0" y="0"/>
          <a:ext cx="0" cy="0"/>
          <a:chOff x="0" y="0"/>
          <a:chExt cx="0" cy="0"/>
        </a:xfrm>
      </p:grpSpPr>
      <p:sp>
        <p:nvSpPr>
          <p:cNvPr id="8" name="Text Placeholder 2">
            <a:extLst>
              <a:ext uri="{FF2B5EF4-FFF2-40B4-BE49-F238E27FC236}">
                <a16:creationId xmlns:a16="http://schemas.microsoft.com/office/drawing/2014/main" id="{A08EE2D0-C5F7-40AF-BD24-47EFB4DD9E34}"/>
              </a:ext>
            </a:extLst>
          </p:cNvPr>
          <p:cNvSpPr>
            <a:spLocks noGrp="1"/>
          </p:cNvSpPr>
          <p:nvPr>
            <p:ph idx="1"/>
          </p:nvPr>
        </p:nvSpPr>
        <p:spPr>
          <a:xfrm>
            <a:off x="16059154" y="2777165"/>
            <a:ext cx="7600948" cy="3488134"/>
          </a:xfrm>
          <a:prstGeom prst="rect">
            <a:avLst/>
          </a:prstGeom>
        </p:spPr>
        <p:txBody>
          <a:bodyPr vert="horz"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5"/>
            <a:ext cx="7315200" cy="3488134"/>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5800" y="2777164"/>
            <a:ext cx="5468112" cy="2339102"/>
          </a:xfrm>
        </p:spPr>
        <p:txBody>
          <a:bodyPr vert="horz" lIns="0" tIns="0" rIns="0" bIns="0" rtlCol="0">
            <a:spAutoFit/>
          </a:bodyPr>
          <a:lstStyle>
            <a:lvl1pPr>
              <a:defRPr lang="en-US" sz="3800" dirty="0">
                <a:ln w="3175">
                  <a:noFill/>
                </a:ln>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9E8E5F5F-E11E-C44F-B488-CB35674682B5}"/>
              </a:ext>
            </a:extLst>
          </p:cNvPr>
          <p:cNvSpPr>
            <a:spLocks noGrp="1"/>
          </p:cNvSpPr>
          <p:nvPr>
            <p:ph type="title"/>
          </p:nvPr>
        </p:nvSpPr>
        <p:spPr/>
        <p:txBody>
          <a:bodyPr>
            <a:spAutoFit/>
          </a:bodyPr>
          <a:lstStyle>
            <a:lvl1pPr>
              <a:defRPr/>
            </a:lvl1pPr>
          </a:lstStyle>
          <a:p>
            <a:r>
              <a:rPr lang="en-US"/>
              <a:t>Click to edit Master title style</a:t>
            </a:r>
          </a:p>
        </p:txBody>
      </p:sp>
      <p:sp>
        <p:nvSpPr>
          <p:cNvPr id="11" name="Footer Placeholder 4">
            <a:extLst>
              <a:ext uri="{FF2B5EF4-FFF2-40B4-BE49-F238E27FC236}">
                <a16:creationId xmlns:a16="http://schemas.microsoft.com/office/drawing/2014/main" id="{BD398495-5CA8-A54C-9A38-9431C227BC1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2" name="Slide Number Placeholder 5">
            <a:extLst>
              <a:ext uri="{FF2B5EF4-FFF2-40B4-BE49-F238E27FC236}">
                <a16:creationId xmlns:a16="http://schemas.microsoft.com/office/drawing/2014/main" id="{A111FE5C-B17D-C948-BFCC-6ED5E14CB16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cxnSp>
        <p:nvCxnSpPr>
          <p:cNvPr id="10" name="Straight Connector 9">
            <a:extLst>
              <a:ext uri="{FF2B5EF4-FFF2-40B4-BE49-F238E27FC236}">
                <a16:creationId xmlns:a16="http://schemas.microsoft.com/office/drawing/2014/main" id="{A44C8227-D505-9341-8E5C-224832E8A51F}"/>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8054935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hart Slide">
    <p:spTree>
      <p:nvGrpSpPr>
        <p:cNvPr id="1" name=""/>
        <p:cNvGrpSpPr/>
        <p:nvPr/>
      </p:nvGrpSpPr>
      <p:grpSpPr>
        <a:xfrm>
          <a:off x="0" y="0"/>
          <a:ext cx="0" cy="0"/>
          <a:chOff x="0" y="0"/>
          <a:chExt cx="0" cy="0"/>
        </a:xfrm>
      </p:grpSpPr>
      <p:sp>
        <p:nvSpPr>
          <p:cNvPr id="6" name="Chart Placeholder 5">
            <a:extLst>
              <a:ext uri="{FF2B5EF4-FFF2-40B4-BE49-F238E27FC236}">
                <a16:creationId xmlns:a16="http://schemas.microsoft.com/office/drawing/2014/main" id="{D15CAE43-FFC5-5941-A364-DB8503717B41}"/>
              </a:ext>
            </a:extLst>
          </p:cNvPr>
          <p:cNvSpPr>
            <a:spLocks noGrp="1"/>
          </p:cNvSpPr>
          <p:nvPr>
            <p:ph type="chart" sz="quarter" idx="14"/>
          </p:nvPr>
        </p:nvSpPr>
        <p:spPr>
          <a:xfrm>
            <a:off x="6454140" y="7086755"/>
            <a:ext cx="17183100" cy="553998"/>
          </a:xfrm>
        </p:spPr>
        <p:txBody>
          <a:bodyPr>
            <a:spAutoFit/>
          </a:bodyPr>
          <a:lstStyle/>
          <a:p>
            <a:r>
              <a:rPr lang="en-US"/>
              <a:t>Click icon to add chart</a:t>
            </a:r>
          </a:p>
        </p:txBody>
      </p:sp>
      <p:sp>
        <p:nvSpPr>
          <p:cNvPr id="5" name="Title 4">
            <a:extLst>
              <a:ext uri="{FF2B5EF4-FFF2-40B4-BE49-F238E27FC236}">
                <a16:creationId xmlns:a16="http://schemas.microsoft.com/office/drawing/2014/main" id="{1A166DE4-81E7-7D4A-A206-F89CC138B7CD}"/>
              </a:ext>
            </a:extLst>
          </p:cNvPr>
          <p:cNvSpPr>
            <a:spLocks noGrp="1"/>
          </p:cNvSpPr>
          <p:nvPr>
            <p:ph type="title" hasCustomPrompt="1"/>
          </p:nvPr>
        </p:nvSpPr>
        <p:spPr>
          <a:xfrm>
            <a:off x="668995" y="537179"/>
            <a:ext cx="5466338" cy="968086"/>
          </a:xfrm>
        </p:spPr>
        <p:txBody>
          <a:bodyPr>
            <a:spAutoFit/>
          </a:bodyPr>
          <a:lstStyle/>
          <a:p>
            <a:r>
              <a:rPr lang="en-US"/>
              <a:t>Chart Slide</a:t>
            </a:r>
          </a:p>
        </p:txBody>
      </p:sp>
      <p:sp>
        <p:nvSpPr>
          <p:cNvPr id="12" name="Text Placeholder 8">
            <a:extLst>
              <a:ext uri="{FF2B5EF4-FFF2-40B4-BE49-F238E27FC236}">
                <a16:creationId xmlns:a16="http://schemas.microsoft.com/office/drawing/2014/main" id="{02EECDEE-456F-4A15-A4FE-4CA2F60E0059}"/>
              </a:ext>
            </a:extLst>
          </p:cNvPr>
          <p:cNvSpPr>
            <a:spLocks noGrp="1"/>
          </p:cNvSpPr>
          <p:nvPr>
            <p:ph type="body" sz="quarter" idx="13" hasCustomPrompt="1"/>
          </p:nvPr>
        </p:nvSpPr>
        <p:spPr>
          <a:xfrm>
            <a:off x="688972" y="2777165"/>
            <a:ext cx="5468112"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6">
            <a:extLst>
              <a:ext uri="{FF2B5EF4-FFF2-40B4-BE49-F238E27FC236}">
                <a16:creationId xmlns:a16="http://schemas.microsoft.com/office/drawing/2014/main" id="{0DE29CAF-37DB-469A-A4BC-F015B5D92449}"/>
              </a:ext>
            </a:extLst>
          </p:cNvPr>
          <p:cNvSpPr>
            <a:spLocks noGrp="1"/>
          </p:cNvSpPr>
          <p:nvPr>
            <p:ph type="body" sz="quarter" idx="15"/>
          </p:nvPr>
        </p:nvSpPr>
        <p:spPr>
          <a:xfrm>
            <a:off x="6477000" y="2777164"/>
            <a:ext cx="17160240" cy="3488134"/>
          </a:xfrm>
        </p:spPr>
        <p:txBody>
          <a:bodyPr lIns="18288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8" name="Footer Placeholder 4">
            <a:extLst>
              <a:ext uri="{FF2B5EF4-FFF2-40B4-BE49-F238E27FC236}">
                <a16:creationId xmlns:a16="http://schemas.microsoft.com/office/drawing/2014/main" id="{6814554E-586D-8349-951F-737144ECEFFB}"/>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AED0D651-E967-D846-AE30-12C061B6AD3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cxnSp>
        <p:nvCxnSpPr>
          <p:cNvPr id="11" name="Straight Connector 10">
            <a:extLst>
              <a:ext uri="{FF2B5EF4-FFF2-40B4-BE49-F238E27FC236}">
                <a16:creationId xmlns:a16="http://schemas.microsoft.com/office/drawing/2014/main" id="{675D0394-D778-4C4A-B92A-6E09A7B88B9A}"/>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4149218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able Slid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4"/>
            <a:ext cx="17160240" cy="3488134"/>
          </a:xfrm>
        </p:spPr>
        <p:txBody>
          <a:bodyPr lIns="18288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5" name="Title 4">
            <a:extLst>
              <a:ext uri="{FF2B5EF4-FFF2-40B4-BE49-F238E27FC236}">
                <a16:creationId xmlns:a16="http://schemas.microsoft.com/office/drawing/2014/main" id="{D0602A0A-DA97-1949-83C0-5E92A6974F6F}"/>
              </a:ext>
            </a:extLst>
          </p:cNvPr>
          <p:cNvSpPr>
            <a:spLocks noGrp="1"/>
          </p:cNvSpPr>
          <p:nvPr>
            <p:ph type="title" hasCustomPrompt="1"/>
          </p:nvPr>
        </p:nvSpPr>
        <p:spPr>
          <a:xfrm>
            <a:off x="668995" y="537179"/>
            <a:ext cx="5466338" cy="968086"/>
          </a:xfrm>
        </p:spPr>
        <p:txBody>
          <a:bodyPr>
            <a:spAutoFit/>
          </a:bodyPr>
          <a:lstStyle/>
          <a:p>
            <a:r>
              <a:rPr lang="en-US"/>
              <a:t>Table Slide</a:t>
            </a:r>
          </a:p>
        </p:txBody>
      </p:sp>
      <p:sp>
        <p:nvSpPr>
          <p:cNvPr id="10" name="Text Placeholder 8">
            <a:extLst>
              <a:ext uri="{FF2B5EF4-FFF2-40B4-BE49-F238E27FC236}">
                <a16:creationId xmlns:a16="http://schemas.microsoft.com/office/drawing/2014/main" id="{FD34CAF5-D592-42FD-80B2-8B57E60C9A88}"/>
              </a:ext>
            </a:extLst>
          </p:cNvPr>
          <p:cNvSpPr>
            <a:spLocks noGrp="1"/>
          </p:cNvSpPr>
          <p:nvPr>
            <p:ph type="body" sz="quarter" idx="13" hasCustomPrompt="1"/>
          </p:nvPr>
        </p:nvSpPr>
        <p:spPr>
          <a:xfrm>
            <a:off x="688972" y="2777165"/>
            <a:ext cx="5468112"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8" name="Footer Placeholder 4">
            <a:extLst>
              <a:ext uri="{FF2B5EF4-FFF2-40B4-BE49-F238E27FC236}">
                <a16:creationId xmlns:a16="http://schemas.microsoft.com/office/drawing/2014/main" id="{D53B314B-9934-844F-8E14-6C502D2AE42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3CFD438D-CA4D-3A43-9B82-E14EC033B7C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45983684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Wide Layout Single Column">
    <p:spTree>
      <p:nvGrpSpPr>
        <p:cNvPr id="1" name=""/>
        <p:cNvGrpSpPr/>
        <p:nvPr/>
      </p:nvGrpSpPr>
      <p:grpSpPr>
        <a:xfrm>
          <a:off x="0" y="0"/>
          <a:ext cx="0" cy="0"/>
          <a:chOff x="0" y="0"/>
          <a:chExt cx="0" cy="0"/>
        </a:xfrm>
      </p:grpSpPr>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6724559"/>
            <a:ext cx="7183198" cy="1754326"/>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6"/>
            <a:ext cx="7217706" cy="2017604"/>
          </a:xfrm>
        </p:spPr>
        <p:txBody>
          <a:bodyPr>
            <a:spAutoFit/>
          </a:bodyPr>
          <a:lstStyle>
            <a:lvl1pPr>
              <a:defRPr>
                <a:solidFill>
                  <a:schemeClr val="tx1"/>
                </a:solidFill>
              </a:defRPr>
            </a:lvl1pPr>
          </a:lstStyle>
          <a:p>
            <a:r>
              <a:rPr lang="en-US"/>
              <a:t>Click to edit Master title style</a:t>
            </a:r>
          </a:p>
        </p:txBody>
      </p:sp>
      <p:cxnSp>
        <p:nvCxnSpPr>
          <p:cNvPr id="8" name="Straight Connector 7">
            <a:extLst>
              <a:ext uri="{FF2B5EF4-FFF2-40B4-BE49-F238E27FC236}">
                <a16:creationId xmlns:a16="http://schemas.microsoft.com/office/drawing/2014/main" id="{F957024A-18DC-E948-83FF-954BAEFA54C4}"/>
              </a:ext>
            </a:extLst>
          </p:cNvPr>
          <p:cNvCxnSpPr>
            <a:cxnSpLocks/>
          </p:cNvCxnSpPr>
          <p:nvPr userDrawn="1"/>
        </p:nvCxnSpPr>
        <p:spPr>
          <a:xfrm>
            <a:off x="8382000" y="0"/>
            <a:ext cx="0" cy="13716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11" name="Text Placeholder 2">
            <a:extLst>
              <a:ext uri="{FF2B5EF4-FFF2-40B4-BE49-F238E27FC236}">
                <a16:creationId xmlns:a16="http://schemas.microsoft.com/office/drawing/2014/main" id="{9F9C88D5-EA56-4ED2-8CB6-44F2BBA4023F}"/>
              </a:ext>
            </a:extLst>
          </p:cNvPr>
          <p:cNvSpPr>
            <a:spLocks noGrp="1"/>
          </p:cNvSpPr>
          <p:nvPr>
            <p:ph idx="1"/>
          </p:nvPr>
        </p:nvSpPr>
        <p:spPr>
          <a:xfrm>
            <a:off x="8382000" y="624971"/>
            <a:ext cx="15255604" cy="3488134"/>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BD6CB0B8-ED09-5144-8406-07EDCA221F9D}"/>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2AD6F17-DC4F-CE4D-A30F-37972705D1EB}"/>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5F1A3402-461B-144B-A624-EADA6F4A5FE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16532352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Image Slide 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smtClean="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spAutoFit/>
          </a:bodyPr>
          <a:lstStyle>
            <a:lvl1pPr>
              <a:defRPr>
                <a:solidFill>
                  <a:schemeClr val="tx1"/>
                </a:solidFill>
              </a:defRPr>
            </a:lvl1pPr>
          </a:lstStyle>
          <a:p>
            <a:r>
              <a:rPr lang="en-US"/>
              <a:t>Click to edit Master title style</a:t>
            </a:r>
          </a:p>
        </p:txBody>
      </p:sp>
      <p:sp>
        <p:nvSpPr>
          <p:cNvPr id="11" name="Text Placeholder 8">
            <a:extLst>
              <a:ext uri="{FF2B5EF4-FFF2-40B4-BE49-F238E27FC236}">
                <a16:creationId xmlns:a16="http://schemas.microsoft.com/office/drawing/2014/main" id="{08C770D2-29E4-4980-89B5-2CADCAA9838F}"/>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1201D0FE-A135-6A46-ABB9-BBF42B08B05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A428A25E-B962-BD41-AC5A-2B7F8C365999}"/>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0" name="Slide Number Placeholder 5">
            <a:extLst>
              <a:ext uri="{FF2B5EF4-FFF2-40B4-BE49-F238E27FC236}">
                <a16:creationId xmlns:a16="http://schemas.microsoft.com/office/drawing/2014/main" id="{5A8BC5D7-A295-2344-8AAD-7A638D124615}"/>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20379828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Image Slide 2">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spAutoFit/>
          </a:bodyPr>
          <a:lstStyle>
            <a:lvl1pPr>
              <a:defRPr>
                <a:solidFill>
                  <a:schemeClr val="tx1"/>
                </a:solidFill>
              </a:defRPr>
            </a:lvl1pPr>
          </a:lstStyle>
          <a:p>
            <a:r>
              <a:rPr lang="en-US"/>
              <a:t>Click to edit Master title style</a:t>
            </a:r>
          </a:p>
        </p:txBody>
      </p:sp>
      <p:sp>
        <p:nvSpPr>
          <p:cNvPr id="11" name="Text Placeholder 8">
            <a:extLst>
              <a:ext uri="{FF2B5EF4-FFF2-40B4-BE49-F238E27FC236}">
                <a16:creationId xmlns:a16="http://schemas.microsoft.com/office/drawing/2014/main" id="{D6F74E0A-AB80-4D15-9EF8-AC6BAA371DF2}"/>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2">
            <a:extLst>
              <a:ext uri="{FF2B5EF4-FFF2-40B4-BE49-F238E27FC236}">
                <a16:creationId xmlns:a16="http://schemas.microsoft.com/office/drawing/2014/main" id="{FD053F94-CE8F-4987-AA33-DA71ADDB4BC1}"/>
              </a:ext>
            </a:extLst>
          </p:cNvPr>
          <p:cNvSpPr>
            <a:spLocks noGrp="1"/>
          </p:cNvSpPr>
          <p:nvPr>
            <p:ph idx="1"/>
          </p:nvPr>
        </p:nvSpPr>
        <p:spPr>
          <a:xfrm>
            <a:off x="17945102" y="624970"/>
            <a:ext cx="5715000" cy="4042132"/>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2D21F748-F78B-AA44-87E0-992F504FBC08}"/>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69668EDE-1295-9546-ABA0-27E4B7F5041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361D0353-9518-CE4F-AEC9-0A3AD47D4590}"/>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03336449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userDrawn="1">
  <p:cSld name="Image Slide 3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lstStyle>
            <a:lvl1pPr>
              <a:defRPr>
                <a:solidFill>
                  <a:schemeClr val="tx1"/>
                </a:solidFill>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5"/>
            <a:ext cx="11115598" cy="3488134"/>
          </a:xfrm>
        </p:spPr>
        <p:txBody>
          <a:bodyPr lIns="0">
            <a:spAutoFit/>
          </a:bodyPr>
          <a:lstStyle>
            <a:lvl1pPr>
              <a:defRPr/>
            </a:lvl1pPr>
            <a:lvl2pPr>
              <a:defRPr/>
            </a:lvl2pPr>
            <a:lvl3pPr>
              <a:defRPr/>
            </a:lvl3pPr>
            <a:lvl4pPr>
              <a:defRPr/>
            </a:lvl4pPr>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9" name="Graphic 8">
            <a:extLst>
              <a:ext uri="{FF2B5EF4-FFF2-40B4-BE49-F238E27FC236}">
                <a16:creationId xmlns:a16="http://schemas.microsoft.com/office/drawing/2014/main" id="{59F508EA-9B74-CF42-99A9-ABCDB2E9903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35545590-189E-BE41-BDD7-DCC3999A6EDF}"/>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1D0045EB-86A1-6D46-873D-E4EC1E9D359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27090392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userDrawn="1">
  <p:cSld name="Image Slide 3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solidFill>
                  <a:schemeClr val="tx1"/>
                </a:solidFill>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7"/>
            <a:ext cx="11115598" cy="3488134"/>
          </a:xfrm>
        </p:spPr>
        <p:txBody>
          <a:bodyPr lIns="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8">
            <a:extLst>
              <a:ext uri="{FF2B5EF4-FFF2-40B4-BE49-F238E27FC236}">
                <a16:creationId xmlns:a16="http://schemas.microsoft.com/office/drawing/2014/main" id="{7E2CAB91-DDF9-42DE-8B4B-CC01A9F5884C}"/>
              </a:ext>
            </a:extLst>
          </p:cNvPr>
          <p:cNvSpPr>
            <a:spLocks noGrp="1"/>
          </p:cNvSpPr>
          <p:nvPr>
            <p:ph type="body" sz="quarter" idx="13" hasCustomPrompt="1"/>
          </p:nvPr>
        </p:nvSpPr>
        <p:spPr>
          <a:xfrm>
            <a:off x="688979" y="1752605"/>
            <a:ext cx="11122026" cy="1169550"/>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9C7DEFAB-97E6-284D-BD67-FB08386B5E6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2DA1221E-A67C-744E-9C4B-331BEF727F33}"/>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D46CF78B-534F-E345-BE6A-BED63A26C73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55190686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1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sz="3600">
                <a:solidFill>
                  <a:schemeClr val="tx1"/>
                </a:solidFill>
              </a:rPr>
              <a:t>Click icon in the center of the slide to add picture</a:t>
            </a:r>
            <a:endParaRPr lang="en-US"/>
          </a:p>
        </p:txBody>
      </p:sp>
      <p:sp>
        <p:nvSpPr>
          <p:cNvPr id="8" name="Text Placeholder 2">
            <a:extLst>
              <a:ext uri="{FF2B5EF4-FFF2-40B4-BE49-F238E27FC236}">
                <a16:creationId xmlns:a16="http://schemas.microsoft.com/office/drawing/2014/main" id="{DE3845FB-10F7-4C99-A1E5-CEB253E259A7}"/>
              </a:ext>
            </a:extLst>
          </p:cNvPr>
          <p:cNvSpPr>
            <a:spLocks noGrp="1"/>
          </p:cNvSpPr>
          <p:nvPr>
            <p:ph idx="1"/>
          </p:nvPr>
        </p:nvSpPr>
        <p:spPr>
          <a:xfrm>
            <a:off x="6477003" y="4800600"/>
            <a:ext cx="5714998" cy="4114800"/>
          </a:xfrm>
          <a:prstGeom prst="rect">
            <a:avLst/>
          </a:prstGeom>
          <a:solidFill>
            <a:schemeClr val="bg1"/>
          </a:solidFill>
        </p:spPr>
        <p:txBody>
          <a:bodyPr vert="horz" lIns="182880" tIns="137160" rIns="18288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bg1"/>
          </a:solidFill>
          <a:ln w="12700">
            <a:noFill/>
          </a:ln>
        </p:spPr>
        <p:txBody>
          <a:bodyPr vert="horz" lIns="182880" tIns="91440" rIns="182880" bIns="155448" rtlCol="0" anchor="t" anchorCtr="0">
            <a:noAutofit/>
          </a:bodyPr>
          <a:lstStyle>
            <a:lvl1pPr>
              <a:defRPr lang="en-US" dirty="0">
                <a:ln w="9525">
                  <a:noFill/>
                </a:ln>
                <a:solidFill>
                  <a:schemeClr val="tx1"/>
                </a:solidFill>
              </a:defRPr>
            </a:lvl1pPr>
          </a:lstStyle>
          <a:p>
            <a:pPr marL="0" lvl="0" indent="0">
              <a:spcAft>
                <a:spcPts val="3000"/>
              </a:spcAft>
              <a:buFont typeface="Arial" panose="020B0604020202020204" pitchFamily="34" charset="0"/>
            </a:pPr>
            <a:r>
              <a:rPr lang="en-US"/>
              <a:t>Click to edit Master title style</a:t>
            </a:r>
          </a:p>
        </p:txBody>
      </p:sp>
      <p:sp>
        <p:nvSpPr>
          <p:cNvPr id="5" name="AutoShape 3">
            <a:extLst>
              <a:ext uri="{FF2B5EF4-FFF2-40B4-BE49-F238E27FC236}">
                <a16:creationId xmlns:a16="http://schemas.microsoft.com/office/drawing/2014/main" id="{69C2AE59-6CA1-45A7-8D89-5A2A716D8833}"/>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0" name="Graphic 9">
            <a:extLst>
              <a:ext uri="{FF2B5EF4-FFF2-40B4-BE49-F238E27FC236}">
                <a16:creationId xmlns:a16="http://schemas.microsoft.com/office/drawing/2014/main" id="{D97CAA73-BE46-614E-9C41-8AF7FB50184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A4D9BADF-324E-5B4F-A422-61F7145DA2D8}"/>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700835EC-3A47-8644-806F-A3840BA3472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04255598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preserve="1" userDrawn="1">
  <p:cSld name="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pic>
        <p:nvPicPr>
          <p:cNvPr id="4" name="Picture 3">
            <a:extLst>
              <a:ext uri="{FF2B5EF4-FFF2-40B4-BE49-F238E27FC236}">
                <a16:creationId xmlns:a16="http://schemas.microsoft.com/office/drawing/2014/main" id="{DC3D7A00-2891-24B2-ED6C-5B28CC4847A3}"/>
              </a:ext>
            </a:extLst>
          </p:cNvPr>
          <p:cNvPicPr>
            <a:picLocks noChangeAspect="1"/>
          </p:cNvPicPr>
          <p:nvPr userDrawn="1"/>
        </p:nvPicPr>
        <p:blipFill>
          <a:blip r:embed="rId2"/>
          <a:stretch>
            <a:fillRect/>
          </a:stretch>
        </p:blipFill>
        <p:spPr>
          <a:xfrm>
            <a:off x="0" y="4419600"/>
            <a:ext cx="6477000" cy="9296400"/>
          </a:xfrm>
          <a:prstGeom prst="rect">
            <a:avLst/>
          </a:prstGeom>
        </p:spPr>
      </p:pic>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662139198"/>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userDrawn="1">
  <p:cSld name="1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4" name="Picture 3">
            <a:extLst>
              <a:ext uri="{FF2B5EF4-FFF2-40B4-BE49-F238E27FC236}">
                <a16:creationId xmlns:a16="http://schemas.microsoft.com/office/drawing/2014/main" id="{80CA3236-00EC-F44A-FE12-1CA61956F0E7}"/>
              </a:ext>
            </a:extLst>
          </p:cNvPr>
          <p:cNvPicPr>
            <a:picLocks noChangeAspect="1"/>
          </p:cNvPicPr>
          <p:nvPr userDrawn="1"/>
        </p:nvPicPr>
        <p:blipFill>
          <a:blip r:embed="rId3"/>
          <a:stretch>
            <a:fillRect/>
          </a:stretch>
        </p:blipFill>
        <p:spPr>
          <a:xfrm>
            <a:off x="0" y="9491472"/>
            <a:ext cx="6452388" cy="4224528"/>
          </a:xfrm>
          <a:prstGeom prst="rect">
            <a:avLst/>
          </a:prstGeom>
        </p:spPr>
      </p:pic>
    </p:spTree>
    <p:extLst>
      <p:ext uri="{BB962C8B-B14F-4D97-AF65-F5344CB8AC3E}">
        <p14:creationId xmlns:p14="http://schemas.microsoft.com/office/powerpoint/2010/main" val="2127869403"/>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preserve="1" userDrawn="1">
  <p:cSld name="2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flipH="1">
            <a:off x="6477000" y="0"/>
            <a:ext cx="1790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pic>
        <p:nvPicPr>
          <p:cNvPr id="6" name="Picture 5">
            <a:extLst>
              <a:ext uri="{FF2B5EF4-FFF2-40B4-BE49-F238E27FC236}">
                <a16:creationId xmlns:a16="http://schemas.microsoft.com/office/drawing/2014/main" id="{33331F37-F452-DCB3-4411-C1A01ACA6086}"/>
              </a:ext>
            </a:extLst>
          </p:cNvPr>
          <p:cNvPicPr>
            <a:picLocks noChangeAspect="1"/>
          </p:cNvPicPr>
          <p:nvPr userDrawn="1"/>
        </p:nvPicPr>
        <p:blipFill>
          <a:blip r:embed="rId2"/>
          <a:stretch>
            <a:fillRect/>
          </a:stretch>
        </p:blipFill>
        <p:spPr>
          <a:xfrm>
            <a:off x="6477000" y="3505200"/>
            <a:ext cx="15595600" cy="1021080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tx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4129396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preserve="1" userDrawn="1">
  <p:cSld name="Three Quarters Image Slide">
    <p:bg>
      <p:bgPr>
        <a:solidFill>
          <a:schemeClr val="tx1"/>
        </a:solidFill>
        <a:effectLst/>
      </p:bgPr>
    </p:bg>
    <p:spTree>
      <p:nvGrpSpPr>
        <p:cNvPr id="1" name=""/>
        <p:cNvGrpSpPr/>
        <p:nvPr/>
      </p:nvGrpSpPr>
      <p:grpSpPr>
        <a:xfrm>
          <a:off x="0" y="0"/>
          <a:ext cx="0" cy="0"/>
          <a:chOff x="0" y="0"/>
          <a:chExt cx="0" cy="0"/>
        </a:xfrm>
      </p:grpSpPr>
      <p:sp>
        <p:nvSpPr>
          <p:cNvPr id="3" name="Do not remove" hidden="1">
            <a:extLst>
              <a:ext uri="{FF2B5EF4-FFF2-40B4-BE49-F238E27FC236}">
                <a16:creationId xmlns:a16="http://schemas.microsoft.com/office/drawing/2014/main" id="{72EA0346-F25C-266C-9220-E0A94729862A}"/>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tx2"/>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pic>
        <p:nvPicPr>
          <p:cNvPr id="2" name="Picture 1">
            <a:extLst>
              <a:ext uri="{FF2B5EF4-FFF2-40B4-BE49-F238E27FC236}">
                <a16:creationId xmlns:a16="http://schemas.microsoft.com/office/drawing/2014/main" id="{5275A4A0-E19C-C4F8-98F8-140F87325D35}"/>
              </a:ext>
            </a:extLst>
          </p:cNvPr>
          <p:cNvPicPr>
            <a:picLocks noChangeAspect="1"/>
          </p:cNvPicPr>
          <p:nvPr userDrawn="1"/>
        </p:nvPicPr>
        <p:blipFill>
          <a:blip r:embed="rId3"/>
          <a:stretch>
            <a:fillRect/>
          </a:stretch>
        </p:blipFill>
        <p:spPr>
          <a:xfrm>
            <a:off x="1828801" y="1561559"/>
            <a:ext cx="4661586" cy="12154442"/>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spAutoFit/>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6ADF87FB-085E-4952-9CFB-477310A66959}"/>
              </a:ext>
            </a:extLst>
          </p:cNvPr>
          <p:cNvSpPr>
            <a:spLocks noGrp="1"/>
          </p:cNvSpPr>
          <p:nvPr>
            <p:ph type="body" sz="quarter" idx="13" hasCustomPrompt="1"/>
          </p:nvPr>
        </p:nvSpPr>
        <p:spPr>
          <a:xfrm>
            <a:off x="688976" y="3687499"/>
            <a:ext cx="3621768" cy="2923878"/>
          </a:xfrm>
        </p:spPr>
        <p:txBody>
          <a:bodyPr wrap="square"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35F2CBC9-A0AF-2443-B4F3-88F00DA34117}"/>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EA2D8B16-7E02-9445-B5E1-B56444A338A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58296D2F-477C-6447-A70C-6F56CD3959A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679948998"/>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1/2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24384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6" y="539496"/>
            <a:ext cx="5814964"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584776"/>
          </a:xfrm>
          <a:ln>
            <a:noFill/>
          </a:ln>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82481" y="7127210"/>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8405" y="7127210"/>
            <a:ext cx="521661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52406" y="7127210"/>
            <a:ext cx="521664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4</a:t>
            </a:r>
          </a:p>
        </p:txBody>
      </p:sp>
      <p:sp>
        <p:nvSpPr>
          <p:cNvPr id="17" name="Text Placeholder 6">
            <a:extLst>
              <a:ext uri="{FF2B5EF4-FFF2-40B4-BE49-F238E27FC236}">
                <a16:creationId xmlns:a16="http://schemas.microsoft.com/office/drawing/2014/main" id="{F1BE4CE4-FD45-443A-BF63-DD30D8352F18}"/>
              </a:ext>
            </a:extLst>
          </p:cNvPr>
          <p:cNvSpPr>
            <a:spLocks noGrp="1"/>
          </p:cNvSpPr>
          <p:nvPr>
            <p:ph type="body" sz="quarter" idx="21"/>
          </p:nvPr>
        </p:nvSpPr>
        <p:spPr>
          <a:xfrm>
            <a:off x="696292" y="7822154"/>
            <a:ext cx="5208456"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19" name="Text Placeholder 27">
            <a:extLst>
              <a:ext uri="{FF2B5EF4-FFF2-40B4-BE49-F238E27FC236}">
                <a16:creationId xmlns:a16="http://schemas.microsoft.com/office/drawing/2014/main" id="{9E9A9093-0FB5-474B-89ED-A35D3811588C}"/>
              </a:ext>
            </a:extLst>
          </p:cNvPr>
          <p:cNvSpPr>
            <a:spLocks noGrp="1"/>
          </p:cNvSpPr>
          <p:nvPr>
            <p:ph type="body" sz="quarter" idx="22"/>
          </p:nvPr>
        </p:nvSpPr>
        <p:spPr>
          <a:xfrm>
            <a:off x="6482478" y="7822156"/>
            <a:ext cx="521104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20" name="Text Placeholder 29">
            <a:extLst>
              <a:ext uri="{FF2B5EF4-FFF2-40B4-BE49-F238E27FC236}">
                <a16:creationId xmlns:a16="http://schemas.microsoft.com/office/drawing/2014/main" id="{FF042C6C-A711-46C7-BA08-D7D1DBA5B436}"/>
              </a:ext>
            </a:extLst>
          </p:cNvPr>
          <p:cNvSpPr>
            <a:spLocks noGrp="1"/>
          </p:cNvSpPr>
          <p:nvPr>
            <p:ph type="body" sz="quarter" idx="23"/>
          </p:nvPr>
        </p:nvSpPr>
        <p:spPr>
          <a:xfrm>
            <a:off x="12198409" y="7822156"/>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21" name="Text Placeholder 31">
            <a:extLst>
              <a:ext uri="{FF2B5EF4-FFF2-40B4-BE49-F238E27FC236}">
                <a16:creationId xmlns:a16="http://schemas.microsoft.com/office/drawing/2014/main" id="{E0D4AA41-1DA9-4674-8804-6E312BE2AEE4}"/>
              </a:ext>
            </a:extLst>
          </p:cNvPr>
          <p:cNvSpPr>
            <a:spLocks noGrp="1"/>
          </p:cNvSpPr>
          <p:nvPr>
            <p:ph type="body" sz="quarter" idx="24"/>
          </p:nvPr>
        </p:nvSpPr>
        <p:spPr>
          <a:xfrm>
            <a:off x="17952409" y="7822156"/>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3514427" y="0"/>
            <a:ext cx="20869574" cy="6858000"/>
          </a:xfrm>
          <a:prstGeom prst="rect">
            <a:avLst/>
          </a:prstGeom>
        </p:spPr>
      </p:pic>
    </p:spTree>
    <p:extLst>
      <p:ext uri="{BB962C8B-B14F-4D97-AF65-F5344CB8AC3E}">
        <p14:creationId xmlns:p14="http://schemas.microsoft.com/office/powerpoint/2010/main" val="3120781780"/>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userDrawn="1">
  <p:cSld name="1/2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24384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6" y="539496"/>
            <a:ext cx="5814964"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3514427" y="0"/>
            <a:ext cx="20869574" cy="6858000"/>
          </a:xfrm>
          <a:prstGeom prst="rect">
            <a:avLst/>
          </a:prstGeom>
        </p:spPr>
      </p:pic>
    </p:spTree>
    <p:extLst>
      <p:ext uri="{BB962C8B-B14F-4D97-AF65-F5344CB8AC3E}">
        <p14:creationId xmlns:p14="http://schemas.microsoft.com/office/powerpoint/2010/main" val="3810886457"/>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userDrawn="1">
  <p:cSld name="1/4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24384000" cy="381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3" y="539496"/>
            <a:ext cx="6484402"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2"/>
            <a:ext cx="521104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2"/>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2"/>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9" name="Picture 8">
            <a:extLst>
              <a:ext uri="{FF2B5EF4-FFF2-40B4-BE49-F238E27FC236}">
                <a16:creationId xmlns:a16="http://schemas.microsoft.com/office/drawing/2014/main" id="{18F9BD06-D191-BDCC-0EAC-42370967C2BC}"/>
              </a:ext>
            </a:extLst>
          </p:cNvPr>
          <p:cNvPicPr>
            <a:picLocks noChangeAspect="1"/>
          </p:cNvPicPr>
          <p:nvPr userDrawn="1"/>
        </p:nvPicPr>
        <p:blipFill>
          <a:blip r:embed="rId3"/>
          <a:stretch>
            <a:fillRect/>
          </a:stretch>
        </p:blipFill>
        <p:spPr>
          <a:xfrm rot="10800000">
            <a:off x="7848600" y="0"/>
            <a:ext cx="16535400" cy="3810000"/>
          </a:xfrm>
          <a:prstGeom prst="rect">
            <a:avLst/>
          </a:prstGeom>
        </p:spPr>
      </p:pic>
    </p:spTree>
    <p:extLst>
      <p:ext uri="{BB962C8B-B14F-4D97-AF65-F5344CB8AC3E}">
        <p14:creationId xmlns:p14="http://schemas.microsoft.com/office/powerpoint/2010/main" val="200182331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userDrawn="1">
  <p:cSld name="1/4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24384000" cy="381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3" y="539496"/>
            <a:ext cx="6484402"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3" name="Picture 2">
            <a:extLst>
              <a:ext uri="{FF2B5EF4-FFF2-40B4-BE49-F238E27FC236}">
                <a16:creationId xmlns:a16="http://schemas.microsoft.com/office/drawing/2014/main" id="{C7C982CA-A7CF-7C04-1CB1-C8824A257D5C}"/>
              </a:ext>
            </a:extLst>
          </p:cNvPr>
          <p:cNvPicPr>
            <a:picLocks noChangeAspect="1"/>
          </p:cNvPicPr>
          <p:nvPr userDrawn="1"/>
        </p:nvPicPr>
        <p:blipFill>
          <a:blip r:embed="rId3"/>
          <a:stretch>
            <a:fillRect/>
          </a:stretch>
        </p:blipFill>
        <p:spPr>
          <a:xfrm rot="10800000">
            <a:off x="7848600" y="0"/>
            <a:ext cx="16535400" cy="3810000"/>
          </a:xfrm>
          <a:prstGeom prst="rect">
            <a:avLst/>
          </a:prstGeom>
        </p:spPr>
      </p:pic>
    </p:spTree>
    <p:extLst>
      <p:ext uri="{BB962C8B-B14F-4D97-AF65-F5344CB8AC3E}">
        <p14:creationId xmlns:p14="http://schemas.microsoft.com/office/powerpoint/2010/main" val="381131474"/>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userDrawn="1">
  <p:cSld name="Half Image Slide">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5AE153A-C27C-ED1B-A797-B1AF88EB49A5}"/>
              </a:ext>
            </a:extLst>
          </p:cNvPr>
          <p:cNvPicPr>
            <a:picLocks noChangeAspect="1"/>
          </p:cNvPicPr>
          <p:nvPr userDrawn="1"/>
        </p:nvPicPr>
        <p:blipFill>
          <a:blip r:embed="rId2"/>
          <a:stretch>
            <a:fillRect/>
          </a:stretch>
        </p:blipFill>
        <p:spPr>
          <a:xfrm flipH="1">
            <a:off x="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2" y="3685032"/>
            <a:ext cx="11120928" cy="1169551"/>
          </a:xfrm>
        </p:spPr>
        <p:txBody>
          <a:bodyPr vert="horz" lIns="0" tIns="0" rIns="0" bIns="0" rtlCol="0">
            <a:spAutoFit/>
          </a:bodyPr>
          <a:lstStyle>
            <a:lvl1pPr marL="22226" indent="-22226" algn="l">
              <a:buFontTx/>
              <a:buNone/>
              <a:tabLst/>
              <a:defRPr lang="en-US" sz="3800" dirty="0">
                <a:ln w="3175">
                  <a:noFill/>
                </a:ln>
                <a:solidFill>
                  <a:schemeClr val="bg1"/>
                </a:solidFill>
              </a:defRPr>
            </a:lvl1pPr>
          </a:lstStyle>
          <a:p>
            <a:pPr marL="285750" lvl="0" indent="-285750" fontAlgn="base"/>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695324" y="6759577"/>
            <a:ext cx="11115676" cy="3488134"/>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268625686"/>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userDrawn="1">
  <p:cSld name="Half Image Slide - CLEAN">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16E9DF5-DA4D-AF41-F284-D6545E66BD73}"/>
              </a:ext>
            </a:extLst>
          </p:cNvPr>
          <p:cNvPicPr>
            <a:picLocks noChangeAspect="1"/>
          </p:cNvPicPr>
          <p:nvPr userDrawn="1"/>
        </p:nvPicPr>
        <p:blipFill>
          <a:blip r:embed="rId2"/>
          <a:stretch>
            <a:fillRect/>
          </a:stretch>
        </p:blipFill>
        <p:spPr>
          <a:xfrm flipH="1">
            <a:off x="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540587038"/>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userDrawn="1">
  <p:cSld name="Half Image Slide 2">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21FBB69-2B1F-1005-8EB3-A8CA021F7215}"/>
              </a:ext>
            </a:extLst>
          </p:cNvPr>
          <p:cNvPicPr>
            <a:picLocks noChangeAspect="1"/>
          </p:cNvPicPr>
          <p:nvPr userDrawn="1"/>
        </p:nvPicPr>
        <p:blipFill>
          <a:blip r:embed="rId2"/>
          <a:stretch>
            <a:fillRect/>
          </a:stretch>
        </p:blipFill>
        <p:spPr>
          <a:xfrm>
            <a:off x="2024380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pic>
        <p:nvPicPr>
          <p:cNvPr id="11" name="Graphic 10">
            <a:extLst>
              <a:ext uri="{FF2B5EF4-FFF2-40B4-BE49-F238E27FC236}">
                <a16:creationId xmlns:a16="http://schemas.microsoft.com/office/drawing/2014/main" id="{560D37C1-D211-7745-B68E-02001098F85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2539172" y="3685032"/>
            <a:ext cx="11120928" cy="1169551"/>
          </a:xfrm>
        </p:spPr>
        <p:txBody>
          <a:bodyPr vert="horz" lIns="0" tIns="0" rIns="0" bIns="0" rtlCol="0">
            <a:sp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125180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12544424" y="6759577"/>
            <a:ext cx="11115676" cy="3488134"/>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Footer Placeholder 4">
            <a:extLst>
              <a:ext uri="{FF2B5EF4-FFF2-40B4-BE49-F238E27FC236}">
                <a16:creationId xmlns:a16="http://schemas.microsoft.com/office/drawing/2014/main" id="{030F3032-5515-C84F-A5D0-90898242F86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FEAC8327-2A21-3A42-BA7B-F64F4DEAA72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329796384"/>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preserve="1" userDrawn="1">
  <p:cSld name="Half Image Slide 3">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7E79AC3-2DC9-96CB-4501-666928E88325}"/>
              </a:ext>
            </a:extLst>
          </p:cNvPr>
          <p:cNvPicPr>
            <a:picLocks noChangeAspect="1"/>
          </p:cNvPicPr>
          <p:nvPr userDrawn="1"/>
        </p:nvPicPr>
        <p:blipFill>
          <a:blip r:embed="rId2"/>
          <a:stretch>
            <a:fillRect/>
          </a:stretch>
        </p:blipFill>
        <p:spPr>
          <a:xfrm>
            <a:off x="1219200" y="0"/>
            <a:ext cx="23164800" cy="13716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4" y="3685032"/>
            <a:ext cx="5215428" cy="2339102"/>
          </a:xfrm>
        </p:spPr>
        <p:txBody>
          <a:bodyPr vert="horz" lIns="0" tIns="0" rIns="0" bIns="0" rtlCol="0">
            <a:sp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18453100" y="621792"/>
            <a:ext cx="5207000" cy="4042132"/>
          </a:xfrm>
        </p:spPr>
        <p:txBody>
          <a:bodyPr vert="horz" lIns="0" tIns="0" rIns="0" bIns="0" rtlCol="0">
            <a:spAutoFit/>
          </a:bodyPr>
          <a:lstStyle>
            <a:lvl1pPr marL="285750" marR="0" indent="-285750"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smtClean="0">
                <a:solidFill>
                  <a:schemeClr val="bg1"/>
                </a:solidFill>
              </a:defRPr>
            </a:lvl1pPr>
            <a:lvl2pPr marL="857250" marR="0" indent="-290514"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2pPr>
            <a:lvl3pPr marL="1428750" marR="0" indent="-295276"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3pPr>
            <a:lvl4pPr marL="2000250" marR="0" indent="-300038"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4pPr>
            <a:lvl5pPr marL="2571750" marR="0" indent="-304800"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spAutoFit/>
          </a:bodyPr>
          <a:lstStyle>
            <a:lvl1pPr>
              <a:defRPr>
                <a:ln w="9525">
                  <a:noFill/>
                </a:ln>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38317098-BF10-BA42-A3E5-65C0634430A9}"/>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B4D4954A-7D78-384F-A44A-7BC1E849140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49BE3EAB-DEA7-184A-90BB-B4E1E574417C}"/>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974228998"/>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userDrawn="1">
  <p:cSld name="Breaker">
    <p:bg>
      <p:bgPr>
        <a:solidFill>
          <a:srgbClr val="EB0000"/>
        </a:solidFill>
        <a:effectLst/>
      </p:bgPr>
    </p:bg>
    <p:spTree>
      <p:nvGrpSpPr>
        <p:cNvPr id="1" name=""/>
        <p:cNvGrpSpPr/>
        <p:nvPr/>
      </p:nvGrpSpPr>
      <p:grpSpPr>
        <a:xfrm>
          <a:off x="0" y="0"/>
          <a:ext cx="0" cy="0"/>
          <a:chOff x="0" y="0"/>
          <a:chExt cx="0" cy="0"/>
        </a:xfrm>
      </p:grpSpPr>
      <p:sp>
        <p:nvSpPr>
          <p:cNvPr id="3" name="Do not remove" hidden="1">
            <a:extLst>
              <a:ext uri="{FF2B5EF4-FFF2-40B4-BE49-F238E27FC236}">
                <a16:creationId xmlns:a16="http://schemas.microsoft.com/office/drawing/2014/main" id="{7BA5F6E2-C36B-50E8-D29A-B716E4997AE7}"/>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tx2"/>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723901" y="653291"/>
            <a:ext cx="11160126" cy="4200146"/>
          </a:xfrm>
          <a:noFill/>
          <a:ln>
            <a:noFill/>
          </a:ln>
        </p:spPr>
        <p:txBody>
          <a:bodyPr vert="horz" lIns="0" tIns="0" rIns="0" bIns="0" rtlCol="0" anchor="b">
            <a:noAutofit/>
          </a:bodyPr>
          <a:lstStyle>
            <a:lvl1pPr marL="0" indent="0" fontAlgn="base">
              <a:lnSpc>
                <a:spcPct val="112000"/>
              </a:lnSpc>
              <a:spcBef>
                <a:spcPts val="0"/>
              </a:spcBef>
              <a:buNone/>
              <a:defRPr lang="en-US" sz="9000" kern="1200" dirty="0" smtClean="0">
                <a:ln w="3175">
                  <a:noFill/>
                </a:ln>
                <a:solidFill>
                  <a:schemeClr val="bg1"/>
                </a:solidFill>
                <a:latin typeface="+mj-lt"/>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758826" y="4998536"/>
            <a:ext cx="11125200" cy="1627188"/>
          </a:xfrm>
        </p:spPr>
        <p:txBody>
          <a:bodyPr vert="horz" lIns="0" tIns="0" rIns="0" bIns="0" rtlCol="0" anchor="t">
            <a:noAutofit/>
          </a:bodyPr>
          <a:lstStyle>
            <a:lvl1pPr marL="0" indent="0">
              <a:buNone/>
              <a:defRPr lang="en-US" sz="5200" dirty="0">
                <a:ln>
                  <a:noFill/>
                </a:ln>
                <a:solidFill>
                  <a:schemeClr val="bg1"/>
                </a:solidFill>
              </a:defRPr>
            </a:lvl1pPr>
          </a:lstStyle>
          <a:p>
            <a:pPr lvl="0"/>
            <a:r>
              <a:rPr lang="en-US"/>
              <a:t>All titles/subtitles are sentence case</a:t>
            </a:r>
          </a:p>
        </p:txBody>
      </p:sp>
      <p:sp>
        <p:nvSpPr>
          <p:cNvPr id="6" name="Freeform 5">
            <a:extLst>
              <a:ext uri="{FF2B5EF4-FFF2-40B4-BE49-F238E27FC236}">
                <a16:creationId xmlns:a16="http://schemas.microsoft.com/office/drawing/2014/main" id="{B96AE158-57F3-42F7-BA5B-F9CAC8029C8B}"/>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pic>
        <p:nvPicPr>
          <p:cNvPr id="11" name="Graphic 10">
            <a:extLst>
              <a:ext uri="{FF2B5EF4-FFF2-40B4-BE49-F238E27FC236}">
                <a16:creationId xmlns:a16="http://schemas.microsoft.com/office/drawing/2014/main" id="{E2097F27-DC5D-B0F0-CE35-0D1889844CE1}"/>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9159050" y="11386529"/>
            <a:ext cx="4567724" cy="2058482"/>
          </a:xfrm>
          <a:prstGeom prst="rect">
            <a:avLst/>
          </a:prstGeom>
        </p:spPr>
      </p:pic>
    </p:spTree>
    <p:extLst>
      <p:ext uri="{BB962C8B-B14F-4D97-AF65-F5344CB8AC3E}">
        <p14:creationId xmlns:p14="http://schemas.microsoft.com/office/powerpoint/2010/main" val="1706331086"/>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1_Single Column - Simple">
  <p:cSld name="2_Single Column - Simple">
    <p:spTree>
      <p:nvGrpSpPr>
        <p:cNvPr id="1" name="Shape 190"/>
        <p:cNvGrpSpPr/>
        <p:nvPr/>
      </p:nvGrpSpPr>
      <p:grpSpPr>
        <a:xfrm>
          <a:off x="0" y="0"/>
          <a:ext cx="0" cy="0"/>
          <a:chOff x="0" y="0"/>
          <a:chExt cx="0" cy="0"/>
        </a:xfrm>
      </p:grpSpPr>
      <p:sp>
        <p:nvSpPr>
          <p:cNvPr id="191" name="Google Shape;191;p31"/>
          <p:cNvSpPr txBox="1">
            <a:spLocks noGrp="1"/>
          </p:cNvSpPr>
          <p:nvPr>
            <p:ph type="body" idx="1"/>
          </p:nvPr>
        </p:nvSpPr>
        <p:spPr>
          <a:xfrm>
            <a:off x="723900" y="2781301"/>
            <a:ext cx="22936200" cy="553998"/>
          </a:xfrm>
          <a:prstGeom prst="rect">
            <a:avLst/>
          </a:prstGeom>
          <a:noFill/>
          <a:ln>
            <a:noFill/>
          </a:ln>
        </p:spPr>
        <p:txBody>
          <a:bodyPr spcFirstLastPara="1" wrap="square" lIns="0" tIns="0" rIns="0" bIns="0" anchor="t" anchorCtr="0">
            <a:spAutoFit/>
          </a:bodyPr>
          <a:lstStyle>
            <a:lvl1pPr marL="914400" lvl="0" indent="-685800" algn="l">
              <a:lnSpc>
                <a:spcPct val="100000"/>
              </a:lnSpc>
              <a:spcBef>
                <a:spcPts val="0"/>
              </a:spcBef>
              <a:spcAft>
                <a:spcPts val="0"/>
              </a:spcAft>
              <a:buSzPts val="1800"/>
              <a:buChar char="•"/>
              <a:defRPr/>
            </a:lvl1pPr>
            <a:lvl2pPr marL="1828800" lvl="1" indent="-685800" algn="l">
              <a:lnSpc>
                <a:spcPct val="100000"/>
              </a:lnSpc>
              <a:spcBef>
                <a:spcPts val="1400"/>
              </a:spcBef>
              <a:spcAft>
                <a:spcPts val="0"/>
              </a:spcAft>
              <a:buSzPts val="1800"/>
              <a:buChar char="•"/>
              <a:defRPr/>
            </a:lvl2pPr>
            <a:lvl3pPr marL="2743200" lvl="2" indent="-685800" algn="l">
              <a:lnSpc>
                <a:spcPct val="100000"/>
              </a:lnSpc>
              <a:spcBef>
                <a:spcPts val="1400"/>
              </a:spcBef>
              <a:spcAft>
                <a:spcPts val="0"/>
              </a:spcAft>
              <a:buSzPts val="1800"/>
              <a:buChar char="•"/>
              <a:defRPr/>
            </a:lvl3pPr>
            <a:lvl4pPr marL="3657600" lvl="3" indent="-685800" algn="l">
              <a:lnSpc>
                <a:spcPct val="100000"/>
              </a:lnSpc>
              <a:spcBef>
                <a:spcPts val="1400"/>
              </a:spcBef>
              <a:spcAft>
                <a:spcPts val="0"/>
              </a:spcAft>
              <a:buSzPts val="1800"/>
              <a:buChar char="•"/>
              <a:defRPr/>
            </a:lvl4pPr>
            <a:lvl5pPr marL="4572000" lvl="4" indent="-685800" algn="l">
              <a:lnSpc>
                <a:spcPct val="100000"/>
              </a:lnSpc>
              <a:spcBef>
                <a:spcPts val="1400"/>
              </a:spcBef>
              <a:spcAft>
                <a:spcPts val="0"/>
              </a:spcAft>
              <a:buSzPts val="1800"/>
              <a:buChar char="•"/>
              <a:defRPr/>
            </a:lvl5pPr>
            <a:lvl6pPr marL="5486400" lvl="5" indent="-685800" algn="l">
              <a:lnSpc>
                <a:spcPct val="90000"/>
              </a:lnSpc>
              <a:spcBef>
                <a:spcPts val="1400"/>
              </a:spcBef>
              <a:spcAft>
                <a:spcPts val="0"/>
              </a:spcAft>
              <a:buClr>
                <a:schemeClr val="dk1"/>
              </a:buClr>
              <a:buSzPts val="1800"/>
              <a:buChar char="•"/>
              <a:defRPr/>
            </a:lvl6pPr>
            <a:lvl7pPr marL="6400800" lvl="6" indent="-685800" algn="l">
              <a:lnSpc>
                <a:spcPct val="90000"/>
              </a:lnSpc>
              <a:spcBef>
                <a:spcPts val="1000"/>
              </a:spcBef>
              <a:spcAft>
                <a:spcPts val="0"/>
              </a:spcAft>
              <a:buClr>
                <a:schemeClr val="dk1"/>
              </a:buClr>
              <a:buSzPts val="1800"/>
              <a:buChar char="•"/>
              <a:defRPr/>
            </a:lvl7pPr>
            <a:lvl8pPr marL="7315200" lvl="7" indent="-685800" algn="l">
              <a:lnSpc>
                <a:spcPct val="90000"/>
              </a:lnSpc>
              <a:spcBef>
                <a:spcPts val="1000"/>
              </a:spcBef>
              <a:spcAft>
                <a:spcPts val="0"/>
              </a:spcAft>
              <a:buClr>
                <a:schemeClr val="dk1"/>
              </a:buClr>
              <a:buSzPts val="1800"/>
              <a:buChar char="•"/>
              <a:defRPr/>
            </a:lvl8pPr>
            <a:lvl9pPr marL="8229600" lvl="8" indent="-685800" algn="l">
              <a:lnSpc>
                <a:spcPct val="90000"/>
              </a:lnSpc>
              <a:spcBef>
                <a:spcPts val="1000"/>
              </a:spcBef>
              <a:spcAft>
                <a:spcPts val="0"/>
              </a:spcAft>
              <a:buClr>
                <a:schemeClr val="dk1"/>
              </a:buClr>
              <a:buSzPts val="1800"/>
              <a:buChar char="•"/>
              <a:defRPr/>
            </a:lvl9pPr>
          </a:lstStyle>
          <a:p>
            <a:endParaRPr/>
          </a:p>
        </p:txBody>
      </p:sp>
      <p:sp>
        <p:nvSpPr>
          <p:cNvPr id="192" name="Google Shape;192;p31"/>
          <p:cNvSpPr txBox="1">
            <a:spLocks noGrp="1"/>
          </p:cNvSpPr>
          <p:nvPr>
            <p:ph type="title"/>
          </p:nvPr>
        </p:nvSpPr>
        <p:spPr>
          <a:xfrm>
            <a:off x="668992" y="537179"/>
            <a:ext cx="22991108" cy="1049518"/>
          </a:xfrm>
          <a:prstGeom prst="rect">
            <a:avLst/>
          </a:prstGeom>
          <a:noFill/>
          <a:ln>
            <a:noFill/>
          </a:ln>
        </p:spPr>
        <p:txBody>
          <a:bodyPr spcFirstLastPara="1" wrap="square" lIns="0" tIns="0" rIns="0" bIns="0" anchor="t" anchorCtr="0">
            <a:spAutoFit/>
          </a:bodyPr>
          <a:lstStyle>
            <a:lvl1pPr lvl="0" algn="l">
              <a:lnSpc>
                <a:spcPct val="110000"/>
              </a:lnSpc>
              <a:spcBef>
                <a:spcPts val="0"/>
              </a:spcBef>
              <a:spcAft>
                <a:spcPts val="0"/>
              </a:spcAft>
              <a:buClr>
                <a:schemeClr val="lt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93" name="Google Shape;193;p31"/>
          <p:cNvSpPr txBox="1">
            <a:spLocks noGrp="1"/>
          </p:cNvSpPr>
          <p:nvPr>
            <p:ph type="ftr" idx="11"/>
          </p:nvPr>
        </p:nvSpPr>
        <p:spPr>
          <a:xfrm>
            <a:off x="13887450" y="13271500"/>
            <a:ext cx="8146364" cy="215444"/>
          </a:xfrm>
          <a:prstGeom prst="rect">
            <a:avLst/>
          </a:prstGeom>
          <a:noFill/>
          <a:ln>
            <a:noFill/>
          </a:ln>
        </p:spPr>
        <p:txBody>
          <a:bodyPr spcFirstLastPara="1" wrap="square" lIns="0" tIns="0" rIns="0" bIns="0" anchor="t" anchorCtr="0">
            <a:spAutoFit/>
          </a:bodyPr>
          <a:lstStyle>
            <a:lvl1pPr lvl="0" algn="r">
              <a:lnSpc>
                <a:spcPct val="100000"/>
              </a:lnSpc>
              <a:spcBef>
                <a:spcPts val="0"/>
              </a:spcBef>
              <a:spcAft>
                <a:spcPts val="0"/>
              </a:spcAft>
              <a:buSzPts val="1400"/>
              <a:buNone/>
              <a:defRPr sz="1400">
                <a:solidFill>
                  <a:schemeClr val="dk1"/>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94" name="Google Shape;194;p31"/>
          <p:cNvSpPr txBox="1">
            <a:spLocks noGrp="1"/>
          </p:cNvSpPr>
          <p:nvPr>
            <p:ph type="sldNum" idx="12"/>
          </p:nvPr>
        </p:nvSpPr>
        <p:spPr>
          <a:xfrm>
            <a:off x="22402802" y="13271500"/>
            <a:ext cx="1234804" cy="215444"/>
          </a:xfrm>
          <a:prstGeom prst="rect">
            <a:avLst/>
          </a:prstGeom>
          <a:noFill/>
          <a:ln>
            <a:noFill/>
          </a:ln>
        </p:spPr>
        <p:txBody>
          <a:bodyPr spcFirstLastPara="1" wrap="square" lIns="0" tIns="0" rIns="0" bIns="0" anchor="t" anchorCtr="0">
            <a:spAutoFit/>
          </a:bodyPr>
          <a:lstStyle>
            <a:lvl1pPr marL="0" marR="0" lvl="0" indent="0" algn="r">
              <a:lnSpc>
                <a:spcPct val="100000"/>
              </a:lnSpc>
              <a:spcBef>
                <a:spcPts val="0"/>
              </a:spcBef>
              <a:spcAft>
                <a:spcPts val="0"/>
              </a:spcAft>
              <a:buClr>
                <a:srgbClr val="000000"/>
              </a:buClr>
              <a:buSzPts val="700"/>
              <a:buFont typeface="Arial"/>
              <a:buNone/>
              <a:defRPr sz="1400" b="0" i="0" u="none" strike="noStrike" cap="none">
                <a:solidFill>
                  <a:schemeClr val="dk1"/>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700"/>
              <a:buFont typeface="Arial"/>
              <a:buNone/>
              <a:defRPr sz="1400" b="0" i="0" u="none" strike="noStrike" cap="none">
                <a:solidFill>
                  <a:schemeClr val="dk1"/>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700"/>
              <a:buFont typeface="Arial"/>
              <a:buNone/>
              <a:defRPr sz="1400" b="0" i="0" u="none" strike="noStrike" cap="none">
                <a:solidFill>
                  <a:schemeClr val="dk1"/>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700"/>
              <a:buFont typeface="Arial"/>
              <a:buNone/>
              <a:defRPr sz="1400" b="0" i="0" u="none" strike="noStrike" cap="none">
                <a:solidFill>
                  <a:schemeClr val="dk1"/>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700"/>
              <a:buFont typeface="Arial"/>
              <a:buNone/>
              <a:defRPr sz="1400" b="0" i="0" u="none" strike="noStrike" cap="none">
                <a:solidFill>
                  <a:schemeClr val="dk1"/>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700"/>
              <a:buFont typeface="Arial"/>
              <a:buNone/>
              <a:defRPr sz="1400" b="0" i="0" u="none" strike="noStrike" cap="none">
                <a:solidFill>
                  <a:schemeClr val="dk1"/>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700"/>
              <a:buFont typeface="Arial"/>
              <a:buNone/>
              <a:defRPr sz="1400" b="0" i="0" u="none" strike="noStrike" cap="none">
                <a:solidFill>
                  <a:schemeClr val="dk1"/>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700"/>
              <a:buFont typeface="Arial"/>
              <a:buNone/>
              <a:defRPr sz="1400" b="0" i="0" u="none" strike="noStrike" cap="none">
                <a:solidFill>
                  <a:schemeClr val="dk1"/>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700"/>
              <a:buFont typeface="Arial"/>
              <a:buNone/>
              <a:defRPr sz="1400" b="0" i="0" u="none" strike="noStrike" cap="none">
                <a:solidFill>
                  <a:schemeClr val="dk1"/>
                </a:solidFill>
                <a:latin typeface="Arial"/>
                <a:ea typeface="Arial"/>
                <a:cs typeface="Arial"/>
                <a:sym typeface="Arial"/>
              </a:defRPr>
            </a:lvl9pPr>
          </a:lstStyle>
          <a:p>
            <a:fld id="{00000000-1234-1234-1234-123412341234}" type="slidenum">
              <a:rPr lang="en-US" smtClean="0"/>
              <a:pPr/>
              <a:t>‹#›</a:t>
            </a:fld>
            <a:endParaRPr lang="en-US"/>
          </a:p>
        </p:txBody>
      </p:sp>
    </p:spTree>
    <p:extLst>
      <p:ext uri="{BB962C8B-B14F-4D97-AF65-F5344CB8AC3E}">
        <p14:creationId xmlns:p14="http://schemas.microsoft.com/office/powerpoint/2010/main" val="2836628746"/>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showMasterSp="0" preserve="1" userDrawn="1">
  <p:cSld name="2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sz="3600">
                <a:solidFill>
                  <a:schemeClr val="tx1"/>
                </a:solidFill>
              </a:rPr>
              <a:t>Click icon in the center of the slide to add picture</a:t>
            </a:r>
            <a:endParaRPr lang="en-US"/>
          </a:p>
        </p:txBody>
      </p:sp>
      <p:sp>
        <p:nvSpPr>
          <p:cNvPr id="8" name="Text Placeholder 2">
            <a:extLst>
              <a:ext uri="{FF2B5EF4-FFF2-40B4-BE49-F238E27FC236}">
                <a16:creationId xmlns:a16="http://schemas.microsoft.com/office/drawing/2014/main" id="{DE3845FB-10F7-4C99-A1E5-CEB253E259A7}"/>
              </a:ext>
            </a:extLst>
          </p:cNvPr>
          <p:cNvSpPr>
            <a:spLocks noGrp="1"/>
          </p:cNvSpPr>
          <p:nvPr>
            <p:ph idx="1"/>
          </p:nvPr>
        </p:nvSpPr>
        <p:spPr>
          <a:xfrm>
            <a:off x="6477003" y="4800600"/>
            <a:ext cx="5714998" cy="4114800"/>
          </a:xfrm>
          <a:prstGeom prst="rect">
            <a:avLst/>
          </a:prstGeom>
          <a:solidFill>
            <a:schemeClr val="bg1"/>
          </a:solidFill>
        </p:spPr>
        <p:txBody>
          <a:bodyPr vert="horz" lIns="182880" tIns="137160" rIns="18288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bg1"/>
          </a:solidFill>
          <a:ln w="12700">
            <a:noFill/>
          </a:ln>
        </p:spPr>
        <p:txBody>
          <a:bodyPr vert="horz" lIns="182880" tIns="91440" rIns="182880" bIns="155448" rtlCol="0" anchor="t" anchorCtr="0">
            <a:noAutofit/>
          </a:bodyPr>
          <a:lstStyle>
            <a:lvl1pPr>
              <a:defRPr lang="en-US" dirty="0">
                <a:ln w="9525">
                  <a:noFill/>
                </a:ln>
                <a:solidFill>
                  <a:schemeClr val="tx1"/>
                </a:solidFill>
              </a:defRPr>
            </a:lvl1pPr>
          </a:lstStyle>
          <a:p>
            <a:pPr marL="0" lvl="0" indent="0">
              <a:spcAft>
                <a:spcPts val="3000"/>
              </a:spcAft>
              <a:buFont typeface="Arial" panose="020B0604020202020204" pitchFamily="34" charset="0"/>
            </a:pPr>
            <a:r>
              <a:rPr lang="en-US"/>
              <a:t>Click to edit Master title style</a:t>
            </a:r>
          </a:p>
        </p:txBody>
      </p:sp>
      <p:sp>
        <p:nvSpPr>
          <p:cNvPr id="5" name="AutoShape 3">
            <a:extLst>
              <a:ext uri="{FF2B5EF4-FFF2-40B4-BE49-F238E27FC236}">
                <a16:creationId xmlns:a16="http://schemas.microsoft.com/office/drawing/2014/main" id="{69C2AE59-6CA1-45A7-8D89-5A2A716D8833}"/>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0" name="Graphic 9">
            <a:extLst>
              <a:ext uri="{FF2B5EF4-FFF2-40B4-BE49-F238E27FC236}">
                <a16:creationId xmlns:a16="http://schemas.microsoft.com/office/drawing/2014/main" id="{D97CAA73-BE46-614E-9C41-8AF7FB50184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A4D9BADF-324E-5B4F-A422-61F7145DA2D8}"/>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700835EC-3A47-8644-806F-A3840BA3472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485582255"/>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showMasterSp="0" preserve="1" userDrawn="1">
  <p:cSld name="4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4" name="Picture 3">
            <a:extLst>
              <a:ext uri="{FF2B5EF4-FFF2-40B4-BE49-F238E27FC236}">
                <a16:creationId xmlns:a16="http://schemas.microsoft.com/office/drawing/2014/main" id="{80CA3236-00EC-F44A-FE12-1CA61956F0E7}"/>
              </a:ext>
            </a:extLst>
          </p:cNvPr>
          <p:cNvPicPr>
            <a:picLocks noChangeAspect="1"/>
          </p:cNvPicPr>
          <p:nvPr userDrawn="1"/>
        </p:nvPicPr>
        <p:blipFill>
          <a:blip r:embed="rId3"/>
          <a:stretch>
            <a:fillRect/>
          </a:stretch>
        </p:blipFill>
        <p:spPr>
          <a:xfrm>
            <a:off x="0" y="9491472"/>
            <a:ext cx="6452388" cy="4224528"/>
          </a:xfrm>
          <a:prstGeom prst="rect">
            <a:avLst/>
          </a:prstGeom>
        </p:spPr>
      </p:pic>
    </p:spTree>
    <p:extLst>
      <p:ext uri="{BB962C8B-B14F-4D97-AF65-F5344CB8AC3E}">
        <p14:creationId xmlns:p14="http://schemas.microsoft.com/office/powerpoint/2010/main" val="3941119944"/>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showMasterSp="0" preserve="1" userDrawn="1">
  <p:cSld name="3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flipH="1">
            <a:off x="6477000" y="0"/>
            <a:ext cx="1790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pic>
        <p:nvPicPr>
          <p:cNvPr id="6" name="Picture 5">
            <a:extLst>
              <a:ext uri="{FF2B5EF4-FFF2-40B4-BE49-F238E27FC236}">
                <a16:creationId xmlns:a16="http://schemas.microsoft.com/office/drawing/2014/main" id="{33331F37-F452-DCB3-4411-C1A01ACA6086}"/>
              </a:ext>
            </a:extLst>
          </p:cNvPr>
          <p:cNvPicPr>
            <a:picLocks noChangeAspect="1"/>
          </p:cNvPicPr>
          <p:nvPr userDrawn="1"/>
        </p:nvPicPr>
        <p:blipFill>
          <a:blip r:embed="rId2"/>
          <a:stretch>
            <a:fillRect/>
          </a:stretch>
        </p:blipFill>
        <p:spPr>
          <a:xfrm>
            <a:off x="6477000" y="3505200"/>
            <a:ext cx="15595600" cy="1021080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tx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728580291"/>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showMasterSp="0" preserve="1" userDrawn="1">
  <p:cSld name="1_Three Quarters Image Slide">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275A4A0-E19C-C4F8-98F8-140F87325D35}"/>
              </a:ext>
            </a:extLst>
          </p:cNvPr>
          <p:cNvPicPr>
            <a:picLocks noChangeAspect="1"/>
          </p:cNvPicPr>
          <p:nvPr userDrawn="1"/>
        </p:nvPicPr>
        <p:blipFill>
          <a:blip r:embed="rId2"/>
          <a:stretch>
            <a:fillRect/>
          </a:stretch>
        </p:blipFill>
        <p:spPr>
          <a:xfrm>
            <a:off x="1828801" y="1561559"/>
            <a:ext cx="4661586" cy="12154442"/>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spAutoFit/>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6ADF87FB-085E-4952-9CFB-477310A66959}"/>
              </a:ext>
            </a:extLst>
          </p:cNvPr>
          <p:cNvSpPr>
            <a:spLocks noGrp="1"/>
          </p:cNvSpPr>
          <p:nvPr>
            <p:ph type="body" sz="quarter" idx="13" hasCustomPrompt="1"/>
          </p:nvPr>
        </p:nvSpPr>
        <p:spPr>
          <a:xfrm>
            <a:off x="688976" y="3687499"/>
            <a:ext cx="3621768" cy="2923878"/>
          </a:xfrm>
        </p:spPr>
        <p:txBody>
          <a:bodyPr wrap="square"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35F2CBC9-A0AF-2443-B4F3-88F00DA34117}"/>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EA2D8B16-7E02-9445-B5E1-B56444A338A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58296D2F-477C-6447-A70C-6F56CD3959A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508852515"/>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showMasterSp="0" preserve="1" userDrawn="1">
  <p:cSld name="1_Half Image Slide">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5AE153A-C27C-ED1B-A797-B1AF88EB49A5}"/>
              </a:ext>
            </a:extLst>
          </p:cNvPr>
          <p:cNvPicPr>
            <a:picLocks noChangeAspect="1"/>
          </p:cNvPicPr>
          <p:nvPr userDrawn="1"/>
        </p:nvPicPr>
        <p:blipFill>
          <a:blip r:embed="rId2"/>
          <a:stretch>
            <a:fillRect/>
          </a:stretch>
        </p:blipFill>
        <p:spPr>
          <a:xfrm flipH="1">
            <a:off x="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2" y="3685032"/>
            <a:ext cx="11120928" cy="1169551"/>
          </a:xfrm>
        </p:spPr>
        <p:txBody>
          <a:bodyPr vert="horz" lIns="0" tIns="0" rIns="0" bIns="0" rtlCol="0">
            <a:spAutoFit/>
          </a:bodyPr>
          <a:lstStyle>
            <a:lvl1pPr marL="22226" indent="-22226" algn="l">
              <a:buFontTx/>
              <a:buNone/>
              <a:tabLst/>
              <a:defRPr lang="en-US" sz="3800" dirty="0">
                <a:ln w="3175">
                  <a:noFill/>
                </a:ln>
                <a:solidFill>
                  <a:schemeClr val="bg1"/>
                </a:solidFill>
              </a:defRPr>
            </a:lvl1pPr>
          </a:lstStyle>
          <a:p>
            <a:pPr marL="285750" lvl="0" indent="-285750" fontAlgn="base"/>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695324" y="6759577"/>
            <a:ext cx="11115676" cy="3488134"/>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453692041"/>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showMasterSp="0" preserve="1" userDrawn="1">
  <p:cSld name="1_Half Image Slide - CLEAN">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16E9DF5-DA4D-AF41-F284-D6545E66BD73}"/>
              </a:ext>
            </a:extLst>
          </p:cNvPr>
          <p:cNvPicPr>
            <a:picLocks noChangeAspect="1"/>
          </p:cNvPicPr>
          <p:nvPr userDrawn="1"/>
        </p:nvPicPr>
        <p:blipFill>
          <a:blip r:embed="rId2"/>
          <a:stretch>
            <a:fillRect/>
          </a:stretch>
        </p:blipFill>
        <p:spPr>
          <a:xfrm flipH="1">
            <a:off x="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430128980"/>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showMasterSp="0" preserve="1" userDrawn="1">
  <p:cSld name="1_Half Image Slide 2">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21FBB69-2B1F-1005-8EB3-A8CA021F7215}"/>
              </a:ext>
            </a:extLst>
          </p:cNvPr>
          <p:cNvPicPr>
            <a:picLocks noChangeAspect="1"/>
          </p:cNvPicPr>
          <p:nvPr userDrawn="1"/>
        </p:nvPicPr>
        <p:blipFill>
          <a:blip r:embed="rId2"/>
          <a:stretch>
            <a:fillRect/>
          </a:stretch>
        </p:blipFill>
        <p:spPr>
          <a:xfrm>
            <a:off x="2024380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pic>
        <p:nvPicPr>
          <p:cNvPr id="11" name="Graphic 10">
            <a:extLst>
              <a:ext uri="{FF2B5EF4-FFF2-40B4-BE49-F238E27FC236}">
                <a16:creationId xmlns:a16="http://schemas.microsoft.com/office/drawing/2014/main" id="{560D37C1-D211-7745-B68E-02001098F85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2539172" y="3685032"/>
            <a:ext cx="11120928" cy="1169551"/>
          </a:xfrm>
        </p:spPr>
        <p:txBody>
          <a:bodyPr vert="horz" lIns="0" tIns="0" rIns="0" bIns="0" rtlCol="0">
            <a:sp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125180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12544424" y="6759577"/>
            <a:ext cx="11115676" cy="3488134"/>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Footer Placeholder 4">
            <a:extLst>
              <a:ext uri="{FF2B5EF4-FFF2-40B4-BE49-F238E27FC236}">
                <a16:creationId xmlns:a16="http://schemas.microsoft.com/office/drawing/2014/main" id="{030F3032-5515-C84F-A5D0-90898242F86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FEAC8327-2A21-3A42-BA7B-F64F4DEAA72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733906803"/>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showMasterSp="0" preserve="1" userDrawn="1">
  <p:cSld name="1_Half Image Slide 3">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7E79AC3-2DC9-96CB-4501-666928E88325}"/>
              </a:ext>
            </a:extLst>
          </p:cNvPr>
          <p:cNvPicPr>
            <a:picLocks noChangeAspect="1"/>
          </p:cNvPicPr>
          <p:nvPr userDrawn="1"/>
        </p:nvPicPr>
        <p:blipFill>
          <a:blip r:embed="rId2"/>
          <a:stretch>
            <a:fillRect/>
          </a:stretch>
        </p:blipFill>
        <p:spPr>
          <a:xfrm>
            <a:off x="1219200" y="0"/>
            <a:ext cx="23164800" cy="13716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4" y="3685032"/>
            <a:ext cx="5215428" cy="2339102"/>
          </a:xfrm>
        </p:spPr>
        <p:txBody>
          <a:bodyPr vert="horz" lIns="0" tIns="0" rIns="0" bIns="0" rtlCol="0">
            <a:sp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18453100" y="621792"/>
            <a:ext cx="5207000" cy="4042132"/>
          </a:xfrm>
        </p:spPr>
        <p:txBody>
          <a:bodyPr vert="horz" lIns="0" tIns="0" rIns="0" bIns="0" rtlCol="0">
            <a:spAutoFit/>
          </a:bodyPr>
          <a:lstStyle>
            <a:lvl1pPr marL="285750" marR="0" indent="-285750"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smtClean="0">
                <a:solidFill>
                  <a:schemeClr val="bg1"/>
                </a:solidFill>
              </a:defRPr>
            </a:lvl1pPr>
            <a:lvl2pPr marL="857250" marR="0" indent="-290514"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2pPr>
            <a:lvl3pPr marL="1428750" marR="0" indent="-295276"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3pPr>
            <a:lvl4pPr marL="2000250" marR="0" indent="-300038"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4pPr>
            <a:lvl5pPr marL="2571750" marR="0" indent="-304800"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spAutoFit/>
          </a:bodyPr>
          <a:lstStyle>
            <a:lvl1pPr>
              <a:defRPr>
                <a:ln w="9525">
                  <a:noFill/>
                </a:ln>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38317098-BF10-BA42-A3E5-65C0634430A9}"/>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B4D4954A-7D78-384F-A44A-7BC1E849140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49BE3EAB-DEA7-184A-90BB-B4E1E574417C}"/>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315036448"/>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showMasterSp="0" userDrawn="1">
  <p:cSld name="2_Breaker">
    <p:bg>
      <p:bgPr>
        <a:solidFill>
          <a:srgbClr val="EB0000"/>
        </a:solidFill>
        <a:effectLst/>
      </p:bgPr>
    </p:bg>
    <p:spTree>
      <p:nvGrpSpPr>
        <p:cNvPr id="1" name=""/>
        <p:cNvGrpSpPr/>
        <p:nvPr/>
      </p:nvGrpSpPr>
      <p:grpSpPr>
        <a:xfrm>
          <a:off x="0" y="0"/>
          <a:ext cx="0" cy="0"/>
          <a:chOff x="0" y="0"/>
          <a:chExt cx="0" cy="0"/>
        </a:xfrm>
      </p:grpSpPr>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723901" y="653291"/>
            <a:ext cx="11160126" cy="4200146"/>
          </a:xfrm>
          <a:noFill/>
          <a:ln>
            <a:noFill/>
          </a:ln>
        </p:spPr>
        <p:txBody>
          <a:bodyPr vert="horz" lIns="0" tIns="0" rIns="0" bIns="0" rtlCol="0" anchor="b">
            <a:noAutofit/>
          </a:bodyPr>
          <a:lstStyle>
            <a:lvl1pPr marL="0" indent="0" fontAlgn="base">
              <a:lnSpc>
                <a:spcPct val="112000"/>
              </a:lnSpc>
              <a:spcBef>
                <a:spcPts val="0"/>
              </a:spcBef>
              <a:buNone/>
              <a:defRPr lang="en-US" sz="9000" kern="1200" dirty="0" smtClean="0">
                <a:ln w="3175">
                  <a:noFill/>
                </a:ln>
                <a:solidFill>
                  <a:schemeClr val="bg1"/>
                </a:solidFill>
                <a:latin typeface="+mj-lt"/>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758826" y="4998536"/>
            <a:ext cx="11125200" cy="1627188"/>
          </a:xfrm>
        </p:spPr>
        <p:txBody>
          <a:bodyPr vert="horz" lIns="0" tIns="0" rIns="0" bIns="0" rtlCol="0" anchor="t">
            <a:noAutofit/>
          </a:bodyPr>
          <a:lstStyle>
            <a:lvl1pPr marL="0" indent="0">
              <a:buNone/>
              <a:defRPr lang="en-US" sz="5200" dirty="0">
                <a:ln>
                  <a:noFill/>
                </a:ln>
                <a:solidFill>
                  <a:schemeClr val="bg1"/>
                </a:solidFill>
              </a:defRPr>
            </a:lvl1pPr>
          </a:lstStyle>
          <a:p>
            <a:pPr lvl="0"/>
            <a:r>
              <a:rPr lang="en-US"/>
              <a:t>All titles/subtitles are sentence case</a:t>
            </a:r>
          </a:p>
        </p:txBody>
      </p:sp>
      <p:sp>
        <p:nvSpPr>
          <p:cNvPr id="6" name="Freeform 5">
            <a:extLst>
              <a:ext uri="{FF2B5EF4-FFF2-40B4-BE49-F238E27FC236}">
                <a16:creationId xmlns:a16="http://schemas.microsoft.com/office/drawing/2014/main" id="{B96AE158-57F3-42F7-BA5B-F9CAC8029C8B}"/>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pic>
        <p:nvPicPr>
          <p:cNvPr id="11" name="Graphic 10">
            <a:extLst>
              <a:ext uri="{FF2B5EF4-FFF2-40B4-BE49-F238E27FC236}">
                <a16:creationId xmlns:a16="http://schemas.microsoft.com/office/drawing/2014/main" id="{E2097F27-DC5D-B0F0-CE35-0D1889844CE1}"/>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19159050" y="11386529"/>
            <a:ext cx="4567724" cy="2058482"/>
          </a:xfrm>
          <a:prstGeom prst="rect">
            <a:avLst/>
          </a:prstGeom>
        </p:spPr>
      </p:pic>
    </p:spTree>
    <p:extLst>
      <p:ext uri="{BB962C8B-B14F-4D97-AF65-F5344CB8AC3E}">
        <p14:creationId xmlns:p14="http://schemas.microsoft.com/office/powerpoint/2010/main" val="2703362085"/>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showMasterSp="0" userDrawn="1">
  <p:cSld name="1_Blank">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150"/>
          </a:xfrm>
        </p:spPr>
        <p:txBody>
          <a:bodyPr/>
          <a:lstStyle/>
          <a:p>
            <a:r>
              <a:rPr lang="en-US"/>
              <a:t>Click to edit Master title style</a:t>
            </a:r>
          </a:p>
        </p:txBody>
      </p:sp>
      <p:sp>
        <p:nvSpPr>
          <p:cNvPr id="3" name="Footer Placeholder 2">
            <a:extLst>
              <a:ext uri="{FF2B5EF4-FFF2-40B4-BE49-F238E27FC236}">
                <a16:creationId xmlns:a16="http://schemas.microsoft.com/office/drawing/2014/main" id="{476EBF41-6E4F-CC45-9467-0CE6DA4A5B1A}"/>
              </a:ext>
            </a:extLst>
          </p:cNvPr>
          <p:cNvSpPr>
            <a:spLocks noGrp="1"/>
          </p:cNvSpPr>
          <p:nvPr>
            <p:ph type="ftr" sz="quarter" idx="10"/>
          </p:nvPr>
        </p:nvSpPr>
        <p:spPr/>
        <p:txBody>
          <a:bodyPr lIns="182880"/>
          <a:lstStyle/>
          <a:p>
            <a:endParaRPr lang="en-US"/>
          </a:p>
        </p:txBody>
      </p:sp>
      <p:sp>
        <p:nvSpPr>
          <p:cNvPr id="4" name="Slide Number Placeholder 3">
            <a:extLst>
              <a:ext uri="{FF2B5EF4-FFF2-40B4-BE49-F238E27FC236}">
                <a16:creationId xmlns:a16="http://schemas.microsoft.com/office/drawing/2014/main" id="{A82870D3-B21C-6F49-A89A-D8B3AEF5AC9C}"/>
              </a:ext>
            </a:extLst>
          </p:cNvPr>
          <p:cNvSpPr>
            <a:spLocks noGrp="1"/>
          </p:cNvSpPr>
          <p:nvPr>
            <p:ph type="sldNum" sz="quarter" idx="11"/>
          </p:nvPr>
        </p:nvSpPr>
        <p:spPr/>
        <p:txBody>
          <a:bodyPr/>
          <a:lstStyle/>
          <a:p>
            <a:fld id="{762E77F0-FB5B-4E8E-9BC9-34F14560A017}" type="slidenum">
              <a:rPr lang="en-US" smtClean="0"/>
              <a:pPr/>
              <a:t>‹#›</a:t>
            </a:fld>
            <a:endParaRPr lang="en-US"/>
          </a:p>
        </p:txBody>
      </p:sp>
      <p:pic>
        <p:nvPicPr>
          <p:cNvPr id="6" name="Picture 5">
            <a:extLst>
              <a:ext uri="{FF2B5EF4-FFF2-40B4-BE49-F238E27FC236}">
                <a16:creationId xmlns:a16="http://schemas.microsoft.com/office/drawing/2014/main" id="{3F9E8279-BFE3-42FA-89A5-BD1779547B5B}"/>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4040212531"/>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showMasterSp="0" preserve="1" userDrawn="1">
  <p:cSld name="8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pic>
        <p:nvPicPr>
          <p:cNvPr id="4" name="Picture 3">
            <a:extLst>
              <a:ext uri="{FF2B5EF4-FFF2-40B4-BE49-F238E27FC236}">
                <a16:creationId xmlns:a16="http://schemas.microsoft.com/office/drawing/2014/main" id="{DC3D7A00-2891-24B2-ED6C-5B28CC4847A3}"/>
              </a:ext>
            </a:extLst>
          </p:cNvPr>
          <p:cNvPicPr>
            <a:picLocks noChangeAspect="1"/>
          </p:cNvPicPr>
          <p:nvPr userDrawn="1"/>
        </p:nvPicPr>
        <p:blipFill>
          <a:blip r:embed="rId2"/>
          <a:stretch>
            <a:fillRect/>
          </a:stretch>
        </p:blipFill>
        <p:spPr>
          <a:xfrm>
            <a:off x="0" y="4419600"/>
            <a:ext cx="6477000" cy="9296400"/>
          </a:xfrm>
          <a:prstGeom prst="rect">
            <a:avLst/>
          </a:prstGeom>
        </p:spPr>
      </p:pic>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350045053"/>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type="blank">
  <p:cSld name="2_Blank">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B3CEBEF5-5F64-D477-77CA-127C6A5E8558}"/>
              </a:ext>
            </a:extLst>
          </p:cNvPr>
          <p:cNvSpPr>
            <a:spLocks noGrp="1"/>
          </p:cNvSpPr>
          <p:nvPr>
            <p:ph type="ftr" sz="quarter" idx="10"/>
          </p:nvPr>
        </p:nvSpPr>
        <p:spPr/>
        <p:txBody>
          <a:bodyPr/>
          <a:lstStyle/>
          <a:p>
            <a:endParaRPr lang="en-US"/>
          </a:p>
        </p:txBody>
      </p:sp>
      <p:sp>
        <p:nvSpPr>
          <p:cNvPr id="3" name="Slide Number Placeholder 2">
            <a:extLst>
              <a:ext uri="{FF2B5EF4-FFF2-40B4-BE49-F238E27FC236}">
                <a16:creationId xmlns:a16="http://schemas.microsoft.com/office/drawing/2014/main" id="{28261476-9687-C505-0878-3971DD50217B}"/>
              </a:ext>
            </a:extLst>
          </p:cNvPr>
          <p:cNvSpPr>
            <a:spLocks noGrp="1"/>
          </p:cNvSpPr>
          <p:nvPr>
            <p:ph type="sldNum" sz="quarter" idx="11"/>
          </p:nvPr>
        </p:nvSpPr>
        <p:spPr/>
        <p:txBody>
          <a:bodyPr/>
          <a:lstStyle/>
          <a:p>
            <a:fld id="{762E77F0-FB5B-4E8E-9BC9-34F14560A017}" type="slidenum">
              <a:rPr lang="en-US" smtClean="0"/>
              <a:pPr/>
              <a:t>‹#›</a:t>
            </a:fld>
            <a:endParaRPr lang="en-US"/>
          </a:p>
        </p:txBody>
      </p:sp>
    </p:spTree>
    <p:extLst>
      <p:ext uri="{BB962C8B-B14F-4D97-AF65-F5344CB8AC3E}">
        <p14:creationId xmlns:p14="http://schemas.microsoft.com/office/powerpoint/2010/main" val="3562279447"/>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showMasterSp="0" userDrawn="1">
  <p:cSld name="Single Column - Re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a:xfrm>
            <a:off x="0" y="0"/>
            <a:ext cx="6477000" cy="13716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lvl1pPr>
              <a:defRPr>
                <a:solidFill>
                  <a:schemeClr val="bg1"/>
                </a:solidFill>
              </a:defRPr>
            </a:lvl1pPr>
          </a:lstStyle>
          <a:p>
            <a:r>
              <a:rPr lang="en-US"/>
              <a:t>Click to edit Master title style</a:t>
            </a:r>
          </a:p>
        </p:txBody>
      </p:sp>
      <p:sp>
        <p:nvSpPr>
          <p:cNvPr id="8" name="Freeform 5">
            <a:extLst>
              <a:ext uri="{FF2B5EF4-FFF2-40B4-BE49-F238E27FC236}">
                <a16:creationId xmlns:a16="http://schemas.microsoft.com/office/drawing/2014/main" id="{06EFB90B-468B-48EC-9C17-1C9C6FB59342}"/>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Tree>
    <p:extLst>
      <p:ext uri="{BB962C8B-B14F-4D97-AF65-F5344CB8AC3E}">
        <p14:creationId xmlns:p14="http://schemas.microsoft.com/office/powerpoint/2010/main" val="229345228"/>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showMasterSp="0" preserve="1" userDrawn="1">
  <p:cSld name="Title Slide 2">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1852BA2-98D6-7533-BEC6-1C416BA117B0}"/>
              </a:ext>
            </a:extLst>
          </p:cNvPr>
          <p:cNvPicPr>
            <a:picLocks noChangeAspect="1"/>
          </p:cNvPicPr>
          <p:nvPr userDrawn="1"/>
        </p:nvPicPr>
        <p:blipFill>
          <a:blip r:embed="rId2"/>
          <a:stretch>
            <a:fillRect/>
          </a:stretch>
        </p:blipFill>
        <p:spPr>
          <a:xfrm>
            <a:off x="9474200" y="0"/>
            <a:ext cx="14909800" cy="12547600"/>
          </a:xfrm>
          <a:prstGeom prst="rect">
            <a:avLst/>
          </a:prstGeom>
        </p:spPr>
      </p:pic>
      <p:pic>
        <p:nvPicPr>
          <p:cNvPr id="8" name="Graphic 7">
            <a:extLst>
              <a:ext uri="{FF2B5EF4-FFF2-40B4-BE49-F238E27FC236}">
                <a16:creationId xmlns:a16="http://schemas.microsoft.com/office/drawing/2014/main" id="{269A90C7-9D7B-A646-8F2F-D8E6C28659C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4" name="Text Placeholder 16">
            <a:extLst>
              <a:ext uri="{FF2B5EF4-FFF2-40B4-BE49-F238E27FC236}">
                <a16:creationId xmlns:a16="http://schemas.microsoft.com/office/drawing/2014/main" id="{2968C323-10BA-3F4F-90A6-9A79E5FF2F52}"/>
              </a:ext>
            </a:extLst>
          </p:cNvPr>
          <p:cNvSpPr>
            <a:spLocks noGrp="1"/>
          </p:cNvSpPr>
          <p:nvPr>
            <p:ph type="body" sz="quarter" idx="10" hasCustomPrompt="1"/>
          </p:nvPr>
        </p:nvSpPr>
        <p:spPr>
          <a:xfrm>
            <a:off x="697741" y="10634525"/>
            <a:ext cx="11372850" cy="923330"/>
          </a:xfrm>
          <a:prstGeom prst="rect">
            <a:avLst/>
          </a:prstGeom>
        </p:spPr>
        <p:txBody>
          <a:bodyPr lIns="0" tIns="0" rIns="0" bIns="0">
            <a:spAutoFit/>
          </a:bodyPr>
          <a:lstStyle>
            <a:lvl1pPr marL="0" indent="0">
              <a:spcBef>
                <a:spcPts val="0"/>
              </a:spcBef>
              <a:buNone/>
              <a:defRPr>
                <a:solidFill>
                  <a:schemeClr val="bg1"/>
                </a:solidFill>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1C861E3C-8230-296F-72BF-BEB912769B1B}"/>
              </a:ext>
            </a:extLst>
          </p:cNvPr>
          <p:cNvSpPr>
            <a:spLocks noGrp="1"/>
          </p:cNvSpPr>
          <p:nvPr>
            <p:ph type="ctrTitle" hasCustomPrompt="1"/>
          </p:nvPr>
        </p:nvSpPr>
        <p:spPr>
          <a:xfrm>
            <a:off x="647091" y="2023304"/>
            <a:ext cx="7039170" cy="3909276"/>
          </a:xfrm>
          <a:prstGeom prst="rect">
            <a:avLst/>
          </a:prstGeom>
        </p:spPr>
        <p:txBody>
          <a:bodyPr wrap="square" lIns="0" tIns="0" rIns="0" bIns="0" anchor="b" anchorCtr="0">
            <a:spAutoFit/>
          </a:bodyPr>
          <a:lstStyle>
            <a:lvl1pPr algn="l" fontAlgn="b">
              <a:lnSpc>
                <a:spcPct val="112000"/>
              </a:lnSpc>
              <a:defRPr sz="8000">
                <a:solidFill>
                  <a:schemeClr val="bg1"/>
                </a:solidFill>
              </a:defRPr>
            </a:lvl1pPr>
          </a:lstStyle>
          <a:p>
            <a:r>
              <a:rPr lang="en-US"/>
              <a:t>Title with multiple lines here</a:t>
            </a:r>
          </a:p>
        </p:txBody>
      </p:sp>
      <p:sp>
        <p:nvSpPr>
          <p:cNvPr id="6" name="Subtitle 2">
            <a:extLst>
              <a:ext uri="{FF2B5EF4-FFF2-40B4-BE49-F238E27FC236}">
                <a16:creationId xmlns:a16="http://schemas.microsoft.com/office/drawing/2014/main" id="{72863497-253D-0001-302A-BF7F6FB0FAE4}"/>
              </a:ext>
            </a:extLst>
          </p:cNvPr>
          <p:cNvSpPr>
            <a:spLocks noGrp="1"/>
          </p:cNvSpPr>
          <p:nvPr>
            <p:ph type="subTitle" idx="1" hasCustomPrompt="1"/>
          </p:nvPr>
        </p:nvSpPr>
        <p:spPr>
          <a:xfrm>
            <a:off x="677318" y="8726846"/>
            <a:ext cx="4835588" cy="1477328"/>
          </a:xfrm>
          <a:prstGeom prst="rect">
            <a:avLst/>
          </a:prstGeom>
        </p:spPr>
        <p:txBody>
          <a:bodyPr wrap="square" lIns="0" tIns="0" rIns="0" bIns="0" anchor="t">
            <a:spAutoFit/>
          </a:bodyPr>
          <a:lstStyle>
            <a:lvl1pPr marL="0" indent="0" algn="l">
              <a:buNone/>
              <a:defRPr sz="4800">
                <a:ln>
                  <a:noFill/>
                </a:ln>
                <a:solidFill>
                  <a:schemeClr val="bg1"/>
                </a:solidFill>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sp>
        <p:nvSpPr>
          <p:cNvPr id="9" name="Graphic 2">
            <a:extLst>
              <a:ext uri="{FF2B5EF4-FFF2-40B4-BE49-F238E27FC236}">
                <a16:creationId xmlns:a16="http://schemas.microsoft.com/office/drawing/2014/main" id="{0D088DC0-E273-1CE5-DFE6-10BBE1FC38A2}"/>
              </a:ext>
            </a:extLst>
          </p:cNvPr>
          <p:cNvSpPr/>
          <p:nvPr/>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253360126"/>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showMasterSp="0" preserve="1" userDrawn="1">
  <p:cSld name="Title Slide 3">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4165BA7-6ECE-E932-9733-522489AB48D3}"/>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2716813" y="0"/>
            <a:ext cx="21667186" cy="13716000"/>
          </a:xfrm>
          <a:prstGeom prst="rect">
            <a:avLst/>
          </a:prstGeom>
        </p:spPr>
      </p:pic>
      <p:pic>
        <p:nvPicPr>
          <p:cNvPr id="9" name="Graphic 8">
            <a:extLst>
              <a:ext uri="{FF2B5EF4-FFF2-40B4-BE49-F238E27FC236}">
                <a16:creationId xmlns:a16="http://schemas.microsoft.com/office/drawing/2014/main" id="{C3BBC34D-BFF3-2949-8EA5-E9FF8A3B72D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0" name="Text Placeholder 16">
            <a:extLst>
              <a:ext uri="{FF2B5EF4-FFF2-40B4-BE49-F238E27FC236}">
                <a16:creationId xmlns:a16="http://schemas.microsoft.com/office/drawing/2014/main" id="{3D65B2ED-28C3-8242-9EA6-D9E2ADF4D649}"/>
              </a:ext>
            </a:extLst>
          </p:cNvPr>
          <p:cNvSpPr>
            <a:spLocks noGrp="1"/>
          </p:cNvSpPr>
          <p:nvPr>
            <p:ph type="body" sz="quarter" idx="10" hasCustomPrompt="1"/>
          </p:nvPr>
        </p:nvSpPr>
        <p:spPr>
          <a:xfrm>
            <a:off x="655811" y="10918553"/>
            <a:ext cx="3330562" cy="923330"/>
          </a:xfrm>
          <a:prstGeom prst="rect">
            <a:avLst/>
          </a:prstGeom>
        </p:spPr>
        <p:txBody>
          <a:bodyPr wrap="square" lIns="0" tIns="0" rIns="0" bIns="0">
            <a:spAutoFit/>
          </a:bodyPr>
          <a:lstStyle>
            <a:lvl1pPr marL="0" indent="0">
              <a:spcBef>
                <a:spcPts val="0"/>
              </a:spcBef>
              <a:buNone/>
              <a:defRPr>
                <a:solidFill>
                  <a:schemeClr val="bg1"/>
                </a:solidFill>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DE1C0931-E2CB-21D0-1C02-A6BD93D29E23}"/>
              </a:ext>
            </a:extLst>
          </p:cNvPr>
          <p:cNvSpPr>
            <a:spLocks noGrp="1"/>
          </p:cNvSpPr>
          <p:nvPr>
            <p:ph type="ctrTitle" hasCustomPrompt="1"/>
          </p:nvPr>
        </p:nvSpPr>
        <p:spPr>
          <a:xfrm>
            <a:off x="655810" y="866296"/>
            <a:ext cx="9530580" cy="2530436"/>
          </a:xfrm>
          <a:prstGeom prst="rect">
            <a:avLst/>
          </a:prstGeom>
        </p:spPr>
        <p:txBody>
          <a:bodyPr wrap="square" lIns="0" tIns="0" rIns="0" bIns="0" anchor="b" anchorCtr="0">
            <a:spAutoFit/>
          </a:bodyPr>
          <a:lstStyle>
            <a:lvl1pPr algn="l" fontAlgn="b">
              <a:lnSpc>
                <a:spcPct val="112000"/>
              </a:lnSpc>
              <a:defRPr sz="8000">
                <a:solidFill>
                  <a:schemeClr val="bg1"/>
                </a:solidFill>
              </a:defRPr>
            </a:lvl1pPr>
          </a:lstStyle>
          <a:p>
            <a:r>
              <a:rPr lang="en-US"/>
              <a:t>Title with multiple lines here</a:t>
            </a:r>
          </a:p>
        </p:txBody>
      </p:sp>
      <p:sp>
        <p:nvSpPr>
          <p:cNvPr id="6" name="Subtitle 2">
            <a:extLst>
              <a:ext uri="{FF2B5EF4-FFF2-40B4-BE49-F238E27FC236}">
                <a16:creationId xmlns:a16="http://schemas.microsoft.com/office/drawing/2014/main" id="{708ECC9D-EDA8-CF32-AEF0-561AA70FE070}"/>
              </a:ext>
            </a:extLst>
          </p:cNvPr>
          <p:cNvSpPr>
            <a:spLocks noGrp="1"/>
          </p:cNvSpPr>
          <p:nvPr>
            <p:ph type="subTitle" idx="1" hasCustomPrompt="1"/>
          </p:nvPr>
        </p:nvSpPr>
        <p:spPr>
          <a:xfrm>
            <a:off x="686038" y="4181062"/>
            <a:ext cx="4835588" cy="1477328"/>
          </a:xfrm>
          <a:prstGeom prst="rect">
            <a:avLst/>
          </a:prstGeom>
        </p:spPr>
        <p:txBody>
          <a:bodyPr wrap="square" lIns="0" tIns="0" rIns="0" bIns="0" anchor="t">
            <a:spAutoFit/>
          </a:bodyPr>
          <a:lstStyle>
            <a:lvl1pPr marL="0" indent="0" algn="l">
              <a:buNone/>
              <a:defRPr sz="4800">
                <a:ln>
                  <a:noFill/>
                </a:ln>
                <a:solidFill>
                  <a:schemeClr val="bg1"/>
                </a:solidFill>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sp>
        <p:nvSpPr>
          <p:cNvPr id="2" name="Graphic 2">
            <a:extLst>
              <a:ext uri="{FF2B5EF4-FFF2-40B4-BE49-F238E27FC236}">
                <a16:creationId xmlns:a16="http://schemas.microsoft.com/office/drawing/2014/main" id="{457CADE9-063A-C4C9-1176-8F57C2E75155}"/>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2391011561"/>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showMasterSp="0" preserve="1" userDrawn="1">
  <p:cSld name="1_Title Slide 2">
    <p:bg>
      <p:bgPr>
        <a:solidFill>
          <a:schemeClr val="tx1"/>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9BDEC1B2-A9FA-0B77-AC13-22F8DA3B7D44}"/>
              </a:ext>
            </a:extLst>
          </p:cNvPr>
          <p:cNvPicPr>
            <a:picLocks noChangeAspect="1"/>
          </p:cNvPicPr>
          <p:nvPr userDrawn="1"/>
        </p:nvPicPr>
        <p:blipFill>
          <a:blip r:embed="rId2"/>
          <a:stretch>
            <a:fillRect/>
          </a:stretch>
        </p:blipFill>
        <p:spPr>
          <a:xfrm>
            <a:off x="8585200" y="0"/>
            <a:ext cx="15798800" cy="13716000"/>
          </a:xfrm>
          <a:prstGeom prst="rect">
            <a:avLst/>
          </a:prstGeom>
        </p:spPr>
      </p:pic>
      <p:pic>
        <p:nvPicPr>
          <p:cNvPr id="8" name="Graphic 7">
            <a:extLst>
              <a:ext uri="{FF2B5EF4-FFF2-40B4-BE49-F238E27FC236}">
                <a16:creationId xmlns:a16="http://schemas.microsoft.com/office/drawing/2014/main" id="{269A90C7-9D7B-A646-8F2F-D8E6C28659C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4" name="Text Placeholder 16">
            <a:extLst>
              <a:ext uri="{FF2B5EF4-FFF2-40B4-BE49-F238E27FC236}">
                <a16:creationId xmlns:a16="http://schemas.microsoft.com/office/drawing/2014/main" id="{2968C323-10BA-3F4F-90A6-9A79E5FF2F52}"/>
              </a:ext>
            </a:extLst>
          </p:cNvPr>
          <p:cNvSpPr>
            <a:spLocks noGrp="1"/>
          </p:cNvSpPr>
          <p:nvPr>
            <p:ph type="body" sz="quarter" idx="10" hasCustomPrompt="1"/>
          </p:nvPr>
        </p:nvSpPr>
        <p:spPr>
          <a:xfrm>
            <a:off x="697741" y="10634525"/>
            <a:ext cx="11372850" cy="923330"/>
          </a:xfrm>
          <a:prstGeom prst="rect">
            <a:avLst/>
          </a:prstGeom>
        </p:spPr>
        <p:txBody>
          <a:bodyPr lIns="0" tIns="0" rIns="0" bIns="0">
            <a:spAutoFit/>
          </a:bodyPr>
          <a:lstStyle>
            <a:lvl1pPr marL="0" indent="0">
              <a:spcBef>
                <a:spcPts val="0"/>
              </a:spcBef>
              <a:buNone/>
              <a:defRPr>
                <a:solidFill>
                  <a:schemeClr val="bg1"/>
                </a:solidFill>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1C861E3C-8230-296F-72BF-BEB912769B1B}"/>
              </a:ext>
            </a:extLst>
          </p:cNvPr>
          <p:cNvSpPr>
            <a:spLocks noGrp="1"/>
          </p:cNvSpPr>
          <p:nvPr>
            <p:ph type="ctrTitle" hasCustomPrompt="1"/>
          </p:nvPr>
        </p:nvSpPr>
        <p:spPr>
          <a:xfrm>
            <a:off x="647091" y="689014"/>
            <a:ext cx="7039170" cy="3909276"/>
          </a:xfrm>
          <a:prstGeom prst="rect">
            <a:avLst/>
          </a:prstGeom>
        </p:spPr>
        <p:txBody>
          <a:bodyPr wrap="square" lIns="0" tIns="0" rIns="0" bIns="0" anchor="b" anchorCtr="0">
            <a:spAutoFit/>
          </a:bodyPr>
          <a:lstStyle>
            <a:lvl1pPr algn="l" fontAlgn="b">
              <a:lnSpc>
                <a:spcPct val="112000"/>
              </a:lnSpc>
              <a:defRPr sz="8000">
                <a:solidFill>
                  <a:schemeClr val="bg1"/>
                </a:solidFill>
              </a:defRPr>
            </a:lvl1pPr>
          </a:lstStyle>
          <a:p>
            <a:r>
              <a:rPr lang="en-US"/>
              <a:t>Title with multiple lines here</a:t>
            </a:r>
          </a:p>
        </p:txBody>
      </p:sp>
      <p:sp>
        <p:nvSpPr>
          <p:cNvPr id="6" name="Subtitle 2">
            <a:extLst>
              <a:ext uri="{FF2B5EF4-FFF2-40B4-BE49-F238E27FC236}">
                <a16:creationId xmlns:a16="http://schemas.microsoft.com/office/drawing/2014/main" id="{72863497-253D-0001-302A-BF7F6FB0FAE4}"/>
              </a:ext>
            </a:extLst>
          </p:cNvPr>
          <p:cNvSpPr>
            <a:spLocks noGrp="1"/>
          </p:cNvSpPr>
          <p:nvPr>
            <p:ph type="subTitle" idx="1" hasCustomPrompt="1"/>
          </p:nvPr>
        </p:nvSpPr>
        <p:spPr>
          <a:xfrm>
            <a:off x="677318" y="8726846"/>
            <a:ext cx="4835588" cy="1477328"/>
          </a:xfrm>
          <a:prstGeom prst="rect">
            <a:avLst/>
          </a:prstGeom>
        </p:spPr>
        <p:txBody>
          <a:bodyPr wrap="square" lIns="0" tIns="0" rIns="0" bIns="0" anchor="t">
            <a:spAutoFit/>
          </a:bodyPr>
          <a:lstStyle>
            <a:lvl1pPr marL="0" indent="0" algn="l">
              <a:buNone/>
              <a:defRPr sz="4800">
                <a:ln>
                  <a:noFill/>
                </a:ln>
                <a:solidFill>
                  <a:schemeClr val="bg1"/>
                </a:solidFill>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sp>
        <p:nvSpPr>
          <p:cNvPr id="2" name="Graphic 2">
            <a:extLst>
              <a:ext uri="{FF2B5EF4-FFF2-40B4-BE49-F238E27FC236}">
                <a16:creationId xmlns:a16="http://schemas.microsoft.com/office/drawing/2014/main" id="{B4239C57-54FA-A50C-6C7B-5EFD7193668D}"/>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2626272397"/>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showMasterSp="0" preserve="1" userDrawn="1">
  <p:cSld name="2_Title Slide 3">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3DD463D2-A0CD-1A39-8F26-8419F763EB28}"/>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4545612" y="0"/>
            <a:ext cx="19838388" cy="13716000"/>
          </a:xfrm>
          <a:prstGeom prst="rect">
            <a:avLst/>
          </a:prstGeom>
        </p:spPr>
      </p:pic>
      <p:pic>
        <p:nvPicPr>
          <p:cNvPr id="9" name="Graphic 8">
            <a:extLst>
              <a:ext uri="{FF2B5EF4-FFF2-40B4-BE49-F238E27FC236}">
                <a16:creationId xmlns:a16="http://schemas.microsoft.com/office/drawing/2014/main" id="{C3BBC34D-BFF3-2949-8EA5-E9FF8A3B72D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0" name="Text Placeholder 16">
            <a:extLst>
              <a:ext uri="{FF2B5EF4-FFF2-40B4-BE49-F238E27FC236}">
                <a16:creationId xmlns:a16="http://schemas.microsoft.com/office/drawing/2014/main" id="{3D65B2ED-28C3-8242-9EA6-D9E2ADF4D649}"/>
              </a:ext>
            </a:extLst>
          </p:cNvPr>
          <p:cNvSpPr>
            <a:spLocks noGrp="1"/>
          </p:cNvSpPr>
          <p:nvPr>
            <p:ph type="body" sz="quarter" idx="10" hasCustomPrompt="1"/>
          </p:nvPr>
        </p:nvSpPr>
        <p:spPr>
          <a:xfrm>
            <a:off x="655811" y="10918553"/>
            <a:ext cx="3330562" cy="923330"/>
          </a:xfrm>
          <a:prstGeom prst="rect">
            <a:avLst/>
          </a:prstGeom>
        </p:spPr>
        <p:txBody>
          <a:bodyPr wrap="square" lIns="0" tIns="0" rIns="0" bIns="0">
            <a:spAutoFit/>
          </a:bodyPr>
          <a:lstStyle>
            <a:lvl1pPr marL="0" indent="0">
              <a:spcBef>
                <a:spcPts val="0"/>
              </a:spcBef>
              <a:buNone/>
              <a:defRPr>
                <a:solidFill>
                  <a:schemeClr val="bg1"/>
                </a:solidFill>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DE1C0931-E2CB-21D0-1C02-A6BD93D29E23}"/>
              </a:ext>
            </a:extLst>
          </p:cNvPr>
          <p:cNvSpPr>
            <a:spLocks noGrp="1"/>
          </p:cNvSpPr>
          <p:nvPr>
            <p:ph type="ctrTitle" hasCustomPrompt="1"/>
          </p:nvPr>
        </p:nvSpPr>
        <p:spPr>
          <a:xfrm>
            <a:off x="655810" y="1874118"/>
            <a:ext cx="9530580" cy="2530436"/>
          </a:xfrm>
          <a:prstGeom prst="rect">
            <a:avLst/>
          </a:prstGeom>
        </p:spPr>
        <p:txBody>
          <a:bodyPr wrap="square" lIns="0" tIns="0" rIns="0" bIns="0" anchor="b" anchorCtr="0">
            <a:spAutoFit/>
          </a:bodyPr>
          <a:lstStyle>
            <a:lvl1pPr algn="l" fontAlgn="b">
              <a:lnSpc>
                <a:spcPct val="112000"/>
              </a:lnSpc>
              <a:defRPr sz="8000">
                <a:solidFill>
                  <a:schemeClr val="bg1"/>
                </a:solidFill>
              </a:defRPr>
            </a:lvl1pPr>
          </a:lstStyle>
          <a:p>
            <a:r>
              <a:rPr lang="en-US"/>
              <a:t>Title with multiple lines here</a:t>
            </a:r>
          </a:p>
        </p:txBody>
      </p:sp>
      <p:sp>
        <p:nvSpPr>
          <p:cNvPr id="6" name="Subtitle 2">
            <a:extLst>
              <a:ext uri="{FF2B5EF4-FFF2-40B4-BE49-F238E27FC236}">
                <a16:creationId xmlns:a16="http://schemas.microsoft.com/office/drawing/2014/main" id="{708ECC9D-EDA8-CF32-AEF0-561AA70FE070}"/>
              </a:ext>
            </a:extLst>
          </p:cNvPr>
          <p:cNvSpPr>
            <a:spLocks noGrp="1"/>
          </p:cNvSpPr>
          <p:nvPr>
            <p:ph type="subTitle" idx="1" hasCustomPrompt="1"/>
          </p:nvPr>
        </p:nvSpPr>
        <p:spPr>
          <a:xfrm>
            <a:off x="686038" y="5188884"/>
            <a:ext cx="4835588" cy="1477328"/>
          </a:xfrm>
          <a:prstGeom prst="rect">
            <a:avLst/>
          </a:prstGeom>
        </p:spPr>
        <p:txBody>
          <a:bodyPr wrap="square" lIns="0" tIns="0" rIns="0" bIns="0" anchor="t">
            <a:spAutoFit/>
          </a:bodyPr>
          <a:lstStyle>
            <a:lvl1pPr marL="0" indent="0" algn="l">
              <a:buNone/>
              <a:defRPr sz="4800">
                <a:ln>
                  <a:noFill/>
                </a:ln>
                <a:solidFill>
                  <a:schemeClr val="bg1"/>
                </a:solidFill>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sp>
        <p:nvSpPr>
          <p:cNvPr id="3" name="Graphic 2">
            <a:extLst>
              <a:ext uri="{FF2B5EF4-FFF2-40B4-BE49-F238E27FC236}">
                <a16:creationId xmlns:a16="http://schemas.microsoft.com/office/drawing/2014/main" id="{B077200D-89FC-938D-58D7-7538DC70F329}"/>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3853287012"/>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showMasterSp="0" preserve="1" userDrawn="1">
  <p:cSld name="1_Title Slide 3">
    <p:bg>
      <p:bgPr>
        <a:solidFill>
          <a:schemeClr val="tx1"/>
        </a:solidFill>
        <a:effectLst/>
      </p:bgPr>
    </p:bg>
    <p:spTree>
      <p:nvGrpSpPr>
        <p:cNvPr id="1" name=""/>
        <p:cNvGrpSpPr/>
        <p:nvPr/>
      </p:nvGrpSpPr>
      <p:grpSpPr>
        <a:xfrm>
          <a:off x="0" y="0"/>
          <a:ext cx="0" cy="0"/>
          <a:chOff x="0" y="0"/>
          <a:chExt cx="0" cy="0"/>
        </a:xfrm>
      </p:grpSpPr>
      <p:pic>
        <p:nvPicPr>
          <p:cNvPr id="9" name="Graphic 8">
            <a:extLst>
              <a:ext uri="{FF2B5EF4-FFF2-40B4-BE49-F238E27FC236}">
                <a16:creationId xmlns:a16="http://schemas.microsoft.com/office/drawing/2014/main" id="{C3BBC34D-BFF3-2949-8EA5-E9FF8A3B72D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Text Placeholder 16">
            <a:extLst>
              <a:ext uri="{FF2B5EF4-FFF2-40B4-BE49-F238E27FC236}">
                <a16:creationId xmlns:a16="http://schemas.microsoft.com/office/drawing/2014/main" id="{3D65B2ED-28C3-8242-9EA6-D9E2ADF4D649}"/>
              </a:ext>
            </a:extLst>
          </p:cNvPr>
          <p:cNvSpPr>
            <a:spLocks noGrp="1"/>
          </p:cNvSpPr>
          <p:nvPr>
            <p:ph type="body" sz="quarter" idx="10" hasCustomPrompt="1"/>
          </p:nvPr>
        </p:nvSpPr>
        <p:spPr>
          <a:xfrm>
            <a:off x="655811" y="10918553"/>
            <a:ext cx="3330562" cy="923330"/>
          </a:xfrm>
          <a:prstGeom prst="rect">
            <a:avLst/>
          </a:prstGeom>
        </p:spPr>
        <p:txBody>
          <a:bodyPr wrap="square" lIns="0" tIns="0" rIns="0" bIns="0">
            <a:spAutoFit/>
          </a:bodyPr>
          <a:lstStyle>
            <a:lvl1pPr marL="0" indent="0">
              <a:spcBef>
                <a:spcPts val="0"/>
              </a:spcBef>
              <a:buNone/>
              <a:defRPr>
                <a:solidFill>
                  <a:schemeClr val="bg1"/>
                </a:solidFill>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DE1C0931-E2CB-21D0-1C02-A6BD93D29E23}"/>
              </a:ext>
            </a:extLst>
          </p:cNvPr>
          <p:cNvSpPr>
            <a:spLocks noGrp="1"/>
          </p:cNvSpPr>
          <p:nvPr>
            <p:ph type="ctrTitle" hasCustomPrompt="1"/>
          </p:nvPr>
        </p:nvSpPr>
        <p:spPr>
          <a:xfrm>
            <a:off x="655810" y="2065906"/>
            <a:ext cx="9530580" cy="2530436"/>
          </a:xfrm>
          <a:prstGeom prst="rect">
            <a:avLst/>
          </a:prstGeom>
        </p:spPr>
        <p:txBody>
          <a:bodyPr wrap="square" lIns="0" tIns="0" rIns="0" bIns="0" anchor="b" anchorCtr="0">
            <a:spAutoFit/>
          </a:bodyPr>
          <a:lstStyle>
            <a:lvl1pPr algn="l" fontAlgn="b">
              <a:lnSpc>
                <a:spcPct val="112000"/>
              </a:lnSpc>
              <a:defRPr sz="8000">
                <a:solidFill>
                  <a:schemeClr val="bg1"/>
                </a:solidFill>
              </a:defRPr>
            </a:lvl1pPr>
          </a:lstStyle>
          <a:p>
            <a:r>
              <a:rPr lang="en-US"/>
              <a:t>Title with multiple lines here</a:t>
            </a:r>
          </a:p>
        </p:txBody>
      </p:sp>
      <p:sp>
        <p:nvSpPr>
          <p:cNvPr id="6" name="Subtitle 2">
            <a:extLst>
              <a:ext uri="{FF2B5EF4-FFF2-40B4-BE49-F238E27FC236}">
                <a16:creationId xmlns:a16="http://schemas.microsoft.com/office/drawing/2014/main" id="{708ECC9D-EDA8-CF32-AEF0-561AA70FE070}"/>
              </a:ext>
            </a:extLst>
          </p:cNvPr>
          <p:cNvSpPr>
            <a:spLocks noGrp="1"/>
          </p:cNvSpPr>
          <p:nvPr>
            <p:ph type="subTitle" idx="1" hasCustomPrompt="1"/>
          </p:nvPr>
        </p:nvSpPr>
        <p:spPr>
          <a:xfrm>
            <a:off x="686038" y="5380672"/>
            <a:ext cx="4835588" cy="1477328"/>
          </a:xfrm>
          <a:prstGeom prst="rect">
            <a:avLst/>
          </a:prstGeom>
        </p:spPr>
        <p:txBody>
          <a:bodyPr wrap="square" lIns="0" tIns="0" rIns="0" bIns="0" anchor="t">
            <a:spAutoFit/>
          </a:bodyPr>
          <a:lstStyle>
            <a:lvl1pPr marL="0" indent="0" algn="l">
              <a:buNone/>
              <a:defRPr sz="4800">
                <a:ln>
                  <a:noFill/>
                </a:ln>
                <a:solidFill>
                  <a:schemeClr val="bg1"/>
                </a:solidFill>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pic>
        <p:nvPicPr>
          <p:cNvPr id="3" name="Picture 2">
            <a:extLst>
              <a:ext uri="{FF2B5EF4-FFF2-40B4-BE49-F238E27FC236}">
                <a16:creationId xmlns:a16="http://schemas.microsoft.com/office/drawing/2014/main" id="{AE28AD9D-E530-B3D6-1DA4-6BDBE343733C}"/>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10695047" y="0"/>
            <a:ext cx="13688954" cy="13716000"/>
          </a:xfrm>
          <a:prstGeom prst="rect">
            <a:avLst/>
          </a:prstGeom>
        </p:spPr>
      </p:pic>
      <p:sp>
        <p:nvSpPr>
          <p:cNvPr id="2" name="Graphic 2">
            <a:extLst>
              <a:ext uri="{FF2B5EF4-FFF2-40B4-BE49-F238E27FC236}">
                <a16:creationId xmlns:a16="http://schemas.microsoft.com/office/drawing/2014/main" id="{7E7E76DF-5156-C21D-C055-E4AEB1A5577E}"/>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3148025505"/>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showMasterSp="0" preserve="1" userDrawn="1">
  <p:cSld name="Breaker">
    <p:bg>
      <p:bgPr>
        <a:solidFill>
          <a:schemeClr val="tx1"/>
        </a:solidFill>
        <a:effectLst/>
      </p:bgPr>
    </p:bg>
    <p:spTree>
      <p:nvGrpSpPr>
        <p:cNvPr id="1" name=""/>
        <p:cNvGrpSpPr/>
        <p:nvPr/>
      </p:nvGrpSpPr>
      <p:grpSpPr>
        <a:xfrm>
          <a:off x="0" y="0"/>
          <a:ext cx="0" cy="0"/>
          <a:chOff x="0" y="0"/>
          <a:chExt cx="0" cy="0"/>
        </a:xfrm>
      </p:grpSpPr>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10873689" y="623811"/>
            <a:ext cx="11160126" cy="4200146"/>
          </a:xfrm>
          <a:prstGeom prst="rect">
            <a:avLst/>
          </a:prstGeom>
          <a:noFill/>
          <a:ln>
            <a:noFill/>
          </a:ln>
        </p:spPr>
        <p:txBody>
          <a:bodyPr vert="horz" lIns="0" tIns="0" rIns="0" bIns="0" rtlCol="0" anchor="b">
            <a:noAutofit/>
          </a:bodyPr>
          <a:lstStyle>
            <a:lvl1pPr marL="0" indent="0" fontAlgn="base">
              <a:lnSpc>
                <a:spcPct val="112000"/>
              </a:lnSpc>
              <a:spcBef>
                <a:spcPts val="0"/>
              </a:spcBef>
              <a:buNone/>
              <a:defRPr lang="en-US" sz="9000" kern="1200" dirty="0" smtClean="0">
                <a:ln w="3175">
                  <a:noFill/>
                </a:ln>
                <a:solidFill>
                  <a:schemeClr val="bg1"/>
                </a:solidFill>
                <a:latin typeface="+mj-lt"/>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10908615" y="4969057"/>
            <a:ext cx="8875710" cy="1600438"/>
          </a:xfrm>
          <a:prstGeom prst="rect">
            <a:avLst/>
          </a:prstGeom>
        </p:spPr>
        <p:txBody>
          <a:bodyPr vert="horz" wrap="square" lIns="0" tIns="0" rIns="0" bIns="0" rtlCol="0" anchor="t">
            <a:spAutoFit/>
          </a:bodyPr>
          <a:lstStyle>
            <a:lvl1pPr marL="0" indent="0">
              <a:buNone/>
              <a:defRPr lang="en-US" sz="5200" dirty="0">
                <a:ln>
                  <a:noFill/>
                </a:ln>
                <a:solidFill>
                  <a:schemeClr val="bg1"/>
                </a:solidFill>
              </a:defRPr>
            </a:lvl1pPr>
          </a:lstStyle>
          <a:p>
            <a:pPr lvl="0"/>
            <a:r>
              <a:rPr lang="en-US"/>
              <a:t>All titles/subtitles are sentence case</a:t>
            </a:r>
          </a:p>
        </p:txBody>
      </p:sp>
      <p:pic>
        <p:nvPicPr>
          <p:cNvPr id="6" name="Graphic 5">
            <a:extLst>
              <a:ext uri="{FF2B5EF4-FFF2-40B4-BE49-F238E27FC236}">
                <a16:creationId xmlns:a16="http://schemas.microsoft.com/office/drawing/2014/main" id="{C0F6F2E4-2F4C-BB43-8EB6-24C72650C2E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 name="Graphic 2">
            <a:extLst>
              <a:ext uri="{FF2B5EF4-FFF2-40B4-BE49-F238E27FC236}">
                <a16:creationId xmlns:a16="http://schemas.microsoft.com/office/drawing/2014/main" id="{4765CAD0-7126-5B70-C779-9CC35C2AEB1D}"/>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pic>
        <p:nvPicPr>
          <p:cNvPr id="5" name="Picture 4">
            <a:extLst>
              <a:ext uri="{FF2B5EF4-FFF2-40B4-BE49-F238E27FC236}">
                <a16:creationId xmlns:a16="http://schemas.microsoft.com/office/drawing/2014/main" id="{0678CA17-1D97-0236-79E4-26F5DC7150C4}"/>
              </a:ext>
            </a:extLst>
          </p:cNvPr>
          <p:cNvPicPr>
            <a:picLocks noChangeAspect="1"/>
          </p:cNvPicPr>
          <p:nvPr userDrawn="1"/>
        </p:nvPicPr>
        <p:blipFill>
          <a:blip r:embed="rId3"/>
          <a:stretch>
            <a:fillRect/>
          </a:stretch>
        </p:blipFill>
        <p:spPr>
          <a:xfrm>
            <a:off x="3810000" y="0"/>
            <a:ext cx="20574000" cy="13716000"/>
          </a:xfrm>
          <a:prstGeom prst="rect">
            <a:avLst/>
          </a:prstGeom>
        </p:spPr>
      </p:pic>
    </p:spTree>
    <p:extLst>
      <p:ext uri="{BB962C8B-B14F-4D97-AF65-F5344CB8AC3E}">
        <p14:creationId xmlns:p14="http://schemas.microsoft.com/office/powerpoint/2010/main" val="2790792813"/>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showMasterSp="0" preserve="1" userDrawn="1">
  <p:cSld name="1_Breaker">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ACB8DA39-5EB3-C1BA-D804-706D71953C1A}"/>
              </a:ext>
            </a:extLst>
          </p:cNvPr>
          <p:cNvPicPr>
            <a:picLocks noChangeAspect="1"/>
          </p:cNvPicPr>
          <p:nvPr userDrawn="1"/>
        </p:nvPicPr>
        <p:blipFill>
          <a:blip r:embed="rId2"/>
          <a:stretch>
            <a:fillRect/>
          </a:stretch>
        </p:blipFill>
        <p:spPr>
          <a:xfrm flipH="1">
            <a:off x="0" y="0"/>
            <a:ext cx="14909800" cy="12547600"/>
          </a:xfrm>
          <a:prstGeom prst="rect">
            <a:avLst/>
          </a:prstGeom>
        </p:spPr>
      </p:pic>
      <p:pic>
        <p:nvPicPr>
          <p:cNvPr id="35" name="Graphic 34">
            <a:extLst>
              <a:ext uri="{FF2B5EF4-FFF2-40B4-BE49-F238E27FC236}">
                <a16:creationId xmlns:a16="http://schemas.microsoft.com/office/drawing/2014/main" id="{B740DB18-FB40-8A40-9C99-C82E37F311C5}"/>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14183359" y="2227766"/>
            <a:ext cx="10200642" cy="4485136"/>
          </a:xfrm>
          <a:prstGeom prst="rect">
            <a:avLst/>
          </a:prstGeom>
          <a:noFill/>
          <a:ln>
            <a:noFill/>
          </a:ln>
        </p:spPr>
        <p:txBody>
          <a:bodyPr vert="horz" lIns="0" tIns="0" rIns="0" bIns="0" rtlCol="0" anchor="b">
            <a:noAutofit/>
          </a:bodyPr>
          <a:lstStyle>
            <a:lvl1pPr marL="0" indent="0" fontAlgn="base">
              <a:lnSpc>
                <a:spcPct val="100000"/>
              </a:lnSpc>
              <a:spcBef>
                <a:spcPts val="0"/>
              </a:spcBef>
              <a:buNone/>
              <a:defRPr lang="en-US" sz="7600" kern="1200" dirty="0" smtClean="0">
                <a:ln w="3175">
                  <a:noFill/>
                </a:ln>
                <a:solidFill>
                  <a:schemeClr val="bg1"/>
                </a:solidFill>
                <a:latin typeface="+mj-lt"/>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14218285" y="6858001"/>
            <a:ext cx="10168718" cy="615554"/>
          </a:xfrm>
          <a:prstGeom prst="rect">
            <a:avLst/>
          </a:prstGeom>
        </p:spPr>
        <p:txBody>
          <a:bodyPr vert="horz" wrap="square" lIns="0" tIns="0" rIns="0" bIns="0" rtlCol="0" anchor="t">
            <a:spAutoFit/>
          </a:bodyPr>
          <a:lstStyle>
            <a:lvl1pPr marL="0" indent="0">
              <a:buNone/>
              <a:defRPr lang="en-US" sz="4000" dirty="0">
                <a:ln>
                  <a:noFill/>
                </a:ln>
                <a:solidFill>
                  <a:schemeClr val="bg1"/>
                </a:solidFill>
              </a:defRPr>
            </a:lvl1pPr>
          </a:lstStyle>
          <a:p>
            <a:pPr lvl="0"/>
            <a:r>
              <a:rPr lang="en-US"/>
              <a:t>All titles/subtitles are sentence case</a:t>
            </a:r>
          </a:p>
        </p:txBody>
      </p:sp>
      <p:sp>
        <p:nvSpPr>
          <p:cNvPr id="3" name="Graphic 2">
            <a:extLst>
              <a:ext uri="{FF2B5EF4-FFF2-40B4-BE49-F238E27FC236}">
                <a16:creationId xmlns:a16="http://schemas.microsoft.com/office/drawing/2014/main" id="{7EF60E61-AA73-8D8E-6D66-BA84E61610FC}"/>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993090948"/>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showMasterSp="0" preserve="1" userDrawn="1">
  <p:cSld name="Thank you US">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38542DD0-7F78-EC7A-D5FC-D2A142724A8E}"/>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3104" y="618382"/>
            <a:ext cx="5197472" cy="916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a:lnSpc>
                <a:spcPct val="110000"/>
              </a:lnSpc>
              <a:spcBef>
                <a:spcPts val="600"/>
              </a:spcBef>
              <a:spcAft>
                <a:spcPts val="600"/>
              </a:spcAft>
            </a:pPr>
            <a:r>
              <a:rPr lang="en-US" sz="3000" b="1">
                <a:solidFill>
                  <a:schemeClr val="tx1"/>
                </a:solidFill>
              </a:rPr>
              <a:t>Rackspace Technology</a:t>
            </a:r>
          </a:p>
          <a:p>
            <a:pPr>
              <a:lnSpc>
                <a:spcPct val="110000"/>
              </a:lnSpc>
              <a:spcBef>
                <a:spcPts val="600"/>
              </a:spcBef>
              <a:spcAft>
                <a:spcPts val="600"/>
              </a:spcAft>
            </a:pPr>
            <a:r>
              <a:rPr lang="en-US" sz="3000">
                <a:solidFill>
                  <a:schemeClr val="tx1"/>
                </a:solidFill>
              </a:rPr>
              <a:t>One Fanatical Place</a:t>
            </a:r>
            <a:br>
              <a:rPr lang="en-US" sz="3000">
                <a:solidFill>
                  <a:schemeClr val="tx1"/>
                </a:solidFill>
              </a:rPr>
            </a:br>
            <a:r>
              <a:rPr lang="en-US" sz="3000">
                <a:solidFill>
                  <a:schemeClr val="tx1"/>
                </a:solidFill>
              </a:rPr>
              <a:t>San Antonio, TX 78218</a:t>
            </a:r>
          </a:p>
          <a:p>
            <a:pPr>
              <a:lnSpc>
                <a:spcPct val="110000"/>
              </a:lnSpc>
              <a:spcBef>
                <a:spcPts val="600"/>
              </a:spcBef>
              <a:spcAft>
                <a:spcPts val="600"/>
              </a:spcAft>
            </a:pPr>
            <a:r>
              <a:rPr lang="en-US" sz="3000">
                <a:solidFill>
                  <a:schemeClr val="tx1"/>
                </a:solidFill>
              </a:rPr>
              <a:t>US sales: 1-800-961-2888 </a:t>
            </a:r>
            <a:br>
              <a:rPr lang="en-US" sz="3000">
                <a:solidFill>
                  <a:schemeClr val="tx1"/>
                </a:solidFill>
              </a:rPr>
            </a:br>
            <a:r>
              <a:rPr lang="en-US" sz="3000">
                <a:solidFill>
                  <a:schemeClr val="tx1"/>
                </a:solidFill>
              </a:rPr>
              <a:t>US support: 1-800-961-4454  </a:t>
            </a:r>
          </a:p>
          <a:p>
            <a:pPr marL="0" algn="l" defTabSz="457200" rtl="0" eaLnBrk="1" latinLnBrk="0" hangingPunct="1">
              <a:lnSpc>
                <a:spcPct val="110000"/>
              </a:lnSpc>
              <a:spcBef>
                <a:spcPts val="600"/>
              </a:spcBef>
              <a:spcAft>
                <a:spcPts val="3600"/>
              </a:spcAft>
            </a:pPr>
            <a:r>
              <a:rPr lang="en-US" sz="3000" b="1" kern="1200" cap="none">
                <a:solidFill>
                  <a:schemeClr val="tx1"/>
                </a:solidFill>
                <a:latin typeface="+mn-lt"/>
                <a:ea typeface="+mn-ea"/>
                <a:cs typeface="+mn-cs"/>
              </a:rPr>
              <a:t>www.rackspace.com</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mn-lt"/>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and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p>
          <a:p>
            <a:pPr marL="0" marR="0" lvl="0" indent="0" algn="l" defTabSz="1828800" rtl="0" eaLnBrk="1" fontAlgn="auto" latinLnBrk="0" hangingPunct="1">
              <a:lnSpc>
                <a:spcPct val="110000"/>
              </a:lnSpc>
              <a:spcBef>
                <a:spcPts val="600"/>
              </a:spcBef>
              <a:spcAft>
                <a:spcPts val="600"/>
              </a:spcAft>
              <a:buClrTx/>
              <a:buSzTx/>
              <a:buFont typeface="Arial" panose="020B0604020202020204" pitchFamily="34" charset="0"/>
              <a:buNone/>
              <a:tabLst/>
              <a:defRPr/>
            </a:pPr>
            <a:endParaRPr lang="en-US" sz="900" cap="none" baseline="0">
              <a:solidFill>
                <a:schemeClr val="tx1"/>
              </a:solidFill>
            </a:endParaRPr>
          </a:p>
          <a:p>
            <a:pPr>
              <a:spcBef>
                <a:spcPts val="600"/>
              </a:spcBef>
              <a:spcAft>
                <a:spcPts val="600"/>
              </a:spcAft>
            </a:pPr>
            <a:endParaRPr lang="en-US" sz="900">
              <a:solidFill>
                <a:schemeClr val="tx1"/>
              </a:solidFill>
            </a:endParaRPr>
          </a:p>
        </p:txBody>
      </p:sp>
      <p:sp>
        <p:nvSpPr>
          <p:cNvPr id="8" name="Title 1">
            <a:extLst>
              <a:ext uri="{FF2B5EF4-FFF2-40B4-BE49-F238E27FC236}">
                <a16:creationId xmlns:a16="http://schemas.microsoft.com/office/drawing/2014/main" id="{CA8D6980-0755-4BDF-90B7-CB35F8A5326B}"/>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kern="1200">
                <a:ln w="9525">
                  <a:noFill/>
                </a:ln>
                <a:solidFill>
                  <a:schemeClr val="bg1"/>
                </a:solidFill>
                <a:latin typeface="+mj-lt"/>
                <a:ea typeface="+mj-ea"/>
                <a:cs typeface="+mj-cs"/>
              </a:rPr>
              <a:t>Thank you</a:t>
            </a:r>
          </a:p>
        </p:txBody>
      </p:sp>
      <p:pic>
        <p:nvPicPr>
          <p:cNvPr id="9" name="Graphic 8">
            <a:extLst>
              <a:ext uri="{FF2B5EF4-FFF2-40B4-BE49-F238E27FC236}">
                <a16:creationId xmlns:a16="http://schemas.microsoft.com/office/drawing/2014/main" id="{40B8DA9A-ED61-5E43-8362-4E63965DB80D}"/>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5" name="Graphic 2">
            <a:extLst>
              <a:ext uri="{FF2B5EF4-FFF2-40B4-BE49-F238E27FC236}">
                <a16:creationId xmlns:a16="http://schemas.microsoft.com/office/drawing/2014/main" id="{F5C83CB2-275A-FBA6-BB3A-46CB8C63DAB1}"/>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3877049205"/>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showMasterSp="0" preserve="1" userDrawn="1">
  <p:cSld name="Thank you UK">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9FFCA8B3-607E-EB86-6B92-3EC70005FC99}"/>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2592" y="621792"/>
            <a:ext cx="5193792" cy="916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marL="0" algn="l" defTabSz="457200" rtl="0" eaLnBrk="1" latinLnBrk="0" hangingPunct="1">
              <a:lnSpc>
                <a:spcPct val="110000"/>
              </a:lnSpc>
              <a:spcBef>
                <a:spcPts val="600"/>
              </a:spcBef>
              <a:spcAft>
                <a:spcPts val="600"/>
              </a:spcAft>
            </a:pPr>
            <a:r>
              <a:rPr lang="en-US" sz="3000" b="1" kern="1200">
                <a:solidFill>
                  <a:schemeClr val="tx1"/>
                </a:solidFill>
                <a:latin typeface="+mn-lt"/>
                <a:ea typeface="+mn-ea"/>
                <a:cs typeface="+mn-cs"/>
              </a:rPr>
              <a:t>Rackspace Technology</a:t>
            </a:r>
          </a:p>
          <a:p>
            <a:pPr marL="0" algn="l" defTabSz="457200" rtl="0" eaLnBrk="1" latinLnBrk="0" hangingPunct="1">
              <a:lnSpc>
                <a:spcPct val="110000"/>
              </a:lnSpc>
              <a:spcBef>
                <a:spcPts val="600"/>
              </a:spcBef>
              <a:spcAft>
                <a:spcPts val="600"/>
              </a:spcAft>
            </a:pPr>
            <a:r>
              <a:rPr lang="en-US" sz="3000" kern="1200">
                <a:solidFill>
                  <a:schemeClr val="tx1"/>
                </a:solidFill>
                <a:latin typeface="+mn-lt"/>
                <a:ea typeface="+mn-ea"/>
                <a:cs typeface="+mn-cs"/>
              </a:rPr>
              <a:t>8 Millington Road</a:t>
            </a:r>
            <a:br>
              <a:rPr lang="en-US" sz="3000" kern="1200">
                <a:solidFill>
                  <a:schemeClr val="tx1"/>
                </a:solidFill>
                <a:latin typeface="+mn-lt"/>
                <a:ea typeface="+mn-ea"/>
                <a:cs typeface="+mn-cs"/>
              </a:rPr>
            </a:br>
            <a:r>
              <a:rPr lang="en-US" sz="3000" kern="1200">
                <a:solidFill>
                  <a:schemeClr val="tx1"/>
                </a:solidFill>
                <a:latin typeface="+mn-lt"/>
                <a:ea typeface="+mn-ea"/>
                <a:cs typeface="+mn-cs"/>
              </a:rPr>
              <a:t>Hayes, Middlesex </a:t>
            </a:r>
            <a:br>
              <a:rPr lang="en-US" sz="3000" kern="1200">
                <a:solidFill>
                  <a:schemeClr val="tx1"/>
                </a:solidFill>
                <a:latin typeface="+mn-lt"/>
                <a:ea typeface="+mn-ea"/>
                <a:cs typeface="+mn-cs"/>
              </a:rPr>
            </a:br>
            <a:r>
              <a:rPr lang="en-US" sz="3000" kern="1200">
                <a:solidFill>
                  <a:schemeClr val="tx1"/>
                </a:solidFill>
                <a:latin typeface="+mn-lt"/>
                <a:ea typeface="+mn-ea"/>
                <a:cs typeface="+mn-cs"/>
              </a:rPr>
              <a:t>UB3 4AZ</a:t>
            </a:r>
          </a:p>
          <a:p>
            <a:pPr>
              <a:lnSpc>
                <a:spcPct val="110000"/>
              </a:lnSpc>
              <a:spcBef>
                <a:spcPts val="600"/>
              </a:spcBef>
              <a:spcAft>
                <a:spcPts val="600"/>
              </a:spcAft>
            </a:pPr>
            <a:r>
              <a:rPr lang="en-US" sz="3000">
                <a:solidFill>
                  <a:schemeClr val="tx1"/>
                </a:solidFill>
              </a:rPr>
              <a:t>U.K. sales: 020 8734 2600  </a:t>
            </a:r>
            <a:br>
              <a:rPr lang="en-US" sz="3000">
                <a:solidFill>
                  <a:schemeClr val="tx1"/>
                </a:solidFill>
              </a:rPr>
            </a:br>
            <a:r>
              <a:rPr lang="en-US" sz="3000">
                <a:solidFill>
                  <a:schemeClr val="tx1"/>
                </a:solidFill>
              </a:rPr>
              <a:t>U.K. support: 020 8734 2700   </a:t>
            </a:r>
          </a:p>
          <a:p>
            <a:pPr marL="0" algn="l" defTabSz="457200" rtl="0" eaLnBrk="1" latinLnBrk="0" hangingPunct="1">
              <a:lnSpc>
                <a:spcPct val="110000"/>
              </a:lnSpc>
              <a:spcBef>
                <a:spcPts val="600"/>
              </a:spcBef>
              <a:spcAft>
                <a:spcPts val="3600"/>
              </a:spcAft>
            </a:pPr>
            <a:r>
              <a:rPr lang="en-US" sz="3000" b="1" kern="1200" cap="none">
                <a:solidFill>
                  <a:schemeClr val="tx1"/>
                </a:solidFill>
                <a:latin typeface="+mn-lt"/>
                <a:ea typeface="+mn-ea"/>
                <a:cs typeface="+mn-cs"/>
              </a:rPr>
              <a:t>www.rackspace.co.uk</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mn-lt"/>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and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endParaRPr lang="en-US" sz="1400" cap="none" baseline="0">
              <a:solidFill>
                <a:schemeClr val="tx1"/>
              </a:solidFill>
            </a:endParaRPr>
          </a:p>
          <a:p>
            <a:pPr>
              <a:spcBef>
                <a:spcPts val="600"/>
              </a:spcBef>
              <a:spcAft>
                <a:spcPts val="600"/>
              </a:spcAft>
            </a:pPr>
            <a:endParaRPr lang="en-US" sz="900">
              <a:solidFill>
                <a:schemeClr val="tx1"/>
              </a:solidFill>
            </a:endParaRPr>
          </a:p>
        </p:txBody>
      </p:sp>
      <p:pic>
        <p:nvPicPr>
          <p:cNvPr id="6" name="Graphic 5">
            <a:extLst>
              <a:ext uri="{FF2B5EF4-FFF2-40B4-BE49-F238E27FC236}">
                <a16:creationId xmlns:a16="http://schemas.microsoft.com/office/drawing/2014/main" id="{7C797846-2FE7-1F4B-A5B0-CC5DA49A249B}"/>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8" name="Title 1">
            <a:extLst>
              <a:ext uri="{FF2B5EF4-FFF2-40B4-BE49-F238E27FC236}">
                <a16:creationId xmlns:a16="http://schemas.microsoft.com/office/drawing/2014/main" id="{A5CD6002-EFB6-8A46-9A72-06D0A61799C8}"/>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kern="1200">
                <a:ln w="9525">
                  <a:noFill/>
                </a:ln>
                <a:solidFill>
                  <a:schemeClr val="bg1"/>
                </a:solidFill>
                <a:latin typeface="+mj-lt"/>
                <a:ea typeface="+mj-ea"/>
                <a:cs typeface="+mj-cs"/>
              </a:rPr>
              <a:t>Thank you</a:t>
            </a:r>
          </a:p>
        </p:txBody>
      </p:sp>
      <p:sp>
        <p:nvSpPr>
          <p:cNvPr id="5" name="Graphic 2">
            <a:extLst>
              <a:ext uri="{FF2B5EF4-FFF2-40B4-BE49-F238E27FC236}">
                <a16:creationId xmlns:a16="http://schemas.microsoft.com/office/drawing/2014/main" id="{9EFADF9F-D78A-35D2-A20F-2DD7BA53DB69}"/>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3723158258"/>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showMasterSp="0" preserve="1" userDrawn="1">
  <p:cSld name="Thank you AUS">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A56B11D-EA4E-5DD4-8089-D6B4F96745E4}"/>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2592" y="621792"/>
            <a:ext cx="5193792" cy="916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marL="0" algn="l" defTabSz="457200" rtl="0" eaLnBrk="1" latinLnBrk="0" hangingPunct="1">
              <a:lnSpc>
                <a:spcPct val="110000"/>
              </a:lnSpc>
              <a:spcBef>
                <a:spcPts val="600"/>
              </a:spcBef>
              <a:spcAft>
                <a:spcPts val="600"/>
              </a:spcAft>
            </a:pPr>
            <a:r>
              <a:rPr lang="en-US" sz="3000" b="1" kern="1200">
                <a:solidFill>
                  <a:schemeClr val="tx1"/>
                </a:solidFill>
                <a:latin typeface="+mn-lt"/>
                <a:ea typeface="+mn-ea"/>
                <a:cs typeface="+mn-cs"/>
              </a:rPr>
              <a:t>Rackspace Technology</a:t>
            </a:r>
          </a:p>
          <a:p>
            <a:pPr marL="0" algn="l" defTabSz="457200" rtl="0" eaLnBrk="1" latinLnBrk="0" hangingPunct="1">
              <a:lnSpc>
                <a:spcPct val="110000"/>
              </a:lnSpc>
              <a:spcBef>
                <a:spcPts val="600"/>
              </a:spcBef>
              <a:spcAft>
                <a:spcPts val="600"/>
              </a:spcAft>
            </a:pPr>
            <a:r>
              <a:rPr lang="en-US" sz="3000" kern="1200">
                <a:solidFill>
                  <a:schemeClr val="tx1"/>
                </a:solidFill>
                <a:latin typeface="+mn-lt"/>
                <a:ea typeface="+mn-ea"/>
                <a:cs typeface="+mn-cs"/>
              </a:rPr>
              <a:t>Level 1, 37 Pitt Street,</a:t>
            </a:r>
            <a:br>
              <a:rPr lang="en-US" sz="3000" kern="1200">
                <a:solidFill>
                  <a:schemeClr val="tx1"/>
                </a:solidFill>
                <a:latin typeface="+mn-lt"/>
                <a:ea typeface="+mn-ea"/>
                <a:cs typeface="+mn-cs"/>
              </a:rPr>
            </a:br>
            <a:r>
              <a:rPr lang="en-US" sz="3000" kern="1200">
                <a:solidFill>
                  <a:schemeClr val="tx1"/>
                </a:solidFill>
                <a:latin typeface="+mn-lt"/>
                <a:ea typeface="+mn-ea"/>
                <a:cs typeface="+mn-cs"/>
              </a:rPr>
              <a:t>Sydney NSW 2000, Australia</a:t>
            </a:r>
          </a:p>
          <a:p>
            <a:pPr>
              <a:lnSpc>
                <a:spcPct val="110000"/>
              </a:lnSpc>
              <a:spcBef>
                <a:spcPts val="600"/>
              </a:spcBef>
              <a:spcAft>
                <a:spcPts val="600"/>
              </a:spcAft>
            </a:pPr>
            <a:r>
              <a:rPr lang="en-US" sz="3000">
                <a:solidFill>
                  <a:schemeClr val="tx1"/>
                </a:solidFill>
              </a:rPr>
              <a:t>AUS sales: 1-800-722-577</a:t>
            </a:r>
            <a:br>
              <a:rPr lang="en-US" sz="3000">
                <a:solidFill>
                  <a:schemeClr val="tx1"/>
                </a:solidFill>
              </a:rPr>
            </a:br>
            <a:r>
              <a:rPr lang="en-US" sz="3000">
                <a:solidFill>
                  <a:schemeClr val="tx1"/>
                </a:solidFill>
              </a:rPr>
              <a:t>AUS support: 1-800-421-267   </a:t>
            </a:r>
          </a:p>
          <a:p>
            <a:pPr marL="0" algn="l" defTabSz="457200" rtl="0" eaLnBrk="1" latinLnBrk="0" hangingPunct="1">
              <a:lnSpc>
                <a:spcPct val="110000"/>
              </a:lnSpc>
              <a:spcBef>
                <a:spcPts val="600"/>
              </a:spcBef>
              <a:spcAft>
                <a:spcPts val="3600"/>
              </a:spcAft>
            </a:pPr>
            <a:r>
              <a:rPr lang="en-US" sz="3000" b="1" kern="1200" cap="none">
                <a:solidFill>
                  <a:schemeClr val="tx1"/>
                </a:solidFill>
                <a:latin typeface="+mn-lt"/>
                <a:ea typeface="+mn-ea"/>
                <a:cs typeface="+mn-cs"/>
              </a:rPr>
              <a:t>www.rackspace.co.au</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mn-lt"/>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and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endParaRPr lang="en-US" sz="1400" cap="none" baseline="0">
              <a:solidFill>
                <a:schemeClr val="tx1"/>
              </a:solidFill>
            </a:endParaRPr>
          </a:p>
          <a:p>
            <a:pPr>
              <a:spcBef>
                <a:spcPts val="600"/>
              </a:spcBef>
              <a:spcAft>
                <a:spcPts val="600"/>
              </a:spcAft>
            </a:pPr>
            <a:endParaRPr lang="en-US" sz="900">
              <a:solidFill>
                <a:schemeClr val="tx1"/>
              </a:solidFill>
            </a:endParaRPr>
          </a:p>
        </p:txBody>
      </p:sp>
      <p:pic>
        <p:nvPicPr>
          <p:cNvPr id="6" name="Graphic 5">
            <a:extLst>
              <a:ext uri="{FF2B5EF4-FFF2-40B4-BE49-F238E27FC236}">
                <a16:creationId xmlns:a16="http://schemas.microsoft.com/office/drawing/2014/main" id="{AC0FA533-2CE7-6E47-81C4-BFCDCCE0C1C4}"/>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8" name="Title 1">
            <a:extLst>
              <a:ext uri="{FF2B5EF4-FFF2-40B4-BE49-F238E27FC236}">
                <a16:creationId xmlns:a16="http://schemas.microsoft.com/office/drawing/2014/main" id="{1D0A5DDB-735A-4943-B6C8-C8D38CE28960}"/>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kern="1200">
                <a:ln w="9525">
                  <a:noFill/>
                </a:ln>
                <a:solidFill>
                  <a:schemeClr val="bg1"/>
                </a:solidFill>
                <a:latin typeface="+mj-lt"/>
                <a:ea typeface="+mj-ea"/>
                <a:cs typeface="+mj-cs"/>
              </a:rPr>
              <a:t>Thank you</a:t>
            </a:r>
          </a:p>
        </p:txBody>
      </p:sp>
      <p:sp>
        <p:nvSpPr>
          <p:cNvPr id="5" name="Graphic 2">
            <a:extLst>
              <a:ext uri="{FF2B5EF4-FFF2-40B4-BE49-F238E27FC236}">
                <a16:creationId xmlns:a16="http://schemas.microsoft.com/office/drawing/2014/main" id="{624A405F-8B3B-B4AB-17B8-B5417AC9E53C}"/>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4081339250"/>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showMasterSp="0" preserve="1" userDrawn="1">
  <p:cSld name="Thank you ASIA">
    <p:bg>
      <p:bgPr>
        <a:solidFill>
          <a:schemeClr val="tx1"/>
        </a:solid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D497F4D2-160B-C97C-40D9-A804160E6AD4}"/>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2592" y="621792"/>
            <a:ext cx="5193792" cy="1237030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marL="0" algn="l" defTabSz="457200" rtl="0" eaLnBrk="1" latinLnBrk="0" hangingPunct="1">
              <a:lnSpc>
                <a:spcPct val="110000"/>
              </a:lnSpc>
              <a:spcBef>
                <a:spcPts val="600"/>
              </a:spcBef>
              <a:spcAft>
                <a:spcPts val="600"/>
              </a:spcAft>
            </a:pPr>
            <a:r>
              <a:rPr lang="en-US" sz="3000" b="1" kern="1200">
                <a:solidFill>
                  <a:schemeClr val="tx1"/>
                </a:solidFill>
                <a:latin typeface="+mn-lt"/>
                <a:ea typeface="+mn-ea"/>
                <a:cs typeface="+mn-cs"/>
              </a:rPr>
              <a:t>Rackspace Technology</a:t>
            </a:r>
          </a:p>
          <a:p>
            <a:pPr marL="0" marR="0" lvl="0" indent="0" algn="l" defTabSz="457200" rtl="0" eaLnBrk="1" fontAlgn="auto" latinLnBrk="0" hangingPunct="1">
              <a:lnSpc>
                <a:spcPct val="110000"/>
              </a:lnSpc>
              <a:spcBef>
                <a:spcPts val="600"/>
              </a:spcBef>
              <a:spcAft>
                <a:spcPts val="1200"/>
              </a:spcAft>
              <a:buClrTx/>
              <a:buSzTx/>
              <a:buFontTx/>
              <a:buNone/>
              <a:tabLst/>
              <a:defRPr/>
            </a:pPr>
            <a:r>
              <a:rPr lang="en-US" sz="3000" kern="1200" cap="none">
                <a:solidFill>
                  <a:schemeClr val="tx1"/>
                </a:solidFill>
                <a:latin typeface="+mn-lt"/>
                <a:ea typeface="+mn-ea"/>
                <a:cs typeface="+mn-cs"/>
              </a:rPr>
              <a:t>9/F., Cambridge House</a:t>
            </a:r>
            <a:br>
              <a:rPr lang="en-US" sz="3000" kern="1200" cap="none">
                <a:solidFill>
                  <a:schemeClr val="tx1"/>
                </a:solidFill>
                <a:latin typeface="+mn-lt"/>
                <a:ea typeface="+mn-ea"/>
                <a:cs typeface="+mn-cs"/>
              </a:rPr>
            </a:br>
            <a:r>
              <a:rPr lang="en-US" sz="3000" kern="1200" cap="none">
                <a:solidFill>
                  <a:schemeClr val="tx1"/>
                </a:solidFill>
                <a:latin typeface="+mn-lt"/>
                <a:ea typeface="+mn-ea"/>
                <a:cs typeface="+mn-cs"/>
              </a:rPr>
              <a:t>Taikoo Place, 979 King's Road</a:t>
            </a:r>
            <a:br>
              <a:rPr lang="en-US" sz="3000" kern="1200" cap="none">
                <a:solidFill>
                  <a:schemeClr val="tx1"/>
                </a:solidFill>
                <a:latin typeface="+mn-lt"/>
                <a:ea typeface="+mn-ea"/>
                <a:cs typeface="+mn-cs"/>
              </a:rPr>
            </a:br>
            <a:r>
              <a:rPr lang="en-US" sz="3000" kern="1200" cap="none">
                <a:solidFill>
                  <a:schemeClr val="tx1"/>
                </a:solidFill>
                <a:latin typeface="+mn-lt"/>
                <a:ea typeface="+mn-ea"/>
                <a:cs typeface="+mn-cs"/>
              </a:rPr>
              <a:t>Quarry Bay, Hong Kong</a:t>
            </a:r>
          </a:p>
          <a:p>
            <a:pPr marL="0" algn="l" defTabSz="457200" rtl="0" eaLnBrk="1" latinLnBrk="0" hangingPunct="1">
              <a:lnSpc>
                <a:spcPct val="110000"/>
              </a:lnSpc>
              <a:spcBef>
                <a:spcPts val="600"/>
              </a:spcBef>
              <a:spcAft>
                <a:spcPts val="0"/>
              </a:spcAft>
            </a:pPr>
            <a:r>
              <a:rPr lang="en-US" sz="3000" kern="1200" cap="none">
                <a:solidFill>
                  <a:schemeClr val="tx1"/>
                </a:solidFill>
                <a:latin typeface="+mn-lt"/>
                <a:ea typeface="+mn-ea"/>
                <a:cs typeface="+mn-cs"/>
              </a:rPr>
              <a:t>China: +86 21 5058 8808 </a:t>
            </a:r>
          </a:p>
          <a:p>
            <a:pPr marL="0" algn="l" defTabSz="457200" rtl="0" eaLnBrk="1" latinLnBrk="0" hangingPunct="1">
              <a:lnSpc>
                <a:spcPct val="110000"/>
              </a:lnSpc>
              <a:spcBef>
                <a:spcPts val="600"/>
              </a:spcBef>
              <a:spcAft>
                <a:spcPts val="0"/>
              </a:spcAft>
            </a:pPr>
            <a:r>
              <a:rPr lang="en-US" sz="3000" kern="1200" cap="none">
                <a:solidFill>
                  <a:schemeClr val="tx1"/>
                </a:solidFill>
                <a:latin typeface="+mn-lt"/>
                <a:ea typeface="+mn-ea"/>
                <a:cs typeface="+mn-cs"/>
              </a:rPr>
              <a:t>Hong Kong: +852 3752 6488 </a:t>
            </a:r>
          </a:p>
          <a:p>
            <a:pPr marL="0" algn="l" defTabSz="457200" rtl="0" eaLnBrk="1" latinLnBrk="0" hangingPunct="1">
              <a:lnSpc>
                <a:spcPct val="110000"/>
              </a:lnSpc>
              <a:spcBef>
                <a:spcPts val="600"/>
              </a:spcBef>
              <a:spcAft>
                <a:spcPts val="0"/>
              </a:spcAft>
            </a:pPr>
            <a:r>
              <a:rPr lang="en-US" sz="3000" kern="1200" cap="none">
                <a:solidFill>
                  <a:schemeClr val="tx1"/>
                </a:solidFill>
                <a:latin typeface="+mn-lt"/>
                <a:ea typeface="+mn-ea"/>
                <a:cs typeface="+mn-cs"/>
              </a:rPr>
              <a:t>India: 000800 100 8796</a:t>
            </a:r>
          </a:p>
          <a:p>
            <a:pPr marL="0" algn="l" defTabSz="457200" rtl="0" eaLnBrk="1" latinLnBrk="0" hangingPunct="1">
              <a:lnSpc>
                <a:spcPct val="110000"/>
              </a:lnSpc>
              <a:spcBef>
                <a:spcPts val="600"/>
              </a:spcBef>
              <a:spcAft>
                <a:spcPts val="0"/>
              </a:spcAft>
            </a:pPr>
            <a:r>
              <a:rPr lang="en-US" sz="3000" kern="1200" cap="none">
                <a:solidFill>
                  <a:schemeClr val="tx1"/>
                </a:solidFill>
                <a:latin typeface="+mn-lt"/>
                <a:ea typeface="+mn-ea"/>
                <a:cs typeface="+mn-cs"/>
              </a:rPr>
              <a:t>Philippines: 1 800 1110 1468 </a:t>
            </a:r>
          </a:p>
          <a:p>
            <a:pPr marL="0" algn="l" defTabSz="457200" rtl="0" eaLnBrk="1" latinLnBrk="0" hangingPunct="1">
              <a:lnSpc>
                <a:spcPct val="110000"/>
              </a:lnSpc>
              <a:spcBef>
                <a:spcPts val="600"/>
              </a:spcBef>
              <a:spcAft>
                <a:spcPts val="0"/>
              </a:spcAft>
            </a:pPr>
            <a:r>
              <a:rPr lang="en-US" sz="3000" kern="1200" cap="none">
                <a:solidFill>
                  <a:schemeClr val="tx1"/>
                </a:solidFill>
                <a:latin typeface="+mn-lt"/>
                <a:ea typeface="+mn-ea"/>
                <a:cs typeface="+mn-cs"/>
              </a:rPr>
              <a:t>Singapore: +65 6428 6102 </a:t>
            </a:r>
          </a:p>
          <a:p>
            <a:pPr marL="0" algn="l" defTabSz="457200" rtl="0" eaLnBrk="1" latinLnBrk="0" hangingPunct="1">
              <a:lnSpc>
                <a:spcPct val="110000"/>
              </a:lnSpc>
              <a:spcBef>
                <a:spcPts val="600"/>
              </a:spcBef>
              <a:spcAft>
                <a:spcPts val="0"/>
              </a:spcAft>
            </a:pPr>
            <a:r>
              <a:rPr lang="en-US" sz="3000" kern="1200" cap="none">
                <a:solidFill>
                  <a:schemeClr val="tx1"/>
                </a:solidFill>
                <a:latin typeface="+mn-lt"/>
                <a:ea typeface="+mn-ea"/>
                <a:cs typeface="+mn-cs"/>
              </a:rPr>
              <a:t>Taiwan: +886 2 2650 7441</a:t>
            </a:r>
          </a:p>
          <a:p>
            <a:pPr marL="0" algn="l" defTabSz="457200" rtl="0" eaLnBrk="1" latinLnBrk="0" hangingPunct="1">
              <a:lnSpc>
                <a:spcPct val="110000"/>
              </a:lnSpc>
              <a:spcBef>
                <a:spcPts val="600"/>
              </a:spcBef>
              <a:spcAft>
                <a:spcPts val="1200"/>
              </a:spcAft>
            </a:pPr>
            <a:r>
              <a:rPr lang="en-US" sz="3000" kern="1200" cap="none">
                <a:solidFill>
                  <a:schemeClr val="tx1"/>
                </a:solidFill>
                <a:latin typeface="+mn-lt"/>
                <a:ea typeface="+mn-ea"/>
                <a:cs typeface="+mn-cs"/>
              </a:rPr>
              <a:t>Thailand: +66 2105 5712 </a:t>
            </a:r>
          </a:p>
          <a:p>
            <a:pPr marL="0" algn="l" defTabSz="457200" rtl="0" eaLnBrk="1" latinLnBrk="0" hangingPunct="1">
              <a:lnSpc>
                <a:spcPct val="110000"/>
              </a:lnSpc>
              <a:spcBef>
                <a:spcPts val="600"/>
              </a:spcBef>
              <a:spcAft>
                <a:spcPts val="3600"/>
              </a:spcAft>
            </a:pPr>
            <a:r>
              <a:rPr lang="en-US" sz="3000" b="1" kern="1200" cap="none">
                <a:solidFill>
                  <a:schemeClr val="tx1"/>
                </a:solidFill>
                <a:latin typeface="+mn-lt"/>
                <a:ea typeface="+mn-ea"/>
                <a:cs typeface="+mn-cs"/>
              </a:rPr>
              <a:t>www.rackspace.com</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mn-lt"/>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and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endParaRPr lang="en-US" sz="1400" cap="none" baseline="0">
              <a:solidFill>
                <a:schemeClr val="tx1"/>
              </a:solidFill>
            </a:endParaRPr>
          </a:p>
          <a:p>
            <a:pPr>
              <a:spcBef>
                <a:spcPts val="600"/>
              </a:spcBef>
              <a:spcAft>
                <a:spcPts val="600"/>
              </a:spcAft>
            </a:pPr>
            <a:endParaRPr lang="en-US" sz="900">
              <a:solidFill>
                <a:schemeClr val="tx1"/>
              </a:solidFill>
            </a:endParaRPr>
          </a:p>
        </p:txBody>
      </p:sp>
      <p:pic>
        <p:nvPicPr>
          <p:cNvPr id="6" name="Graphic 5">
            <a:extLst>
              <a:ext uri="{FF2B5EF4-FFF2-40B4-BE49-F238E27FC236}">
                <a16:creationId xmlns:a16="http://schemas.microsoft.com/office/drawing/2014/main" id="{55E1009B-6DDE-3A4A-A67D-3789AA6DC5A4}"/>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8" name="Title 1">
            <a:extLst>
              <a:ext uri="{FF2B5EF4-FFF2-40B4-BE49-F238E27FC236}">
                <a16:creationId xmlns:a16="http://schemas.microsoft.com/office/drawing/2014/main" id="{62B38B6C-0963-FC49-B60A-104F4423F171}"/>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kern="1200">
                <a:ln w="9525">
                  <a:noFill/>
                </a:ln>
                <a:solidFill>
                  <a:schemeClr val="bg1"/>
                </a:solidFill>
                <a:latin typeface="+mj-lt"/>
                <a:ea typeface="+mj-ea"/>
                <a:cs typeface="+mj-cs"/>
              </a:rPr>
              <a:t>Thank you</a:t>
            </a:r>
          </a:p>
        </p:txBody>
      </p:sp>
      <p:sp>
        <p:nvSpPr>
          <p:cNvPr id="4" name="Graphic 2">
            <a:extLst>
              <a:ext uri="{FF2B5EF4-FFF2-40B4-BE49-F238E27FC236}">
                <a16:creationId xmlns:a16="http://schemas.microsoft.com/office/drawing/2014/main" id="{3B656623-07C0-9359-8C07-651BB1DF88A2}"/>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487712807"/>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showMasterSp="0" preserve="1" userDrawn="1">
  <p:cSld name="2_Logo">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F4F7020-A4CC-335A-1D32-F7778AF48C3F}"/>
              </a:ext>
            </a:extLst>
          </p:cNvPr>
          <p:cNvPicPr>
            <a:picLocks noChangeAspect="1"/>
          </p:cNvPicPr>
          <p:nvPr userDrawn="1"/>
        </p:nvPicPr>
        <p:blipFill>
          <a:blip r:embed="rId2"/>
          <a:stretch>
            <a:fillRect/>
          </a:stretch>
        </p:blipFill>
        <p:spPr>
          <a:xfrm>
            <a:off x="1676400" y="0"/>
            <a:ext cx="21031200" cy="13716000"/>
          </a:xfrm>
          <a:prstGeom prst="rect">
            <a:avLst/>
          </a:prstGeom>
        </p:spPr>
      </p:pic>
      <p:sp>
        <p:nvSpPr>
          <p:cNvPr id="7" name="Graphic 5">
            <a:extLst>
              <a:ext uri="{FF2B5EF4-FFF2-40B4-BE49-F238E27FC236}">
                <a16:creationId xmlns:a16="http://schemas.microsoft.com/office/drawing/2014/main" id="{08DE7455-B783-AA7A-0958-9BF73F5F802D}"/>
              </a:ext>
            </a:extLst>
          </p:cNvPr>
          <p:cNvSpPr>
            <a:spLocks noChangeAspect="1"/>
          </p:cNvSpPr>
          <p:nvPr/>
        </p:nvSpPr>
        <p:spPr>
          <a:xfrm>
            <a:off x="5647010" y="5614416"/>
            <a:ext cx="13089980" cy="2487168"/>
          </a:xfrm>
          <a:custGeom>
            <a:avLst/>
            <a:gdLst>
              <a:gd name="connsiteX0" fmla="*/ 3216560 w 4875349"/>
              <a:gd name="connsiteY0" fmla="*/ 504882 h 926343"/>
              <a:gd name="connsiteX1" fmla="*/ 3216558 w 4875349"/>
              <a:gd name="connsiteY1" fmla="*/ 113422 h 926343"/>
              <a:gd name="connsiteX2" fmla="*/ 3240379 w 4875349"/>
              <a:gd name="connsiteY2" fmla="*/ 113422 h 926343"/>
              <a:gd name="connsiteX3" fmla="*/ 3240381 w 4875349"/>
              <a:gd name="connsiteY3" fmla="*/ 504882 h 926343"/>
              <a:gd name="connsiteX4" fmla="*/ 3216560 w 4875349"/>
              <a:gd name="connsiteY4" fmla="*/ 504882 h 926343"/>
              <a:gd name="connsiteX5" fmla="*/ 4045162 w 4875349"/>
              <a:gd name="connsiteY5" fmla="*/ 501503 h 926343"/>
              <a:gd name="connsiteX6" fmla="*/ 4065592 w 4875349"/>
              <a:gd name="connsiteY6" fmla="*/ 501503 h 926343"/>
              <a:gd name="connsiteX7" fmla="*/ 4065592 w 4875349"/>
              <a:gd name="connsiteY7" fmla="*/ 436819 h 926343"/>
              <a:gd name="connsiteX8" fmla="*/ 4113948 w 4875349"/>
              <a:gd name="connsiteY8" fmla="*/ 436819 h 926343"/>
              <a:gd name="connsiteX9" fmla="*/ 4113948 w 4875349"/>
              <a:gd name="connsiteY9" fmla="*/ 420806 h 926343"/>
              <a:gd name="connsiteX10" fmla="*/ 4065592 w 4875349"/>
              <a:gd name="connsiteY10" fmla="*/ 420806 h 926343"/>
              <a:gd name="connsiteX11" fmla="*/ 4065592 w 4875349"/>
              <a:gd name="connsiteY11" fmla="*/ 370635 h 926343"/>
              <a:gd name="connsiteX12" fmla="*/ 4121465 w 4875349"/>
              <a:gd name="connsiteY12" fmla="*/ 370635 h 926343"/>
              <a:gd name="connsiteX13" fmla="*/ 4123838 w 4875349"/>
              <a:gd name="connsiteY13" fmla="*/ 354398 h 926343"/>
              <a:gd name="connsiteX14" fmla="*/ 4045162 w 4875349"/>
              <a:gd name="connsiteY14" fmla="*/ 354398 h 926343"/>
              <a:gd name="connsiteX15" fmla="*/ 4045162 w 4875349"/>
              <a:gd name="connsiteY15" fmla="*/ 501503 h 926343"/>
              <a:gd name="connsiteX16" fmla="*/ 4173291 w 4875349"/>
              <a:gd name="connsiteY16" fmla="*/ 348426 h 926343"/>
              <a:gd name="connsiteX17" fmla="*/ 4159329 w 4875349"/>
              <a:gd name="connsiteY17" fmla="*/ 361661 h 926343"/>
              <a:gd name="connsiteX18" fmla="*/ 4145567 w 4875349"/>
              <a:gd name="connsiteY18" fmla="*/ 348426 h 926343"/>
              <a:gd name="connsiteX19" fmla="*/ 4159329 w 4875349"/>
              <a:gd name="connsiteY19" fmla="*/ 334968 h 926343"/>
              <a:gd name="connsiteX20" fmla="*/ 4173291 w 4875349"/>
              <a:gd name="connsiteY20" fmla="*/ 348426 h 926343"/>
              <a:gd name="connsiteX21" fmla="*/ 4169419 w 4875349"/>
              <a:gd name="connsiteY21" fmla="*/ 501497 h 926343"/>
              <a:gd name="connsiteX22" fmla="*/ 4149638 w 4875349"/>
              <a:gd name="connsiteY22" fmla="*/ 501497 h 926343"/>
              <a:gd name="connsiteX23" fmla="*/ 4149638 w 4875349"/>
              <a:gd name="connsiteY23" fmla="*/ 388985 h 926343"/>
              <a:gd name="connsiteX24" fmla="*/ 4169419 w 4875349"/>
              <a:gd name="connsiteY24" fmla="*/ 388985 h 926343"/>
              <a:gd name="connsiteX25" fmla="*/ 4169419 w 4875349"/>
              <a:gd name="connsiteY25" fmla="*/ 501497 h 926343"/>
              <a:gd name="connsiteX26" fmla="*/ 4270675 w 4875349"/>
              <a:gd name="connsiteY26" fmla="*/ 387709 h 926343"/>
              <a:gd name="connsiteX27" fmla="*/ 4267016 w 4875349"/>
              <a:gd name="connsiteY27" fmla="*/ 406922 h 926343"/>
              <a:gd name="connsiteX28" fmla="*/ 4257138 w 4875349"/>
              <a:gd name="connsiteY28" fmla="*/ 405632 h 926343"/>
              <a:gd name="connsiteX29" fmla="*/ 4230050 w 4875349"/>
              <a:gd name="connsiteY29" fmla="*/ 437236 h 926343"/>
              <a:gd name="connsiteX30" fmla="*/ 4230050 w 4875349"/>
              <a:gd name="connsiteY30" fmla="*/ 501498 h 926343"/>
              <a:gd name="connsiteX31" fmla="*/ 4210269 w 4875349"/>
              <a:gd name="connsiteY31" fmla="*/ 501498 h 926343"/>
              <a:gd name="connsiteX32" fmla="*/ 4210269 w 4875349"/>
              <a:gd name="connsiteY32" fmla="*/ 388999 h 926343"/>
              <a:gd name="connsiteX33" fmla="*/ 4227253 w 4875349"/>
              <a:gd name="connsiteY33" fmla="*/ 388999 h 926343"/>
              <a:gd name="connsiteX34" fmla="*/ 4229188 w 4875349"/>
              <a:gd name="connsiteY34" fmla="*/ 411834 h 926343"/>
              <a:gd name="connsiteX35" fmla="*/ 4259498 w 4875349"/>
              <a:gd name="connsiteY35" fmla="*/ 386419 h 926343"/>
              <a:gd name="connsiteX36" fmla="*/ 4270675 w 4875349"/>
              <a:gd name="connsiteY36" fmla="*/ 387709 h 926343"/>
              <a:gd name="connsiteX37" fmla="*/ 4362473 w 4875349"/>
              <a:gd name="connsiteY37" fmla="*/ 399240 h 926343"/>
              <a:gd name="connsiteX38" fmla="*/ 4354080 w 4875349"/>
              <a:gd name="connsiteY38" fmla="*/ 411619 h 926343"/>
              <a:gd name="connsiteX39" fmla="*/ 4324646 w 4875349"/>
              <a:gd name="connsiteY39" fmla="*/ 402019 h 926343"/>
              <a:gd name="connsiteX40" fmla="*/ 4303790 w 4875349"/>
              <a:gd name="connsiteY40" fmla="*/ 416742 h 926343"/>
              <a:gd name="connsiteX41" fmla="*/ 4328079 w 4875349"/>
              <a:gd name="connsiteY41" fmla="*/ 434888 h 926343"/>
              <a:gd name="connsiteX42" fmla="*/ 4365695 w 4875349"/>
              <a:gd name="connsiteY42" fmla="*/ 469903 h 926343"/>
              <a:gd name="connsiteX43" fmla="*/ 4320986 w 4875349"/>
              <a:gd name="connsiteY43" fmla="*/ 504062 h 926343"/>
              <a:gd name="connsiteX44" fmla="*/ 4278214 w 4875349"/>
              <a:gd name="connsiteY44" fmla="*/ 489327 h 926343"/>
              <a:gd name="connsiteX45" fmla="*/ 4288741 w 4875349"/>
              <a:gd name="connsiteY45" fmla="*/ 477370 h 926343"/>
              <a:gd name="connsiteX46" fmla="*/ 4320549 w 4875349"/>
              <a:gd name="connsiteY46" fmla="*/ 488260 h 926343"/>
              <a:gd name="connsiteX47" fmla="*/ 4344839 w 4875349"/>
              <a:gd name="connsiteY47" fmla="*/ 471180 h 926343"/>
              <a:gd name="connsiteX48" fmla="*/ 4317327 w 4875349"/>
              <a:gd name="connsiteY48" fmla="*/ 450045 h 926343"/>
              <a:gd name="connsiteX49" fmla="*/ 4283147 w 4875349"/>
              <a:gd name="connsiteY49" fmla="*/ 417387 h 926343"/>
              <a:gd name="connsiteX50" fmla="*/ 4323996 w 4875349"/>
              <a:gd name="connsiteY50" fmla="*/ 386428 h 926343"/>
              <a:gd name="connsiteX51" fmla="*/ 4362473 w 4875349"/>
              <a:gd name="connsiteY51" fmla="*/ 399240 h 926343"/>
              <a:gd name="connsiteX52" fmla="*/ 4450831 w 4875349"/>
              <a:gd name="connsiteY52" fmla="*/ 496374 h 926343"/>
              <a:gd name="connsiteX53" fmla="*/ 4425467 w 4875349"/>
              <a:gd name="connsiteY53" fmla="*/ 504064 h 926343"/>
              <a:gd name="connsiteX54" fmla="*/ 4394933 w 4875349"/>
              <a:gd name="connsiteY54" fmla="*/ 472039 h 926343"/>
              <a:gd name="connsiteX55" fmla="*/ 4394933 w 4875349"/>
              <a:gd name="connsiteY55" fmla="*/ 404142 h 926343"/>
              <a:gd name="connsiteX56" fmla="*/ 4375164 w 4875349"/>
              <a:gd name="connsiteY56" fmla="*/ 404142 h 926343"/>
              <a:gd name="connsiteX57" fmla="*/ 4375164 w 4875349"/>
              <a:gd name="connsiteY57" fmla="*/ 388998 h 926343"/>
              <a:gd name="connsiteX58" fmla="*/ 4394933 w 4875349"/>
              <a:gd name="connsiteY58" fmla="*/ 388998 h 926343"/>
              <a:gd name="connsiteX59" fmla="*/ 4394933 w 4875349"/>
              <a:gd name="connsiteY59" fmla="*/ 363583 h 926343"/>
              <a:gd name="connsiteX60" fmla="*/ 4414715 w 4875349"/>
              <a:gd name="connsiteY60" fmla="*/ 361226 h 926343"/>
              <a:gd name="connsiteX61" fmla="*/ 4414715 w 4875349"/>
              <a:gd name="connsiteY61" fmla="*/ 388998 h 926343"/>
              <a:gd name="connsiteX62" fmla="*/ 4441590 w 4875349"/>
              <a:gd name="connsiteY62" fmla="*/ 388998 h 926343"/>
              <a:gd name="connsiteX63" fmla="*/ 4439429 w 4875349"/>
              <a:gd name="connsiteY63" fmla="*/ 404142 h 926343"/>
              <a:gd name="connsiteX64" fmla="*/ 4414715 w 4875349"/>
              <a:gd name="connsiteY64" fmla="*/ 404142 h 926343"/>
              <a:gd name="connsiteX65" fmla="*/ 4414715 w 4875349"/>
              <a:gd name="connsiteY65" fmla="*/ 471183 h 926343"/>
              <a:gd name="connsiteX66" fmla="*/ 4428252 w 4875349"/>
              <a:gd name="connsiteY66" fmla="*/ 487841 h 926343"/>
              <a:gd name="connsiteX67" fmla="*/ 4443301 w 4875349"/>
              <a:gd name="connsiteY67" fmla="*/ 483351 h 926343"/>
              <a:gd name="connsiteX68" fmla="*/ 4450831 w 4875349"/>
              <a:gd name="connsiteY68" fmla="*/ 496374 h 926343"/>
              <a:gd name="connsiteX69" fmla="*/ 4491457 w 4875349"/>
              <a:gd name="connsiteY69" fmla="*/ 489118 h 926343"/>
              <a:gd name="connsiteX70" fmla="*/ 4476408 w 4875349"/>
              <a:gd name="connsiteY70" fmla="*/ 504064 h 926343"/>
              <a:gd name="connsiteX71" fmla="*/ 4461572 w 4875349"/>
              <a:gd name="connsiteY71" fmla="*/ 489118 h 926343"/>
              <a:gd name="connsiteX72" fmla="*/ 4476408 w 4875349"/>
              <a:gd name="connsiteY72" fmla="*/ 474383 h 926343"/>
              <a:gd name="connsiteX73" fmla="*/ 4491457 w 4875349"/>
              <a:gd name="connsiteY73" fmla="*/ 489118 h 926343"/>
              <a:gd name="connsiteX74" fmla="*/ 3521774 w 4875349"/>
              <a:gd name="connsiteY74" fmla="*/ 366146 h 926343"/>
              <a:gd name="connsiteX75" fmla="*/ 3505002 w 4875349"/>
              <a:gd name="connsiteY75" fmla="*/ 385996 h 926343"/>
              <a:gd name="connsiteX76" fmla="*/ 3478129 w 4875349"/>
              <a:gd name="connsiteY76" fmla="*/ 375748 h 926343"/>
              <a:gd name="connsiteX77" fmla="*/ 3445681 w 4875349"/>
              <a:gd name="connsiteY77" fmla="*/ 427204 h 926343"/>
              <a:gd name="connsiteX78" fmla="*/ 3478562 w 4875349"/>
              <a:gd name="connsiteY78" fmla="*/ 478013 h 926343"/>
              <a:gd name="connsiteX79" fmla="*/ 3507795 w 4875349"/>
              <a:gd name="connsiteY79" fmla="*/ 466055 h 926343"/>
              <a:gd name="connsiteX80" fmla="*/ 3523496 w 4875349"/>
              <a:gd name="connsiteY80" fmla="*/ 486133 h 926343"/>
              <a:gd name="connsiteX81" fmla="*/ 3476841 w 4875349"/>
              <a:gd name="connsiteY81" fmla="*/ 505135 h 926343"/>
              <a:gd name="connsiteX82" fmla="*/ 3408707 w 4875349"/>
              <a:gd name="connsiteY82" fmla="*/ 427204 h 926343"/>
              <a:gd name="connsiteX83" fmla="*/ 3476419 w 4875349"/>
              <a:gd name="connsiteY83" fmla="*/ 349918 h 926343"/>
              <a:gd name="connsiteX84" fmla="*/ 3521774 w 4875349"/>
              <a:gd name="connsiteY84" fmla="*/ 366145 h 926343"/>
              <a:gd name="connsiteX85" fmla="*/ 3537463 w 4875349"/>
              <a:gd name="connsiteY85" fmla="*/ 472680 h 926343"/>
              <a:gd name="connsiteX86" fmla="*/ 3537463 w 4875349"/>
              <a:gd name="connsiteY86" fmla="*/ 343090 h 926343"/>
              <a:gd name="connsiteX87" fmla="*/ 3571428 w 4875349"/>
              <a:gd name="connsiteY87" fmla="*/ 339455 h 926343"/>
              <a:gd name="connsiteX88" fmla="*/ 3571428 w 4875349"/>
              <a:gd name="connsiteY88" fmla="*/ 471401 h 926343"/>
              <a:gd name="connsiteX89" fmla="*/ 3577231 w 4875349"/>
              <a:gd name="connsiteY89" fmla="*/ 478444 h 926343"/>
              <a:gd name="connsiteX90" fmla="*/ 3582818 w 4875349"/>
              <a:gd name="connsiteY90" fmla="*/ 477380 h 926343"/>
              <a:gd name="connsiteX91" fmla="*/ 3589475 w 4875349"/>
              <a:gd name="connsiteY91" fmla="*/ 501284 h 926343"/>
              <a:gd name="connsiteX92" fmla="*/ 3568839 w 4875349"/>
              <a:gd name="connsiteY92" fmla="*/ 505135 h 926343"/>
              <a:gd name="connsiteX93" fmla="*/ 3537463 w 4875349"/>
              <a:gd name="connsiteY93" fmla="*/ 472680 h 926343"/>
              <a:gd name="connsiteX94" fmla="*/ 3708782 w 4875349"/>
              <a:gd name="connsiteY94" fmla="*/ 444927 h 926343"/>
              <a:gd name="connsiteX95" fmla="*/ 3652892 w 4875349"/>
              <a:gd name="connsiteY95" fmla="*/ 505123 h 926343"/>
              <a:gd name="connsiteX96" fmla="*/ 3597003 w 4875349"/>
              <a:gd name="connsiteY96" fmla="*/ 444712 h 926343"/>
              <a:gd name="connsiteX97" fmla="*/ 3652892 w 4875349"/>
              <a:gd name="connsiteY97" fmla="*/ 384502 h 926343"/>
              <a:gd name="connsiteX98" fmla="*/ 3708782 w 4875349"/>
              <a:gd name="connsiteY98" fmla="*/ 444927 h 926343"/>
              <a:gd name="connsiteX99" fmla="*/ 3632256 w 4875349"/>
              <a:gd name="connsiteY99" fmla="*/ 444712 h 926343"/>
              <a:gd name="connsiteX100" fmla="*/ 3652892 w 4875349"/>
              <a:gd name="connsiteY100" fmla="*/ 480371 h 926343"/>
              <a:gd name="connsiteX101" fmla="*/ 3673529 w 4875349"/>
              <a:gd name="connsiteY101" fmla="*/ 444927 h 926343"/>
              <a:gd name="connsiteX102" fmla="*/ 3652892 w 4875349"/>
              <a:gd name="connsiteY102" fmla="*/ 409267 h 926343"/>
              <a:gd name="connsiteX103" fmla="*/ 3632256 w 4875349"/>
              <a:gd name="connsiteY103" fmla="*/ 444712 h 926343"/>
              <a:gd name="connsiteX104" fmla="*/ 3827431 w 4875349"/>
              <a:gd name="connsiteY104" fmla="*/ 501502 h 926343"/>
              <a:gd name="connsiteX105" fmla="*/ 3797981 w 4875349"/>
              <a:gd name="connsiteY105" fmla="*/ 501502 h 926343"/>
              <a:gd name="connsiteX106" fmla="*/ 3796477 w 4875349"/>
              <a:gd name="connsiteY106" fmla="*/ 487200 h 926343"/>
              <a:gd name="connsiteX107" fmla="*/ 3761874 w 4875349"/>
              <a:gd name="connsiteY107" fmla="*/ 505125 h 926343"/>
              <a:gd name="connsiteX108" fmla="*/ 3730052 w 4875349"/>
              <a:gd name="connsiteY108" fmla="*/ 469478 h 926343"/>
              <a:gd name="connsiteX109" fmla="*/ 3730052 w 4875349"/>
              <a:gd name="connsiteY109" fmla="*/ 388139 h 926343"/>
              <a:gd name="connsiteX110" fmla="*/ 3764017 w 4875349"/>
              <a:gd name="connsiteY110" fmla="*/ 388139 h 926343"/>
              <a:gd name="connsiteX111" fmla="*/ 3764017 w 4875349"/>
              <a:gd name="connsiteY111" fmla="*/ 465209 h 926343"/>
              <a:gd name="connsiteX112" fmla="*/ 3774985 w 4875349"/>
              <a:gd name="connsiteY112" fmla="*/ 480157 h 926343"/>
              <a:gd name="connsiteX113" fmla="*/ 3793466 w 4875349"/>
              <a:gd name="connsiteY113" fmla="*/ 466919 h 926343"/>
              <a:gd name="connsiteX114" fmla="*/ 3793466 w 4875349"/>
              <a:gd name="connsiteY114" fmla="*/ 388139 h 926343"/>
              <a:gd name="connsiteX115" fmla="*/ 3827431 w 4875349"/>
              <a:gd name="connsiteY115" fmla="*/ 388139 h 926343"/>
              <a:gd name="connsiteX116" fmla="*/ 3827431 w 4875349"/>
              <a:gd name="connsiteY116" fmla="*/ 501502 h 926343"/>
              <a:gd name="connsiteX117" fmla="*/ 3956398 w 4875349"/>
              <a:gd name="connsiteY117" fmla="*/ 343082 h 926343"/>
              <a:gd name="connsiteX118" fmla="*/ 3956398 w 4875349"/>
              <a:gd name="connsiteY118" fmla="*/ 501503 h 926343"/>
              <a:gd name="connsiteX119" fmla="*/ 3926297 w 4875349"/>
              <a:gd name="connsiteY119" fmla="*/ 501503 h 926343"/>
              <a:gd name="connsiteX120" fmla="*/ 3924589 w 4875349"/>
              <a:gd name="connsiteY120" fmla="*/ 488265 h 926343"/>
              <a:gd name="connsiteX121" fmla="*/ 3892129 w 4875349"/>
              <a:gd name="connsiteY121" fmla="*/ 505126 h 926343"/>
              <a:gd name="connsiteX122" fmla="*/ 3848700 w 4875349"/>
              <a:gd name="connsiteY122" fmla="*/ 444499 h 926343"/>
              <a:gd name="connsiteX123" fmla="*/ 3895343 w 4875349"/>
              <a:gd name="connsiteY123" fmla="*/ 384505 h 926343"/>
              <a:gd name="connsiteX124" fmla="*/ 3922433 w 4875349"/>
              <a:gd name="connsiteY124" fmla="*/ 395184 h 926343"/>
              <a:gd name="connsiteX125" fmla="*/ 3922433 w 4875349"/>
              <a:gd name="connsiteY125" fmla="*/ 339459 h 926343"/>
              <a:gd name="connsiteX126" fmla="*/ 3956398 w 4875349"/>
              <a:gd name="connsiteY126" fmla="*/ 343082 h 926343"/>
              <a:gd name="connsiteX127" fmla="*/ 3922433 w 4875349"/>
              <a:gd name="connsiteY127" fmla="*/ 467554 h 926343"/>
              <a:gd name="connsiteX128" fmla="*/ 3922433 w 4875349"/>
              <a:gd name="connsiteY128" fmla="*/ 418669 h 926343"/>
              <a:gd name="connsiteX129" fmla="*/ 3904590 w 4875349"/>
              <a:gd name="connsiteY129" fmla="*/ 409055 h 926343"/>
              <a:gd name="connsiteX130" fmla="*/ 3883953 w 4875349"/>
              <a:gd name="connsiteY130" fmla="*/ 444714 h 926343"/>
              <a:gd name="connsiteX131" fmla="*/ 3902651 w 4875349"/>
              <a:gd name="connsiteY131" fmla="*/ 480361 h 926343"/>
              <a:gd name="connsiteX132" fmla="*/ 3922433 w 4875349"/>
              <a:gd name="connsiteY132" fmla="*/ 467554 h 926343"/>
              <a:gd name="connsiteX133" fmla="*/ 3476419 w 4875349"/>
              <a:gd name="connsiteY133" fmla="*/ 113000 h 926343"/>
              <a:gd name="connsiteX134" fmla="*/ 3408707 w 4875349"/>
              <a:gd name="connsiteY134" fmla="*/ 190285 h 926343"/>
              <a:gd name="connsiteX135" fmla="*/ 3476841 w 4875349"/>
              <a:gd name="connsiteY135" fmla="*/ 268216 h 926343"/>
              <a:gd name="connsiteX136" fmla="*/ 3523496 w 4875349"/>
              <a:gd name="connsiteY136" fmla="*/ 249215 h 926343"/>
              <a:gd name="connsiteX137" fmla="*/ 3507795 w 4875349"/>
              <a:gd name="connsiteY137" fmla="*/ 229136 h 926343"/>
              <a:gd name="connsiteX138" fmla="*/ 3478562 w 4875349"/>
              <a:gd name="connsiteY138" fmla="*/ 241095 h 926343"/>
              <a:gd name="connsiteX139" fmla="*/ 3445681 w 4875349"/>
              <a:gd name="connsiteY139" fmla="*/ 190285 h 926343"/>
              <a:gd name="connsiteX140" fmla="*/ 3478129 w 4875349"/>
              <a:gd name="connsiteY140" fmla="*/ 138829 h 926343"/>
              <a:gd name="connsiteX141" fmla="*/ 3505002 w 4875349"/>
              <a:gd name="connsiteY141" fmla="*/ 149077 h 926343"/>
              <a:gd name="connsiteX142" fmla="*/ 3521774 w 4875349"/>
              <a:gd name="connsiteY142" fmla="*/ 129227 h 926343"/>
              <a:gd name="connsiteX143" fmla="*/ 3476419 w 4875349"/>
              <a:gd name="connsiteY143" fmla="*/ 113000 h 926343"/>
              <a:gd name="connsiteX144" fmla="*/ 3633546 w 4875349"/>
              <a:gd name="connsiteY144" fmla="*/ 264584 h 926343"/>
              <a:gd name="connsiteX145" fmla="*/ 3604096 w 4875349"/>
              <a:gd name="connsiteY145" fmla="*/ 264584 h 926343"/>
              <a:gd name="connsiteX146" fmla="*/ 3602591 w 4875349"/>
              <a:gd name="connsiteY146" fmla="*/ 250282 h 926343"/>
              <a:gd name="connsiteX147" fmla="*/ 3567988 w 4875349"/>
              <a:gd name="connsiteY147" fmla="*/ 268220 h 926343"/>
              <a:gd name="connsiteX148" fmla="*/ 3536166 w 4875349"/>
              <a:gd name="connsiteY148" fmla="*/ 232560 h 926343"/>
              <a:gd name="connsiteX149" fmla="*/ 3536166 w 4875349"/>
              <a:gd name="connsiteY149" fmla="*/ 151221 h 926343"/>
              <a:gd name="connsiteX150" fmla="*/ 3570131 w 4875349"/>
              <a:gd name="connsiteY150" fmla="*/ 151221 h 926343"/>
              <a:gd name="connsiteX151" fmla="*/ 3570131 w 4875349"/>
              <a:gd name="connsiteY151" fmla="*/ 228291 h 926343"/>
              <a:gd name="connsiteX152" fmla="*/ 3581100 w 4875349"/>
              <a:gd name="connsiteY152" fmla="*/ 243239 h 926343"/>
              <a:gd name="connsiteX153" fmla="*/ 3599580 w 4875349"/>
              <a:gd name="connsiteY153" fmla="*/ 230001 h 926343"/>
              <a:gd name="connsiteX154" fmla="*/ 3599580 w 4875349"/>
              <a:gd name="connsiteY154" fmla="*/ 151221 h 926343"/>
              <a:gd name="connsiteX155" fmla="*/ 3633546 w 4875349"/>
              <a:gd name="connsiteY155" fmla="*/ 151221 h 926343"/>
              <a:gd name="connsiteX156" fmla="*/ 3633546 w 4875349"/>
              <a:gd name="connsiteY156" fmla="*/ 264584 h 926343"/>
              <a:gd name="connsiteX157" fmla="*/ 3744461 w 4875349"/>
              <a:gd name="connsiteY157" fmla="*/ 161465 h 926343"/>
              <a:gd name="connsiteX158" fmla="*/ 3732000 w 4875349"/>
              <a:gd name="connsiteY158" fmla="*/ 180466 h 926343"/>
              <a:gd name="connsiteX159" fmla="*/ 3703838 w 4875349"/>
              <a:gd name="connsiteY159" fmla="*/ 171713 h 926343"/>
              <a:gd name="connsiteX160" fmla="*/ 3690076 w 4875349"/>
              <a:gd name="connsiteY160" fmla="*/ 180251 h 926343"/>
              <a:gd name="connsiteX161" fmla="*/ 3713506 w 4875349"/>
              <a:gd name="connsiteY161" fmla="*/ 194768 h 926343"/>
              <a:gd name="connsiteX162" fmla="*/ 3748759 w 4875349"/>
              <a:gd name="connsiteY162" fmla="*/ 230845 h 926343"/>
              <a:gd name="connsiteX163" fmla="*/ 3698022 w 4875349"/>
              <a:gd name="connsiteY163" fmla="*/ 268215 h 926343"/>
              <a:gd name="connsiteX164" fmla="*/ 3650308 w 4875349"/>
              <a:gd name="connsiteY164" fmla="*/ 251342 h 926343"/>
              <a:gd name="connsiteX165" fmla="*/ 3666864 w 4875349"/>
              <a:gd name="connsiteY165" fmla="*/ 232986 h 926343"/>
              <a:gd name="connsiteX166" fmla="*/ 3697167 w 4875349"/>
              <a:gd name="connsiteY166" fmla="*/ 244083 h 926343"/>
              <a:gd name="connsiteX167" fmla="*/ 3713723 w 4875349"/>
              <a:gd name="connsiteY167" fmla="*/ 233417 h 926343"/>
              <a:gd name="connsiteX168" fmla="*/ 3689643 w 4875349"/>
              <a:gd name="connsiteY168" fmla="*/ 217608 h 926343"/>
              <a:gd name="connsiteX169" fmla="*/ 3655895 w 4875349"/>
              <a:gd name="connsiteY169" fmla="*/ 182176 h 926343"/>
              <a:gd name="connsiteX170" fmla="*/ 3702550 w 4875349"/>
              <a:gd name="connsiteY170" fmla="*/ 147594 h 926343"/>
              <a:gd name="connsiteX171" fmla="*/ 3744461 w 4875349"/>
              <a:gd name="connsiteY171" fmla="*/ 161465 h 926343"/>
              <a:gd name="connsiteX172" fmla="*/ 3839894 w 4875349"/>
              <a:gd name="connsiteY172" fmla="*/ 259246 h 926343"/>
              <a:gd name="connsiteX173" fmla="*/ 3808939 w 4875349"/>
              <a:gd name="connsiteY173" fmla="*/ 268215 h 926343"/>
              <a:gd name="connsiteX174" fmla="*/ 3771543 w 4875349"/>
              <a:gd name="connsiteY174" fmla="*/ 227222 h 926343"/>
              <a:gd name="connsiteX175" fmla="*/ 3771543 w 4875349"/>
              <a:gd name="connsiteY175" fmla="*/ 174702 h 926343"/>
              <a:gd name="connsiteX176" fmla="*/ 3755421 w 4875349"/>
              <a:gd name="connsiteY176" fmla="*/ 174702 h 926343"/>
              <a:gd name="connsiteX177" fmla="*/ 3755421 w 4875349"/>
              <a:gd name="connsiteY177" fmla="*/ 151216 h 926343"/>
              <a:gd name="connsiteX178" fmla="*/ 3771543 w 4875349"/>
              <a:gd name="connsiteY178" fmla="*/ 151216 h 926343"/>
              <a:gd name="connsiteX179" fmla="*/ 3771543 w 4875349"/>
              <a:gd name="connsiteY179" fmla="*/ 126667 h 926343"/>
              <a:gd name="connsiteX180" fmla="*/ 3805495 w 4875349"/>
              <a:gd name="connsiteY180" fmla="*/ 122828 h 926343"/>
              <a:gd name="connsiteX181" fmla="*/ 3805495 w 4875349"/>
              <a:gd name="connsiteY181" fmla="*/ 151216 h 926343"/>
              <a:gd name="connsiteX182" fmla="*/ 3831731 w 4875349"/>
              <a:gd name="connsiteY182" fmla="*/ 151216 h 926343"/>
              <a:gd name="connsiteX183" fmla="*/ 3828070 w 4875349"/>
              <a:gd name="connsiteY183" fmla="*/ 174702 h 926343"/>
              <a:gd name="connsiteX184" fmla="*/ 3805495 w 4875349"/>
              <a:gd name="connsiteY184" fmla="*/ 174702 h 926343"/>
              <a:gd name="connsiteX185" fmla="*/ 3805495 w 4875349"/>
              <a:gd name="connsiteY185" fmla="*/ 226792 h 926343"/>
              <a:gd name="connsiteX186" fmla="*/ 3816247 w 4875349"/>
              <a:gd name="connsiteY186" fmla="*/ 241524 h 926343"/>
              <a:gd name="connsiteX187" fmla="*/ 3828504 w 4875349"/>
              <a:gd name="connsiteY187" fmla="*/ 237901 h 926343"/>
              <a:gd name="connsiteX188" fmla="*/ 3839894 w 4875349"/>
              <a:gd name="connsiteY188" fmla="*/ 259246 h 926343"/>
              <a:gd name="connsiteX189" fmla="*/ 3954894 w 4875349"/>
              <a:gd name="connsiteY189" fmla="*/ 208009 h 926343"/>
              <a:gd name="connsiteX190" fmla="*/ 3899004 w 4875349"/>
              <a:gd name="connsiteY190" fmla="*/ 268219 h 926343"/>
              <a:gd name="connsiteX191" fmla="*/ 3843115 w 4875349"/>
              <a:gd name="connsiteY191" fmla="*/ 207794 h 926343"/>
              <a:gd name="connsiteX192" fmla="*/ 3899004 w 4875349"/>
              <a:gd name="connsiteY192" fmla="*/ 147585 h 926343"/>
              <a:gd name="connsiteX193" fmla="*/ 3954894 w 4875349"/>
              <a:gd name="connsiteY193" fmla="*/ 208009 h 926343"/>
              <a:gd name="connsiteX194" fmla="*/ 3878368 w 4875349"/>
              <a:gd name="connsiteY194" fmla="*/ 207794 h 926343"/>
              <a:gd name="connsiteX195" fmla="*/ 3899004 w 4875349"/>
              <a:gd name="connsiteY195" fmla="*/ 243453 h 926343"/>
              <a:gd name="connsiteX196" fmla="*/ 3919641 w 4875349"/>
              <a:gd name="connsiteY196" fmla="*/ 208009 h 926343"/>
              <a:gd name="connsiteX197" fmla="*/ 3899004 w 4875349"/>
              <a:gd name="connsiteY197" fmla="*/ 172350 h 926343"/>
              <a:gd name="connsiteX198" fmla="*/ 3878368 w 4875349"/>
              <a:gd name="connsiteY198" fmla="*/ 207794 h 926343"/>
              <a:gd name="connsiteX199" fmla="*/ 4132231 w 4875349"/>
              <a:gd name="connsiteY199" fmla="*/ 181748 h 926343"/>
              <a:gd name="connsiteX200" fmla="*/ 4132231 w 4875349"/>
              <a:gd name="connsiteY200" fmla="*/ 264582 h 926343"/>
              <a:gd name="connsiteX201" fmla="*/ 4098266 w 4875349"/>
              <a:gd name="connsiteY201" fmla="*/ 264582 h 926343"/>
              <a:gd name="connsiteX202" fmla="*/ 4098266 w 4875349"/>
              <a:gd name="connsiteY202" fmla="*/ 187512 h 926343"/>
              <a:gd name="connsiteX203" fmla="*/ 4088598 w 4875349"/>
              <a:gd name="connsiteY203" fmla="*/ 172349 h 926343"/>
              <a:gd name="connsiteX204" fmla="*/ 4071176 w 4875349"/>
              <a:gd name="connsiteY204" fmla="*/ 187081 h 926343"/>
              <a:gd name="connsiteX205" fmla="*/ 4071176 w 4875349"/>
              <a:gd name="connsiteY205" fmla="*/ 264582 h 926343"/>
              <a:gd name="connsiteX206" fmla="*/ 4037224 w 4875349"/>
              <a:gd name="connsiteY206" fmla="*/ 264582 h 926343"/>
              <a:gd name="connsiteX207" fmla="*/ 4037224 w 4875349"/>
              <a:gd name="connsiteY207" fmla="*/ 187512 h 926343"/>
              <a:gd name="connsiteX208" fmla="*/ 4027543 w 4875349"/>
              <a:gd name="connsiteY208" fmla="*/ 172349 h 926343"/>
              <a:gd name="connsiteX209" fmla="*/ 4010134 w 4875349"/>
              <a:gd name="connsiteY209" fmla="*/ 187081 h 926343"/>
              <a:gd name="connsiteX210" fmla="*/ 4010134 w 4875349"/>
              <a:gd name="connsiteY210" fmla="*/ 264582 h 926343"/>
              <a:gd name="connsiteX211" fmla="*/ 3976168 w 4875349"/>
              <a:gd name="connsiteY211" fmla="*/ 264582 h 926343"/>
              <a:gd name="connsiteX212" fmla="*/ 3976168 w 4875349"/>
              <a:gd name="connsiteY212" fmla="*/ 151219 h 926343"/>
              <a:gd name="connsiteX213" fmla="*/ 4005836 w 4875349"/>
              <a:gd name="connsiteY213" fmla="*/ 151219 h 926343"/>
              <a:gd name="connsiteX214" fmla="*/ 4008208 w 4875349"/>
              <a:gd name="connsiteY214" fmla="*/ 164457 h 926343"/>
              <a:gd name="connsiteX215" fmla="*/ 4041305 w 4875349"/>
              <a:gd name="connsiteY215" fmla="*/ 147583 h 926343"/>
              <a:gd name="connsiteX216" fmla="*/ 4068179 w 4875349"/>
              <a:gd name="connsiteY216" fmla="*/ 165521 h 926343"/>
              <a:gd name="connsiteX217" fmla="*/ 4102347 w 4875349"/>
              <a:gd name="connsiteY217" fmla="*/ 147583 h 926343"/>
              <a:gd name="connsiteX218" fmla="*/ 4132231 w 4875349"/>
              <a:gd name="connsiteY218" fmla="*/ 181748 h 926343"/>
              <a:gd name="connsiteX219" fmla="*/ 4258838 w 4875349"/>
              <a:gd name="connsiteY219" fmla="*/ 217827 h 926343"/>
              <a:gd name="connsiteX220" fmla="*/ 4188115 w 4875349"/>
              <a:gd name="connsiteY220" fmla="*/ 217827 h 926343"/>
              <a:gd name="connsiteX221" fmla="*/ 4214122 w 4875349"/>
              <a:gd name="connsiteY221" fmla="*/ 243656 h 926343"/>
              <a:gd name="connsiteX222" fmla="*/ 4241429 w 4875349"/>
              <a:gd name="connsiteY222" fmla="*/ 233623 h 926343"/>
              <a:gd name="connsiteX223" fmla="*/ 4255394 w 4875349"/>
              <a:gd name="connsiteY223" fmla="*/ 252409 h 926343"/>
              <a:gd name="connsiteX224" fmla="*/ 4210894 w 4875349"/>
              <a:gd name="connsiteY224" fmla="*/ 268219 h 926343"/>
              <a:gd name="connsiteX225" fmla="*/ 4153499 w 4875349"/>
              <a:gd name="connsiteY225" fmla="*/ 208440 h 926343"/>
              <a:gd name="connsiteX226" fmla="*/ 4206812 w 4875349"/>
              <a:gd name="connsiteY226" fmla="*/ 147585 h 926343"/>
              <a:gd name="connsiteX227" fmla="*/ 4259475 w 4875349"/>
              <a:gd name="connsiteY227" fmla="*/ 205666 h 926343"/>
              <a:gd name="connsiteX228" fmla="*/ 4258838 w 4875349"/>
              <a:gd name="connsiteY228" fmla="*/ 217827 h 926343"/>
              <a:gd name="connsiteX229" fmla="*/ 4226161 w 4875349"/>
              <a:gd name="connsiteY229" fmla="*/ 196051 h 926343"/>
              <a:gd name="connsiteX230" fmla="*/ 4207680 w 4875349"/>
              <a:gd name="connsiteY230" fmla="*/ 170006 h 926343"/>
              <a:gd name="connsiteX231" fmla="*/ 4188115 w 4875349"/>
              <a:gd name="connsiteY231" fmla="*/ 197546 h 926343"/>
              <a:gd name="connsiteX232" fmla="*/ 4226161 w 4875349"/>
              <a:gd name="connsiteY232" fmla="*/ 197546 h 926343"/>
              <a:gd name="connsiteX233" fmla="*/ 4226161 w 4875349"/>
              <a:gd name="connsiteY233" fmla="*/ 196051 h 926343"/>
              <a:gd name="connsiteX234" fmla="*/ 4429055 w 4875349"/>
              <a:gd name="connsiteY234" fmla="*/ 117480 h 926343"/>
              <a:gd name="connsiteX235" fmla="*/ 4507732 w 4875349"/>
              <a:gd name="connsiteY235" fmla="*/ 117480 h 926343"/>
              <a:gd name="connsiteX236" fmla="*/ 4505359 w 4875349"/>
              <a:gd name="connsiteY236" fmla="*/ 133716 h 926343"/>
              <a:gd name="connsiteX237" fmla="*/ 4449486 w 4875349"/>
              <a:gd name="connsiteY237" fmla="*/ 133716 h 926343"/>
              <a:gd name="connsiteX238" fmla="*/ 4449486 w 4875349"/>
              <a:gd name="connsiteY238" fmla="*/ 183887 h 926343"/>
              <a:gd name="connsiteX239" fmla="*/ 4497841 w 4875349"/>
              <a:gd name="connsiteY239" fmla="*/ 183887 h 926343"/>
              <a:gd name="connsiteX240" fmla="*/ 4497841 w 4875349"/>
              <a:gd name="connsiteY240" fmla="*/ 199900 h 926343"/>
              <a:gd name="connsiteX241" fmla="*/ 4449486 w 4875349"/>
              <a:gd name="connsiteY241" fmla="*/ 199900 h 926343"/>
              <a:gd name="connsiteX242" fmla="*/ 4449486 w 4875349"/>
              <a:gd name="connsiteY242" fmla="*/ 264584 h 926343"/>
              <a:gd name="connsiteX243" fmla="*/ 4429055 w 4875349"/>
              <a:gd name="connsiteY243" fmla="*/ 264584 h 926343"/>
              <a:gd name="connsiteX244" fmla="*/ 4429055 w 4875349"/>
              <a:gd name="connsiteY244" fmla="*/ 117479 h 926343"/>
              <a:gd name="connsiteX245" fmla="*/ 4557185 w 4875349"/>
              <a:gd name="connsiteY245" fmla="*/ 111507 h 926343"/>
              <a:gd name="connsiteX246" fmla="*/ 4543223 w 4875349"/>
              <a:gd name="connsiteY246" fmla="*/ 124742 h 926343"/>
              <a:gd name="connsiteX247" fmla="*/ 4529461 w 4875349"/>
              <a:gd name="connsiteY247" fmla="*/ 111507 h 926343"/>
              <a:gd name="connsiteX248" fmla="*/ 4543223 w 4875349"/>
              <a:gd name="connsiteY248" fmla="*/ 98050 h 926343"/>
              <a:gd name="connsiteX249" fmla="*/ 4557185 w 4875349"/>
              <a:gd name="connsiteY249" fmla="*/ 111507 h 926343"/>
              <a:gd name="connsiteX250" fmla="*/ 4553313 w 4875349"/>
              <a:gd name="connsiteY250" fmla="*/ 264578 h 926343"/>
              <a:gd name="connsiteX251" fmla="*/ 4533532 w 4875349"/>
              <a:gd name="connsiteY251" fmla="*/ 264578 h 926343"/>
              <a:gd name="connsiteX252" fmla="*/ 4533532 w 4875349"/>
              <a:gd name="connsiteY252" fmla="*/ 152066 h 926343"/>
              <a:gd name="connsiteX253" fmla="*/ 4553313 w 4875349"/>
              <a:gd name="connsiteY253" fmla="*/ 152066 h 926343"/>
              <a:gd name="connsiteX254" fmla="*/ 4553313 w 4875349"/>
              <a:gd name="connsiteY254" fmla="*/ 264578 h 926343"/>
              <a:gd name="connsiteX255" fmla="*/ 4654569 w 4875349"/>
              <a:gd name="connsiteY255" fmla="*/ 150790 h 926343"/>
              <a:gd name="connsiteX256" fmla="*/ 4650909 w 4875349"/>
              <a:gd name="connsiteY256" fmla="*/ 170003 h 926343"/>
              <a:gd name="connsiteX257" fmla="*/ 4641032 w 4875349"/>
              <a:gd name="connsiteY257" fmla="*/ 168713 h 926343"/>
              <a:gd name="connsiteX258" fmla="*/ 4613944 w 4875349"/>
              <a:gd name="connsiteY258" fmla="*/ 200317 h 926343"/>
              <a:gd name="connsiteX259" fmla="*/ 4613944 w 4875349"/>
              <a:gd name="connsiteY259" fmla="*/ 264579 h 926343"/>
              <a:gd name="connsiteX260" fmla="*/ 4594163 w 4875349"/>
              <a:gd name="connsiteY260" fmla="*/ 264579 h 926343"/>
              <a:gd name="connsiteX261" fmla="*/ 4594163 w 4875349"/>
              <a:gd name="connsiteY261" fmla="*/ 152080 h 926343"/>
              <a:gd name="connsiteX262" fmla="*/ 4611147 w 4875349"/>
              <a:gd name="connsiteY262" fmla="*/ 152080 h 926343"/>
              <a:gd name="connsiteX263" fmla="*/ 4613082 w 4875349"/>
              <a:gd name="connsiteY263" fmla="*/ 174915 h 926343"/>
              <a:gd name="connsiteX264" fmla="*/ 4643391 w 4875349"/>
              <a:gd name="connsiteY264" fmla="*/ 149500 h 926343"/>
              <a:gd name="connsiteX265" fmla="*/ 4654568 w 4875349"/>
              <a:gd name="connsiteY265" fmla="*/ 150790 h 926343"/>
              <a:gd name="connsiteX266" fmla="*/ 4746366 w 4875349"/>
              <a:gd name="connsiteY266" fmla="*/ 162322 h 926343"/>
              <a:gd name="connsiteX267" fmla="*/ 4737974 w 4875349"/>
              <a:gd name="connsiteY267" fmla="*/ 174700 h 926343"/>
              <a:gd name="connsiteX268" fmla="*/ 4708539 w 4875349"/>
              <a:gd name="connsiteY268" fmla="*/ 165100 h 926343"/>
              <a:gd name="connsiteX269" fmla="*/ 4687684 w 4875349"/>
              <a:gd name="connsiteY269" fmla="*/ 179823 h 926343"/>
              <a:gd name="connsiteX270" fmla="*/ 4711973 w 4875349"/>
              <a:gd name="connsiteY270" fmla="*/ 197969 h 926343"/>
              <a:gd name="connsiteX271" fmla="*/ 4749588 w 4875349"/>
              <a:gd name="connsiteY271" fmla="*/ 232984 h 926343"/>
              <a:gd name="connsiteX272" fmla="*/ 4704880 w 4875349"/>
              <a:gd name="connsiteY272" fmla="*/ 267143 h 926343"/>
              <a:gd name="connsiteX273" fmla="*/ 4662107 w 4875349"/>
              <a:gd name="connsiteY273" fmla="*/ 252408 h 926343"/>
              <a:gd name="connsiteX274" fmla="*/ 4672635 w 4875349"/>
              <a:gd name="connsiteY274" fmla="*/ 240451 h 926343"/>
              <a:gd name="connsiteX275" fmla="*/ 4704443 w 4875349"/>
              <a:gd name="connsiteY275" fmla="*/ 251341 h 926343"/>
              <a:gd name="connsiteX276" fmla="*/ 4728733 w 4875349"/>
              <a:gd name="connsiteY276" fmla="*/ 234261 h 926343"/>
              <a:gd name="connsiteX277" fmla="*/ 4701221 w 4875349"/>
              <a:gd name="connsiteY277" fmla="*/ 213126 h 926343"/>
              <a:gd name="connsiteX278" fmla="*/ 4667040 w 4875349"/>
              <a:gd name="connsiteY278" fmla="*/ 180468 h 926343"/>
              <a:gd name="connsiteX279" fmla="*/ 4707890 w 4875349"/>
              <a:gd name="connsiteY279" fmla="*/ 149509 h 926343"/>
              <a:gd name="connsiteX280" fmla="*/ 4746366 w 4875349"/>
              <a:gd name="connsiteY280" fmla="*/ 162322 h 926343"/>
              <a:gd name="connsiteX281" fmla="*/ 4834725 w 4875349"/>
              <a:gd name="connsiteY281" fmla="*/ 259455 h 926343"/>
              <a:gd name="connsiteX282" fmla="*/ 4809361 w 4875349"/>
              <a:gd name="connsiteY282" fmla="*/ 267145 h 926343"/>
              <a:gd name="connsiteX283" fmla="*/ 4778827 w 4875349"/>
              <a:gd name="connsiteY283" fmla="*/ 235120 h 926343"/>
              <a:gd name="connsiteX284" fmla="*/ 4778827 w 4875349"/>
              <a:gd name="connsiteY284" fmla="*/ 167223 h 926343"/>
              <a:gd name="connsiteX285" fmla="*/ 4759057 w 4875349"/>
              <a:gd name="connsiteY285" fmla="*/ 167223 h 926343"/>
              <a:gd name="connsiteX286" fmla="*/ 4759057 w 4875349"/>
              <a:gd name="connsiteY286" fmla="*/ 152079 h 926343"/>
              <a:gd name="connsiteX287" fmla="*/ 4778827 w 4875349"/>
              <a:gd name="connsiteY287" fmla="*/ 152079 h 926343"/>
              <a:gd name="connsiteX288" fmla="*/ 4778827 w 4875349"/>
              <a:gd name="connsiteY288" fmla="*/ 126664 h 926343"/>
              <a:gd name="connsiteX289" fmla="*/ 4798608 w 4875349"/>
              <a:gd name="connsiteY289" fmla="*/ 124308 h 926343"/>
              <a:gd name="connsiteX290" fmla="*/ 4798608 w 4875349"/>
              <a:gd name="connsiteY290" fmla="*/ 152079 h 926343"/>
              <a:gd name="connsiteX291" fmla="*/ 4825484 w 4875349"/>
              <a:gd name="connsiteY291" fmla="*/ 152079 h 926343"/>
              <a:gd name="connsiteX292" fmla="*/ 4823323 w 4875349"/>
              <a:gd name="connsiteY292" fmla="*/ 167223 h 926343"/>
              <a:gd name="connsiteX293" fmla="*/ 4798608 w 4875349"/>
              <a:gd name="connsiteY293" fmla="*/ 167223 h 926343"/>
              <a:gd name="connsiteX294" fmla="*/ 4798608 w 4875349"/>
              <a:gd name="connsiteY294" fmla="*/ 234264 h 926343"/>
              <a:gd name="connsiteX295" fmla="*/ 4812146 w 4875349"/>
              <a:gd name="connsiteY295" fmla="*/ 250922 h 926343"/>
              <a:gd name="connsiteX296" fmla="*/ 4827194 w 4875349"/>
              <a:gd name="connsiteY296" fmla="*/ 246432 h 926343"/>
              <a:gd name="connsiteX297" fmla="*/ 4834725 w 4875349"/>
              <a:gd name="connsiteY297" fmla="*/ 259455 h 926343"/>
              <a:gd name="connsiteX298" fmla="*/ 4875350 w 4875349"/>
              <a:gd name="connsiteY298" fmla="*/ 252199 h 926343"/>
              <a:gd name="connsiteX299" fmla="*/ 4860302 w 4875349"/>
              <a:gd name="connsiteY299" fmla="*/ 267145 h 926343"/>
              <a:gd name="connsiteX300" fmla="*/ 4845465 w 4875349"/>
              <a:gd name="connsiteY300" fmla="*/ 252199 h 926343"/>
              <a:gd name="connsiteX301" fmla="*/ 4860302 w 4875349"/>
              <a:gd name="connsiteY301" fmla="*/ 237464 h 926343"/>
              <a:gd name="connsiteX302" fmla="*/ 4875350 w 4875349"/>
              <a:gd name="connsiteY302" fmla="*/ 252199 h 926343"/>
              <a:gd name="connsiteX303" fmla="*/ 4354043 w 4875349"/>
              <a:gd name="connsiteY303" fmla="*/ 149509 h 926343"/>
              <a:gd name="connsiteX304" fmla="*/ 4348673 w 4875349"/>
              <a:gd name="connsiteY304" fmla="*/ 182179 h 926343"/>
              <a:gd name="connsiteX305" fmla="*/ 4338355 w 4875349"/>
              <a:gd name="connsiteY305" fmla="*/ 180684 h 926343"/>
              <a:gd name="connsiteX306" fmla="*/ 4314709 w 4875349"/>
              <a:gd name="connsiteY306" fmla="*/ 208439 h 926343"/>
              <a:gd name="connsiteX307" fmla="*/ 4314709 w 4875349"/>
              <a:gd name="connsiteY307" fmla="*/ 264582 h 926343"/>
              <a:gd name="connsiteX308" fmla="*/ 4280743 w 4875349"/>
              <a:gd name="connsiteY308" fmla="*/ 264582 h 926343"/>
              <a:gd name="connsiteX309" fmla="*/ 4280743 w 4875349"/>
              <a:gd name="connsiteY309" fmla="*/ 151219 h 926343"/>
              <a:gd name="connsiteX310" fmla="*/ 4310397 w 4875349"/>
              <a:gd name="connsiteY310" fmla="*/ 151219 h 926343"/>
              <a:gd name="connsiteX311" fmla="*/ 4313203 w 4875349"/>
              <a:gd name="connsiteY311" fmla="*/ 173210 h 926343"/>
              <a:gd name="connsiteX312" fmla="*/ 4342653 w 4875349"/>
              <a:gd name="connsiteY312" fmla="*/ 148014 h 926343"/>
              <a:gd name="connsiteX313" fmla="*/ 4354043 w 4875349"/>
              <a:gd name="connsiteY313" fmla="*/ 149509 h 926343"/>
              <a:gd name="connsiteX314" fmla="*/ 2977074 w 4875349"/>
              <a:gd name="connsiteY314" fmla="*/ 861572 h 926343"/>
              <a:gd name="connsiteX315" fmla="*/ 2938180 w 4875349"/>
              <a:gd name="connsiteY315" fmla="*/ 819204 h 926343"/>
              <a:gd name="connsiteX316" fmla="*/ 2984781 w 4875349"/>
              <a:gd name="connsiteY316" fmla="*/ 776658 h 926343"/>
              <a:gd name="connsiteX317" fmla="*/ 3023675 w 4875349"/>
              <a:gd name="connsiteY317" fmla="*/ 819204 h 926343"/>
              <a:gd name="connsiteX318" fmla="*/ 2977074 w 4875349"/>
              <a:gd name="connsiteY318" fmla="*/ 861572 h 926343"/>
              <a:gd name="connsiteX319" fmla="*/ 2984780 w 4875349"/>
              <a:gd name="connsiteY319" fmla="*/ 782889 h 926343"/>
              <a:gd name="connsiteX320" fmla="*/ 2944273 w 4875349"/>
              <a:gd name="connsiteY320" fmla="*/ 819738 h 926343"/>
              <a:gd name="connsiteX321" fmla="*/ 2977074 w 4875349"/>
              <a:gd name="connsiteY321" fmla="*/ 855519 h 926343"/>
              <a:gd name="connsiteX322" fmla="*/ 3017580 w 4875349"/>
              <a:gd name="connsiteY322" fmla="*/ 818670 h 926343"/>
              <a:gd name="connsiteX323" fmla="*/ 2984780 w 4875349"/>
              <a:gd name="connsiteY323" fmla="*/ 782889 h 926343"/>
              <a:gd name="connsiteX324" fmla="*/ 2988007 w 4875349"/>
              <a:gd name="connsiteY324" fmla="*/ 824366 h 926343"/>
              <a:gd name="connsiteX325" fmla="*/ 3001629 w 4875349"/>
              <a:gd name="connsiteY325" fmla="*/ 806743 h 926343"/>
              <a:gd name="connsiteX326" fmla="*/ 2988186 w 4875349"/>
              <a:gd name="connsiteY326" fmla="*/ 794104 h 926343"/>
              <a:gd name="connsiteX327" fmla="*/ 2971697 w 4875349"/>
              <a:gd name="connsiteY327" fmla="*/ 794104 h 926343"/>
              <a:gd name="connsiteX328" fmla="*/ 2962197 w 4875349"/>
              <a:gd name="connsiteY328" fmla="*/ 844126 h 926343"/>
              <a:gd name="connsiteX329" fmla="*/ 2968470 w 4875349"/>
              <a:gd name="connsiteY329" fmla="*/ 844126 h 926343"/>
              <a:gd name="connsiteX330" fmla="*/ 2972055 w 4875349"/>
              <a:gd name="connsiteY330" fmla="*/ 824900 h 926343"/>
              <a:gd name="connsiteX331" fmla="*/ 2981554 w 4875349"/>
              <a:gd name="connsiteY331" fmla="*/ 824900 h 926343"/>
              <a:gd name="connsiteX332" fmla="*/ 2988186 w 4875349"/>
              <a:gd name="connsiteY332" fmla="*/ 844126 h 926343"/>
              <a:gd name="connsiteX333" fmla="*/ 2994818 w 4875349"/>
              <a:gd name="connsiteY333" fmla="*/ 844126 h 926343"/>
              <a:gd name="connsiteX334" fmla="*/ 2988007 w 4875349"/>
              <a:gd name="connsiteY334" fmla="*/ 824366 h 926343"/>
              <a:gd name="connsiteX335" fmla="*/ 2988007 w 4875349"/>
              <a:gd name="connsiteY335" fmla="*/ 824366 h 926343"/>
              <a:gd name="connsiteX336" fmla="*/ 2995355 w 4875349"/>
              <a:gd name="connsiteY336" fmla="*/ 808879 h 926343"/>
              <a:gd name="connsiteX337" fmla="*/ 2983526 w 4875349"/>
              <a:gd name="connsiteY337" fmla="*/ 818848 h 926343"/>
              <a:gd name="connsiteX338" fmla="*/ 2973130 w 4875349"/>
              <a:gd name="connsiteY338" fmla="*/ 818848 h 926343"/>
              <a:gd name="connsiteX339" fmla="*/ 2976715 w 4875349"/>
              <a:gd name="connsiteY339" fmla="*/ 800156 h 926343"/>
              <a:gd name="connsiteX340" fmla="*/ 2988186 w 4875349"/>
              <a:gd name="connsiteY340" fmla="*/ 800156 h 926343"/>
              <a:gd name="connsiteX341" fmla="*/ 2995355 w 4875349"/>
              <a:gd name="connsiteY341" fmla="*/ 808879 h 926343"/>
              <a:gd name="connsiteX342" fmla="*/ 1498985 w 4875349"/>
              <a:gd name="connsiteY342" fmla="*/ 270374 h 926343"/>
              <a:gd name="connsiteX343" fmla="*/ 1453828 w 4875349"/>
              <a:gd name="connsiteY343" fmla="*/ 227989 h 926343"/>
              <a:gd name="connsiteX344" fmla="*/ 1501834 w 4875349"/>
              <a:gd name="connsiteY344" fmla="*/ 195649 h 926343"/>
              <a:gd name="connsiteX345" fmla="*/ 1597180 w 4875349"/>
              <a:gd name="connsiteY345" fmla="*/ 222644 h 926343"/>
              <a:gd name="connsiteX346" fmla="*/ 1613401 w 4875349"/>
              <a:gd name="connsiteY346" fmla="*/ 137908 h 926343"/>
              <a:gd name="connsiteX347" fmla="*/ 1507205 w 4875349"/>
              <a:gd name="connsiteY347" fmla="*/ 113411 h 926343"/>
              <a:gd name="connsiteX348" fmla="*/ 1340970 w 4875349"/>
              <a:gd name="connsiteY348" fmla="*/ 243327 h 926343"/>
              <a:gd name="connsiteX349" fmla="*/ 1420637 w 4875349"/>
              <a:gd name="connsiteY349" fmla="*/ 342530 h 926343"/>
              <a:gd name="connsiteX350" fmla="*/ 1467348 w 4875349"/>
              <a:gd name="connsiteY350" fmla="*/ 390260 h 926343"/>
              <a:gd name="connsiteX351" fmla="*/ 1420899 w 4875349"/>
              <a:gd name="connsiteY351" fmla="*/ 423380 h 926343"/>
              <a:gd name="connsiteX352" fmla="*/ 1316170 w 4875349"/>
              <a:gd name="connsiteY352" fmla="*/ 394058 h 926343"/>
              <a:gd name="connsiteX353" fmla="*/ 1299920 w 4875349"/>
              <a:gd name="connsiteY353" fmla="*/ 478961 h 926343"/>
              <a:gd name="connsiteX354" fmla="*/ 1410107 w 4875349"/>
              <a:gd name="connsiteY354" fmla="*/ 504852 h 926343"/>
              <a:gd name="connsiteX355" fmla="*/ 1549514 w 4875349"/>
              <a:gd name="connsiteY355" fmla="*/ 458861 h 926343"/>
              <a:gd name="connsiteX356" fmla="*/ 1584075 w 4875349"/>
              <a:gd name="connsiteY356" fmla="*/ 372652 h 926343"/>
              <a:gd name="connsiteX357" fmla="*/ 1498985 w 4875349"/>
              <a:gd name="connsiteY357" fmla="*/ 270374 h 926343"/>
              <a:gd name="connsiteX358" fmla="*/ 970363 w 4875349"/>
              <a:gd name="connsiteY358" fmla="*/ 127406 h 926343"/>
              <a:gd name="connsiteX359" fmla="*/ 952989 w 4875349"/>
              <a:gd name="connsiteY359" fmla="*/ 217938 h 926343"/>
              <a:gd name="connsiteX360" fmla="*/ 891107 w 4875349"/>
              <a:gd name="connsiteY360" fmla="*/ 203307 h 926343"/>
              <a:gd name="connsiteX361" fmla="*/ 763747 w 4875349"/>
              <a:gd name="connsiteY361" fmla="*/ 338997 h 926343"/>
              <a:gd name="connsiteX362" fmla="*/ 837167 w 4875349"/>
              <a:gd name="connsiteY362" fmla="*/ 415748 h 926343"/>
              <a:gd name="connsiteX363" fmla="*/ 930953 w 4875349"/>
              <a:gd name="connsiteY363" fmla="*/ 391664 h 926343"/>
              <a:gd name="connsiteX364" fmla="*/ 913201 w 4875349"/>
              <a:gd name="connsiteY364" fmla="*/ 484779 h 926343"/>
              <a:gd name="connsiteX365" fmla="*/ 805571 w 4875349"/>
              <a:gd name="connsiteY365" fmla="*/ 504852 h 926343"/>
              <a:gd name="connsiteX366" fmla="*/ 646266 w 4875349"/>
              <a:gd name="connsiteY366" fmla="*/ 351250 h 926343"/>
              <a:gd name="connsiteX367" fmla="*/ 892662 w 4875349"/>
              <a:gd name="connsiteY367" fmla="*/ 114188 h 926343"/>
              <a:gd name="connsiteX368" fmla="*/ 970363 w 4875349"/>
              <a:gd name="connsiteY368" fmla="*/ 127406 h 926343"/>
              <a:gd name="connsiteX369" fmla="*/ 2778278 w 4875349"/>
              <a:gd name="connsiteY369" fmla="*/ 343325 h 926343"/>
              <a:gd name="connsiteX370" fmla="*/ 2993476 w 4875349"/>
              <a:gd name="connsiteY370" fmla="*/ 302896 h 926343"/>
              <a:gd name="connsiteX371" fmla="*/ 3023855 w 4875349"/>
              <a:gd name="connsiteY371" fmla="*/ 226484 h 926343"/>
              <a:gd name="connsiteX372" fmla="*/ 2892289 w 4875349"/>
              <a:gd name="connsiteY372" fmla="*/ 113423 h 926343"/>
              <a:gd name="connsiteX373" fmla="*/ 2730905 w 4875349"/>
              <a:gd name="connsiteY373" fmla="*/ 187174 h 926343"/>
              <a:gd name="connsiteX374" fmla="*/ 2672078 w 4875349"/>
              <a:gd name="connsiteY374" fmla="*/ 346655 h 926343"/>
              <a:gd name="connsiteX375" fmla="*/ 2836038 w 4875349"/>
              <a:gd name="connsiteY375" fmla="*/ 504881 h 926343"/>
              <a:gd name="connsiteX376" fmla="*/ 2976777 w 4875349"/>
              <a:gd name="connsiteY376" fmla="*/ 474840 h 926343"/>
              <a:gd name="connsiteX377" fmla="*/ 2994734 w 4875349"/>
              <a:gd name="connsiteY377" fmla="*/ 381111 h 926343"/>
              <a:gd name="connsiteX378" fmla="*/ 2863005 w 4875349"/>
              <a:gd name="connsiteY378" fmla="*/ 418032 h 926343"/>
              <a:gd name="connsiteX379" fmla="*/ 2778278 w 4875349"/>
              <a:gd name="connsiteY379" fmla="*/ 343325 h 926343"/>
              <a:gd name="connsiteX380" fmla="*/ 2878412 w 4875349"/>
              <a:gd name="connsiteY380" fmla="*/ 194883 h 926343"/>
              <a:gd name="connsiteX381" fmla="*/ 2909510 w 4875349"/>
              <a:gd name="connsiteY381" fmla="*/ 249117 h 926343"/>
              <a:gd name="connsiteX382" fmla="*/ 2790539 w 4875349"/>
              <a:gd name="connsiteY382" fmla="*/ 271078 h 926343"/>
              <a:gd name="connsiteX383" fmla="*/ 2878412 w 4875349"/>
              <a:gd name="connsiteY383" fmla="*/ 194883 h 926343"/>
              <a:gd name="connsiteX384" fmla="*/ 2693048 w 4875349"/>
              <a:gd name="connsiteY384" fmla="*/ 127406 h 926343"/>
              <a:gd name="connsiteX385" fmla="*/ 2675674 w 4875349"/>
              <a:gd name="connsiteY385" fmla="*/ 217938 h 926343"/>
              <a:gd name="connsiteX386" fmla="*/ 2613791 w 4875349"/>
              <a:gd name="connsiteY386" fmla="*/ 203307 h 926343"/>
              <a:gd name="connsiteX387" fmla="*/ 2486431 w 4875349"/>
              <a:gd name="connsiteY387" fmla="*/ 338997 h 926343"/>
              <a:gd name="connsiteX388" fmla="*/ 2559852 w 4875349"/>
              <a:gd name="connsiteY388" fmla="*/ 415748 h 926343"/>
              <a:gd name="connsiteX389" fmla="*/ 2653638 w 4875349"/>
              <a:gd name="connsiteY389" fmla="*/ 391664 h 926343"/>
              <a:gd name="connsiteX390" fmla="*/ 2635886 w 4875349"/>
              <a:gd name="connsiteY390" fmla="*/ 484779 h 926343"/>
              <a:gd name="connsiteX391" fmla="*/ 2528256 w 4875349"/>
              <a:gd name="connsiteY391" fmla="*/ 504852 h 926343"/>
              <a:gd name="connsiteX392" fmla="*/ 2368950 w 4875349"/>
              <a:gd name="connsiteY392" fmla="*/ 351250 h 926343"/>
              <a:gd name="connsiteX393" fmla="*/ 2615346 w 4875349"/>
              <a:gd name="connsiteY393" fmla="*/ 114188 h 926343"/>
              <a:gd name="connsiteX394" fmla="*/ 2693048 w 4875349"/>
              <a:gd name="connsiteY394" fmla="*/ 127406 h 926343"/>
              <a:gd name="connsiteX395" fmla="*/ 2329634 w 4875349"/>
              <a:gd name="connsiteY395" fmla="*/ 152058 h 926343"/>
              <a:gd name="connsiteX396" fmla="*/ 2229388 w 4875349"/>
              <a:gd name="connsiteY396" fmla="*/ 113412 h 926343"/>
              <a:gd name="connsiteX397" fmla="*/ 2074640 w 4875349"/>
              <a:gd name="connsiteY397" fmla="*/ 176365 h 926343"/>
              <a:gd name="connsiteX398" fmla="*/ 1995666 w 4875349"/>
              <a:gd name="connsiteY398" fmla="*/ 374196 h 926343"/>
              <a:gd name="connsiteX399" fmla="*/ 2103884 w 4875349"/>
              <a:gd name="connsiteY399" fmla="*/ 505631 h 926343"/>
              <a:gd name="connsiteX400" fmla="*/ 2216888 w 4875349"/>
              <a:gd name="connsiteY400" fmla="*/ 424869 h 926343"/>
              <a:gd name="connsiteX401" fmla="*/ 2202971 w 4875349"/>
              <a:gd name="connsiteY401" fmla="*/ 497208 h 926343"/>
              <a:gd name="connsiteX402" fmla="*/ 2310065 w 4875349"/>
              <a:gd name="connsiteY402" fmla="*/ 497208 h 926343"/>
              <a:gd name="connsiteX403" fmla="*/ 2350499 w 4875349"/>
              <a:gd name="connsiteY403" fmla="*/ 287037 h 926343"/>
              <a:gd name="connsiteX404" fmla="*/ 2329634 w 4875349"/>
              <a:gd name="connsiteY404" fmla="*/ 152058 h 926343"/>
              <a:gd name="connsiteX405" fmla="*/ 2237095 w 4875349"/>
              <a:gd name="connsiteY405" fmla="*/ 310500 h 926343"/>
              <a:gd name="connsiteX406" fmla="*/ 2149081 w 4875349"/>
              <a:gd name="connsiteY406" fmla="*/ 414918 h 926343"/>
              <a:gd name="connsiteX407" fmla="*/ 2108903 w 4875349"/>
              <a:gd name="connsiteY407" fmla="*/ 351174 h 926343"/>
              <a:gd name="connsiteX408" fmla="*/ 2207291 w 4875349"/>
              <a:gd name="connsiteY408" fmla="*/ 197893 h 926343"/>
              <a:gd name="connsiteX409" fmla="*/ 2247393 w 4875349"/>
              <a:gd name="connsiteY409" fmla="*/ 238683 h 926343"/>
              <a:gd name="connsiteX410" fmla="*/ 2237095 w 4875349"/>
              <a:gd name="connsiteY410" fmla="*/ 310500 h 926343"/>
              <a:gd name="connsiteX411" fmla="*/ 606951 w 4875349"/>
              <a:gd name="connsiteY411" fmla="*/ 152058 h 926343"/>
              <a:gd name="connsiteX412" fmla="*/ 506706 w 4875349"/>
              <a:gd name="connsiteY412" fmla="*/ 113412 h 926343"/>
              <a:gd name="connsiteX413" fmla="*/ 351958 w 4875349"/>
              <a:gd name="connsiteY413" fmla="*/ 176365 h 926343"/>
              <a:gd name="connsiteX414" fmla="*/ 272985 w 4875349"/>
              <a:gd name="connsiteY414" fmla="*/ 374196 h 926343"/>
              <a:gd name="connsiteX415" fmla="*/ 381203 w 4875349"/>
              <a:gd name="connsiteY415" fmla="*/ 505631 h 926343"/>
              <a:gd name="connsiteX416" fmla="*/ 494206 w 4875349"/>
              <a:gd name="connsiteY416" fmla="*/ 424869 h 926343"/>
              <a:gd name="connsiteX417" fmla="*/ 480290 w 4875349"/>
              <a:gd name="connsiteY417" fmla="*/ 497208 h 926343"/>
              <a:gd name="connsiteX418" fmla="*/ 587383 w 4875349"/>
              <a:gd name="connsiteY418" fmla="*/ 497208 h 926343"/>
              <a:gd name="connsiteX419" fmla="*/ 627817 w 4875349"/>
              <a:gd name="connsiteY419" fmla="*/ 287037 h 926343"/>
              <a:gd name="connsiteX420" fmla="*/ 606951 w 4875349"/>
              <a:gd name="connsiteY420" fmla="*/ 152058 h 926343"/>
              <a:gd name="connsiteX421" fmla="*/ 514414 w 4875349"/>
              <a:gd name="connsiteY421" fmla="*/ 310500 h 926343"/>
              <a:gd name="connsiteX422" fmla="*/ 426399 w 4875349"/>
              <a:gd name="connsiteY422" fmla="*/ 414918 h 926343"/>
              <a:gd name="connsiteX423" fmla="*/ 386220 w 4875349"/>
              <a:gd name="connsiteY423" fmla="*/ 351174 h 926343"/>
              <a:gd name="connsiteX424" fmla="*/ 484610 w 4875349"/>
              <a:gd name="connsiteY424" fmla="*/ 197893 h 926343"/>
              <a:gd name="connsiteX425" fmla="*/ 524712 w 4875349"/>
              <a:gd name="connsiteY425" fmla="*/ 238683 h 926343"/>
              <a:gd name="connsiteX426" fmla="*/ 514414 w 4875349"/>
              <a:gd name="connsiteY426" fmla="*/ 310500 h 926343"/>
              <a:gd name="connsiteX427" fmla="*/ 1865864 w 4875349"/>
              <a:gd name="connsiteY427" fmla="*/ 113412 h 926343"/>
              <a:gd name="connsiteX428" fmla="*/ 1749875 w 4875349"/>
              <a:gd name="connsiteY428" fmla="*/ 180686 h 926343"/>
              <a:gd name="connsiteX429" fmla="*/ 1761420 w 4875349"/>
              <a:gd name="connsiteY429" fmla="*/ 120329 h 926343"/>
              <a:gd name="connsiteX430" fmla="*/ 1662666 w 4875349"/>
              <a:gd name="connsiteY430" fmla="*/ 120329 h 926343"/>
              <a:gd name="connsiteX431" fmla="*/ 1567483 w 4875349"/>
              <a:gd name="connsiteY431" fmla="*/ 617550 h 926343"/>
              <a:gd name="connsiteX432" fmla="*/ 1679604 w 4875349"/>
              <a:gd name="connsiteY432" fmla="*/ 617550 h 926343"/>
              <a:gd name="connsiteX433" fmla="*/ 1708085 w 4875349"/>
              <a:gd name="connsiteY433" fmla="*/ 468046 h 926343"/>
              <a:gd name="connsiteX434" fmla="*/ 1782974 w 4875349"/>
              <a:gd name="connsiteY434" fmla="*/ 505635 h 926343"/>
              <a:gd name="connsiteX435" fmla="*/ 1864479 w 4875349"/>
              <a:gd name="connsiteY435" fmla="*/ 483389 h 926343"/>
              <a:gd name="connsiteX436" fmla="*/ 1988181 w 4875349"/>
              <a:gd name="connsiteY436" fmla="*/ 256331 h 926343"/>
              <a:gd name="connsiteX437" fmla="*/ 1865864 w 4875349"/>
              <a:gd name="connsiteY437" fmla="*/ 113412 h 926343"/>
              <a:gd name="connsiteX438" fmla="*/ 1769434 w 4875349"/>
              <a:gd name="connsiteY438" fmla="*/ 421096 h 926343"/>
              <a:gd name="connsiteX439" fmla="*/ 1735618 w 4875349"/>
              <a:gd name="connsiteY439" fmla="*/ 323009 h 926343"/>
              <a:gd name="connsiteX440" fmla="*/ 1826299 w 4875349"/>
              <a:gd name="connsiteY440" fmla="*/ 204083 h 926343"/>
              <a:gd name="connsiteX441" fmla="*/ 1871576 w 4875349"/>
              <a:gd name="connsiteY441" fmla="*/ 264766 h 926343"/>
              <a:gd name="connsiteX442" fmla="*/ 1769434 w 4875349"/>
              <a:gd name="connsiteY442" fmla="*/ 421096 h 926343"/>
              <a:gd name="connsiteX443" fmla="*/ 312690 w 4875349"/>
              <a:gd name="connsiteY443" fmla="*/ 112292 h 926343"/>
              <a:gd name="connsiteX444" fmla="*/ 290790 w 4875349"/>
              <a:gd name="connsiteY444" fmla="*/ 226685 h 926343"/>
              <a:gd name="connsiteX445" fmla="*/ 142422 w 4875349"/>
              <a:gd name="connsiteY445" fmla="*/ 345714 h 926343"/>
              <a:gd name="connsiteX446" fmla="*/ 112141 w 4875349"/>
              <a:gd name="connsiteY446" fmla="*/ 503840 h 926343"/>
              <a:gd name="connsiteX447" fmla="*/ 0 w 4875349"/>
              <a:gd name="connsiteY447" fmla="*/ 503840 h 926343"/>
              <a:gd name="connsiteX448" fmla="*/ 73440 w 4875349"/>
              <a:gd name="connsiteY448" fmla="*/ 120329 h 926343"/>
              <a:gd name="connsiteX449" fmla="*/ 172185 w 4875349"/>
              <a:gd name="connsiteY449" fmla="*/ 120329 h 926343"/>
              <a:gd name="connsiteX450" fmla="*/ 156202 w 4875349"/>
              <a:gd name="connsiteY450" fmla="*/ 203879 h 926343"/>
              <a:gd name="connsiteX451" fmla="*/ 312690 w 4875349"/>
              <a:gd name="connsiteY451" fmla="*/ 112292 h 926343"/>
              <a:gd name="connsiteX452" fmla="*/ 944243 w 4875349"/>
              <a:gd name="connsiteY452" fmla="*/ 497208 h 926343"/>
              <a:gd name="connsiteX453" fmla="*/ 1039422 w 4875349"/>
              <a:gd name="connsiteY453" fmla="*/ 0 h 926343"/>
              <a:gd name="connsiteX454" fmla="*/ 1150777 w 4875349"/>
              <a:gd name="connsiteY454" fmla="*/ 0 h 926343"/>
              <a:gd name="connsiteX455" fmla="*/ 1094906 w 4875349"/>
              <a:gd name="connsiteY455" fmla="*/ 291909 h 926343"/>
              <a:gd name="connsiteX456" fmla="*/ 1239347 w 4875349"/>
              <a:gd name="connsiteY456" fmla="*/ 120329 h 926343"/>
              <a:gd name="connsiteX457" fmla="*/ 1361754 w 4875349"/>
              <a:gd name="connsiteY457" fmla="*/ 120329 h 926343"/>
              <a:gd name="connsiteX458" fmla="*/ 1212060 w 4875349"/>
              <a:gd name="connsiteY458" fmla="*/ 293812 h 926343"/>
              <a:gd name="connsiteX459" fmla="*/ 1294315 w 4875349"/>
              <a:gd name="connsiteY459" fmla="*/ 497208 h 926343"/>
              <a:gd name="connsiteX460" fmla="*/ 1173734 w 4875349"/>
              <a:gd name="connsiteY460" fmla="*/ 497208 h 926343"/>
              <a:gd name="connsiteX461" fmla="*/ 1094235 w 4875349"/>
              <a:gd name="connsiteY461" fmla="*/ 295415 h 926343"/>
              <a:gd name="connsiteX462" fmla="*/ 1055611 w 4875349"/>
              <a:gd name="connsiteY462" fmla="*/ 497208 h 926343"/>
              <a:gd name="connsiteX463" fmla="*/ 944243 w 4875349"/>
              <a:gd name="connsiteY463" fmla="*/ 497208 h 926343"/>
              <a:gd name="connsiteX464" fmla="*/ 2280316 w 4875349"/>
              <a:gd name="connsiteY464" fmla="*/ 695157 h 926343"/>
              <a:gd name="connsiteX465" fmla="*/ 2187788 w 4875349"/>
              <a:gd name="connsiteY465" fmla="*/ 795876 h 926343"/>
              <a:gd name="connsiteX466" fmla="*/ 2253291 w 4875349"/>
              <a:gd name="connsiteY466" fmla="*/ 861573 h 926343"/>
              <a:gd name="connsiteX467" fmla="*/ 2345820 w 4875349"/>
              <a:gd name="connsiteY467" fmla="*/ 760854 h 926343"/>
              <a:gd name="connsiteX468" fmla="*/ 2280316 w 4875349"/>
              <a:gd name="connsiteY468" fmla="*/ 695157 h 926343"/>
              <a:gd name="connsiteX469" fmla="*/ 2275683 w 4875349"/>
              <a:gd name="connsiteY469" fmla="*/ 724555 h 926343"/>
              <a:gd name="connsiteX470" fmla="*/ 2306312 w 4875349"/>
              <a:gd name="connsiteY470" fmla="*/ 761174 h 926343"/>
              <a:gd name="connsiteX471" fmla="*/ 2258568 w 4875349"/>
              <a:gd name="connsiteY471" fmla="*/ 832175 h 926343"/>
              <a:gd name="connsiteX472" fmla="*/ 2227296 w 4875349"/>
              <a:gd name="connsiteY472" fmla="*/ 794885 h 926343"/>
              <a:gd name="connsiteX473" fmla="*/ 2275683 w 4875349"/>
              <a:gd name="connsiteY473" fmla="*/ 724555 h 926343"/>
              <a:gd name="connsiteX474" fmla="*/ 2541237 w 4875349"/>
              <a:gd name="connsiteY474" fmla="*/ 695157 h 926343"/>
              <a:gd name="connsiteX475" fmla="*/ 2448709 w 4875349"/>
              <a:gd name="connsiteY475" fmla="*/ 795876 h 926343"/>
              <a:gd name="connsiteX476" fmla="*/ 2514212 w 4875349"/>
              <a:gd name="connsiteY476" fmla="*/ 861573 h 926343"/>
              <a:gd name="connsiteX477" fmla="*/ 2606741 w 4875349"/>
              <a:gd name="connsiteY477" fmla="*/ 760854 h 926343"/>
              <a:gd name="connsiteX478" fmla="*/ 2541237 w 4875349"/>
              <a:gd name="connsiteY478" fmla="*/ 695157 h 926343"/>
              <a:gd name="connsiteX479" fmla="*/ 2536604 w 4875349"/>
              <a:gd name="connsiteY479" fmla="*/ 724555 h 926343"/>
              <a:gd name="connsiteX480" fmla="*/ 2567233 w 4875349"/>
              <a:gd name="connsiteY480" fmla="*/ 761174 h 926343"/>
              <a:gd name="connsiteX481" fmla="*/ 2519488 w 4875349"/>
              <a:gd name="connsiteY481" fmla="*/ 832175 h 926343"/>
              <a:gd name="connsiteX482" fmla="*/ 2488217 w 4875349"/>
              <a:gd name="connsiteY482" fmla="*/ 794885 h 926343"/>
              <a:gd name="connsiteX483" fmla="*/ 2536604 w 4875349"/>
              <a:gd name="connsiteY483" fmla="*/ 724555 h 926343"/>
              <a:gd name="connsiteX484" fmla="*/ 2441704 w 4875349"/>
              <a:gd name="connsiteY484" fmla="*/ 646623 h 926343"/>
              <a:gd name="connsiteX485" fmla="*/ 2400932 w 4875349"/>
              <a:gd name="connsiteY485" fmla="*/ 857994 h 926343"/>
              <a:gd name="connsiteX486" fmla="*/ 2362712 w 4875349"/>
              <a:gd name="connsiteY486" fmla="*/ 857994 h 926343"/>
              <a:gd name="connsiteX487" fmla="*/ 2403190 w 4875349"/>
              <a:gd name="connsiteY487" fmla="*/ 646623 h 926343"/>
              <a:gd name="connsiteX488" fmla="*/ 2441704 w 4875349"/>
              <a:gd name="connsiteY488" fmla="*/ 646623 h 926343"/>
              <a:gd name="connsiteX489" fmla="*/ 1819430 w 4875349"/>
              <a:gd name="connsiteY489" fmla="*/ 701970 h 926343"/>
              <a:gd name="connsiteX490" fmla="*/ 1813367 w 4875349"/>
              <a:gd name="connsiteY490" fmla="*/ 733641 h 926343"/>
              <a:gd name="connsiteX491" fmla="*/ 1783826 w 4875349"/>
              <a:gd name="connsiteY491" fmla="*/ 726217 h 926343"/>
              <a:gd name="connsiteX492" fmla="*/ 1723567 w 4875349"/>
              <a:gd name="connsiteY492" fmla="*/ 793256 h 926343"/>
              <a:gd name="connsiteX493" fmla="*/ 1758796 w 4875349"/>
              <a:gd name="connsiteY493" fmla="*/ 830514 h 926343"/>
              <a:gd name="connsiteX494" fmla="*/ 1801876 w 4875349"/>
              <a:gd name="connsiteY494" fmla="*/ 818489 h 926343"/>
              <a:gd name="connsiteX495" fmla="*/ 1795551 w 4875349"/>
              <a:gd name="connsiteY495" fmla="*/ 851535 h 926343"/>
              <a:gd name="connsiteX496" fmla="*/ 1748275 w 4875349"/>
              <a:gd name="connsiteY496" fmla="*/ 861253 h 926343"/>
              <a:gd name="connsiteX497" fmla="*/ 1683415 w 4875349"/>
              <a:gd name="connsiteY497" fmla="*/ 797825 h 926343"/>
              <a:gd name="connsiteX498" fmla="*/ 1785145 w 4875349"/>
              <a:gd name="connsiteY498" fmla="*/ 695477 h 926343"/>
              <a:gd name="connsiteX499" fmla="*/ 1819430 w 4875349"/>
              <a:gd name="connsiteY499" fmla="*/ 701970 h 926343"/>
              <a:gd name="connsiteX500" fmla="*/ 1599026 w 4875349"/>
              <a:gd name="connsiteY500" fmla="*/ 831504 h 926343"/>
              <a:gd name="connsiteX501" fmla="*/ 1657309 w 4875349"/>
              <a:gd name="connsiteY501" fmla="*/ 812360 h 926343"/>
              <a:gd name="connsiteX502" fmla="*/ 1650747 w 4875349"/>
              <a:gd name="connsiteY502" fmla="*/ 846645 h 926343"/>
              <a:gd name="connsiteX503" fmla="*/ 1590147 w 4875349"/>
              <a:gd name="connsiteY503" fmla="*/ 861573 h 926343"/>
              <a:gd name="connsiteX504" fmla="*/ 1524289 w 4875349"/>
              <a:gd name="connsiteY504" fmla="*/ 795524 h 926343"/>
              <a:gd name="connsiteX505" fmla="*/ 1615145 w 4875349"/>
              <a:gd name="connsiteY505" fmla="*/ 695157 h 926343"/>
              <a:gd name="connsiteX506" fmla="*/ 1666846 w 4875349"/>
              <a:gd name="connsiteY506" fmla="*/ 739957 h 926343"/>
              <a:gd name="connsiteX507" fmla="*/ 1561835 w 4875349"/>
              <a:gd name="connsiteY507" fmla="*/ 792585 h 926343"/>
              <a:gd name="connsiteX508" fmla="*/ 1566114 w 4875349"/>
              <a:gd name="connsiteY508" fmla="*/ 815176 h 926343"/>
              <a:gd name="connsiteX509" fmla="*/ 1599026 w 4875349"/>
              <a:gd name="connsiteY509" fmla="*/ 831504 h 926343"/>
              <a:gd name="connsiteX510" fmla="*/ 1565760 w 4875349"/>
              <a:gd name="connsiteY510" fmla="*/ 764114 h 926343"/>
              <a:gd name="connsiteX511" fmla="*/ 1630620 w 4875349"/>
              <a:gd name="connsiteY511" fmla="*/ 739956 h 926343"/>
              <a:gd name="connsiteX512" fmla="*/ 1610222 w 4875349"/>
              <a:gd name="connsiteY512" fmla="*/ 723596 h 926343"/>
              <a:gd name="connsiteX513" fmla="*/ 1565760 w 4875349"/>
              <a:gd name="connsiteY513" fmla="*/ 764114 h 926343"/>
              <a:gd name="connsiteX514" fmla="*/ 2158533 w 4875349"/>
              <a:gd name="connsiteY514" fmla="*/ 765136 h 926343"/>
              <a:gd name="connsiteX515" fmla="*/ 2140621 w 4875349"/>
              <a:gd name="connsiteY515" fmla="*/ 857994 h 926343"/>
              <a:gd name="connsiteX516" fmla="*/ 2102401 w 4875349"/>
              <a:gd name="connsiteY516" fmla="*/ 857994 h 926343"/>
              <a:gd name="connsiteX517" fmla="*/ 2119621 w 4875349"/>
              <a:gd name="connsiteY517" fmla="*/ 768076 h 926343"/>
              <a:gd name="connsiteX518" fmla="*/ 2121512 w 4875349"/>
              <a:gd name="connsiteY518" fmla="*/ 749095 h 926343"/>
              <a:gd name="connsiteX519" fmla="*/ 2101404 w 4875349"/>
              <a:gd name="connsiteY519" fmla="*/ 726216 h 926343"/>
              <a:gd name="connsiteX520" fmla="*/ 2055042 w 4875349"/>
              <a:gd name="connsiteY520" fmla="*/ 784436 h 926343"/>
              <a:gd name="connsiteX521" fmla="*/ 2040853 w 4875349"/>
              <a:gd name="connsiteY521" fmla="*/ 857994 h 926343"/>
              <a:gd name="connsiteX522" fmla="*/ 2002633 w 4875349"/>
              <a:gd name="connsiteY522" fmla="*/ 857994 h 926343"/>
              <a:gd name="connsiteX523" fmla="*/ 2033316 w 4875349"/>
              <a:gd name="connsiteY523" fmla="*/ 697777 h 926343"/>
              <a:gd name="connsiteX524" fmla="*/ 2067888 w 4875349"/>
              <a:gd name="connsiteY524" fmla="*/ 697777 h 926343"/>
              <a:gd name="connsiteX525" fmla="*/ 2061951 w 4875349"/>
              <a:gd name="connsiteY525" fmla="*/ 728554 h 926343"/>
              <a:gd name="connsiteX526" fmla="*/ 2120514 w 4875349"/>
              <a:gd name="connsiteY526" fmla="*/ 695157 h 926343"/>
              <a:gd name="connsiteX527" fmla="*/ 2161341 w 4875349"/>
              <a:gd name="connsiteY527" fmla="*/ 738934 h 926343"/>
              <a:gd name="connsiteX528" fmla="*/ 2158533 w 4875349"/>
              <a:gd name="connsiteY528" fmla="*/ 765136 h 926343"/>
              <a:gd name="connsiteX529" fmla="*/ 1980144 w 4875349"/>
              <a:gd name="connsiteY529" fmla="*/ 738934 h 926343"/>
              <a:gd name="connsiteX530" fmla="*/ 1977335 w 4875349"/>
              <a:gd name="connsiteY530" fmla="*/ 765136 h 926343"/>
              <a:gd name="connsiteX531" fmla="*/ 1959424 w 4875349"/>
              <a:gd name="connsiteY531" fmla="*/ 857994 h 926343"/>
              <a:gd name="connsiteX532" fmla="*/ 1921204 w 4875349"/>
              <a:gd name="connsiteY532" fmla="*/ 857994 h 926343"/>
              <a:gd name="connsiteX533" fmla="*/ 1938424 w 4875349"/>
              <a:gd name="connsiteY533" fmla="*/ 768076 h 926343"/>
              <a:gd name="connsiteX534" fmla="*/ 1940315 w 4875349"/>
              <a:gd name="connsiteY534" fmla="*/ 749095 h 926343"/>
              <a:gd name="connsiteX535" fmla="*/ 1920206 w 4875349"/>
              <a:gd name="connsiteY535" fmla="*/ 726216 h 926343"/>
              <a:gd name="connsiteX536" fmla="*/ 1873845 w 4875349"/>
              <a:gd name="connsiteY536" fmla="*/ 784436 h 926343"/>
              <a:gd name="connsiteX537" fmla="*/ 1873845 w 4875349"/>
              <a:gd name="connsiteY537" fmla="*/ 784436 h 926343"/>
              <a:gd name="connsiteX538" fmla="*/ 1859656 w 4875349"/>
              <a:gd name="connsiteY538" fmla="*/ 857994 h 926343"/>
              <a:gd name="connsiteX539" fmla="*/ 1821436 w 4875349"/>
              <a:gd name="connsiteY539" fmla="*/ 857994 h 926343"/>
              <a:gd name="connsiteX540" fmla="*/ 1861915 w 4875349"/>
              <a:gd name="connsiteY540" fmla="*/ 646623 h 926343"/>
              <a:gd name="connsiteX541" fmla="*/ 1900428 w 4875349"/>
              <a:gd name="connsiteY541" fmla="*/ 646623 h 926343"/>
              <a:gd name="connsiteX542" fmla="*/ 1885984 w 4875349"/>
              <a:gd name="connsiteY542" fmla="*/ 721502 h 926343"/>
              <a:gd name="connsiteX543" fmla="*/ 1939317 w 4875349"/>
              <a:gd name="connsiteY543" fmla="*/ 695157 h 926343"/>
              <a:gd name="connsiteX544" fmla="*/ 1980144 w 4875349"/>
              <a:gd name="connsiteY544" fmla="*/ 738934 h 926343"/>
              <a:gd name="connsiteX545" fmla="*/ 1486679 w 4875349"/>
              <a:gd name="connsiteY545" fmla="*/ 698736 h 926343"/>
              <a:gd name="connsiteX546" fmla="*/ 1522584 w 4875349"/>
              <a:gd name="connsiteY546" fmla="*/ 698736 h 926343"/>
              <a:gd name="connsiteX547" fmla="*/ 1516664 w 4875349"/>
              <a:gd name="connsiteY547" fmla="*/ 728165 h 926343"/>
              <a:gd name="connsiteX548" fmla="*/ 1480760 w 4875349"/>
              <a:gd name="connsiteY548" fmla="*/ 728165 h 926343"/>
              <a:gd name="connsiteX549" fmla="*/ 1468243 w 4875349"/>
              <a:gd name="connsiteY549" fmla="*/ 792264 h 926343"/>
              <a:gd name="connsiteX550" fmla="*/ 1465285 w 4875349"/>
              <a:gd name="connsiteY550" fmla="*/ 814824 h 926343"/>
              <a:gd name="connsiteX551" fmla="*/ 1479440 w 4875349"/>
              <a:gd name="connsiteY551" fmla="*/ 829236 h 926343"/>
              <a:gd name="connsiteX552" fmla="*/ 1494778 w 4875349"/>
              <a:gd name="connsiteY552" fmla="*/ 827801 h 926343"/>
              <a:gd name="connsiteX553" fmla="*/ 1488997 w 4875349"/>
              <a:gd name="connsiteY553" fmla="*/ 857990 h 926343"/>
              <a:gd name="connsiteX554" fmla="*/ 1488996 w 4875349"/>
              <a:gd name="connsiteY554" fmla="*/ 857994 h 926343"/>
              <a:gd name="connsiteX555" fmla="*/ 1463965 w 4875349"/>
              <a:gd name="connsiteY555" fmla="*/ 861254 h 926343"/>
              <a:gd name="connsiteX556" fmla="*/ 1426097 w 4875349"/>
              <a:gd name="connsiteY556" fmla="*/ 828564 h 926343"/>
              <a:gd name="connsiteX557" fmla="*/ 1429411 w 4875349"/>
              <a:gd name="connsiteY557" fmla="*/ 799135 h 926343"/>
              <a:gd name="connsiteX558" fmla="*/ 1443247 w 4875349"/>
              <a:gd name="connsiteY558" fmla="*/ 728165 h 926343"/>
              <a:gd name="connsiteX559" fmla="*/ 1421818 w 4875349"/>
              <a:gd name="connsiteY559" fmla="*/ 728165 h 926343"/>
              <a:gd name="connsiteX560" fmla="*/ 1427416 w 4875349"/>
              <a:gd name="connsiteY560" fmla="*/ 698736 h 926343"/>
              <a:gd name="connsiteX561" fmla="*/ 1448813 w 4875349"/>
              <a:gd name="connsiteY561" fmla="*/ 698736 h 926343"/>
              <a:gd name="connsiteX562" fmla="*/ 1457003 w 4875349"/>
              <a:gd name="connsiteY562" fmla="*/ 657748 h 926343"/>
              <a:gd name="connsiteX563" fmla="*/ 1494288 w 4875349"/>
              <a:gd name="connsiteY563" fmla="*/ 657748 h 926343"/>
              <a:gd name="connsiteX564" fmla="*/ 1486679 w 4875349"/>
              <a:gd name="connsiteY564" fmla="*/ 698736 h 926343"/>
              <a:gd name="connsiteX565" fmla="*/ 2788298 w 4875349"/>
              <a:gd name="connsiteY565" fmla="*/ 886433 h 926343"/>
              <a:gd name="connsiteX566" fmla="*/ 2828271 w 4875349"/>
              <a:gd name="connsiteY566" fmla="*/ 878611 h 926343"/>
              <a:gd name="connsiteX567" fmla="*/ 2840780 w 4875349"/>
              <a:gd name="connsiteY567" fmla="*/ 853718 h 926343"/>
              <a:gd name="connsiteX568" fmla="*/ 2812203 w 4875349"/>
              <a:gd name="connsiteY568" fmla="*/ 697777 h 926343"/>
              <a:gd name="connsiteX569" fmla="*/ 2852387 w 4875349"/>
              <a:gd name="connsiteY569" fmla="*/ 697777 h 926343"/>
              <a:gd name="connsiteX570" fmla="*/ 2867179 w 4875349"/>
              <a:gd name="connsiteY570" fmla="*/ 816325 h 926343"/>
              <a:gd name="connsiteX571" fmla="*/ 2928097 w 4875349"/>
              <a:gd name="connsiteY571" fmla="*/ 697777 h 926343"/>
              <a:gd name="connsiteX572" fmla="*/ 2968924 w 4875349"/>
              <a:gd name="connsiteY572" fmla="*/ 697777 h 926343"/>
              <a:gd name="connsiteX573" fmla="*/ 2861660 w 4875349"/>
              <a:gd name="connsiteY573" fmla="*/ 887677 h 926343"/>
              <a:gd name="connsiteX574" fmla="*/ 2861660 w 4875349"/>
              <a:gd name="connsiteY574" fmla="*/ 887739 h 926343"/>
              <a:gd name="connsiteX575" fmla="*/ 2782349 w 4875349"/>
              <a:gd name="connsiteY575" fmla="*/ 917510 h 926343"/>
              <a:gd name="connsiteX576" fmla="*/ 2788298 w 4875349"/>
              <a:gd name="connsiteY576" fmla="*/ 886433 h 926343"/>
              <a:gd name="connsiteX577" fmla="*/ 2783865 w 4875349"/>
              <a:gd name="connsiteY577" fmla="*/ 738023 h 926343"/>
              <a:gd name="connsiteX578" fmla="*/ 2780573 w 4875349"/>
              <a:gd name="connsiteY578" fmla="*/ 765507 h 926343"/>
              <a:gd name="connsiteX579" fmla="*/ 2766056 w 4875349"/>
              <a:gd name="connsiteY579" fmla="*/ 837735 h 926343"/>
              <a:gd name="connsiteX580" fmla="*/ 2732771 w 4875349"/>
              <a:gd name="connsiteY580" fmla="*/ 908673 h 926343"/>
              <a:gd name="connsiteX581" fmla="*/ 2672895 w 4875349"/>
              <a:gd name="connsiteY581" fmla="*/ 926343 h 926343"/>
              <a:gd name="connsiteX582" fmla="*/ 2625597 w 4875349"/>
              <a:gd name="connsiteY582" fmla="*/ 917510 h 926343"/>
              <a:gd name="connsiteX583" fmla="*/ 2631546 w 4875349"/>
              <a:gd name="connsiteY583" fmla="*/ 886433 h 926343"/>
              <a:gd name="connsiteX584" fmla="*/ 2673692 w 4875349"/>
              <a:gd name="connsiteY584" fmla="*/ 895923 h 926343"/>
              <a:gd name="connsiteX585" fmla="*/ 2725716 w 4875349"/>
              <a:gd name="connsiteY585" fmla="*/ 847194 h 926343"/>
              <a:gd name="connsiteX586" fmla="*/ 2728786 w 4875349"/>
              <a:gd name="connsiteY586" fmla="*/ 833259 h 926343"/>
              <a:gd name="connsiteX587" fmla="*/ 2675487 w 4875349"/>
              <a:gd name="connsiteY587" fmla="*/ 861694 h 926343"/>
              <a:gd name="connsiteX588" fmla="*/ 2627062 w 4875349"/>
              <a:gd name="connsiteY588" fmla="*/ 805419 h 926343"/>
              <a:gd name="connsiteX589" fmla="*/ 2730167 w 4875349"/>
              <a:gd name="connsiteY589" fmla="*/ 695157 h 926343"/>
              <a:gd name="connsiteX590" fmla="*/ 2783865 w 4875349"/>
              <a:gd name="connsiteY590" fmla="*/ 738023 h 926343"/>
              <a:gd name="connsiteX591" fmla="*/ 2744332 w 4875349"/>
              <a:gd name="connsiteY591" fmla="*/ 744568 h 926343"/>
              <a:gd name="connsiteX592" fmla="*/ 2722919 w 4875349"/>
              <a:gd name="connsiteY592" fmla="*/ 724282 h 926343"/>
              <a:gd name="connsiteX593" fmla="*/ 2667246 w 4875349"/>
              <a:gd name="connsiteY593" fmla="*/ 798548 h 926343"/>
              <a:gd name="connsiteX594" fmla="*/ 2692615 w 4875349"/>
              <a:gd name="connsiteY594" fmla="*/ 830614 h 926343"/>
              <a:gd name="connsiteX595" fmla="*/ 2739395 w 4875349"/>
              <a:gd name="connsiteY595" fmla="*/ 778262 h 926343"/>
              <a:gd name="connsiteX596" fmla="*/ 2742357 w 4875349"/>
              <a:gd name="connsiteY596" fmla="*/ 763539 h 926343"/>
              <a:gd name="connsiteX597" fmla="*/ 2744331 w 4875349"/>
              <a:gd name="connsiteY597" fmla="*/ 744568 h 9263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Lst>
            <a:rect l="l" t="t" r="r" b="b"/>
            <a:pathLst>
              <a:path w="4875349" h="926343">
                <a:moveTo>
                  <a:pt x="3216560" y="504882"/>
                </a:moveTo>
                <a:lnTo>
                  <a:pt x="3216558" y="113422"/>
                </a:lnTo>
                <a:lnTo>
                  <a:pt x="3240379" y="113422"/>
                </a:lnTo>
                <a:lnTo>
                  <a:pt x="3240381" y="504882"/>
                </a:lnTo>
                <a:lnTo>
                  <a:pt x="3216560" y="504882"/>
                </a:lnTo>
                <a:close/>
                <a:moveTo>
                  <a:pt x="4045162" y="501503"/>
                </a:moveTo>
                <a:lnTo>
                  <a:pt x="4065592" y="501503"/>
                </a:lnTo>
                <a:lnTo>
                  <a:pt x="4065592" y="436819"/>
                </a:lnTo>
                <a:lnTo>
                  <a:pt x="4113948" y="436819"/>
                </a:lnTo>
                <a:lnTo>
                  <a:pt x="4113948" y="420806"/>
                </a:lnTo>
                <a:lnTo>
                  <a:pt x="4065592" y="420806"/>
                </a:lnTo>
                <a:lnTo>
                  <a:pt x="4065592" y="370635"/>
                </a:lnTo>
                <a:lnTo>
                  <a:pt x="4121465" y="370635"/>
                </a:lnTo>
                <a:lnTo>
                  <a:pt x="4123838" y="354398"/>
                </a:lnTo>
                <a:lnTo>
                  <a:pt x="4045162" y="354398"/>
                </a:lnTo>
                <a:lnTo>
                  <a:pt x="4045162" y="501503"/>
                </a:lnTo>
                <a:close/>
                <a:moveTo>
                  <a:pt x="4173291" y="348426"/>
                </a:moveTo>
                <a:cubicBezTo>
                  <a:pt x="4173291" y="355905"/>
                  <a:pt x="4167708" y="361661"/>
                  <a:pt x="4159329" y="361661"/>
                </a:cubicBezTo>
                <a:cubicBezTo>
                  <a:pt x="4151149" y="361661"/>
                  <a:pt x="4145567" y="355905"/>
                  <a:pt x="4145567" y="348426"/>
                </a:cubicBezTo>
                <a:cubicBezTo>
                  <a:pt x="4145567" y="340736"/>
                  <a:pt x="4151149" y="334968"/>
                  <a:pt x="4159329" y="334968"/>
                </a:cubicBezTo>
                <a:cubicBezTo>
                  <a:pt x="4167708" y="334968"/>
                  <a:pt x="4173291" y="340736"/>
                  <a:pt x="4173291" y="348426"/>
                </a:cubicBezTo>
                <a:close/>
                <a:moveTo>
                  <a:pt x="4169419" y="501497"/>
                </a:moveTo>
                <a:lnTo>
                  <a:pt x="4149638" y="501497"/>
                </a:lnTo>
                <a:lnTo>
                  <a:pt x="4149638" y="388985"/>
                </a:lnTo>
                <a:lnTo>
                  <a:pt x="4169419" y="388985"/>
                </a:lnTo>
                <a:lnTo>
                  <a:pt x="4169419" y="501497"/>
                </a:lnTo>
                <a:close/>
                <a:moveTo>
                  <a:pt x="4270675" y="387709"/>
                </a:moveTo>
                <a:lnTo>
                  <a:pt x="4267016" y="406922"/>
                </a:lnTo>
                <a:cubicBezTo>
                  <a:pt x="4263582" y="406066"/>
                  <a:pt x="4261209" y="405632"/>
                  <a:pt x="4257138" y="405632"/>
                </a:cubicBezTo>
                <a:cubicBezTo>
                  <a:pt x="4242938" y="405632"/>
                  <a:pt x="4234783" y="415679"/>
                  <a:pt x="4230050" y="437236"/>
                </a:cubicBezTo>
                <a:lnTo>
                  <a:pt x="4230050" y="501498"/>
                </a:lnTo>
                <a:lnTo>
                  <a:pt x="4210269" y="501498"/>
                </a:lnTo>
                <a:lnTo>
                  <a:pt x="4210269" y="388999"/>
                </a:lnTo>
                <a:lnTo>
                  <a:pt x="4227253" y="388999"/>
                </a:lnTo>
                <a:lnTo>
                  <a:pt x="4229188" y="411834"/>
                </a:lnTo>
                <a:cubicBezTo>
                  <a:pt x="4235208" y="394965"/>
                  <a:pt x="4245749" y="386419"/>
                  <a:pt x="4259498" y="386419"/>
                </a:cubicBezTo>
                <a:cubicBezTo>
                  <a:pt x="4263144" y="386419"/>
                  <a:pt x="4267240" y="386853"/>
                  <a:pt x="4270675" y="387709"/>
                </a:cubicBezTo>
                <a:close/>
                <a:moveTo>
                  <a:pt x="4362473" y="399240"/>
                </a:moveTo>
                <a:lnTo>
                  <a:pt x="4354080" y="411619"/>
                </a:lnTo>
                <a:cubicBezTo>
                  <a:pt x="4343990" y="405207"/>
                  <a:pt x="4335160" y="402019"/>
                  <a:pt x="4324646" y="402019"/>
                </a:cubicBezTo>
                <a:cubicBezTo>
                  <a:pt x="4311733" y="402019"/>
                  <a:pt x="4303790" y="407774"/>
                  <a:pt x="4303790" y="416742"/>
                </a:cubicBezTo>
                <a:cubicBezTo>
                  <a:pt x="4303790" y="425920"/>
                  <a:pt x="4309796" y="430187"/>
                  <a:pt x="4328079" y="434888"/>
                </a:cubicBezTo>
                <a:cubicBezTo>
                  <a:pt x="4351933" y="440866"/>
                  <a:pt x="4365695" y="450256"/>
                  <a:pt x="4365695" y="469903"/>
                </a:cubicBezTo>
                <a:cubicBezTo>
                  <a:pt x="4365695" y="493382"/>
                  <a:pt x="4343990" y="504062"/>
                  <a:pt x="4320986" y="504062"/>
                </a:cubicBezTo>
                <a:cubicBezTo>
                  <a:pt x="4301842" y="504062"/>
                  <a:pt x="4288092" y="497860"/>
                  <a:pt x="4278214" y="489327"/>
                </a:cubicBezTo>
                <a:lnTo>
                  <a:pt x="4288741" y="477370"/>
                </a:lnTo>
                <a:cubicBezTo>
                  <a:pt x="4297770" y="484204"/>
                  <a:pt x="4308298" y="488260"/>
                  <a:pt x="4320549" y="488260"/>
                </a:cubicBezTo>
                <a:cubicBezTo>
                  <a:pt x="4335385" y="488260"/>
                  <a:pt x="4344839" y="481847"/>
                  <a:pt x="4344839" y="471180"/>
                </a:cubicBezTo>
                <a:cubicBezTo>
                  <a:pt x="4344839" y="460079"/>
                  <a:pt x="4339257" y="455812"/>
                  <a:pt x="4317327" y="450045"/>
                </a:cubicBezTo>
                <a:cubicBezTo>
                  <a:pt x="4292825" y="443645"/>
                  <a:pt x="4283147" y="433176"/>
                  <a:pt x="4283147" y="417387"/>
                </a:cubicBezTo>
                <a:cubicBezTo>
                  <a:pt x="4283147" y="399451"/>
                  <a:pt x="4300568" y="386428"/>
                  <a:pt x="4323996" y="386428"/>
                </a:cubicBezTo>
                <a:cubicBezTo>
                  <a:pt x="4339894" y="386428"/>
                  <a:pt x="4351720" y="391129"/>
                  <a:pt x="4362473" y="399240"/>
                </a:cubicBezTo>
                <a:close/>
                <a:moveTo>
                  <a:pt x="4450831" y="496374"/>
                </a:moveTo>
                <a:cubicBezTo>
                  <a:pt x="4443300" y="501497"/>
                  <a:pt x="4435133" y="504064"/>
                  <a:pt x="4425467" y="504064"/>
                </a:cubicBezTo>
                <a:cubicBezTo>
                  <a:pt x="4406322" y="504064"/>
                  <a:pt x="4394933" y="492963"/>
                  <a:pt x="4394933" y="472039"/>
                </a:cubicBezTo>
                <a:lnTo>
                  <a:pt x="4394933" y="404142"/>
                </a:lnTo>
                <a:lnTo>
                  <a:pt x="4375164" y="404142"/>
                </a:lnTo>
                <a:lnTo>
                  <a:pt x="4375164" y="388998"/>
                </a:lnTo>
                <a:lnTo>
                  <a:pt x="4394933" y="388998"/>
                </a:lnTo>
                <a:lnTo>
                  <a:pt x="4394933" y="363583"/>
                </a:lnTo>
                <a:lnTo>
                  <a:pt x="4414715" y="361226"/>
                </a:lnTo>
                <a:lnTo>
                  <a:pt x="4414715" y="388998"/>
                </a:lnTo>
                <a:lnTo>
                  <a:pt x="4441590" y="388998"/>
                </a:lnTo>
                <a:lnTo>
                  <a:pt x="4439429" y="404142"/>
                </a:lnTo>
                <a:lnTo>
                  <a:pt x="4414715" y="404142"/>
                </a:lnTo>
                <a:lnTo>
                  <a:pt x="4414715" y="471183"/>
                </a:lnTo>
                <a:cubicBezTo>
                  <a:pt x="4414715" y="482495"/>
                  <a:pt x="4418362" y="487841"/>
                  <a:pt x="4428252" y="487841"/>
                </a:cubicBezTo>
                <a:cubicBezTo>
                  <a:pt x="4433198" y="487841"/>
                  <a:pt x="4437719" y="486340"/>
                  <a:pt x="4443301" y="483351"/>
                </a:cubicBezTo>
                <a:lnTo>
                  <a:pt x="4450831" y="496374"/>
                </a:lnTo>
                <a:close/>
                <a:moveTo>
                  <a:pt x="4491457" y="489118"/>
                </a:moveTo>
                <a:cubicBezTo>
                  <a:pt x="4491457" y="497441"/>
                  <a:pt x="4485000" y="504064"/>
                  <a:pt x="4476408" y="504064"/>
                </a:cubicBezTo>
                <a:cubicBezTo>
                  <a:pt x="4468029" y="504064"/>
                  <a:pt x="4461572" y="497441"/>
                  <a:pt x="4461572" y="489118"/>
                </a:cubicBezTo>
                <a:cubicBezTo>
                  <a:pt x="4461572" y="481006"/>
                  <a:pt x="4468029" y="474383"/>
                  <a:pt x="4476408" y="474383"/>
                </a:cubicBezTo>
                <a:cubicBezTo>
                  <a:pt x="4485000" y="474383"/>
                  <a:pt x="4491457" y="481006"/>
                  <a:pt x="4491457" y="489118"/>
                </a:cubicBezTo>
                <a:close/>
                <a:moveTo>
                  <a:pt x="3521774" y="366146"/>
                </a:moveTo>
                <a:lnTo>
                  <a:pt x="3505002" y="385996"/>
                </a:lnTo>
                <a:cubicBezTo>
                  <a:pt x="3496623" y="379599"/>
                  <a:pt x="3488242" y="375748"/>
                  <a:pt x="3478129" y="375748"/>
                </a:cubicBezTo>
                <a:cubicBezTo>
                  <a:pt x="3458997" y="375748"/>
                  <a:pt x="3445681" y="390911"/>
                  <a:pt x="3445681" y="427204"/>
                </a:cubicBezTo>
                <a:cubicBezTo>
                  <a:pt x="3445681" y="462863"/>
                  <a:pt x="3458793" y="478013"/>
                  <a:pt x="3478562" y="478013"/>
                </a:cubicBezTo>
                <a:cubicBezTo>
                  <a:pt x="3490386" y="478013"/>
                  <a:pt x="3498995" y="472680"/>
                  <a:pt x="3507795" y="466055"/>
                </a:cubicBezTo>
                <a:lnTo>
                  <a:pt x="3523496" y="486133"/>
                </a:lnTo>
                <a:cubicBezTo>
                  <a:pt x="3513599" y="495951"/>
                  <a:pt x="3497477" y="505135"/>
                  <a:pt x="3476841" y="505135"/>
                </a:cubicBezTo>
                <a:cubicBezTo>
                  <a:pt x="3436001" y="505135"/>
                  <a:pt x="3408707" y="477798"/>
                  <a:pt x="3408707" y="427204"/>
                </a:cubicBezTo>
                <a:cubicBezTo>
                  <a:pt x="3408707" y="377673"/>
                  <a:pt x="3437723" y="349918"/>
                  <a:pt x="3476419" y="349918"/>
                </a:cubicBezTo>
                <a:cubicBezTo>
                  <a:pt x="3495768" y="349918"/>
                  <a:pt x="3509313" y="355682"/>
                  <a:pt x="3521774" y="366145"/>
                </a:cubicBezTo>
                <a:close/>
                <a:moveTo>
                  <a:pt x="3537463" y="472680"/>
                </a:moveTo>
                <a:lnTo>
                  <a:pt x="3537463" y="343090"/>
                </a:lnTo>
                <a:lnTo>
                  <a:pt x="3571428" y="339455"/>
                </a:lnTo>
                <a:lnTo>
                  <a:pt x="3571428" y="471401"/>
                </a:lnTo>
                <a:cubicBezTo>
                  <a:pt x="3571428" y="476101"/>
                  <a:pt x="3573149" y="478444"/>
                  <a:pt x="3577231" y="478444"/>
                </a:cubicBezTo>
                <a:cubicBezTo>
                  <a:pt x="3579590" y="478444"/>
                  <a:pt x="3581312" y="478013"/>
                  <a:pt x="3582818" y="477380"/>
                </a:cubicBezTo>
                <a:lnTo>
                  <a:pt x="3589475" y="501284"/>
                </a:lnTo>
                <a:cubicBezTo>
                  <a:pt x="3584323" y="503425"/>
                  <a:pt x="3577014" y="505135"/>
                  <a:pt x="3568839" y="505135"/>
                </a:cubicBezTo>
                <a:cubicBezTo>
                  <a:pt x="3549069" y="505135"/>
                  <a:pt x="3537463" y="493392"/>
                  <a:pt x="3537463" y="472680"/>
                </a:cubicBezTo>
                <a:close/>
                <a:moveTo>
                  <a:pt x="3708782" y="444927"/>
                </a:moveTo>
                <a:cubicBezTo>
                  <a:pt x="3708782" y="481220"/>
                  <a:pt x="3687712" y="505123"/>
                  <a:pt x="3652892" y="505123"/>
                </a:cubicBezTo>
                <a:cubicBezTo>
                  <a:pt x="3618290" y="505123"/>
                  <a:pt x="3597003" y="482930"/>
                  <a:pt x="3597003" y="444712"/>
                </a:cubicBezTo>
                <a:cubicBezTo>
                  <a:pt x="3597003" y="408419"/>
                  <a:pt x="3618073" y="384502"/>
                  <a:pt x="3652892" y="384502"/>
                </a:cubicBezTo>
                <a:cubicBezTo>
                  <a:pt x="3687711" y="384502"/>
                  <a:pt x="3708782" y="406709"/>
                  <a:pt x="3708782" y="444927"/>
                </a:cubicBezTo>
                <a:close/>
                <a:moveTo>
                  <a:pt x="3632256" y="444712"/>
                </a:moveTo>
                <a:cubicBezTo>
                  <a:pt x="3632256" y="469907"/>
                  <a:pt x="3639131" y="480371"/>
                  <a:pt x="3652892" y="480371"/>
                </a:cubicBezTo>
                <a:cubicBezTo>
                  <a:pt x="3666655" y="480371"/>
                  <a:pt x="3673529" y="469477"/>
                  <a:pt x="3673529" y="444927"/>
                </a:cubicBezTo>
                <a:cubicBezTo>
                  <a:pt x="3673529" y="419731"/>
                  <a:pt x="3666655" y="409267"/>
                  <a:pt x="3652892" y="409267"/>
                </a:cubicBezTo>
                <a:cubicBezTo>
                  <a:pt x="3639131" y="409267"/>
                  <a:pt x="3632256" y="420162"/>
                  <a:pt x="3632256" y="444712"/>
                </a:cubicBezTo>
                <a:close/>
                <a:moveTo>
                  <a:pt x="3827431" y="501502"/>
                </a:moveTo>
                <a:lnTo>
                  <a:pt x="3797981" y="501502"/>
                </a:lnTo>
                <a:lnTo>
                  <a:pt x="3796477" y="487200"/>
                </a:lnTo>
                <a:cubicBezTo>
                  <a:pt x="3788097" y="499158"/>
                  <a:pt x="3776924" y="505125"/>
                  <a:pt x="3761874" y="505125"/>
                </a:cubicBezTo>
                <a:cubicBezTo>
                  <a:pt x="3740587" y="505125"/>
                  <a:pt x="3730052" y="491469"/>
                  <a:pt x="3730052" y="469478"/>
                </a:cubicBezTo>
                <a:lnTo>
                  <a:pt x="3730052" y="388139"/>
                </a:lnTo>
                <a:lnTo>
                  <a:pt x="3764017" y="388139"/>
                </a:lnTo>
                <a:lnTo>
                  <a:pt x="3764017" y="465209"/>
                </a:lnTo>
                <a:cubicBezTo>
                  <a:pt x="3764017" y="476737"/>
                  <a:pt x="3767893" y="480157"/>
                  <a:pt x="3774985" y="480157"/>
                </a:cubicBezTo>
                <a:cubicBezTo>
                  <a:pt x="3782077" y="480157"/>
                  <a:pt x="3788531" y="475457"/>
                  <a:pt x="3793466" y="466919"/>
                </a:cubicBezTo>
                <a:lnTo>
                  <a:pt x="3793466" y="388139"/>
                </a:lnTo>
                <a:lnTo>
                  <a:pt x="3827431" y="388139"/>
                </a:lnTo>
                <a:lnTo>
                  <a:pt x="3827431" y="501502"/>
                </a:lnTo>
                <a:close/>
                <a:moveTo>
                  <a:pt x="3956398" y="343082"/>
                </a:moveTo>
                <a:lnTo>
                  <a:pt x="3956398" y="501503"/>
                </a:lnTo>
                <a:lnTo>
                  <a:pt x="3926297" y="501503"/>
                </a:lnTo>
                <a:lnTo>
                  <a:pt x="3924589" y="488265"/>
                </a:lnTo>
                <a:cubicBezTo>
                  <a:pt x="3917918" y="497652"/>
                  <a:pt x="3907599" y="505126"/>
                  <a:pt x="3892129" y="505126"/>
                </a:cubicBezTo>
                <a:cubicBezTo>
                  <a:pt x="3863100" y="505126"/>
                  <a:pt x="3848700" y="481222"/>
                  <a:pt x="3848700" y="444499"/>
                </a:cubicBezTo>
                <a:cubicBezTo>
                  <a:pt x="3848700" y="409486"/>
                  <a:pt x="3867182" y="384505"/>
                  <a:pt x="3895343" y="384505"/>
                </a:cubicBezTo>
                <a:cubicBezTo>
                  <a:pt x="3906528" y="384505"/>
                  <a:pt x="3915763" y="388559"/>
                  <a:pt x="3922433" y="395184"/>
                </a:cubicBezTo>
                <a:lnTo>
                  <a:pt x="3922433" y="339459"/>
                </a:lnTo>
                <a:lnTo>
                  <a:pt x="3956398" y="343082"/>
                </a:lnTo>
                <a:close/>
                <a:moveTo>
                  <a:pt x="3922433" y="467554"/>
                </a:moveTo>
                <a:lnTo>
                  <a:pt x="3922433" y="418669"/>
                </a:lnTo>
                <a:cubicBezTo>
                  <a:pt x="3917267" y="412690"/>
                  <a:pt x="3912115" y="409055"/>
                  <a:pt x="3904590" y="409055"/>
                </a:cubicBezTo>
                <a:cubicBezTo>
                  <a:pt x="3892549" y="409055"/>
                  <a:pt x="3883953" y="419303"/>
                  <a:pt x="3883953" y="444714"/>
                </a:cubicBezTo>
                <a:cubicBezTo>
                  <a:pt x="3883953" y="472887"/>
                  <a:pt x="3891695" y="480361"/>
                  <a:pt x="3902651" y="480361"/>
                </a:cubicBezTo>
                <a:cubicBezTo>
                  <a:pt x="3910827" y="480361"/>
                  <a:pt x="3917063" y="476092"/>
                  <a:pt x="3922433" y="467554"/>
                </a:cubicBezTo>
                <a:close/>
                <a:moveTo>
                  <a:pt x="3476419" y="113000"/>
                </a:moveTo>
                <a:cubicBezTo>
                  <a:pt x="3437722" y="113000"/>
                  <a:pt x="3408707" y="140754"/>
                  <a:pt x="3408707" y="190285"/>
                </a:cubicBezTo>
                <a:cubicBezTo>
                  <a:pt x="3408707" y="240892"/>
                  <a:pt x="3436001" y="268216"/>
                  <a:pt x="3476841" y="268216"/>
                </a:cubicBezTo>
                <a:cubicBezTo>
                  <a:pt x="3497477" y="268216"/>
                  <a:pt x="3513599" y="259032"/>
                  <a:pt x="3523496" y="249215"/>
                </a:cubicBezTo>
                <a:lnTo>
                  <a:pt x="3507795" y="229136"/>
                </a:lnTo>
                <a:cubicBezTo>
                  <a:pt x="3498995" y="235762"/>
                  <a:pt x="3490386" y="241095"/>
                  <a:pt x="3478562" y="241095"/>
                </a:cubicBezTo>
                <a:cubicBezTo>
                  <a:pt x="3458793" y="241095"/>
                  <a:pt x="3445681" y="225944"/>
                  <a:pt x="3445681" y="190285"/>
                </a:cubicBezTo>
                <a:cubicBezTo>
                  <a:pt x="3445681" y="153992"/>
                  <a:pt x="3458997" y="138829"/>
                  <a:pt x="3478129" y="138829"/>
                </a:cubicBezTo>
                <a:cubicBezTo>
                  <a:pt x="3488242" y="138829"/>
                  <a:pt x="3496623" y="142680"/>
                  <a:pt x="3505002" y="149077"/>
                </a:cubicBezTo>
                <a:lnTo>
                  <a:pt x="3521774" y="129227"/>
                </a:lnTo>
                <a:cubicBezTo>
                  <a:pt x="3509314" y="118763"/>
                  <a:pt x="3495768" y="113000"/>
                  <a:pt x="3476419" y="113000"/>
                </a:cubicBezTo>
                <a:close/>
                <a:moveTo>
                  <a:pt x="3633546" y="264584"/>
                </a:moveTo>
                <a:lnTo>
                  <a:pt x="3604096" y="264584"/>
                </a:lnTo>
                <a:lnTo>
                  <a:pt x="3602591" y="250282"/>
                </a:lnTo>
                <a:cubicBezTo>
                  <a:pt x="3594211" y="262241"/>
                  <a:pt x="3583038" y="268220"/>
                  <a:pt x="3567988" y="268220"/>
                </a:cubicBezTo>
                <a:cubicBezTo>
                  <a:pt x="3546701" y="268220"/>
                  <a:pt x="3536166" y="254551"/>
                  <a:pt x="3536166" y="232560"/>
                </a:cubicBezTo>
                <a:lnTo>
                  <a:pt x="3536166" y="151221"/>
                </a:lnTo>
                <a:lnTo>
                  <a:pt x="3570131" y="151221"/>
                </a:lnTo>
                <a:lnTo>
                  <a:pt x="3570131" y="228291"/>
                </a:lnTo>
                <a:cubicBezTo>
                  <a:pt x="3570131" y="239819"/>
                  <a:pt x="3574008" y="243239"/>
                  <a:pt x="3581100" y="243239"/>
                </a:cubicBezTo>
                <a:cubicBezTo>
                  <a:pt x="3588191" y="243239"/>
                  <a:pt x="3594645" y="238539"/>
                  <a:pt x="3599580" y="230001"/>
                </a:cubicBezTo>
                <a:lnTo>
                  <a:pt x="3599580" y="151221"/>
                </a:lnTo>
                <a:lnTo>
                  <a:pt x="3633546" y="151221"/>
                </a:lnTo>
                <a:lnTo>
                  <a:pt x="3633546" y="264584"/>
                </a:lnTo>
                <a:close/>
                <a:moveTo>
                  <a:pt x="3744461" y="161465"/>
                </a:moveTo>
                <a:lnTo>
                  <a:pt x="3732000" y="180466"/>
                </a:lnTo>
                <a:cubicBezTo>
                  <a:pt x="3723174" y="174918"/>
                  <a:pt x="3713723" y="171713"/>
                  <a:pt x="3703838" y="171713"/>
                </a:cubicBezTo>
                <a:cubicBezTo>
                  <a:pt x="3694591" y="171713"/>
                  <a:pt x="3690076" y="175133"/>
                  <a:pt x="3690076" y="180251"/>
                </a:cubicBezTo>
                <a:cubicBezTo>
                  <a:pt x="3690076" y="186230"/>
                  <a:pt x="3693086" y="188789"/>
                  <a:pt x="3713506" y="194768"/>
                </a:cubicBezTo>
                <a:cubicBezTo>
                  <a:pt x="3736081" y="201178"/>
                  <a:pt x="3748759" y="210564"/>
                  <a:pt x="3748759" y="230845"/>
                </a:cubicBezTo>
                <a:cubicBezTo>
                  <a:pt x="3748759" y="254331"/>
                  <a:pt x="3726401" y="268215"/>
                  <a:pt x="3698022" y="268215"/>
                </a:cubicBezTo>
                <a:cubicBezTo>
                  <a:pt x="3678253" y="268215"/>
                  <a:pt x="3661481" y="261387"/>
                  <a:pt x="3650308" y="251342"/>
                </a:cubicBezTo>
                <a:lnTo>
                  <a:pt x="3666864" y="232986"/>
                </a:lnTo>
                <a:cubicBezTo>
                  <a:pt x="3675460" y="239611"/>
                  <a:pt x="3685995" y="244083"/>
                  <a:pt x="3697167" y="244083"/>
                </a:cubicBezTo>
                <a:cubicBezTo>
                  <a:pt x="3707486" y="244083"/>
                  <a:pt x="3713723" y="240245"/>
                  <a:pt x="3713723" y="233417"/>
                </a:cubicBezTo>
                <a:cubicBezTo>
                  <a:pt x="3713723" y="225728"/>
                  <a:pt x="3710279" y="223384"/>
                  <a:pt x="3689643" y="217608"/>
                </a:cubicBezTo>
                <a:cubicBezTo>
                  <a:pt x="3667067" y="211211"/>
                  <a:pt x="3655895" y="199683"/>
                  <a:pt x="3655895" y="182176"/>
                </a:cubicBezTo>
                <a:cubicBezTo>
                  <a:pt x="3655895" y="162744"/>
                  <a:pt x="3673738" y="147594"/>
                  <a:pt x="3702550" y="147594"/>
                </a:cubicBezTo>
                <a:cubicBezTo>
                  <a:pt x="3719092" y="147594"/>
                  <a:pt x="3733926" y="152927"/>
                  <a:pt x="3744461" y="161465"/>
                </a:cubicBezTo>
                <a:close/>
                <a:moveTo>
                  <a:pt x="3839894" y="259246"/>
                </a:moveTo>
                <a:cubicBezTo>
                  <a:pt x="3831297" y="265225"/>
                  <a:pt x="3819257" y="268215"/>
                  <a:pt x="3808939" y="268215"/>
                </a:cubicBezTo>
                <a:cubicBezTo>
                  <a:pt x="3783787" y="267999"/>
                  <a:pt x="3771543" y="253913"/>
                  <a:pt x="3771543" y="227222"/>
                </a:cubicBezTo>
                <a:lnTo>
                  <a:pt x="3771543" y="174702"/>
                </a:lnTo>
                <a:lnTo>
                  <a:pt x="3755421" y="174702"/>
                </a:lnTo>
                <a:lnTo>
                  <a:pt x="3755421" y="151216"/>
                </a:lnTo>
                <a:lnTo>
                  <a:pt x="3771543" y="151216"/>
                </a:lnTo>
                <a:lnTo>
                  <a:pt x="3771543" y="126667"/>
                </a:lnTo>
                <a:lnTo>
                  <a:pt x="3805495" y="122828"/>
                </a:lnTo>
                <a:lnTo>
                  <a:pt x="3805495" y="151216"/>
                </a:lnTo>
                <a:lnTo>
                  <a:pt x="3831731" y="151216"/>
                </a:lnTo>
                <a:lnTo>
                  <a:pt x="3828070" y="174702"/>
                </a:lnTo>
                <a:lnTo>
                  <a:pt x="3805495" y="174702"/>
                </a:lnTo>
                <a:lnTo>
                  <a:pt x="3805495" y="226792"/>
                </a:lnTo>
                <a:cubicBezTo>
                  <a:pt x="3805495" y="237686"/>
                  <a:pt x="3809156" y="241524"/>
                  <a:pt x="3816247" y="241524"/>
                </a:cubicBezTo>
                <a:cubicBezTo>
                  <a:pt x="3820125" y="241524"/>
                  <a:pt x="3823989" y="240460"/>
                  <a:pt x="3828504" y="237901"/>
                </a:cubicBezTo>
                <a:lnTo>
                  <a:pt x="3839894" y="259246"/>
                </a:lnTo>
                <a:close/>
                <a:moveTo>
                  <a:pt x="3954894" y="208009"/>
                </a:moveTo>
                <a:cubicBezTo>
                  <a:pt x="3954894" y="244302"/>
                  <a:pt x="3933824" y="268219"/>
                  <a:pt x="3899004" y="268219"/>
                </a:cubicBezTo>
                <a:cubicBezTo>
                  <a:pt x="3864402" y="268219"/>
                  <a:pt x="3843115" y="246012"/>
                  <a:pt x="3843115" y="207794"/>
                </a:cubicBezTo>
                <a:cubicBezTo>
                  <a:pt x="3843115" y="171501"/>
                  <a:pt x="3864185" y="147585"/>
                  <a:pt x="3899004" y="147585"/>
                </a:cubicBezTo>
                <a:cubicBezTo>
                  <a:pt x="3933823" y="147585"/>
                  <a:pt x="3954894" y="169791"/>
                  <a:pt x="3954894" y="208009"/>
                </a:cubicBezTo>
                <a:close/>
                <a:moveTo>
                  <a:pt x="3878368" y="207794"/>
                </a:moveTo>
                <a:cubicBezTo>
                  <a:pt x="3878368" y="232990"/>
                  <a:pt x="3885243" y="243453"/>
                  <a:pt x="3899004" y="243453"/>
                </a:cubicBezTo>
                <a:cubicBezTo>
                  <a:pt x="3912767" y="243453"/>
                  <a:pt x="3919641" y="232559"/>
                  <a:pt x="3919641" y="208009"/>
                </a:cubicBezTo>
                <a:cubicBezTo>
                  <a:pt x="3919641" y="182813"/>
                  <a:pt x="3912767" y="172350"/>
                  <a:pt x="3899004" y="172350"/>
                </a:cubicBezTo>
                <a:cubicBezTo>
                  <a:pt x="3885243" y="172350"/>
                  <a:pt x="3878368" y="183244"/>
                  <a:pt x="3878368" y="207794"/>
                </a:cubicBezTo>
                <a:close/>
                <a:moveTo>
                  <a:pt x="4132231" y="181748"/>
                </a:moveTo>
                <a:lnTo>
                  <a:pt x="4132231" y="264582"/>
                </a:lnTo>
                <a:lnTo>
                  <a:pt x="4098266" y="264582"/>
                </a:lnTo>
                <a:lnTo>
                  <a:pt x="4098266" y="187512"/>
                </a:lnTo>
                <a:cubicBezTo>
                  <a:pt x="4098266" y="175554"/>
                  <a:pt x="4093751" y="172349"/>
                  <a:pt x="4088598" y="172349"/>
                </a:cubicBezTo>
                <a:cubicBezTo>
                  <a:pt x="4081290" y="172349"/>
                  <a:pt x="4076125" y="177695"/>
                  <a:pt x="4071176" y="187081"/>
                </a:cubicBezTo>
                <a:lnTo>
                  <a:pt x="4071176" y="264582"/>
                </a:lnTo>
                <a:lnTo>
                  <a:pt x="4037224" y="264582"/>
                </a:lnTo>
                <a:lnTo>
                  <a:pt x="4037224" y="187512"/>
                </a:lnTo>
                <a:cubicBezTo>
                  <a:pt x="4037224" y="175554"/>
                  <a:pt x="4032709" y="172349"/>
                  <a:pt x="4027543" y="172349"/>
                </a:cubicBezTo>
                <a:cubicBezTo>
                  <a:pt x="4020452" y="172349"/>
                  <a:pt x="4015082" y="177695"/>
                  <a:pt x="4010134" y="187081"/>
                </a:cubicBezTo>
                <a:lnTo>
                  <a:pt x="4010134" y="264582"/>
                </a:lnTo>
                <a:lnTo>
                  <a:pt x="3976168" y="264582"/>
                </a:lnTo>
                <a:lnTo>
                  <a:pt x="3976168" y="151219"/>
                </a:lnTo>
                <a:lnTo>
                  <a:pt x="4005836" y="151219"/>
                </a:lnTo>
                <a:lnTo>
                  <a:pt x="4008208" y="164457"/>
                </a:lnTo>
                <a:cubicBezTo>
                  <a:pt x="4017021" y="153347"/>
                  <a:pt x="4027339" y="147583"/>
                  <a:pt x="4041305" y="147583"/>
                </a:cubicBezTo>
                <a:cubicBezTo>
                  <a:pt x="4053983" y="147583"/>
                  <a:pt x="4063880" y="153993"/>
                  <a:pt x="4068179" y="165521"/>
                </a:cubicBezTo>
                <a:cubicBezTo>
                  <a:pt x="4077196" y="153563"/>
                  <a:pt x="4087744" y="147583"/>
                  <a:pt x="4102347" y="147583"/>
                </a:cubicBezTo>
                <a:cubicBezTo>
                  <a:pt x="4119974" y="147583"/>
                  <a:pt x="4132231" y="160188"/>
                  <a:pt x="4132231" y="181748"/>
                </a:cubicBezTo>
                <a:close/>
                <a:moveTo>
                  <a:pt x="4258838" y="217827"/>
                </a:moveTo>
                <a:lnTo>
                  <a:pt x="4188115" y="217827"/>
                </a:lnTo>
                <a:cubicBezTo>
                  <a:pt x="4190475" y="238108"/>
                  <a:pt x="4200155" y="243656"/>
                  <a:pt x="4214122" y="243656"/>
                </a:cubicBezTo>
                <a:cubicBezTo>
                  <a:pt x="4223368" y="243656"/>
                  <a:pt x="4231531" y="240464"/>
                  <a:pt x="4241429" y="233623"/>
                </a:cubicBezTo>
                <a:lnTo>
                  <a:pt x="4255394" y="252409"/>
                </a:lnTo>
                <a:cubicBezTo>
                  <a:pt x="4244004" y="261378"/>
                  <a:pt x="4229388" y="268219"/>
                  <a:pt x="4210894" y="268219"/>
                </a:cubicBezTo>
                <a:cubicBezTo>
                  <a:pt x="4172848" y="268219"/>
                  <a:pt x="4153499" y="243871"/>
                  <a:pt x="4153499" y="208440"/>
                </a:cubicBezTo>
                <a:cubicBezTo>
                  <a:pt x="4153499" y="174491"/>
                  <a:pt x="4172210" y="147585"/>
                  <a:pt x="4206812" y="147585"/>
                </a:cubicBezTo>
                <a:cubicBezTo>
                  <a:pt x="4239489" y="147585"/>
                  <a:pt x="4259475" y="168942"/>
                  <a:pt x="4259475" y="205666"/>
                </a:cubicBezTo>
                <a:cubicBezTo>
                  <a:pt x="4259475" y="209289"/>
                  <a:pt x="4259258" y="214406"/>
                  <a:pt x="4258838" y="217827"/>
                </a:cubicBezTo>
                <a:close/>
                <a:moveTo>
                  <a:pt x="4226161" y="196051"/>
                </a:moveTo>
                <a:cubicBezTo>
                  <a:pt x="4225944" y="180685"/>
                  <a:pt x="4221212" y="170006"/>
                  <a:pt x="4207680" y="170006"/>
                </a:cubicBezTo>
                <a:cubicBezTo>
                  <a:pt x="4196278" y="170006"/>
                  <a:pt x="4189620" y="177265"/>
                  <a:pt x="4188115" y="197546"/>
                </a:cubicBezTo>
                <a:lnTo>
                  <a:pt x="4226161" y="197546"/>
                </a:lnTo>
                <a:lnTo>
                  <a:pt x="4226161" y="196051"/>
                </a:lnTo>
                <a:close/>
                <a:moveTo>
                  <a:pt x="4429055" y="117480"/>
                </a:moveTo>
                <a:lnTo>
                  <a:pt x="4507732" y="117480"/>
                </a:lnTo>
                <a:lnTo>
                  <a:pt x="4505359" y="133716"/>
                </a:lnTo>
                <a:lnTo>
                  <a:pt x="4449486" y="133716"/>
                </a:lnTo>
                <a:lnTo>
                  <a:pt x="4449486" y="183887"/>
                </a:lnTo>
                <a:lnTo>
                  <a:pt x="4497841" y="183887"/>
                </a:lnTo>
                <a:lnTo>
                  <a:pt x="4497841" y="199900"/>
                </a:lnTo>
                <a:lnTo>
                  <a:pt x="4449486" y="199900"/>
                </a:lnTo>
                <a:lnTo>
                  <a:pt x="4449486" y="264584"/>
                </a:lnTo>
                <a:lnTo>
                  <a:pt x="4429055" y="264584"/>
                </a:lnTo>
                <a:lnTo>
                  <a:pt x="4429055" y="117479"/>
                </a:lnTo>
                <a:close/>
                <a:moveTo>
                  <a:pt x="4557185" y="111507"/>
                </a:moveTo>
                <a:cubicBezTo>
                  <a:pt x="4557185" y="118986"/>
                  <a:pt x="4551602" y="124742"/>
                  <a:pt x="4543223" y="124742"/>
                </a:cubicBezTo>
                <a:cubicBezTo>
                  <a:pt x="4535043" y="124742"/>
                  <a:pt x="4529461" y="118986"/>
                  <a:pt x="4529461" y="111507"/>
                </a:cubicBezTo>
                <a:cubicBezTo>
                  <a:pt x="4529461" y="103817"/>
                  <a:pt x="4535043" y="98050"/>
                  <a:pt x="4543223" y="98050"/>
                </a:cubicBezTo>
                <a:cubicBezTo>
                  <a:pt x="4551602" y="98050"/>
                  <a:pt x="4557185" y="103817"/>
                  <a:pt x="4557185" y="111507"/>
                </a:cubicBezTo>
                <a:close/>
                <a:moveTo>
                  <a:pt x="4553313" y="264578"/>
                </a:moveTo>
                <a:lnTo>
                  <a:pt x="4533532" y="264578"/>
                </a:lnTo>
                <a:lnTo>
                  <a:pt x="4533532" y="152066"/>
                </a:lnTo>
                <a:lnTo>
                  <a:pt x="4553313" y="152066"/>
                </a:lnTo>
                <a:lnTo>
                  <a:pt x="4553313" y="264578"/>
                </a:lnTo>
                <a:close/>
                <a:moveTo>
                  <a:pt x="4654569" y="150790"/>
                </a:moveTo>
                <a:lnTo>
                  <a:pt x="4650909" y="170003"/>
                </a:lnTo>
                <a:cubicBezTo>
                  <a:pt x="4647475" y="169147"/>
                  <a:pt x="4645102" y="168713"/>
                  <a:pt x="4641032" y="168713"/>
                </a:cubicBezTo>
                <a:cubicBezTo>
                  <a:pt x="4626832" y="168713"/>
                  <a:pt x="4618677" y="178760"/>
                  <a:pt x="4613944" y="200317"/>
                </a:cubicBezTo>
                <a:lnTo>
                  <a:pt x="4613944" y="264579"/>
                </a:lnTo>
                <a:lnTo>
                  <a:pt x="4594163" y="264579"/>
                </a:lnTo>
                <a:lnTo>
                  <a:pt x="4594163" y="152080"/>
                </a:lnTo>
                <a:lnTo>
                  <a:pt x="4611147" y="152080"/>
                </a:lnTo>
                <a:lnTo>
                  <a:pt x="4613082" y="174915"/>
                </a:lnTo>
                <a:cubicBezTo>
                  <a:pt x="4619101" y="158046"/>
                  <a:pt x="4629642" y="149500"/>
                  <a:pt x="4643391" y="149500"/>
                </a:cubicBezTo>
                <a:cubicBezTo>
                  <a:pt x="4647038" y="149500"/>
                  <a:pt x="4651134" y="149934"/>
                  <a:pt x="4654568" y="150790"/>
                </a:cubicBezTo>
                <a:close/>
                <a:moveTo>
                  <a:pt x="4746366" y="162322"/>
                </a:moveTo>
                <a:lnTo>
                  <a:pt x="4737974" y="174700"/>
                </a:lnTo>
                <a:cubicBezTo>
                  <a:pt x="4727884" y="168288"/>
                  <a:pt x="4719054" y="165100"/>
                  <a:pt x="4708539" y="165100"/>
                </a:cubicBezTo>
                <a:cubicBezTo>
                  <a:pt x="4695626" y="165100"/>
                  <a:pt x="4687684" y="170855"/>
                  <a:pt x="4687684" y="179823"/>
                </a:cubicBezTo>
                <a:cubicBezTo>
                  <a:pt x="4687684" y="189001"/>
                  <a:pt x="4693690" y="193268"/>
                  <a:pt x="4711973" y="197969"/>
                </a:cubicBezTo>
                <a:cubicBezTo>
                  <a:pt x="4735826" y="203948"/>
                  <a:pt x="4749588" y="213337"/>
                  <a:pt x="4749588" y="232984"/>
                </a:cubicBezTo>
                <a:cubicBezTo>
                  <a:pt x="4749588" y="256464"/>
                  <a:pt x="4727884" y="267143"/>
                  <a:pt x="4704880" y="267143"/>
                </a:cubicBezTo>
                <a:cubicBezTo>
                  <a:pt x="4685735" y="267143"/>
                  <a:pt x="4671986" y="260941"/>
                  <a:pt x="4662107" y="252408"/>
                </a:cubicBezTo>
                <a:lnTo>
                  <a:pt x="4672635" y="240451"/>
                </a:lnTo>
                <a:cubicBezTo>
                  <a:pt x="4681664" y="247285"/>
                  <a:pt x="4692191" y="251341"/>
                  <a:pt x="4704443" y="251341"/>
                </a:cubicBezTo>
                <a:cubicBezTo>
                  <a:pt x="4719279" y="251341"/>
                  <a:pt x="4728733" y="244928"/>
                  <a:pt x="4728733" y="234261"/>
                </a:cubicBezTo>
                <a:cubicBezTo>
                  <a:pt x="4728733" y="223160"/>
                  <a:pt x="4723150" y="218894"/>
                  <a:pt x="4701221" y="213126"/>
                </a:cubicBezTo>
                <a:cubicBezTo>
                  <a:pt x="4676718" y="206726"/>
                  <a:pt x="4667040" y="196257"/>
                  <a:pt x="4667040" y="180468"/>
                </a:cubicBezTo>
                <a:cubicBezTo>
                  <a:pt x="4667040" y="162532"/>
                  <a:pt x="4684462" y="149509"/>
                  <a:pt x="4707890" y="149509"/>
                </a:cubicBezTo>
                <a:cubicBezTo>
                  <a:pt x="4723787" y="149509"/>
                  <a:pt x="4735614" y="154210"/>
                  <a:pt x="4746366" y="162322"/>
                </a:cubicBezTo>
                <a:close/>
                <a:moveTo>
                  <a:pt x="4834725" y="259455"/>
                </a:moveTo>
                <a:cubicBezTo>
                  <a:pt x="4827194" y="264578"/>
                  <a:pt x="4819027" y="267145"/>
                  <a:pt x="4809361" y="267145"/>
                </a:cubicBezTo>
                <a:cubicBezTo>
                  <a:pt x="4790216" y="267145"/>
                  <a:pt x="4778827" y="256044"/>
                  <a:pt x="4778827" y="235120"/>
                </a:cubicBezTo>
                <a:lnTo>
                  <a:pt x="4778827" y="167223"/>
                </a:lnTo>
                <a:lnTo>
                  <a:pt x="4759057" y="167223"/>
                </a:lnTo>
                <a:lnTo>
                  <a:pt x="4759057" y="152079"/>
                </a:lnTo>
                <a:lnTo>
                  <a:pt x="4778827" y="152079"/>
                </a:lnTo>
                <a:lnTo>
                  <a:pt x="4778827" y="126664"/>
                </a:lnTo>
                <a:lnTo>
                  <a:pt x="4798608" y="124308"/>
                </a:lnTo>
                <a:lnTo>
                  <a:pt x="4798608" y="152079"/>
                </a:lnTo>
                <a:lnTo>
                  <a:pt x="4825484" y="152079"/>
                </a:lnTo>
                <a:lnTo>
                  <a:pt x="4823323" y="167223"/>
                </a:lnTo>
                <a:lnTo>
                  <a:pt x="4798608" y="167223"/>
                </a:lnTo>
                <a:lnTo>
                  <a:pt x="4798608" y="234264"/>
                </a:lnTo>
                <a:cubicBezTo>
                  <a:pt x="4798608" y="245576"/>
                  <a:pt x="4802255" y="250922"/>
                  <a:pt x="4812146" y="250922"/>
                </a:cubicBezTo>
                <a:cubicBezTo>
                  <a:pt x="4817091" y="250922"/>
                  <a:pt x="4821612" y="249421"/>
                  <a:pt x="4827194" y="246432"/>
                </a:cubicBezTo>
                <a:lnTo>
                  <a:pt x="4834725" y="259455"/>
                </a:lnTo>
                <a:close/>
                <a:moveTo>
                  <a:pt x="4875350" y="252199"/>
                </a:moveTo>
                <a:cubicBezTo>
                  <a:pt x="4875350" y="260522"/>
                  <a:pt x="4868893" y="267145"/>
                  <a:pt x="4860302" y="267145"/>
                </a:cubicBezTo>
                <a:cubicBezTo>
                  <a:pt x="4851922" y="267145"/>
                  <a:pt x="4845465" y="260522"/>
                  <a:pt x="4845465" y="252199"/>
                </a:cubicBezTo>
                <a:cubicBezTo>
                  <a:pt x="4845465" y="244087"/>
                  <a:pt x="4851922" y="237464"/>
                  <a:pt x="4860302" y="237464"/>
                </a:cubicBezTo>
                <a:cubicBezTo>
                  <a:pt x="4868893" y="237464"/>
                  <a:pt x="4875350" y="244087"/>
                  <a:pt x="4875350" y="252199"/>
                </a:cubicBezTo>
                <a:close/>
                <a:moveTo>
                  <a:pt x="4354043" y="149509"/>
                </a:moveTo>
                <a:lnTo>
                  <a:pt x="4348673" y="182179"/>
                </a:lnTo>
                <a:cubicBezTo>
                  <a:pt x="4345013" y="181317"/>
                  <a:pt x="4342220" y="180684"/>
                  <a:pt x="4338355" y="180684"/>
                </a:cubicBezTo>
                <a:cubicBezTo>
                  <a:pt x="4324159" y="180684"/>
                  <a:pt x="4318356" y="191147"/>
                  <a:pt x="4314709" y="208439"/>
                </a:cubicBezTo>
                <a:lnTo>
                  <a:pt x="4314709" y="264582"/>
                </a:lnTo>
                <a:lnTo>
                  <a:pt x="4280743" y="264582"/>
                </a:lnTo>
                <a:lnTo>
                  <a:pt x="4280743" y="151219"/>
                </a:lnTo>
                <a:lnTo>
                  <a:pt x="4310397" y="151219"/>
                </a:lnTo>
                <a:lnTo>
                  <a:pt x="4313203" y="173210"/>
                </a:lnTo>
                <a:cubicBezTo>
                  <a:pt x="4318356" y="157413"/>
                  <a:pt x="4329542" y="148014"/>
                  <a:pt x="4342653" y="148014"/>
                </a:cubicBezTo>
                <a:cubicBezTo>
                  <a:pt x="4346951" y="148014"/>
                  <a:pt x="4350395" y="148445"/>
                  <a:pt x="4354043" y="149509"/>
                </a:cubicBezTo>
                <a:close/>
                <a:moveTo>
                  <a:pt x="2977074" y="861572"/>
                </a:moveTo>
                <a:cubicBezTo>
                  <a:pt x="2951801" y="861572"/>
                  <a:pt x="2935849" y="840744"/>
                  <a:pt x="2938180" y="819204"/>
                </a:cubicBezTo>
                <a:cubicBezTo>
                  <a:pt x="2940330" y="795706"/>
                  <a:pt x="2961122" y="776658"/>
                  <a:pt x="2984781" y="776658"/>
                </a:cubicBezTo>
                <a:cubicBezTo>
                  <a:pt x="3008440" y="776658"/>
                  <a:pt x="3025825" y="795706"/>
                  <a:pt x="3023675" y="819204"/>
                </a:cubicBezTo>
                <a:cubicBezTo>
                  <a:pt x="3021524" y="842702"/>
                  <a:pt x="3000732" y="861750"/>
                  <a:pt x="2977074" y="861572"/>
                </a:cubicBezTo>
                <a:close/>
                <a:moveTo>
                  <a:pt x="2984780" y="782889"/>
                </a:moveTo>
                <a:cubicBezTo>
                  <a:pt x="2964169" y="782889"/>
                  <a:pt x="2946066" y="799622"/>
                  <a:pt x="2944273" y="819738"/>
                </a:cubicBezTo>
                <a:cubicBezTo>
                  <a:pt x="2942481" y="839498"/>
                  <a:pt x="2956999" y="855519"/>
                  <a:pt x="2977074" y="855519"/>
                </a:cubicBezTo>
                <a:cubicBezTo>
                  <a:pt x="2997506" y="855519"/>
                  <a:pt x="3015788" y="838964"/>
                  <a:pt x="3017580" y="818670"/>
                </a:cubicBezTo>
                <a:cubicBezTo>
                  <a:pt x="3019373" y="798910"/>
                  <a:pt x="3004675" y="782889"/>
                  <a:pt x="2984780" y="782889"/>
                </a:cubicBezTo>
                <a:close/>
                <a:moveTo>
                  <a:pt x="2988007" y="824366"/>
                </a:moveTo>
                <a:cubicBezTo>
                  <a:pt x="2997148" y="821874"/>
                  <a:pt x="3001808" y="813329"/>
                  <a:pt x="3001629" y="806743"/>
                </a:cubicBezTo>
                <a:cubicBezTo>
                  <a:pt x="3001450" y="799622"/>
                  <a:pt x="2995714" y="794104"/>
                  <a:pt x="2988186" y="794104"/>
                </a:cubicBezTo>
                <a:lnTo>
                  <a:pt x="2971697" y="794104"/>
                </a:lnTo>
                <a:lnTo>
                  <a:pt x="2962197" y="844126"/>
                </a:lnTo>
                <a:lnTo>
                  <a:pt x="2968470" y="844126"/>
                </a:lnTo>
                <a:lnTo>
                  <a:pt x="2972055" y="824900"/>
                </a:lnTo>
                <a:lnTo>
                  <a:pt x="2981554" y="824900"/>
                </a:lnTo>
                <a:lnTo>
                  <a:pt x="2988186" y="844126"/>
                </a:lnTo>
                <a:lnTo>
                  <a:pt x="2994818" y="844126"/>
                </a:lnTo>
                <a:lnTo>
                  <a:pt x="2988007" y="824366"/>
                </a:lnTo>
                <a:lnTo>
                  <a:pt x="2988007" y="824366"/>
                </a:lnTo>
                <a:close/>
                <a:moveTo>
                  <a:pt x="2995355" y="808879"/>
                </a:moveTo>
                <a:cubicBezTo>
                  <a:pt x="2993922" y="814575"/>
                  <a:pt x="2989082" y="818848"/>
                  <a:pt x="2983526" y="818848"/>
                </a:cubicBezTo>
                <a:lnTo>
                  <a:pt x="2973130" y="818848"/>
                </a:lnTo>
                <a:lnTo>
                  <a:pt x="2976715" y="800156"/>
                </a:lnTo>
                <a:lnTo>
                  <a:pt x="2988186" y="800156"/>
                </a:lnTo>
                <a:cubicBezTo>
                  <a:pt x="2992846" y="800156"/>
                  <a:pt x="2996431" y="804428"/>
                  <a:pt x="2995355" y="808879"/>
                </a:cubicBezTo>
                <a:close/>
                <a:moveTo>
                  <a:pt x="1498985" y="270374"/>
                </a:moveTo>
                <a:cubicBezTo>
                  <a:pt x="1468316" y="255526"/>
                  <a:pt x="1453828" y="242512"/>
                  <a:pt x="1453828" y="227989"/>
                </a:cubicBezTo>
                <a:cubicBezTo>
                  <a:pt x="1453828" y="207743"/>
                  <a:pt x="1472761" y="195649"/>
                  <a:pt x="1501834" y="195649"/>
                </a:cubicBezTo>
                <a:cubicBezTo>
                  <a:pt x="1543697" y="195649"/>
                  <a:pt x="1582079" y="211373"/>
                  <a:pt x="1597180" y="222644"/>
                </a:cubicBezTo>
                <a:lnTo>
                  <a:pt x="1613401" y="137908"/>
                </a:lnTo>
                <a:cubicBezTo>
                  <a:pt x="1594348" y="125765"/>
                  <a:pt x="1559986" y="113411"/>
                  <a:pt x="1507205" y="113411"/>
                </a:cubicBezTo>
                <a:cubicBezTo>
                  <a:pt x="1407454" y="113411"/>
                  <a:pt x="1340970" y="165801"/>
                  <a:pt x="1340970" y="243327"/>
                </a:cubicBezTo>
                <a:cubicBezTo>
                  <a:pt x="1340970" y="282728"/>
                  <a:pt x="1367537" y="316159"/>
                  <a:pt x="1420637" y="342530"/>
                </a:cubicBezTo>
                <a:cubicBezTo>
                  <a:pt x="1454206" y="358843"/>
                  <a:pt x="1467348" y="371767"/>
                  <a:pt x="1467348" y="390260"/>
                </a:cubicBezTo>
                <a:cubicBezTo>
                  <a:pt x="1467348" y="410662"/>
                  <a:pt x="1448653" y="423380"/>
                  <a:pt x="1420899" y="423380"/>
                </a:cubicBezTo>
                <a:cubicBezTo>
                  <a:pt x="1387200" y="423380"/>
                  <a:pt x="1342028" y="408651"/>
                  <a:pt x="1316170" y="394058"/>
                </a:cubicBezTo>
                <a:lnTo>
                  <a:pt x="1299920" y="478961"/>
                </a:lnTo>
                <a:cubicBezTo>
                  <a:pt x="1324314" y="493849"/>
                  <a:pt x="1367431" y="504151"/>
                  <a:pt x="1410107" y="504852"/>
                </a:cubicBezTo>
                <a:cubicBezTo>
                  <a:pt x="1469572" y="505307"/>
                  <a:pt x="1519028" y="488918"/>
                  <a:pt x="1549514" y="458861"/>
                </a:cubicBezTo>
                <a:cubicBezTo>
                  <a:pt x="1572432" y="436279"/>
                  <a:pt x="1584075" y="407299"/>
                  <a:pt x="1584075" y="372652"/>
                </a:cubicBezTo>
                <a:cubicBezTo>
                  <a:pt x="1584075" y="319558"/>
                  <a:pt x="1538942" y="290202"/>
                  <a:pt x="1498985" y="270374"/>
                </a:cubicBezTo>
                <a:close/>
                <a:moveTo>
                  <a:pt x="970363" y="127406"/>
                </a:moveTo>
                <a:lnTo>
                  <a:pt x="952989" y="217938"/>
                </a:lnTo>
                <a:cubicBezTo>
                  <a:pt x="935533" y="208075"/>
                  <a:pt x="915292" y="203307"/>
                  <a:pt x="891107" y="203307"/>
                </a:cubicBezTo>
                <a:cubicBezTo>
                  <a:pt x="811295" y="203307"/>
                  <a:pt x="763747" y="272410"/>
                  <a:pt x="763747" y="338997"/>
                </a:cubicBezTo>
                <a:cubicBezTo>
                  <a:pt x="763747" y="395504"/>
                  <a:pt x="801745" y="415748"/>
                  <a:pt x="837167" y="415748"/>
                </a:cubicBezTo>
                <a:cubicBezTo>
                  <a:pt x="869148" y="415748"/>
                  <a:pt x="896280" y="408737"/>
                  <a:pt x="930953" y="391664"/>
                </a:cubicBezTo>
                <a:lnTo>
                  <a:pt x="913201" y="484779"/>
                </a:lnTo>
                <a:cubicBezTo>
                  <a:pt x="887273" y="497313"/>
                  <a:pt x="847002" y="504852"/>
                  <a:pt x="805571" y="504852"/>
                </a:cubicBezTo>
                <a:cubicBezTo>
                  <a:pt x="708709" y="504852"/>
                  <a:pt x="646266" y="444585"/>
                  <a:pt x="646266" y="351250"/>
                </a:cubicBezTo>
                <a:cubicBezTo>
                  <a:pt x="646266" y="216101"/>
                  <a:pt x="752144" y="114188"/>
                  <a:pt x="892662" y="114188"/>
                </a:cubicBezTo>
                <a:cubicBezTo>
                  <a:pt x="921178" y="114188"/>
                  <a:pt x="950277" y="119151"/>
                  <a:pt x="970363" y="127406"/>
                </a:cubicBezTo>
                <a:close/>
                <a:moveTo>
                  <a:pt x="2778278" y="343325"/>
                </a:moveTo>
                <a:cubicBezTo>
                  <a:pt x="2862884" y="359827"/>
                  <a:pt x="2955783" y="339380"/>
                  <a:pt x="2993476" y="302896"/>
                </a:cubicBezTo>
                <a:cubicBezTo>
                  <a:pt x="3013625" y="283392"/>
                  <a:pt x="3023855" y="257710"/>
                  <a:pt x="3023855" y="226484"/>
                </a:cubicBezTo>
                <a:cubicBezTo>
                  <a:pt x="3023855" y="158962"/>
                  <a:pt x="2971211" y="113423"/>
                  <a:pt x="2892289" y="113423"/>
                </a:cubicBezTo>
                <a:cubicBezTo>
                  <a:pt x="2829229" y="113423"/>
                  <a:pt x="2771906" y="139599"/>
                  <a:pt x="2730905" y="187174"/>
                </a:cubicBezTo>
                <a:cubicBezTo>
                  <a:pt x="2693535" y="230519"/>
                  <a:pt x="2672078" y="288647"/>
                  <a:pt x="2672078" y="346655"/>
                </a:cubicBezTo>
                <a:cubicBezTo>
                  <a:pt x="2672078" y="447258"/>
                  <a:pt x="2731715" y="504881"/>
                  <a:pt x="2836038" y="504881"/>
                </a:cubicBezTo>
                <a:cubicBezTo>
                  <a:pt x="2860557" y="504881"/>
                  <a:pt x="2923337" y="501938"/>
                  <a:pt x="2976777" y="474840"/>
                </a:cubicBezTo>
                <a:lnTo>
                  <a:pt x="2994734" y="381111"/>
                </a:lnTo>
                <a:cubicBezTo>
                  <a:pt x="2950484" y="406640"/>
                  <a:pt x="2909899" y="418032"/>
                  <a:pt x="2863005" y="418032"/>
                </a:cubicBezTo>
                <a:cubicBezTo>
                  <a:pt x="2810134" y="418032"/>
                  <a:pt x="2774248" y="390673"/>
                  <a:pt x="2778278" y="343325"/>
                </a:cubicBezTo>
                <a:close/>
                <a:moveTo>
                  <a:pt x="2878412" y="194883"/>
                </a:moveTo>
                <a:cubicBezTo>
                  <a:pt x="2921523" y="194883"/>
                  <a:pt x="2926998" y="231859"/>
                  <a:pt x="2909510" y="249117"/>
                </a:cubicBezTo>
                <a:cubicBezTo>
                  <a:pt x="2893357" y="265003"/>
                  <a:pt x="2856343" y="271614"/>
                  <a:pt x="2790539" y="271078"/>
                </a:cubicBezTo>
                <a:cubicBezTo>
                  <a:pt x="2799027" y="234378"/>
                  <a:pt x="2829908" y="194883"/>
                  <a:pt x="2878412" y="194883"/>
                </a:cubicBezTo>
                <a:close/>
                <a:moveTo>
                  <a:pt x="2693048" y="127406"/>
                </a:moveTo>
                <a:lnTo>
                  <a:pt x="2675674" y="217938"/>
                </a:lnTo>
                <a:cubicBezTo>
                  <a:pt x="2658218" y="208075"/>
                  <a:pt x="2637977" y="203307"/>
                  <a:pt x="2613791" y="203307"/>
                </a:cubicBezTo>
                <a:cubicBezTo>
                  <a:pt x="2533980" y="203307"/>
                  <a:pt x="2486431" y="272410"/>
                  <a:pt x="2486431" y="338997"/>
                </a:cubicBezTo>
                <a:cubicBezTo>
                  <a:pt x="2486431" y="395505"/>
                  <a:pt x="2524430" y="415748"/>
                  <a:pt x="2559852" y="415748"/>
                </a:cubicBezTo>
                <a:cubicBezTo>
                  <a:pt x="2591833" y="415748"/>
                  <a:pt x="2618964" y="408738"/>
                  <a:pt x="2653638" y="391664"/>
                </a:cubicBezTo>
                <a:lnTo>
                  <a:pt x="2635886" y="484779"/>
                </a:lnTo>
                <a:cubicBezTo>
                  <a:pt x="2609958" y="497313"/>
                  <a:pt x="2569687" y="504852"/>
                  <a:pt x="2528256" y="504852"/>
                </a:cubicBezTo>
                <a:cubicBezTo>
                  <a:pt x="2431394" y="504852"/>
                  <a:pt x="2368950" y="444585"/>
                  <a:pt x="2368950" y="351250"/>
                </a:cubicBezTo>
                <a:cubicBezTo>
                  <a:pt x="2368950" y="216101"/>
                  <a:pt x="2474828" y="114188"/>
                  <a:pt x="2615346" y="114188"/>
                </a:cubicBezTo>
                <a:cubicBezTo>
                  <a:pt x="2643863" y="114188"/>
                  <a:pt x="2672962" y="119152"/>
                  <a:pt x="2693048" y="127406"/>
                </a:cubicBezTo>
                <a:close/>
                <a:moveTo>
                  <a:pt x="2329634" y="152058"/>
                </a:moveTo>
                <a:cubicBezTo>
                  <a:pt x="2308543" y="126672"/>
                  <a:pt x="2274886" y="113592"/>
                  <a:pt x="2229388" y="113412"/>
                </a:cubicBezTo>
                <a:cubicBezTo>
                  <a:pt x="2169583" y="113412"/>
                  <a:pt x="2116089" y="135174"/>
                  <a:pt x="2074640" y="176365"/>
                </a:cubicBezTo>
                <a:cubicBezTo>
                  <a:pt x="2025158" y="225550"/>
                  <a:pt x="1995615" y="299510"/>
                  <a:pt x="1995666" y="374196"/>
                </a:cubicBezTo>
                <a:cubicBezTo>
                  <a:pt x="1995706" y="439939"/>
                  <a:pt x="2029377" y="505631"/>
                  <a:pt x="2103884" y="505631"/>
                </a:cubicBezTo>
                <a:cubicBezTo>
                  <a:pt x="2165274" y="505631"/>
                  <a:pt x="2201867" y="469953"/>
                  <a:pt x="2216888" y="424869"/>
                </a:cubicBezTo>
                <a:lnTo>
                  <a:pt x="2202971" y="497208"/>
                </a:lnTo>
                <a:lnTo>
                  <a:pt x="2310065" y="497208"/>
                </a:lnTo>
                <a:lnTo>
                  <a:pt x="2350499" y="287037"/>
                </a:lnTo>
                <a:cubicBezTo>
                  <a:pt x="2358289" y="246027"/>
                  <a:pt x="2360850" y="189628"/>
                  <a:pt x="2329634" y="152058"/>
                </a:cubicBezTo>
                <a:close/>
                <a:moveTo>
                  <a:pt x="2237095" y="310500"/>
                </a:moveTo>
                <a:cubicBezTo>
                  <a:pt x="2225009" y="372547"/>
                  <a:pt x="2189874" y="414918"/>
                  <a:pt x="2149081" y="414918"/>
                </a:cubicBezTo>
                <a:cubicBezTo>
                  <a:pt x="2123576" y="414918"/>
                  <a:pt x="2108917" y="390455"/>
                  <a:pt x="2108903" y="351174"/>
                </a:cubicBezTo>
                <a:cubicBezTo>
                  <a:pt x="2108862" y="288302"/>
                  <a:pt x="2154552" y="197893"/>
                  <a:pt x="2207291" y="197893"/>
                </a:cubicBezTo>
                <a:cubicBezTo>
                  <a:pt x="2232196" y="197893"/>
                  <a:pt x="2246086" y="212182"/>
                  <a:pt x="2247393" y="238683"/>
                </a:cubicBezTo>
                <a:cubicBezTo>
                  <a:pt x="2248144" y="255113"/>
                  <a:pt x="2241212" y="289532"/>
                  <a:pt x="2237095" y="310500"/>
                </a:cubicBezTo>
                <a:close/>
                <a:moveTo>
                  <a:pt x="606951" y="152058"/>
                </a:moveTo>
                <a:cubicBezTo>
                  <a:pt x="585861" y="126672"/>
                  <a:pt x="552204" y="113592"/>
                  <a:pt x="506706" y="113412"/>
                </a:cubicBezTo>
                <a:cubicBezTo>
                  <a:pt x="446901" y="113412"/>
                  <a:pt x="393408" y="135174"/>
                  <a:pt x="351958" y="176365"/>
                </a:cubicBezTo>
                <a:cubicBezTo>
                  <a:pt x="302476" y="225550"/>
                  <a:pt x="272933" y="299510"/>
                  <a:pt x="272985" y="374196"/>
                </a:cubicBezTo>
                <a:cubicBezTo>
                  <a:pt x="273024" y="439939"/>
                  <a:pt x="306695" y="505631"/>
                  <a:pt x="381203" y="505631"/>
                </a:cubicBezTo>
                <a:cubicBezTo>
                  <a:pt x="442592" y="505631"/>
                  <a:pt x="479185" y="469953"/>
                  <a:pt x="494206" y="424869"/>
                </a:cubicBezTo>
                <a:lnTo>
                  <a:pt x="480290" y="497208"/>
                </a:lnTo>
                <a:lnTo>
                  <a:pt x="587383" y="497208"/>
                </a:lnTo>
                <a:lnTo>
                  <a:pt x="627817" y="287037"/>
                </a:lnTo>
                <a:cubicBezTo>
                  <a:pt x="635608" y="246027"/>
                  <a:pt x="638169" y="189628"/>
                  <a:pt x="606951" y="152058"/>
                </a:cubicBezTo>
                <a:close/>
                <a:moveTo>
                  <a:pt x="514414" y="310500"/>
                </a:moveTo>
                <a:cubicBezTo>
                  <a:pt x="502328" y="372547"/>
                  <a:pt x="467193" y="414918"/>
                  <a:pt x="426399" y="414918"/>
                </a:cubicBezTo>
                <a:cubicBezTo>
                  <a:pt x="400893" y="414918"/>
                  <a:pt x="386235" y="390455"/>
                  <a:pt x="386220" y="351174"/>
                </a:cubicBezTo>
                <a:cubicBezTo>
                  <a:pt x="386180" y="288302"/>
                  <a:pt x="431870" y="197893"/>
                  <a:pt x="484610" y="197893"/>
                </a:cubicBezTo>
                <a:cubicBezTo>
                  <a:pt x="509515" y="197893"/>
                  <a:pt x="523404" y="212182"/>
                  <a:pt x="524712" y="238683"/>
                </a:cubicBezTo>
                <a:cubicBezTo>
                  <a:pt x="525462" y="255113"/>
                  <a:pt x="518530" y="289532"/>
                  <a:pt x="514414" y="310500"/>
                </a:cubicBezTo>
                <a:close/>
                <a:moveTo>
                  <a:pt x="1865864" y="113412"/>
                </a:moveTo>
                <a:cubicBezTo>
                  <a:pt x="1819094" y="113412"/>
                  <a:pt x="1777774" y="140376"/>
                  <a:pt x="1749875" y="180686"/>
                </a:cubicBezTo>
                <a:lnTo>
                  <a:pt x="1761420" y="120329"/>
                </a:lnTo>
                <a:lnTo>
                  <a:pt x="1662666" y="120329"/>
                </a:lnTo>
                <a:lnTo>
                  <a:pt x="1567483" y="617550"/>
                </a:lnTo>
                <a:lnTo>
                  <a:pt x="1679604" y="617550"/>
                </a:lnTo>
                <a:lnTo>
                  <a:pt x="1708085" y="468046"/>
                </a:lnTo>
                <a:cubicBezTo>
                  <a:pt x="1720816" y="490846"/>
                  <a:pt x="1743145" y="505632"/>
                  <a:pt x="1782974" y="505635"/>
                </a:cubicBezTo>
                <a:cubicBezTo>
                  <a:pt x="1807282" y="505361"/>
                  <a:pt x="1835253" y="498863"/>
                  <a:pt x="1864479" y="483389"/>
                </a:cubicBezTo>
                <a:cubicBezTo>
                  <a:pt x="1944040" y="441264"/>
                  <a:pt x="1988181" y="347642"/>
                  <a:pt x="1988181" y="256331"/>
                </a:cubicBezTo>
                <a:cubicBezTo>
                  <a:pt x="1988181" y="169267"/>
                  <a:pt x="1940069" y="113412"/>
                  <a:pt x="1865864" y="113412"/>
                </a:cubicBezTo>
                <a:close/>
                <a:moveTo>
                  <a:pt x="1769434" y="421096"/>
                </a:moveTo>
                <a:cubicBezTo>
                  <a:pt x="1717848" y="421096"/>
                  <a:pt x="1730940" y="347514"/>
                  <a:pt x="1735618" y="323009"/>
                </a:cubicBezTo>
                <a:cubicBezTo>
                  <a:pt x="1749285" y="251336"/>
                  <a:pt x="1784539" y="204083"/>
                  <a:pt x="1826299" y="204083"/>
                </a:cubicBezTo>
                <a:cubicBezTo>
                  <a:pt x="1867368" y="204083"/>
                  <a:pt x="1871576" y="247067"/>
                  <a:pt x="1871576" y="264766"/>
                </a:cubicBezTo>
                <a:cubicBezTo>
                  <a:pt x="1871576" y="338066"/>
                  <a:pt x="1828326" y="421096"/>
                  <a:pt x="1769434" y="421096"/>
                </a:cubicBezTo>
                <a:close/>
                <a:moveTo>
                  <a:pt x="312690" y="112292"/>
                </a:moveTo>
                <a:lnTo>
                  <a:pt x="290790" y="226685"/>
                </a:lnTo>
                <a:cubicBezTo>
                  <a:pt x="214138" y="215159"/>
                  <a:pt x="160276" y="252471"/>
                  <a:pt x="142422" y="345714"/>
                </a:cubicBezTo>
                <a:lnTo>
                  <a:pt x="112141" y="503840"/>
                </a:lnTo>
                <a:lnTo>
                  <a:pt x="0" y="503840"/>
                </a:lnTo>
                <a:lnTo>
                  <a:pt x="73440" y="120329"/>
                </a:lnTo>
                <a:lnTo>
                  <a:pt x="172185" y="120329"/>
                </a:lnTo>
                <a:lnTo>
                  <a:pt x="156202" y="203879"/>
                </a:lnTo>
                <a:cubicBezTo>
                  <a:pt x="182129" y="145253"/>
                  <a:pt x="243682" y="106042"/>
                  <a:pt x="312690" y="112292"/>
                </a:cubicBezTo>
                <a:close/>
                <a:moveTo>
                  <a:pt x="944243" y="497208"/>
                </a:moveTo>
                <a:lnTo>
                  <a:pt x="1039422" y="0"/>
                </a:lnTo>
                <a:lnTo>
                  <a:pt x="1150777" y="0"/>
                </a:lnTo>
                <a:lnTo>
                  <a:pt x="1094906" y="291909"/>
                </a:lnTo>
                <a:lnTo>
                  <a:pt x="1239347" y="120329"/>
                </a:lnTo>
                <a:lnTo>
                  <a:pt x="1361754" y="120329"/>
                </a:lnTo>
                <a:lnTo>
                  <a:pt x="1212060" y="293812"/>
                </a:lnTo>
                <a:lnTo>
                  <a:pt x="1294315" y="497208"/>
                </a:lnTo>
                <a:lnTo>
                  <a:pt x="1173734" y="497208"/>
                </a:lnTo>
                <a:lnTo>
                  <a:pt x="1094235" y="295415"/>
                </a:lnTo>
                <a:lnTo>
                  <a:pt x="1055611" y="497208"/>
                </a:lnTo>
                <a:lnTo>
                  <a:pt x="944243" y="497208"/>
                </a:lnTo>
                <a:close/>
                <a:moveTo>
                  <a:pt x="2280316" y="695157"/>
                </a:moveTo>
                <a:cubicBezTo>
                  <a:pt x="2225655" y="695157"/>
                  <a:pt x="2187788" y="741906"/>
                  <a:pt x="2187788" y="795876"/>
                </a:cubicBezTo>
                <a:cubicBezTo>
                  <a:pt x="2187788" y="833773"/>
                  <a:pt x="2212818" y="861573"/>
                  <a:pt x="2253291" y="861573"/>
                </a:cubicBezTo>
                <a:cubicBezTo>
                  <a:pt x="2307953" y="861573"/>
                  <a:pt x="2345820" y="815176"/>
                  <a:pt x="2345820" y="760854"/>
                </a:cubicBezTo>
                <a:cubicBezTo>
                  <a:pt x="2345820" y="725897"/>
                  <a:pt x="2323428" y="695157"/>
                  <a:pt x="2280316" y="695157"/>
                </a:cubicBezTo>
                <a:close/>
                <a:moveTo>
                  <a:pt x="2275683" y="724555"/>
                </a:moveTo>
                <a:cubicBezTo>
                  <a:pt x="2298751" y="724555"/>
                  <a:pt x="2306312" y="744845"/>
                  <a:pt x="2306312" y="761174"/>
                </a:cubicBezTo>
                <a:cubicBezTo>
                  <a:pt x="2306312" y="792936"/>
                  <a:pt x="2287233" y="832175"/>
                  <a:pt x="2258568" y="832175"/>
                </a:cubicBezTo>
                <a:cubicBezTo>
                  <a:pt x="2238814" y="832175"/>
                  <a:pt x="2227296" y="816774"/>
                  <a:pt x="2227296" y="794885"/>
                </a:cubicBezTo>
                <a:cubicBezTo>
                  <a:pt x="2227296" y="765136"/>
                  <a:pt x="2245087" y="724555"/>
                  <a:pt x="2275683" y="724555"/>
                </a:cubicBezTo>
                <a:close/>
                <a:moveTo>
                  <a:pt x="2541237" y="695157"/>
                </a:moveTo>
                <a:cubicBezTo>
                  <a:pt x="2486576" y="695157"/>
                  <a:pt x="2448709" y="741906"/>
                  <a:pt x="2448709" y="795876"/>
                </a:cubicBezTo>
                <a:cubicBezTo>
                  <a:pt x="2448709" y="833773"/>
                  <a:pt x="2473739" y="861573"/>
                  <a:pt x="2514212" y="861573"/>
                </a:cubicBezTo>
                <a:cubicBezTo>
                  <a:pt x="2568874" y="861573"/>
                  <a:pt x="2606741" y="815176"/>
                  <a:pt x="2606741" y="760854"/>
                </a:cubicBezTo>
                <a:cubicBezTo>
                  <a:pt x="2606741" y="725897"/>
                  <a:pt x="2584349" y="695157"/>
                  <a:pt x="2541237" y="695157"/>
                </a:cubicBezTo>
                <a:close/>
                <a:moveTo>
                  <a:pt x="2536604" y="724555"/>
                </a:moveTo>
                <a:cubicBezTo>
                  <a:pt x="2559672" y="724555"/>
                  <a:pt x="2567233" y="744845"/>
                  <a:pt x="2567233" y="761174"/>
                </a:cubicBezTo>
                <a:cubicBezTo>
                  <a:pt x="2567233" y="792936"/>
                  <a:pt x="2548154" y="832175"/>
                  <a:pt x="2519488" y="832175"/>
                </a:cubicBezTo>
                <a:cubicBezTo>
                  <a:pt x="2499734" y="832175"/>
                  <a:pt x="2488217" y="816774"/>
                  <a:pt x="2488217" y="794885"/>
                </a:cubicBezTo>
                <a:cubicBezTo>
                  <a:pt x="2488217" y="765136"/>
                  <a:pt x="2506008" y="724555"/>
                  <a:pt x="2536604" y="724555"/>
                </a:cubicBezTo>
                <a:close/>
                <a:moveTo>
                  <a:pt x="2441704" y="646623"/>
                </a:moveTo>
                <a:lnTo>
                  <a:pt x="2400932" y="857994"/>
                </a:lnTo>
                <a:lnTo>
                  <a:pt x="2362712" y="857994"/>
                </a:lnTo>
                <a:lnTo>
                  <a:pt x="2403190" y="646623"/>
                </a:lnTo>
                <a:lnTo>
                  <a:pt x="2441704" y="646623"/>
                </a:lnTo>
                <a:close/>
                <a:moveTo>
                  <a:pt x="1819430" y="701970"/>
                </a:moveTo>
                <a:lnTo>
                  <a:pt x="1813367" y="733641"/>
                </a:lnTo>
                <a:cubicBezTo>
                  <a:pt x="1806719" y="730152"/>
                  <a:pt x="1798148" y="726217"/>
                  <a:pt x="1783826" y="726217"/>
                </a:cubicBezTo>
                <a:cubicBezTo>
                  <a:pt x="1746957" y="726217"/>
                  <a:pt x="1723567" y="759896"/>
                  <a:pt x="1723567" y="793256"/>
                </a:cubicBezTo>
                <a:cubicBezTo>
                  <a:pt x="1723567" y="817093"/>
                  <a:pt x="1737401" y="830514"/>
                  <a:pt x="1758796" y="830514"/>
                </a:cubicBezTo>
                <a:cubicBezTo>
                  <a:pt x="1780522" y="830514"/>
                  <a:pt x="1796308" y="821596"/>
                  <a:pt x="1801876" y="818489"/>
                </a:cubicBezTo>
                <a:lnTo>
                  <a:pt x="1795551" y="851535"/>
                </a:lnTo>
                <a:cubicBezTo>
                  <a:pt x="1786178" y="856289"/>
                  <a:pt x="1769537" y="861253"/>
                  <a:pt x="1748275" y="861253"/>
                </a:cubicBezTo>
                <a:cubicBezTo>
                  <a:pt x="1708092" y="861253"/>
                  <a:pt x="1683415" y="835754"/>
                  <a:pt x="1683415" y="797825"/>
                </a:cubicBezTo>
                <a:cubicBezTo>
                  <a:pt x="1683415" y="742225"/>
                  <a:pt x="1725883" y="695477"/>
                  <a:pt x="1785145" y="695477"/>
                </a:cubicBezTo>
                <a:cubicBezTo>
                  <a:pt x="1800432" y="695477"/>
                  <a:pt x="1813804" y="699277"/>
                  <a:pt x="1819430" y="701970"/>
                </a:cubicBezTo>
                <a:close/>
                <a:moveTo>
                  <a:pt x="1599026" y="831504"/>
                </a:moveTo>
                <a:cubicBezTo>
                  <a:pt x="1625535" y="831504"/>
                  <a:pt x="1644256" y="821717"/>
                  <a:pt x="1657309" y="812360"/>
                </a:cubicBezTo>
                <a:lnTo>
                  <a:pt x="1650747" y="846645"/>
                </a:lnTo>
                <a:cubicBezTo>
                  <a:pt x="1634704" y="856213"/>
                  <a:pt x="1611229" y="861573"/>
                  <a:pt x="1590147" y="861573"/>
                </a:cubicBezTo>
                <a:cubicBezTo>
                  <a:pt x="1545684" y="861573"/>
                  <a:pt x="1524289" y="834444"/>
                  <a:pt x="1524289" y="795524"/>
                </a:cubicBezTo>
                <a:cubicBezTo>
                  <a:pt x="1524289" y="747466"/>
                  <a:pt x="1559840" y="695157"/>
                  <a:pt x="1615145" y="695157"/>
                </a:cubicBezTo>
                <a:cubicBezTo>
                  <a:pt x="1646771" y="695157"/>
                  <a:pt x="1666846" y="713115"/>
                  <a:pt x="1666846" y="739957"/>
                </a:cubicBezTo>
                <a:cubicBezTo>
                  <a:pt x="1666846" y="780794"/>
                  <a:pt x="1623735" y="793895"/>
                  <a:pt x="1561835" y="792585"/>
                </a:cubicBezTo>
                <a:cubicBezTo>
                  <a:pt x="1561159" y="798145"/>
                  <a:pt x="1562478" y="808945"/>
                  <a:pt x="1566114" y="815176"/>
                </a:cubicBezTo>
                <a:cubicBezTo>
                  <a:pt x="1572355" y="825944"/>
                  <a:pt x="1583873" y="831504"/>
                  <a:pt x="1599026" y="831504"/>
                </a:cubicBezTo>
                <a:close/>
                <a:moveTo>
                  <a:pt x="1565760" y="764114"/>
                </a:moveTo>
                <a:cubicBezTo>
                  <a:pt x="1605268" y="764465"/>
                  <a:pt x="1630620" y="759225"/>
                  <a:pt x="1630620" y="739956"/>
                </a:cubicBezTo>
                <a:cubicBezTo>
                  <a:pt x="1630620" y="729796"/>
                  <a:pt x="1622416" y="723596"/>
                  <a:pt x="1610222" y="723596"/>
                </a:cubicBezTo>
                <a:cubicBezTo>
                  <a:pt x="1586189" y="723596"/>
                  <a:pt x="1570393" y="744846"/>
                  <a:pt x="1565760" y="764114"/>
                </a:cubicBezTo>
                <a:close/>
                <a:moveTo>
                  <a:pt x="2158533" y="765136"/>
                </a:moveTo>
                <a:lnTo>
                  <a:pt x="2140621" y="857994"/>
                </a:lnTo>
                <a:lnTo>
                  <a:pt x="2102401" y="857994"/>
                </a:lnTo>
                <a:lnTo>
                  <a:pt x="2119621" y="768076"/>
                </a:lnTo>
                <a:cubicBezTo>
                  <a:pt x="2120746" y="762183"/>
                  <a:pt x="2121512" y="755294"/>
                  <a:pt x="2121512" y="749095"/>
                </a:cubicBezTo>
                <a:cubicBezTo>
                  <a:pt x="2121512" y="735675"/>
                  <a:pt x="2116557" y="726216"/>
                  <a:pt x="2101404" y="726216"/>
                </a:cubicBezTo>
                <a:cubicBezTo>
                  <a:pt x="2083966" y="726216"/>
                  <a:pt x="2061959" y="747114"/>
                  <a:pt x="2055042" y="784436"/>
                </a:cubicBezTo>
                <a:lnTo>
                  <a:pt x="2040853" y="857994"/>
                </a:lnTo>
                <a:lnTo>
                  <a:pt x="2002633" y="857994"/>
                </a:lnTo>
                <a:lnTo>
                  <a:pt x="2033316" y="697777"/>
                </a:lnTo>
                <a:lnTo>
                  <a:pt x="2067888" y="697777"/>
                </a:lnTo>
                <a:lnTo>
                  <a:pt x="2061951" y="728554"/>
                </a:lnTo>
                <a:cubicBezTo>
                  <a:pt x="2076820" y="706392"/>
                  <a:pt x="2097643" y="695157"/>
                  <a:pt x="2120514" y="695157"/>
                </a:cubicBezTo>
                <a:cubicBezTo>
                  <a:pt x="2143550" y="695157"/>
                  <a:pt x="2161341" y="708865"/>
                  <a:pt x="2161341" y="738934"/>
                </a:cubicBezTo>
                <a:cubicBezTo>
                  <a:pt x="2161341" y="746156"/>
                  <a:pt x="2160173" y="757276"/>
                  <a:pt x="2158533" y="765136"/>
                </a:cubicBezTo>
                <a:close/>
                <a:moveTo>
                  <a:pt x="1980144" y="738934"/>
                </a:moveTo>
                <a:cubicBezTo>
                  <a:pt x="1980144" y="746156"/>
                  <a:pt x="1978976" y="757276"/>
                  <a:pt x="1977335" y="765136"/>
                </a:cubicBezTo>
                <a:lnTo>
                  <a:pt x="1959424" y="857994"/>
                </a:lnTo>
                <a:lnTo>
                  <a:pt x="1921204" y="857994"/>
                </a:lnTo>
                <a:lnTo>
                  <a:pt x="1938424" y="768076"/>
                </a:lnTo>
                <a:cubicBezTo>
                  <a:pt x="1939549" y="762183"/>
                  <a:pt x="1940315" y="755294"/>
                  <a:pt x="1940315" y="749095"/>
                </a:cubicBezTo>
                <a:cubicBezTo>
                  <a:pt x="1940315" y="735675"/>
                  <a:pt x="1935360" y="726216"/>
                  <a:pt x="1920206" y="726216"/>
                </a:cubicBezTo>
                <a:cubicBezTo>
                  <a:pt x="1902769" y="726216"/>
                  <a:pt x="1880762" y="747114"/>
                  <a:pt x="1873845" y="784436"/>
                </a:cubicBezTo>
                <a:lnTo>
                  <a:pt x="1873845" y="784436"/>
                </a:lnTo>
                <a:lnTo>
                  <a:pt x="1859656" y="857994"/>
                </a:lnTo>
                <a:lnTo>
                  <a:pt x="1821436" y="857994"/>
                </a:lnTo>
                <a:lnTo>
                  <a:pt x="1861915" y="646623"/>
                </a:lnTo>
                <a:lnTo>
                  <a:pt x="1900428" y="646623"/>
                </a:lnTo>
                <a:lnTo>
                  <a:pt x="1885984" y="721502"/>
                </a:lnTo>
                <a:cubicBezTo>
                  <a:pt x="1900326" y="704012"/>
                  <a:pt x="1919014" y="695157"/>
                  <a:pt x="1939317" y="695157"/>
                </a:cubicBezTo>
                <a:cubicBezTo>
                  <a:pt x="1962353" y="695157"/>
                  <a:pt x="1980144" y="708865"/>
                  <a:pt x="1980144" y="738934"/>
                </a:cubicBezTo>
                <a:close/>
                <a:moveTo>
                  <a:pt x="1486679" y="698736"/>
                </a:moveTo>
                <a:lnTo>
                  <a:pt x="1522584" y="698736"/>
                </a:lnTo>
                <a:lnTo>
                  <a:pt x="1516664" y="728165"/>
                </a:lnTo>
                <a:lnTo>
                  <a:pt x="1480760" y="728165"/>
                </a:lnTo>
                <a:lnTo>
                  <a:pt x="1468243" y="792264"/>
                </a:lnTo>
                <a:cubicBezTo>
                  <a:pt x="1466603" y="799775"/>
                  <a:pt x="1465285" y="807955"/>
                  <a:pt x="1465285" y="814824"/>
                </a:cubicBezTo>
                <a:cubicBezTo>
                  <a:pt x="1465285" y="823675"/>
                  <a:pt x="1469241" y="829236"/>
                  <a:pt x="1479440" y="829236"/>
                </a:cubicBezTo>
                <a:cubicBezTo>
                  <a:pt x="1484941" y="829236"/>
                  <a:pt x="1490390" y="828740"/>
                  <a:pt x="1494778" y="827801"/>
                </a:cubicBezTo>
                <a:lnTo>
                  <a:pt x="1488997" y="857990"/>
                </a:lnTo>
                <a:lnTo>
                  <a:pt x="1488996" y="857994"/>
                </a:lnTo>
                <a:cubicBezTo>
                  <a:pt x="1483398" y="860295"/>
                  <a:pt x="1473198" y="861254"/>
                  <a:pt x="1463965" y="861254"/>
                </a:cubicBezTo>
                <a:cubicBezTo>
                  <a:pt x="1437648" y="861254"/>
                  <a:pt x="1426097" y="846874"/>
                  <a:pt x="1426097" y="828564"/>
                </a:cubicBezTo>
                <a:cubicBezTo>
                  <a:pt x="1426097" y="819713"/>
                  <a:pt x="1427096" y="810894"/>
                  <a:pt x="1429411" y="799135"/>
                </a:cubicBezTo>
                <a:lnTo>
                  <a:pt x="1443247" y="728165"/>
                </a:lnTo>
                <a:lnTo>
                  <a:pt x="1421818" y="728165"/>
                </a:lnTo>
                <a:lnTo>
                  <a:pt x="1427416" y="698736"/>
                </a:lnTo>
                <a:lnTo>
                  <a:pt x="1448813" y="698736"/>
                </a:lnTo>
                <a:lnTo>
                  <a:pt x="1457003" y="657748"/>
                </a:lnTo>
                <a:lnTo>
                  <a:pt x="1494288" y="657748"/>
                </a:lnTo>
                <a:lnTo>
                  <a:pt x="1486679" y="698736"/>
                </a:lnTo>
                <a:close/>
                <a:moveTo>
                  <a:pt x="2788298" y="886433"/>
                </a:moveTo>
                <a:cubicBezTo>
                  <a:pt x="2797421" y="891459"/>
                  <a:pt x="2817033" y="897683"/>
                  <a:pt x="2828271" y="878611"/>
                </a:cubicBezTo>
                <a:lnTo>
                  <a:pt x="2840780" y="853718"/>
                </a:lnTo>
                <a:lnTo>
                  <a:pt x="2812203" y="697777"/>
                </a:lnTo>
                <a:lnTo>
                  <a:pt x="2852387" y="697777"/>
                </a:lnTo>
                <a:lnTo>
                  <a:pt x="2867179" y="816325"/>
                </a:lnTo>
                <a:lnTo>
                  <a:pt x="2928097" y="697777"/>
                </a:lnTo>
                <a:lnTo>
                  <a:pt x="2968924" y="697777"/>
                </a:lnTo>
                <a:lnTo>
                  <a:pt x="2861660" y="887677"/>
                </a:lnTo>
                <a:lnTo>
                  <a:pt x="2861660" y="887739"/>
                </a:lnTo>
                <a:cubicBezTo>
                  <a:pt x="2840670" y="925032"/>
                  <a:pt x="2811722" y="931006"/>
                  <a:pt x="2782349" y="917510"/>
                </a:cubicBezTo>
                <a:lnTo>
                  <a:pt x="2788298" y="886433"/>
                </a:lnTo>
                <a:close/>
                <a:moveTo>
                  <a:pt x="2783865" y="738023"/>
                </a:moveTo>
                <a:cubicBezTo>
                  <a:pt x="2783865" y="746856"/>
                  <a:pt x="2782548" y="756668"/>
                  <a:pt x="2780573" y="765507"/>
                </a:cubicBezTo>
                <a:lnTo>
                  <a:pt x="2766056" y="837735"/>
                </a:lnTo>
                <a:cubicBezTo>
                  <a:pt x="2760075" y="868795"/>
                  <a:pt x="2751071" y="893655"/>
                  <a:pt x="2732771" y="908673"/>
                </a:cubicBezTo>
                <a:cubicBezTo>
                  <a:pt x="2715803" y="922413"/>
                  <a:pt x="2693178" y="926343"/>
                  <a:pt x="2672895" y="926343"/>
                </a:cubicBezTo>
                <a:cubicBezTo>
                  <a:pt x="2654111" y="926343"/>
                  <a:pt x="2636689" y="922930"/>
                  <a:pt x="2625597" y="917510"/>
                </a:cubicBezTo>
                <a:lnTo>
                  <a:pt x="2631546" y="886433"/>
                </a:lnTo>
                <a:cubicBezTo>
                  <a:pt x="2640780" y="891993"/>
                  <a:pt x="2658539" y="895923"/>
                  <a:pt x="2673692" y="895923"/>
                </a:cubicBezTo>
                <a:cubicBezTo>
                  <a:pt x="2698723" y="895923"/>
                  <a:pt x="2717833" y="884164"/>
                  <a:pt x="2725716" y="847194"/>
                </a:cubicBezTo>
                <a:lnTo>
                  <a:pt x="2728786" y="833259"/>
                </a:lnTo>
                <a:cubicBezTo>
                  <a:pt x="2715922" y="851397"/>
                  <a:pt x="2696745" y="861694"/>
                  <a:pt x="2675487" y="861694"/>
                </a:cubicBezTo>
                <a:cubicBezTo>
                  <a:pt x="2641227" y="861694"/>
                  <a:pt x="2627062" y="833883"/>
                  <a:pt x="2627062" y="805419"/>
                </a:cubicBezTo>
                <a:cubicBezTo>
                  <a:pt x="2627062" y="755034"/>
                  <a:pt x="2661981" y="695157"/>
                  <a:pt x="2730167" y="695157"/>
                </a:cubicBezTo>
                <a:cubicBezTo>
                  <a:pt x="2763769" y="695157"/>
                  <a:pt x="2783865" y="709232"/>
                  <a:pt x="2783865" y="738023"/>
                </a:cubicBezTo>
                <a:close/>
                <a:moveTo>
                  <a:pt x="2744332" y="744568"/>
                </a:moveTo>
                <a:cubicBezTo>
                  <a:pt x="2744002" y="731479"/>
                  <a:pt x="2736426" y="724282"/>
                  <a:pt x="2722919" y="724282"/>
                </a:cubicBezTo>
                <a:cubicBezTo>
                  <a:pt x="2689323" y="724282"/>
                  <a:pt x="2667246" y="767142"/>
                  <a:pt x="2667246" y="798548"/>
                </a:cubicBezTo>
                <a:cubicBezTo>
                  <a:pt x="2667246" y="815892"/>
                  <a:pt x="2674829" y="830614"/>
                  <a:pt x="2692615" y="830614"/>
                </a:cubicBezTo>
                <a:cubicBezTo>
                  <a:pt x="2712381" y="830614"/>
                  <a:pt x="2732806" y="810328"/>
                  <a:pt x="2739395" y="778262"/>
                </a:cubicBezTo>
                <a:lnTo>
                  <a:pt x="2742357" y="763539"/>
                </a:lnTo>
                <a:cubicBezTo>
                  <a:pt x="2743358" y="757739"/>
                  <a:pt x="2744661" y="752092"/>
                  <a:pt x="2744331" y="744568"/>
                </a:cubicBezTo>
                <a:close/>
              </a:path>
            </a:pathLst>
          </a:custGeom>
          <a:solidFill>
            <a:schemeClr val="bg1"/>
          </a:solidFill>
          <a:ln w="9525" cap="flat">
            <a:noFill/>
            <a:prstDash val="solid"/>
            <a:miter/>
          </a:ln>
        </p:spPr>
        <p:txBody>
          <a:bodyPr rtlCol="0" anchor="ctr"/>
          <a:lstStyle/>
          <a:p>
            <a:endParaRPr lang="en-US" sz="3600"/>
          </a:p>
        </p:txBody>
      </p:sp>
    </p:spTree>
    <p:extLst>
      <p:ext uri="{BB962C8B-B14F-4D97-AF65-F5344CB8AC3E}">
        <p14:creationId xmlns:p14="http://schemas.microsoft.com/office/powerpoint/2010/main" val="394451830"/>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showMasterSp="0" preserve="1" userDrawn="1">
  <p:cSld name="3_Logo">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FBFEA71-1AC6-4DFC-15E0-24BA7D731D78}"/>
              </a:ext>
            </a:extLst>
          </p:cNvPr>
          <p:cNvPicPr>
            <a:picLocks noChangeAspect="1"/>
          </p:cNvPicPr>
          <p:nvPr userDrawn="1"/>
        </p:nvPicPr>
        <p:blipFill>
          <a:blip r:embed="rId2"/>
          <a:stretch>
            <a:fillRect/>
          </a:stretch>
        </p:blipFill>
        <p:spPr>
          <a:xfrm>
            <a:off x="1676400" y="0"/>
            <a:ext cx="21031200" cy="13716000"/>
          </a:xfrm>
          <a:prstGeom prst="rect">
            <a:avLst/>
          </a:prstGeom>
        </p:spPr>
      </p:pic>
      <p:pic>
        <p:nvPicPr>
          <p:cNvPr id="3" name="Graphic 2">
            <a:extLst>
              <a:ext uri="{FF2B5EF4-FFF2-40B4-BE49-F238E27FC236}">
                <a16:creationId xmlns:a16="http://schemas.microsoft.com/office/drawing/2014/main" id="{510642B9-F25A-374A-99F2-0224B52C46AD}"/>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8335214" y="5983498"/>
            <a:ext cx="8023116" cy="2487168"/>
          </a:xfrm>
          <a:prstGeom prst="rect">
            <a:avLst/>
          </a:prstGeom>
        </p:spPr>
      </p:pic>
      <p:sp>
        <p:nvSpPr>
          <p:cNvPr id="6" name="Graphic 2">
            <a:extLst>
              <a:ext uri="{FF2B5EF4-FFF2-40B4-BE49-F238E27FC236}">
                <a16:creationId xmlns:a16="http://schemas.microsoft.com/office/drawing/2014/main" id="{0D8656DC-2D22-C2DA-13A1-B73DAEC9EBA5}"/>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2200762449"/>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Single Column - Simpl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80F77ED-A2A4-4EFE-8DC0-C63FB58288D9}"/>
              </a:ext>
            </a:extLst>
          </p:cNvPr>
          <p:cNvSpPr/>
          <p:nvPr userDrawn="1"/>
        </p:nvSpPr>
        <p:spPr bwMode="white">
          <a:xfrm>
            <a:off x="6164826" y="0"/>
            <a:ext cx="560440" cy="13716000"/>
          </a:xfrm>
          <a:prstGeom prst="rect">
            <a:avLst/>
          </a:prstGeom>
          <a:solidFill>
            <a:srgbClr val="1C1C1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1752601"/>
            <a:ext cx="22936200" cy="3488134"/>
          </a:xfrm>
          <a:prstGeom prst="rect">
            <a:avLst/>
          </a:prstGeo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p>
            <a:r>
              <a:rPr lang="en-US"/>
              <a:t>Click to edit Master title style</a:t>
            </a:r>
          </a:p>
        </p:txBody>
      </p:sp>
      <p:sp>
        <p:nvSpPr>
          <p:cNvPr id="10" name="Footer Placeholder 4">
            <a:extLst>
              <a:ext uri="{FF2B5EF4-FFF2-40B4-BE49-F238E27FC236}">
                <a16:creationId xmlns:a16="http://schemas.microsoft.com/office/drawing/2014/main" id="{A78695ED-2F1E-494A-BB48-9F1643AA5F5C}"/>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8F85B9C0-2FA3-C642-B0A2-F972FA128415}"/>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453277660"/>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Single Column - Simple with Sub">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80F77ED-A2A4-4EFE-8DC0-C63FB58288D9}"/>
              </a:ext>
            </a:extLst>
          </p:cNvPr>
          <p:cNvSpPr/>
          <p:nvPr userDrawn="1"/>
        </p:nvSpPr>
        <p:spPr bwMode="white">
          <a:xfrm>
            <a:off x="6164826" y="0"/>
            <a:ext cx="560440" cy="13716000"/>
          </a:xfrm>
          <a:prstGeom prst="rect">
            <a:avLst/>
          </a:prstGeom>
          <a:solidFill>
            <a:srgbClr val="1C1C1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1"/>
            <a:ext cx="22936200" cy="3488134"/>
          </a:xfrm>
          <a:prstGeom prst="rect">
            <a:avLst/>
          </a:prstGeo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1752602"/>
            <a:ext cx="22971126" cy="584776"/>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p>
            <a:r>
              <a:rPr lang="en-US"/>
              <a:t>Click to edit Master title style</a:t>
            </a:r>
          </a:p>
        </p:txBody>
      </p:sp>
      <p:sp>
        <p:nvSpPr>
          <p:cNvPr id="11" name="Footer Placeholder 4">
            <a:extLst>
              <a:ext uri="{FF2B5EF4-FFF2-40B4-BE49-F238E27FC236}">
                <a16:creationId xmlns:a16="http://schemas.microsoft.com/office/drawing/2014/main" id="{EF68921A-3D84-0C43-BCF7-2359425BBAF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3C34AF9E-CC5A-D94B-A257-8357FE5D4D4C}"/>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865091251"/>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Single Column">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3"/>
            <a:ext cx="17160240" cy="3488134"/>
          </a:xfrm>
          <a:prstGeom prst="rect">
            <a:avLst/>
          </a:prstGeo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p>
            <a:r>
              <a:rPr lang="en-US"/>
              <a:t>Click to edit Master title style</a:t>
            </a:r>
          </a:p>
        </p:txBody>
      </p:sp>
      <p:sp>
        <p:nvSpPr>
          <p:cNvPr id="11" name="Footer Placeholder 4">
            <a:extLst>
              <a:ext uri="{FF2B5EF4-FFF2-40B4-BE49-F238E27FC236}">
                <a16:creationId xmlns:a16="http://schemas.microsoft.com/office/drawing/2014/main" id="{40A38931-98FA-BE47-B1AE-523C0961A6B7}"/>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969D2E81-8C3B-0043-9477-955DB211D4CB}"/>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821128539"/>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Double Column">
    <p:spTree>
      <p:nvGrpSpPr>
        <p:cNvPr id="1" name=""/>
        <p:cNvGrpSpPr/>
        <p:nvPr/>
      </p:nvGrpSpPr>
      <p:grpSpPr>
        <a:xfrm>
          <a:off x="0" y="0"/>
          <a:ext cx="0" cy="0"/>
          <a:chOff x="0" y="0"/>
          <a:chExt cx="0" cy="0"/>
        </a:xfrm>
      </p:grpSpPr>
      <p:sp>
        <p:nvSpPr>
          <p:cNvPr id="8" name="Text Placeholder 2">
            <a:extLst>
              <a:ext uri="{FF2B5EF4-FFF2-40B4-BE49-F238E27FC236}">
                <a16:creationId xmlns:a16="http://schemas.microsoft.com/office/drawing/2014/main" id="{A08EE2D0-C5F7-40AF-BD24-47EFB4DD9E34}"/>
              </a:ext>
            </a:extLst>
          </p:cNvPr>
          <p:cNvSpPr>
            <a:spLocks noGrp="1"/>
          </p:cNvSpPr>
          <p:nvPr>
            <p:ph idx="1"/>
          </p:nvPr>
        </p:nvSpPr>
        <p:spPr>
          <a:xfrm>
            <a:off x="16059154" y="624971"/>
            <a:ext cx="7600948" cy="3488134"/>
          </a:xfrm>
          <a:prstGeom prst="rect">
            <a:avLst/>
          </a:prstGeom>
        </p:spPr>
        <p:txBody>
          <a:bodyPr vert="horz"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6297"/>
            <a:ext cx="7315200" cy="3488134"/>
          </a:xfrm>
          <a:prstGeom prst="rect">
            <a:avLst/>
          </a:prstGeo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5800" y="3685032"/>
            <a:ext cx="5468112" cy="2339102"/>
          </a:xfrm>
          <a:prstGeom prst="rect">
            <a:avLst/>
          </a:prstGeom>
        </p:spPr>
        <p:txBody>
          <a:bodyPr vert="horz" lIns="0" tIns="0" rIns="0" bIns="0" rtlCol="0">
            <a:spAutoFit/>
          </a:bodyPr>
          <a:lstStyle>
            <a:lvl1pPr>
              <a:defRPr lang="en-US" sz="3800" dirty="0">
                <a:ln w="3175">
                  <a:noFill/>
                </a:ln>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9E8E5F5F-E11E-C44F-B488-CB35674682B5}"/>
              </a:ext>
            </a:extLst>
          </p:cNvPr>
          <p:cNvSpPr>
            <a:spLocks noGrp="1"/>
          </p:cNvSpPr>
          <p:nvPr>
            <p:ph type="title"/>
          </p:nvPr>
        </p:nvSpPr>
        <p:spPr/>
        <p:txBody>
          <a:bodyPr>
            <a:spAutoFit/>
          </a:bodyPr>
          <a:lstStyle>
            <a:lvl1pPr>
              <a:defRPr/>
            </a:lvl1pPr>
          </a:lstStyle>
          <a:p>
            <a:r>
              <a:rPr lang="en-US"/>
              <a:t>Click to edit Master title style</a:t>
            </a:r>
          </a:p>
        </p:txBody>
      </p:sp>
      <p:sp>
        <p:nvSpPr>
          <p:cNvPr id="10" name="Footer Placeholder 4">
            <a:extLst>
              <a:ext uri="{FF2B5EF4-FFF2-40B4-BE49-F238E27FC236}">
                <a16:creationId xmlns:a16="http://schemas.microsoft.com/office/drawing/2014/main" id="{156A0A62-087E-784B-9DD1-38534E1A4B07}"/>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8E27B880-B2E3-2C46-B7F9-CAD8D1E9265C}"/>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814794461"/>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userDrawn="1">
  <p:cSld name="Chart Slide">
    <p:spTree>
      <p:nvGrpSpPr>
        <p:cNvPr id="1" name=""/>
        <p:cNvGrpSpPr/>
        <p:nvPr/>
      </p:nvGrpSpPr>
      <p:grpSpPr>
        <a:xfrm>
          <a:off x="0" y="0"/>
          <a:ext cx="0" cy="0"/>
          <a:chOff x="0" y="0"/>
          <a:chExt cx="0" cy="0"/>
        </a:xfrm>
      </p:grpSpPr>
      <p:sp>
        <p:nvSpPr>
          <p:cNvPr id="6" name="Chart Placeholder 5">
            <a:extLst>
              <a:ext uri="{FF2B5EF4-FFF2-40B4-BE49-F238E27FC236}">
                <a16:creationId xmlns:a16="http://schemas.microsoft.com/office/drawing/2014/main" id="{D15CAE43-FFC5-5941-A364-DB8503717B41}"/>
              </a:ext>
            </a:extLst>
          </p:cNvPr>
          <p:cNvSpPr>
            <a:spLocks noGrp="1"/>
          </p:cNvSpPr>
          <p:nvPr>
            <p:ph type="chart" sz="quarter" idx="14"/>
          </p:nvPr>
        </p:nvSpPr>
        <p:spPr>
          <a:xfrm>
            <a:off x="6454140" y="4833410"/>
            <a:ext cx="17183100" cy="553998"/>
          </a:xfrm>
          <a:prstGeom prst="rect">
            <a:avLst/>
          </a:prstGeom>
        </p:spPr>
        <p:txBody>
          <a:bodyPr/>
          <a:lstStyle/>
          <a:p>
            <a:r>
              <a:rPr lang="en-US"/>
              <a:t>Click icon to add chart</a:t>
            </a:r>
          </a:p>
        </p:txBody>
      </p:sp>
      <p:sp>
        <p:nvSpPr>
          <p:cNvPr id="5" name="Title 4">
            <a:extLst>
              <a:ext uri="{FF2B5EF4-FFF2-40B4-BE49-F238E27FC236}">
                <a16:creationId xmlns:a16="http://schemas.microsoft.com/office/drawing/2014/main" id="{1A166DE4-81E7-7D4A-A206-F89CC138B7CD}"/>
              </a:ext>
            </a:extLst>
          </p:cNvPr>
          <p:cNvSpPr>
            <a:spLocks noGrp="1"/>
          </p:cNvSpPr>
          <p:nvPr>
            <p:ph type="title" hasCustomPrompt="1"/>
          </p:nvPr>
        </p:nvSpPr>
        <p:spPr>
          <a:xfrm>
            <a:off x="668995" y="537179"/>
            <a:ext cx="5466338" cy="968086"/>
          </a:xfrm>
        </p:spPr>
        <p:txBody>
          <a:bodyPr>
            <a:spAutoFit/>
          </a:bodyPr>
          <a:lstStyle/>
          <a:p>
            <a:r>
              <a:rPr lang="en-US"/>
              <a:t>Chart Slide</a:t>
            </a:r>
          </a:p>
        </p:txBody>
      </p:sp>
      <p:sp>
        <p:nvSpPr>
          <p:cNvPr id="12" name="Text Placeholder 8">
            <a:extLst>
              <a:ext uri="{FF2B5EF4-FFF2-40B4-BE49-F238E27FC236}">
                <a16:creationId xmlns:a16="http://schemas.microsoft.com/office/drawing/2014/main" id="{02EECDEE-456F-4A15-A4FE-4CA2F60E0059}"/>
              </a:ext>
            </a:extLst>
          </p:cNvPr>
          <p:cNvSpPr>
            <a:spLocks noGrp="1"/>
          </p:cNvSpPr>
          <p:nvPr>
            <p:ph type="body" sz="quarter" idx="13" hasCustomPrompt="1"/>
          </p:nvPr>
        </p:nvSpPr>
        <p:spPr>
          <a:xfrm>
            <a:off x="688972" y="3687499"/>
            <a:ext cx="5468112" cy="2339102"/>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11" name="Text Placeholder 2">
            <a:extLst>
              <a:ext uri="{FF2B5EF4-FFF2-40B4-BE49-F238E27FC236}">
                <a16:creationId xmlns:a16="http://schemas.microsoft.com/office/drawing/2014/main" id="{A208867F-67F6-E940-A59D-2EEB7E6B95FA}"/>
              </a:ext>
            </a:extLst>
          </p:cNvPr>
          <p:cNvSpPr>
            <a:spLocks noGrp="1"/>
          </p:cNvSpPr>
          <p:nvPr>
            <p:ph idx="1" hasCustomPrompt="1"/>
          </p:nvPr>
        </p:nvSpPr>
        <p:spPr>
          <a:xfrm>
            <a:off x="6477003" y="624971"/>
            <a:ext cx="17160602" cy="3488134"/>
          </a:xfrm>
          <a:prstGeom prst="rect">
            <a:avLst/>
          </a:prstGeom>
        </p:spPr>
        <p:txBody>
          <a:bodyPr vert="horz" lIns="182880" tIns="0" rIns="0" bIns="0" rtlCol="0">
            <a:spAutoFit/>
          </a:bodyPr>
          <a:lstStyle>
            <a:lvl1pPr marL="571500" indent="-571500">
              <a:buClr>
                <a:schemeClr val="bg1"/>
              </a:buClr>
              <a:buFont typeface="Arial" panose="020B0604020202020204" pitchFamily="34" charset="0"/>
              <a:buChar char="•"/>
              <a:defRPr>
                <a:solidFill>
                  <a:schemeClr val="bg1"/>
                </a:solidFill>
              </a:defRPr>
            </a:lvl1pPr>
            <a:lvl2pPr marL="1485900" indent="-571500">
              <a:buClr>
                <a:schemeClr val="bg1"/>
              </a:buClr>
              <a:buFont typeface="Arial" panose="020B0604020202020204" pitchFamily="34" charset="0"/>
              <a:buChar char="•"/>
              <a:defRPr>
                <a:solidFill>
                  <a:schemeClr val="bg1"/>
                </a:solidFill>
              </a:defRPr>
            </a:lvl2pPr>
            <a:lvl3pPr marL="2400300" indent="-571500">
              <a:buClr>
                <a:schemeClr val="bg1"/>
              </a:buClr>
              <a:buFont typeface="Arial" panose="020B0604020202020204" pitchFamily="34" charset="0"/>
              <a:buChar char="•"/>
              <a:defRPr>
                <a:solidFill>
                  <a:schemeClr val="bg1"/>
                </a:solidFill>
              </a:defRPr>
            </a:lvl3pPr>
            <a:lvl4pPr marL="3314700" indent="-571500">
              <a:buClr>
                <a:schemeClr val="bg1"/>
              </a:buClr>
              <a:buFont typeface="Arial" panose="020B0604020202020204" pitchFamily="34" charset="0"/>
              <a:buChar char="•"/>
              <a:defRPr>
                <a:solidFill>
                  <a:schemeClr val="bg1"/>
                </a:solidFill>
              </a:defRPr>
            </a:lvl4pPr>
            <a:lvl5pPr marL="4229100" indent="-571500">
              <a:buClr>
                <a:schemeClr val="bg1"/>
              </a:buClr>
              <a:buFont typeface="Arial" panose="020B0604020202020204" pitchFamily="34" charset="0"/>
              <a:buChar cha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4" name="Footer Placeholder 4">
            <a:extLst>
              <a:ext uri="{FF2B5EF4-FFF2-40B4-BE49-F238E27FC236}">
                <a16:creationId xmlns:a16="http://schemas.microsoft.com/office/drawing/2014/main" id="{11EF6F69-B713-564F-BAF2-3A8E767B5BD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5" name="Slide Number Placeholder 5">
            <a:extLst>
              <a:ext uri="{FF2B5EF4-FFF2-40B4-BE49-F238E27FC236}">
                <a16:creationId xmlns:a16="http://schemas.microsoft.com/office/drawing/2014/main" id="{5991D8A6-7F67-9440-AF41-53A069C8F40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702560950"/>
      </p:ext>
    </p:extLst>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userDrawn="1">
  <p:cSld name="Table Slide">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D0602A0A-DA97-1949-83C0-5E92A6974F6F}"/>
              </a:ext>
            </a:extLst>
          </p:cNvPr>
          <p:cNvSpPr>
            <a:spLocks noGrp="1"/>
          </p:cNvSpPr>
          <p:nvPr>
            <p:ph type="title" hasCustomPrompt="1"/>
          </p:nvPr>
        </p:nvSpPr>
        <p:spPr>
          <a:xfrm>
            <a:off x="668995" y="537179"/>
            <a:ext cx="5466338" cy="968086"/>
          </a:xfrm>
        </p:spPr>
        <p:txBody>
          <a:bodyPr>
            <a:spAutoFit/>
          </a:bodyPr>
          <a:lstStyle/>
          <a:p>
            <a:r>
              <a:rPr lang="en-US"/>
              <a:t>Table Slide</a:t>
            </a:r>
          </a:p>
        </p:txBody>
      </p:sp>
      <p:sp>
        <p:nvSpPr>
          <p:cNvPr id="10" name="Text Placeholder 8">
            <a:extLst>
              <a:ext uri="{FF2B5EF4-FFF2-40B4-BE49-F238E27FC236}">
                <a16:creationId xmlns:a16="http://schemas.microsoft.com/office/drawing/2014/main" id="{FD34CAF5-D592-42FD-80B2-8B57E60C9A88}"/>
              </a:ext>
            </a:extLst>
          </p:cNvPr>
          <p:cNvSpPr>
            <a:spLocks noGrp="1"/>
          </p:cNvSpPr>
          <p:nvPr>
            <p:ph type="body" sz="quarter" idx="13" hasCustomPrompt="1"/>
          </p:nvPr>
        </p:nvSpPr>
        <p:spPr>
          <a:xfrm>
            <a:off x="688972" y="3687499"/>
            <a:ext cx="5468112" cy="2339102"/>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12" name="Text Placeholder 2">
            <a:extLst>
              <a:ext uri="{FF2B5EF4-FFF2-40B4-BE49-F238E27FC236}">
                <a16:creationId xmlns:a16="http://schemas.microsoft.com/office/drawing/2014/main" id="{3CAAA4C2-3C05-F041-9337-D10DF6DF7FE4}"/>
              </a:ext>
            </a:extLst>
          </p:cNvPr>
          <p:cNvSpPr>
            <a:spLocks noGrp="1"/>
          </p:cNvSpPr>
          <p:nvPr>
            <p:ph idx="1" hasCustomPrompt="1"/>
          </p:nvPr>
        </p:nvSpPr>
        <p:spPr>
          <a:xfrm>
            <a:off x="6477003" y="624971"/>
            <a:ext cx="17160602" cy="3488134"/>
          </a:xfrm>
          <a:prstGeom prst="rect">
            <a:avLst/>
          </a:prstGeom>
        </p:spPr>
        <p:txBody>
          <a:bodyPr vert="horz" lIns="182880" tIns="0" rIns="0" bIns="0" rtlCol="0">
            <a:spAutoFit/>
          </a:bodyPr>
          <a:lstStyle>
            <a:lvl1pPr marL="571500" indent="-571500">
              <a:buClr>
                <a:schemeClr val="bg1"/>
              </a:buClr>
              <a:buFont typeface="Arial" panose="020B0604020202020204" pitchFamily="34" charset="0"/>
              <a:buChar char="•"/>
              <a:defRPr>
                <a:solidFill>
                  <a:schemeClr val="bg1"/>
                </a:solidFill>
              </a:defRPr>
            </a:lvl1pPr>
            <a:lvl2pPr marL="1485900" indent="-571500">
              <a:buClr>
                <a:schemeClr val="bg1"/>
              </a:buClr>
              <a:buFont typeface="Arial" panose="020B0604020202020204" pitchFamily="34" charset="0"/>
              <a:buChar char="•"/>
              <a:defRPr>
                <a:solidFill>
                  <a:schemeClr val="bg1"/>
                </a:solidFill>
              </a:defRPr>
            </a:lvl2pPr>
            <a:lvl3pPr marL="2400300" indent="-571500">
              <a:buClr>
                <a:schemeClr val="bg1"/>
              </a:buClr>
              <a:buFont typeface="Arial" panose="020B0604020202020204" pitchFamily="34" charset="0"/>
              <a:buChar char="•"/>
              <a:defRPr>
                <a:solidFill>
                  <a:schemeClr val="bg1"/>
                </a:solidFill>
              </a:defRPr>
            </a:lvl3pPr>
            <a:lvl4pPr marL="3314700" indent="-571500">
              <a:buClr>
                <a:schemeClr val="bg1"/>
              </a:buClr>
              <a:buFont typeface="Arial" panose="020B0604020202020204" pitchFamily="34" charset="0"/>
              <a:buChar char="•"/>
              <a:defRPr>
                <a:solidFill>
                  <a:schemeClr val="bg1"/>
                </a:solidFill>
              </a:defRPr>
            </a:lvl4pPr>
            <a:lvl5pPr marL="4229100" indent="-571500">
              <a:buClr>
                <a:schemeClr val="bg1"/>
              </a:buClr>
              <a:buFont typeface="Arial" panose="020B0604020202020204" pitchFamily="34" charset="0"/>
              <a:buChar cha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Footer Placeholder 4">
            <a:extLst>
              <a:ext uri="{FF2B5EF4-FFF2-40B4-BE49-F238E27FC236}">
                <a16:creationId xmlns:a16="http://schemas.microsoft.com/office/drawing/2014/main" id="{74285A73-5F89-444B-B12F-B9E47CB2DFD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7D747C1E-E5F9-3847-87C2-C1E33BFF68C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36916547"/>
      </p:ext>
    </p:extLst>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showMasterSp="0" preserve="1" userDrawn="1">
  <p:cSld name="Blank">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9"/>
            <a:ext cx="22991108" cy="968086"/>
          </a:xfrm>
        </p:spPr>
        <p:txBody>
          <a:bodyPr>
            <a:spAutoFit/>
          </a:bodyPr>
          <a:lstStyle/>
          <a:p>
            <a:r>
              <a:rPr lang="en-US"/>
              <a:t>Click to edit Master title style</a:t>
            </a:r>
          </a:p>
        </p:txBody>
      </p:sp>
      <p:pic>
        <p:nvPicPr>
          <p:cNvPr id="7" name="Graphic 6">
            <a:extLst>
              <a:ext uri="{FF2B5EF4-FFF2-40B4-BE49-F238E27FC236}">
                <a16:creationId xmlns:a16="http://schemas.microsoft.com/office/drawing/2014/main" id="{29CC8F76-A361-314D-B285-35441B7FF5E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2B6F1109-EB65-C94A-AA12-2CF4DF38E7E5}"/>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EAFEC2A3-61A0-3C4C-A1C7-F1D9EA9DE3D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595930517"/>
      </p:ext>
    </p:extLst>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showMasterSp="0" preserve="1" userDrawn="1">
  <p:cSld name="Wide Layout Single Column">
    <p:spTree>
      <p:nvGrpSpPr>
        <p:cNvPr id="1" name=""/>
        <p:cNvGrpSpPr/>
        <p:nvPr/>
      </p:nvGrpSpPr>
      <p:grpSpPr>
        <a:xfrm>
          <a:off x="0" y="0"/>
          <a:ext cx="0" cy="0"/>
          <a:chOff x="0" y="0"/>
          <a:chExt cx="0" cy="0"/>
        </a:xfrm>
      </p:grpSpPr>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6724559"/>
            <a:ext cx="7183198" cy="1754326"/>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6"/>
            <a:ext cx="7217706" cy="2017604"/>
          </a:xfrm>
        </p:spPr>
        <p:txBody>
          <a:bodyPr>
            <a:spAutoFit/>
          </a:bodyPr>
          <a:lstStyle/>
          <a:p>
            <a:r>
              <a:rPr lang="en-US"/>
              <a:t>Click to edit Master title style</a:t>
            </a:r>
          </a:p>
        </p:txBody>
      </p:sp>
      <p:sp>
        <p:nvSpPr>
          <p:cNvPr id="11" name="Text Placeholder 2">
            <a:extLst>
              <a:ext uri="{FF2B5EF4-FFF2-40B4-BE49-F238E27FC236}">
                <a16:creationId xmlns:a16="http://schemas.microsoft.com/office/drawing/2014/main" id="{9F9C88D5-EA56-4ED2-8CB6-44F2BBA4023F}"/>
              </a:ext>
            </a:extLst>
          </p:cNvPr>
          <p:cNvSpPr>
            <a:spLocks noGrp="1"/>
          </p:cNvSpPr>
          <p:nvPr>
            <p:ph idx="1"/>
          </p:nvPr>
        </p:nvSpPr>
        <p:spPr>
          <a:xfrm>
            <a:off x="8382000" y="624971"/>
            <a:ext cx="15255604" cy="3488134"/>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BD6CB0B8-ED09-5144-8406-07EDCA221F9D}"/>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06D1107E-377F-1C4D-825D-2D388EB1CC11}"/>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5" name="Slide Number Placeholder 5">
            <a:extLst>
              <a:ext uri="{FF2B5EF4-FFF2-40B4-BE49-F238E27FC236}">
                <a16:creationId xmlns:a16="http://schemas.microsoft.com/office/drawing/2014/main" id="{5EA424A9-9F99-5C4C-867C-130C2A181E2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887985829"/>
      </p:ext>
    </p:extLst>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showMasterSp="0" preserve="1" userDrawn="1">
  <p:cSld name="Image Slide 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prstGeom prst="rect">
            <a:avLst/>
          </a:prstGeom>
          <a:solidFill>
            <a:schemeClr val="bg1">
              <a:lumMod val="75000"/>
            </a:schemeClr>
          </a:solidFill>
        </p:spPr>
        <p:txBody>
          <a:bodyPr vert="horz" lIns="365760" tIns="0" rIns="0" bIns="0" rtlCol="0">
            <a:noAutofit/>
          </a:bodyPr>
          <a:lstStyle>
            <a:lvl1pPr>
              <a:defRPr lang="en-US" dirty="0" smtClean="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spAutoFit/>
          </a:bodyPr>
          <a:lstStyle>
            <a:lvl1pPr>
              <a:defRPr/>
            </a:lvl1pPr>
          </a:lstStyle>
          <a:p>
            <a:r>
              <a:rPr lang="en-US"/>
              <a:t>Click to edit Master title style</a:t>
            </a:r>
          </a:p>
        </p:txBody>
      </p:sp>
      <p:sp>
        <p:nvSpPr>
          <p:cNvPr id="11" name="Text Placeholder 8">
            <a:extLst>
              <a:ext uri="{FF2B5EF4-FFF2-40B4-BE49-F238E27FC236}">
                <a16:creationId xmlns:a16="http://schemas.microsoft.com/office/drawing/2014/main" id="{08C770D2-29E4-4980-89B5-2CADCAA9838F}"/>
              </a:ext>
            </a:extLst>
          </p:cNvPr>
          <p:cNvSpPr>
            <a:spLocks noGrp="1"/>
          </p:cNvSpPr>
          <p:nvPr>
            <p:ph type="body" sz="quarter" idx="13" hasCustomPrompt="1"/>
          </p:nvPr>
        </p:nvSpPr>
        <p:spPr>
          <a:xfrm>
            <a:off x="688975" y="3687499"/>
            <a:ext cx="5216526" cy="2339102"/>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1201D0FE-A135-6A46-ABB9-BBF42B08B052}"/>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62696866-BC8C-9147-9465-61E5AEA4F581}"/>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EF17C66D-3409-BF41-8787-FD6B3224F20F}"/>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263505965"/>
      </p:ext>
    </p:extLst>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showMasterSp="0" preserve="1" userDrawn="1">
  <p:cSld name="Image Slide 2">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prstGeom prst="rect">
            <a:avLst/>
          </a:prstGeo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spAutoFit/>
          </a:bodyPr>
          <a:lstStyle>
            <a:lvl1pPr>
              <a:defRPr/>
            </a:lvl1pPr>
          </a:lstStyle>
          <a:p>
            <a:r>
              <a:rPr lang="en-US"/>
              <a:t>Click to edit Master title style</a:t>
            </a:r>
          </a:p>
        </p:txBody>
      </p:sp>
      <p:sp>
        <p:nvSpPr>
          <p:cNvPr id="11" name="Text Placeholder 8">
            <a:extLst>
              <a:ext uri="{FF2B5EF4-FFF2-40B4-BE49-F238E27FC236}">
                <a16:creationId xmlns:a16="http://schemas.microsoft.com/office/drawing/2014/main" id="{D6F74E0A-AB80-4D15-9EF8-AC6BAA371DF2}"/>
              </a:ext>
            </a:extLst>
          </p:cNvPr>
          <p:cNvSpPr>
            <a:spLocks noGrp="1"/>
          </p:cNvSpPr>
          <p:nvPr>
            <p:ph type="body" sz="quarter" idx="13" hasCustomPrompt="1"/>
          </p:nvPr>
        </p:nvSpPr>
        <p:spPr>
          <a:xfrm>
            <a:off x="688975" y="3687499"/>
            <a:ext cx="5216526" cy="2339102"/>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9" name="Text Placeholder 2">
            <a:extLst>
              <a:ext uri="{FF2B5EF4-FFF2-40B4-BE49-F238E27FC236}">
                <a16:creationId xmlns:a16="http://schemas.microsoft.com/office/drawing/2014/main" id="{FD053F94-CE8F-4987-AA33-DA71ADDB4BC1}"/>
              </a:ext>
            </a:extLst>
          </p:cNvPr>
          <p:cNvSpPr>
            <a:spLocks noGrp="1"/>
          </p:cNvSpPr>
          <p:nvPr>
            <p:ph idx="1"/>
          </p:nvPr>
        </p:nvSpPr>
        <p:spPr>
          <a:xfrm>
            <a:off x="17945102" y="624970"/>
            <a:ext cx="5715000" cy="4042132"/>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0" name="Graphic 9">
            <a:extLst>
              <a:ext uri="{FF2B5EF4-FFF2-40B4-BE49-F238E27FC236}">
                <a16:creationId xmlns:a16="http://schemas.microsoft.com/office/drawing/2014/main" id="{834B8D64-D2B5-B04A-8E1B-280A11CF824B}"/>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5" name="Footer Placeholder 4">
            <a:extLst>
              <a:ext uri="{FF2B5EF4-FFF2-40B4-BE49-F238E27FC236}">
                <a16:creationId xmlns:a16="http://schemas.microsoft.com/office/drawing/2014/main" id="{D6781EC2-90CC-EA49-9C4F-F63A18DB9A4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6" name="Slide Number Placeholder 5">
            <a:extLst>
              <a:ext uri="{FF2B5EF4-FFF2-40B4-BE49-F238E27FC236}">
                <a16:creationId xmlns:a16="http://schemas.microsoft.com/office/drawing/2014/main" id="{773A6A02-6A23-704D-B348-F117251E3C9B}"/>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994314876"/>
      </p:ext>
    </p:extLst>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showMasterSp="0" preserve="1" userDrawn="1">
  <p:cSld name="Image Slide 3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prstGeom prst="rect">
            <a:avLst/>
          </a:prstGeo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5"/>
            <a:ext cx="11115598" cy="3488134"/>
          </a:xfrm>
          <a:prstGeom prst="rect">
            <a:avLst/>
          </a:prstGeom>
        </p:spPr>
        <p:txBody>
          <a:bodyPr lIns="0">
            <a:spAutoFit/>
          </a:bodyPr>
          <a:lstStyle>
            <a:lvl1pPr>
              <a:defRPr/>
            </a:lvl1pPr>
            <a:lvl2pPr>
              <a:defRPr/>
            </a:lvl2pPr>
            <a:lvl3pPr>
              <a:defRPr/>
            </a:lvl3pPr>
            <a:lvl4pPr>
              <a:defRPr/>
            </a:lvl4pPr>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Footer Placeholder 4">
            <a:extLst>
              <a:ext uri="{FF2B5EF4-FFF2-40B4-BE49-F238E27FC236}">
                <a16:creationId xmlns:a16="http://schemas.microsoft.com/office/drawing/2014/main" id="{35545590-189E-BE41-BDD7-DCC3999A6EDF}"/>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1D0045EB-86A1-6D46-873D-E4EC1E9D359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pic>
        <p:nvPicPr>
          <p:cNvPr id="8" name="Graphic 7">
            <a:extLst>
              <a:ext uri="{FF2B5EF4-FFF2-40B4-BE49-F238E27FC236}">
                <a16:creationId xmlns:a16="http://schemas.microsoft.com/office/drawing/2014/main" id="{16E729CA-D7F7-9D4C-8995-BE11C5ADAE1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Tree>
    <p:extLst>
      <p:ext uri="{BB962C8B-B14F-4D97-AF65-F5344CB8AC3E}">
        <p14:creationId xmlns:p14="http://schemas.microsoft.com/office/powerpoint/2010/main" val="3710479562"/>
      </p:ext>
    </p:extLst>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showMasterSp="0" preserve="1" userDrawn="1">
  <p:cSld name="Image Slide 3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prstGeom prst="rect">
            <a:avLst/>
          </a:prstGeo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7"/>
            <a:ext cx="11115598" cy="3488134"/>
          </a:xfrm>
          <a:prstGeom prst="rect">
            <a:avLst/>
          </a:prstGeom>
        </p:spPr>
        <p:txBody>
          <a:bodyPr lIns="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8">
            <a:extLst>
              <a:ext uri="{FF2B5EF4-FFF2-40B4-BE49-F238E27FC236}">
                <a16:creationId xmlns:a16="http://schemas.microsoft.com/office/drawing/2014/main" id="{7E2CAB91-DDF9-42DE-8B4B-CC01A9F5884C}"/>
              </a:ext>
            </a:extLst>
          </p:cNvPr>
          <p:cNvSpPr>
            <a:spLocks noGrp="1"/>
          </p:cNvSpPr>
          <p:nvPr>
            <p:ph type="body" sz="quarter" idx="13" hasCustomPrompt="1"/>
          </p:nvPr>
        </p:nvSpPr>
        <p:spPr>
          <a:xfrm>
            <a:off x="688979" y="1752605"/>
            <a:ext cx="11122026" cy="1169550"/>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12" name="Footer Placeholder 4">
            <a:extLst>
              <a:ext uri="{FF2B5EF4-FFF2-40B4-BE49-F238E27FC236}">
                <a16:creationId xmlns:a16="http://schemas.microsoft.com/office/drawing/2014/main" id="{2DA1221E-A67C-744E-9C4B-331BEF727F33}"/>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D46CF78B-534F-E345-BE6A-BED63A26C73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pic>
        <p:nvPicPr>
          <p:cNvPr id="11" name="Graphic 10">
            <a:extLst>
              <a:ext uri="{FF2B5EF4-FFF2-40B4-BE49-F238E27FC236}">
                <a16:creationId xmlns:a16="http://schemas.microsoft.com/office/drawing/2014/main" id="{6EC9CD29-2B0B-D84F-9F82-1452EF9A6C53}"/>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Tree>
    <p:extLst>
      <p:ext uri="{BB962C8B-B14F-4D97-AF65-F5344CB8AC3E}">
        <p14:creationId xmlns:p14="http://schemas.microsoft.com/office/powerpoint/2010/main" val="1022822167"/>
      </p:ext>
    </p:extLst>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showMasterSp="0" preserve="1" userDrawn="1">
  <p:cSld name="Image Slide 4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prstGeom prst="rect">
            <a:avLst/>
          </a:prstGeo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4"/>
            <a:ext cx="5210098" cy="4042132"/>
          </a:xfrm>
          <a:prstGeom prst="rect">
            <a:avLst/>
          </a:prstGeom>
        </p:spPr>
        <p:txBody>
          <a:bodyPr lIns="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6C63B45C-B418-7748-8927-54F5E6F9FA61}"/>
              </a:ext>
            </a:extLst>
          </p:cNvPr>
          <p:cNvSpPr>
            <a:spLocks noGrp="1"/>
          </p:cNvSpPr>
          <p:nvPr>
            <p:ph type="body" sz="quarter" idx="16"/>
          </p:nvPr>
        </p:nvSpPr>
        <p:spPr>
          <a:xfrm>
            <a:off x="6477000" y="1752604"/>
            <a:ext cx="5333924" cy="4042132"/>
          </a:xfrm>
          <a:prstGeom prst="rect">
            <a:avLst/>
          </a:prstGeom>
        </p:spPr>
        <p:txBody>
          <a:bodyPr lIns="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Footer Placeholder 4">
            <a:extLst>
              <a:ext uri="{FF2B5EF4-FFF2-40B4-BE49-F238E27FC236}">
                <a16:creationId xmlns:a16="http://schemas.microsoft.com/office/drawing/2014/main" id="{E2B02E0F-958B-D343-8575-8BC713243DC7}"/>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D934D70E-9CAD-904F-9B97-4F8F754E836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pic>
        <p:nvPicPr>
          <p:cNvPr id="11" name="Graphic 10">
            <a:extLst>
              <a:ext uri="{FF2B5EF4-FFF2-40B4-BE49-F238E27FC236}">
                <a16:creationId xmlns:a16="http://schemas.microsoft.com/office/drawing/2014/main" id="{48BF7A79-7B50-4445-9318-39F0053D656D}"/>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Tree>
    <p:extLst>
      <p:ext uri="{BB962C8B-B14F-4D97-AF65-F5344CB8AC3E}">
        <p14:creationId xmlns:p14="http://schemas.microsoft.com/office/powerpoint/2010/main" val="2618894935"/>
      </p:ext>
    </p:extLst>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showMasterSp="0" preserve="1" userDrawn="1">
  <p:cSld name="Image Slide 4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prstGeom prst="rect">
            <a:avLst/>
          </a:prstGeo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6"/>
            <a:ext cx="5210098" cy="4042132"/>
          </a:xfrm>
          <a:prstGeom prst="rect">
            <a:avLst/>
          </a:prstGeom>
        </p:spPr>
        <p:txBody>
          <a:bodyPr lIns="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6C63B45C-B418-7748-8927-54F5E6F9FA61}"/>
              </a:ext>
            </a:extLst>
          </p:cNvPr>
          <p:cNvSpPr>
            <a:spLocks noGrp="1"/>
          </p:cNvSpPr>
          <p:nvPr>
            <p:ph type="body" sz="quarter" idx="16"/>
          </p:nvPr>
        </p:nvSpPr>
        <p:spPr>
          <a:xfrm>
            <a:off x="6477000" y="3169804"/>
            <a:ext cx="5333924" cy="4042132"/>
          </a:xfrm>
          <a:prstGeom prst="rect">
            <a:avLst/>
          </a:prstGeom>
        </p:spPr>
        <p:txBody>
          <a:bodyPr lIns="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ext Placeholder 8">
            <a:extLst>
              <a:ext uri="{FF2B5EF4-FFF2-40B4-BE49-F238E27FC236}">
                <a16:creationId xmlns:a16="http://schemas.microsoft.com/office/drawing/2014/main" id="{9192A8DF-7DE3-4714-9178-8644E5472F7A}"/>
              </a:ext>
            </a:extLst>
          </p:cNvPr>
          <p:cNvSpPr>
            <a:spLocks noGrp="1"/>
          </p:cNvSpPr>
          <p:nvPr>
            <p:ph type="body" sz="quarter" idx="13" hasCustomPrompt="1"/>
          </p:nvPr>
        </p:nvSpPr>
        <p:spPr>
          <a:xfrm>
            <a:off x="688979" y="1752605"/>
            <a:ext cx="11122026" cy="1169550"/>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14" name="Footer Placeholder 4">
            <a:extLst>
              <a:ext uri="{FF2B5EF4-FFF2-40B4-BE49-F238E27FC236}">
                <a16:creationId xmlns:a16="http://schemas.microsoft.com/office/drawing/2014/main" id="{17A9286D-8AD3-CB46-B613-DFA76629A081}"/>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5" name="Slide Number Placeholder 5">
            <a:extLst>
              <a:ext uri="{FF2B5EF4-FFF2-40B4-BE49-F238E27FC236}">
                <a16:creationId xmlns:a16="http://schemas.microsoft.com/office/drawing/2014/main" id="{BF77D4FD-4664-EC48-9279-63E7C134C6A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pic>
        <p:nvPicPr>
          <p:cNvPr id="12" name="Graphic 11">
            <a:extLst>
              <a:ext uri="{FF2B5EF4-FFF2-40B4-BE49-F238E27FC236}">
                <a16:creationId xmlns:a16="http://schemas.microsoft.com/office/drawing/2014/main" id="{904AB782-EA23-4E4B-9915-D9A394CD6B39}"/>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Tree>
    <p:extLst>
      <p:ext uri="{BB962C8B-B14F-4D97-AF65-F5344CB8AC3E}">
        <p14:creationId xmlns:p14="http://schemas.microsoft.com/office/powerpoint/2010/main" val="3891853626"/>
      </p:ext>
    </p:extLst>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showMasterSp="0" preserve="1" userDrawn="1">
  <p:cSld name="1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prstGeom prst="rect">
            <a:avLst/>
          </a:prstGeo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sz="3600">
                <a:solidFill>
                  <a:schemeClr val="tx1"/>
                </a:solidFill>
              </a:rPr>
              <a:t>Click icon in the center of the slide to add picture</a:t>
            </a:r>
            <a:endParaRPr lang="en-US"/>
          </a:p>
        </p:txBody>
      </p:sp>
      <p:sp>
        <p:nvSpPr>
          <p:cNvPr id="8" name="Text Placeholder 2">
            <a:extLst>
              <a:ext uri="{FF2B5EF4-FFF2-40B4-BE49-F238E27FC236}">
                <a16:creationId xmlns:a16="http://schemas.microsoft.com/office/drawing/2014/main" id="{DE3845FB-10F7-4C99-A1E5-CEB253E259A7}"/>
              </a:ext>
            </a:extLst>
          </p:cNvPr>
          <p:cNvSpPr>
            <a:spLocks noGrp="1"/>
          </p:cNvSpPr>
          <p:nvPr>
            <p:ph idx="1"/>
          </p:nvPr>
        </p:nvSpPr>
        <p:spPr>
          <a:xfrm>
            <a:off x="6477003" y="4800600"/>
            <a:ext cx="5714998" cy="4114800"/>
          </a:xfrm>
          <a:prstGeom prst="rect">
            <a:avLst/>
          </a:prstGeom>
          <a:solidFill>
            <a:schemeClr val="bg1"/>
          </a:solidFill>
        </p:spPr>
        <p:txBody>
          <a:bodyPr vert="horz" lIns="182880" tIns="137160" rIns="18288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bg1"/>
          </a:solidFill>
          <a:ln w="12700">
            <a:noFill/>
          </a:ln>
        </p:spPr>
        <p:txBody>
          <a:bodyPr vert="horz" lIns="182880" tIns="91440" rIns="182880" bIns="155448" rtlCol="0" anchor="t" anchorCtr="0">
            <a:noAutofit/>
          </a:bodyPr>
          <a:lstStyle>
            <a:lvl1pPr>
              <a:defRPr lang="en-US" dirty="0">
                <a:ln w="9525">
                  <a:noFill/>
                </a:ln>
                <a:solidFill>
                  <a:schemeClr val="tx2"/>
                </a:solidFill>
              </a:defRPr>
            </a:lvl1pPr>
          </a:lstStyle>
          <a:p>
            <a:pPr marL="0" lvl="0" indent="0">
              <a:spcAft>
                <a:spcPts val="3000"/>
              </a:spcAft>
              <a:buFont typeface="Arial" panose="020B0604020202020204" pitchFamily="34" charset="0"/>
            </a:pPr>
            <a:r>
              <a:rPr lang="en-US"/>
              <a:t>Click to edit Master title style</a:t>
            </a:r>
          </a:p>
        </p:txBody>
      </p:sp>
      <p:sp>
        <p:nvSpPr>
          <p:cNvPr id="5" name="AutoShape 3">
            <a:extLst>
              <a:ext uri="{FF2B5EF4-FFF2-40B4-BE49-F238E27FC236}">
                <a16:creationId xmlns:a16="http://schemas.microsoft.com/office/drawing/2014/main" id="{69C2AE59-6CA1-45A7-8D89-5A2A716D8833}"/>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0" name="Graphic 9">
            <a:extLst>
              <a:ext uri="{FF2B5EF4-FFF2-40B4-BE49-F238E27FC236}">
                <a16:creationId xmlns:a16="http://schemas.microsoft.com/office/drawing/2014/main" id="{D97CAA73-BE46-614E-9C41-8AF7FB50184C}"/>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A4D9BADF-324E-5B4F-A422-61F7145DA2D8}"/>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700835EC-3A47-8644-806F-A3840BA3472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739064727"/>
      </p:ext>
    </p:extLst>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showMasterSp="0" preserve="1" userDrawn="1">
  <p:cSld name="4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prstGeom prst="rect">
            <a:avLst/>
          </a:prstGeom>
          <a:solidFill>
            <a:schemeClr val="bg1">
              <a:lumMod val="75000"/>
            </a:schemeClr>
          </a:solidFill>
        </p:spPr>
        <p:txBody>
          <a:bodyPr vert="horz" lIns="365760" tIns="0" rIns="0" bIns="0" rtlCol="0">
            <a:noAutofit/>
          </a:bodyPr>
          <a:lstStyle>
            <a:lvl1pPr>
              <a:defRPr lang="en-US" noProof="0" dirty="0"/>
            </a:lvl1pPr>
          </a:lstStyle>
          <a:p>
            <a:pPr marR="0" lvl="0" fontAlgn="auto">
              <a:buSzTx/>
              <a:tabLst/>
            </a:pPr>
            <a:r>
              <a:rPr kumimoji="0" lang="en-US" sz="3600" b="0" i="0" u="none" strike="noStrike" kern="1200" cap="none" spc="0" normalizeH="0" baseline="0" noProof="0">
                <a:ln>
                  <a:noFill/>
                </a:ln>
                <a:solidFill>
                  <a:prstClr val="black"/>
                </a:solidFill>
                <a:effectLst/>
                <a:uLnTx/>
                <a:uFillTx/>
                <a:latin typeface="+mn-lt"/>
                <a:ea typeface="+mn-ea"/>
                <a:cs typeface="+mn-cs"/>
              </a:rPr>
              <a:t>Click icon in the center of the slide to add picture</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92000" y="731520"/>
            <a:ext cx="5756148" cy="4069080"/>
          </a:xfrm>
          <a:solidFill>
            <a:schemeClr val="bg1"/>
          </a:solidFill>
          <a:ln w="12700">
            <a:noFill/>
          </a:ln>
        </p:spPr>
        <p:txBody>
          <a:bodyPr vert="horz" lIns="182880" tIns="91440" rIns="182880" bIns="155448" rtlCol="0" anchor="t" anchorCtr="0">
            <a:noAutofit/>
          </a:bodyPr>
          <a:lstStyle>
            <a:lvl1pPr>
              <a:defRPr lang="en-US" dirty="0">
                <a:ln w="9525">
                  <a:noFill/>
                </a:ln>
                <a:solidFill>
                  <a:schemeClr val="tx2"/>
                </a:solidFill>
              </a:defRPr>
            </a:lvl1pPr>
          </a:lstStyle>
          <a:p>
            <a:pPr marL="0" lvl="0" indent="0">
              <a:spcAft>
                <a:spcPts val="3000"/>
              </a:spcAft>
              <a:buFont typeface="Arial" panose="020B0604020202020204" pitchFamily="34" charset="0"/>
            </a:pPr>
            <a:r>
              <a:rPr lang="en-US"/>
              <a:t>Click to edit Master title style</a:t>
            </a:r>
          </a:p>
        </p:txBody>
      </p:sp>
      <p:sp>
        <p:nvSpPr>
          <p:cNvPr id="5" name="Content Placeholder 4">
            <a:extLst>
              <a:ext uri="{FF2B5EF4-FFF2-40B4-BE49-F238E27FC236}">
                <a16:creationId xmlns:a16="http://schemas.microsoft.com/office/drawing/2014/main" id="{A1FC5E1F-F93B-45F5-A1E9-06CBE05062C0}"/>
              </a:ext>
            </a:extLst>
          </p:cNvPr>
          <p:cNvSpPr>
            <a:spLocks noGrp="1"/>
          </p:cNvSpPr>
          <p:nvPr>
            <p:ph sz="quarter" idx="13"/>
          </p:nvPr>
        </p:nvSpPr>
        <p:spPr>
          <a:xfrm>
            <a:off x="17945100" y="4800600"/>
            <a:ext cx="5715000" cy="4180632"/>
          </a:xfrm>
          <a:prstGeom prst="rect">
            <a:avLst/>
          </a:prstGeom>
          <a:solidFill>
            <a:schemeClr val="bg1"/>
          </a:solidFill>
        </p:spPr>
        <p:txBody>
          <a:bodyPr tIns="137160" rIns="18288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9" name="Graphic 8">
            <a:extLst>
              <a:ext uri="{FF2B5EF4-FFF2-40B4-BE49-F238E27FC236}">
                <a16:creationId xmlns:a16="http://schemas.microsoft.com/office/drawing/2014/main" id="{541E3877-4B41-9F45-BD42-A1FE25C7E338}"/>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E9B603E0-8FA9-9847-B36F-F5BA639FA393}"/>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343FC31D-21A8-9944-9030-294192AB357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782427799"/>
      </p:ext>
    </p:extLst>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showMasterSp="0" preserve="1" userDrawn="1">
  <p:cSld name="Callout">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47731692-D7FB-43A5-9242-6381F710CEE4}"/>
              </a:ext>
            </a:extLst>
          </p:cNvPr>
          <p:cNvSpPr/>
          <p:nvPr userDrawn="1"/>
        </p:nvSpPr>
        <p:spPr bwMode="white">
          <a:xfrm>
            <a:off x="17945100" y="0"/>
            <a:ext cx="6438900" cy="13716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8452592" y="621793"/>
            <a:ext cx="5202936" cy="2572435"/>
          </a:xfrm>
          <a:prstGeom prst="rect">
            <a:avLst/>
          </a:prstGeom>
        </p:spPr>
        <p:txBody>
          <a:bodyPr vert="horz" lIns="0" tIns="0" rIns="0" bIns="0" rtlCol="0">
            <a:spAutoFit/>
          </a:bodyPr>
          <a:lstStyle>
            <a:lvl1pPr marL="0" indent="0">
              <a:lnSpc>
                <a:spcPct val="110000"/>
              </a:lnSpc>
              <a:buNone/>
              <a:defRPr lang="en-US" sz="5200" dirty="0">
                <a:ln w="3175">
                  <a:noFill/>
                </a:ln>
                <a:solidFill>
                  <a:schemeClr val="bg1"/>
                </a:solidFill>
              </a:defRPr>
            </a:lvl1pPr>
          </a:lstStyle>
          <a:p>
            <a:pPr lvl="0" fontAlgn="base">
              <a:spcAft>
                <a:spcPts val="5250"/>
              </a:spcAft>
            </a:pPr>
            <a:r>
              <a:rPr lang="en-US"/>
              <a:t>Additional information if needed</a:t>
            </a:r>
          </a:p>
        </p:txBody>
      </p:sp>
      <p:sp>
        <p:nvSpPr>
          <p:cNvPr id="12" name="Text Placeholder 11">
            <a:extLst>
              <a:ext uri="{FF2B5EF4-FFF2-40B4-BE49-F238E27FC236}">
                <a16:creationId xmlns:a16="http://schemas.microsoft.com/office/drawing/2014/main" id="{C7C1E554-861B-49F4-AA38-891CFFC9B9FC}"/>
              </a:ext>
            </a:extLst>
          </p:cNvPr>
          <p:cNvSpPr>
            <a:spLocks noGrp="1"/>
          </p:cNvSpPr>
          <p:nvPr>
            <p:ph type="body" sz="quarter" idx="14" hasCustomPrompt="1"/>
          </p:nvPr>
        </p:nvSpPr>
        <p:spPr>
          <a:xfrm>
            <a:off x="723903" y="400053"/>
            <a:ext cx="16935450" cy="1928990"/>
          </a:xfrm>
          <a:prstGeom prst="rect">
            <a:avLst/>
          </a:prstGeom>
        </p:spPr>
        <p:txBody>
          <a:bodyPr lIns="0">
            <a:spAutoFit/>
          </a:bodyPr>
          <a:lstStyle>
            <a:lvl1pPr marL="0" indent="0">
              <a:buFont typeface="Arial" panose="020B0604020202020204" pitchFamily="34" charset="0"/>
              <a:buNone/>
              <a:defRPr lang="en-US" sz="13400" kern="1200" dirty="0">
                <a:ln w="38100">
                  <a:noFill/>
                </a:ln>
                <a:solidFill>
                  <a:schemeClr val="bg1"/>
                </a:solidFill>
                <a:latin typeface="+mj-lt"/>
                <a:ea typeface="+mj-ea"/>
                <a:cs typeface="+mj-cs"/>
              </a:defRPr>
            </a:lvl1pPr>
          </a:lstStyle>
          <a:p>
            <a:pPr marL="285750" lvl="0" indent="-285750" fontAlgn="b">
              <a:lnSpc>
                <a:spcPct val="112000"/>
              </a:lnSpc>
              <a:spcBef>
                <a:spcPct val="0"/>
              </a:spcBef>
            </a:pPr>
            <a:r>
              <a:rPr lang="en-US"/>
              <a:t>Callout slide</a:t>
            </a:r>
          </a:p>
        </p:txBody>
      </p:sp>
      <p:sp>
        <p:nvSpPr>
          <p:cNvPr id="11" name="Footer Placeholder 4">
            <a:extLst>
              <a:ext uri="{FF2B5EF4-FFF2-40B4-BE49-F238E27FC236}">
                <a16:creationId xmlns:a16="http://schemas.microsoft.com/office/drawing/2014/main" id="{9FD5F880-4836-C449-9783-CE04F8417CAA}"/>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DA2F629D-4995-C54F-9A64-51737169A442}"/>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pic>
        <p:nvPicPr>
          <p:cNvPr id="8" name="Graphic 7">
            <a:extLst>
              <a:ext uri="{FF2B5EF4-FFF2-40B4-BE49-F238E27FC236}">
                <a16:creationId xmlns:a16="http://schemas.microsoft.com/office/drawing/2014/main" id="{E4CAF95C-E5AE-C248-B874-0BFED819A78A}"/>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Tree>
    <p:extLst>
      <p:ext uri="{BB962C8B-B14F-4D97-AF65-F5344CB8AC3E}">
        <p14:creationId xmlns:p14="http://schemas.microsoft.com/office/powerpoint/2010/main" val="4083925110"/>
      </p:ext>
    </p:extLst>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showMasterSp="0" preserve="1" userDrawn="1">
  <p:cSld name="Quote">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47731692-D7FB-43A5-9242-6381F710CEE4}"/>
              </a:ext>
            </a:extLst>
          </p:cNvPr>
          <p:cNvSpPr/>
          <p:nvPr userDrawn="1"/>
        </p:nvSpPr>
        <p:spPr bwMode="white">
          <a:xfrm>
            <a:off x="17945100" y="0"/>
            <a:ext cx="6438900" cy="13716000"/>
          </a:xfrm>
          <a:prstGeom prst="rect">
            <a:avLst/>
          </a:prstGeom>
          <a:solidFill>
            <a:srgbClr val="EB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8" name="Content Placeholder 7">
            <a:extLst>
              <a:ext uri="{FF2B5EF4-FFF2-40B4-BE49-F238E27FC236}">
                <a16:creationId xmlns:a16="http://schemas.microsoft.com/office/drawing/2014/main" id="{6CA01019-F071-4E1A-99E8-170815F58D79}"/>
              </a:ext>
            </a:extLst>
          </p:cNvPr>
          <p:cNvSpPr>
            <a:spLocks noGrp="1"/>
          </p:cNvSpPr>
          <p:nvPr>
            <p:ph sz="quarter" idx="15" hasCustomPrompt="1"/>
          </p:nvPr>
        </p:nvSpPr>
        <p:spPr>
          <a:xfrm>
            <a:off x="18440399" y="628653"/>
            <a:ext cx="5238750" cy="2640722"/>
          </a:xfrm>
          <a:prstGeom prst="rect">
            <a:avLst/>
          </a:prstGeom>
        </p:spPr>
        <p:txBody>
          <a:bodyPr lIns="0">
            <a:spAutoFit/>
          </a:bodyPr>
          <a:lstStyle>
            <a:lvl1pPr marL="0" indent="0">
              <a:lnSpc>
                <a:spcPct val="110000"/>
              </a:lnSpc>
              <a:buNone/>
              <a:defRPr sz="5200">
                <a:solidFill>
                  <a:schemeClr val="bg1"/>
                </a:solidFill>
              </a:defRPr>
            </a:lvl1pPr>
            <a:lvl2pPr marL="566736" indent="0">
              <a:buNone/>
              <a:defRPr sz="5200">
                <a:solidFill>
                  <a:schemeClr val="bg1"/>
                </a:solidFill>
              </a:defRPr>
            </a:lvl2pPr>
            <a:lvl3pPr marL="1133474" indent="0">
              <a:buNone/>
              <a:defRPr sz="5200">
                <a:solidFill>
                  <a:schemeClr val="bg1"/>
                </a:solidFill>
              </a:defRPr>
            </a:lvl3pPr>
            <a:lvl4pPr marL="1700212" indent="0">
              <a:buNone/>
              <a:defRPr sz="5200">
                <a:solidFill>
                  <a:schemeClr val="bg1"/>
                </a:solidFill>
              </a:defRPr>
            </a:lvl4pPr>
            <a:lvl5pPr marL="2266950" indent="0">
              <a:buNone/>
              <a:defRPr sz="5200">
                <a:solidFill>
                  <a:schemeClr val="bg1"/>
                </a:solidFill>
              </a:defRPr>
            </a:lvl5pPr>
          </a:lstStyle>
          <a:p>
            <a:pPr lvl="0"/>
            <a:r>
              <a:rPr lang="en-US"/>
              <a:t>Additional information if needed</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hasCustomPrompt="1"/>
          </p:nvPr>
        </p:nvSpPr>
        <p:spPr>
          <a:xfrm>
            <a:off x="585219" y="393193"/>
            <a:ext cx="17192098" cy="1928990"/>
          </a:xfrm>
          <a:prstGeom prst="rect">
            <a:avLst/>
          </a:prstGeom>
          <a:ln w="12700">
            <a:noFill/>
          </a:ln>
        </p:spPr>
        <p:txBody>
          <a:bodyPr vert="horz" lIns="0" tIns="0" rIns="0" bIns="0" rtlCol="0" anchor="t" anchorCtr="0">
            <a:spAutoFit/>
          </a:bodyPr>
          <a:lstStyle>
            <a:lvl1pPr marL="0" indent="0">
              <a:buNone/>
              <a:defRPr lang="en-US" sz="13400" i="1" dirty="0">
                <a:ln w="38100">
                  <a:noFill/>
                </a:ln>
                <a:solidFill>
                  <a:schemeClr val="bg1"/>
                </a:solidFill>
                <a:latin typeface="+mj-lt"/>
                <a:ea typeface="+mj-ea"/>
                <a:cs typeface="+mj-cs"/>
              </a:defRPr>
            </a:lvl1pPr>
          </a:lstStyle>
          <a:p>
            <a:pPr marL="285750" lvl="0" indent="-285750" fontAlgn="b">
              <a:lnSpc>
                <a:spcPct val="112000"/>
              </a:lnSpc>
              <a:spcBef>
                <a:spcPct val="0"/>
              </a:spcBef>
            </a:pPr>
            <a:r>
              <a:rPr lang="en-US"/>
              <a:t>“Quote” slide</a:t>
            </a:r>
          </a:p>
        </p:txBody>
      </p:sp>
      <p:sp>
        <p:nvSpPr>
          <p:cNvPr id="6" name="Text Placeholder 5">
            <a:extLst>
              <a:ext uri="{FF2B5EF4-FFF2-40B4-BE49-F238E27FC236}">
                <a16:creationId xmlns:a16="http://schemas.microsoft.com/office/drawing/2014/main" id="{3044BCD3-75F2-9749-A1BD-AE47F442AD56}"/>
              </a:ext>
            </a:extLst>
          </p:cNvPr>
          <p:cNvSpPr>
            <a:spLocks noGrp="1"/>
          </p:cNvSpPr>
          <p:nvPr>
            <p:ph type="body" sz="quarter" idx="14" hasCustomPrompt="1"/>
          </p:nvPr>
        </p:nvSpPr>
        <p:spPr>
          <a:xfrm>
            <a:off x="690774" y="10814036"/>
            <a:ext cx="17106900" cy="553998"/>
          </a:xfrm>
          <a:prstGeom prst="rect">
            <a:avLst/>
          </a:prstGeom>
        </p:spPr>
        <p:txBody>
          <a:bodyPr vert="horz" lIns="0" tIns="0" rIns="0" bIns="0" rtlCol="0">
            <a:spAutoFit/>
          </a:bodyPr>
          <a:lstStyle>
            <a:lvl1pPr marL="0" indent="0">
              <a:buNone/>
              <a:defRPr lang="en-US" sz="3600" smtClean="0">
                <a:solidFill>
                  <a:schemeClr val="bg1"/>
                </a:solidFill>
              </a:defRPr>
            </a:lvl1pPr>
            <a:lvl2pPr>
              <a:defRPr lang="en-US" smtClean="0"/>
            </a:lvl2pPr>
            <a:lvl3pPr>
              <a:defRPr lang="en-US" smtClean="0"/>
            </a:lvl3pPr>
            <a:lvl4pPr>
              <a:defRPr lang="en-US" smtClean="0"/>
            </a:lvl4pPr>
            <a:lvl5pPr>
              <a:defRPr lang="en-US"/>
            </a:lvl5pPr>
          </a:lstStyle>
          <a:p>
            <a:pPr marL="285750" lvl="0" indent="-285750"/>
            <a:r>
              <a:rPr lang="en-US"/>
              <a:t>Quote Source (Name)</a:t>
            </a:r>
          </a:p>
        </p:txBody>
      </p:sp>
      <p:pic>
        <p:nvPicPr>
          <p:cNvPr id="9" name="Graphic 8">
            <a:extLst>
              <a:ext uri="{FF2B5EF4-FFF2-40B4-BE49-F238E27FC236}">
                <a16:creationId xmlns:a16="http://schemas.microsoft.com/office/drawing/2014/main" id="{B8B09FA7-0368-CA42-9C8A-2E48C9D933B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336C8641-33A4-5C4F-9DA7-173CE0A5090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4536EE17-66CB-DB42-BBD8-8F288A5837A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282503709"/>
      </p:ext>
    </p:extLst>
  </p:cSld>
  <p:clrMapOvr>
    <a:masterClrMapping/>
  </p:clrMapOvr>
</p:sldLayout>
</file>

<file path=ppt/slideLayouts/slideLayout75.xml><?xml version="1.0" encoding="utf-8"?>
<p:sldLayout xmlns:a="http://schemas.openxmlformats.org/drawingml/2006/main" xmlns:r="http://schemas.openxmlformats.org/officeDocument/2006/relationships" xmlns:p="http://schemas.openxmlformats.org/presentationml/2006/main" showMasterSp="0" preserve="1" userDrawn="1">
  <p:cSld name="Single Column - Re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2F422BAE-8942-5945-8107-A11B1B5BB162}"/>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79117891-6452-0048-963A-6E5C5F95F905}"/>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
        <p:nvSpPr>
          <p:cNvPr id="19" name="Text Placeholder 6">
            <a:extLst>
              <a:ext uri="{FF2B5EF4-FFF2-40B4-BE49-F238E27FC236}">
                <a16:creationId xmlns:a16="http://schemas.microsoft.com/office/drawing/2014/main" id="{FD62A0E5-A248-554A-A834-720A8AF128B8}"/>
              </a:ext>
            </a:extLst>
          </p:cNvPr>
          <p:cNvSpPr>
            <a:spLocks noGrp="1"/>
          </p:cNvSpPr>
          <p:nvPr>
            <p:ph type="body" sz="quarter" idx="23"/>
          </p:nvPr>
        </p:nvSpPr>
        <p:spPr>
          <a:xfrm>
            <a:off x="6477000" y="621793"/>
            <a:ext cx="17154144" cy="3488134"/>
          </a:xfrm>
          <a:prstGeom prst="rect">
            <a:avLst/>
          </a:prstGeom>
        </p:spPr>
        <p:txBody>
          <a:bodyPr lIns="182880">
            <a:spAutoFit/>
          </a:bodyPr>
          <a:lstStyle>
            <a:lvl1pPr marL="285750" marR="0" indent="-285750"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153461416"/>
      </p:ext>
    </p:extLst>
  </p:cSld>
  <p:clrMapOvr>
    <a:masterClrMapping/>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showMasterSp="0" preserve="1" userDrawn="1">
  <p:cSld name="Image Slide - case study">
    <p:spTree>
      <p:nvGrpSpPr>
        <p:cNvPr id="1" name=""/>
        <p:cNvGrpSpPr/>
        <p:nvPr/>
      </p:nvGrpSpPr>
      <p:grpSpPr>
        <a:xfrm>
          <a:off x="0" y="0"/>
          <a:ext cx="0" cy="0"/>
          <a:chOff x="0" y="0"/>
          <a:chExt cx="0" cy="0"/>
        </a:xfrm>
      </p:grpSpPr>
      <p:sp>
        <p:nvSpPr>
          <p:cNvPr id="11" name="Picture Placeholder 4">
            <a:extLst>
              <a:ext uri="{FF2B5EF4-FFF2-40B4-BE49-F238E27FC236}">
                <a16:creationId xmlns:a16="http://schemas.microsoft.com/office/drawing/2014/main" id="{7C7733D8-84F1-0447-9A12-FCC275403537}"/>
              </a:ext>
            </a:extLst>
          </p:cNvPr>
          <p:cNvSpPr>
            <a:spLocks noGrp="1"/>
          </p:cNvSpPr>
          <p:nvPr>
            <p:ph type="pic" sz="quarter" idx="18" hasCustomPrompt="1"/>
          </p:nvPr>
        </p:nvSpPr>
        <p:spPr>
          <a:xfrm>
            <a:off x="14538706" y="0"/>
            <a:ext cx="9838944" cy="553998"/>
          </a:xfrm>
          <a:prstGeom prst="rect">
            <a:avLst/>
          </a:prstGeom>
        </p:spPr>
        <p:txBody>
          <a:bodyPr/>
          <a:lstStyle>
            <a:lvl1pPr marL="0" marR="0" indent="0"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None/>
              <a:tabLst/>
              <a:defRPr/>
            </a:lvl1pPr>
          </a:lstStyle>
          <a:p>
            <a:pPr marL="285750" marR="0" lvl="0" indent="-285750"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a:pPr>
            <a:r>
              <a:rPr lang="en-US"/>
              <a:t>Image Size: 5.38” x 7.5”</a:t>
            </a:r>
          </a:p>
        </p:txBody>
      </p:sp>
      <p:sp>
        <p:nvSpPr>
          <p:cNvPr id="9" name="Picture Placeholder 8">
            <a:extLst>
              <a:ext uri="{FF2B5EF4-FFF2-40B4-BE49-F238E27FC236}">
                <a16:creationId xmlns:a16="http://schemas.microsoft.com/office/drawing/2014/main" id="{F8BB2227-3D4D-4CC6-A74E-E59F4C42E1E7}"/>
              </a:ext>
            </a:extLst>
          </p:cNvPr>
          <p:cNvSpPr>
            <a:spLocks noGrp="1"/>
          </p:cNvSpPr>
          <p:nvPr>
            <p:ph type="pic" sz="quarter" idx="17" hasCustomPrompt="1"/>
          </p:nvPr>
        </p:nvSpPr>
        <p:spPr>
          <a:xfrm>
            <a:off x="10659995" y="12497521"/>
            <a:ext cx="3333750" cy="553998"/>
          </a:xfrm>
          <a:prstGeom prst="rect">
            <a:avLst/>
          </a:prstGeom>
        </p:spPr>
        <p:txBody>
          <a:bodyPr anchor="ctr" anchorCtr="0"/>
          <a:lstStyle>
            <a:lvl1pPr marL="0" indent="0" algn="ctr">
              <a:buNone/>
              <a:defRPr b="0">
                <a:solidFill>
                  <a:schemeClr val="tx1"/>
                </a:solidFill>
                <a:highlight>
                  <a:srgbClr val="FFFF00"/>
                </a:highlight>
              </a:defRPr>
            </a:lvl1pPr>
          </a:lstStyle>
          <a:p>
            <a:r>
              <a:rPr lang="en-US"/>
              <a:t>LOGO</a:t>
            </a:r>
          </a:p>
        </p:txBody>
      </p:sp>
      <p:pic>
        <p:nvPicPr>
          <p:cNvPr id="5" name="Graphic 4">
            <a:extLst>
              <a:ext uri="{FF2B5EF4-FFF2-40B4-BE49-F238E27FC236}">
                <a16:creationId xmlns:a16="http://schemas.microsoft.com/office/drawing/2014/main" id="{A69AB107-F3A5-DE49-9656-1D28E392B3E3}"/>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Tree>
    <p:extLst>
      <p:ext uri="{BB962C8B-B14F-4D97-AF65-F5344CB8AC3E}">
        <p14:creationId xmlns:p14="http://schemas.microsoft.com/office/powerpoint/2010/main" val="2301071495"/>
      </p:ext>
    </p:extLst>
  </p:cSld>
  <p:clrMapOvr>
    <a:masterClrMapping/>
  </p:clrMapOvr>
</p:sldLayout>
</file>

<file path=ppt/slideLayouts/slideLayout77.xml><?xml version="1.0" encoding="utf-8"?>
<p:sldLayout xmlns:a="http://schemas.openxmlformats.org/drawingml/2006/main" xmlns:r="http://schemas.openxmlformats.org/officeDocument/2006/relationships" xmlns:p="http://schemas.openxmlformats.org/presentationml/2006/main" showMasterSp="0" preserve="1" userDrawn="1">
  <p:cSld name="Single Column - Purpl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2" name="Graphic 11">
            <a:extLst>
              <a:ext uri="{FF2B5EF4-FFF2-40B4-BE49-F238E27FC236}">
                <a16:creationId xmlns:a16="http://schemas.microsoft.com/office/drawing/2014/main" id="{855C35C3-B5B3-484A-A7C7-CDC7F3EAC55A}"/>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C71E9504-2C71-DF49-8C52-11EB893E6931}"/>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67AAD467-AB33-084D-85C9-C24EC0BEEE68}"/>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
        <p:nvSpPr>
          <p:cNvPr id="13" name="Text Placeholder 6">
            <a:extLst>
              <a:ext uri="{FF2B5EF4-FFF2-40B4-BE49-F238E27FC236}">
                <a16:creationId xmlns:a16="http://schemas.microsoft.com/office/drawing/2014/main" id="{B48B9AFD-8D2A-7742-85F5-9C9AA8908214}"/>
              </a:ext>
            </a:extLst>
          </p:cNvPr>
          <p:cNvSpPr>
            <a:spLocks noGrp="1"/>
          </p:cNvSpPr>
          <p:nvPr>
            <p:ph type="body" sz="quarter" idx="23"/>
          </p:nvPr>
        </p:nvSpPr>
        <p:spPr>
          <a:xfrm>
            <a:off x="6477000" y="621793"/>
            <a:ext cx="17154144" cy="3488134"/>
          </a:xfrm>
          <a:prstGeom prst="rect">
            <a:avLst/>
          </a:prstGeom>
        </p:spPr>
        <p:txBody>
          <a:bodyPr lIns="182880">
            <a:spAutoFit/>
          </a:bodyPr>
          <a:lstStyle>
            <a:lvl1pPr marL="285750" marR="0" indent="-285750"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631840896"/>
      </p:ext>
    </p:extLst>
  </p:cSld>
  <p:clrMapOvr>
    <a:masterClrMapping/>
  </p:clrMapOvr>
</p:sldLayout>
</file>

<file path=ppt/slideLayouts/slideLayout78.xml><?xml version="1.0" encoding="utf-8"?>
<p:sldLayout xmlns:a="http://schemas.openxmlformats.org/drawingml/2006/main" xmlns:r="http://schemas.openxmlformats.org/officeDocument/2006/relationships" xmlns:p="http://schemas.openxmlformats.org/presentationml/2006/main" showMasterSp="0" preserve="1" userDrawn="1">
  <p:cSld name="Single Column - Blu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sp>
        <p:nvSpPr>
          <p:cNvPr id="10" name="Text Placeholder 2">
            <a:extLst>
              <a:ext uri="{FF2B5EF4-FFF2-40B4-BE49-F238E27FC236}">
                <a16:creationId xmlns:a16="http://schemas.microsoft.com/office/drawing/2014/main" id="{D4D50CFA-DD46-479A-871F-605CCAC6B671}"/>
              </a:ext>
            </a:extLst>
          </p:cNvPr>
          <p:cNvSpPr>
            <a:spLocks noGrp="1"/>
          </p:cNvSpPr>
          <p:nvPr>
            <p:ph idx="1"/>
          </p:nvPr>
        </p:nvSpPr>
        <p:spPr>
          <a:xfrm>
            <a:off x="6477003" y="624971"/>
            <a:ext cx="17160602" cy="3488134"/>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1" name="Graphic 10">
            <a:extLst>
              <a:ext uri="{FF2B5EF4-FFF2-40B4-BE49-F238E27FC236}">
                <a16:creationId xmlns:a16="http://schemas.microsoft.com/office/drawing/2014/main" id="{85D6DF84-7473-9D43-9A0F-FDEC9041151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48748410-6EFE-A249-927D-70B7A0DF1CE2}"/>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5" name="Slide Number Placeholder 5">
            <a:extLst>
              <a:ext uri="{FF2B5EF4-FFF2-40B4-BE49-F238E27FC236}">
                <a16:creationId xmlns:a16="http://schemas.microsoft.com/office/drawing/2014/main" id="{9FF8626B-572A-5841-BDEC-6538B51FA2A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745239162"/>
      </p:ext>
    </p:extLst>
  </p:cSld>
  <p:clrMapOvr>
    <a:masterClrMapping/>
  </p:clrMapOvr>
</p:sldLayout>
</file>

<file path=ppt/slideLayouts/slideLayout79.xml><?xml version="1.0" encoding="utf-8"?>
<p:sldLayout xmlns:a="http://schemas.openxmlformats.org/drawingml/2006/main" xmlns:r="http://schemas.openxmlformats.org/officeDocument/2006/relationships" xmlns:p="http://schemas.openxmlformats.org/presentationml/2006/main" showMasterSp="0" matchingName="Title">
  <p:cSld name="Title">
    <p:bg>
      <p:bgPr>
        <a:solidFill>
          <a:schemeClr val="lt1"/>
        </a:solidFill>
        <a:effectLst/>
      </p:bgPr>
    </p:bg>
    <p:spTree>
      <p:nvGrpSpPr>
        <p:cNvPr id="1" name="Shape 13"/>
        <p:cNvGrpSpPr/>
        <p:nvPr/>
      </p:nvGrpSpPr>
      <p:grpSpPr>
        <a:xfrm>
          <a:off x="0" y="0"/>
          <a:ext cx="0" cy="0"/>
          <a:chOff x="0" y="0"/>
          <a:chExt cx="0" cy="0"/>
        </a:xfrm>
      </p:grpSpPr>
      <p:pic>
        <p:nvPicPr>
          <p:cNvPr id="14" name="Google Shape;14;p12"/>
          <p:cNvPicPr preferRelativeResize="0"/>
          <p:nvPr/>
        </p:nvPicPr>
        <p:blipFill rotWithShape="1">
          <a:blip r:embed="rId2">
            <a:alphaModFix/>
          </a:blip>
          <a:srcRect/>
          <a:stretch/>
        </p:blipFill>
        <p:spPr>
          <a:xfrm>
            <a:off x="1099629" y="11937201"/>
            <a:ext cx="4304950" cy="1334534"/>
          </a:xfrm>
          <a:prstGeom prst="rect">
            <a:avLst/>
          </a:prstGeom>
          <a:noFill/>
          <a:ln>
            <a:noFill/>
          </a:ln>
        </p:spPr>
      </p:pic>
      <p:sp>
        <p:nvSpPr>
          <p:cNvPr id="15" name="Google Shape;15;p12"/>
          <p:cNvSpPr txBox="1">
            <a:spLocks noGrp="1"/>
          </p:cNvSpPr>
          <p:nvPr>
            <p:ph type="body" idx="1"/>
          </p:nvPr>
        </p:nvSpPr>
        <p:spPr>
          <a:xfrm>
            <a:off x="1101601" y="9020336"/>
            <a:ext cx="11088118" cy="507831"/>
          </a:xfrm>
          <a:prstGeom prst="rect">
            <a:avLst/>
          </a:prstGeom>
          <a:noFill/>
          <a:ln>
            <a:noFill/>
          </a:ln>
        </p:spPr>
        <p:txBody>
          <a:bodyPr spcFirstLastPara="1" wrap="square" lIns="0" tIns="0" rIns="0" bIns="0" anchor="t" anchorCtr="0">
            <a:spAutoFit/>
          </a:bodyPr>
          <a:lstStyle>
            <a:lvl1pPr marL="914400" lvl="0" indent="-635000" algn="l">
              <a:lnSpc>
                <a:spcPct val="100000"/>
              </a:lnSpc>
              <a:spcBef>
                <a:spcPts val="600"/>
              </a:spcBef>
              <a:spcAft>
                <a:spcPts val="0"/>
              </a:spcAft>
              <a:buClr>
                <a:schemeClr val="dk1"/>
              </a:buClr>
              <a:buSzPts val="1400"/>
              <a:buChar char="​"/>
              <a:defRPr sz="2800"/>
            </a:lvl1pPr>
            <a:lvl2pPr marL="1828800" lvl="1" indent="-708660" algn="l">
              <a:lnSpc>
                <a:spcPct val="100000"/>
              </a:lnSpc>
              <a:spcBef>
                <a:spcPts val="600"/>
              </a:spcBef>
              <a:spcAft>
                <a:spcPts val="0"/>
              </a:spcAft>
              <a:buClr>
                <a:schemeClr val="dk1"/>
              </a:buClr>
              <a:buSzPts val="1980"/>
              <a:buChar char="•"/>
              <a:defRPr/>
            </a:lvl2pPr>
            <a:lvl3pPr marL="2743200" lvl="2" indent="-708660" algn="l">
              <a:lnSpc>
                <a:spcPct val="100000"/>
              </a:lnSpc>
              <a:spcBef>
                <a:spcPts val="600"/>
              </a:spcBef>
              <a:spcAft>
                <a:spcPts val="0"/>
              </a:spcAft>
              <a:buClr>
                <a:schemeClr val="dk1"/>
              </a:buClr>
              <a:buSzPts val="1980"/>
              <a:buChar char="‒"/>
              <a:defRPr/>
            </a:lvl3pPr>
            <a:lvl4pPr marL="3657600" lvl="3" indent="-685800" algn="l">
              <a:lnSpc>
                <a:spcPct val="100000"/>
              </a:lnSpc>
              <a:spcBef>
                <a:spcPts val="600"/>
              </a:spcBef>
              <a:spcAft>
                <a:spcPts val="0"/>
              </a:spcAft>
              <a:buClr>
                <a:schemeClr val="dk1"/>
              </a:buClr>
              <a:buSzPts val="1800"/>
              <a:buChar char="•"/>
              <a:defRPr/>
            </a:lvl4pPr>
            <a:lvl5pPr marL="4572000" lvl="4" indent="-685800" algn="l">
              <a:lnSpc>
                <a:spcPct val="100000"/>
              </a:lnSpc>
              <a:spcBef>
                <a:spcPts val="600"/>
              </a:spcBef>
              <a:spcAft>
                <a:spcPts val="0"/>
              </a:spcAft>
              <a:buClr>
                <a:schemeClr val="dk1"/>
              </a:buClr>
              <a:buSzPts val="1800"/>
              <a:buChar char="̶"/>
              <a:defRPr/>
            </a:lvl5pPr>
            <a:lvl6pPr marL="5486400" lvl="5" indent="-685800" algn="l">
              <a:lnSpc>
                <a:spcPct val="100000"/>
              </a:lnSpc>
              <a:spcBef>
                <a:spcPts val="600"/>
              </a:spcBef>
              <a:spcAft>
                <a:spcPts val="0"/>
              </a:spcAft>
              <a:buClr>
                <a:schemeClr val="dk1"/>
              </a:buClr>
              <a:buSzPts val="1800"/>
              <a:buChar char="▫"/>
              <a:defRPr/>
            </a:lvl6pPr>
            <a:lvl7pPr marL="6400800" lvl="6" indent="-685800" algn="l">
              <a:lnSpc>
                <a:spcPct val="100000"/>
              </a:lnSpc>
              <a:spcBef>
                <a:spcPts val="600"/>
              </a:spcBef>
              <a:spcAft>
                <a:spcPts val="0"/>
              </a:spcAft>
              <a:buClr>
                <a:schemeClr val="dk1"/>
              </a:buClr>
              <a:buSzPts val="1800"/>
              <a:buChar char="▫"/>
              <a:defRPr/>
            </a:lvl7pPr>
            <a:lvl8pPr marL="7315200" lvl="7" indent="-685800" algn="l">
              <a:lnSpc>
                <a:spcPct val="100000"/>
              </a:lnSpc>
              <a:spcBef>
                <a:spcPts val="600"/>
              </a:spcBef>
              <a:spcAft>
                <a:spcPts val="0"/>
              </a:spcAft>
              <a:buClr>
                <a:schemeClr val="dk1"/>
              </a:buClr>
              <a:buSzPts val="1800"/>
              <a:buChar char="▫"/>
              <a:defRPr/>
            </a:lvl8pPr>
            <a:lvl9pPr marL="8229600" lvl="8" indent="-685800" algn="l">
              <a:lnSpc>
                <a:spcPct val="100000"/>
              </a:lnSpc>
              <a:spcBef>
                <a:spcPts val="600"/>
              </a:spcBef>
              <a:spcAft>
                <a:spcPts val="600"/>
              </a:spcAft>
              <a:buClr>
                <a:schemeClr val="dk1"/>
              </a:buClr>
              <a:buSzPts val="1800"/>
              <a:buChar char="▫"/>
              <a:defRPr/>
            </a:lvl9pPr>
          </a:lstStyle>
          <a:p>
            <a:endParaRPr/>
          </a:p>
        </p:txBody>
      </p:sp>
      <p:sp>
        <p:nvSpPr>
          <p:cNvPr id="16" name="Google Shape;16;p12"/>
          <p:cNvSpPr txBox="1">
            <a:spLocks noGrp="1"/>
          </p:cNvSpPr>
          <p:nvPr>
            <p:ph type="subTitle" idx="2"/>
          </p:nvPr>
        </p:nvSpPr>
        <p:spPr>
          <a:xfrm>
            <a:off x="1103883" y="8185119"/>
            <a:ext cx="11088118" cy="692497"/>
          </a:xfrm>
          <a:prstGeom prst="rect">
            <a:avLst/>
          </a:prstGeom>
          <a:noFill/>
          <a:ln>
            <a:noFill/>
          </a:ln>
        </p:spPr>
        <p:txBody>
          <a:bodyPr spcFirstLastPara="1" wrap="square" lIns="0" tIns="0" rIns="0" bIns="0" anchor="t" anchorCtr="0">
            <a:spAutoFit/>
          </a:bodyPr>
          <a:lstStyle>
            <a:lvl1pPr lvl="0" algn="l">
              <a:lnSpc>
                <a:spcPct val="100000"/>
              </a:lnSpc>
              <a:spcBef>
                <a:spcPts val="600"/>
              </a:spcBef>
              <a:spcAft>
                <a:spcPts val="0"/>
              </a:spcAft>
              <a:buClr>
                <a:schemeClr val="dk1"/>
              </a:buClr>
              <a:buSzPts val="2000"/>
              <a:buChar char="​"/>
              <a:defRPr sz="4000"/>
            </a:lvl1pPr>
            <a:lvl2pPr lvl="1" algn="l">
              <a:lnSpc>
                <a:spcPct val="100000"/>
              </a:lnSpc>
              <a:spcBef>
                <a:spcPts val="600"/>
              </a:spcBef>
              <a:spcAft>
                <a:spcPts val="0"/>
              </a:spcAft>
              <a:buClr>
                <a:schemeClr val="dk1"/>
              </a:buClr>
              <a:buSzPts val="1980"/>
              <a:buChar char="•"/>
              <a:defRPr/>
            </a:lvl2pPr>
            <a:lvl3pPr lvl="2" algn="l">
              <a:lnSpc>
                <a:spcPct val="100000"/>
              </a:lnSpc>
              <a:spcBef>
                <a:spcPts val="600"/>
              </a:spcBef>
              <a:spcAft>
                <a:spcPts val="0"/>
              </a:spcAft>
              <a:buClr>
                <a:schemeClr val="dk1"/>
              </a:buClr>
              <a:buSzPts val="1980"/>
              <a:buChar char="‒"/>
              <a:defRPr/>
            </a:lvl3pPr>
            <a:lvl4pPr lvl="3" algn="l">
              <a:lnSpc>
                <a:spcPct val="100000"/>
              </a:lnSpc>
              <a:spcBef>
                <a:spcPts val="600"/>
              </a:spcBef>
              <a:spcAft>
                <a:spcPts val="0"/>
              </a:spcAft>
              <a:buClr>
                <a:schemeClr val="dk1"/>
              </a:buClr>
              <a:buSzPts val="1800"/>
              <a:buChar char="•"/>
              <a:defRPr/>
            </a:lvl4pPr>
            <a:lvl5pPr lvl="4" algn="l">
              <a:lnSpc>
                <a:spcPct val="100000"/>
              </a:lnSpc>
              <a:spcBef>
                <a:spcPts val="600"/>
              </a:spcBef>
              <a:spcAft>
                <a:spcPts val="0"/>
              </a:spcAft>
              <a:buClr>
                <a:schemeClr val="dk1"/>
              </a:buClr>
              <a:buSzPts val="1800"/>
              <a:buChar char="̶"/>
              <a:defRPr/>
            </a:lvl5pPr>
            <a:lvl6pPr lvl="5" algn="l">
              <a:lnSpc>
                <a:spcPct val="100000"/>
              </a:lnSpc>
              <a:spcBef>
                <a:spcPts val="600"/>
              </a:spcBef>
              <a:spcAft>
                <a:spcPts val="0"/>
              </a:spcAft>
              <a:buClr>
                <a:schemeClr val="dk1"/>
              </a:buClr>
              <a:buSzPts val="1800"/>
              <a:buChar char="▫"/>
              <a:defRPr/>
            </a:lvl6pPr>
            <a:lvl7pPr lvl="6" algn="l">
              <a:lnSpc>
                <a:spcPct val="100000"/>
              </a:lnSpc>
              <a:spcBef>
                <a:spcPts val="600"/>
              </a:spcBef>
              <a:spcAft>
                <a:spcPts val="0"/>
              </a:spcAft>
              <a:buClr>
                <a:schemeClr val="dk1"/>
              </a:buClr>
              <a:buSzPts val="1800"/>
              <a:buChar char="▫"/>
              <a:defRPr/>
            </a:lvl7pPr>
            <a:lvl8pPr lvl="7" algn="l">
              <a:lnSpc>
                <a:spcPct val="100000"/>
              </a:lnSpc>
              <a:spcBef>
                <a:spcPts val="600"/>
              </a:spcBef>
              <a:spcAft>
                <a:spcPts val="0"/>
              </a:spcAft>
              <a:buClr>
                <a:schemeClr val="dk1"/>
              </a:buClr>
              <a:buSzPts val="1800"/>
              <a:buChar char="▫"/>
              <a:defRPr/>
            </a:lvl8pPr>
            <a:lvl9pPr lvl="8" algn="l">
              <a:lnSpc>
                <a:spcPct val="100000"/>
              </a:lnSpc>
              <a:spcBef>
                <a:spcPts val="600"/>
              </a:spcBef>
              <a:spcAft>
                <a:spcPts val="600"/>
              </a:spcAft>
              <a:buClr>
                <a:schemeClr val="dk1"/>
              </a:buClr>
              <a:buSzPts val="1800"/>
              <a:buChar char="▫"/>
              <a:defRPr/>
            </a:lvl9pPr>
          </a:lstStyle>
          <a:p>
            <a:endParaRPr/>
          </a:p>
        </p:txBody>
      </p:sp>
      <p:sp>
        <p:nvSpPr>
          <p:cNvPr id="17" name="Google Shape;17;p12"/>
          <p:cNvSpPr txBox="1">
            <a:spLocks noGrp="1"/>
          </p:cNvSpPr>
          <p:nvPr>
            <p:ph type="title"/>
          </p:nvPr>
        </p:nvSpPr>
        <p:spPr>
          <a:xfrm>
            <a:off x="1103883" y="6588810"/>
            <a:ext cx="11088118" cy="1354217"/>
          </a:xfrm>
          <a:prstGeom prst="rect">
            <a:avLst/>
          </a:prstGeom>
          <a:noFill/>
          <a:ln>
            <a:noFill/>
          </a:ln>
        </p:spPr>
        <p:txBody>
          <a:bodyPr spcFirstLastPara="1" wrap="square" lIns="0" tIns="0" rIns="0" bIns="0" anchor="b" anchorCtr="0">
            <a:spAutoFit/>
          </a:bodyPr>
          <a:lstStyle>
            <a:lvl1pPr lvl="0" algn="l">
              <a:lnSpc>
                <a:spcPct val="100000"/>
              </a:lnSpc>
              <a:spcBef>
                <a:spcPts val="0"/>
              </a:spcBef>
              <a:spcAft>
                <a:spcPts val="0"/>
              </a:spcAft>
              <a:buClr>
                <a:schemeClr val="dk1"/>
              </a:buClr>
              <a:buSzPts val="4400"/>
              <a:buFont typeface="Arial"/>
              <a:buNone/>
              <a:defRPr sz="8800">
                <a:solidFill>
                  <a:schemeClr val="dk1"/>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pic>
        <p:nvPicPr>
          <p:cNvPr id="18" name="Google Shape;18;p12"/>
          <p:cNvPicPr preferRelativeResize="0"/>
          <p:nvPr/>
        </p:nvPicPr>
        <p:blipFill rotWithShape="1">
          <a:blip r:embed="rId3">
            <a:alphaModFix/>
          </a:blip>
          <a:srcRect/>
          <a:stretch/>
        </p:blipFill>
        <p:spPr>
          <a:xfrm>
            <a:off x="13457730" y="0"/>
            <a:ext cx="9822388" cy="13716000"/>
          </a:xfrm>
          <a:prstGeom prst="rect">
            <a:avLst/>
          </a:prstGeom>
          <a:noFill/>
          <a:ln>
            <a:noFill/>
          </a:ln>
        </p:spPr>
      </p:pic>
    </p:spTree>
    <p:extLst>
      <p:ext uri="{BB962C8B-B14F-4D97-AF65-F5344CB8AC3E}">
        <p14:creationId xmlns:p14="http://schemas.microsoft.com/office/powerpoint/2010/main" val="165749424"/>
      </p:ext>
    </p:extLst>
  </p:cSld>
  <p:clrMapOvr>
    <a:masterClrMapping/>
  </p:clrMapOvr>
</p:sldLayout>
</file>

<file path=ppt/slideLayouts/slideLayout80.xml><?xml version="1.0" encoding="utf-8"?>
<p:sldLayout xmlns:a="http://schemas.openxmlformats.org/drawingml/2006/main" xmlns:r="http://schemas.openxmlformats.org/officeDocument/2006/relationships" xmlns:p="http://schemas.openxmlformats.org/presentationml/2006/main" matchingName="1_Default">
  <p:cSld name="1_Default">
    <p:spTree>
      <p:nvGrpSpPr>
        <p:cNvPr id="1" name="Shape 24"/>
        <p:cNvGrpSpPr/>
        <p:nvPr/>
      </p:nvGrpSpPr>
      <p:grpSpPr>
        <a:xfrm>
          <a:off x="0" y="0"/>
          <a:ext cx="0" cy="0"/>
          <a:chOff x="0" y="0"/>
          <a:chExt cx="0" cy="0"/>
        </a:xfrm>
      </p:grpSpPr>
      <p:sp>
        <p:nvSpPr>
          <p:cNvPr id="25" name="Google Shape;25;p34"/>
          <p:cNvSpPr/>
          <p:nvPr/>
        </p:nvSpPr>
        <p:spPr>
          <a:xfrm>
            <a:off x="0" y="0"/>
            <a:ext cx="24384000" cy="13716000"/>
          </a:xfrm>
          <a:prstGeom prst="rect">
            <a:avLst/>
          </a:prstGeom>
          <a:gradFill>
            <a:gsLst>
              <a:gs pos="0">
                <a:srgbClr val="C50034"/>
              </a:gs>
              <a:gs pos="100000">
                <a:srgbClr val="8B0084">
                  <a:alpha val="84313"/>
                </a:srgbClr>
              </a:gs>
            </a:gsLst>
            <a:lin ang="3000000" scaled="0"/>
          </a:gradFill>
          <a:ln>
            <a:noFill/>
          </a:ln>
        </p:spPr>
        <p:txBody>
          <a:bodyPr spcFirstLastPara="1" wrap="square" lIns="182850" tIns="91400" rIns="182850" bIns="91400" anchor="ctr" anchorCtr="0">
            <a:noAutofit/>
          </a:bodyPr>
          <a:lstStyle/>
          <a:p>
            <a:pPr marL="0" marR="0" lvl="0" indent="0" algn="ctr" rtl="0">
              <a:lnSpc>
                <a:spcPct val="100000"/>
              </a:lnSpc>
              <a:spcBef>
                <a:spcPts val="0"/>
              </a:spcBef>
              <a:spcAft>
                <a:spcPts val="0"/>
              </a:spcAft>
              <a:buClr>
                <a:schemeClr val="lt1"/>
              </a:buClr>
              <a:buSzPts val="1500"/>
              <a:buFont typeface="Arial"/>
              <a:buNone/>
            </a:pPr>
            <a:endParaRPr sz="3000" b="1" i="0" u="none" strike="noStrike" cap="none">
              <a:solidFill>
                <a:srgbClr val="FFFFFF"/>
              </a:solidFill>
              <a:latin typeface="Arial"/>
              <a:ea typeface="Arial"/>
              <a:cs typeface="Arial"/>
              <a:sym typeface="Arial"/>
            </a:endParaRPr>
          </a:p>
        </p:txBody>
      </p:sp>
      <p:sp>
        <p:nvSpPr>
          <p:cNvPr id="26" name="Google Shape;26;p34"/>
          <p:cNvSpPr/>
          <p:nvPr/>
        </p:nvSpPr>
        <p:spPr>
          <a:xfrm>
            <a:off x="1107944" y="12931792"/>
            <a:ext cx="2192448" cy="436740"/>
          </a:xfrm>
          <a:custGeom>
            <a:avLst/>
            <a:gdLst/>
            <a:ahLst/>
            <a:cxnLst/>
            <a:rect l="l" t="t" r="r" b="b"/>
            <a:pathLst>
              <a:path w="5691" h="1139" extrusionOk="0">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lt1"/>
          </a:solidFill>
          <a:ln>
            <a:noFill/>
          </a:ln>
        </p:spPr>
        <p:txBody>
          <a:bodyPr spcFirstLastPara="1" wrap="square" lIns="182800" tIns="91400" rIns="182800" bIns="91400" anchor="t" anchorCtr="0">
            <a:noAutofit/>
          </a:bodyPr>
          <a:lstStyle/>
          <a:p>
            <a:pPr marL="0" marR="0" lvl="0" indent="0" algn="l" rtl="0">
              <a:lnSpc>
                <a:spcPct val="100000"/>
              </a:lnSpc>
              <a:spcBef>
                <a:spcPts val="0"/>
              </a:spcBef>
              <a:spcAft>
                <a:spcPts val="0"/>
              </a:spcAft>
              <a:buClr>
                <a:srgbClr val="000000"/>
              </a:buClr>
              <a:buSzPts val="450"/>
              <a:buFont typeface="Arial"/>
              <a:buNone/>
            </a:pPr>
            <a:endParaRPr sz="1800" b="0" i="0" u="none" strike="noStrike" cap="none">
              <a:solidFill>
                <a:schemeClr val="dk1"/>
              </a:solidFill>
              <a:latin typeface="Arial"/>
              <a:ea typeface="Arial"/>
              <a:cs typeface="Arial"/>
              <a:sym typeface="Arial"/>
            </a:endParaRPr>
          </a:p>
        </p:txBody>
      </p:sp>
      <p:sp>
        <p:nvSpPr>
          <p:cNvPr id="27" name="Google Shape;27;p34"/>
          <p:cNvSpPr txBox="1">
            <a:spLocks noGrp="1"/>
          </p:cNvSpPr>
          <p:nvPr>
            <p:ph type="title"/>
          </p:nvPr>
        </p:nvSpPr>
        <p:spPr>
          <a:xfrm>
            <a:off x="1109472" y="344425"/>
            <a:ext cx="22165056" cy="954107"/>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Clr>
                <a:schemeClr val="lt1"/>
              </a:buClr>
              <a:buSzPts val="2500"/>
              <a:buFont typeface="Arial"/>
              <a:buNone/>
              <a:defRPr>
                <a:solidFill>
                  <a:schemeClr val="lt1"/>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8" name="Google Shape;28;p34"/>
          <p:cNvSpPr txBox="1">
            <a:spLocks noGrp="1"/>
          </p:cNvSpPr>
          <p:nvPr>
            <p:ph type="subTitle" idx="1"/>
          </p:nvPr>
        </p:nvSpPr>
        <p:spPr>
          <a:xfrm>
            <a:off x="1109472" y="1215453"/>
            <a:ext cx="22165056" cy="630942"/>
          </a:xfrm>
          <a:prstGeom prst="rect">
            <a:avLst/>
          </a:prstGeom>
          <a:noFill/>
          <a:ln>
            <a:noFill/>
          </a:ln>
        </p:spPr>
        <p:txBody>
          <a:bodyPr spcFirstLastPara="1" wrap="square" lIns="0" tIns="0" rIns="0" bIns="0" anchor="t" anchorCtr="0">
            <a:spAutoFit/>
          </a:bodyPr>
          <a:lstStyle>
            <a:lvl1pPr lvl="0" algn="l">
              <a:lnSpc>
                <a:spcPct val="100000"/>
              </a:lnSpc>
              <a:spcBef>
                <a:spcPts val="600"/>
              </a:spcBef>
              <a:spcAft>
                <a:spcPts val="0"/>
              </a:spcAft>
              <a:buClr>
                <a:schemeClr val="lt1"/>
              </a:buClr>
              <a:buSzPts val="1800"/>
              <a:buChar char="​"/>
              <a:defRPr sz="3600" b="0">
                <a:solidFill>
                  <a:schemeClr val="lt1"/>
                </a:solidFill>
              </a:defRPr>
            </a:lvl1pPr>
            <a:lvl2pPr lvl="1" algn="l">
              <a:lnSpc>
                <a:spcPct val="100000"/>
              </a:lnSpc>
              <a:spcBef>
                <a:spcPts val="600"/>
              </a:spcBef>
              <a:spcAft>
                <a:spcPts val="0"/>
              </a:spcAft>
              <a:buClr>
                <a:schemeClr val="dk1"/>
              </a:buClr>
              <a:buSzPts val="1980"/>
              <a:buChar char="•"/>
              <a:defRPr/>
            </a:lvl2pPr>
            <a:lvl3pPr lvl="2" algn="l">
              <a:lnSpc>
                <a:spcPct val="100000"/>
              </a:lnSpc>
              <a:spcBef>
                <a:spcPts val="600"/>
              </a:spcBef>
              <a:spcAft>
                <a:spcPts val="0"/>
              </a:spcAft>
              <a:buClr>
                <a:schemeClr val="dk1"/>
              </a:buClr>
              <a:buSzPts val="1980"/>
              <a:buChar char="‒"/>
              <a:defRPr/>
            </a:lvl3pPr>
            <a:lvl4pPr lvl="3" algn="l">
              <a:lnSpc>
                <a:spcPct val="100000"/>
              </a:lnSpc>
              <a:spcBef>
                <a:spcPts val="600"/>
              </a:spcBef>
              <a:spcAft>
                <a:spcPts val="0"/>
              </a:spcAft>
              <a:buClr>
                <a:schemeClr val="dk1"/>
              </a:buClr>
              <a:buSzPts val="1800"/>
              <a:buChar char="•"/>
              <a:defRPr/>
            </a:lvl4pPr>
            <a:lvl5pPr lvl="4" algn="l">
              <a:lnSpc>
                <a:spcPct val="100000"/>
              </a:lnSpc>
              <a:spcBef>
                <a:spcPts val="600"/>
              </a:spcBef>
              <a:spcAft>
                <a:spcPts val="0"/>
              </a:spcAft>
              <a:buClr>
                <a:schemeClr val="dk1"/>
              </a:buClr>
              <a:buSzPts val="1800"/>
              <a:buChar char="̶"/>
              <a:defRPr/>
            </a:lvl5pPr>
            <a:lvl6pPr lvl="5" algn="l">
              <a:lnSpc>
                <a:spcPct val="100000"/>
              </a:lnSpc>
              <a:spcBef>
                <a:spcPts val="600"/>
              </a:spcBef>
              <a:spcAft>
                <a:spcPts val="0"/>
              </a:spcAft>
              <a:buClr>
                <a:schemeClr val="dk1"/>
              </a:buClr>
              <a:buSzPts val="1800"/>
              <a:buChar char="▫"/>
              <a:defRPr/>
            </a:lvl6pPr>
            <a:lvl7pPr lvl="6" algn="l">
              <a:lnSpc>
                <a:spcPct val="100000"/>
              </a:lnSpc>
              <a:spcBef>
                <a:spcPts val="600"/>
              </a:spcBef>
              <a:spcAft>
                <a:spcPts val="0"/>
              </a:spcAft>
              <a:buClr>
                <a:schemeClr val="dk1"/>
              </a:buClr>
              <a:buSzPts val="1800"/>
              <a:buChar char="▫"/>
              <a:defRPr/>
            </a:lvl7pPr>
            <a:lvl8pPr lvl="7" algn="l">
              <a:lnSpc>
                <a:spcPct val="100000"/>
              </a:lnSpc>
              <a:spcBef>
                <a:spcPts val="600"/>
              </a:spcBef>
              <a:spcAft>
                <a:spcPts val="0"/>
              </a:spcAft>
              <a:buClr>
                <a:schemeClr val="dk1"/>
              </a:buClr>
              <a:buSzPts val="1800"/>
              <a:buChar char="▫"/>
              <a:defRPr/>
            </a:lvl8pPr>
            <a:lvl9pPr lvl="8" algn="l">
              <a:lnSpc>
                <a:spcPct val="100000"/>
              </a:lnSpc>
              <a:spcBef>
                <a:spcPts val="600"/>
              </a:spcBef>
              <a:spcAft>
                <a:spcPts val="600"/>
              </a:spcAft>
              <a:buClr>
                <a:schemeClr val="dk1"/>
              </a:buClr>
              <a:buSzPts val="1800"/>
              <a:buChar char="▫"/>
              <a:defRPr/>
            </a:lvl9pPr>
          </a:lstStyle>
          <a:p>
            <a:endParaRPr/>
          </a:p>
        </p:txBody>
      </p:sp>
      <p:sp>
        <p:nvSpPr>
          <p:cNvPr id="29" name="Google Shape;29;p34"/>
          <p:cNvSpPr/>
          <p:nvPr/>
        </p:nvSpPr>
        <p:spPr>
          <a:xfrm>
            <a:off x="22625051" y="12997508"/>
            <a:ext cx="651002" cy="276999"/>
          </a:xfrm>
          <a:prstGeom prst="rect">
            <a:avLst/>
          </a:prstGeom>
          <a:noFill/>
          <a:ln>
            <a:noFill/>
          </a:ln>
        </p:spPr>
        <p:txBody>
          <a:bodyPr spcFirstLastPara="1" wrap="square" lIns="0" tIns="0" rIns="0" bIns="0" anchor="b" anchorCtr="0">
            <a:spAutoFit/>
          </a:bodyPr>
          <a:lstStyle/>
          <a:p>
            <a:pPr marL="0" marR="0" lvl="0" indent="0" algn="r" rtl="0">
              <a:lnSpc>
                <a:spcPct val="100000"/>
              </a:lnSpc>
              <a:spcBef>
                <a:spcPts val="0"/>
              </a:spcBef>
              <a:spcAft>
                <a:spcPts val="0"/>
              </a:spcAft>
              <a:buClr>
                <a:srgbClr val="000000"/>
              </a:buClr>
              <a:buSzPts val="900"/>
              <a:buFont typeface="Arial"/>
              <a:buNone/>
            </a:pPr>
            <a:fld id="{00000000-1234-1234-1234-123412341234}" type="slidenum">
              <a:rPr lang="en-US" sz="1800" b="0" i="0" u="none" strike="noStrike" cap="none">
                <a:solidFill>
                  <a:schemeClr val="lt1"/>
                </a:solidFill>
                <a:latin typeface="Arial"/>
                <a:ea typeface="Arial"/>
                <a:cs typeface="Arial"/>
                <a:sym typeface="Arial"/>
              </a:rPr>
              <a:pPr marL="0" marR="0" lvl="0" indent="0" algn="r" rtl="0">
                <a:lnSpc>
                  <a:spcPct val="100000"/>
                </a:lnSpc>
                <a:spcBef>
                  <a:spcPts val="0"/>
                </a:spcBef>
                <a:spcAft>
                  <a:spcPts val="0"/>
                </a:spcAft>
                <a:buClr>
                  <a:srgbClr val="000000"/>
                </a:buClr>
                <a:buSzPts val="900"/>
                <a:buFont typeface="Arial"/>
                <a:buNone/>
              </a:pPr>
              <a:t>‹#›</a:t>
            </a:fld>
            <a:endParaRPr sz="1800" b="0" i="0" u="none" strike="noStrike" cap="none">
              <a:solidFill>
                <a:schemeClr val="lt1"/>
              </a:solidFill>
              <a:latin typeface="Arial"/>
              <a:ea typeface="Arial"/>
              <a:cs typeface="Arial"/>
              <a:sym typeface="Arial"/>
            </a:endParaRPr>
          </a:p>
        </p:txBody>
      </p:sp>
      <p:sp>
        <p:nvSpPr>
          <p:cNvPr id="30" name="Google Shape;30;p34"/>
          <p:cNvSpPr txBox="1">
            <a:spLocks noGrp="1"/>
          </p:cNvSpPr>
          <p:nvPr>
            <p:ph type="body" idx="2"/>
          </p:nvPr>
        </p:nvSpPr>
        <p:spPr>
          <a:xfrm>
            <a:off x="1109470" y="83195"/>
            <a:ext cx="7686676" cy="323165"/>
          </a:xfrm>
          <a:prstGeom prst="rect">
            <a:avLst/>
          </a:prstGeom>
          <a:noFill/>
          <a:ln>
            <a:noFill/>
          </a:ln>
        </p:spPr>
        <p:txBody>
          <a:bodyPr spcFirstLastPara="1" wrap="square" lIns="0" tIns="0" rIns="0" bIns="0" anchor="t" anchorCtr="0">
            <a:spAutoFit/>
          </a:bodyPr>
          <a:lstStyle>
            <a:lvl1pPr marL="914400" lvl="0" indent="-558800" algn="l">
              <a:lnSpc>
                <a:spcPct val="100000"/>
              </a:lnSpc>
              <a:spcBef>
                <a:spcPts val="600"/>
              </a:spcBef>
              <a:spcAft>
                <a:spcPts val="0"/>
              </a:spcAft>
              <a:buClr>
                <a:schemeClr val="lt1"/>
              </a:buClr>
              <a:buSzPts val="800"/>
              <a:buChar char="​"/>
              <a:defRPr sz="1600" b="0">
                <a:solidFill>
                  <a:schemeClr val="lt1"/>
                </a:solidFill>
              </a:defRPr>
            </a:lvl1pPr>
            <a:lvl2pPr marL="1828800" lvl="1" indent="-708660" algn="l">
              <a:lnSpc>
                <a:spcPct val="100000"/>
              </a:lnSpc>
              <a:spcBef>
                <a:spcPts val="600"/>
              </a:spcBef>
              <a:spcAft>
                <a:spcPts val="0"/>
              </a:spcAft>
              <a:buClr>
                <a:schemeClr val="dk1"/>
              </a:buClr>
              <a:buSzPts val="1980"/>
              <a:buChar char="•"/>
              <a:defRPr/>
            </a:lvl2pPr>
            <a:lvl3pPr marL="2743200" lvl="2" indent="-708660" algn="l">
              <a:lnSpc>
                <a:spcPct val="100000"/>
              </a:lnSpc>
              <a:spcBef>
                <a:spcPts val="600"/>
              </a:spcBef>
              <a:spcAft>
                <a:spcPts val="0"/>
              </a:spcAft>
              <a:buClr>
                <a:schemeClr val="dk1"/>
              </a:buClr>
              <a:buSzPts val="1980"/>
              <a:buChar char="‒"/>
              <a:defRPr/>
            </a:lvl3pPr>
            <a:lvl4pPr marL="3657600" lvl="3" indent="-685800" algn="l">
              <a:lnSpc>
                <a:spcPct val="100000"/>
              </a:lnSpc>
              <a:spcBef>
                <a:spcPts val="600"/>
              </a:spcBef>
              <a:spcAft>
                <a:spcPts val="0"/>
              </a:spcAft>
              <a:buClr>
                <a:schemeClr val="dk1"/>
              </a:buClr>
              <a:buSzPts val="1800"/>
              <a:buChar char="•"/>
              <a:defRPr/>
            </a:lvl4pPr>
            <a:lvl5pPr marL="4572000" lvl="4" indent="-685800" algn="l">
              <a:lnSpc>
                <a:spcPct val="100000"/>
              </a:lnSpc>
              <a:spcBef>
                <a:spcPts val="600"/>
              </a:spcBef>
              <a:spcAft>
                <a:spcPts val="0"/>
              </a:spcAft>
              <a:buClr>
                <a:schemeClr val="dk1"/>
              </a:buClr>
              <a:buSzPts val="1800"/>
              <a:buChar char="̶"/>
              <a:defRPr/>
            </a:lvl5pPr>
            <a:lvl6pPr marL="5486400" lvl="5" indent="-685800" algn="l">
              <a:lnSpc>
                <a:spcPct val="100000"/>
              </a:lnSpc>
              <a:spcBef>
                <a:spcPts val="600"/>
              </a:spcBef>
              <a:spcAft>
                <a:spcPts val="0"/>
              </a:spcAft>
              <a:buClr>
                <a:schemeClr val="dk1"/>
              </a:buClr>
              <a:buSzPts val="1800"/>
              <a:buChar char="▫"/>
              <a:defRPr/>
            </a:lvl6pPr>
            <a:lvl7pPr marL="6400800" lvl="6" indent="-685800" algn="l">
              <a:lnSpc>
                <a:spcPct val="100000"/>
              </a:lnSpc>
              <a:spcBef>
                <a:spcPts val="600"/>
              </a:spcBef>
              <a:spcAft>
                <a:spcPts val="0"/>
              </a:spcAft>
              <a:buClr>
                <a:schemeClr val="dk1"/>
              </a:buClr>
              <a:buSzPts val="1800"/>
              <a:buChar char="▫"/>
              <a:defRPr/>
            </a:lvl7pPr>
            <a:lvl8pPr marL="7315200" lvl="7" indent="-685800" algn="l">
              <a:lnSpc>
                <a:spcPct val="100000"/>
              </a:lnSpc>
              <a:spcBef>
                <a:spcPts val="600"/>
              </a:spcBef>
              <a:spcAft>
                <a:spcPts val="0"/>
              </a:spcAft>
              <a:buClr>
                <a:schemeClr val="dk1"/>
              </a:buClr>
              <a:buSzPts val="1800"/>
              <a:buChar char="▫"/>
              <a:defRPr/>
            </a:lvl8pPr>
            <a:lvl9pPr marL="8229600" lvl="8" indent="-685800" algn="l">
              <a:lnSpc>
                <a:spcPct val="100000"/>
              </a:lnSpc>
              <a:spcBef>
                <a:spcPts val="600"/>
              </a:spcBef>
              <a:spcAft>
                <a:spcPts val="600"/>
              </a:spcAft>
              <a:buClr>
                <a:schemeClr val="dk1"/>
              </a:buClr>
              <a:buSzPts val="1800"/>
              <a:buChar char="▫"/>
              <a:defRPr/>
            </a:lvl9pPr>
          </a:lstStyle>
          <a:p>
            <a:endParaRPr/>
          </a:p>
        </p:txBody>
      </p:sp>
    </p:spTree>
    <p:extLst>
      <p:ext uri="{BB962C8B-B14F-4D97-AF65-F5344CB8AC3E}">
        <p14:creationId xmlns:p14="http://schemas.microsoft.com/office/powerpoint/2010/main" val="4251120343"/>
      </p:ext>
    </p:extLst>
  </p:cSld>
  <p:clrMapOvr>
    <a:masterClrMapping/>
  </p:clrMapOvr>
</p:sldLayout>
</file>

<file path=ppt/slideLayouts/slideLayout81.xml><?xml version="1.0" encoding="utf-8"?>
<p:sldLayout xmlns:a="http://schemas.openxmlformats.org/drawingml/2006/main" xmlns:r="http://schemas.openxmlformats.org/officeDocument/2006/relationships" xmlns:p="http://schemas.openxmlformats.org/presentationml/2006/main" matchingName="Title Only">
  <p:cSld name="Title Only">
    <p:spTree>
      <p:nvGrpSpPr>
        <p:cNvPr id="1" name="Shape 103"/>
        <p:cNvGrpSpPr/>
        <p:nvPr/>
      </p:nvGrpSpPr>
      <p:grpSpPr>
        <a:xfrm>
          <a:off x="0" y="0"/>
          <a:ext cx="0" cy="0"/>
          <a:chOff x="0" y="0"/>
          <a:chExt cx="0" cy="0"/>
        </a:xfrm>
      </p:grpSpPr>
      <p:sp>
        <p:nvSpPr>
          <p:cNvPr id="104" name="Google Shape;104;p49"/>
          <p:cNvSpPr txBox="1">
            <a:spLocks noGrp="1"/>
          </p:cNvSpPr>
          <p:nvPr>
            <p:ph type="title"/>
          </p:nvPr>
        </p:nvSpPr>
        <p:spPr>
          <a:xfrm>
            <a:off x="1109472" y="344425"/>
            <a:ext cx="22165056" cy="954107"/>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Clr>
                <a:schemeClr val="accent2"/>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05" name="Google Shape;105;p49"/>
          <p:cNvSpPr txBox="1"/>
          <p:nvPr/>
        </p:nvSpPr>
        <p:spPr>
          <a:xfrm>
            <a:off x="23304106" y="13280966"/>
            <a:ext cx="256480" cy="251159"/>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Clr>
                <a:srgbClr val="000000"/>
              </a:buClr>
              <a:buSzPts val="816"/>
              <a:buFont typeface="Arial"/>
              <a:buNone/>
            </a:pPr>
            <a:fld id="{00000000-1234-1234-1234-123412341234}" type="slidenum">
              <a:rPr lang="en-US" sz="1632" b="0" i="0" u="none" strike="noStrike" cap="none">
                <a:solidFill>
                  <a:srgbClr val="808080"/>
                </a:solidFill>
                <a:latin typeface="Arial"/>
                <a:ea typeface="Arial"/>
                <a:cs typeface="Arial"/>
                <a:sym typeface="Arial"/>
              </a:rPr>
              <a:pPr marL="0" marR="0" lvl="0" indent="0" algn="l" rtl="0">
                <a:lnSpc>
                  <a:spcPct val="100000"/>
                </a:lnSpc>
                <a:spcBef>
                  <a:spcPts val="0"/>
                </a:spcBef>
                <a:spcAft>
                  <a:spcPts val="0"/>
                </a:spcAft>
                <a:buClr>
                  <a:srgbClr val="000000"/>
                </a:buClr>
                <a:buSzPts val="816"/>
                <a:buFont typeface="Arial"/>
                <a:buNone/>
              </a:pPr>
              <a:t>‹#›</a:t>
            </a:fld>
            <a:endParaRPr sz="1632" b="0" i="0" u="none" strike="noStrike" cap="none">
              <a:solidFill>
                <a:srgbClr val="808080"/>
              </a:solidFill>
              <a:latin typeface="Arial"/>
              <a:ea typeface="Arial"/>
              <a:cs typeface="Arial"/>
              <a:sym typeface="Arial"/>
            </a:endParaRPr>
          </a:p>
        </p:txBody>
      </p:sp>
      <p:sp>
        <p:nvSpPr>
          <p:cNvPr id="106" name="Google Shape;106;p49"/>
          <p:cNvSpPr/>
          <p:nvPr/>
        </p:nvSpPr>
        <p:spPr>
          <a:xfrm>
            <a:off x="20971988" y="13280966"/>
            <a:ext cx="2058256" cy="251159"/>
          </a:xfrm>
          <a:prstGeom prst="rect">
            <a:avLst/>
          </a:prstGeom>
          <a:noFill/>
          <a:ln>
            <a:noFill/>
          </a:ln>
        </p:spPr>
        <p:txBody>
          <a:bodyPr spcFirstLastPara="1" wrap="square" lIns="0" tIns="0" rIns="0" bIns="0" anchor="ctr" anchorCtr="0">
            <a:spAutoFit/>
          </a:bodyPr>
          <a:lstStyle/>
          <a:p>
            <a:pPr marL="0" marR="0" lvl="0" indent="0" algn="r" rtl="0">
              <a:lnSpc>
                <a:spcPct val="100000"/>
              </a:lnSpc>
              <a:spcBef>
                <a:spcPts val="0"/>
              </a:spcBef>
              <a:spcAft>
                <a:spcPts val="0"/>
              </a:spcAft>
              <a:buClr>
                <a:srgbClr val="000000"/>
              </a:buClr>
              <a:buSzPts val="816"/>
              <a:buFont typeface="Arial"/>
              <a:buNone/>
            </a:pPr>
            <a:r>
              <a:rPr lang="en-US" sz="1632" b="0" i="0" u="none" strike="noStrike" cap="none">
                <a:solidFill>
                  <a:srgbClr val="808080"/>
                </a:solidFill>
                <a:latin typeface="Arial"/>
                <a:ea typeface="Arial"/>
                <a:cs typeface="Arial"/>
                <a:sym typeface="Arial"/>
              </a:rPr>
              <a:t>McKinsey &amp; Company</a:t>
            </a:r>
            <a:endParaRPr sz="28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2317037981"/>
      </p:ext>
    </p:extLst>
  </p:cSld>
  <p:clrMapOvr>
    <a:masterClrMapping/>
  </p:clrMapOvr>
  <p:extLst>
    <p:ext uri="{DCECCB84-F9BA-43D5-87BE-67443E8EF086}">
      <p15:sldGuideLst xmlns:p15="http://schemas.microsoft.com/office/powerpoint/2012/main">
        <p15:guide id="1" pos="5505">
          <p15:clr>
            <a:srgbClr val="F26B43"/>
          </p15:clr>
        </p15:guide>
        <p15:guide id="2" pos="74">
          <p15:clr>
            <a:srgbClr val="F26B43"/>
          </p15:clr>
        </p15:guide>
        <p15:guide id="3" orient="horz" pos="571">
          <p15:clr>
            <a:srgbClr val="F26B43"/>
          </p15:clr>
        </p15:guide>
        <p15:guide id="4" orient="horz" pos="3911">
          <p15:clr>
            <a:srgbClr val="F26B43"/>
          </p15:clr>
        </p15:guide>
      </p15:sldGuideLst>
    </p:ext>
  </p:extLst>
</p:sldLayout>
</file>

<file path=ppt/slideLayouts/slideLayout82.xml><?xml version="1.0" encoding="utf-8"?>
<p:sldLayout xmlns:a="http://schemas.openxmlformats.org/drawingml/2006/main" xmlns:r="http://schemas.openxmlformats.org/officeDocument/2006/relationships" xmlns:p="http://schemas.openxmlformats.org/presentationml/2006/main" preserve="1">
  <p:cSld name="1_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1"/>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p>
            <a:r>
              <a:rPr lang="en-GB"/>
              <a:t>Click to edit Master title style</a:t>
            </a:r>
            <a:endParaRPr lang="en-US"/>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079814128"/>
      </p:ext>
    </p:extLst>
  </p:cSld>
  <p:clrMapOvr>
    <a:masterClrMapping/>
  </p:clrMapOvr>
</p:sldLayout>
</file>

<file path=ppt/slideLayouts/slideLayout83.xml><?xml version="1.0" encoding="utf-8"?>
<p:sldLayout xmlns:a="http://schemas.openxmlformats.org/drawingml/2006/main" xmlns:r="http://schemas.openxmlformats.org/officeDocument/2006/relationships" xmlns:p="http://schemas.openxmlformats.org/presentationml/2006/main" showMasterSp="0" preserve="1">
  <p:cSld name="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1"/>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lvl1pPr>
              <a:defRPr>
                <a:solidFill>
                  <a:schemeClr val="tx1"/>
                </a:solidFill>
              </a:defRPr>
            </a:lvl1pPr>
          </a:lstStyle>
          <a:p>
            <a:r>
              <a:rPr lang="en-GB"/>
              <a:t>Click to edit Master title style</a:t>
            </a:r>
            <a:endParaRPr lang="en-US"/>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3" name="Graphic 2">
            <a:extLst>
              <a:ext uri="{FF2B5EF4-FFF2-40B4-BE49-F238E27FC236}">
                <a16:creationId xmlns:a16="http://schemas.microsoft.com/office/drawing/2014/main" id="{00D83E88-A286-BF1F-719B-20F1C44734CF}"/>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cxnSp>
        <p:nvCxnSpPr>
          <p:cNvPr id="2" name="Straight Connector 1">
            <a:extLst>
              <a:ext uri="{FF2B5EF4-FFF2-40B4-BE49-F238E27FC236}">
                <a16:creationId xmlns:a16="http://schemas.microsoft.com/office/drawing/2014/main" id="{9720D620-A98D-8E56-CDB8-0DC6E5725E42}"/>
              </a:ext>
            </a:extLst>
          </p:cNvPr>
          <p:cNvCxnSpPr>
            <a:cxnSpLocks/>
          </p:cNvCxnSpPr>
          <p:nvPr/>
        </p:nvCxnSpPr>
        <p:spPr>
          <a:xfrm flipV="1">
            <a:off x="0" y="2151390"/>
            <a:ext cx="24384000" cy="1478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61406502"/>
      </p:ext>
    </p:extLst>
  </p:cSld>
  <p:clrMapOvr>
    <a:masterClrMapping/>
  </p:clrMapOvr>
</p:sldLayout>
</file>

<file path=ppt/slideLayouts/slideLayout84.xml><?xml version="1.0" encoding="utf-8"?>
<p:sldLayout xmlns:a="http://schemas.openxmlformats.org/drawingml/2006/main" xmlns:r="http://schemas.openxmlformats.org/officeDocument/2006/relationships" xmlns:p="http://schemas.openxmlformats.org/presentationml/2006/main" preserve="1">
  <p:cSld name="Single column Simple - with subhead">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3739563"/>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p>
            <a:r>
              <a:rPr lang="en-GB"/>
              <a:t>Click to edit Master title style</a:t>
            </a:r>
            <a:endParaRPr lang="en-US"/>
          </a:p>
        </p:txBody>
      </p:sp>
      <p:sp>
        <p:nvSpPr>
          <p:cNvPr id="8" name="Footer Placeholder 4">
            <a:extLst>
              <a:ext uri="{FF2B5EF4-FFF2-40B4-BE49-F238E27FC236}">
                <a16:creationId xmlns:a16="http://schemas.microsoft.com/office/drawing/2014/main" id="{674407F1-A2F8-A84F-8E52-03F123F4BEF5}"/>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C88CD766-7446-9844-8381-BB1A5421A8C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
        <p:nvSpPr>
          <p:cNvPr id="3" name="Text Placeholder 2">
            <a:extLst>
              <a:ext uri="{FF2B5EF4-FFF2-40B4-BE49-F238E27FC236}">
                <a16:creationId xmlns:a16="http://schemas.microsoft.com/office/drawing/2014/main" id="{3D5AAC42-935B-0E18-6CAC-AB1A022B59F1}"/>
              </a:ext>
            </a:extLst>
          </p:cNvPr>
          <p:cNvSpPr>
            <a:spLocks noGrp="1"/>
          </p:cNvSpPr>
          <p:nvPr>
            <p:ph type="body" sz="quarter" idx="13" hasCustomPrompt="1"/>
          </p:nvPr>
        </p:nvSpPr>
        <p:spPr>
          <a:xfrm>
            <a:off x="341756" y="2781300"/>
            <a:ext cx="22936200" cy="584776"/>
          </a:xfrm>
        </p:spPr>
        <p:txBody>
          <a:bodyPr/>
          <a:lstStyle>
            <a:lvl1pPr marL="0" indent="0">
              <a:buNone/>
              <a:defRPr sz="3800" b="1"/>
            </a:lvl1pPr>
            <a:lvl2pPr marL="566736" indent="0">
              <a:buNone/>
              <a:defRPr/>
            </a:lvl2pPr>
          </a:lstStyle>
          <a:p>
            <a:r>
              <a:rPr lang="en-US"/>
              <a:t>Subtitle or callout if needed, all titles and subtitles are sentence case </a:t>
            </a:r>
          </a:p>
        </p:txBody>
      </p:sp>
    </p:spTree>
    <p:extLst>
      <p:ext uri="{BB962C8B-B14F-4D97-AF65-F5344CB8AC3E}">
        <p14:creationId xmlns:p14="http://schemas.microsoft.com/office/powerpoint/2010/main" val="122941135"/>
      </p:ext>
    </p:extLst>
  </p:cSld>
  <p:clrMapOvr>
    <a:masterClrMapping/>
  </p:clrMapOvr>
</p:sldLayout>
</file>

<file path=ppt/slideLayouts/slideLayout85.xml><?xml version="1.0" encoding="utf-8"?>
<p:sldLayout xmlns:a="http://schemas.openxmlformats.org/drawingml/2006/main" xmlns:r="http://schemas.openxmlformats.org/officeDocument/2006/relationships" xmlns:p="http://schemas.openxmlformats.org/presentationml/2006/main" showMasterSp="0" preserve="1">
  <p:cSld name="Title Only">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7F38F25E-FF38-834D-521D-D61E09DDD2AB}"/>
              </a:ext>
            </a:extLst>
          </p:cNvPr>
          <p:cNvGrpSpPr/>
          <p:nvPr/>
        </p:nvGrpSpPr>
        <p:grpSpPr>
          <a:xfrm>
            <a:off x="1" y="-4805"/>
            <a:ext cx="25334686" cy="2199366"/>
            <a:chOff x="0" y="-2403"/>
            <a:chExt cx="12667343" cy="1099683"/>
          </a:xfrm>
        </p:grpSpPr>
        <p:sp>
          <p:nvSpPr>
            <p:cNvPr id="7" name="Rectangle 6">
              <a:extLst>
                <a:ext uri="{FF2B5EF4-FFF2-40B4-BE49-F238E27FC236}">
                  <a16:creationId xmlns:a16="http://schemas.microsoft.com/office/drawing/2014/main" id="{7051444A-8DCA-DDB2-763E-349707F988F2}"/>
                </a:ext>
              </a:extLst>
            </p:cNvPr>
            <p:cNvSpPr/>
            <p:nvPr/>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10" name="Picture 9">
              <a:extLst>
                <a:ext uri="{FF2B5EF4-FFF2-40B4-BE49-F238E27FC236}">
                  <a16:creationId xmlns:a16="http://schemas.microsoft.com/office/drawing/2014/main" id="{528A3E14-429A-2111-9034-26AFC851FE02}"/>
                </a:ext>
              </a:extLst>
            </p:cNvPr>
            <p:cNvPicPr>
              <a:picLocks noChangeAspect="1"/>
            </p:cNvPicPr>
            <p:nvPr/>
          </p:nvPicPr>
          <p:blipFill rotWithShape="1">
            <a:blip r:embed="rId2"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150"/>
          </a:xfrm>
        </p:spPr>
        <p:txBody>
          <a:bodyPr/>
          <a:lstStyle/>
          <a:p>
            <a:r>
              <a:rPr lang="en-GB"/>
              <a:t>Click to edit Master title style</a:t>
            </a:r>
            <a:endParaRPr lang="en-US"/>
          </a:p>
        </p:txBody>
      </p:sp>
      <p:pic>
        <p:nvPicPr>
          <p:cNvPr id="6" name="Graphic 5">
            <a:extLst>
              <a:ext uri="{FF2B5EF4-FFF2-40B4-BE49-F238E27FC236}">
                <a16:creationId xmlns:a16="http://schemas.microsoft.com/office/drawing/2014/main" id="{12884396-8B33-D54E-9D5C-8DF3AC225E8C}"/>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701278067"/>
      </p:ext>
    </p:extLst>
  </p:cSld>
  <p:clrMapOvr>
    <a:masterClrMapping/>
  </p:clrMapOvr>
</p:sldLayout>
</file>

<file path=ppt/slideLayouts/slideLayout86.xml><?xml version="1.0" encoding="utf-8"?>
<p:sldLayout xmlns:a="http://schemas.openxmlformats.org/drawingml/2006/main" xmlns:r="http://schemas.openxmlformats.org/officeDocument/2006/relationships" xmlns:p="http://schemas.openxmlformats.org/presentationml/2006/main" showMasterSp="0" preserve="1">
  <p:cSld name="Title Only_2 lin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BBF274A9-9392-1E6D-7D16-896285565278}"/>
              </a:ext>
            </a:extLst>
          </p:cNvPr>
          <p:cNvSpPr/>
          <p:nvPr/>
        </p:nvSpPr>
        <p:spPr>
          <a:xfrm>
            <a:off x="0" y="0"/>
            <a:ext cx="24384000" cy="308008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4" name="Picture 3">
            <a:extLst>
              <a:ext uri="{FF2B5EF4-FFF2-40B4-BE49-F238E27FC236}">
                <a16:creationId xmlns:a16="http://schemas.microsoft.com/office/drawing/2014/main" id="{4F67146D-3C58-F6B2-201A-B16919DBC4AF}"/>
              </a:ext>
            </a:extLst>
          </p:cNvPr>
          <p:cNvPicPr>
            <a:picLocks noChangeAspect="1"/>
          </p:cNvPicPr>
          <p:nvPr/>
        </p:nvPicPr>
        <p:blipFill rotWithShape="1">
          <a:blip r:embed="rId2" cstate="screen">
            <a:extLst>
              <a:ext uri="{28A0092B-C50C-407E-A947-70E740481C1C}">
                <a14:useLocalDpi xmlns:a14="http://schemas.microsoft.com/office/drawing/2010/main"/>
              </a:ext>
            </a:extLst>
          </a:blip>
          <a:srcRect/>
          <a:stretch/>
        </p:blipFill>
        <p:spPr>
          <a:xfrm>
            <a:off x="8203113" y="-16457"/>
            <a:ext cx="17160602" cy="3096542"/>
          </a:xfrm>
          <a:prstGeom prst="rect">
            <a:avLst/>
          </a:prstGeom>
        </p:spPr>
      </p:pic>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150"/>
          </a:xfrm>
        </p:spPr>
        <p:txBody>
          <a:bodyPr/>
          <a:lstStyle/>
          <a:p>
            <a:r>
              <a:rPr lang="en-GB"/>
              <a:t>Click to edit Master title style</a:t>
            </a:r>
            <a:endParaRPr lang="en-US"/>
          </a:p>
        </p:txBody>
      </p:sp>
      <p:pic>
        <p:nvPicPr>
          <p:cNvPr id="6" name="Graphic 5">
            <a:extLst>
              <a:ext uri="{FF2B5EF4-FFF2-40B4-BE49-F238E27FC236}">
                <a16:creationId xmlns:a16="http://schemas.microsoft.com/office/drawing/2014/main" id="{12884396-8B33-D54E-9D5C-8DF3AC225E8C}"/>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934499289"/>
      </p:ext>
    </p:extLst>
  </p:cSld>
  <p:clrMapOvr>
    <a:masterClrMapping/>
  </p:clrMapOvr>
</p:sldLayout>
</file>

<file path=ppt/slideLayouts/slideLayout87.xml><?xml version="1.0" encoding="utf-8"?>
<p:sldLayout xmlns:a="http://schemas.openxmlformats.org/drawingml/2006/main" xmlns:r="http://schemas.openxmlformats.org/officeDocument/2006/relationships" xmlns:p="http://schemas.openxmlformats.org/presentationml/2006/main" showMasterSp="0" preserve="1">
  <p:cSld name="Blank">
    <p:spTree>
      <p:nvGrpSpPr>
        <p:cNvPr id="1" name=""/>
        <p:cNvGrpSpPr/>
        <p:nvPr/>
      </p:nvGrpSpPr>
      <p:grpSpPr>
        <a:xfrm>
          <a:off x="0" y="0"/>
          <a:ext cx="0" cy="0"/>
          <a:chOff x="0" y="0"/>
          <a:chExt cx="0" cy="0"/>
        </a:xfrm>
      </p:grpSpPr>
      <p:pic>
        <p:nvPicPr>
          <p:cNvPr id="6" name="Graphic 5">
            <a:extLst>
              <a:ext uri="{FF2B5EF4-FFF2-40B4-BE49-F238E27FC236}">
                <a16:creationId xmlns:a16="http://schemas.microsoft.com/office/drawing/2014/main" id="{12884396-8B33-D54E-9D5C-8DF3AC225E8C}"/>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333949625"/>
      </p:ext>
    </p:extLst>
  </p:cSld>
  <p:clrMapOvr>
    <a:masterClrMapping/>
  </p:clrMapOvr>
</p:sldLayout>
</file>

<file path=ppt/slideLayouts/slideLayout88.xml><?xml version="1.0" encoding="utf-8"?>
<p:sldLayout xmlns:a="http://schemas.openxmlformats.org/drawingml/2006/main" xmlns:r="http://schemas.openxmlformats.org/officeDocument/2006/relationships" xmlns:p="http://schemas.openxmlformats.org/presentationml/2006/main" preserve="1">
  <p:cSld name="Single Column">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5"/>
            <a:ext cx="17160240" cy="3488134"/>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10728346" cy="968086"/>
          </a:xfrm>
        </p:spPr>
        <p:txBody>
          <a:bodyPr wrap="square">
            <a:spAutoFit/>
          </a:bodyPr>
          <a:lstStyle/>
          <a:p>
            <a:r>
              <a:rPr lang="en-GB"/>
              <a:t>Click to edit Master title style</a:t>
            </a:r>
            <a:endParaRPr lang="en-US"/>
          </a:p>
        </p:txBody>
      </p:sp>
      <p:sp>
        <p:nvSpPr>
          <p:cNvPr id="8" name="Footer Placeholder 4">
            <a:extLst>
              <a:ext uri="{FF2B5EF4-FFF2-40B4-BE49-F238E27FC236}">
                <a16:creationId xmlns:a16="http://schemas.microsoft.com/office/drawing/2014/main" id="{7D4F1EC5-6BB8-4049-A825-325656113ED2}"/>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E7854F2A-2BBB-9446-B185-6215C140A16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727903929"/>
      </p:ext>
    </p:extLst>
  </p:cSld>
  <p:clrMapOvr>
    <a:masterClrMapping/>
  </p:clrMapOvr>
</p:sldLayout>
</file>

<file path=ppt/slideLayouts/slideLayout89.xml><?xml version="1.0" encoding="utf-8"?>
<p:sldLayout xmlns:a="http://schemas.openxmlformats.org/drawingml/2006/main" xmlns:r="http://schemas.openxmlformats.org/officeDocument/2006/relationships" xmlns:p="http://schemas.openxmlformats.org/presentationml/2006/main" preserve="1">
  <p:cSld name="Double Column">
    <p:spTree>
      <p:nvGrpSpPr>
        <p:cNvPr id="1" name=""/>
        <p:cNvGrpSpPr/>
        <p:nvPr/>
      </p:nvGrpSpPr>
      <p:grpSpPr>
        <a:xfrm>
          <a:off x="0" y="0"/>
          <a:ext cx="0" cy="0"/>
          <a:chOff x="0" y="0"/>
          <a:chExt cx="0" cy="0"/>
        </a:xfrm>
      </p:grpSpPr>
      <p:sp>
        <p:nvSpPr>
          <p:cNvPr id="8" name="Text Placeholder 2">
            <a:extLst>
              <a:ext uri="{FF2B5EF4-FFF2-40B4-BE49-F238E27FC236}">
                <a16:creationId xmlns:a16="http://schemas.microsoft.com/office/drawing/2014/main" id="{A08EE2D0-C5F7-40AF-BD24-47EFB4DD9E34}"/>
              </a:ext>
            </a:extLst>
          </p:cNvPr>
          <p:cNvSpPr>
            <a:spLocks noGrp="1"/>
          </p:cNvSpPr>
          <p:nvPr>
            <p:ph idx="1"/>
          </p:nvPr>
        </p:nvSpPr>
        <p:spPr>
          <a:xfrm>
            <a:off x="16059154" y="2777165"/>
            <a:ext cx="7600948" cy="3488134"/>
          </a:xfrm>
          <a:prstGeom prst="rect">
            <a:avLst/>
          </a:prstGeom>
        </p:spPr>
        <p:txBody>
          <a:bodyPr vert="horz" lIns="0" tIns="0" rIns="0" bIns="0" rtlCol="0">
            <a:sp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5"/>
            <a:ext cx="7315200" cy="3488134"/>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5800" y="2777164"/>
            <a:ext cx="5468112" cy="2339102"/>
          </a:xfrm>
        </p:spPr>
        <p:txBody>
          <a:bodyPr vert="horz" lIns="0" tIns="0" rIns="0" bIns="0" rtlCol="0">
            <a:spAutoFit/>
          </a:bodyPr>
          <a:lstStyle>
            <a:lvl1pPr>
              <a:defRPr lang="en-US" sz="3800" dirty="0">
                <a:ln w="3175">
                  <a:noFill/>
                </a:ln>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9E8E5F5F-E11E-C44F-B488-CB35674682B5}"/>
              </a:ext>
            </a:extLst>
          </p:cNvPr>
          <p:cNvSpPr>
            <a:spLocks noGrp="1"/>
          </p:cNvSpPr>
          <p:nvPr>
            <p:ph type="title"/>
          </p:nvPr>
        </p:nvSpPr>
        <p:spPr/>
        <p:txBody>
          <a:bodyPr>
            <a:spAutoFit/>
          </a:bodyPr>
          <a:lstStyle>
            <a:lvl1pPr>
              <a:defRPr/>
            </a:lvl1pPr>
          </a:lstStyle>
          <a:p>
            <a:r>
              <a:rPr lang="en-GB"/>
              <a:t>Click to edit Master title style</a:t>
            </a:r>
            <a:endParaRPr lang="en-US"/>
          </a:p>
        </p:txBody>
      </p:sp>
      <p:sp>
        <p:nvSpPr>
          <p:cNvPr id="11" name="Footer Placeholder 4">
            <a:extLst>
              <a:ext uri="{FF2B5EF4-FFF2-40B4-BE49-F238E27FC236}">
                <a16:creationId xmlns:a16="http://schemas.microsoft.com/office/drawing/2014/main" id="{BD398495-5CA8-A54C-9A38-9431C227BC1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2" name="Slide Number Placeholder 5">
            <a:extLst>
              <a:ext uri="{FF2B5EF4-FFF2-40B4-BE49-F238E27FC236}">
                <a16:creationId xmlns:a16="http://schemas.microsoft.com/office/drawing/2014/main" id="{A111FE5C-B17D-C948-BFCC-6ED5E14CB16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cxnSp>
        <p:nvCxnSpPr>
          <p:cNvPr id="10" name="Straight Connector 9">
            <a:extLst>
              <a:ext uri="{FF2B5EF4-FFF2-40B4-BE49-F238E27FC236}">
                <a16:creationId xmlns:a16="http://schemas.microsoft.com/office/drawing/2014/main" id="{A44C8227-D505-9341-8E5C-224832E8A51F}"/>
              </a:ext>
            </a:extLst>
          </p:cNvPr>
          <p:cNvCxnSpPr>
            <a:cxnSpLocks/>
          </p:cNvCxnSpPr>
          <p:nvPr/>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88485628"/>
      </p:ext>
    </p:extLst>
  </p:cSld>
  <p:clrMapOvr>
    <a:masterClrMapping/>
  </p:clrMapOvr>
</p:sldLayout>
</file>

<file path=ppt/slideLayouts/slideLayout90.xml><?xml version="1.0" encoding="utf-8"?>
<p:sldLayout xmlns:a="http://schemas.openxmlformats.org/drawingml/2006/main" xmlns:r="http://schemas.openxmlformats.org/officeDocument/2006/relationships" xmlns:p="http://schemas.openxmlformats.org/presentationml/2006/main" preserve="1">
  <p:cSld name="Chart Slide">
    <p:spTree>
      <p:nvGrpSpPr>
        <p:cNvPr id="1" name=""/>
        <p:cNvGrpSpPr/>
        <p:nvPr/>
      </p:nvGrpSpPr>
      <p:grpSpPr>
        <a:xfrm>
          <a:off x="0" y="0"/>
          <a:ext cx="0" cy="0"/>
          <a:chOff x="0" y="0"/>
          <a:chExt cx="0" cy="0"/>
        </a:xfrm>
      </p:grpSpPr>
      <p:sp>
        <p:nvSpPr>
          <p:cNvPr id="6" name="Chart Placeholder 5">
            <a:extLst>
              <a:ext uri="{FF2B5EF4-FFF2-40B4-BE49-F238E27FC236}">
                <a16:creationId xmlns:a16="http://schemas.microsoft.com/office/drawing/2014/main" id="{D15CAE43-FFC5-5941-A364-DB8503717B41}"/>
              </a:ext>
            </a:extLst>
          </p:cNvPr>
          <p:cNvSpPr>
            <a:spLocks noGrp="1"/>
          </p:cNvSpPr>
          <p:nvPr>
            <p:ph type="chart" sz="quarter" idx="14"/>
          </p:nvPr>
        </p:nvSpPr>
        <p:spPr>
          <a:xfrm>
            <a:off x="6454140" y="7086755"/>
            <a:ext cx="17183100" cy="553998"/>
          </a:xfrm>
        </p:spPr>
        <p:txBody>
          <a:bodyPr>
            <a:spAutoFit/>
          </a:bodyPr>
          <a:lstStyle/>
          <a:p>
            <a:r>
              <a:rPr lang="en-GB"/>
              <a:t>Click icon to add chart</a:t>
            </a:r>
            <a:endParaRPr lang="en-US"/>
          </a:p>
        </p:txBody>
      </p:sp>
      <p:sp>
        <p:nvSpPr>
          <p:cNvPr id="5" name="Title 4">
            <a:extLst>
              <a:ext uri="{FF2B5EF4-FFF2-40B4-BE49-F238E27FC236}">
                <a16:creationId xmlns:a16="http://schemas.microsoft.com/office/drawing/2014/main" id="{1A166DE4-81E7-7D4A-A206-F89CC138B7CD}"/>
              </a:ext>
            </a:extLst>
          </p:cNvPr>
          <p:cNvSpPr>
            <a:spLocks noGrp="1"/>
          </p:cNvSpPr>
          <p:nvPr>
            <p:ph type="title" hasCustomPrompt="1"/>
          </p:nvPr>
        </p:nvSpPr>
        <p:spPr>
          <a:xfrm>
            <a:off x="668995" y="537179"/>
            <a:ext cx="5466338" cy="968086"/>
          </a:xfrm>
        </p:spPr>
        <p:txBody>
          <a:bodyPr>
            <a:spAutoFit/>
          </a:bodyPr>
          <a:lstStyle/>
          <a:p>
            <a:r>
              <a:rPr lang="en-US"/>
              <a:t>Chart Slide</a:t>
            </a:r>
          </a:p>
        </p:txBody>
      </p:sp>
      <p:sp>
        <p:nvSpPr>
          <p:cNvPr id="12" name="Text Placeholder 8">
            <a:extLst>
              <a:ext uri="{FF2B5EF4-FFF2-40B4-BE49-F238E27FC236}">
                <a16:creationId xmlns:a16="http://schemas.microsoft.com/office/drawing/2014/main" id="{02EECDEE-456F-4A15-A4FE-4CA2F60E0059}"/>
              </a:ext>
            </a:extLst>
          </p:cNvPr>
          <p:cNvSpPr>
            <a:spLocks noGrp="1"/>
          </p:cNvSpPr>
          <p:nvPr>
            <p:ph type="body" sz="quarter" idx="13" hasCustomPrompt="1"/>
          </p:nvPr>
        </p:nvSpPr>
        <p:spPr>
          <a:xfrm>
            <a:off x="688972" y="2777165"/>
            <a:ext cx="5468112"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6">
            <a:extLst>
              <a:ext uri="{FF2B5EF4-FFF2-40B4-BE49-F238E27FC236}">
                <a16:creationId xmlns:a16="http://schemas.microsoft.com/office/drawing/2014/main" id="{0DE29CAF-37DB-469A-A4BC-F015B5D92449}"/>
              </a:ext>
            </a:extLst>
          </p:cNvPr>
          <p:cNvSpPr>
            <a:spLocks noGrp="1"/>
          </p:cNvSpPr>
          <p:nvPr>
            <p:ph type="body" sz="quarter" idx="15"/>
          </p:nvPr>
        </p:nvSpPr>
        <p:spPr>
          <a:xfrm>
            <a:off x="6477000" y="2777164"/>
            <a:ext cx="17160240" cy="3488134"/>
          </a:xfrm>
        </p:spPr>
        <p:txBody>
          <a:bodyPr lIns="18288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sp>
        <p:nvSpPr>
          <p:cNvPr id="8" name="Footer Placeholder 4">
            <a:extLst>
              <a:ext uri="{FF2B5EF4-FFF2-40B4-BE49-F238E27FC236}">
                <a16:creationId xmlns:a16="http://schemas.microsoft.com/office/drawing/2014/main" id="{6814554E-586D-8349-951F-737144ECEFFB}"/>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AED0D651-E967-D846-AE30-12C061B6AD3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cxnSp>
        <p:nvCxnSpPr>
          <p:cNvPr id="11" name="Straight Connector 10">
            <a:extLst>
              <a:ext uri="{FF2B5EF4-FFF2-40B4-BE49-F238E27FC236}">
                <a16:creationId xmlns:a16="http://schemas.microsoft.com/office/drawing/2014/main" id="{675D0394-D778-4C4A-B92A-6E09A7B88B9A}"/>
              </a:ext>
            </a:extLst>
          </p:cNvPr>
          <p:cNvCxnSpPr>
            <a:cxnSpLocks/>
          </p:cNvCxnSpPr>
          <p:nvPr/>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54444845"/>
      </p:ext>
    </p:extLst>
  </p:cSld>
  <p:clrMapOvr>
    <a:masterClrMapping/>
  </p:clrMapOvr>
</p:sldLayout>
</file>

<file path=ppt/slideLayouts/slideLayout91.xml><?xml version="1.0" encoding="utf-8"?>
<p:sldLayout xmlns:a="http://schemas.openxmlformats.org/drawingml/2006/main" xmlns:r="http://schemas.openxmlformats.org/officeDocument/2006/relationships" xmlns:p="http://schemas.openxmlformats.org/presentationml/2006/main" preserve="1">
  <p:cSld name="Table Slid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4"/>
            <a:ext cx="17160240" cy="3488134"/>
          </a:xfrm>
        </p:spPr>
        <p:txBody>
          <a:bodyPr lIns="18288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sp>
        <p:nvSpPr>
          <p:cNvPr id="5" name="Title 4">
            <a:extLst>
              <a:ext uri="{FF2B5EF4-FFF2-40B4-BE49-F238E27FC236}">
                <a16:creationId xmlns:a16="http://schemas.microsoft.com/office/drawing/2014/main" id="{D0602A0A-DA97-1949-83C0-5E92A6974F6F}"/>
              </a:ext>
            </a:extLst>
          </p:cNvPr>
          <p:cNvSpPr>
            <a:spLocks noGrp="1"/>
          </p:cNvSpPr>
          <p:nvPr>
            <p:ph type="title" hasCustomPrompt="1"/>
          </p:nvPr>
        </p:nvSpPr>
        <p:spPr>
          <a:xfrm>
            <a:off x="668995" y="537179"/>
            <a:ext cx="5466338" cy="968086"/>
          </a:xfrm>
        </p:spPr>
        <p:txBody>
          <a:bodyPr>
            <a:spAutoFit/>
          </a:bodyPr>
          <a:lstStyle/>
          <a:p>
            <a:r>
              <a:rPr lang="en-US"/>
              <a:t>Table Slide</a:t>
            </a:r>
          </a:p>
        </p:txBody>
      </p:sp>
      <p:sp>
        <p:nvSpPr>
          <p:cNvPr id="10" name="Text Placeholder 8">
            <a:extLst>
              <a:ext uri="{FF2B5EF4-FFF2-40B4-BE49-F238E27FC236}">
                <a16:creationId xmlns:a16="http://schemas.microsoft.com/office/drawing/2014/main" id="{FD34CAF5-D592-42FD-80B2-8B57E60C9A88}"/>
              </a:ext>
            </a:extLst>
          </p:cNvPr>
          <p:cNvSpPr>
            <a:spLocks noGrp="1"/>
          </p:cNvSpPr>
          <p:nvPr>
            <p:ph type="body" sz="quarter" idx="13" hasCustomPrompt="1"/>
          </p:nvPr>
        </p:nvSpPr>
        <p:spPr>
          <a:xfrm>
            <a:off x="688972" y="2777165"/>
            <a:ext cx="5468112"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8" name="Footer Placeholder 4">
            <a:extLst>
              <a:ext uri="{FF2B5EF4-FFF2-40B4-BE49-F238E27FC236}">
                <a16:creationId xmlns:a16="http://schemas.microsoft.com/office/drawing/2014/main" id="{D53B314B-9934-844F-8E14-6C502D2AE42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3CFD438D-CA4D-3A43-9B82-E14EC033B7C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048623753"/>
      </p:ext>
    </p:extLst>
  </p:cSld>
  <p:clrMapOvr>
    <a:masterClrMapping/>
  </p:clrMapOvr>
</p:sldLayout>
</file>

<file path=ppt/slideLayouts/slideLayout92.xml><?xml version="1.0" encoding="utf-8"?>
<p:sldLayout xmlns:a="http://schemas.openxmlformats.org/drawingml/2006/main" xmlns:r="http://schemas.openxmlformats.org/officeDocument/2006/relationships" xmlns:p="http://schemas.openxmlformats.org/presentationml/2006/main" showMasterSp="0" preserve="1">
  <p:cSld name="Wide Layout Single Column">
    <p:spTree>
      <p:nvGrpSpPr>
        <p:cNvPr id="1" name=""/>
        <p:cNvGrpSpPr/>
        <p:nvPr/>
      </p:nvGrpSpPr>
      <p:grpSpPr>
        <a:xfrm>
          <a:off x="0" y="0"/>
          <a:ext cx="0" cy="0"/>
          <a:chOff x="0" y="0"/>
          <a:chExt cx="0" cy="0"/>
        </a:xfrm>
      </p:grpSpPr>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6724559"/>
            <a:ext cx="7183198" cy="1754326"/>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6"/>
            <a:ext cx="7217706" cy="2017604"/>
          </a:xfrm>
        </p:spPr>
        <p:txBody>
          <a:bodyPr>
            <a:spAutoFit/>
          </a:bodyPr>
          <a:lstStyle>
            <a:lvl1pPr>
              <a:defRPr>
                <a:solidFill>
                  <a:schemeClr val="tx1"/>
                </a:solidFill>
              </a:defRPr>
            </a:lvl1pPr>
          </a:lstStyle>
          <a:p>
            <a:r>
              <a:rPr lang="en-GB"/>
              <a:t>Click to edit Master title style</a:t>
            </a:r>
            <a:endParaRPr lang="en-US"/>
          </a:p>
        </p:txBody>
      </p:sp>
      <p:cxnSp>
        <p:nvCxnSpPr>
          <p:cNvPr id="8" name="Straight Connector 7">
            <a:extLst>
              <a:ext uri="{FF2B5EF4-FFF2-40B4-BE49-F238E27FC236}">
                <a16:creationId xmlns:a16="http://schemas.microsoft.com/office/drawing/2014/main" id="{F957024A-18DC-E948-83FF-954BAEFA54C4}"/>
              </a:ext>
            </a:extLst>
          </p:cNvPr>
          <p:cNvCxnSpPr>
            <a:cxnSpLocks/>
          </p:cNvCxnSpPr>
          <p:nvPr/>
        </p:nvCxnSpPr>
        <p:spPr>
          <a:xfrm>
            <a:off x="8382000" y="0"/>
            <a:ext cx="0" cy="13716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11" name="Text Placeholder 2">
            <a:extLst>
              <a:ext uri="{FF2B5EF4-FFF2-40B4-BE49-F238E27FC236}">
                <a16:creationId xmlns:a16="http://schemas.microsoft.com/office/drawing/2014/main" id="{9F9C88D5-EA56-4ED2-8CB6-44F2BBA4023F}"/>
              </a:ext>
            </a:extLst>
          </p:cNvPr>
          <p:cNvSpPr>
            <a:spLocks noGrp="1"/>
          </p:cNvSpPr>
          <p:nvPr>
            <p:ph idx="1"/>
          </p:nvPr>
        </p:nvSpPr>
        <p:spPr>
          <a:xfrm>
            <a:off x="8382000" y="624971"/>
            <a:ext cx="15255604" cy="3488134"/>
          </a:xfrm>
          <a:prstGeom prst="rect">
            <a:avLst/>
          </a:prstGeom>
        </p:spPr>
        <p:txBody>
          <a:bodyPr vert="horz" lIns="182880" tIns="0" rIns="0" bIns="0" rtlCol="0">
            <a:sp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pic>
        <p:nvPicPr>
          <p:cNvPr id="12" name="Graphic 11">
            <a:extLst>
              <a:ext uri="{FF2B5EF4-FFF2-40B4-BE49-F238E27FC236}">
                <a16:creationId xmlns:a16="http://schemas.microsoft.com/office/drawing/2014/main" id="{BD6CB0B8-ED09-5144-8406-07EDCA221F9D}"/>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2AD6F17-DC4F-CE4D-A30F-37972705D1EB}"/>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5F1A3402-461B-144B-A624-EADA6F4A5FE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870942960"/>
      </p:ext>
    </p:extLst>
  </p:cSld>
  <p:clrMapOvr>
    <a:masterClrMapping/>
  </p:clrMapOvr>
</p:sldLayout>
</file>

<file path=ppt/slideLayouts/slideLayout93.xml><?xml version="1.0" encoding="utf-8"?>
<p:sldLayout xmlns:a="http://schemas.openxmlformats.org/drawingml/2006/main" xmlns:r="http://schemas.openxmlformats.org/officeDocument/2006/relationships" xmlns:p="http://schemas.openxmlformats.org/presentationml/2006/main" showMasterSp="0" preserve="1">
  <p:cSld name="Image Slide 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smtClean="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spAutoFit/>
          </a:bodyPr>
          <a:lstStyle>
            <a:lvl1pPr>
              <a:defRPr>
                <a:solidFill>
                  <a:schemeClr val="tx1"/>
                </a:solidFill>
              </a:defRPr>
            </a:lvl1pPr>
          </a:lstStyle>
          <a:p>
            <a:r>
              <a:rPr lang="en-GB"/>
              <a:t>Click to edit Master title style</a:t>
            </a:r>
            <a:endParaRPr lang="en-US"/>
          </a:p>
        </p:txBody>
      </p:sp>
      <p:sp>
        <p:nvSpPr>
          <p:cNvPr id="11" name="Text Placeholder 8">
            <a:extLst>
              <a:ext uri="{FF2B5EF4-FFF2-40B4-BE49-F238E27FC236}">
                <a16:creationId xmlns:a16="http://schemas.microsoft.com/office/drawing/2014/main" id="{08C770D2-29E4-4980-89B5-2CADCAA9838F}"/>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1201D0FE-A135-6A46-ABB9-BBF42B08B052}"/>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A428A25E-B962-BD41-AC5A-2B7F8C365999}"/>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0" name="Slide Number Placeholder 5">
            <a:extLst>
              <a:ext uri="{FF2B5EF4-FFF2-40B4-BE49-F238E27FC236}">
                <a16:creationId xmlns:a16="http://schemas.microsoft.com/office/drawing/2014/main" id="{5A8BC5D7-A295-2344-8AAD-7A638D124615}"/>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49712294"/>
      </p:ext>
    </p:extLst>
  </p:cSld>
  <p:clrMapOvr>
    <a:masterClrMapping/>
  </p:clrMapOvr>
</p:sldLayout>
</file>

<file path=ppt/slideLayouts/slideLayout94.xml><?xml version="1.0" encoding="utf-8"?>
<p:sldLayout xmlns:a="http://schemas.openxmlformats.org/drawingml/2006/main" xmlns:r="http://schemas.openxmlformats.org/officeDocument/2006/relationships" xmlns:p="http://schemas.openxmlformats.org/presentationml/2006/main" showMasterSp="0" preserve="1">
  <p:cSld name="Image Slide 2">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spAutoFit/>
          </a:bodyPr>
          <a:lstStyle>
            <a:lvl1pPr>
              <a:defRPr>
                <a:solidFill>
                  <a:schemeClr val="tx1"/>
                </a:solidFill>
              </a:defRPr>
            </a:lvl1pPr>
          </a:lstStyle>
          <a:p>
            <a:r>
              <a:rPr lang="en-GB"/>
              <a:t>Click to edit Master title style</a:t>
            </a:r>
            <a:endParaRPr lang="en-US"/>
          </a:p>
        </p:txBody>
      </p:sp>
      <p:sp>
        <p:nvSpPr>
          <p:cNvPr id="11" name="Text Placeholder 8">
            <a:extLst>
              <a:ext uri="{FF2B5EF4-FFF2-40B4-BE49-F238E27FC236}">
                <a16:creationId xmlns:a16="http://schemas.microsoft.com/office/drawing/2014/main" id="{D6F74E0A-AB80-4D15-9EF8-AC6BAA371DF2}"/>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2">
            <a:extLst>
              <a:ext uri="{FF2B5EF4-FFF2-40B4-BE49-F238E27FC236}">
                <a16:creationId xmlns:a16="http://schemas.microsoft.com/office/drawing/2014/main" id="{FD053F94-CE8F-4987-AA33-DA71ADDB4BC1}"/>
              </a:ext>
            </a:extLst>
          </p:cNvPr>
          <p:cNvSpPr>
            <a:spLocks noGrp="1"/>
          </p:cNvSpPr>
          <p:nvPr>
            <p:ph idx="1"/>
          </p:nvPr>
        </p:nvSpPr>
        <p:spPr>
          <a:xfrm>
            <a:off x="17945102" y="624970"/>
            <a:ext cx="5715000" cy="4042132"/>
          </a:xfrm>
          <a:prstGeom prst="rect">
            <a:avLst/>
          </a:prstGeom>
        </p:spPr>
        <p:txBody>
          <a:bodyPr vert="horz" lIns="182880" tIns="0" rIns="0" bIns="0" rtlCol="0">
            <a:sp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pic>
        <p:nvPicPr>
          <p:cNvPr id="12" name="Graphic 11">
            <a:extLst>
              <a:ext uri="{FF2B5EF4-FFF2-40B4-BE49-F238E27FC236}">
                <a16:creationId xmlns:a16="http://schemas.microsoft.com/office/drawing/2014/main" id="{2D21F748-F78B-AA44-87E0-992F504FBC08}"/>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69668EDE-1295-9546-ABA0-27E4B7F5041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361D0353-9518-CE4F-AEC9-0A3AD47D4590}"/>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987944279"/>
      </p:ext>
    </p:extLst>
  </p:cSld>
  <p:clrMapOvr>
    <a:masterClrMapping/>
  </p:clrMapOvr>
</p:sldLayout>
</file>

<file path=ppt/slideLayouts/slideLayout95.xml><?xml version="1.0" encoding="utf-8"?>
<p:sldLayout xmlns:a="http://schemas.openxmlformats.org/drawingml/2006/main" xmlns:r="http://schemas.openxmlformats.org/officeDocument/2006/relationships" xmlns:p="http://schemas.openxmlformats.org/presentationml/2006/main" showMasterSp="0" preserve="1">
  <p:cSld name="Image Slide 3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lstStyle>
            <a:lvl1pPr>
              <a:defRPr>
                <a:solidFill>
                  <a:schemeClr val="tx1"/>
                </a:solidFill>
              </a:defRPr>
            </a:lvl1pPr>
          </a:lstStyle>
          <a:p>
            <a:r>
              <a:rPr lang="en-GB"/>
              <a:t>Click to edit Master title style</a:t>
            </a:r>
            <a:endParaRPr lang="en-US"/>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5"/>
            <a:ext cx="11115598" cy="3488134"/>
          </a:xfrm>
        </p:spPr>
        <p:txBody>
          <a:bodyPr lIns="0">
            <a:spAutoFit/>
          </a:bodyPr>
          <a:lstStyle>
            <a:lvl1pPr>
              <a:defRPr/>
            </a:lvl1pPr>
            <a:lvl2pPr>
              <a:defRPr/>
            </a:lvl2pPr>
            <a:lvl3pPr>
              <a:defRPr/>
            </a:lvl3pPr>
            <a:lvl4pPr>
              <a:defRPr/>
            </a:lvl4pPr>
            <a:lvl5pPr>
              <a:defRPr/>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pic>
        <p:nvPicPr>
          <p:cNvPr id="9" name="Graphic 8">
            <a:extLst>
              <a:ext uri="{FF2B5EF4-FFF2-40B4-BE49-F238E27FC236}">
                <a16:creationId xmlns:a16="http://schemas.microsoft.com/office/drawing/2014/main" id="{59F508EA-9B74-CF42-99A9-ABCDB2E99032}"/>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35545590-189E-BE41-BDD7-DCC3999A6EDF}"/>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1D0045EB-86A1-6D46-873D-E4EC1E9D359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317791154"/>
      </p:ext>
    </p:extLst>
  </p:cSld>
  <p:clrMapOvr>
    <a:masterClrMapping/>
  </p:clrMapOvr>
</p:sldLayout>
</file>

<file path=ppt/slideLayouts/slideLayout96.xml><?xml version="1.0" encoding="utf-8"?>
<p:sldLayout xmlns:a="http://schemas.openxmlformats.org/drawingml/2006/main" xmlns:r="http://schemas.openxmlformats.org/officeDocument/2006/relationships" xmlns:p="http://schemas.openxmlformats.org/presentationml/2006/main" showMasterSp="0" preserve="1">
  <p:cSld name="Image Slide 3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solidFill>
                  <a:schemeClr val="tx1"/>
                </a:solidFill>
              </a:defRPr>
            </a:lvl1pPr>
          </a:lstStyle>
          <a:p>
            <a:r>
              <a:rPr lang="en-GB"/>
              <a:t>Click to edit Master title style</a:t>
            </a:r>
            <a:endParaRPr lang="en-US"/>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7"/>
            <a:ext cx="11115598" cy="3488134"/>
          </a:xfrm>
        </p:spPr>
        <p:txBody>
          <a:bodyPr lIns="0">
            <a:sp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10" name="Text Placeholder 8">
            <a:extLst>
              <a:ext uri="{FF2B5EF4-FFF2-40B4-BE49-F238E27FC236}">
                <a16:creationId xmlns:a16="http://schemas.microsoft.com/office/drawing/2014/main" id="{7E2CAB91-DDF9-42DE-8B4B-CC01A9F5884C}"/>
              </a:ext>
            </a:extLst>
          </p:cNvPr>
          <p:cNvSpPr>
            <a:spLocks noGrp="1"/>
          </p:cNvSpPr>
          <p:nvPr>
            <p:ph type="body" sz="quarter" idx="13" hasCustomPrompt="1"/>
          </p:nvPr>
        </p:nvSpPr>
        <p:spPr>
          <a:xfrm>
            <a:off x="688979" y="1752605"/>
            <a:ext cx="11122026" cy="1169550"/>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9C7DEFAB-97E6-284D-BD67-FB08386B5E62}"/>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2DA1221E-A67C-744E-9C4B-331BEF727F33}"/>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D46CF78B-534F-E345-BE6A-BED63A26C73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159891653"/>
      </p:ext>
    </p:extLst>
  </p:cSld>
  <p:clrMapOvr>
    <a:masterClrMapping/>
  </p:clrMapOvr>
</p:sldLayout>
</file>

<file path=ppt/slideLayouts/slideLayout97.xml><?xml version="1.0" encoding="utf-8"?>
<p:sldLayout xmlns:a="http://schemas.openxmlformats.org/drawingml/2006/main" xmlns:r="http://schemas.openxmlformats.org/officeDocument/2006/relationships" xmlns:p="http://schemas.openxmlformats.org/presentationml/2006/main" showMasterSp="0" preserve="1">
  <p:cSld name="1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sz="3600">
                <a:solidFill>
                  <a:schemeClr val="tx1"/>
                </a:solidFill>
              </a:rPr>
              <a:t>Click icon in the center of the slide to add picture</a:t>
            </a:r>
            <a:endParaRPr lang="en-US"/>
          </a:p>
        </p:txBody>
      </p:sp>
      <p:sp>
        <p:nvSpPr>
          <p:cNvPr id="8" name="Text Placeholder 2">
            <a:extLst>
              <a:ext uri="{FF2B5EF4-FFF2-40B4-BE49-F238E27FC236}">
                <a16:creationId xmlns:a16="http://schemas.microsoft.com/office/drawing/2014/main" id="{DE3845FB-10F7-4C99-A1E5-CEB253E259A7}"/>
              </a:ext>
            </a:extLst>
          </p:cNvPr>
          <p:cNvSpPr>
            <a:spLocks noGrp="1"/>
          </p:cNvSpPr>
          <p:nvPr>
            <p:ph idx="1"/>
          </p:nvPr>
        </p:nvSpPr>
        <p:spPr>
          <a:xfrm>
            <a:off x="6477003" y="4800600"/>
            <a:ext cx="5714998" cy="4114800"/>
          </a:xfrm>
          <a:prstGeom prst="rect">
            <a:avLst/>
          </a:prstGeom>
          <a:solidFill>
            <a:schemeClr val="bg1"/>
          </a:solidFill>
        </p:spPr>
        <p:txBody>
          <a:bodyPr vert="horz" lIns="182880" tIns="137160" rIns="182880" bIns="0" rtlCol="0">
            <a:no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bg1"/>
          </a:solidFill>
          <a:ln w="12700">
            <a:noFill/>
          </a:ln>
        </p:spPr>
        <p:txBody>
          <a:bodyPr vert="horz" lIns="182880" tIns="91440" rIns="182880" bIns="155448" rtlCol="0" anchor="t" anchorCtr="0">
            <a:noAutofit/>
          </a:bodyPr>
          <a:lstStyle>
            <a:lvl1pPr>
              <a:defRPr lang="en-US" dirty="0">
                <a:ln w="9525">
                  <a:noFill/>
                </a:ln>
                <a:solidFill>
                  <a:schemeClr val="tx1"/>
                </a:solidFill>
              </a:defRPr>
            </a:lvl1pPr>
          </a:lstStyle>
          <a:p>
            <a:pPr marL="0" lvl="0" indent="0">
              <a:spcAft>
                <a:spcPts val="3000"/>
              </a:spcAft>
              <a:buFont typeface="Arial" panose="020B0604020202020204" pitchFamily="34" charset="0"/>
            </a:pPr>
            <a:r>
              <a:rPr lang="en-GB"/>
              <a:t>Click to edit Master title style</a:t>
            </a:r>
            <a:endParaRPr lang="en-US"/>
          </a:p>
        </p:txBody>
      </p:sp>
      <p:sp>
        <p:nvSpPr>
          <p:cNvPr id="5" name="AutoShape 3">
            <a:extLst>
              <a:ext uri="{FF2B5EF4-FFF2-40B4-BE49-F238E27FC236}">
                <a16:creationId xmlns:a16="http://schemas.microsoft.com/office/drawing/2014/main" id="{69C2AE59-6CA1-45A7-8D89-5A2A716D8833}"/>
              </a:ext>
            </a:extLst>
          </p:cNvPr>
          <p:cNvSpPr>
            <a:spLocks noChangeAspect="1" noChangeArrowheads="1" noTextEdit="1"/>
          </p:cNvSpPr>
          <p:nvPr/>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0" name="Graphic 9">
            <a:extLst>
              <a:ext uri="{FF2B5EF4-FFF2-40B4-BE49-F238E27FC236}">
                <a16:creationId xmlns:a16="http://schemas.microsoft.com/office/drawing/2014/main" id="{D97CAA73-BE46-614E-9C41-8AF7FB50184C}"/>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A4D9BADF-324E-5B4F-A422-61F7145DA2D8}"/>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700835EC-3A47-8644-806F-A3840BA3472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150952301"/>
      </p:ext>
    </p:extLst>
  </p:cSld>
  <p:clrMapOvr>
    <a:masterClrMapping/>
  </p:clrMapOvr>
</p:sldLayout>
</file>

<file path=ppt/slideLayouts/slideLayout98.xml><?xml version="1.0" encoding="utf-8"?>
<p:sldLayout xmlns:a="http://schemas.openxmlformats.org/drawingml/2006/main" xmlns:r="http://schemas.openxmlformats.org/officeDocument/2006/relationships" xmlns:p="http://schemas.openxmlformats.org/presentationml/2006/main" showMasterSp="0" preserve="1">
  <p:cSld name="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pic>
        <p:nvPicPr>
          <p:cNvPr id="4" name="Picture 3">
            <a:extLst>
              <a:ext uri="{FF2B5EF4-FFF2-40B4-BE49-F238E27FC236}">
                <a16:creationId xmlns:a16="http://schemas.microsoft.com/office/drawing/2014/main" id="{DC3D7A00-2891-24B2-ED6C-5B28CC4847A3}"/>
              </a:ext>
            </a:extLst>
          </p:cNvPr>
          <p:cNvPicPr>
            <a:picLocks noChangeAspect="1"/>
          </p:cNvPicPr>
          <p:nvPr/>
        </p:nvPicPr>
        <p:blipFill>
          <a:blip r:embed="rId2"/>
          <a:stretch>
            <a:fillRect/>
          </a:stretch>
        </p:blipFill>
        <p:spPr>
          <a:xfrm>
            <a:off x="0" y="4419600"/>
            <a:ext cx="6477000" cy="9296400"/>
          </a:xfrm>
          <a:prstGeom prst="rect">
            <a:avLst/>
          </a:prstGeom>
        </p:spPr>
      </p:pic>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GB"/>
              <a:t>Click to edit Master title style</a:t>
            </a:r>
            <a:endParaRPr lang="en-US"/>
          </a:p>
        </p:txBody>
      </p:sp>
      <p:pic>
        <p:nvPicPr>
          <p:cNvPr id="10" name="Graphic 9">
            <a:extLst>
              <a:ext uri="{FF2B5EF4-FFF2-40B4-BE49-F238E27FC236}">
                <a16:creationId xmlns:a16="http://schemas.microsoft.com/office/drawing/2014/main" id="{560B9142-7D87-064B-BCED-0E0338E2CEBB}"/>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51430891"/>
      </p:ext>
    </p:extLst>
  </p:cSld>
  <p:clrMapOvr>
    <a:masterClrMapping/>
  </p:clrMapOvr>
</p:sldLayout>
</file>

<file path=ppt/slideLayouts/slideLayout99.xml><?xml version="1.0" encoding="utf-8"?>
<p:sldLayout xmlns:a="http://schemas.openxmlformats.org/drawingml/2006/main" xmlns:r="http://schemas.openxmlformats.org/officeDocument/2006/relationships" xmlns:p="http://schemas.openxmlformats.org/presentationml/2006/main" showMasterSp="0" preserve="1">
  <p:cSld name="1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GB"/>
              <a:t>Click to edit Master title style</a:t>
            </a:r>
            <a:endParaRPr lang="en-US"/>
          </a:p>
        </p:txBody>
      </p:sp>
      <p:pic>
        <p:nvPicPr>
          <p:cNvPr id="10" name="Graphic 9">
            <a:extLst>
              <a:ext uri="{FF2B5EF4-FFF2-40B4-BE49-F238E27FC236}">
                <a16:creationId xmlns:a16="http://schemas.microsoft.com/office/drawing/2014/main" id="{560B9142-7D87-064B-BCED-0E0338E2CEBB}"/>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4" name="Picture 3">
            <a:extLst>
              <a:ext uri="{FF2B5EF4-FFF2-40B4-BE49-F238E27FC236}">
                <a16:creationId xmlns:a16="http://schemas.microsoft.com/office/drawing/2014/main" id="{80CA3236-00EC-F44A-FE12-1CA61956F0E7}"/>
              </a:ext>
            </a:extLst>
          </p:cNvPr>
          <p:cNvPicPr>
            <a:picLocks noChangeAspect="1"/>
          </p:cNvPicPr>
          <p:nvPr/>
        </p:nvPicPr>
        <p:blipFill>
          <a:blip r:embed="rId3"/>
          <a:stretch>
            <a:fillRect/>
          </a:stretch>
        </p:blipFill>
        <p:spPr>
          <a:xfrm>
            <a:off x="0" y="9491472"/>
            <a:ext cx="6452388" cy="4224528"/>
          </a:xfrm>
          <a:prstGeom prst="rect">
            <a:avLst/>
          </a:prstGeom>
        </p:spPr>
      </p:pic>
    </p:spTree>
    <p:extLst>
      <p:ext uri="{BB962C8B-B14F-4D97-AF65-F5344CB8AC3E}">
        <p14:creationId xmlns:p14="http://schemas.microsoft.com/office/powerpoint/2010/main" val="3952480445"/>
      </p:ext>
    </p:extLst>
  </p:cSld>
  <p:clrMapOvr>
    <a:masterClrMapping/>
  </p:clrMapOvr>
</p:sldLayout>
</file>

<file path=ppt/slideLayouts/slideLayout100.xml><?xml version="1.0" encoding="utf-8"?>
<p:sldLayout xmlns:a="http://schemas.openxmlformats.org/drawingml/2006/main" xmlns:r="http://schemas.openxmlformats.org/officeDocument/2006/relationships" xmlns:p="http://schemas.openxmlformats.org/presentationml/2006/main" showMasterSp="0" preserve="1">
  <p:cSld name="2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p:nvSpPr>
        <p:spPr bwMode="white">
          <a:xfrm flipH="1">
            <a:off x="6477000" y="0"/>
            <a:ext cx="1790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pic>
        <p:nvPicPr>
          <p:cNvPr id="6" name="Picture 5">
            <a:extLst>
              <a:ext uri="{FF2B5EF4-FFF2-40B4-BE49-F238E27FC236}">
                <a16:creationId xmlns:a16="http://schemas.microsoft.com/office/drawing/2014/main" id="{33331F37-F452-DCB3-4411-C1A01ACA6086}"/>
              </a:ext>
            </a:extLst>
          </p:cNvPr>
          <p:cNvPicPr>
            <a:picLocks noChangeAspect="1"/>
          </p:cNvPicPr>
          <p:nvPr/>
        </p:nvPicPr>
        <p:blipFill>
          <a:blip r:embed="rId2"/>
          <a:stretch>
            <a:fillRect/>
          </a:stretch>
        </p:blipFill>
        <p:spPr>
          <a:xfrm>
            <a:off x="6477000" y="3505200"/>
            <a:ext cx="15595600" cy="1021080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tx1"/>
                </a:solidFill>
              </a:defRPr>
            </a:lvl1pPr>
          </a:lstStyle>
          <a:p>
            <a:r>
              <a:rPr lang="en-GB"/>
              <a:t>Click to edit Master title style</a:t>
            </a:r>
            <a:endParaRPr lang="en-US"/>
          </a:p>
        </p:txBody>
      </p:sp>
      <p:pic>
        <p:nvPicPr>
          <p:cNvPr id="10" name="Graphic 9">
            <a:extLst>
              <a:ext uri="{FF2B5EF4-FFF2-40B4-BE49-F238E27FC236}">
                <a16:creationId xmlns:a16="http://schemas.microsoft.com/office/drawing/2014/main" id="{560B9142-7D87-064B-BCED-0E0338E2CEBB}"/>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52235241"/>
      </p:ext>
    </p:extLst>
  </p:cSld>
  <p:clrMapOvr>
    <a:masterClrMapping/>
  </p:clrMapOvr>
</p:sldLayout>
</file>

<file path=ppt/slideLayouts/slideLayout101.xml><?xml version="1.0" encoding="utf-8"?>
<p:sldLayout xmlns:a="http://schemas.openxmlformats.org/drawingml/2006/main" xmlns:r="http://schemas.openxmlformats.org/officeDocument/2006/relationships" xmlns:p="http://schemas.openxmlformats.org/presentationml/2006/main" showMasterSp="0" preserve="1">
  <p:cSld name="Three Quarters Image Slide">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275A4A0-E19C-C4F8-98F8-140F87325D35}"/>
              </a:ext>
            </a:extLst>
          </p:cNvPr>
          <p:cNvPicPr>
            <a:picLocks noChangeAspect="1"/>
          </p:cNvPicPr>
          <p:nvPr/>
        </p:nvPicPr>
        <p:blipFill>
          <a:blip r:embed="rId2"/>
          <a:stretch>
            <a:fillRect/>
          </a:stretch>
        </p:blipFill>
        <p:spPr>
          <a:xfrm>
            <a:off x="1828801" y="1561559"/>
            <a:ext cx="4661586" cy="12154442"/>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spAutoFit/>
          </a:bodyPr>
          <a:lstStyle>
            <a:lvl1pPr>
              <a:defRPr>
                <a:ln w="9525">
                  <a:noFill/>
                </a:ln>
                <a:solidFill>
                  <a:schemeClr val="bg1"/>
                </a:solidFill>
              </a:defRPr>
            </a:lvl1pPr>
          </a:lstStyle>
          <a:p>
            <a:r>
              <a:rPr lang="en-GB"/>
              <a:t>Click to edit Master title style</a:t>
            </a:r>
            <a:endParaRPr lang="en-US"/>
          </a:p>
        </p:txBody>
      </p:sp>
      <p:sp>
        <p:nvSpPr>
          <p:cNvPr id="10" name="Text Placeholder 8">
            <a:extLst>
              <a:ext uri="{FF2B5EF4-FFF2-40B4-BE49-F238E27FC236}">
                <a16:creationId xmlns:a16="http://schemas.microsoft.com/office/drawing/2014/main" id="{6ADF87FB-085E-4952-9CFB-477310A66959}"/>
              </a:ext>
            </a:extLst>
          </p:cNvPr>
          <p:cNvSpPr>
            <a:spLocks noGrp="1"/>
          </p:cNvSpPr>
          <p:nvPr>
            <p:ph type="body" sz="quarter" idx="13" hasCustomPrompt="1"/>
          </p:nvPr>
        </p:nvSpPr>
        <p:spPr>
          <a:xfrm>
            <a:off x="688976" y="3687499"/>
            <a:ext cx="3621768" cy="2923878"/>
          </a:xfrm>
        </p:spPr>
        <p:txBody>
          <a:bodyPr wrap="square"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35F2CBC9-A0AF-2443-B4F3-88F00DA34117}"/>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EA2D8B16-7E02-9445-B5E1-B56444A338A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58296D2F-477C-6447-A70C-6F56CD3959A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058536599"/>
      </p:ext>
    </p:extLst>
  </p:cSld>
  <p:clrMapOvr>
    <a:masterClrMapping/>
  </p:clrMapOvr>
</p:sldLayout>
</file>

<file path=ppt/slideLayouts/slideLayout102.xml><?xml version="1.0" encoding="utf-8"?>
<p:sldLayout xmlns:a="http://schemas.openxmlformats.org/drawingml/2006/main" xmlns:r="http://schemas.openxmlformats.org/officeDocument/2006/relationships" xmlns:p="http://schemas.openxmlformats.org/presentationml/2006/main" showMasterSp="0" preserve="1">
  <p:cSld name="1/2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p:nvSpPr>
        <p:spPr bwMode="white">
          <a:xfrm>
            <a:off x="0" y="0"/>
            <a:ext cx="24384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6" y="539496"/>
            <a:ext cx="5814964"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GB"/>
              <a:t>Click to edit Master title style</a:t>
            </a:r>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584776"/>
          </a:xfrm>
          <a:ln>
            <a:noFill/>
          </a:ln>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82481" y="7127210"/>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8405" y="7127210"/>
            <a:ext cx="521661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52406" y="7127210"/>
            <a:ext cx="521664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4</a:t>
            </a:r>
          </a:p>
        </p:txBody>
      </p:sp>
      <p:sp>
        <p:nvSpPr>
          <p:cNvPr id="17" name="Text Placeholder 6">
            <a:extLst>
              <a:ext uri="{FF2B5EF4-FFF2-40B4-BE49-F238E27FC236}">
                <a16:creationId xmlns:a16="http://schemas.microsoft.com/office/drawing/2014/main" id="{F1BE4CE4-FD45-443A-BF63-DD30D8352F18}"/>
              </a:ext>
            </a:extLst>
          </p:cNvPr>
          <p:cNvSpPr>
            <a:spLocks noGrp="1"/>
          </p:cNvSpPr>
          <p:nvPr>
            <p:ph type="body" sz="quarter" idx="21"/>
          </p:nvPr>
        </p:nvSpPr>
        <p:spPr>
          <a:xfrm>
            <a:off x="696292" y="7822154"/>
            <a:ext cx="5208456"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sp>
        <p:nvSpPr>
          <p:cNvPr id="19" name="Text Placeholder 27">
            <a:extLst>
              <a:ext uri="{FF2B5EF4-FFF2-40B4-BE49-F238E27FC236}">
                <a16:creationId xmlns:a16="http://schemas.microsoft.com/office/drawing/2014/main" id="{9E9A9093-0FB5-474B-89ED-A35D3811588C}"/>
              </a:ext>
            </a:extLst>
          </p:cNvPr>
          <p:cNvSpPr>
            <a:spLocks noGrp="1"/>
          </p:cNvSpPr>
          <p:nvPr>
            <p:ph type="body" sz="quarter" idx="22"/>
          </p:nvPr>
        </p:nvSpPr>
        <p:spPr>
          <a:xfrm>
            <a:off x="6482478" y="7822156"/>
            <a:ext cx="521104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sp>
        <p:nvSpPr>
          <p:cNvPr id="20" name="Text Placeholder 29">
            <a:extLst>
              <a:ext uri="{FF2B5EF4-FFF2-40B4-BE49-F238E27FC236}">
                <a16:creationId xmlns:a16="http://schemas.microsoft.com/office/drawing/2014/main" id="{FF042C6C-A711-46C7-BA08-D7D1DBA5B436}"/>
              </a:ext>
            </a:extLst>
          </p:cNvPr>
          <p:cNvSpPr>
            <a:spLocks noGrp="1"/>
          </p:cNvSpPr>
          <p:nvPr>
            <p:ph type="body" sz="quarter" idx="23"/>
          </p:nvPr>
        </p:nvSpPr>
        <p:spPr>
          <a:xfrm>
            <a:off x="12198409" y="7822156"/>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sp>
        <p:nvSpPr>
          <p:cNvPr id="21" name="Text Placeholder 31">
            <a:extLst>
              <a:ext uri="{FF2B5EF4-FFF2-40B4-BE49-F238E27FC236}">
                <a16:creationId xmlns:a16="http://schemas.microsoft.com/office/drawing/2014/main" id="{E0D4AA41-1DA9-4674-8804-6E312BE2AEE4}"/>
              </a:ext>
            </a:extLst>
          </p:cNvPr>
          <p:cNvSpPr>
            <a:spLocks noGrp="1"/>
          </p:cNvSpPr>
          <p:nvPr>
            <p:ph type="body" sz="quarter" idx="24"/>
          </p:nvPr>
        </p:nvSpPr>
        <p:spPr>
          <a:xfrm>
            <a:off x="17952409" y="7822156"/>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p:nvPicPr>
        <p:blipFill rotWithShape="1">
          <a:blip r:embed="rId3" cstate="screen">
            <a:extLst>
              <a:ext uri="{28A0092B-C50C-407E-A947-70E740481C1C}">
                <a14:useLocalDpi xmlns:a14="http://schemas.microsoft.com/office/drawing/2010/main"/>
              </a:ext>
            </a:extLst>
          </a:blip>
          <a:srcRect/>
          <a:stretch/>
        </p:blipFill>
        <p:spPr>
          <a:xfrm>
            <a:off x="3514427" y="0"/>
            <a:ext cx="20869574" cy="6858000"/>
          </a:xfrm>
          <a:prstGeom prst="rect">
            <a:avLst/>
          </a:prstGeom>
        </p:spPr>
      </p:pic>
    </p:spTree>
    <p:extLst>
      <p:ext uri="{BB962C8B-B14F-4D97-AF65-F5344CB8AC3E}">
        <p14:creationId xmlns:p14="http://schemas.microsoft.com/office/powerpoint/2010/main" val="4099291627"/>
      </p:ext>
    </p:extLst>
  </p:cSld>
  <p:clrMapOvr>
    <a:masterClrMapping/>
  </p:clrMapOvr>
</p:sldLayout>
</file>

<file path=ppt/slideLayouts/slideLayout103.xml><?xml version="1.0" encoding="utf-8"?>
<p:sldLayout xmlns:a="http://schemas.openxmlformats.org/drawingml/2006/main" xmlns:r="http://schemas.openxmlformats.org/officeDocument/2006/relationships" xmlns:p="http://schemas.openxmlformats.org/presentationml/2006/main" showMasterSp="0" preserve="1">
  <p:cSld name="1/2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p:nvSpPr>
        <p:spPr bwMode="white">
          <a:xfrm>
            <a:off x="0" y="0"/>
            <a:ext cx="24384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6" y="539496"/>
            <a:ext cx="5814964"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GB"/>
              <a:t>Click to edit Master title style</a:t>
            </a:r>
            <a:endParaRPr lang="en-US"/>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p:nvPicPr>
        <p:blipFill rotWithShape="1">
          <a:blip r:embed="rId3" cstate="screen">
            <a:extLst>
              <a:ext uri="{28A0092B-C50C-407E-A947-70E740481C1C}">
                <a14:useLocalDpi xmlns:a14="http://schemas.microsoft.com/office/drawing/2010/main"/>
              </a:ext>
            </a:extLst>
          </a:blip>
          <a:srcRect/>
          <a:stretch/>
        </p:blipFill>
        <p:spPr>
          <a:xfrm>
            <a:off x="3514427" y="0"/>
            <a:ext cx="20869574" cy="6858000"/>
          </a:xfrm>
          <a:prstGeom prst="rect">
            <a:avLst/>
          </a:prstGeom>
        </p:spPr>
      </p:pic>
    </p:spTree>
    <p:extLst>
      <p:ext uri="{BB962C8B-B14F-4D97-AF65-F5344CB8AC3E}">
        <p14:creationId xmlns:p14="http://schemas.microsoft.com/office/powerpoint/2010/main" val="378674846"/>
      </p:ext>
    </p:extLst>
  </p:cSld>
  <p:clrMapOvr>
    <a:masterClrMapping/>
  </p:clrMapOvr>
</p:sldLayout>
</file>

<file path=ppt/slideLayouts/slideLayout104.xml><?xml version="1.0" encoding="utf-8"?>
<p:sldLayout xmlns:a="http://schemas.openxmlformats.org/drawingml/2006/main" xmlns:r="http://schemas.openxmlformats.org/officeDocument/2006/relationships" xmlns:p="http://schemas.openxmlformats.org/presentationml/2006/main" showMasterSp="0" preserve="1">
  <p:cSld name="1/4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p:nvSpPr>
        <p:spPr bwMode="white">
          <a:xfrm>
            <a:off x="0" y="2"/>
            <a:ext cx="24384000" cy="381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3" y="539496"/>
            <a:ext cx="6484402"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GB"/>
              <a:t>Click to edit Master title style</a:t>
            </a:r>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2"/>
            <a:ext cx="521104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2"/>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2"/>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9" name="Picture 8">
            <a:extLst>
              <a:ext uri="{FF2B5EF4-FFF2-40B4-BE49-F238E27FC236}">
                <a16:creationId xmlns:a16="http://schemas.microsoft.com/office/drawing/2014/main" id="{18F9BD06-D191-BDCC-0EAC-42370967C2BC}"/>
              </a:ext>
            </a:extLst>
          </p:cNvPr>
          <p:cNvPicPr>
            <a:picLocks noChangeAspect="1"/>
          </p:cNvPicPr>
          <p:nvPr/>
        </p:nvPicPr>
        <p:blipFill>
          <a:blip r:embed="rId3"/>
          <a:stretch>
            <a:fillRect/>
          </a:stretch>
        </p:blipFill>
        <p:spPr>
          <a:xfrm rot="10800000">
            <a:off x="7848600" y="0"/>
            <a:ext cx="16535400" cy="3810000"/>
          </a:xfrm>
          <a:prstGeom prst="rect">
            <a:avLst/>
          </a:prstGeom>
        </p:spPr>
      </p:pic>
    </p:spTree>
    <p:extLst>
      <p:ext uri="{BB962C8B-B14F-4D97-AF65-F5344CB8AC3E}">
        <p14:creationId xmlns:p14="http://schemas.microsoft.com/office/powerpoint/2010/main" val="749375895"/>
      </p:ext>
    </p:extLst>
  </p:cSld>
  <p:clrMapOvr>
    <a:masterClrMapping/>
  </p:clrMapOvr>
</p:sldLayout>
</file>

<file path=ppt/slideLayouts/slideLayout105.xml><?xml version="1.0" encoding="utf-8"?>
<p:sldLayout xmlns:a="http://schemas.openxmlformats.org/drawingml/2006/main" xmlns:r="http://schemas.openxmlformats.org/officeDocument/2006/relationships" xmlns:p="http://schemas.openxmlformats.org/presentationml/2006/main" showMasterSp="0" preserve="1">
  <p:cSld name="1/4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p:nvSpPr>
        <p:spPr bwMode="white">
          <a:xfrm>
            <a:off x="0" y="2"/>
            <a:ext cx="24384000" cy="381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3" y="539496"/>
            <a:ext cx="6484402"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GB"/>
              <a:t>Click to edit Master title style</a:t>
            </a:r>
            <a:endParaRPr lang="en-US"/>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3" name="Picture 2">
            <a:extLst>
              <a:ext uri="{FF2B5EF4-FFF2-40B4-BE49-F238E27FC236}">
                <a16:creationId xmlns:a16="http://schemas.microsoft.com/office/drawing/2014/main" id="{C7C982CA-A7CF-7C04-1CB1-C8824A257D5C}"/>
              </a:ext>
            </a:extLst>
          </p:cNvPr>
          <p:cNvPicPr>
            <a:picLocks noChangeAspect="1"/>
          </p:cNvPicPr>
          <p:nvPr/>
        </p:nvPicPr>
        <p:blipFill>
          <a:blip r:embed="rId3"/>
          <a:stretch>
            <a:fillRect/>
          </a:stretch>
        </p:blipFill>
        <p:spPr>
          <a:xfrm rot="10800000">
            <a:off x="7848600" y="0"/>
            <a:ext cx="16535400" cy="3810000"/>
          </a:xfrm>
          <a:prstGeom prst="rect">
            <a:avLst/>
          </a:prstGeom>
        </p:spPr>
      </p:pic>
    </p:spTree>
    <p:extLst>
      <p:ext uri="{BB962C8B-B14F-4D97-AF65-F5344CB8AC3E}">
        <p14:creationId xmlns:p14="http://schemas.microsoft.com/office/powerpoint/2010/main" val="968015008"/>
      </p:ext>
    </p:extLst>
  </p:cSld>
  <p:clrMapOvr>
    <a:masterClrMapping/>
  </p:clrMapOvr>
</p:sldLayout>
</file>

<file path=ppt/slideLayouts/slideLayout106.xml><?xml version="1.0" encoding="utf-8"?>
<p:sldLayout xmlns:a="http://schemas.openxmlformats.org/drawingml/2006/main" xmlns:r="http://schemas.openxmlformats.org/officeDocument/2006/relationships" xmlns:p="http://schemas.openxmlformats.org/presentationml/2006/main" showMasterSp="0" preserve="1">
  <p:cSld name="Half Image Slide">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5AE153A-C27C-ED1B-A797-B1AF88EB49A5}"/>
              </a:ext>
            </a:extLst>
          </p:cNvPr>
          <p:cNvPicPr>
            <a:picLocks noChangeAspect="1"/>
          </p:cNvPicPr>
          <p:nvPr/>
        </p:nvPicPr>
        <p:blipFill>
          <a:blip r:embed="rId2"/>
          <a:stretch>
            <a:fillRect/>
          </a:stretch>
        </p:blipFill>
        <p:spPr>
          <a:xfrm flipH="1">
            <a:off x="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2" y="3685032"/>
            <a:ext cx="11120928" cy="1169551"/>
          </a:xfrm>
        </p:spPr>
        <p:txBody>
          <a:bodyPr vert="horz" lIns="0" tIns="0" rIns="0" bIns="0" rtlCol="0">
            <a:spAutoFit/>
          </a:bodyPr>
          <a:lstStyle>
            <a:lvl1pPr marL="22226" indent="-22226" algn="l">
              <a:buFontTx/>
              <a:buNone/>
              <a:tabLst/>
              <a:defRPr lang="en-US" sz="3800" dirty="0">
                <a:ln w="3175">
                  <a:noFill/>
                </a:ln>
                <a:solidFill>
                  <a:schemeClr val="bg1"/>
                </a:solidFill>
              </a:defRPr>
            </a:lvl1pPr>
          </a:lstStyle>
          <a:p>
            <a:pPr marL="285750" lvl="0" indent="-285750" fontAlgn="base"/>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n w="9525">
                  <a:noFill/>
                </a:ln>
                <a:solidFill>
                  <a:schemeClr val="bg1"/>
                </a:solidFill>
              </a:defRPr>
            </a:lvl1pPr>
          </a:lstStyle>
          <a:p>
            <a:r>
              <a:rPr lang="en-GB"/>
              <a:t>Click to edit Master title style</a:t>
            </a:r>
            <a:endParaRPr lang="en-US"/>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695324" y="6759577"/>
            <a:ext cx="11115676" cy="3488134"/>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289787928"/>
      </p:ext>
    </p:extLst>
  </p:cSld>
  <p:clrMapOvr>
    <a:masterClrMapping/>
  </p:clrMapOvr>
</p:sldLayout>
</file>

<file path=ppt/slideLayouts/slideLayout107.xml><?xml version="1.0" encoding="utf-8"?>
<p:sldLayout xmlns:a="http://schemas.openxmlformats.org/drawingml/2006/main" xmlns:r="http://schemas.openxmlformats.org/officeDocument/2006/relationships" xmlns:p="http://schemas.openxmlformats.org/presentationml/2006/main" showMasterSp="0" preserve="1">
  <p:cSld name="Half Image Slide - CLEAN">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16E9DF5-DA4D-AF41-F284-D6545E66BD73}"/>
              </a:ext>
            </a:extLst>
          </p:cNvPr>
          <p:cNvPicPr>
            <a:picLocks noChangeAspect="1"/>
          </p:cNvPicPr>
          <p:nvPr/>
        </p:nvPicPr>
        <p:blipFill>
          <a:blip r:embed="rId2"/>
          <a:stretch>
            <a:fillRect/>
          </a:stretch>
        </p:blipFill>
        <p:spPr>
          <a:xfrm flipH="1">
            <a:off x="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n w="9525">
                  <a:noFill/>
                </a:ln>
                <a:solidFill>
                  <a:schemeClr val="bg1"/>
                </a:solidFill>
              </a:defRPr>
            </a:lvl1pPr>
          </a:lstStyle>
          <a:p>
            <a:r>
              <a:rPr lang="en-GB"/>
              <a:t>Click to edit Master title style</a:t>
            </a:r>
            <a:endParaRPr lang="en-US"/>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14548524"/>
      </p:ext>
    </p:extLst>
  </p:cSld>
  <p:clrMapOvr>
    <a:masterClrMapping/>
  </p:clrMapOvr>
</p:sldLayout>
</file>

<file path=ppt/slideLayouts/slideLayout108.xml><?xml version="1.0" encoding="utf-8"?>
<p:sldLayout xmlns:a="http://schemas.openxmlformats.org/drawingml/2006/main" xmlns:r="http://schemas.openxmlformats.org/officeDocument/2006/relationships" xmlns:p="http://schemas.openxmlformats.org/presentationml/2006/main" showMasterSp="0" preserve="1">
  <p:cSld name="Half Image Slide 2">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21FBB69-2B1F-1005-8EB3-A8CA021F7215}"/>
              </a:ext>
            </a:extLst>
          </p:cNvPr>
          <p:cNvPicPr>
            <a:picLocks noChangeAspect="1"/>
          </p:cNvPicPr>
          <p:nvPr/>
        </p:nvPicPr>
        <p:blipFill>
          <a:blip r:embed="rId2"/>
          <a:stretch>
            <a:fillRect/>
          </a:stretch>
        </p:blipFill>
        <p:spPr>
          <a:xfrm>
            <a:off x="2024380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pic>
        <p:nvPicPr>
          <p:cNvPr id="11" name="Graphic 10">
            <a:extLst>
              <a:ext uri="{FF2B5EF4-FFF2-40B4-BE49-F238E27FC236}">
                <a16:creationId xmlns:a16="http://schemas.microsoft.com/office/drawing/2014/main" id="{560D37C1-D211-7745-B68E-02001098F85F}"/>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2539172" y="3685032"/>
            <a:ext cx="11120928" cy="1169551"/>
          </a:xfrm>
        </p:spPr>
        <p:txBody>
          <a:bodyPr vert="horz" lIns="0" tIns="0" rIns="0" bIns="0" rtlCol="0">
            <a:sp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12518092" y="537179"/>
            <a:ext cx="11142008" cy="968086"/>
          </a:xfrm>
        </p:spPr>
        <p:txBody>
          <a:bodyPr>
            <a:spAutoFit/>
          </a:bodyPr>
          <a:lstStyle>
            <a:lvl1pPr>
              <a:defRPr>
                <a:ln w="9525">
                  <a:noFill/>
                </a:ln>
                <a:solidFill>
                  <a:schemeClr val="bg1"/>
                </a:solidFill>
              </a:defRPr>
            </a:lvl1pPr>
          </a:lstStyle>
          <a:p>
            <a:r>
              <a:rPr lang="en-GB"/>
              <a:t>Click to edit Master title style</a:t>
            </a:r>
            <a:endParaRPr lang="en-US"/>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12544424" y="6759577"/>
            <a:ext cx="11115676" cy="3488134"/>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12" name="Footer Placeholder 4">
            <a:extLst>
              <a:ext uri="{FF2B5EF4-FFF2-40B4-BE49-F238E27FC236}">
                <a16:creationId xmlns:a16="http://schemas.microsoft.com/office/drawing/2014/main" id="{030F3032-5515-C84F-A5D0-90898242F86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FEAC8327-2A21-3A42-BA7B-F64F4DEAA72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304360"/>
      </p:ext>
    </p:extLst>
  </p:cSld>
  <p:clrMapOvr>
    <a:masterClrMapping/>
  </p:clrMapOvr>
</p:sldLayout>
</file>

<file path=ppt/slideLayouts/slideLayout109.xml><?xml version="1.0" encoding="utf-8"?>
<p:sldLayout xmlns:a="http://schemas.openxmlformats.org/drawingml/2006/main" xmlns:r="http://schemas.openxmlformats.org/officeDocument/2006/relationships" xmlns:p="http://schemas.openxmlformats.org/presentationml/2006/main" showMasterSp="0" preserve="1">
  <p:cSld name="Half Image Slide 3">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7E79AC3-2DC9-96CB-4501-666928E88325}"/>
              </a:ext>
            </a:extLst>
          </p:cNvPr>
          <p:cNvPicPr>
            <a:picLocks noChangeAspect="1"/>
          </p:cNvPicPr>
          <p:nvPr/>
        </p:nvPicPr>
        <p:blipFill>
          <a:blip r:embed="rId2"/>
          <a:stretch>
            <a:fillRect/>
          </a:stretch>
        </p:blipFill>
        <p:spPr>
          <a:xfrm>
            <a:off x="1219200" y="0"/>
            <a:ext cx="23164800" cy="13716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4" y="3685032"/>
            <a:ext cx="5215428" cy="2339102"/>
          </a:xfrm>
        </p:spPr>
        <p:txBody>
          <a:bodyPr vert="horz" lIns="0" tIns="0" rIns="0" bIns="0" rtlCol="0">
            <a:sp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18453100" y="621792"/>
            <a:ext cx="5207000" cy="4042132"/>
          </a:xfrm>
        </p:spPr>
        <p:txBody>
          <a:bodyPr vert="horz" lIns="0" tIns="0" rIns="0" bIns="0" rtlCol="0">
            <a:spAutoFit/>
          </a:bodyPr>
          <a:lstStyle>
            <a:lvl1pPr marL="285750" marR="0" indent="-285750"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smtClean="0">
                <a:solidFill>
                  <a:schemeClr val="bg1"/>
                </a:solidFill>
              </a:defRPr>
            </a:lvl1pPr>
            <a:lvl2pPr marL="857250" marR="0" indent="-290514"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2pPr>
            <a:lvl3pPr marL="1428750" marR="0" indent="-295276"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3pPr>
            <a:lvl4pPr marL="2000250" marR="0" indent="-300038"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4pPr>
            <a:lvl5pPr marL="2571750" marR="0" indent="-304800"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a:solidFill>
                  <a:schemeClr val="bg1"/>
                </a:solidFill>
              </a:defRPr>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spAutoFit/>
          </a:bodyPr>
          <a:lstStyle>
            <a:lvl1pPr>
              <a:defRPr>
                <a:ln w="9525">
                  <a:noFill/>
                </a:ln>
                <a:solidFill>
                  <a:schemeClr val="bg1"/>
                </a:solidFill>
              </a:defRPr>
            </a:lvl1pPr>
          </a:lstStyle>
          <a:p>
            <a:r>
              <a:rPr lang="en-GB"/>
              <a:t>Click to edit Master title style</a:t>
            </a:r>
            <a:endParaRPr lang="en-US"/>
          </a:p>
        </p:txBody>
      </p:sp>
      <p:pic>
        <p:nvPicPr>
          <p:cNvPr id="10" name="Graphic 9">
            <a:extLst>
              <a:ext uri="{FF2B5EF4-FFF2-40B4-BE49-F238E27FC236}">
                <a16:creationId xmlns:a16="http://schemas.microsoft.com/office/drawing/2014/main" id="{38317098-BF10-BA42-A3E5-65C0634430A9}"/>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B4D4954A-7D78-384F-A44A-7BC1E849140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49BE3EAB-DEA7-184A-90BB-B4E1E574417C}"/>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13110576"/>
      </p:ext>
    </p:extLst>
  </p:cSld>
  <p:clrMapOvr>
    <a:masterClrMapping/>
  </p:clrMapOvr>
</p:sldLayout>
</file>

<file path=ppt/slideLayouts/slideLayout110.xml><?xml version="1.0" encoding="utf-8"?>
<p:sldLayout xmlns:a="http://schemas.openxmlformats.org/drawingml/2006/main" xmlns:r="http://schemas.openxmlformats.org/officeDocument/2006/relationships" xmlns:p="http://schemas.openxmlformats.org/presentationml/2006/main" showMasterSp="0">
  <p:cSld name="Breaker">
    <p:bg>
      <p:bgPr>
        <a:solidFill>
          <a:srgbClr val="EB0000"/>
        </a:solidFill>
        <a:effectLst/>
      </p:bgPr>
    </p:bg>
    <p:spTree>
      <p:nvGrpSpPr>
        <p:cNvPr id="1" name=""/>
        <p:cNvGrpSpPr/>
        <p:nvPr/>
      </p:nvGrpSpPr>
      <p:grpSpPr>
        <a:xfrm>
          <a:off x="0" y="0"/>
          <a:ext cx="0" cy="0"/>
          <a:chOff x="0" y="0"/>
          <a:chExt cx="0" cy="0"/>
        </a:xfrm>
      </p:grpSpPr>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723901" y="653291"/>
            <a:ext cx="11160126" cy="4200146"/>
          </a:xfrm>
          <a:noFill/>
          <a:ln>
            <a:noFill/>
          </a:ln>
        </p:spPr>
        <p:txBody>
          <a:bodyPr vert="horz" lIns="0" tIns="0" rIns="0" bIns="0" rtlCol="0" anchor="b">
            <a:noAutofit/>
          </a:bodyPr>
          <a:lstStyle>
            <a:lvl1pPr marL="0" indent="0" fontAlgn="base">
              <a:lnSpc>
                <a:spcPct val="112000"/>
              </a:lnSpc>
              <a:spcBef>
                <a:spcPts val="0"/>
              </a:spcBef>
              <a:buNone/>
              <a:defRPr lang="en-US" sz="9000" kern="1200" dirty="0" smtClean="0">
                <a:ln w="3175">
                  <a:noFill/>
                </a:ln>
                <a:solidFill>
                  <a:schemeClr val="bg1"/>
                </a:solidFill>
                <a:latin typeface="+mj-lt"/>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758826" y="4998536"/>
            <a:ext cx="11125200" cy="1627188"/>
          </a:xfrm>
        </p:spPr>
        <p:txBody>
          <a:bodyPr vert="horz" lIns="0" tIns="0" rIns="0" bIns="0" rtlCol="0" anchor="t">
            <a:noAutofit/>
          </a:bodyPr>
          <a:lstStyle>
            <a:lvl1pPr marL="0" indent="0">
              <a:buNone/>
              <a:defRPr lang="en-US" sz="5200" dirty="0">
                <a:ln>
                  <a:noFill/>
                </a:ln>
                <a:solidFill>
                  <a:schemeClr val="bg1"/>
                </a:solidFill>
              </a:defRPr>
            </a:lvl1pPr>
          </a:lstStyle>
          <a:p>
            <a:pPr lvl="0"/>
            <a:r>
              <a:rPr lang="en-US"/>
              <a:t>All titles/subtitles are sentence case</a:t>
            </a:r>
          </a:p>
        </p:txBody>
      </p:sp>
      <p:sp>
        <p:nvSpPr>
          <p:cNvPr id="6" name="Freeform 5">
            <a:extLst>
              <a:ext uri="{FF2B5EF4-FFF2-40B4-BE49-F238E27FC236}">
                <a16:creationId xmlns:a16="http://schemas.microsoft.com/office/drawing/2014/main" id="{B96AE158-57F3-42F7-BA5B-F9CAC8029C8B}"/>
              </a:ext>
            </a:extLst>
          </p:cNvPr>
          <p:cNvSpPr>
            <a:spLocks noEditPoints="1"/>
          </p:cNvSpPr>
          <p:nvPr/>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pic>
        <p:nvPicPr>
          <p:cNvPr id="11" name="Graphic 10">
            <a:extLst>
              <a:ext uri="{FF2B5EF4-FFF2-40B4-BE49-F238E27FC236}">
                <a16:creationId xmlns:a16="http://schemas.microsoft.com/office/drawing/2014/main" id="{E2097F27-DC5D-B0F0-CE35-0D1889844CE1}"/>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19159050" y="11386529"/>
            <a:ext cx="4567724" cy="2058482"/>
          </a:xfrm>
          <a:prstGeom prst="rect">
            <a:avLst/>
          </a:prstGeom>
        </p:spPr>
      </p:pic>
    </p:spTree>
    <p:extLst>
      <p:ext uri="{BB962C8B-B14F-4D97-AF65-F5344CB8AC3E}">
        <p14:creationId xmlns:p14="http://schemas.microsoft.com/office/powerpoint/2010/main" val="3705734538"/>
      </p:ext>
    </p:extLst>
  </p:cSld>
  <p:clrMapOvr>
    <a:masterClrMapping/>
  </p:clrMapOvr>
</p:sldLayout>
</file>

<file path=ppt/slideLayouts/slideLayout111.xml><?xml version="1.0" encoding="utf-8"?>
<p:sldLayout xmlns:a="http://schemas.openxmlformats.org/drawingml/2006/main" xmlns:r="http://schemas.openxmlformats.org/officeDocument/2006/relationships" xmlns:p="http://schemas.openxmlformats.org/presentationml/2006/main" preserve="1" userDrawn="1">
  <p:cSld name="1_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1"/>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p>
            <a:r>
              <a:rPr lang="en-US"/>
              <a:t>Click to edit Master title style</a:t>
            </a:r>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847579155"/>
      </p:ext>
    </p:extLst>
  </p:cSld>
  <p:clrMapOvr>
    <a:masterClrMapping/>
  </p:clrMapOvr>
</p:sldLayout>
</file>

<file path=ppt/slideLayouts/slideLayout112.xml><?xml version="1.0" encoding="utf-8"?>
<p:sldLayout xmlns:a="http://schemas.openxmlformats.org/drawingml/2006/main" xmlns:r="http://schemas.openxmlformats.org/officeDocument/2006/relationships" xmlns:p="http://schemas.openxmlformats.org/presentationml/2006/main" showMasterSp="0" preserve="1" userDrawn="1">
  <p:cSld name="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1"/>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lvl1pPr>
              <a:defRPr>
                <a:solidFill>
                  <a:schemeClr val="tx1"/>
                </a:solidFill>
              </a:defRPr>
            </a:lvl1pPr>
          </a:lstStyle>
          <a:p>
            <a:r>
              <a:rPr lang="en-US"/>
              <a:t>Click to edit Master title style</a:t>
            </a:r>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3" name="Graphic 2">
            <a:extLst>
              <a:ext uri="{FF2B5EF4-FFF2-40B4-BE49-F238E27FC236}">
                <a16:creationId xmlns:a16="http://schemas.microsoft.com/office/drawing/2014/main" id="{00D83E88-A286-BF1F-719B-20F1C44734C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cxnSp>
        <p:nvCxnSpPr>
          <p:cNvPr id="2" name="Straight Connector 1">
            <a:extLst>
              <a:ext uri="{FF2B5EF4-FFF2-40B4-BE49-F238E27FC236}">
                <a16:creationId xmlns:a16="http://schemas.microsoft.com/office/drawing/2014/main" id="{9720D620-A98D-8E56-CDB8-0DC6E5725E42}"/>
              </a:ext>
            </a:extLst>
          </p:cNvPr>
          <p:cNvCxnSpPr>
            <a:cxnSpLocks/>
          </p:cNvCxnSpPr>
          <p:nvPr userDrawn="1"/>
        </p:nvCxnSpPr>
        <p:spPr>
          <a:xfrm flipV="1">
            <a:off x="0" y="2151390"/>
            <a:ext cx="24384000" cy="1478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90581570"/>
      </p:ext>
    </p:extLst>
  </p:cSld>
  <p:clrMapOvr>
    <a:masterClrMapping/>
  </p:clrMapOvr>
</p:sldLayout>
</file>

<file path=ppt/slideLayouts/slideLayout113.xml><?xml version="1.0" encoding="utf-8"?>
<p:sldLayout xmlns:a="http://schemas.openxmlformats.org/drawingml/2006/main" xmlns:r="http://schemas.openxmlformats.org/officeDocument/2006/relationships" xmlns:p="http://schemas.openxmlformats.org/presentationml/2006/main" preserve="1" userDrawn="1">
  <p:cSld name="Single column Simple - with subhead">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3739563"/>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p>
            <a:r>
              <a:rPr lang="en-US"/>
              <a:t>Click to edit Master title style</a:t>
            </a:r>
          </a:p>
        </p:txBody>
      </p:sp>
      <p:sp>
        <p:nvSpPr>
          <p:cNvPr id="8" name="Footer Placeholder 4">
            <a:extLst>
              <a:ext uri="{FF2B5EF4-FFF2-40B4-BE49-F238E27FC236}">
                <a16:creationId xmlns:a16="http://schemas.microsoft.com/office/drawing/2014/main" id="{674407F1-A2F8-A84F-8E52-03F123F4BEF5}"/>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C88CD766-7446-9844-8381-BB1A5421A8C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
        <p:nvSpPr>
          <p:cNvPr id="3" name="Text Placeholder 2">
            <a:extLst>
              <a:ext uri="{FF2B5EF4-FFF2-40B4-BE49-F238E27FC236}">
                <a16:creationId xmlns:a16="http://schemas.microsoft.com/office/drawing/2014/main" id="{3D5AAC42-935B-0E18-6CAC-AB1A022B59F1}"/>
              </a:ext>
            </a:extLst>
          </p:cNvPr>
          <p:cNvSpPr>
            <a:spLocks noGrp="1"/>
          </p:cNvSpPr>
          <p:nvPr>
            <p:ph type="body" sz="quarter" idx="13" hasCustomPrompt="1"/>
          </p:nvPr>
        </p:nvSpPr>
        <p:spPr>
          <a:xfrm>
            <a:off x="341756" y="2781300"/>
            <a:ext cx="22936200" cy="584776"/>
          </a:xfrm>
        </p:spPr>
        <p:txBody>
          <a:bodyPr/>
          <a:lstStyle>
            <a:lvl1pPr marL="0" indent="0">
              <a:buNone/>
              <a:defRPr sz="3800" b="1"/>
            </a:lvl1pPr>
            <a:lvl2pPr marL="566736" indent="0">
              <a:buNone/>
              <a:defRPr/>
            </a:lvl2pPr>
          </a:lstStyle>
          <a:p>
            <a:r>
              <a:rPr lang="en-US"/>
              <a:t>Subtitle or callout if needed, all titles and subtitles are sentence case </a:t>
            </a:r>
          </a:p>
        </p:txBody>
      </p:sp>
    </p:spTree>
    <p:extLst>
      <p:ext uri="{BB962C8B-B14F-4D97-AF65-F5344CB8AC3E}">
        <p14:creationId xmlns:p14="http://schemas.microsoft.com/office/powerpoint/2010/main" val="1605770504"/>
      </p:ext>
    </p:extLst>
  </p:cSld>
  <p:clrMapOvr>
    <a:masterClrMapping/>
  </p:clrMapOvr>
</p:sldLayout>
</file>

<file path=ppt/slideLayouts/slideLayout114.xml><?xml version="1.0" encoding="utf-8"?>
<p:sldLayout xmlns:a="http://schemas.openxmlformats.org/drawingml/2006/main" xmlns:r="http://schemas.openxmlformats.org/officeDocument/2006/relationships" xmlns:p="http://schemas.openxmlformats.org/presentationml/2006/main" showMasterSp="0" preserve="1" userDrawn="1">
  <p:cSld name="Title Only">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7F38F25E-FF38-834D-521D-D61E09DDD2AB}"/>
              </a:ext>
            </a:extLst>
          </p:cNvPr>
          <p:cNvGrpSpPr/>
          <p:nvPr userDrawn="1"/>
        </p:nvGrpSpPr>
        <p:grpSpPr>
          <a:xfrm>
            <a:off x="1" y="-4805"/>
            <a:ext cx="25334686" cy="2199366"/>
            <a:chOff x="0" y="-2403"/>
            <a:chExt cx="12667343" cy="1099683"/>
          </a:xfrm>
        </p:grpSpPr>
        <p:sp>
          <p:nvSpPr>
            <p:cNvPr id="7" name="Rectangle 6">
              <a:extLst>
                <a:ext uri="{FF2B5EF4-FFF2-40B4-BE49-F238E27FC236}">
                  <a16:creationId xmlns:a16="http://schemas.microsoft.com/office/drawing/2014/main" id="{7051444A-8DCA-DDB2-763E-349707F988F2}"/>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10" name="Picture 9">
              <a:extLst>
                <a:ext uri="{FF2B5EF4-FFF2-40B4-BE49-F238E27FC236}">
                  <a16:creationId xmlns:a16="http://schemas.microsoft.com/office/drawing/2014/main" id="{528A3E14-429A-2111-9034-26AFC851FE02}"/>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150"/>
          </a:xfrm>
        </p:spPr>
        <p:txBody>
          <a:body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769779906"/>
      </p:ext>
    </p:extLst>
  </p:cSld>
  <p:clrMapOvr>
    <a:masterClrMapping/>
  </p:clrMapOvr>
</p:sldLayout>
</file>

<file path=ppt/slideLayouts/slideLayout115.xml><?xml version="1.0" encoding="utf-8"?>
<p:sldLayout xmlns:a="http://schemas.openxmlformats.org/drawingml/2006/main" xmlns:r="http://schemas.openxmlformats.org/officeDocument/2006/relationships" xmlns:p="http://schemas.openxmlformats.org/presentationml/2006/main" showMasterSp="0" preserve="1" userDrawn="1">
  <p:cSld name="Title Only_2 lin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BBF274A9-9392-1E6D-7D16-896285565278}"/>
              </a:ext>
            </a:extLst>
          </p:cNvPr>
          <p:cNvSpPr/>
          <p:nvPr userDrawn="1"/>
        </p:nvSpPr>
        <p:spPr>
          <a:xfrm>
            <a:off x="0" y="0"/>
            <a:ext cx="24384000" cy="308008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4" name="Picture 3">
            <a:extLst>
              <a:ext uri="{FF2B5EF4-FFF2-40B4-BE49-F238E27FC236}">
                <a16:creationId xmlns:a16="http://schemas.microsoft.com/office/drawing/2014/main" id="{4F67146D-3C58-F6B2-201A-B16919DBC4A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8203113" y="-16457"/>
            <a:ext cx="17160602" cy="3096542"/>
          </a:xfrm>
          <a:prstGeom prst="rect">
            <a:avLst/>
          </a:prstGeom>
        </p:spPr>
      </p:pic>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150"/>
          </a:xfrm>
        </p:spPr>
        <p:txBody>
          <a:body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771677549"/>
      </p:ext>
    </p:extLst>
  </p:cSld>
  <p:clrMapOvr>
    <a:masterClrMapping/>
  </p:clrMapOvr>
</p:sldLayout>
</file>

<file path=ppt/slideLayouts/slideLayout116.xml><?xml version="1.0" encoding="utf-8"?>
<p:sldLayout xmlns:a="http://schemas.openxmlformats.org/drawingml/2006/main" xmlns:r="http://schemas.openxmlformats.org/officeDocument/2006/relationships" xmlns:p="http://schemas.openxmlformats.org/presentationml/2006/main" showMasterSp="0" preserve="1" userDrawn="1">
  <p:cSld name="Blank">
    <p:spTree>
      <p:nvGrpSpPr>
        <p:cNvPr id="1" name=""/>
        <p:cNvGrpSpPr/>
        <p:nvPr/>
      </p:nvGrpSpPr>
      <p:grpSpPr>
        <a:xfrm>
          <a:off x="0" y="0"/>
          <a:ext cx="0" cy="0"/>
          <a:chOff x="0" y="0"/>
          <a:chExt cx="0" cy="0"/>
        </a:xfrm>
      </p:grpSpPr>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967311103"/>
      </p:ext>
    </p:extLst>
  </p:cSld>
  <p:clrMapOvr>
    <a:masterClrMapping/>
  </p:clrMapOvr>
</p:sldLayout>
</file>

<file path=ppt/slideLayouts/slideLayout117.xml><?xml version="1.0" encoding="utf-8"?>
<p:sldLayout xmlns:a="http://schemas.openxmlformats.org/drawingml/2006/main" xmlns:r="http://schemas.openxmlformats.org/officeDocument/2006/relationships" xmlns:p="http://schemas.openxmlformats.org/presentationml/2006/main" preserve="1" userDrawn="1">
  <p:cSld name="Single Column">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5"/>
            <a:ext cx="17160240" cy="3488134"/>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10728346" cy="968086"/>
          </a:xfrm>
        </p:spPr>
        <p:txBody>
          <a:bodyPr wrap="square">
            <a:spAutoFit/>
          </a:bodyPr>
          <a:lstStyle/>
          <a:p>
            <a:r>
              <a:rPr lang="en-US"/>
              <a:t>Click to edit Master title style</a:t>
            </a:r>
          </a:p>
        </p:txBody>
      </p:sp>
      <p:sp>
        <p:nvSpPr>
          <p:cNvPr id="8" name="Footer Placeholder 4">
            <a:extLst>
              <a:ext uri="{FF2B5EF4-FFF2-40B4-BE49-F238E27FC236}">
                <a16:creationId xmlns:a16="http://schemas.microsoft.com/office/drawing/2014/main" id="{7D4F1EC5-6BB8-4049-A825-325656113ED2}"/>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E7854F2A-2BBB-9446-B185-6215C140A16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582204899"/>
      </p:ext>
    </p:extLst>
  </p:cSld>
  <p:clrMapOvr>
    <a:masterClrMapping/>
  </p:clrMapOvr>
</p:sldLayout>
</file>

<file path=ppt/slideLayouts/slideLayout118.xml><?xml version="1.0" encoding="utf-8"?>
<p:sldLayout xmlns:a="http://schemas.openxmlformats.org/drawingml/2006/main" xmlns:r="http://schemas.openxmlformats.org/officeDocument/2006/relationships" xmlns:p="http://schemas.openxmlformats.org/presentationml/2006/main" preserve="1" userDrawn="1">
  <p:cSld name="Double Column">
    <p:spTree>
      <p:nvGrpSpPr>
        <p:cNvPr id="1" name=""/>
        <p:cNvGrpSpPr/>
        <p:nvPr/>
      </p:nvGrpSpPr>
      <p:grpSpPr>
        <a:xfrm>
          <a:off x="0" y="0"/>
          <a:ext cx="0" cy="0"/>
          <a:chOff x="0" y="0"/>
          <a:chExt cx="0" cy="0"/>
        </a:xfrm>
      </p:grpSpPr>
      <p:sp>
        <p:nvSpPr>
          <p:cNvPr id="8" name="Text Placeholder 2">
            <a:extLst>
              <a:ext uri="{FF2B5EF4-FFF2-40B4-BE49-F238E27FC236}">
                <a16:creationId xmlns:a16="http://schemas.microsoft.com/office/drawing/2014/main" id="{A08EE2D0-C5F7-40AF-BD24-47EFB4DD9E34}"/>
              </a:ext>
            </a:extLst>
          </p:cNvPr>
          <p:cNvSpPr>
            <a:spLocks noGrp="1"/>
          </p:cNvSpPr>
          <p:nvPr>
            <p:ph idx="1"/>
          </p:nvPr>
        </p:nvSpPr>
        <p:spPr>
          <a:xfrm>
            <a:off x="16059154" y="2777165"/>
            <a:ext cx="7600948" cy="3488134"/>
          </a:xfrm>
          <a:prstGeom prst="rect">
            <a:avLst/>
          </a:prstGeom>
        </p:spPr>
        <p:txBody>
          <a:bodyPr vert="horz"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5"/>
            <a:ext cx="7315200" cy="3488134"/>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5800" y="2777164"/>
            <a:ext cx="5468112" cy="2339102"/>
          </a:xfrm>
        </p:spPr>
        <p:txBody>
          <a:bodyPr vert="horz" lIns="0" tIns="0" rIns="0" bIns="0" rtlCol="0">
            <a:spAutoFit/>
          </a:bodyPr>
          <a:lstStyle>
            <a:lvl1pPr>
              <a:defRPr lang="en-US" sz="3800" dirty="0">
                <a:ln w="3175">
                  <a:noFill/>
                </a:ln>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9E8E5F5F-E11E-C44F-B488-CB35674682B5}"/>
              </a:ext>
            </a:extLst>
          </p:cNvPr>
          <p:cNvSpPr>
            <a:spLocks noGrp="1"/>
          </p:cNvSpPr>
          <p:nvPr>
            <p:ph type="title"/>
          </p:nvPr>
        </p:nvSpPr>
        <p:spPr/>
        <p:txBody>
          <a:bodyPr>
            <a:spAutoFit/>
          </a:bodyPr>
          <a:lstStyle>
            <a:lvl1pPr>
              <a:defRPr/>
            </a:lvl1pPr>
          </a:lstStyle>
          <a:p>
            <a:r>
              <a:rPr lang="en-US"/>
              <a:t>Click to edit Master title style</a:t>
            </a:r>
          </a:p>
        </p:txBody>
      </p:sp>
      <p:sp>
        <p:nvSpPr>
          <p:cNvPr id="11" name="Footer Placeholder 4">
            <a:extLst>
              <a:ext uri="{FF2B5EF4-FFF2-40B4-BE49-F238E27FC236}">
                <a16:creationId xmlns:a16="http://schemas.microsoft.com/office/drawing/2014/main" id="{BD398495-5CA8-A54C-9A38-9431C227BC1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2" name="Slide Number Placeholder 5">
            <a:extLst>
              <a:ext uri="{FF2B5EF4-FFF2-40B4-BE49-F238E27FC236}">
                <a16:creationId xmlns:a16="http://schemas.microsoft.com/office/drawing/2014/main" id="{A111FE5C-B17D-C948-BFCC-6ED5E14CB16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cxnSp>
        <p:nvCxnSpPr>
          <p:cNvPr id="10" name="Straight Connector 9">
            <a:extLst>
              <a:ext uri="{FF2B5EF4-FFF2-40B4-BE49-F238E27FC236}">
                <a16:creationId xmlns:a16="http://schemas.microsoft.com/office/drawing/2014/main" id="{A44C8227-D505-9341-8E5C-224832E8A51F}"/>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5515428"/>
      </p:ext>
    </p:extLst>
  </p:cSld>
  <p:clrMapOvr>
    <a:masterClrMapping/>
  </p:clrMapOvr>
</p:sldLayout>
</file>

<file path=ppt/slideLayouts/slideLayout119.xml><?xml version="1.0" encoding="utf-8"?>
<p:sldLayout xmlns:a="http://schemas.openxmlformats.org/drawingml/2006/main" xmlns:r="http://schemas.openxmlformats.org/officeDocument/2006/relationships" xmlns:p="http://schemas.openxmlformats.org/presentationml/2006/main" preserve="1" userDrawn="1">
  <p:cSld name="Chart Slide">
    <p:spTree>
      <p:nvGrpSpPr>
        <p:cNvPr id="1" name=""/>
        <p:cNvGrpSpPr/>
        <p:nvPr/>
      </p:nvGrpSpPr>
      <p:grpSpPr>
        <a:xfrm>
          <a:off x="0" y="0"/>
          <a:ext cx="0" cy="0"/>
          <a:chOff x="0" y="0"/>
          <a:chExt cx="0" cy="0"/>
        </a:xfrm>
      </p:grpSpPr>
      <p:sp>
        <p:nvSpPr>
          <p:cNvPr id="6" name="Chart Placeholder 5">
            <a:extLst>
              <a:ext uri="{FF2B5EF4-FFF2-40B4-BE49-F238E27FC236}">
                <a16:creationId xmlns:a16="http://schemas.microsoft.com/office/drawing/2014/main" id="{D15CAE43-FFC5-5941-A364-DB8503717B41}"/>
              </a:ext>
            </a:extLst>
          </p:cNvPr>
          <p:cNvSpPr>
            <a:spLocks noGrp="1"/>
          </p:cNvSpPr>
          <p:nvPr>
            <p:ph type="chart" sz="quarter" idx="14"/>
          </p:nvPr>
        </p:nvSpPr>
        <p:spPr>
          <a:xfrm>
            <a:off x="6454140" y="7086755"/>
            <a:ext cx="17183100" cy="553998"/>
          </a:xfrm>
        </p:spPr>
        <p:txBody>
          <a:bodyPr>
            <a:spAutoFit/>
          </a:bodyPr>
          <a:lstStyle/>
          <a:p>
            <a:r>
              <a:rPr lang="en-US"/>
              <a:t>Click icon to add chart</a:t>
            </a:r>
          </a:p>
        </p:txBody>
      </p:sp>
      <p:sp>
        <p:nvSpPr>
          <p:cNvPr id="5" name="Title 4">
            <a:extLst>
              <a:ext uri="{FF2B5EF4-FFF2-40B4-BE49-F238E27FC236}">
                <a16:creationId xmlns:a16="http://schemas.microsoft.com/office/drawing/2014/main" id="{1A166DE4-81E7-7D4A-A206-F89CC138B7CD}"/>
              </a:ext>
            </a:extLst>
          </p:cNvPr>
          <p:cNvSpPr>
            <a:spLocks noGrp="1"/>
          </p:cNvSpPr>
          <p:nvPr>
            <p:ph type="title" hasCustomPrompt="1"/>
          </p:nvPr>
        </p:nvSpPr>
        <p:spPr>
          <a:xfrm>
            <a:off x="668995" y="537179"/>
            <a:ext cx="5466338" cy="968086"/>
          </a:xfrm>
        </p:spPr>
        <p:txBody>
          <a:bodyPr>
            <a:spAutoFit/>
          </a:bodyPr>
          <a:lstStyle/>
          <a:p>
            <a:r>
              <a:rPr lang="en-US"/>
              <a:t>Chart Slide</a:t>
            </a:r>
          </a:p>
        </p:txBody>
      </p:sp>
      <p:sp>
        <p:nvSpPr>
          <p:cNvPr id="12" name="Text Placeholder 8">
            <a:extLst>
              <a:ext uri="{FF2B5EF4-FFF2-40B4-BE49-F238E27FC236}">
                <a16:creationId xmlns:a16="http://schemas.microsoft.com/office/drawing/2014/main" id="{02EECDEE-456F-4A15-A4FE-4CA2F60E0059}"/>
              </a:ext>
            </a:extLst>
          </p:cNvPr>
          <p:cNvSpPr>
            <a:spLocks noGrp="1"/>
          </p:cNvSpPr>
          <p:nvPr>
            <p:ph type="body" sz="quarter" idx="13" hasCustomPrompt="1"/>
          </p:nvPr>
        </p:nvSpPr>
        <p:spPr>
          <a:xfrm>
            <a:off x="688972" y="2777165"/>
            <a:ext cx="5468112"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6">
            <a:extLst>
              <a:ext uri="{FF2B5EF4-FFF2-40B4-BE49-F238E27FC236}">
                <a16:creationId xmlns:a16="http://schemas.microsoft.com/office/drawing/2014/main" id="{0DE29CAF-37DB-469A-A4BC-F015B5D92449}"/>
              </a:ext>
            </a:extLst>
          </p:cNvPr>
          <p:cNvSpPr>
            <a:spLocks noGrp="1"/>
          </p:cNvSpPr>
          <p:nvPr>
            <p:ph type="body" sz="quarter" idx="15"/>
          </p:nvPr>
        </p:nvSpPr>
        <p:spPr>
          <a:xfrm>
            <a:off x="6477000" y="2777164"/>
            <a:ext cx="17160240" cy="3488134"/>
          </a:xfrm>
        </p:spPr>
        <p:txBody>
          <a:bodyPr lIns="18288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8" name="Footer Placeholder 4">
            <a:extLst>
              <a:ext uri="{FF2B5EF4-FFF2-40B4-BE49-F238E27FC236}">
                <a16:creationId xmlns:a16="http://schemas.microsoft.com/office/drawing/2014/main" id="{6814554E-586D-8349-951F-737144ECEFFB}"/>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AED0D651-E967-D846-AE30-12C061B6AD3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cxnSp>
        <p:nvCxnSpPr>
          <p:cNvPr id="11" name="Straight Connector 10">
            <a:extLst>
              <a:ext uri="{FF2B5EF4-FFF2-40B4-BE49-F238E27FC236}">
                <a16:creationId xmlns:a16="http://schemas.microsoft.com/office/drawing/2014/main" id="{675D0394-D778-4C4A-B92A-6E09A7B88B9A}"/>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81498644"/>
      </p:ext>
    </p:extLst>
  </p:cSld>
  <p:clrMapOvr>
    <a:masterClrMapping/>
  </p:clrMapOvr>
</p:sldLayout>
</file>

<file path=ppt/slideLayouts/slideLayout120.xml><?xml version="1.0" encoding="utf-8"?>
<p:sldLayout xmlns:a="http://schemas.openxmlformats.org/drawingml/2006/main" xmlns:r="http://schemas.openxmlformats.org/officeDocument/2006/relationships" xmlns:p="http://schemas.openxmlformats.org/presentationml/2006/main" preserve="1" userDrawn="1">
  <p:cSld name="Table Slid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4"/>
            <a:ext cx="17160240" cy="3488134"/>
          </a:xfrm>
        </p:spPr>
        <p:txBody>
          <a:bodyPr lIns="18288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5" name="Title 4">
            <a:extLst>
              <a:ext uri="{FF2B5EF4-FFF2-40B4-BE49-F238E27FC236}">
                <a16:creationId xmlns:a16="http://schemas.microsoft.com/office/drawing/2014/main" id="{D0602A0A-DA97-1949-83C0-5E92A6974F6F}"/>
              </a:ext>
            </a:extLst>
          </p:cNvPr>
          <p:cNvSpPr>
            <a:spLocks noGrp="1"/>
          </p:cNvSpPr>
          <p:nvPr>
            <p:ph type="title" hasCustomPrompt="1"/>
          </p:nvPr>
        </p:nvSpPr>
        <p:spPr>
          <a:xfrm>
            <a:off x="668995" y="537179"/>
            <a:ext cx="5466338" cy="968086"/>
          </a:xfrm>
        </p:spPr>
        <p:txBody>
          <a:bodyPr>
            <a:spAutoFit/>
          </a:bodyPr>
          <a:lstStyle/>
          <a:p>
            <a:r>
              <a:rPr lang="en-US"/>
              <a:t>Table Slide</a:t>
            </a:r>
          </a:p>
        </p:txBody>
      </p:sp>
      <p:sp>
        <p:nvSpPr>
          <p:cNvPr id="10" name="Text Placeholder 8">
            <a:extLst>
              <a:ext uri="{FF2B5EF4-FFF2-40B4-BE49-F238E27FC236}">
                <a16:creationId xmlns:a16="http://schemas.microsoft.com/office/drawing/2014/main" id="{FD34CAF5-D592-42FD-80B2-8B57E60C9A88}"/>
              </a:ext>
            </a:extLst>
          </p:cNvPr>
          <p:cNvSpPr>
            <a:spLocks noGrp="1"/>
          </p:cNvSpPr>
          <p:nvPr>
            <p:ph type="body" sz="quarter" idx="13" hasCustomPrompt="1"/>
          </p:nvPr>
        </p:nvSpPr>
        <p:spPr>
          <a:xfrm>
            <a:off x="688972" y="2777165"/>
            <a:ext cx="5468112"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8" name="Footer Placeholder 4">
            <a:extLst>
              <a:ext uri="{FF2B5EF4-FFF2-40B4-BE49-F238E27FC236}">
                <a16:creationId xmlns:a16="http://schemas.microsoft.com/office/drawing/2014/main" id="{D53B314B-9934-844F-8E14-6C502D2AE42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3CFD438D-CA4D-3A43-9B82-E14EC033B7C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378813440"/>
      </p:ext>
    </p:extLst>
  </p:cSld>
  <p:clrMapOvr>
    <a:masterClrMapping/>
  </p:clrMapOvr>
</p:sldLayout>
</file>

<file path=ppt/slideLayouts/slideLayout121.xml><?xml version="1.0" encoding="utf-8"?>
<p:sldLayout xmlns:a="http://schemas.openxmlformats.org/drawingml/2006/main" xmlns:r="http://schemas.openxmlformats.org/officeDocument/2006/relationships" xmlns:p="http://schemas.openxmlformats.org/presentationml/2006/main" showMasterSp="0" preserve="1" userDrawn="1">
  <p:cSld name="Wide Layout Single Column">
    <p:spTree>
      <p:nvGrpSpPr>
        <p:cNvPr id="1" name=""/>
        <p:cNvGrpSpPr/>
        <p:nvPr/>
      </p:nvGrpSpPr>
      <p:grpSpPr>
        <a:xfrm>
          <a:off x="0" y="0"/>
          <a:ext cx="0" cy="0"/>
          <a:chOff x="0" y="0"/>
          <a:chExt cx="0" cy="0"/>
        </a:xfrm>
      </p:grpSpPr>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6724559"/>
            <a:ext cx="7183198" cy="1754326"/>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6"/>
            <a:ext cx="7217706" cy="2017604"/>
          </a:xfrm>
        </p:spPr>
        <p:txBody>
          <a:bodyPr>
            <a:spAutoFit/>
          </a:bodyPr>
          <a:lstStyle>
            <a:lvl1pPr>
              <a:defRPr>
                <a:solidFill>
                  <a:schemeClr val="tx1"/>
                </a:solidFill>
              </a:defRPr>
            </a:lvl1pPr>
          </a:lstStyle>
          <a:p>
            <a:r>
              <a:rPr lang="en-US"/>
              <a:t>Click to edit Master title style</a:t>
            </a:r>
          </a:p>
        </p:txBody>
      </p:sp>
      <p:cxnSp>
        <p:nvCxnSpPr>
          <p:cNvPr id="8" name="Straight Connector 7">
            <a:extLst>
              <a:ext uri="{FF2B5EF4-FFF2-40B4-BE49-F238E27FC236}">
                <a16:creationId xmlns:a16="http://schemas.microsoft.com/office/drawing/2014/main" id="{F957024A-18DC-E948-83FF-954BAEFA54C4}"/>
              </a:ext>
            </a:extLst>
          </p:cNvPr>
          <p:cNvCxnSpPr>
            <a:cxnSpLocks/>
          </p:cNvCxnSpPr>
          <p:nvPr userDrawn="1"/>
        </p:nvCxnSpPr>
        <p:spPr>
          <a:xfrm>
            <a:off x="8382000" y="0"/>
            <a:ext cx="0" cy="13716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11" name="Text Placeholder 2">
            <a:extLst>
              <a:ext uri="{FF2B5EF4-FFF2-40B4-BE49-F238E27FC236}">
                <a16:creationId xmlns:a16="http://schemas.microsoft.com/office/drawing/2014/main" id="{9F9C88D5-EA56-4ED2-8CB6-44F2BBA4023F}"/>
              </a:ext>
            </a:extLst>
          </p:cNvPr>
          <p:cNvSpPr>
            <a:spLocks noGrp="1"/>
          </p:cNvSpPr>
          <p:nvPr>
            <p:ph idx="1"/>
          </p:nvPr>
        </p:nvSpPr>
        <p:spPr>
          <a:xfrm>
            <a:off x="8382000" y="624971"/>
            <a:ext cx="15255604" cy="3488134"/>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BD6CB0B8-ED09-5144-8406-07EDCA221F9D}"/>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2AD6F17-DC4F-CE4D-A30F-37972705D1EB}"/>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5F1A3402-461B-144B-A624-EADA6F4A5FE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139695277"/>
      </p:ext>
    </p:extLst>
  </p:cSld>
  <p:clrMapOvr>
    <a:masterClrMapping/>
  </p:clrMapOvr>
</p:sldLayout>
</file>

<file path=ppt/slideLayouts/slideLayout122.xml><?xml version="1.0" encoding="utf-8"?>
<p:sldLayout xmlns:a="http://schemas.openxmlformats.org/drawingml/2006/main" xmlns:r="http://schemas.openxmlformats.org/officeDocument/2006/relationships" xmlns:p="http://schemas.openxmlformats.org/presentationml/2006/main" showMasterSp="0" preserve="1" userDrawn="1">
  <p:cSld name="Image Slide 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smtClean="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spAutoFit/>
          </a:bodyPr>
          <a:lstStyle>
            <a:lvl1pPr>
              <a:defRPr>
                <a:solidFill>
                  <a:schemeClr val="tx1"/>
                </a:solidFill>
              </a:defRPr>
            </a:lvl1pPr>
          </a:lstStyle>
          <a:p>
            <a:r>
              <a:rPr lang="en-US"/>
              <a:t>Click to edit Master title style</a:t>
            </a:r>
          </a:p>
        </p:txBody>
      </p:sp>
      <p:sp>
        <p:nvSpPr>
          <p:cNvPr id="11" name="Text Placeholder 8">
            <a:extLst>
              <a:ext uri="{FF2B5EF4-FFF2-40B4-BE49-F238E27FC236}">
                <a16:creationId xmlns:a16="http://schemas.microsoft.com/office/drawing/2014/main" id="{08C770D2-29E4-4980-89B5-2CADCAA9838F}"/>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1201D0FE-A135-6A46-ABB9-BBF42B08B05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A428A25E-B962-BD41-AC5A-2B7F8C365999}"/>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0" name="Slide Number Placeholder 5">
            <a:extLst>
              <a:ext uri="{FF2B5EF4-FFF2-40B4-BE49-F238E27FC236}">
                <a16:creationId xmlns:a16="http://schemas.microsoft.com/office/drawing/2014/main" id="{5A8BC5D7-A295-2344-8AAD-7A638D124615}"/>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084894512"/>
      </p:ext>
    </p:extLst>
  </p:cSld>
  <p:clrMapOvr>
    <a:masterClrMapping/>
  </p:clrMapOvr>
</p:sldLayout>
</file>

<file path=ppt/slideLayouts/slideLayout123.xml><?xml version="1.0" encoding="utf-8"?>
<p:sldLayout xmlns:a="http://schemas.openxmlformats.org/drawingml/2006/main" xmlns:r="http://schemas.openxmlformats.org/officeDocument/2006/relationships" xmlns:p="http://schemas.openxmlformats.org/presentationml/2006/main" showMasterSp="0" preserve="1" userDrawn="1">
  <p:cSld name="Image Slide 2">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spAutoFit/>
          </a:bodyPr>
          <a:lstStyle>
            <a:lvl1pPr>
              <a:defRPr>
                <a:solidFill>
                  <a:schemeClr val="tx1"/>
                </a:solidFill>
              </a:defRPr>
            </a:lvl1pPr>
          </a:lstStyle>
          <a:p>
            <a:r>
              <a:rPr lang="en-US"/>
              <a:t>Click to edit Master title style</a:t>
            </a:r>
          </a:p>
        </p:txBody>
      </p:sp>
      <p:sp>
        <p:nvSpPr>
          <p:cNvPr id="11" name="Text Placeholder 8">
            <a:extLst>
              <a:ext uri="{FF2B5EF4-FFF2-40B4-BE49-F238E27FC236}">
                <a16:creationId xmlns:a16="http://schemas.microsoft.com/office/drawing/2014/main" id="{D6F74E0A-AB80-4D15-9EF8-AC6BAA371DF2}"/>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2">
            <a:extLst>
              <a:ext uri="{FF2B5EF4-FFF2-40B4-BE49-F238E27FC236}">
                <a16:creationId xmlns:a16="http://schemas.microsoft.com/office/drawing/2014/main" id="{FD053F94-CE8F-4987-AA33-DA71ADDB4BC1}"/>
              </a:ext>
            </a:extLst>
          </p:cNvPr>
          <p:cNvSpPr>
            <a:spLocks noGrp="1"/>
          </p:cNvSpPr>
          <p:nvPr>
            <p:ph idx="1"/>
          </p:nvPr>
        </p:nvSpPr>
        <p:spPr>
          <a:xfrm>
            <a:off x="17945102" y="624970"/>
            <a:ext cx="5715000" cy="4042132"/>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2D21F748-F78B-AA44-87E0-992F504FBC08}"/>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69668EDE-1295-9546-ABA0-27E4B7F5041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361D0353-9518-CE4F-AEC9-0A3AD47D4590}"/>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42399750"/>
      </p:ext>
    </p:extLst>
  </p:cSld>
  <p:clrMapOvr>
    <a:masterClrMapping/>
  </p:clrMapOvr>
</p:sldLayout>
</file>

<file path=ppt/slideLayouts/slideLayout124.xml><?xml version="1.0" encoding="utf-8"?>
<p:sldLayout xmlns:a="http://schemas.openxmlformats.org/drawingml/2006/main" xmlns:r="http://schemas.openxmlformats.org/officeDocument/2006/relationships" xmlns:p="http://schemas.openxmlformats.org/presentationml/2006/main" showMasterSp="0" preserve="1" userDrawn="1">
  <p:cSld name="Image Slide 3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lstStyle>
            <a:lvl1pPr>
              <a:defRPr>
                <a:solidFill>
                  <a:schemeClr val="tx1"/>
                </a:solidFill>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5"/>
            <a:ext cx="11115598" cy="3488134"/>
          </a:xfrm>
        </p:spPr>
        <p:txBody>
          <a:bodyPr lIns="0">
            <a:spAutoFit/>
          </a:bodyPr>
          <a:lstStyle>
            <a:lvl1pPr>
              <a:defRPr/>
            </a:lvl1pPr>
            <a:lvl2pPr>
              <a:defRPr/>
            </a:lvl2pPr>
            <a:lvl3pPr>
              <a:defRPr/>
            </a:lvl3pPr>
            <a:lvl4pPr>
              <a:defRPr/>
            </a:lvl4pPr>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9" name="Graphic 8">
            <a:extLst>
              <a:ext uri="{FF2B5EF4-FFF2-40B4-BE49-F238E27FC236}">
                <a16:creationId xmlns:a16="http://schemas.microsoft.com/office/drawing/2014/main" id="{59F508EA-9B74-CF42-99A9-ABCDB2E9903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35545590-189E-BE41-BDD7-DCC3999A6EDF}"/>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1D0045EB-86A1-6D46-873D-E4EC1E9D359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225415832"/>
      </p:ext>
    </p:extLst>
  </p:cSld>
  <p:clrMapOvr>
    <a:masterClrMapping/>
  </p:clrMapOvr>
</p:sldLayout>
</file>

<file path=ppt/slideLayouts/slideLayout125.xml><?xml version="1.0" encoding="utf-8"?>
<p:sldLayout xmlns:a="http://schemas.openxmlformats.org/drawingml/2006/main" xmlns:r="http://schemas.openxmlformats.org/officeDocument/2006/relationships" xmlns:p="http://schemas.openxmlformats.org/presentationml/2006/main" showMasterSp="0" preserve="1" userDrawn="1">
  <p:cSld name="Image Slide 3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solidFill>
                  <a:schemeClr val="tx1"/>
                </a:solidFill>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7"/>
            <a:ext cx="11115598" cy="3488134"/>
          </a:xfrm>
        </p:spPr>
        <p:txBody>
          <a:bodyPr lIns="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8">
            <a:extLst>
              <a:ext uri="{FF2B5EF4-FFF2-40B4-BE49-F238E27FC236}">
                <a16:creationId xmlns:a16="http://schemas.microsoft.com/office/drawing/2014/main" id="{7E2CAB91-DDF9-42DE-8B4B-CC01A9F5884C}"/>
              </a:ext>
            </a:extLst>
          </p:cNvPr>
          <p:cNvSpPr>
            <a:spLocks noGrp="1"/>
          </p:cNvSpPr>
          <p:nvPr>
            <p:ph type="body" sz="quarter" idx="13" hasCustomPrompt="1"/>
          </p:nvPr>
        </p:nvSpPr>
        <p:spPr>
          <a:xfrm>
            <a:off x="688979" y="1752605"/>
            <a:ext cx="11122026" cy="1169550"/>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9C7DEFAB-97E6-284D-BD67-FB08386B5E6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2DA1221E-A67C-744E-9C4B-331BEF727F33}"/>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D46CF78B-534F-E345-BE6A-BED63A26C73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248045987"/>
      </p:ext>
    </p:extLst>
  </p:cSld>
  <p:clrMapOvr>
    <a:masterClrMapping/>
  </p:clrMapOvr>
</p:sldLayout>
</file>

<file path=ppt/slideLayouts/slideLayout126.xml><?xml version="1.0" encoding="utf-8"?>
<p:sldLayout xmlns:a="http://schemas.openxmlformats.org/drawingml/2006/main" xmlns:r="http://schemas.openxmlformats.org/officeDocument/2006/relationships" xmlns:p="http://schemas.openxmlformats.org/presentationml/2006/main" showMasterSp="0" preserve="1" userDrawn="1">
  <p:cSld name="1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sz="3600">
                <a:solidFill>
                  <a:schemeClr val="tx1"/>
                </a:solidFill>
              </a:rPr>
              <a:t>Click icon in the center of the slide to add picture</a:t>
            </a:r>
            <a:endParaRPr lang="en-US"/>
          </a:p>
        </p:txBody>
      </p:sp>
      <p:sp>
        <p:nvSpPr>
          <p:cNvPr id="8" name="Text Placeholder 2">
            <a:extLst>
              <a:ext uri="{FF2B5EF4-FFF2-40B4-BE49-F238E27FC236}">
                <a16:creationId xmlns:a16="http://schemas.microsoft.com/office/drawing/2014/main" id="{DE3845FB-10F7-4C99-A1E5-CEB253E259A7}"/>
              </a:ext>
            </a:extLst>
          </p:cNvPr>
          <p:cNvSpPr>
            <a:spLocks noGrp="1"/>
          </p:cNvSpPr>
          <p:nvPr>
            <p:ph idx="1"/>
          </p:nvPr>
        </p:nvSpPr>
        <p:spPr>
          <a:xfrm>
            <a:off x="6477003" y="4800600"/>
            <a:ext cx="5714998" cy="4114800"/>
          </a:xfrm>
          <a:prstGeom prst="rect">
            <a:avLst/>
          </a:prstGeom>
          <a:solidFill>
            <a:schemeClr val="bg1"/>
          </a:solidFill>
        </p:spPr>
        <p:txBody>
          <a:bodyPr vert="horz" lIns="182880" tIns="137160" rIns="18288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bg1"/>
          </a:solidFill>
          <a:ln w="12700">
            <a:noFill/>
          </a:ln>
        </p:spPr>
        <p:txBody>
          <a:bodyPr vert="horz" lIns="182880" tIns="91440" rIns="182880" bIns="155448" rtlCol="0" anchor="t" anchorCtr="0">
            <a:noAutofit/>
          </a:bodyPr>
          <a:lstStyle>
            <a:lvl1pPr>
              <a:defRPr lang="en-US" dirty="0">
                <a:ln w="9525">
                  <a:noFill/>
                </a:ln>
                <a:solidFill>
                  <a:schemeClr val="tx1"/>
                </a:solidFill>
              </a:defRPr>
            </a:lvl1pPr>
          </a:lstStyle>
          <a:p>
            <a:pPr marL="0" lvl="0" indent="0">
              <a:spcAft>
                <a:spcPts val="3000"/>
              </a:spcAft>
              <a:buFont typeface="Arial" panose="020B0604020202020204" pitchFamily="34" charset="0"/>
            </a:pPr>
            <a:r>
              <a:rPr lang="en-US"/>
              <a:t>Click to edit Master title style</a:t>
            </a:r>
          </a:p>
        </p:txBody>
      </p:sp>
      <p:sp>
        <p:nvSpPr>
          <p:cNvPr id="5" name="AutoShape 3">
            <a:extLst>
              <a:ext uri="{FF2B5EF4-FFF2-40B4-BE49-F238E27FC236}">
                <a16:creationId xmlns:a16="http://schemas.microsoft.com/office/drawing/2014/main" id="{69C2AE59-6CA1-45A7-8D89-5A2A716D8833}"/>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0" name="Graphic 9">
            <a:extLst>
              <a:ext uri="{FF2B5EF4-FFF2-40B4-BE49-F238E27FC236}">
                <a16:creationId xmlns:a16="http://schemas.microsoft.com/office/drawing/2014/main" id="{D97CAA73-BE46-614E-9C41-8AF7FB50184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A4D9BADF-324E-5B4F-A422-61F7145DA2D8}"/>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700835EC-3A47-8644-806F-A3840BA3472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719047920"/>
      </p:ext>
    </p:extLst>
  </p:cSld>
  <p:clrMapOvr>
    <a:masterClrMapping/>
  </p:clrMapOvr>
</p:sldLayout>
</file>

<file path=ppt/slideLayouts/slideLayout127.xml><?xml version="1.0" encoding="utf-8"?>
<p:sldLayout xmlns:a="http://schemas.openxmlformats.org/drawingml/2006/main" xmlns:r="http://schemas.openxmlformats.org/officeDocument/2006/relationships" xmlns:p="http://schemas.openxmlformats.org/presentationml/2006/main" showMasterSp="0" preserve="1" userDrawn="1">
  <p:cSld name="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pic>
        <p:nvPicPr>
          <p:cNvPr id="4" name="Picture 3">
            <a:extLst>
              <a:ext uri="{FF2B5EF4-FFF2-40B4-BE49-F238E27FC236}">
                <a16:creationId xmlns:a16="http://schemas.microsoft.com/office/drawing/2014/main" id="{DC3D7A00-2891-24B2-ED6C-5B28CC4847A3}"/>
              </a:ext>
            </a:extLst>
          </p:cNvPr>
          <p:cNvPicPr>
            <a:picLocks noChangeAspect="1"/>
          </p:cNvPicPr>
          <p:nvPr userDrawn="1"/>
        </p:nvPicPr>
        <p:blipFill>
          <a:blip r:embed="rId2"/>
          <a:stretch>
            <a:fillRect/>
          </a:stretch>
        </p:blipFill>
        <p:spPr>
          <a:xfrm>
            <a:off x="0" y="4419600"/>
            <a:ext cx="6477000" cy="9296400"/>
          </a:xfrm>
          <a:prstGeom prst="rect">
            <a:avLst/>
          </a:prstGeom>
        </p:spPr>
      </p:pic>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639856075"/>
      </p:ext>
    </p:extLst>
  </p:cSld>
  <p:clrMapOvr>
    <a:masterClrMapping/>
  </p:clrMapOvr>
</p:sldLayout>
</file>

<file path=ppt/slideLayouts/slideLayout128.xml><?xml version="1.0" encoding="utf-8"?>
<p:sldLayout xmlns:a="http://schemas.openxmlformats.org/drawingml/2006/main" xmlns:r="http://schemas.openxmlformats.org/officeDocument/2006/relationships" xmlns:p="http://schemas.openxmlformats.org/presentationml/2006/main" showMasterSp="0" preserve="1" userDrawn="1">
  <p:cSld name="1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4" name="Picture 3">
            <a:extLst>
              <a:ext uri="{FF2B5EF4-FFF2-40B4-BE49-F238E27FC236}">
                <a16:creationId xmlns:a16="http://schemas.microsoft.com/office/drawing/2014/main" id="{80CA3236-00EC-F44A-FE12-1CA61956F0E7}"/>
              </a:ext>
            </a:extLst>
          </p:cNvPr>
          <p:cNvPicPr>
            <a:picLocks noChangeAspect="1"/>
          </p:cNvPicPr>
          <p:nvPr userDrawn="1"/>
        </p:nvPicPr>
        <p:blipFill>
          <a:blip r:embed="rId3"/>
          <a:stretch>
            <a:fillRect/>
          </a:stretch>
        </p:blipFill>
        <p:spPr>
          <a:xfrm>
            <a:off x="0" y="9491472"/>
            <a:ext cx="6452388" cy="4224528"/>
          </a:xfrm>
          <a:prstGeom prst="rect">
            <a:avLst/>
          </a:prstGeom>
        </p:spPr>
      </p:pic>
    </p:spTree>
    <p:extLst>
      <p:ext uri="{BB962C8B-B14F-4D97-AF65-F5344CB8AC3E}">
        <p14:creationId xmlns:p14="http://schemas.microsoft.com/office/powerpoint/2010/main" val="549525902"/>
      </p:ext>
    </p:extLst>
  </p:cSld>
  <p:clrMapOvr>
    <a:masterClrMapping/>
  </p:clrMapOvr>
</p:sldLayout>
</file>

<file path=ppt/slideLayouts/slideLayout129.xml><?xml version="1.0" encoding="utf-8"?>
<p:sldLayout xmlns:a="http://schemas.openxmlformats.org/drawingml/2006/main" xmlns:r="http://schemas.openxmlformats.org/officeDocument/2006/relationships" xmlns:p="http://schemas.openxmlformats.org/presentationml/2006/main" showMasterSp="0" preserve="1" userDrawn="1">
  <p:cSld name="2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flipH="1">
            <a:off x="6477000" y="0"/>
            <a:ext cx="1790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pic>
        <p:nvPicPr>
          <p:cNvPr id="6" name="Picture 5">
            <a:extLst>
              <a:ext uri="{FF2B5EF4-FFF2-40B4-BE49-F238E27FC236}">
                <a16:creationId xmlns:a16="http://schemas.microsoft.com/office/drawing/2014/main" id="{33331F37-F452-DCB3-4411-C1A01ACA6086}"/>
              </a:ext>
            </a:extLst>
          </p:cNvPr>
          <p:cNvPicPr>
            <a:picLocks noChangeAspect="1"/>
          </p:cNvPicPr>
          <p:nvPr userDrawn="1"/>
        </p:nvPicPr>
        <p:blipFill>
          <a:blip r:embed="rId2"/>
          <a:stretch>
            <a:fillRect/>
          </a:stretch>
        </p:blipFill>
        <p:spPr>
          <a:xfrm>
            <a:off x="6477000" y="3505200"/>
            <a:ext cx="15595600" cy="1021080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tx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844650452"/>
      </p:ext>
    </p:extLst>
  </p:cSld>
  <p:clrMapOvr>
    <a:masterClrMapping/>
  </p:clrMapOvr>
</p:sldLayout>
</file>

<file path=ppt/slideLayouts/slideLayout130.xml><?xml version="1.0" encoding="utf-8"?>
<p:sldLayout xmlns:a="http://schemas.openxmlformats.org/drawingml/2006/main" xmlns:r="http://schemas.openxmlformats.org/officeDocument/2006/relationships" xmlns:p="http://schemas.openxmlformats.org/presentationml/2006/main" showMasterSp="0" preserve="1" userDrawn="1">
  <p:cSld name="Three Quarters Image Slide">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275A4A0-E19C-C4F8-98F8-140F87325D35}"/>
              </a:ext>
            </a:extLst>
          </p:cNvPr>
          <p:cNvPicPr>
            <a:picLocks noChangeAspect="1"/>
          </p:cNvPicPr>
          <p:nvPr userDrawn="1"/>
        </p:nvPicPr>
        <p:blipFill>
          <a:blip r:embed="rId2"/>
          <a:stretch>
            <a:fillRect/>
          </a:stretch>
        </p:blipFill>
        <p:spPr>
          <a:xfrm>
            <a:off x="1828801" y="1561559"/>
            <a:ext cx="4661586" cy="12154442"/>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spAutoFit/>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6ADF87FB-085E-4952-9CFB-477310A66959}"/>
              </a:ext>
            </a:extLst>
          </p:cNvPr>
          <p:cNvSpPr>
            <a:spLocks noGrp="1"/>
          </p:cNvSpPr>
          <p:nvPr>
            <p:ph type="body" sz="quarter" idx="13" hasCustomPrompt="1"/>
          </p:nvPr>
        </p:nvSpPr>
        <p:spPr>
          <a:xfrm>
            <a:off x="688976" y="3687499"/>
            <a:ext cx="3621768" cy="2923878"/>
          </a:xfrm>
        </p:spPr>
        <p:txBody>
          <a:bodyPr wrap="square"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35F2CBC9-A0AF-2443-B4F3-88F00DA34117}"/>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EA2D8B16-7E02-9445-B5E1-B56444A338A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58296D2F-477C-6447-A70C-6F56CD3959A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658698812"/>
      </p:ext>
    </p:extLst>
  </p:cSld>
  <p:clrMapOvr>
    <a:masterClrMapping/>
  </p:clrMapOvr>
</p:sldLayout>
</file>

<file path=ppt/slideLayouts/slideLayout131.xml><?xml version="1.0" encoding="utf-8"?>
<p:sldLayout xmlns:a="http://schemas.openxmlformats.org/drawingml/2006/main" xmlns:r="http://schemas.openxmlformats.org/officeDocument/2006/relationships" xmlns:p="http://schemas.openxmlformats.org/presentationml/2006/main" showMasterSp="0" preserve="1" userDrawn="1">
  <p:cSld name="1/2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24384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6" y="539496"/>
            <a:ext cx="5814964"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584776"/>
          </a:xfrm>
          <a:ln>
            <a:noFill/>
          </a:ln>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82481" y="7127210"/>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8405" y="7127210"/>
            <a:ext cx="521661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52406" y="7127210"/>
            <a:ext cx="521664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4</a:t>
            </a:r>
          </a:p>
        </p:txBody>
      </p:sp>
      <p:sp>
        <p:nvSpPr>
          <p:cNvPr id="17" name="Text Placeholder 6">
            <a:extLst>
              <a:ext uri="{FF2B5EF4-FFF2-40B4-BE49-F238E27FC236}">
                <a16:creationId xmlns:a16="http://schemas.microsoft.com/office/drawing/2014/main" id="{F1BE4CE4-FD45-443A-BF63-DD30D8352F18}"/>
              </a:ext>
            </a:extLst>
          </p:cNvPr>
          <p:cNvSpPr>
            <a:spLocks noGrp="1"/>
          </p:cNvSpPr>
          <p:nvPr>
            <p:ph type="body" sz="quarter" idx="21"/>
          </p:nvPr>
        </p:nvSpPr>
        <p:spPr>
          <a:xfrm>
            <a:off x="696292" y="7822154"/>
            <a:ext cx="5208456"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19" name="Text Placeholder 27">
            <a:extLst>
              <a:ext uri="{FF2B5EF4-FFF2-40B4-BE49-F238E27FC236}">
                <a16:creationId xmlns:a16="http://schemas.microsoft.com/office/drawing/2014/main" id="{9E9A9093-0FB5-474B-89ED-A35D3811588C}"/>
              </a:ext>
            </a:extLst>
          </p:cNvPr>
          <p:cNvSpPr>
            <a:spLocks noGrp="1"/>
          </p:cNvSpPr>
          <p:nvPr>
            <p:ph type="body" sz="quarter" idx="22"/>
          </p:nvPr>
        </p:nvSpPr>
        <p:spPr>
          <a:xfrm>
            <a:off x="6482478" y="7822156"/>
            <a:ext cx="521104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20" name="Text Placeholder 29">
            <a:extLst>
              <a:ext uri="{FF2B5EF4-FFF2-40B4-BE49-F238E27FC236}">
                <a16:creationId xmlns:a16="http://schemas.microsoft.com/office/drawing/2014/main" id="{FF042C6C-A711-46C7-BA08-D7D1DBA5B436}"/>
              </a:ext>
            </a:extLst>
          </p:cNvPr>
          <p:cNvSpPr>
            <a:spLocks noGrp="1"/>
          </p:cNvSpPr>
          <p:nvPr>
            <p:ph type="body" sz="quarter" idx="23"/>
          </p:nvPr>
        </p:nvSpPr>
        <p:spPr>
          <a:xfrm>
            <a:off x="12198409" y="7822156"/>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21" name="Text Placeholder 31">
            <a:extLst>
              <a:ext uri="{FF2B5EF4-FFF2-40B4-BE49-F238E27FC236}">
                <a16:creationId xmlns:a16="http://schemas.microsoft.com/office/drawing/2014/main" id="{E0D4AA41-1DA9-4674-8804-6E312BE2AEE4}"/>
              </a:ext>
            </a:extLst>
          </p:cNvPr>
          <p:cNvSpPr>
            <a:spLocks noGrp="1"/>
          </p:cNvSpPr>
          <p:nvPr>
            <p:ph type="body" sz="quarter" idx="24"/>
          </p:nvPr>
        </p:nvSpPr>
        <p:spPr>
          <a:xfrm>
            <a:off x="17952409" y="7822156"/>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3514427" y="0"/>
            <a:ext cx="20869574" cy="6858000"/>
          </a:xfrm>
          <a:prstGeom prst="rect">
            <a:avLst/>
          </a:prstGeom>
        </p:spPr>
      </p:pic>
    </p:spTree>
    <p:extLst>
      <p:ext uri="{BB962C8B-B14F-4D97-AF65-F5344CB8AC3E}">
        <p14:creationId xmlns:p14="http://schemas.microsoft.com/office/powerpoint/2010/main" val="3713436231"/>
      </p:ext>
    </p:extLst>
  </p:cSld>
  <p:clrMapOvr>
    <a:masterClrMapping/>
  </p:clrMapOvr>
</p:sldLayout>
</file>

<file path=ppt/slideLayouts/slideLayout132.xml><?xml version="1.0" encoding="utf-8"?>
<p:sldLayout xmlns:a="http://schemas.openxmlformats.org/drawingml/2006/main" xmlns:r="http://schemas.openxmlformats.org/officeDocument/2006/relationships" xmlns:p="http://schemas.openxmlformats.org/presentationml/2006/main" showMasterSp="0" preserve="1" userDrawn="1">
  <p:cSld name="1/2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24384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6" y="539496"/>
            <a:ext cx="5814964"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3514427" y="0"/>
            <a:ext cx="20869574" cy="6858000"/>
          </a:xfrm>
          <a:prstGeom prst="rect">
            <a:avLst/>
          </a:prstGeom>
        </p:spPr>
      </p:pic>
    </p:spTree>
    <p:extLst>
      <p:ext uri="{BB962C8B-B14F-4D97-AF65-F5344CB8AC3E}">
        <p14:creationId xmlns:p14="http://schemas.microsoft.com/office/powerpoint/2010/main" val="4217457363"/>
      </p:ext>
    </p:extLst>
  </p:cSld>
  <p:clrMapOvr>
    <a:masterClrMapping/>
  </p:clrMapOvr>
</p:sldLayout>
</file>

<file path=ppt/slideLayouts/slideLayout133.xml><?xml version="1.0" encoding="utf-8"?>
<p:sldLayout xmlns:a="http://schemas.openxmlformats.org/drawingml/2006/main" xmlns:r="http://schemas.openxmlformats.org/officeDocument/2006/relationships" xmlns:p="http://schemas.openxmlformats.org/presentationml/2006/main" showMasterSp="0" preserve="1" userDrawn="1">
  <p:cSld name="1/4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24384000" cy="381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3" y="539496"/>
            <a:ext cx="6484402"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2"/>
            <a:ext cx="521104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2"/>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2"/>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9" name="Picture 8">
            <a:extLst>
              <a:ext uri="{FF2B5EF4-FFF2-40B4-BE49-F238E27FC236}">
                <a16:creationId xmlns:a16="http://schemas.microsoft.com/office/drawing/2014/main" id="{18F9BD06-D191-BDCC-0EAC-42370967C2BC}"/>
              </a:ext>
            </a:extLst>
          </p:cNvPr>
          <p:cNvPicPr>
            <a:picLocks noChangeAspect="1"/>
          </p:cNvPicPr>
          <p:nvPr userDrawn="1"/>
        </p:nvPicPr>
        <p:blipFill>
          <a:blip r:embed="rId3"/>
          <a:stretch>
            <a:fillRect/>
          </a:stretch>
        </p:blipFill>
        <p:spPr>
          <a:xfrm rot="10800000">
            <a:off x="7848600" y="0"/>
            <a:ext cx="16535400" cy="3810000"/>
          </a:xfrm>
          <a:prstGeom prst="rect">
            <a:avLst/>
          </a:prstGeom>
        </p:spPr>
      </p:pic>
    </p:spTree>
    <p:extLst>
      <p:ext uri="{BB962C8B-B14F-4D97-AF65-F5344CB8AC3E}">
        <p14:creationId xmlns:p14="http://schemas.microsoft.com/office/powerpoint/2010/main" val="2367495976"/>
      </p:ext>
    </p:extLst>
  </p:cSld>
  <p:clrMapOvr>
    <a:masterClrMapping/>
  </p:clrMapOvr>
</p:sldLayout>
</file>

<file path=ppt/slideLayouts/slideLayout134.xml><?xml version="1.0" encoding="utf-8"?>
<p:sldLayout xmlns:a="http://schemas.openxmlformats.org/drawingml/2006/main" xmlns:r="http://schemas.openxmlformats.org/officeDocument/2006/relationships" xmlns:p="http://schemas.openxmlformats.org/presentationml/2006/main" showMasterSp="0" preserve="1" userDrawn="1">
  <p:cSld name="1/4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24384000" cy="381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3" y="539496"/>
            <a:ext cx="6484402"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3" name="Picture 2">
            <a:extLst>
              <a:ext uri="{FF2B5EF4-FFF2-40B4-BE49-F238E27FC236}">
                <a16:creationId xmlns:a16="http://schemas.microsoft.com/office/drawing/2014/main" id="{C7C982CA-A7CF-7C04-1CB1-C8824A257D5C}"/>
              </a:ext>
            </a:extLst>
          </p:cNvPr>
          <p:cNvPicPr>
            <a:picLocks noChangeAspect="1"/>
          </p:cNvPicPr>
          <p:nvPr userDrawn="1"/>
        </p:nvPicPr>
        <p:blipFill>
          <a:blip r:embed="rId3"/>
          <a:stretch>
            <a:fillRect/>
          </a:stretch>
        </p:blipFill>
        <p:spPr>
          <a:xfrm rot="10800000">
            <a:off x="7848600" y="0"/>
            <a:ext cx="16535400" cy="3810000"/>
          </a:xfrm>
          <a:prstGeom prst="rect">
            <a:avLst/>
          </a:prstGeom>
        </p:spPr>
      </p:pic>
    </p:spTree>
    <p:extLst>
      <p:ext uri="{BB962C8B-B14F-4D97-AF65-F5344CB8AC3E}">
        <p14:creationId xmlns:p14="http://schemas.microsoft.com/office/powerpoint/2010/main" val="191184130"/>
      </p:ext>
    </p:extLst>
  </p:cSld>
  <p:clrMapOvr>
    <a:masterClrMapping/>
  </p:clrMapOvr>
</p:sldLayout>
</file>

<file path=ppt/slideLayouts/slideLayout135.xml><?xml version="1.0" encoding="utf-8"?>
<p:sldLayout xmlns:a="http://schemas.openxmlformats.org/drawingml/2006/main" xmlns:r="http://schemas.openxmlformats.org/officeDocument/2006/relationships" xmlns:p="http://schemas.openxmlformats.org/presentationml/2006/main" showMasterSp="0" preserve="1" userDrawn="1">
  <p:cSld name="Half Image Slide">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5AE153A-C27C-ED1B-A797-B1AF88EB49A5}"/>
              </a:ext>
            </a:extLst>
          </p:cNvPr>
          <p:cNvPicPr>
            <a:picLocks noChangeAspect="1"/>
          </p:cNvPicPr>
          <p:nvPr userDrawn="1"/>
        </p:nvPicPr>
        <p:blipFill>
          <a:blip r:embed="rId2"/>
          <a:stretch>
            <a:fillRect/>
          </a:stretch>
        </p:blipFill>
        <p:spPr>
          <a:xfrm flipH="1">
            <a:off x="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2" y="3685032"/>
            <a:ext cx="11120928" cy="1169551"/>
          </a:xfrm>
        </p:spPr>
        <p:txBody>
          <a:bodyPr vert="horz" lIns="0" tIns="0" rIns="0" bIns="0" rtlCol="0">
            <a:spAutoFit/>
          </a:bodyPr>
          <a:lstStyle>
            <a:lvl1pPr marL="22226" indent="-22226" algn="l">
              <a:buFontTx/>
              <a:buNone/>
              <a:tabLst/>
              <a:defRPr lang="en-US" sz="3800" dirty="0">
                <a:ln w="3175">
                  <a:noFill/>
                </a:ln>
                <a:solidFill>
                  <a:schemeClr val="bg1"/>
                </a:solidFill>
              </a:defRPr>
            </a:lvl1pPr>
          </a:lstStyle>
          <a:p>
            <a:pPr marL="285750" lvl="0" indent="-285750" fontAlgn="base"/>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695324" y="6759577"/>
            <a:ext cx="11115676" cy="3488134"/>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131621659"/>
      </p:ext>
    </p:extLst>
  </p:cSld>
  <p:clrMapOvr>
    <a:masterClrMapping/>
  </p:clrMapOvr>
</p:sldLayout>
</file>

<file path=ppt/slideLayouts/slideLayout136.xml><?xml version="1.0" encoding="utf-8"?>
<p:sldLayout xmlns:a="http://schemas.openxmlformats.org/drawingml/2006/main" xmlns:r="http://schemas.openxmlformats.org/officeDocument/2006/relationships" xmlns:p="http://schemas.openxmlformats.org/presentationml/2006/main" showMasterSp="0" preserve="1" userDrawn="1">
  <p:cSld name="Half Image Slide - CLEAN">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16E9DF5-DA4D-AF41-F284-D6545E66BD73}"/>
              </a:ext>
            </a:extLst>
          </p:cNvPr>
          <p:cNvPicPr>
            <a:picLocks noChangeAspect="1"/>
          </p:cNvPicPr>
          <p:nvPr userDrawn="1"/>
        </p:nvPicPr>
        <p:blipFill>
          <a:blip r:embed="rId2"/>
          <a:stretch>
            <a:fillRect/>
          </a:stretch>
        </p:blipFill>
        <p:spPr>
          <a:xfrm flipH="1">
            <a:off x="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444181330"/>
      </p:ext>
    </p:extLst>
  </p:cSld>
  <p:clrMapOvr>
    <a:masterClrMapping/>
  </p:clrMapOvr>
</p:sldLayout>
</file>

<file path=ppt/slideLayouts/slideLayout137.xml><?xml version="1.0" encoding="utf-8"?>
<p:sldLayout xmlns:a="http://schemas.openxmlformats.org/drawingml/2006/main" xmlns:r="http://schemas.openxmlformats.org/officeDocument/2006/relationships" xmlns:p="http://schemas.openxmlformats.org/presentationml/2006/main" showMasterSp="0" preserve="1" userDrawn="1">
  <p:cSld name="Half Image Slide 2">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21FBB69-2B1F-1005-8EB3-A8CA021F7215}"/>
              </a:ext>
            </a:extLst>
          </p:cNvPr>
          <p:cNvPicPr>
            <a:picLocks noChangeAspect="1"/>
          </p:cNvPicPr>
          <p:nvPr userDrawn="1"/>
        </p:nvPicPr>
        <p:blipFill>
          <a:blip r:embed="rId2"/>
          <a:stretch>
            <a:fillRect/>
          </a:stretch>
        </p:blipFill>
        <p:spPr>
          <a:xfrm>
            <a:off x="2024380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pic>
        <p:nvPicPr>
          <p:cNvPr id="11" name="Graphic 10">
            <a:extLst>
              <a:ext uri="{FF2B5EF4-FFF2-40B4-BE49-F238E27FC236}">
                <a16:creationId xmlns:a16="http://schemas.microsoft.com/office/drawing/2014/main" id="{560D37C1-D211-7745-B68E-02001098F85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2539172" y="3685032"/>
            <a:ext cx="11120928" cy="1169551"/>
          </a:xfrm>
        </p:spPr>
        <p:txBody>
          <a:bodyPr vert="horz" lIns="0" tIns="0" rIns="0" bIns="0" rtlCol="0">
            <a:sp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125180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12544424" y="6759577"/>
            <a:ext cx="11115676" cy="3488134"/>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Footer Placeholder 4">
            <a:extLst>
              <a:ext uri="{FF2B5EF4-FFF2-40B4-BE49-F238E27FC236}">
                <a16:creationId xmlns:a16="http://schemas.microsoft.com/office/drawing/2014/main" id="{030F3032-5515-C84F-A5D0-90898242F86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FEAC8327-2A21-3A42-BA7B-F64F4DEAA72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960027349"/>
      </p:ext>
    </p:extLst>
  </p:cSld>
  <p:clrMapOvr>
    <a:masterClrMapping/>
  </p:clrMapOvr>
</p:sldLayout>
</file>

<file path=ppt/slideLayouts/slideLayout138.xml><?xml version="1.0" encoding="utf-8"?>
<p:sldLayout xmlns:a="http://schemas.openxmlformats.org/drawingml/2006/main" xmlns:r="http://schemas.openxmlformats.org/officeDocument/2006/relationships" xmlns:p="http://schemas.openxmlformats.org/presentationml/2006/main" showMasterSp="0" preserve="1" userDrawn="1">
  <p:cSld name="Half Image Slide 3">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7E79AC3-2DC9-96CB-4501-666928E88325}"/>
              </a:ext>
            </a:extLst>
          </p:cNvPr>
          <p:cNvPicPr>
            <a:picLocks noChangeAspect="1"/>
          </p:cNvPicPr>
          <p:nvPr userDrawn="1"/>
        </p:nvPicPr>
        <p:blipFill>
          <a:blip r:embed="rId2"/>
          <a:stretch>
            <a:fillRect/>
          </a:stretch>
        </p:blipFill>
        <p:spPr>
          <a:xfrm>
            <a:off x="1219200" y="0"/>
            <a:ext cx="23164800" cy="13716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4" y="3685032"/>
            <a:ext cx="5215428" cy="2339102"/>
          </a:xfrm>
        </p:spPr>
        <p:txBody>
          <a:bodyPr vert="horz" lIns="0" tIns="0" rIns="0" bIns="0" rtlCol="0">
            <a:sp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18453100" y="621792"/>
            <a:ext cx="5207000" cy="4042132"/>
          </a:xfrm>
        </p:spPr>
        <p:txBody>
          <a:bodyPr vert="horz" lIns="0" tIns="0" rIns="0" bIns="0" rtlCol="0">
            <a:spAutoFit/>
          </a:bodyPr>
          <a:lstStyle>
            <a:lvl1pPr marL="285750" marR="0" indent="-285750"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smtClean="0">
                <a:solidFill>
                  <a:schemeClr val="bg1"/>
                </a:solidFill>
              </a:defRPr>
            </a:lvl1pPr>
            <a:lvl2pPr marL="857250" marR="0" indent="-290514"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2pPr>
            <a:lvl3pPr marL="1428750" marR="0" indent="-295276"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3pPr>
            <a:lvl4pPr marL="2000250" marR="0" indent="-300038"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4pPr>
            <a:lvl5pPr marL="2571750" marR="0" indent="-304800"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spAutoFit/>
          </a:bodyPr>
          <a:lstStyle>
            <a:lvl1pPr>
              <a:defRPr>
                <a:ln w="9525">
                  <a:noFill/>
                </a:ln>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38317098-BF10-BA42-A3E5-65C0634430A9}"/>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B4D4954A-7D78-384F-A44A-7BC1E849140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49BE3EAB-DEA7-184A-90BB-B4E1E574417C}"/>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591203961"/>
      </p:ext>
    </p:extLst>
  </p:cSld>
  <p:clrMapOvr>
    <a:masterClrMapping/>
  </p:clrMapOvr>
</p:sldLayout>
</file>

<file path=ppt/slideLayouts/slideLayout139.xml><?xml version="1.0" encoding="utf-8"?>
<p:sldLayout xmlns:a="http://schemas.openxmlformats.org/drawingml/2006/main" xmlns:r="http://schemas.openxmlformats.org/officeDocument/2006/relationships" xmlns:p="http://schemas.openxmlformats.org/presentationml/2006/main" showMasterSp="0" preserve="1" userDrawn="1">
  <p:cSld name="Title Slide 2">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1852BA2-98D6-7533-BEC6-1C416BA117B0}"/>
              </a:ext>
            </a:extLst>
          </p:cNvPr>
          <p:cNvPicPr>
            <a:picLocks noChangeAspect="1"/>
          </p:cNvPicPr>
          <p:nvPr userDrawn="1"/>
        </p:nvPicPr>
        <p:blipFill>
          <a:blip r:embed="rId2"/>
          <a:stretch>
            <a:fillRect/>
          </a:stretch>
        </p:blipFill>
        <p:spPr>
          <a:xfrm>
            <a:off x="9474200" y="0"/>
            <a:ext cx="14909800" cy="12547600"/>
          </a:xfrm>
          <a:prstGeom prst="rect">
            <a:avLst/>
          </a:prstGeom>
        </p:spPr>
      </p:pic>
      <p:pic>
        <p:nvPicPr>
          <p:cNvPr id="8" name="Graphic 7">
            <a:extLst>
              <a:ext uri="{FF2B5EF4-FFF2-40B4-BE49-F238E27FC236}">
                <a16:creationId xmlns:a16="http://schemas.microsoft.com/office/drawing/2014/main" id="{269A90C7-9D7B-A646-8F2F-D8E6C28659C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4" name="Text Placeholder 16">
            <a:extLst>
              <a:ext uri="{FF2B5EF4-FFF2-40B4-BE49-F238E27FC236}">
                <a16:creationId xmlns:a16="http://schemas.microsoft.com/office/drawing/2014/main" id="{2968C323-10BA-3F4F-90A6-9A79E5FF2F52}"/>
              </a:ext>
            </a:extLst>
          </p:cNvPr>
          <p:cNvSpPr>
            <a:spLocks noGrp="1"/>
          </p:cNvSpPr>
          <p:nvPr>
            <p:ph type="body" sz="quarter" idx="10" hasCustomPrompt="1"/>
          </p:nvPr>
        </p:nvSpPr>
        <p:spPr>
          <a:xfrm>
            <a:off x="697741" y="10634525"/>
            <a:ext cx="11372850" cy="923330"/>
          </a:xfrm>
          <a:prstGeom prst="rect">
            <a:avLst/>
          </a:prstGeom>
        </p:spPr>
        <p:txBody>
          <a:bodyPr lIns="0" tIns="0" rIns="0" bIns="0">
            <a:spAutoFit/>
          </a:bodyPr>
          <a:lstStyle>
            <a:lvl1pPr marL="0" indent="0">
              <a:spcBef>
                <a:spcPts val="0"/>
              </a:spcBef>
              <a:buNone/>
              <a:defRPr>
                <a:solidFill>
                  <a:schemeClr val="bg1"/>
                </a:solidFill>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1C861E3C-8230-296F-72BF-BEB912769B1B}"/>
              </a:ext>
            </a:extLst>
          </p:cNvPr>
          <p:cNvSpPr>
            <a:spLocks noGrp="1"/>
          </p:cNvSpPr>
          <p:nvPr>
            <p:ph type="ctrTitle" hasCustomPrompt="1"/>
          </p:nvPr>
        </p:nvSpPr>
        <p:spPr>
          <a:xfrm>
            <a:off x="647091" y="2023304"/>
            <a:ext cx="7039170" cy="3909276"/>
          </a:xfrm>
          <a:prstGeom prst="rect">
            <a:avLst/>
          </a:prstGeom>
        </p:spPr>
        <p:txBody>
          <a:bodyPr wrap="square" lIns="0" tIns="0" rIns="0" bIns="0" anchor="b" anchorCtr="0">
            <a:spAutoFit/>
          </a:bodyPr>
          <a:lstStyle>
            <a:lvl1pPr algn="l" fontAlgn="b">
              <a:lnSpc>
                <a:spcPct val="112000"/>
              </a:lnSpc>
              <a:defRPr sz="8000">
                <a:solidFill>
                  <a:schemeClr val="bg1"/>
                </a:solidFill>
              </a:defRPr>
            </a:lvl1pPr>
          </a:lstStyle>
          <a:p>
            <a:r>
              <a:rPr lang="en-US"/>
              <a:t>Title with multiple lines here</a:t>
            </a:r>
          </a:p>
        </p:txBody>
      </p:sp>
      <p:sp>
        <p:nvSpPr>
          <p:cNvPr id="6" name="Subtitle 2">
            <a:extLst>
              <a:ext uri="{FF2B5EF4-FFF2-40B4-BE49-F238E27FC236}">
                <a16:creationId xmlns:a16="http://schemas.microsoft.com/office/drawing/2014/main" id="{72863497-253D-0001-302A-BF7F6FB0FAE4}"/>
              </a:ext>
            </a:extLst>
          </p:cNvPr>
          <p:cNvSpPr>
            <a:spLocks noGrp="1"/>
          </p:cNvSpPr>
          <p:nvPr>
            <p:ph type="subTitle" idx="1" hasCustomPrompt="1"/>
          </p:nvPr>
        </p:nvSpPr>
        <p:spPr>
          <a:xfrm>
            <a:off x="677318" y="8726846"/>
            <a:ext cx="4835588" cy="1477328"/>
          </a:xfrm>
          <a:prstGeom prst="rect">
            <a:avLst/>
          </a:prstGeom>
        </p:spPr>
        <p:txBody>
          <a:bodyPr wrap="square" lIns="0" tIns="0" rIns="0" bIns="0" anchor="t">
            <a:spAutoFit/>
          </a:bodyPr>
          <a:lstStyle>
            <a:lvl1pPr marL="0" indent="0" algn="l">
              <a:buNone/>
              <a:defRPr sz="4800">
                <a:ln>
                  <a:noFill/>
                </a:ln>
                <a:solidFill>
                  <a:schemeClr val="bg1"/>
                </a:solidFill>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sp>
        <p:nvSpPr>
          <p:cNvPr id="9" name="Graphic 2">
            <a:extLst>
              <a:ext uri="{FF2B5EF4-FFF2-40B4-BE49-F238E27FC236}">
                <a16:creationId xmlns:a16="http://schemas.microsoft.com/office/drawing/2014/main" id="{0D088DC0-E273-1CE5-DFE6-10BBE1FC38A2}"/>
              </a:ext>
            </a:extLst>
          </p:cNvPr>
          <p:cNvSpPr/>
          <p:nvPr/>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3170696786"/>
      </p:ext>
    </p:extLst>
  </p:cSld>
  <p:clrMapOvr>
    <a:masterClrMapping/>
  </p:clrMapOvr>
</p:sldLayout>
</file>

<file path=ppt/slideLayouts/slideLayout140.xml><?xml version="1.0" encoding="utf-8"?>
<p:sldLayout xmlns:a="http://schemas.openxmlformats.org/drawingml/2006/main" xmlns:r="http://schemas.openxmlformats.org/officeDocument/2006/relationships" xmlns:p="http://schemas.openxmlformats.org/presentationml/2006/main" showMasterSp="0" preserve="1" userDrawn="1">
  <p:cSld name="Title Slide 3">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4165BA7-6ECE-E932-9733-522489AB48D3}"/>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2716813" y="0"/>
            <a:ext cx="21667186" cy="13716000"/>
          </a:xfrm>
          <a:prstGeom prst="rect">
            <a:avLst/>
          </a:prstGeom>
        </p:spPr>
      </p:pic>
      <p:pic>
        <p:nvPicPr>
          <p:cNvPr id="9" name="Graphic 8">
            <a:extLst>
              <a:ext uri="{FF2B5EF4-FFF2-40B4-BE49-F238E27FC236}">
                <a16:creationId xmlns:a16="http://schemas.microsoft.com/office/drawing/2014/main" id="{C3BBC34D-BFF3-2949-8EA5-E9FF8A3B72D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0" name="Text Placeholder 16">
            <a:extLst>
              <a:ext uri="{FF2B5EF4-FFF2-40B4-BE49-F238E27FC236}">
                <a16:creationId xmlns:a16="http://schemas.microsoft.com/office/drawing/2014/main" id="{3D65B2ED-28C3-8242-9EA6-D9E2ADF4D649}"/>
              </a:ext>
            </a:extLst>
          </p:cNvPr>
          <p:cNvSpPr>
            <a:spLocks noGrp="1"/>
          </p:cNvSpPr>
          <p:nvPr>
            <p:ph type="body" sz="quarter" idx="10" hasCustomPrompt="1"/>
          </p:nvPr>
        </p:nvSpPr>
        <p:spPr>
          <a:xfrm>
            <a:off x="655811" y="10918553"/>
            <a:ext cx="3330562" cy="923330"/>
          </a:xfrm>
          <a:prstGeom prst="rect">
            <a:avLst/>
          </a:prstGeom>
        </p:spPr>
        <p:txBody>
          <a:bodyPr wrap="square" lIns="0" tIns="0" rIns="0" bIns="0">
            <a:spAutoFit/>
          </a:bodyPr>
          <a:lstStyle>
            <a:lvl1pPr marL="0" indent="0">
              <a:spcBef>
                <a:spcPts val="0"/>
              </a:spcBef>
              <a:buNone/>
              <a:defRPr>
                <a:solidFill>
                  <a:schemeClr val="bg1"/>
                </a:solidFill>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DE1C0931-E2CB-21D0-1C02-A6BD93D29E23}"/>
              </a:ext>
            </a:extLst>
          </p:cNvPr>
          <p:cNvSpPr>
            <a:spLocks noGrp="1"/>
          </p:cNvSpPr>
          <p:nvPr>
            <p:ph type="ctrTitle" hasCustomPrompt="1"/>
          </p:nvPr>
        </p:nvSpPr>
        <p:spPr>
          <a:xfrm>
            <a:off x="655810" y="866296"/>
            <a:ext cx="9530580" cy="2530436"/>
          </a:xfrm>
          <a:prstGeom prst="rect">
            <a:avLst/>
          </a:prstGeom>
        </p:spPr>
        <p:txBody>
          <a:bodyPr wrap="square" lIns="0" tIns="0" rIns="0" bIns="0" anchor="b" anchorCtr="0">
            <a:spAutoFit/>
          </a:bodyPr>
          <a:lstStyle>
            <a:lvl1pPr algn="l" fontAlgn="b">
              <a:lnSpc>
                <a:spcPct val="112000"/>
              </a:lnSpc>
              <a:defRPr sz="8000">
                <a:solidFill>
                  <a:schemeClr val="bg1"/>
                </a:solidFill>
              </a:defRPr>
            </a:lvl1pPr>
          </a:lstStyle>
          <a:p>
            <a:r>
              <a:rPr lang="en-US"/>
              <a:t>Title with multiple lines here</a:t>
            </a:r>
          </a:p>
        </p:txBody>
      </p:sp>
      <p:sp>
        <p:nvSpPr>
          <p:cNvPr id="6" name="Subtitle 2">
            <a:extLst>
              <a:ext uri="{FF2B5EF4-FFF2-40B4-BE49-F238E27FC236}">
                <a16:creationId xmlns:a16="http://schemas.microsoft.com/office/drawing/2014/main" id="{708ECC9D-EDA8-CF32-AEF0-561AA70FE070}"/>
              </a:ext>
            </a:extLst>
          </p:cNvPr>
          <p:cNvSpPr>
            <a:spLocks noGrp="1"/>
          </p:cNvSpPr>
          <p:nvPr>
            <p:ph type="subTitle" idx="1" hasCustomPrompt="1"/>
          </p:nvPr>
        </p:nvSpPr>
        <p:spPr>
          <a:xfrm>
            <a:off x="686038" y="4181062"/>
            <a:ext cx="4835588" cy="1477328"/>
          </a:xfrm>
          <a:prstGeom prst="rect">
            <a:avLst/>
          </a:prstGeom>
        </p:spPr>
        <p:txBody>
          <a:bodyPr wrap="square" lIns="0" tIns="0" rIns="0" bIns="0" anchor="t">
            <a:spAutoFit/>
          </a:bodyPr>
          <a:lstStyle>
            <a:lvl1pPr marL="0" indent="0" algn="l">
              <a:buNone/>
              <a:defRPr sz="4800">
                <a:ln>
                  <a:noFill/>
                </a:ln>
                <a:solidFill>
                  <a:schemeClr val="bg1"/>
                </a:solidFill>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sp>
        <p:nvSpPr>
          <p:cNvPr id="2" name="Graphic 2">
            <a:extLst>
              <a:ext uri="{FF2B5EF4-FFF2-40B4-BE49-F238E27FC236}">
                <a16:creationId xmlns:a16="http://schemas.microsoft.com/office/drawing/2014/main" id="{457CADE9-063A-C4C9-1176-8F57C2E75155}"/>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1574615096"/>
      </p:ext>
    </p:extLst>
  </p:cSld>
  <p:clrMapOvr>
    <a:masterClrMapping/>
  </p:clrMapOvr>
</p:sldLayout>
</file>

<file path=ppt/slideLayouts/slideLayout141.xml><?xml version="1.0" encoding="utf-8"?>
<p:sldLayout xmlns:a="http://schemas.openxmlformats.org/drawingml/2006/main" xmlns:r="http://schemas.openxmlformats.org/officeDocument/2006/relationships" xmlns:p="http://schemas.openxmlformats.org/presentationml/2006/main" showMasterSp="0" preserve="1" userDrawn="1">
  <p:cSld name="1_Title Slide 2">
    <p:bg>
      <p:bgPr>
        <a:solidFill>
          <a:schemeClr val="tx1"/>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9BDEC1B2-A9FA-0B77-AC13-22F8DA3B7D44}"/>
              </a:ext>
            </a:extLst>
          </p:cNvPr>
          <p:cNvPicPr>
            <a:picLocks noChangeAspect="1"/>
          </p:cNvPicPr>
          <p:nvPr userDrawn="1"/>
        </p:nvPicPr>
        <p:blipFill>
          <a:blip r:embed="rId2"/>
          <a:stretch>
            <a:fillRect/>
          </a:stretch>
        </p:blipFill>
        <p:spPr>
          <a:xfrm>
            <a:off x="8585200" y="0"/>
            <a:ext cx="15798800" cy="13716000"/>
          </a:xfrm>
          <a:prstGeom prst="rect">
            <a:avLst/>
          </a:prstGeom>
        </p:spPr>
      </p:pic>
      <p:pic>
        <p:nvPicPr>
          <p:cNvPr id="8" name="Graphic 7">
            <a:extLst>
              <a:ext uri="{FF2B5EF4-FFF2-40B4-BE49-F238E27FC236}">
                <a16:creationId xmlns:a16="http://schemas.microsoft.com/office/drawing/2014/main" id="{269A90C7-9D7B-A646-8F2F-D8E6C28659C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4" name="Text Placeholder 16">
            <a:extLst>
              <a:ext uri="{FF2B5EF4-FFF2-40B4-BE49-F238E27FC236}">
                <a16:creationId xmlns:a16="http://schemas.microsoft.com/office/drawing/2014/main" id="{2968C323-10BA-3F4F-90A6-9A79E5FF2F52}"/>
              </a:ext>
            </a:extLst>
          </p:cNvPr>
          <p:cNvSpPr>
            <a:spLocks noGrp="1"/>
          </p:cNvSpPr>
          <p:nvPr>
            <p:ph type="body" sz="quarter" idx="10" hasCustomPrompt="1"/>
          </p:nvPr>
        </p:nvSpPr>
        <p:spPr>
          <a:xfrm>
            <a:off x="697741" y="10634525"/>
            <a:ext cx="11372850" cy="923330"/>
          </a:xfrm>
          <a:prstGeom prst="rect">
            <a:avLst/>
          </a:prstGeom>
        </p:spPr>
        <p:txBody>
          <a:bodyPr lIns="0" tIns="0" rIns="0" bIns="0">
            <a:spAutoFit/>
          </a:bodyPr>
          <a:lstStyle>
            <a:lvl1pPr marL="0" indent="0">
              <a:spcBef>
                <a:spcPts val="0"/>
              </a:spcBef>
              <a:buNone/>
              <a:defRPr>
                <a:solidFill>
                  <a:schemeClr val="bg1"/>
                </a:solidFill>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1C861E3C-8230-296F-72BF-BEB912769B1B}"/>
              </a:ext>
            </a:extLst>
          </p:cNvPr>
          <p:cNvSpPr>
            <a:spLocks noGrp="1"/>
          </p:cNvSpPr>
          <p:nvPr>
            <p:ph type="ctrTitle" hasCustomPrompt="1"/>
          </p:nvPr>
        </p:nvSpPr>
        <p:spPr>
          <a:xfrm>
            <a:off x="647091" y="689014"/>
            <a:ext cx="7039170" cy="3909276"/>
          </a:xfrm>
          <a:prstGeom prst="rect">
            <a:avLst/>
          </a:prstGeom>
        </p:spPr>
        <p:txBody>
          <a:bodyPr wrap="square" lIns="0" tIns="0" rIns="0" bIns="0" anchor="b" anchorCtr="0">
            <a:spAutoFit/>
          </a:bodyPr>
          <a:lstStyle>
            <a:lvl1pPr algn="l" fontAlgn="b">
              <a:lnSpc>
                <a:spcPct val="112000"/>
              </a:lnSpc>
              <a:defRPr sz="8000">
                <a:solidFill>
                  <a:schemeClr val="bg1"/>
                </a:solidFill>
              </a:defRPr>
            </a:lvl1pPr>
          </a:lstStyle>
          <a:p>
            <a:r>
              <a:rPr lang="en-US"/>
              <a:t>Title with multiple lines here</a:t>
            </a:r>
          </a:p>
        </p:txBody>
      </p:sp>
      <p:sp>
        <p:nvSpPr>
          <p:cNvPr id="6" name="Subtitle 2">
            <a:extLst>
              <a:ext uri="{FF2B5EF4-FFF2-40B4-BE49-F238E27FC236}">
                <a16:creationId xmlns:a16="http://schemas.microsoft.com/office/drawing/2014/main" id="{72863497-253D-0001-302A-BF7F6FB0FAE4}"/>
              </a:ext>
            </a:extLst>
          </p:cNvPr>
          <p:cNvSpPr>
            <a:spLocks noGrp="1"/>
          </p:cNvSpPr>
          <p:nvPr>
            <p:ph type="subTitle" idx="1" hasCustomPrompt="1"/>
          </p:nvPr>
        </p:nvSpPr>
        <p:spPr>
          <a:xfrm>
            <a:off x="677318" y="8726846"/>
            <a:ext cx="4835588" cy="1477328"/>
          </a:xfrm>
          <a:prstGeom prst="rect">
            <a:avLst/>
          </a:prstGeom>
        </p:spPr>
        <p:txBody>
          <a:bodyPr wrap="square" lIns="0" tIns="0" rIns="0" bIns="0" anchor="t">
            <a:spAutoFit/>
          </a:bodyPr>
          <a:lstStyle>
            <a:lvl1pPr marL="0" indent="0" algn="l">
              <a:buNone/>
              <a:defRPr sz="4800">
                <a:ln>
                  <a:noFill/>
                </a:ln>
                <a:solidFill>
                  <a:schemeClr val="bg1"/>
                </a:solidFill>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sp>
        <p:nvSpPr>
          <p:cNvPr id="2" name="Graphic 2">
            <a:extLst>
              <a:ext uri="{FF2B5EF4-FFF2-40B4-BE49-F238E27FC236}">
                <a16:creationId xmlns:a16="http://schemas.microsoft.com/office/drawing/2014/main" id="{B4239C57-54FA-A50C-6C7B-5EFD7193668D}"/>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2630026448"/>
      </p:ext>
    </p:extLst>
  </p:cSld>
  <p:clrMapOvr>
    <a:masterClrMapping/>
  </p:clrMapOvr>
</p:sldLayout>
</file>

<file path=ppt/slideLayouts/slideLayout142.xml><?xml version="1.0" encoding="utf-8"?>
<p:sldLayout xmlns:a="http://schemas.openxmlformats.org/drawingml/2006/main" xmlns:r="http://schemas.openxmlformats.org/officeDocument/2006/relationships" xmlns:p="http://schemas.openxmlformats.org/presentationml/2006/main" showMasterSp="0" preserve="1" userDrawn="1">
  <p:cSld name="2_Title Slide 3">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3DD463D2-A0CD-1A39-8F26-8419F763EB28}"/>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4545612" y="0"/>
            <a:ext cx="19838388" cy="13716000"/>
          </a:xfrm>
          <a:prstGeom prst="rect">
            <a:avLst/>
          </a:prstGeom>
        </p:spPr>
      </p:pic>
      <p:pic>
        <p:nvPicPr>
          <p:cNvPr id="9" name="Graphic 8">
            <a:extLst>
              <a:ext uri="{FF2B5EF4-FFF2-40B4-BE49-F238E27FC236}">
                <a16:creationId xmlns:a16="http://schemas.microsoft.com/office/drawing/2014/main" id="{C3BBC34D-BFF3-2949-8EA5-E9FF8A3B72D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0" name="Text Placeholder 16">
            <a:extLst>
              <a:ext uri="{FF2B5EF4-FFF2-40B4-BE49-F238E27FC236}">
                <a16:creationId xmlns:a16="http://schemas.microsoft.com/office/drawing/2014/main" id="{3D65B2ED-28C3-8242-9EA6-D9E2ADF4D649}"/>
              </a:ext>
            </a:extLst>
          </p:cNvPr>
          <p:cNvSpPr>
            <a:spLocks noGrp="1"/>
          </p:cNvSpPr>
          <p:nvPr>
            <p:ph type="body" sz="quarter" idx="10" hasCustomPrompt="1"/>
          </p:nvPr>
        </p:nvSpPr>
        <p:spPr>
          <a:xfrm>
            <a:off x="655811" y="10918553"/>
            <a:ext cx="3330562" cy="923330"/>
          </a:xfrm>
          <a:prstGeom prst="rect">
            <a:avLst/>
          </a:prstGeom>
        </p:spPr>
        <p:txBody>
          <a:bodyPr wrap="square" lIns="0" tIns="0" rIns="0" bIns="0">
            <a:spAutoFit/>
          </a:bodyPr>
          <a:lstStyle>
            <a:lvl1pPr marL="0" indent="0">
              <a:spcBef>
                <a:spcPts val="0"/>
              </a:spcBef>
              <a:buNone/>
              <a:defRPr>
                <a:solidFill>
                  <a:schemeClr val="bg1"/>
                </a:solidFill>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DE1C0931-E2CB-21D0-1C02-A6BD93D29E23}"/>
              </a:ext>
            </a:extLst>
          </p:cNvPr>
          <p:cNvSpPr>
            <a:spLocks noGrp="1"/>
          </p:cNvSpPr>
          <p:nvPr>
            <p:ph type="ctrTitle" hasCustomPrompt="1"/>
          </p:nvPr>
        </p:nvSpPr>
        <p:spPr>
          <a:xfrm>
            <a:off x="655810" y="1874118"/>
            <a:ext cx="9530580" cy="2530436"/>
          </a:xfrm>
          <a:prstGeom prst="rect">
            <a:avLst/>
          </a:prstGeom>
        </p:spPr>
        <p:txBody>
          <a:bodyPr wrap="square" lIns="0" tIns="0" rIns="0" bIns="0" anchor="b" anchorCtr="0">
            <a:spAutoFit/>
          </a:bodyPr>
          <a:lstStyle>
            <a:lvl1pPr algn="l" fontAlgn="b">
              <a:lnSpc>
                <a:spcPct val="112000"/>
              </a:lnSpc>
              <a:defRPr sz="8000">
                <a:solidFill>
                  <a:schemeClr val="bg1"/>
                </a:solidFill>
              </a:defRPr>
            </a:lvl1pPr>
          </a:lstStyle>
          <a:p>
            <a:r>
              <a:rPr lang="en-US"/>
              <a:t>Title with multiple lines here</a:t>
            </a:r>
          </a:p>
        </p:txBody>
      </p:sp>
      <p:sp>
        <p:nvSpPr>
          <p:cNvPr id="6" name="Subtitle 2">
            <a:extLst>
              <a:ext uri="{FF2B5EF4-FFF2-40B4-BE49-F238E27FC236}">
                <a16:creationId xmlns:a16="http://schemas.microsoft.com/office/drawing/2014/main" id="{708ECC9D-EDA8-CF32-AEF0-561AA70FE070}"/>
              </a:ext>
            </a:extLst>
          </p:cNvPr>
          <p:cNvSpPr>
            <a:spLocks noGrp="1"/>
          </p:cNvSpPr>
          <p:nvPr>
            <p:ph type="subTitle" idx="1" hasCustomPrompt="1"/>
          </p:nvPr>
        </p:nvSpPr>
        <p:spPr>
          <a:xfrm>
            <a:off x="686038" y="5188884"/>
            <a:ext cx="4835588" cy="1477328"/>
          </a:xfrm>
          <a:prstGeom prst="rect">
            <a:avLst/>
          </a:prstGeom>
        </p:spPr>
        <p:txBody>
          <a:bodyPr wrap="square" lIns="0" tIns="0" rIns="0" bIns="0" anchor="t">
            <a:spAutoFit/>
          </a:bodyPr>
          <a:lstStyle>
            <a:lvl1pPr marL="0" indent="0" algn="l">
              <a:buNone/>
              <a:defRPr sz="4800">
                <a:ln>
                  <a:noFill/>
                </a:ln>
                <a:solidFill>
                  <a:schemeClr val="bg1"/>
                </a:solidFill>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sp>
        <p:nvSpPr>
          <p:cNvPr id="3" name="Graphic 2">
            <a:extLst>
              <a:ext uri="{FF2B5EF4-FFF2-40B4-BE49-F238E27FC236}">
                <a16:creationId xmlns:a16="http://schemas.microsoft.com/office/drawing/2014/main" id="{B077200D-89FC-938D-58D7-7538DC70F329}"/>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590542989"/>
      </p:ext>
    </p:extLst>
  </p:cSld>
  <p:clrMapOvr>
    <a:masterClrMapping/>
  </p:clrMapOvr>
</p:sldLayout>
</file>

<file path=ppt/slideLayouts/slideLayout143.xml><?xml version="1.0" encoding="utf-8"?>
<p:sldLayout xmlns:a="http://schemas.openxmlformats.org/drawingml/2006/main" xmlns:r="http://schemas.openxmlformats.org/officeDocument/2006/relationships" xmlns:p="http://schemas.openxmlformats.org/presentationml/2006/main" showMasterSp="0" preserve="1" userDrawn="1">
  <p:cSld name="1_Title Slide 3">
    <p:bg>
      <p:bgPr>
        <a:solidFill>
          <a:schemeClr val="tx1"/>
        </a:solidFill>
        <a:effectLst/>
      </p:bgPr>
    </p:bg>
    <p:spTree>
      <p:nvGrpSpPr>
        <p:cNvPr id="1" name=""/>
        <p:cNvGrpSpPr/>
        <p:nvPr/>
      </p:nvGrpSpPr>
      <p:grpSpPr>
        <a:xfrm>
          <a:off x="0" y="0"/>
          <a:ext cx="0" cy="0"/>
          <a:chOff x="0" y="0"/>
          <a:chExt cx="0" cy="0"/>
        </a:xfrm>
      </p:grpSpPr>
      <p:pic>
        <p:nvPicPr>
          <p:cNvPr id="9" name="Graphic 8">
            <a:extLst>
              <a:ext uri="{FF2B5EF4-FFF2-40B4-BE49-F238E27FC236}">
                <a16:creationId xmlns:a16="http://schemas.microsoft.com/office/drawing/2014/main" id="{C3BBC34D-BFF3-2949-8EA5-E9FF8A3B72D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Text Placeholder 16">
            <a:extLst>
              <a:ext uri="{FF2B5EF4-FFF2-40B4-BE49-F238E27FC236}">
                <a16:creationId xmlns:a16="http://schemas.microsoft.com/office/drawing/2014/main" id="{3D65B2ED-28C3-8242-9EA6-D9E2ADF4D649}"/>
              </a:ext>
            </a:extLst>
          </p:cNvPr>
          <p:cNvSpPr>
            <a:spLocks noGrp="1"/>
          </p:cNvSpPr>
          <p:nvPr>
            <p:ph type="body" sz="quarter" idx="10" hasCustomPrompt="1"/>
          </p:nvPr>
        </p:nvSpPr>
        <p:spPr>
          <a:xfrm>
            <a:off x="655811" y="10918553"/>
            <a:ext cx="3330562" cy="923330"/>
          </a:xfrm>
          <a:prstGeom prst="rect">
            <a:avLst/>
          </a:prstGeom>
        </p:spPr>
        <p:txBody>
          <a:bodyPr wrap="square" lIns="0" tIns="0" rIns="0" bIns="0">
            <a:spAutoFit/>
          </a:bodyPr>
          <a:lstStyle>
            <a:lvl1pPr marL="0" indent="0">
              <a:spcBef>
                <a:spcPts val="0"/>
              </a:spcBef>
              <a:buNone/>
              <a:defRPr>
                <a:solidFill>
                  <a:schemeClr val="bg1"/>
                </a:solidFill>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DE1C0931-E2CB-21D0-1C02-A6BD93D29E23}"/>
              </a:ext>
            </a:extLst>
          </p:cNvPr>
          <p:cNvSpPr>
            <a:spLocks noGrp="1"/>
          </p:cNvSpPr>
          <p:nvPr>
            <p:ph type="ctrTitle" hasCustomPrompt="1"/>
          </p:nvPr>
        </p:nvSpPr>
        <p:spPr>
          <a:xfrm>
            <a:off x="655810" y="2065906"/>
            <a:ext cx="9530580" cy="2530436"/>
          </a:xfrm>
          <a:prstGeom prst="rect">
            <a:avLst/>
          </a:prstGeom>
        </p:spPr>
        <p:txBody>
          <a:bodyPr wrap="square" lIns="0" tIns="0" rIns="0" bIns="0" anchor="b" anchorCtr="0">
            <a:spAutoFit/>
          </a:bodyPr>
          <a:lstStyle>
            <a:lvl1pPr algn="l" fontAlgn="b">
              <a:lnSpc>
                <a:spcPct val="112000"/>
              </a:lnSpc>
              <a:defRPr sz="8000">
                <a:solidFill>
                  <a:schemeClr val="bg1"/>
                </a:solidFill>
              </a:defRPr>
            </a:lvl1pPr>
          </a:lstStyle>
          <a:p>
            <a:r>
              <a:rPr lang="en-US"/>
              <a:t>Title with multiple lines here</a:t>
            </a:r>
          </a:p>
        </p:txBody>
      </p:sp>
      <p:sp>
        <p:nvSpPr>
          <p:cNvPr id="6" name="Subtitle 2">
            <a:extLst>
              <a:ext uri="{FF2B5EF4-FFF2-40B4-BE49-F238E27FC236}">
                <a16:creationId xmlns:a16="http://schemas.microsoft.com/office/drawing/2014/main" id="{708ECC9D-EDA8-CF32-AEF0-561AA70FE070}"/>
              </a:ext>
            </a:extLst>
          </p:cNvPr>
          <p:cNvSpPr>
            <a:spLocks noGrp="1"/>
          </p:cNvSpPr>
          <p:nvPr>
            <p:ph type="subTitle" idx="1" hasCustomPrompt="1"/>
          </p:nvPr>
        </p:nvSpPr>
        <p:spPr>
          <a:xfrm>
            <a:off x="686038" y="5380672"/>
            <a:ext cx="4835588" cy="1477328"/>
          </a:xfrm>
          <a:prstGeom prst="rect">
            <a:avLst/>
          </a:prstGeom>
        </p:spPr>
        <p:txBody>
          <a:bodyPr wrap="square" lIns="0" tIns="0" rIns="0" bIns="0" anchor="t">
            <a:spAutoFit/>
          </a:bodyPr>
          <a:lstStyle>
            <a:lvl1pPr marL="0" indent="0" algn="l">
              <a:buNone/>
              <a:defRPr sz="4800">
                <a:ln>
                  <a:noFill/>
                </a:ln>
                <a:solidFill>
                  <a:schemeClr val="bg1"/>
                </a:solidFill>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pic>
        <p:nvPicPr>
          <p:cNvPr id="3" name="Picture 2">
            <a:extLst>
              <a:ext uri="{FF2B5EF4-FFF2-40B4-BE49-F238E27FC236}">
                <a16:creationId xmlns:a16="http://schemas.microsoft.com/office/drawing/2014/main" id="{AE28AD9D-E530-B3D6-1DA4-6BDBE343733C}"/>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10695047" y="0"/>
            <a:ext cx="13688954" cy="13716000"/>
          </a:xfrm>
          <a:prstGeom prst="rect">
            <a:avLst/>
          </a:prstGeom>
        </p:spPr>
      </p:pic>
      <p:sp>
        <p:nvSpPr>
          <p:cNvPr id="2" name="Graphic 2">
            <a:extLst>
              <a:ext uri="{FF2B5EF4-FFF2-40B4-BE49-F238E27FC236}">
                <a16:creationId xmlns:a16="http://schemas.microsoft.com/office/drawing/2014/main" id="{7E7E76DF-5156-C21D-C055-E4AEB1A5577E}"/>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3268963293"/>
      </p:ext>
    </p:extLst>
  </p:cSld>
  <p:clrMapOvr>
    <a:masterClrMapping/>
  </p:clrMapOvr>
</p:sldLayout>
</file>

<file path=ppt/slideLayouts/slideLayout144.xml><?xml version="1.0" encoding="utf-8"?>
<p:sldLayout xmlns:a="http://schemas.openxmlformats.org/drawingml/2006/main" xmlns:r="http://schemas.openxmlformats.org/officeDocument/2006/relationships" xmlns:p="http://schemas.openxmlformats.org/presentationml/2006/main" showMasterSp="0" preserve="1" userDrawn="1">
  <p:cSld name="Breaker">
    <p:bg>
      <p:bgPr>
        <a:solidFill>
          <a:schemeClr val="tx1"/>
        </a:solidFill>
        <a:effectLst/>
      </p:bgPr>
    </p:bg>
    <p:spTree>
      <p:nvGrpSpPr>
        <p:cNvPr id="1" name=""/>
        <p:cNvGrpSpPr/>
        <p:nvPr/>
      </p:nvGrpSpPr>
      <p:grpSpPr>
        <a:xfrm>
          <a:off x="0" y="0"/>
          <a:ext cx="0" cy="0"/>
          <a:chOff x="0" y="0"/>
          <a:chExt cx="0" cy="0"/>
        </a:xfrm>
      </p:grpSpPr>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10873689" y="623811"/>
            <a:ext cx="11160126" cy="4200146"/>
          </a:xfrm>
          <a:prstGeom prst="rect">
            <a:avLst/>
          </a:prstGeom>
          <a:noFill/>
          <a:ln>
            <a:noFill/>
          </a:ln>
        </p:spPr>
        <p:txBody>
          <a:bodyPr vert="horz" lIns="0" tIns="0" rIns="0" bIns="0" rtlCol="0" anchor="b">
            <a:noAutofit/>
          </a:bodyPr>
          <a:lstStyle>
            <a:lvl1pPr marL="0" indent="0" fontAlgn="base">
              <a:lnSpc>
                <a:spcPct val="112000"/>
              </a:lnSpc>
              <a:spcBef>
                <a:spcPts val="0"/>
              </a:spcBef>
              <a:buNone/>
              <a:defRPr lang="en-US" sz="9000" kern="1200" dirty="0" smtClean="0">
                <a:ln w="3175">
                  <a:noFill/>
                </a:ln>
                <a:solidFill>
                  <a:schemeClr val="bg1"/>
                </a:solidFill>
                <a:latin typeface="+mj-lt"/>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10908615" y="4969057"/>
            <a:ext cx="8875710" cy="1600438"/>
          </a:xfrm>
          <a:prstGeom prst="rect">
            <a:avLst/>
          </a:prstGeom>
        </p:spPr>
        <p:txBody>
          <a:bodyPr vert="horz" wrap="square" lIns="0" tIns="0" rIns="0" bIns="0" rtlCol="0" anchor="t">
            <a:spAutoFit/>
          </a:bodyPr>
          <a:lstStyle>
            <a:lvl1pPr marL="0" indent="0">
              <a:buNone/>
              <a:defRPr lang="en-US" sz="5200" dirty="0">
                <a:ln>
                  <a:noFill/>
                </a:ln>
                <a:solidFill>
                  <a:schemeClr val="bg1"/>
                </a:solidFill>
              </a:defRPr>
            </a:lvl1pPr>
          </a:lstStyle>
          <a:p>
            <a:pPr lvl="0"/>
            <a:r>
              <a:rPr lang="en-US"/>
              <a:t>All titles/subtitles are sentence case</a:t>
            </a:r>
          </a:p>
        </p:txBody>
      </p:sp>
      <p:pic>
        <p:nvPicPr>
          <p:cNvPr id="6" name="Graphic 5">
            <a:extLst>
              <a:ext uri="{FF2B5EF4-FFF2-40B4-BE49-F238E27FC236}">
                <a16:creationId xmlns:a16="http://schemas.microsoft.com/office/drawing/2014/main" id="{C0F6F2E4-2F4C-BB43-8EB6-24C72650C2E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 name="Graphic 2">
            <a:extLst>
              <a:ext uri="{FF2B5EF4-FFF2-40B4-BE49-F238E27FC236}">
                <a16:creationId xmlns:a16="http://schemas.microsoft.com/office/drawing/2014/main" id="{4765CAD0-7126-5B70-C779-9CC35C2AEB1D}"/>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pic>
        <p:nvPicPr>
          <p:cNvPr id="5" name="Picture 4">
            <a:extLst>
              <a:ext uri="{FF2B5EF4-FFF2-40B4-BE49-F238E27FC236}">
                <a16:creationId xmlns:a16="http://schemas.microsoft.com/office/drawing/2014/main" id="{0678CA17-1D97-0236-79E4-26F5DC7150C4}"/>
              </a:ext>
            </a:extLst>
          </p:cNvPr>
          <p:cNvPicPr>
            <a:picLocks noChangeAspect="1"/>
          </p:cNvPicPr>
          <p:nvPr userDrawn="1"/>
        </p:nvPicPr>
        <p:blipFill>
          <a:blip r:embed="rId3"/>
          <a:stretch>
            <a:fillRect/>
          </a:stretch>
        </p:blipFill>
        <p:spPr>
          <a:xfrm>
            <a:off x="3810000" y="0"/>
            <a:ext cx="20574000" cy="13716000"/>
          </a:xfrm>
          <a:prstGeom prst="rect">
            <a:avLst/>
          </a:prstGeom>
        </p:spPr>
      </p:pic>
    </p:spTree>
    <p:extLst>
      <p:ext uri="{BB962C8B-B14F-4D97-AF65-F5344CB8AC3E}">
        <p14:creationId xmlns:p14="http://schemas.microsoft.com/office/powerpoint/2010/main" val="2899194018"/>
      </p:ext>
    </p:extLst>
  </p:cSld>
  <p:clrMapOvr>
    <a:masterClrMapping/>
  </p:clrMapOvr>
</p:sldLayout>
</file>

<file path=ppt/slideLayouts/slideLayout145.xml><?xml version="1.0" encoding="utf-8"?>
<p:sldLayout xmlns:a="http://schemas.openxmlformats.org/drawingml/2006/main" xmlns:r="http://schemas.openxmlformats.org/officeDocument/2006/relationships" xmlns:p="http://schemas.openxmlformats.org/presentationml/2006/main" showMasterSp="0" preserve="1" userDrawn="1">
  <p:cSld name="1_Breaker">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ACB8DA39-5EB3-C1BA-D804-706D71953C1A}"/>
              </a:ext>
            </a:extLst>
          </p:cNvPr>
          <p:cNvPicPr>
            <a:picLocks noChangeAspect="1"/>
          </p:cNvPicPr>
          <p:nvPr userDrawn="1"/>
        </p:nvPicPr>
        <p:blipFill>
          <a:blip r:embed="rId2"/>
          <a:stretch>
            <a:fillRect/>
          </a:stretch>
        </p:blipFill>
        <p:spPr>
          <a:xfrm flipH="1">
            <a:off x="0" y="0"/>
            <a:ext cx="14909800" cy="12547600"/>
          </a:xfrm>
          <a:prstGeom prst="rect">
            <a:avLst/>
          </a:prstGeom>
        </p:spPr>
      </p:pic>
      <p:pic>
        <p:nvPicPr>
          <p:cNvPr id="35" name="Graphic 34">
            <a:extLst>
              <a:ext uri="{FF2B5EF4-FFF2-40B4-BE49-F238E27FC236}">
                <a16:creationId xmlns:a16="http://schemas.microsoft.com/office/drawing/2014/main" id="{B740DB18-FB40-8A40-9C99-C82E37F311C5}"/>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14183359" y="2227766"/>
            <a:ext cx="10200642" cy="4485136"/>
          </a:xfrm>
          <a:prstGeom prst="rect">
            <a:avLst/>
          </a:prstGeom>
          <a:noFill/>
          <a:ln>
            <a:noFill/>
          </a:ln>
        </p:spPr>
        <p:txBody>
          <a:bodyPr vert="horz" lIns="0" tIns="0" rIns="0" bIns="0" rtlCol="0" anchor="b">
            <a:noAutofit/>
          </a:bodyPr>
          <a:lstStyle>
            <a:lvl1pPr marL="0" indent="0" fontAlgn="base">
              <a:lnSpc>
                <a:spcPct val="100000"/>
              </a:lnSpc>
              <a:spcBef>
                <a:spcPts val="0"/>
              </a:spcBef>
              <a:buNone/>
              <a:defRPr lang="en-US" sz="7600" kern="1200" dirty="0" smtClean="0">
                <a:ln w="3175">
                  <a:noFill/>
                </a:ln>
                <a:solidFill>
                  <a:schemeClr val="bg1"/>
                </a:solidFill>
                <a:latin typeface="+mj-lt"/>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14218285" y="6858001"/>
            <a:ext cx="10168718" cy="615554"/>
          </a:xfrm>
          <a:prstGeom prst="rect">
            <a:avLst/>
          </a:prstGeom>
        </p:spPr>
        <p:txBody>
          <a:bodyPr vert="horz" wrap="square" lIns="0" tIns="0" rIns="0" bIns="0" rtlCol="0" anchor="t">
            <a:spAutoFit/>
          </a:bodyPr>
          <a:lstStyle>
            <a:lvl1pPr marL="0" indent="0">
              <a:buNone/>
              <a:defRPr lang="en-US" sz="4000" dirty="0">
                <a:ln>
                  <a:noFill/>
                </a:ln>
                <a:solidFill>
                  <a:schemeClr val="bg1"/>
                </a:solidFill>
              </a:defRPr>
            </a:lvl1pPr>
          </a:lstStyle>
          <a:p>
            <a:pPr lvl="0"/>
            <a:r>
              <a:rPr lang="en-US"/>
              <a:t>All titles/subtitles are sentence case</a:t>
            </a:r>
          </a:p>
        </p:txBody>
      </p:sp>
      <p:sp>
        <p:nvSpPr>
          <p:cNvPr id="3" name="Graphic 2">
            <a:extLst>
              <a:ext uri="{FF2B5EF4-FFF2-40B4-BE49-F238E27FC236}">
                <a16:creationId xmlns:a16="http://schemas.microsoft.com/office/drawing/2014/main" id="{7EF60E61-AA73-8D8E-6D66-BA84E61610FC}"/>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2534348971"/>
      </p:ext>
    </p:extLst>
  </p:cSld>
  <p:clrMapOvr>
    <a:masterClrMapping/>
  </p:clrMapOvr>
</p:sldLayout>
</file>

<file path=ppt/slideLayouts/slideLayout146.xml><?xml version="1.0" encoding="utf-8"?>
<p:sldLayout xmlns:a="http://schemas.openxmlformats.org/drawingml/2006/main" xmlns:r="http://schemas.openxmlformats.org/officeDocument/2006/relationships" xmlns:p="http://schemas.openxmlformats.org/presentationml/2006/main" showMasterSp="0" preserve="1" userDrawn="1">
  <p:cSld name="Thank you US">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38542DD0-7F78-EC7A-D5FC-D2A142724A8E}"/>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3104" y="618382"/>
            <a:ext cx="5197472" cy="916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a:lnSpc>
                <a:spcPct val="110000"/>
              </a:lnSpc>
              <a:spcBef>
                <a:spcPts val="600"/>
              </a:spcBef>
              <a:spcAft>
                <a:spcPts val="600"/>
              </a:spcAft>
            </a:pPr>
            <a:r>
              <a:rPr lang="en-US" sz="3000" b="1">
                <a:solidFill>
                  <a:schemeClr val="tx1"/>
                </a:solidFill>
              </a:rPr>
              <a:t>Rackspace Technology</a:t>
            </a:r>
          </a:p>
          <a:p>
            <a:pPr>
              <a:lnSpc>
                <a:spcPct val="110000"/>
              </a:lnSpc>
              <a:spcBef>
                <a:spcPts val="600"/>
              </a:spcBef>
              <a:spcAft>
                <a:spcPts val="600"/>
              </a:spcAft>
            </a:pPr>
            <a:r>
              <a:rPr lang="en-US" sz="3000">
                <a:solidFill>
                  <a:schemeClr val="tx1"/>
                </a:solidFill>
              </a:rPr>
              <a:t>One Fanatical Place</a:t>
            </a:r>
            <a:br>
              <a:rPr lang="en-US" sz="3000">
                <a:solidFill>
                  <a:schemeClr val="tx1"/>
                </a:solidFill>
              </a:rPr>
            </a:br>
            <a:r>
              <a:rPr lang="en-US" sz="3000">
                <a:solidFill>
                  <a:schemeClr val="tx1"/>
                </a:solidFill>
              </a:rPr>
              <a:t>San Antonio, TX 78218</a:t>
            </a:r>
          </a:p>
          <a:p>
            <a:pPr>
              <a:lnSpc>
                <a:spcPct val="110000"/>
              </a:lnSpc>
              <a:spcBef>
                <a:spcPts val="600"/>
              </a:spcBef>
              <a:spcAft>
                <a:spcPts val="600"/>
              </a:spcAft>
            </a:pPr>
            <a:r>
              <a:rPr lang="en-US" sz="3000">
                <a:solidFill>
                  <a:schemeClr val="tx1"/>
                </a:solidFill>
              </a:rPr>
              <a:t>US sales: 1-800-961-2888 </a:t>
            </a:r>
            <a:br>
              <a:rPr lang="en-US" sz="3000">
                <a:solidFill>
                  <a:schemeClr val="tx1"/>
                </a:solidFill>
              </a:rPr>
            </a:br>
            <a:r>
              <a:rPr lang="en-US" sz="3000">
                <a:solidFill>
                  <a:schemeClr val="tx1"/>
                </a:solidFill>
              </a:rPr>
              <a:t>US support: 1-800-961-4454  </a:t>
            </a:r>
          </a:p>
          <a:p>
            <a:pPr marL="0" algn="l" defTabSz="457200" rtl="0" eaLnBrk="1" latinLnBrk="0" hangingPunct="1">
              <a:lnSpc>
                <a:spcPct val="110000"/>
              </a:lnSpc>
              <a:spcBef>
                <a:spcPts val="600"/>
              </a:spcBef>
              <a:spcAft>
                <a:spcPts val="3600"/>
              </a:spcAft>
            </a:pPr>
            <a:r>
              <a:rPr lang="en-US" sz="3000" b="1" kern="1200" cap="none">
                <a:solidFill>
                  <a:schemeClr val="tx1"/>
                </a:solidFill>
                <a:latin typeface="+mn-lt"/>
                <a:ea typeface="+mn-ea"/>
                <a:cs typeface="+mn-cs"/>
              </a:rPr>
              <a:t>www.rackspace.com</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mn-lt"/>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and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p>
          <a:p>
            <a:pPr marL="0" marR="0" lvl="0" indent="0" algn="l" defTabSz="1828800" rtl="0" eaLnBrk="1" fontAlgn="auto" latinLnBrk="0" hangingPunct="1">
              <a:lnSpc>
                <a:spcPct val="110000"/>
              </a:lnSpc>
              <a:spcBef>
                <a:spcPts val="600"/>
              </a:spcBef>
              <a:spcAft>
                <a:spcPts val="600"/>
              </a:spcAft>
              <a:buClrTx/>
              <a:buSzTx/>
              <a:buFont typeface="Arial" panose="020B0604020202020204" pitchFamily="34" charset="0"/>
              <a:buNone/>
              <a:tabLst/>
              <a:defRPr/>
            </a:pPr>
            <a:endParaRPr lang="en-US" sz="900" cap="none" baseline="0">
              <a:solidFill>
                <a:schemeClr val="tx1"/>
              </a:solidFill>
            </a:endParaRPr>
          </a:p>
          <a:p>
            <a:pPr>
              <a:spcBef>
                <a:spcPts val="600"/>
              </a:spcBef>
              <a:spcAft>
                <a:spcPts val="600"/>
              </a:spcAft>
            </a:pPr>
            <a:endParaRPr lang="en-US" sz="900">
              <a:solidFill>
                <a:schemeClr val="tx1"/>
              </a:solidFill>
            </a:endParaRPr>
          </a:p>
        </p:txBody>
      </p:sp>
      <p:sp>
        <p:nvSpPr>
          <p:cNvPr id="8" name="Title 1">
            <a:extLst>
              <a:ext uri="{FF2B5EF4-FFF2-40B4-BE49-F238E27FC236}">
                <a16:creationId xmlns:a16="http://schemas.microsoft.com/office/drawing/2014/main" id="{CA8D6980-0755-4BDF-90B7-CB35F8A5326B}"/>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kern="1200">
                <a:ln w="9525">
                  <a:noFill/>
                </a:ln>
                <a:solidFill>
                  <a:schemeClr val="bg1"/>
                </a:solidFill>
                <a:latin typeface="+mj-lt"/>
                <a:ea typeface="+mj-ea"/>
                <a:cs typeface="+mj-cs"/>
              </a:rPr>
              <a:t>Thank you</a:t>
            </a:r>
          </a:p>
        </p:txBody>
      </p:sp>
      <p:pic>
        <p:nvPicPr>
          <p:cNvPr id="9" name="Graphic 8">
            <a:extLst>
              <a:ext uri="{FF2B5EF4-FFF2-40B4-BE49-F238E27FC236}">
                <a16:creationId xmlns:a16="http://schemas.microsoft.com/office/drawing/2014/main" id="{40B8DA9A-ED61-5E43-8362-4E63965DB80D}"/>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5" name="Graphic 2">
            <a:extLst>
              <a:ext uri="{FF2B5EF4-FFF2-40B4-BE49-F238E27FC236}">
                <a16:creationId xmlns:a16="http://schemas.microsoft.com/office/drawing/2014/main" id="{F5C83CB2-275A-FBA6-BB3A-46CB8C63DAB1}"/>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3597184182"/>
      </p:ext>
    </p:extLst>
  </p:cSld>
  <p:clrMapOvr>
    <a:masterClrMapping/>
  </p:clrMapOvr>
</p:sldLayout>
</file>

<file path=ppt/slideLayouts/slideLayout147.xml><?xml version="1.0" encoding="utf-8"?>
<p:sldLayout xmlns:a="http://schemas.openxmlformats.org/drawingml/2006/main" xmlns:r="http://schemas.openxmlformats.org/officeDocument/2006/relationships" xmlns:p="http://schemas.openxmlformats.org/presentationml/2006/main" showMasterSp="0" preserve="1" userDrawn="1">
  <p:cSld name="Thank you UK">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9FFCA8B3-607E-EB86-6B92-3EC70005FC99}"/>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2592" y="621792"/>
            <a:ext cx="5193792" cy="916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marL="0" algn="l" defTabSz="457200" rtl="0" eaLnBrk="1" latinLnBrk="0" hangingPunct="1">
              <a:lnSpc>
                <a:spcPct val="110000"/>
              </a:lnSpc>
              <a:spcBef>
                <a:spcPts val="600"/>
              </a:spcBef>
              <a:spcAft>
                <a:spcPts val="600"/>
              </a:spcAft>
            </a:pPr>
            <a:r>
              <a:rPr lang="en-US" sz="3000" b="1" kern="1200">
                <a:solidFill>
                  <a:schemeClr val="tx1"/>
                </a:solidFill>
                <a:latin typeface="+mn-lt"/>
                <a:ea typeface="+mn-ea"/>
                <a:cs typeface="+mn-cs"/>
              </a:rPr>
              <a:t>Rackspace Technology</a:t>
            </a:r>
          </a:p>
          <a:p>
            <a:pPr marL="0" algn="l" defTabSz="457200" rtl="0" eaLnBrk="1" latinLnBrk="0" hangingPunct="1">
              <a:lnSpc>
                <a:spcPct val="110000"/>
              </a:lnSpc>
              <a:spcBef>
                <a:spcPts val="600"/>
              </a:spcBef>
              <a:spcAft>
                <a:spcPts val="600"/>
              </a:spcAft>
            </a:pPr>
            <a:r>
              <a:rPr lang="en-US" sz="3000" kern="1200">
                <a:solidFill>
                  <a:schemeClr val="tx1"/>
                </a:solidFill>
                <a:latin typeface="+mn-lt"/>
                <a:ea typeface="+mn-ea"/>
                <a:cs typeface="+mn-cs"/>
              </a:rPr>
              <a:t>8 Millington Road</a:t>
            </a:r>
            <a:br>
              <a:rPr lang="en-US" sz="3000" kern="1200">
                <a:solidFill>
                  <a:schemeClr val="tx1"/>
                </a:solidFill>
                <a:latin typeface="+mn-lt"/>
                <a:ea typeface="+mn-ea"/>
                <a:cs typeface="+mn-cs"/>
              </a:rPr>
            </a:br>
            <a:r>
              <a:rPr lang="en-US" sz="3000" kern="1200">
                <a:solidFill>
                  <a:schemeClr val="tx1"/>
                </a:solidFill>
                <a:latin typeface="+mn-lt"/>
                <a:ea typeface="+mn-ea"/>
                <a:cs typeface="+mn-cs"/>
              </a:rPr>
              <a:t>Hayes, Middlesex </a:t>
            </a:r>
            <a:br>
              <a:rPr lang="en-US" sz="3000" kern="1200">
                <a:solidFill>
                  <a:schemeClr val="tx1"/>
                </a:solidFill>
                <a:latin typeface="+mn-lt"/>
                <a:ea typeface="+mn-ea"/>
                <a:cs typeface="+mn-cs"/>
              </a:rPr>
            </a:br>
            <a:r>
              <a:rPr lang="en-US" sz="3000" kern="1200">
                <a:solidFill>
                  <a:schemeClr val="tx1"/>
                </a:solidFill>
                <a:latin typeface="+mn-lt"/>
                <a:ea typeface="+mn-ea"/>
                <a:cs typeface="+mn-cs"/>
              </a:rPr>
              <a:t>UB3 4AZ</a:t>
            </a:r>
          </a:p>
          <a:p>
            <a:pPr>
              <a:lnSpc>
                <a:spcPct val="110000"/>
              </a:lnSpc>
              <a:spcBef>
                <a:spcPts val="600"/>
              </a:spcBef>
              <a:spcAft>
                <a:spcPts val="600"/>
              </a:spcAft>
            </a:pPr>
            <a:r>
              <a:rPr lang="en-US" sz="3000">
                <a:solidFill>
                  <a:schemeClr val="tx1"/>
                </a:solidFill>
              </a:rPr>
              <a:t>U.K. sales: 020 8734 2600  </a:t>
            </a:r>
            <a:br>
              <a:rPr lang="en-US" sz="3000">
                <a:solidFill>
                  <a:schemeClr val="tx1"/>
                </a:solidFill>
              </a:rPr>
            </a:br>
            <a:r>
              <a:rPr lang="en-US" sz="3000">
                <a:solidFill>
                  <a:schemeClr val="tx1"/>
                </a:solidFill>
              </a:rPr>
              <a:t>U.K. support: 020 8734 2700   </a:t>
            </a:r>
          </a:p>
          <a:p>
            <a:pPr marL="0" algn="l" defTabSz="457200" rtl="0" eaLnBrk="1" latinLnBrk="0" hangingPunct="1">
              <a:lnSpc>
                <a:spcPct val="110000"/>
              </a:lnSpc>
              <a:spcBef>
                <a:spcPts val="600"/>
              </a:spcBef>
              <a:spcAft>
                <a:spcPts val="3600"/>
              </a:spcAft>
            </a:pPr>
            <a:r>
              <a:rPr lang="en-US" sz="3000" b="1" kern="1200" cap="none">
                <a:solidFill>
                  <a:schemeClr val="tx1"/>
                </a:solidFill>
                <a:latin typeface="+mn-lt"/>
                <a:ea typeface="+mn-ea"/>
                <a:cs typeface="+mn-cs"/>
              </a:rPr>
              <a:t>www.rackspace.co.uk</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mn-lt"/>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and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endParaRPr lang="en-US" sz="1400" cap="none" baseline="0">
              <a:solidFill>
                <a:schemeClr val="tx1"/>
              </a:solidFill>
            </a:endParaRPr>
          </a:p>
          <a:p>
            <a:pPr>
              <a:spcBef>
                <a:spcPts val="600"/>
              </a:spcBef>
              <a:spcAft>
                <a:spcPts val="600"/>
              </a:spcAft>
            </a:pPr>
            <a:endParaRPr lang="en-US" sz="900">
              <a:solidFill>
                <a:schemeClr val="tx1"/>
              </a:solidFill>
            </a:endParaRPr>
          </a:p>
        </p:txBody>
      </p:sp>
      <p:pic>
        <p:nvPicPr>
          <p:cNvPr id="6" name="Graphic 5">
            <a:extLst>
              <a:ext uri="{FF2B5EF4-FFF2-40B4-BE49-F238E27FC236}">
                <a16:creationId xmlns:a16="http://schemas.microsoft.com/office/drawing/2014/main" id="{7C797846-2FE7-1F4B-A5B0-CC5DA49A249B}"/>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8" name="Title 1">
            <a:extLst>
              <a:ext uri="{FF2B5EF4-FFF2-40B4-BE49-F238E27FC236}">
                <a16:creationId xmlns:a16="http://schemas.microsoft.com/office/drawing/2014/main" id="{A5CD6002-EFB6-8A46-9A72-06D0A61799C8}"/>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kern="1200">
                <a:ln w="9525">
                  <a:noFill/>
                </a:ln>
                <a:solidFill>
                  <a:schemeClr val="bg1"/>
                </a:solidFill>
                <a:latin typeface="+mj-lt"/>
                <a:ea typeface="+mj-ea"/>
                <a:cs typeface="+mj-cs"/>
              </a:rPr>
              <a:t>Thank you</a:t>
            </a:r>
          </a:p>
        </p:txBody>
      </p:sp>
      <p:sp>
        <p:nvSpPr>
          <p:cNvPr id="5" name="Graphic 2">
            <a:extLst>
              <a:ext uri="{FF2B5EF4-FFF2-40B4-BE49-F238E27FC236}">
                <a16:creationId xmlns:a16="http://schemas.microsoft.com/office/drawing/2014/main" id="{9EFADF9F-D78A-35D2-A20F-2DD7BA53DB69}"/>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3607836660"/>
      </p:ext>
    </p:extLst>
  </p:cSld>
  <p:clrMapOvr>
    <a:masterClrMapping/>
  </p:clrMapOvr>
</p:sldLayout>
</file>

<file path=ppt/slideLayouts/slideLayout148.xml><?xml version="1.0" encoding="utf-8"?>
<p:sldLayout xmlns:a="http://schemas.openxmlformats.org/drawingml/2006/main" xmlns:r="http://schemas.openxmlformats.org/officeDocument/2006/relationships" xmlns:p="http://schemas.openxmlformats.org/presentationml/2006/main" showMasterSp="0" preserve="1" userDrawn="1">
  <p:cSld name="Thank you AUS">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A56B11D-EA4E-5DD4-8089-D6B4F96745E4}"/>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2592" y="621792"/>
            <a:ext cx="5193792" cy="916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marL="0" algn="l" defTabSz="457200" rtl="0" eaLnBrk="1" latinLnBrk="0" hangingPunct="1">
              <a:lnSpc>
                <a:spcPct val="110000"/>
              </a:lnSpc>
              <a:spcBef>
                <a:spcPts val="600"/>
              </a:spcBef>
              <a:spcAft>
                <a:spcPts val="600"/>
              </a:spcAft>
            </a:pPr>
            <a:r>
              <a:rPr lang="en-US" sz="3000" b="1" kern="1200">
                <a:solidFill>
                  <a:schemeClr val="tx1"/>
                </a:solidFill>
                <a:latin typeface="+mn-lt"/>
                <a:ea typeface="+mn-ea"/>
                <a:cs typeface="+mn-cs"/>
              </a:rPr>
              <a:t>Rackspace Technology</a:t>
            </a:r>
          </a:p>
          <a:p>
            <a:pPr marL="0" algn="l" defTabSz="457200" rtl="0" eaLnBrk="1" latinLnBrk="0" hangingPunct="1">
              <a:lnSpc>
                <a:spcPct val="110000"/>
              </a:lnSpc>
              <a:spcBef>
                <a:spcPts val="600"/>
              </a:spcBef>
              <a:spcAft>
                <a:spcPts val="600"/>
              </a:spcAft>
            </a:pPr>
            <a:r>
              <a:rPr lang="en-US" sz="3000" kern="1200">
                <a:solidFill>
                  <a:schemeClr val="tx1"/>
                </a:solidFill>
                <a:latin typeface="+mn-lt"/>
                <a:ea typeface="+mn-ea"/>
                <a:cs typeface="+mn-cs"/>
              </a:rPr>
              <a:t>Level 1, 37 Pitt Street,</a:t>
            </a:r>
            <a:br>
              <a:rPr lang="en-US" sz="3000" kern="1200">
                <a:solidFill>
                  <a:schemeClr val="tx1"/>
                </a:solidFill>
                <a:latin typeface="+mn-lt"/>
                <a:ea typeface="+mn-ea"/>
                <a:cs typeface="+mn-cs"/>
              </a:rPr>
            </a:br>
            <a:r>
              <a:rPr lang="en-US" sz="3000" kern="1200">
                <a:solidFill>
                  <a:schemeClr val="tx1"/>
                </a:solidFill>
                <a:latin typeface="+mn-lt"/>
                <a:ea typeface="+mn-ea"/>
                <a:cs typeface="+mn-cs"/>
              </a:rPr>
              <a:t>Sydney NSW 2000, Australia</a:t>
            </a:r>
          </a:p>
          <a:p>
            <a:pPr>
              <a:lnSpc>
                <a:spcPct val="110000"/>
              </a:lnSpc>
              <a:spcBef>
                <a:spcPts val="600"/>
              </a:spcBef>
              <a:spcAft>
                <a:spcPts val="600"/>
              </a:spcAft>
            </a:pPr>
            <a:r>
              <a:rPr lang="en-US" sz="3000">
                <a:solidFill>
                  <a:schemeClr val="tx1"/>
                </a:solidFill>
              </a:rPr>
              <a:t>AUS sales: 1-800-722-577</a:t>
            </a:r>
            <a:br>
              <a:rPr lang="en-US" sz="3000">
                <a:solidFill>
                  <a:schemeClr val="tx1"/>
                </a:solidFill>
              </a:rPr>
            </a:br>
            <a:r>
              <a:rPr lang="en-US" sz="3000">
                <a:solidFill>
                  <a:schemeClr val="tx1"/>
                </a:solidFill>
              </a:rPr>
              <a:t>AUS support: 1-800-421-267   </a:t>
            </a:r>
          </a:p>
          <a:p>
            <a:pPr marL="0" algn="l" defTabSz="457200" rtl="0" eaLnBrk="1" latinLnBrk="0" hangingPunct="1">
              <a:lnSpc>
                <a:spcPct val="110000"/>
              </a:lnSpc>
              <a:spcBef>
                <a:spcPts val="600"/>
              </a:spcBef>
              <a:spcAft>
                <a:spcPts val="3600"/>
              </a:spcAft>
            </a:pPr>
            <a:r>
              <a:rPr lang="en-US" sz="3000" b="1" kern="1200" cap="none">
                <a:solidFill>
                  <a:schemeClr val="tx1"/>
                </a:solidFill>
                <a:latin typeface="+mn-lt"/>
                <a:ea typeface="+mn-ea"/>
                <a:cs typeface="+mn-cs"/>
              </a:rPr>
              <a:t>www.rackspace.co.au</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mn-lt"/>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and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endParaRPr lang="en-US" sz="1400" cap="none" baseline="0">
              <a:solidFill>
                <a:schemeClr val="tx1"/>
              </a:solidFill>
            </a:endParaRPr>
          </a:p>
          <a:p>
            <a:pPr>
              <a:spcBef>
                <a:spcPts val="600"/>
              </a:spcBef>
              <a:spcAft>
                <a:spcPts val="600"/>
              </a:spcAft>
            </a:pPr>
            <a:endParaRPr lang="en-US" sz="900">
              <a:solidFill>
                <a:schemeClr val="tx1"/>
              </a:solidFill>
            </a:endParaRPr>
          </a:p>
        </p:txBody>
      </p:sp>
      <p:pic>
        <p:nvPicPr>
          <p:cNvPr id="6" name="Graphic 5">
            <a:extLst>
              <a:ext uri="{FF2B5EF4-FFF2-40B4-BE49-F238E27FC236}">
                <a16:creationId xmlns:a16="http://schemas.microsoft.com/office/drawing/2014/main" id="{AC0FA533-2CE7-6E47-81C4-BFCDCCE0C1C4}"/>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8" name="Title 1">
            <a:extLst>
              <a:ext uri="{FF2B5EF4-FFF2-40B4-BE49-F238E27FC236}">
                <a16:creationId xmlns:a16="http://schemas.microsoft.com/office/drawing/2014/main" id="{1D0A5DDB-735A-4943-B6C8-C8D38CE28960}"/>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kern="1200">
                <a:ln w="9525">
                  <a:noFill/>
                </a:ln>
                <a:solidFill>
                  <a:schemeClr val="bg1"/>
                </a:solidFill>
                <a:latin typeface="+mj-lt"/>
                <a:ea typeface="+mj-ea"/>
                <a:cs typeface="+mj-cs"/>
              </a:rPr>
              <a:t>Thank you</a:t>
            </a:r>
          </a:p>
        </p:txBody>
      </p:sp>
      <p:sp>
        <p:nvSpPr>
          <p:cNvPr id="5" name="Graphic 2">
            <a:extLst>
              <a:ext uri="{FF2B5EF4-FFF2-40B4-BE49-F238E27FC236}">
                <a16:creationId xmlns:a16="http://schemas.microsoft.com/office/drawing/2014/main" id="{624A405F-8B3B-B4AB-17B8-B5417AC9E53C}"/>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2968527659"/>
      </p:ext>
    </p:extLst>
  </p:cSld>
  <p:clrMapOvr>
    <a:masterClrMapping/>
  </p:clrMapOvr>
</p:sldLayout>
</file>

<file path=ppt/slideLayouts/slideLayout149.xml><?xml version="1.0" encoding="utf-8"?>
<p:sldLayout xmlns:a="http://schemas.openxmlformats.org/drawingml/2006/main" xmlns:r="http://schemas.openxmlformats.org/officeDocument/2006/relationships" xmlns:p="http://schemas.openxmlformats.org/presentationml/2006/main" showMasterSp="0" preserve="1" userDrawn="1">
  <p:cSld name="Thank you ASIA">
    <p:bg>
      <p:bgPr>
        <a:solidFill>
          <a:schemeClr val="tx1"/>
        </a:solid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D497F4D2-160B-C97C-40D9-A804160E6AD4}"/>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2592" y="621792"/>
            <a:ext cx="5193792" cy="1237030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marL="0" algn="l" defTabSz="457200" rtl="0" eaLnBrk="1" latinLnBrk="0" hangingPunct="1">
              <a:lnSpc>
                <a:spcPct val="110000"/>
              </a:lnSpc>
              <a:spcBef>
                <a:spcPts val="600"/>
              </a:spcBef>
              <a:spcAft>
                <a:spcPts val="600"/>
              </a:spcAft>
            </a:pPr>
            <a:r>
              <a:rPr lang="en-US" sz="3000" b="1" kern="1200">
                <a:solidFill>
                  <a:schemeClr val="tx1"/>
                </a:solidFill>
                <a:latin typeface="+mn-lt"/>
                <a:ea typeface="+mn-ea"/>
                <a:cs typeface="+mn-cs"/>
              </a:rPr>
              <a:t>Rackspace Technology</a:t>
            </a:r>
          </a:p>
          <a:p>
            <a:pPr marL="0" marR="0" lvl="0" indent="0" algn="l" defTabSz="457200" rtl="0" eaLnBrk="1" fontAlgn="auto" latinLnBrk="0" hangingPunct="1">
              <a:lnSpc>
                <a:spcPct val="110000"/>
              </a:lnSpc>
              <a:spcBef>
                <a:spcPts val="600"/>
              </a:spcBef>
              <a:spcAft>
                <a:spcPts val="1200"/>
              </a:spcAft>
              <a:buClrTx/>
              <a:buSzTx/>
              <a:buFontTx/>
              <a:buNone/>
              <a:tabLst/>
              <a:defRPr/>
            </a:pPr>
            <a:r>
              <a:rPr lang="en-US" sz="3000" kern="1200" cap="none">
                <a:solidFill>
                  <a:schemeClr val="tx1"/>
                </a:solidFill>
                <a:latin typeface="+mn-lt"/>
                <a:ea typeface="+mn-ea"/>
                <a:cs typeface="+mn-cs"/>
              </a:rPr>
              <a:t>9/F., Cambridge House</a:t>
            </a:r>
            <a:br>
              <a:rPr lang="en-US" sz="3000" kern="1200" cap="none">
                <a:solidFill>
                  <a:schemeClr val="tx1"/>
                </a:solidFill>
                <a:latin typeface="+mn-lt"/>
                <a:ea typeface="+mn-ea"/>
                <a:cs typeface="+mn-cs"/>
              </a:rPr>
            </a:br>
            <a:r>
              <a:rPr lang="en-US" sz="3000" kern="1200" cap="none">
                <a:solidFill>
                  <a:schemeClr val="tx1"/>
                </a:solidFill>
                <a:latin typeface="+mn-lt"/>
                <a:ea typeface="+mn-ea"/>
                <a:cs typeface="+mn-cs"/>
              </a:rPr>
              <a:t>Taikoo Place, 979 King's Road</a:t>
            </a:r>
            <a:br>
              <a:rPr lang="en-US" sz="3000" kern="1200" cap="none">
                <a:solidFill>
                  <a:schemeClr val="tx1"/>
                </a:solidFill>
                <a:latin typeface="+mn-lt"/>
                <a:ea typeface="+mn-ea"/>
                <a:cs typeface="+mn-cs"/>
              </a:rPr>
            </a:br>
            <a:r>
              <a:rPr lang="en-US" sz="3000" kern="1200" cap="none">
                <a:solidFill>
                  <a:schemeClr val="tx1"/>
                </a:solidFill>
                <a:latin typeface="+mn-lt"/>
                <a:ea typeface="+mn-ea"/>
                <a:cs typeface="+mn-cs"/>
              </a:rPr>
              <a:t>Quarry Bay, Hong Kong</a:t>
            </a:r>
          </a:p>
          <a:p>
            <a:pPr marL="0" algn="l" defTabSz="457200" rtl="0" eaLnBrk="1" latinLnBrk="0" hangingPunct="1">
              <a:lnSpc>
                <a:spcPct val="110000"/>
              </a:lnSpc>
              <a:spcBef>
                <a:spcPts val="600"/>
              </a:spcBef>
              <a:spcAft>
                <a:spcPts val="0"/>
              </a:spcAft>
            </a:pPr>
            <a:r>
              <a:rPr lang="en-US" sz="3000" kern="1200" cap="none">
                <a:solidFill>
                  <a:schemeClr val="tx1"/>
                </a:solidFill>
                <a:latin typeface="+mn-lt"/>
                <a:ea typeface="+mn-ea"/>
                <a:cs typeface="+mn-cs"/>
              </a:rPr>
              <a:t>China: +86 21 5058 8808 </a:t>
            </a:r>
          </a:p>
          <a:p>
            <a:pPr marL="0" algn="l" defTabSz="457200" rtl="0" eaLnBrk="1" latinLnBrk="0" hangingPunct="1">
              <a:lnSpc>
                <a:spcPct val="110000"/>
              </a:lnSpc>
              <a:spcBef>
                <a:spcPts val="600"/>
              </a:spcBef>
              <a:spcAft>
                <a:spcPts val="0"/>
              </a:spcAft>
            </a:pPr>
            <a:r>
              <a:rPr lang="en-US" sz="3000" kern="1200" cap="none">
                <a:solidFill>
                  <a:schemeClr val="tx1"/>
                </a:solidFill>
                <a:latin typeface="+mn-lt"/>
                <a:ea typeface="+mn-ea"/>
                <a:cs typeface="+mn-cs"/>
              </a:rPr>
              <a:t>Hong Kong: +852 3752 6488 </a:t>
            </a:r>
          </a:p>
          <a:p>
            <a:pPr marL="0" algn="l" defTabSz="457200" rtl="0" eaLnBrk="1" latinLnBrk="0" hangingPunct="1">
              <a:lnSpc>
                <a:spcPct val="110000"/>
              </a:lnSpc>
              <a:spcBef>
                <a:spcPts val="600"/>
              </a:spcBef>
              <a:spcAft>
                <a:spcPts val="0"/>
              </a:spcAft>
            </a:pPr>
            <a:r>
              <a:rPr lang="en-US" sz="3000" kern="1200" cap="none">
                <a:solidFill>
                  <a:schemeClr val="tx1"/>
                </a:solidFill>
                <a:latin typeface="+mn-lt"/>
                <a:ea typeface="+mn-ea"/>
                <a:cs typeface="+mn-cs"/>
              </a:rPr>
              <a:t>India: 000800 100 8796</a:t>
            </a:r>
          </a:p>
          <a:p>
            <a:pPr marL="0" algn="l" defTabSz="457200" rtl="0" eaLnBrk="1" latinLnBrk="0" hangingPunct="1">
              <a:lnSpc>
                <a:spcPct val="110000"/>
              </a:lnSpc>
              <a:spcBef>
                <a:spcPts val="600"/>
              </a:spcBef>
              <a:spcAft>
                <a:spcPts val="0"/>
              </a:spcAft>
            </a:pPr>
            <a:r>
              <a:rPr lang="en-US" sz="3000" kern="1200" cap="none">
                <a:solidFill>
                  <a:schemeClr val="tx1"/>
                </a:solidFill>
                <a:latin typeface="+mn-lt"/>
                <a:ea typeface="+mn-ea"/>
                <a:cs typeface="+mn-cs"/>
              </a:rPr>
              <a:t>Philippines: 1 800 1110 1468 </a:t>
            </a:r>
          </a:p>
          <a:p>
            <a:pPr marL="0" algn="l" defTabSz="457200" rtl="0" eaLnBrk="1" latinLnBrk="0" hangingPunct="1">
              <a:lnSpc>
                <a:spcPct val="110000"/>
              </a:lnSpc>
              <a:spcBef>
                <a:spcPts val="600"/>
              </a:spcBef>
              <a:spcAft>
                <a:spcPts val="0"/>
              </a:spcAft>
            </a:pPr>
            <a:r>
              <a:rPr lang="en-US" sz="3000" kern="1200" cap="none">
                <a:solidFill>
                  <a:schemeClr val="tx1"/>
                </a:solidFill>
                <a:latin typeface="+mn-lt"/>
                <a:ea typeface="+mn-ea"/>
                <a:cs typeface="+mn-cs"/>
              </a:rPr>
              <a:t>Singapore: +65 6428 6102 </a:t>
            </a:r>
          </a:p>
          <a:p>
            <a:pPr marL="0" algn="l" defTabSz="457200" rtl="0" eaLnBrk="1" latinLnBrk="0" hangingPunct="1">
              <a:lnSpc>
                <a:spcPct val="110000"/>
              </a:lnSpc>
              <a:spcBef>
                <a:spcPts val="600"/>
              </a:spcBef>
              <a:spcAft>
                <a:spcPts val="0"/>
              </a:spcAft>
            </a:pPr>
            <a:r>
              <a:rPr lang="en-US" sz="3000" kern="1200" cap="none">
                <a:solidFill>
                  <a:schemeClr val="tx1"/>
                </a:solidFill>
                <a:latin typeface="+mn-lt"/>
                <a:ea typeface="+mn-ea"/>
                <a:cs typeface="+mn-cs"/>
              </a:rPr>
              <a:t>Taiwan: +886 2 2650 7441</a:t>
            </a:r>
          </a:p>
          <a:p>
            <a:pPr marL="0" algn="l" defTabSz="457200" rtl="0" eaLnBrk="1" latinLnBrk="0" hangingPunct="1">
              <a:lnSpc>
                <a:spcPct val="110000"/>
              </a:lnSpc>
              <a:spcBef>
                <a:spcPts val="600"/>
              </a:spcBef>
              <a:spcAft>
                <a:spcPts val="1200"/>
              </a:spcAft>
            </a:pPr>
            <a:r>
              <a:rPr lang="en-US" sz="3000" kern="1200" cap="none">
                <a:solidFill>
                  <a:schemeClr val="tx1"/>
                </a:solidFill>
                <a:latin typeface="+mn-lt"/>
                <a:ea typeface="+mn-ea"/>
                <a:cs typeface="+mn-cs"/>
              </a:rPr>
              <a:t>Thailand: +66 2105 5712 </a:t>
            </a:r>
          </a:p>
          <a:p>
            <a:pPr marL="0" algn="l" defTabSz="457200" rtl="0" eaLnBrk="1" latinLnBrk="0" hangingPunct="1">
              <a:lnSpc>
                <a:spcPct val="110000"/>
              </a:lnSpc>
              <a:spcBef>
                <a:spcPts val="600"/>
              </a:spcBef>
              <a:spcAft>
                <a:spcPts val="3600"/>
              </a:spcAft>
            </a:pPr>
            <a:r>
              <a:rPr lang="en-US" sz="3000" b="1" kern="1200" cap="none">
                <a:solidFill>
                  <a:schemeClr val="tx1"/>
                </a:solidFill>
                <a:latin typeface="+mn-lt"/>
                <a:ea typeface="+mn-ea"/>
                <a:cs typeface="+mn-cs"/>
              </a:rPr>
              <a:t>www.rackspace.com</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mn-lt"/>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and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endParaRPr lang="en-US" sz="1400" cap="none" baseline="0">
              <a:solidFill>
                <a:schemeClr val="tx1"/>
              </a:solidFill>
            </a:endParaRPr>
          </a:p>
          <a:p>
            <a:pPr>
              <a:spcBef>
                <a:spcPts val="600"/>
              </a:spcBef>
              <a:spcAft>
                <a:spcPts val="600"/>
              </a:spcAft>
            </a:pPr>
            <a:endParaRPr lang="en-US" sz="900">
              <a:solidFill>
                <a:schemeClr val="tx1"/>
              </a:solidFill>
            </a:endParaRPr>
          </a:p>
        </p:txBody>
      </p:sp>
      <p:pic>
        <p:nvPicPr>
          <p:cNvPr id="6" name="Graphic 5">
            <a:extLst>
              <a:ext uri="{FF2B5EF4-FFF2-40B4-BE49-F238E27FC236}">
                <a16:creationId xmlns:a16="http://schemas.microsoft.com/office/drawing/2014/main" id="{55E1009B-6DDE-3A4A-A67D-3789AA6DC5A4}"/>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8" name="Title 1">
            <a:extLst>
              <a:ext uri="{FF2B5EF4-FFF2-40B4-BE49-F238E27FC236}">
                <a16:creationId xmlns:a16="http://schemas.microsoft.com/office/drawing/2014/main" id="{62B38B6C-0963-FC49-B60A-104F4423F171}"/>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kern="1200">
                <a:ln w="9525">
                  <a:noFill/>
                </a:ln>
                <a:solidFill>
                  <a:schemeClr val="bg1"/>
                </a:solidFill>
                <a:latin typeface="+mj-lt"/>
                <a:ea typeface="+mj-ea"/>
                <a:cs typeface="+mj-cs"/>
              </a:rPr>
              <a:t>Thank you</a:t>
            </a:r>
          </a:p>
        </p:txBody>
      </p:sp>
      <p:sp>
        <p:nvSpPr>
          <p:cNvPr id="4" name="Graphic 2">
            <a:extLst>
              <a:ext uri="{FF2B5EF4-FFF2-40B4-BE49-F238E27FC236}">
                <a16:creationId xmlns:a16="http://schemas.microsoft.com/office/drawing/2014/main" id="{3B656623-07C0-9359-8C07-651BB1DF88A2}"/>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1690365937"/>
      </p:ext>
    </p:extLst>
  </p:cSld>
  <p:clrMapOvr>
    <a:masterClrMapping/>
  </p:clrMapOvr>
</p:sldLayout>
</file>

<file path=ppt/slideLayouts/slideLayout150.xml><?xml version="1.0" encoding="utf-8"?>
<p:sldLayout xmlns:a="http://schemas.openxmlformats.org/drawingml/2006/main" xmlns:r="http://schemas.openxmlformats.org/officeDocument/2006/relationships" xmlns:p="http://schemas.openxmlformats.org/presentationml/2006/main" showMasterSp="0" preserve="1" userDrawn="1">
  <p:cSld name="2_Logo">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F4F7020-A4CC-335A-1D32-F7778AF48C3F}"/>
              </a:ext>
            </a:extLst>
          </p:cNvPr>
          <p:cNvPicPr>
            <a:picLocks noChangeAspect="1"/>
          </p:cNvPicPr>
          <p:nvPr userDrawn="1"/>
        </p:nvPicPr>
        <p:blipFill>
          <a:blip r:embed="rId2"/>
          <a:stretch>
            <a:fillRect/>
          </a:stretch>
        </p:blipFill>
        <p:spPr>
          <a:xfrm>
            <a:off x="1676400" y="0"/>
            <a:ext cx="21031200" cy="13716000"/>
          </a:xfrm>
          <a:prstGeom prst="rect">
            <a:avLst/>
          </a:prstGeom>
        </p:spPr>
      </p:pic>
      <p:sp>
        <p:nvSpPr>
          <p:cNvPr id="7" name="Graphic 5">
            <a:extLst>
              <a:ext uri="{FF2B5EF4-FFF2-40B4-BE49-F238E27FC236}">
                <a16:creationId xmlns:a16="http://schemas.microsoft.com/office/drawing/2014/main" id="{08DE7455-B783-AA7A-0958-9BF73F5F802D}"/>
              </a:ext>
            </a:extLst>
          </p:cNvPr>
          <p:cNvSpPr>
            <a:spLocks noChangeAspect="1"/>
          </p:cNvSpPr>
          <p:nvPr/>
        </p:nvSpPr>
        <p:spPr>
          <a:xfrm>
            <a:off x="5647010" y="5614416"/>
            <a:ext cx="13089980" cy="2487168"/>
          </a:xfrm>
          <a:custGeom>
            <a:avLst/>
            <a:gdLst>
              <a:gd name="connsiteX0" fmla="*/ 3216560 w 4875349"/>
              <a:gd name="connsiteY0" fmla="*/ 504882 h 926343"/>
              <a:gd name="connsiteX1" fmla="*/ 3216558 w 4875349"/>
              <a:gd name="connsiteY1" fmla="*/ 113422 h 926343"/>
              <a:gd name="connsiteX2" fmla="*/ 3240379 w 4875349"/>
              <a:gd name="connsiteY2" fmla="*/ 113422 h 926343"/>
              <a:gd name="connsiteX3" fmla="*/ 3240381 w 4875349"/>
              <a:gd name="connsiteY3" fmla="*/ 504882 h 926343"/>
              <a:gd name="connsiteX4" fmla="*/ 3216560 w 4875349"/>
              <a:gd name="connsiteY4" fmla="*/ 504882 h 926343"/>
              <a:gd name="connsiteX5" fmla="*/ 4045162 w 4875349"/>
              <a:gd name="connsiteY5" fmla="*/ 501503 h 926343"/>
              <a:gd name="connsiteX6" fmla="*/ 4065592 w 4875349"/>
              <a:gd name="connsiteY6" fmla="*/ 501503 h 926343"/>
              <a:gd name="connsiteX7" fmla="*/ 4065592 w 4875349"/>
              <a:gd name="connsiteY7" fmla="*/ 436819 h 926343"/>
              <a:gd name="connsiteX8" fmla="*/ 4113948 w 4875349"/>
              <a:gd name="connsiteY8" fmla="*/ 436819 h 926343"/>
              <a:gd name="connsiteX9" fmla="*/ 4113948 w 4875349"/>
              <a:gd name="connsiteY9" fmla="*/ 420806 h 926343"/>
              <a:gd name="connsiteX10" fmla="*/ 4065592 w 4875349"/>
              <a:gd name="connsiteY10" fmla="*/ 420806 h 926343"/>
              <a:gd name="connsiteX11" fmla="*/ 4065592 w 4875349"/>
              <a:gd name="connsiteY11" fmla="*/ 370635 h 926343"/>
              <a:gd name="connsiteX12" fmla="*/ 4121465 w 4875349"/>
              <a:gd name="connsiteY12" fmla="*/ 370635 h 926343"/>
              <a:gd name="connsiteX13" fmla="*/ 4123838 w 4875349"/>
              <a:gd name="connsiteY13" fmla="*/ 354398 h 926343"/>
              <a:gd name="connsiteX14" fmla="*/ 4045162 w 4875349"/>
              <a:gd name="connsiteY14" fmla="*/ 354398 h 926343"/>
              <a:gd name="connsiteX15" fmla="*/ 4045162 w 4875349"/>
              <a:gd name="connsiteY15" fmla="*/ 501503 h 926343"/>
              <a:gd name="connsiteX16" fmla="*/ 4173291 w 4875349"/>
              <a:gd name="connsiteY16" fmla="*/ 348426 h 926343"/>
              <a:gd name="connsiteX17" fmla="*/ 4159329 w 4875349"/>
              <a:gd name="connsiteY17" fmla="*/ 361661 h 926343"/>
              <a:gd name="connsiteX18" fmla="*/ 4145567 w 4875349"/>
              <a:gd name="connsiteY18" fmla="*/ 348426 h 926343"/>
              <a:gd name="connsiteX19" fmla="*/ 4159329 w 4875349"/>
              <a:gd name="connsiteY19" fmla="*/ 334968 h 926343"/>
              <a:gd name="connsiteX20" fmla="*/ 4173291 w 4875349"/>
              <a:gd name="connsiteY20" fmla="*/ 348426 h 926343"/>
              <a:gd name="connsiteX21" fmla="*/ 4169419 w 4875349"/>
              <a:gd name="connsiteY21" fmla="*/ 501497 h 926343"/>
              <a:gd name="connsiteX22" fmla="*/ 4149638 w 4875349"/>
              <a:gd name="connsiteY22" fmla="*/ 501497 h 926343"/>
              <a:gd name="connsiteX23" fmla="*/ 4149638 w 4875349"/>
              <a:gd name="connsiteY23" fmla="*/ 388985 h 926343"/>
              <a:gd name="connsiteX24" fmla="*/ 4169419 w 4875349"/>
              <a:gd name="connsiteY24" fmla="*/ 388985 h 926343"/>
              <a:gd name="connsiteX25" fmla="*/ 4169419 w 4875349"/>
              <a:gd name="connsiteY25" fmla="*/ 501497 h 926343"/>
              <a:gd name="connsiteX26" fmla="*/ 4270675 w 4875349"/>
              <a:gd name="connsiteY26" fmla="*/ 387709 h 926343"/>
              <a:gd name="connsiteX27" fmla="*/ 4267016 w 4875349"/>
              <a:gd name="connsiteY27" fmla="*/ 406922 h 926343"/>
              <a:gd name="connsiteX28" fmla="*/ 4257138 w 4875349"/>
              <a:gd name="connsiteY28" fmla="*/ 405632 h 926343"/>
              <a:gd name="connsiteX29" fmla="*/ 4230050 w 4875349"/>
              <a:gd name="connsiteY29" fmla="*/ 437236 h 926343"/>
              <a:gd name="connsiteX30" fmla="*/ 4230050 w 4875349"/>
              <a:gd name="connsiteY30" fmla="*/ 501498 h 926343"/>
              <a:gd name="connsiteX31" fmla="*/ 4210269 w 4875349"/>
              <a:gd name="connsiteY31" fmla="*/ 501498 h 926343"/>
              <a:gd name="connsiteX32" fmla="*/ 4210269 w 4875349"/>
              <a:gd name="connsiteY32" fmla="*/ 388999 h 926343"/>
              <a:gd name="connsiteX33" fmla="*/ 4227253 w 4875349"/>
              <a:gd name="connsiteY33" fmla="*/ 388999 h 926343"/>
              <a:gd name="connsiteX34" fmla="*/ 4229188 w 4875349"/>
              <a:gd name="connsiteY34" fmla="*/ 411834 h 926343"/>
              <a:gd name="connsiteX35" fmla="*/ 4259498 w 4875349"/>
              <a:gd name="connsiteY35" fmla="*/ 386419 h 926343"/>
              <a:gd name="connsiteX36" fmla="*/ 4270675 w 4875349"/>
              <a:gd name="connsiteY36" fmla="*/ 387709 h 926343"/>
              <a:gd name="connsiteX37" fmla="*/ 4362473 w 4875349"/>
              <a:gd name="connsiteY37" fmla="*/ 399240 h 926343"/>
              <a:gd name="connsiteX38" fmla="*/ 4354080 w 4875349"/>
              <a:gd name="connsiteY38" fmla="*/ 411619 h 926343"/>
              <a:gd name="connsiteX39" fmla="*/ 4324646 w 4875349"/>
              <a:gd name="connsiteY39" fmla="*/ 402019 h 926343"/>
              <a:gd name="connsiteX40" fmla="*/ 4303790 w 4875349"/>
              <a:gd name="connsiteY40" fmla="*/ 416742 h 926343"/>
              <a:gd name="connsiteX41" fmla="*/ 4328079 w 4875349"/>
              <a:gd name="connsiteY41" fmla="*/ 434888 h 926343"/>
              <a:gd name="connsiteX42" fmla="*/ 4365695 w 4875349"/>
              <a:gd name="connsiteY42" fmla="*/ 469903 h 926343"/>
              <a:gd name="connsiteX43" fmla="*/ 4320986 w 4875349"/>
              <a:gd name="connsiteY43" fmla="*/ 504062 h 926343"/>
              <a:gd name="connsiteX44" fmla="*/ 4278214 w 4875349"/>
              <a:gd name="connsiteY44" fmla="*/ 489327 h 926343"/>
              <a:gd name="connsiteX45" fmla="*/ 4288741 w 4875349"/>
              <a:gd name="connsiteY45" fmla="*/ 477370 h 926343"/>
              <a:gd name="connsiteX46" fmla="*/ 4320549 w 4875349"/>
              <a:gd name="connsiteY46" fmla="*/ 488260 h 926343"/>
              <a:gd name="connsiteX47" fmla="*/ 4344839 w 4875349"/>
              <a:gd name="connsiteY47" fmla="*/ 471180 h 926343"/>
              <a:gd name="connsiteX48" fmla="*/ 4317327 w 4875349"/>
              <a:gd name="connsiteY48" fmla="*/ 450045 h 926343"/>
              <a:gd name="connsiteX49" fmla="*/ 4283147 w 4875349"/>
              <a:gd name="connsiteY49" fmla="*/ 417387 h 926343"/>
              <a:gd name="connsiteX50" fmla="*/ 4323996 w 4875349"/>
              <a:gd name="connsiteY50" fmla="*/ 386428 h 926343"/>
              <a:gd name="connsiteX51" fmla="*/ 4362473 w 4875349"/>
              <a:gd name="connsiteY51" fmla="*/ 399240 h 926343"/>
              <a:gd name="connsiteX52" fmla="*/ 4450831 w 4875349"/>
              <a:gd name="connsiteY52" fmla="*/ 496374 h 926343"/>
              <a:gd name="connsiteX53" fmla="*/ 4425467 w 4875349"/>
              <a:gd name="connsiteY53" fmla="*/ 504064 h 926343"/>
              <a:gd name="connsiteX54" fmla="*/ 4394933 w 4875349"/>
              <a:gd name="connsiteY54" fmla="*/ 472039 h 926343"/>
              <a:gd name="connsiteX55" fmla="*/ 4394933 w 4875349"/>
              <a:gd name="connsiteY55" fmla="*/ 404142 h 926343"/>
              <a:gd name="connsiteX56" fmla="*/ 4375164 w 4875349"/>
              <a:gd name="connsiteY56" fmla="*/ 404142 h 926343"/>
              <a:gd name="connsiteX57" fmla="*/ 4375164 w 4875349"/>
              <a:gd name="connsiteY57" fmla="*/ 388998 h 926343"/>
              <a:gd name="connsiteX58" fmla="*/ 4394933 w 4875349"/>
              <a:gd name="connsiteY58" fmla="*/ 388998 h 926343"/>
              <a:gd name="connsiteX59" fmla="*/ 4394933 w 4875349"/>
              <a:gd name="connsiteY59" fmla="*/ 363583 h 926343"/>
              <a:gd name="connsiteX60" fmla="*/ 4414715 w 4875349"/>
              <a:gd name="connsiteY60" fmla="*/ 361226 h 926343"/>
              <a:gd name="connsiteX61" fmla="*/ 4414715 w 4875349"/>
              <a:gd name="connsiteY61" fmla="*/ 388998 h 926343"/>
              <a:gd name="connsiteX62" fmla="*/ 4441590 w 4875349"/>
              <a:gd name="connsiteY62" fmla="*/ 388998 h 926343"/>
              <a:gd name="connsiteX63" fmla="*/ 4439429 w 4875349"/>
              <a:gd name="connsiteY63" fmla="*/ 404142 h 926343"/>
              <a:gd name="connsiteX64" fmla="*/ 4414715 w 4875349"/>
              <a:gd name="connsiteY64" fmla="*/ 404142 h 926343"/>
              <a:gd name="connsiteX65" fmla="*/ 4414715 w 4875349"/>
              <a:gd name="connsiteY65" fmla="*/ 471183 h 926343"/>
              <a:gd name="connsiteX66" fmla="*/ 4428252 w 4875349"/>
              <a:gd name="connsiteY66" fmla="*/ 487841 h 926343"/>
              <a:gd name="connsiteX67" fmla="*/ 4443301 w 4875349"/>
              <a:gd name="connsiteY67" fmla="*/ 483351 h 926343"/>
              <a:gd name="connsiteX68" fmla="*/ 4450831 w 4875349"/>
              <a:gd name="connsiteY68" fmla="*/ 496374 h 926343"/>
              <a:gd name="connsiteX69" fmla="*/ 4491457 w 4875349"/>
              <a:gd name="connsiteY69" fmla="*/ 489118 h 926343"/>
              <a:gd name="connsiteX70" fmla="*/ 4476408 w 4875349"/>
              <a:gd name="connsiteY70" fmla="*/ 504064 h 926343"/>
              <a:gd name="connsiteX71" fmla="*/ 4461572 w 4875349"/>
              <a:gd name="connsiteY71" fmla="*/ 489118 h 926343"/>
              <a:gd name="connsiteX72" fmla="*/ 4476408 w 4875349"/>
              <a:gd name="connsiteY72" fmla="*/ 474383 h 926343"/>
              <a:gd name="connsiteX73" fmla="*/ 4491457 w 4875349"/>
              <a:gd name="connsiteY73" fmla="*/ 489118 h 926343"/>
              <a:gd name="connsiteX74" fmla="*/ 3521774 w 4875349"/>
              <a:gd name="connsiteY74" fmla="*/ 366146 h 926343"/>
              <a:gd name="connsiteX75" fmla="*/ 3505002 w 4875349"/>
              <a:gd name="connsiteY75" fmla="*/ 385996 h 926343"/>
              <a:gd name="connsiteX76" fmla="*/ 3478129 w 4875349"/>
              <a:gd name="connsiteY76" fmla="*/ 375748 h 926343"/>
              <a:gd name="connsiteX77" fmla="*/ 3445681 w 4875349"/>
              <a:gd name="connsiteY77" fmla="*/ 427204 h 926343"/>
              <a:gd name="connsiteX78" fmla="*/ 3478562 w 4875349"/>
              <a:gd name="connsiteY78" fmla="*/ 478013 h 926343"/>
              <a:gd name="connsiteX79" fmla="*/ 3507795 w 4875349"/>
              <a:gd name="connsiteY79" fmla="*/ 466055 h 926343"/>
              <a:gd name="connsiteX80" fmla="*/ 3523496 w 4875349"/>
              <a:gd name="connsiteY80" fmla="*/ 486133 h 926343"/>
              <a:gd name="connsiteX81" fmla="*/ 3476841 w 4875349"/>
              <a:gd name="connsiteY81" fmla="*/ 505135 h 926343"/>
              <a:gd name="connsiteX82" fmla="*/ 3408707 w 4875349"/>
              <a:gd name="connsiteY82" fmla="*/ 427204 h 926343"/>
              <a:gd name="connsiteX83" fmla="*/ 3476419 w 4875349"/>
              <a:gd name="connsiteY83" fmla="*/ 349918 h 926343"/>
              <a:gd name="connsiteX84" fmla="*/ 3521774 w 4875349"/>
              <a:gd name="connsiteY84" fmla="*/ 366145 h 926343"/>
              <a:gd name="connsiteX85" fmla="*/ 3537463 w 4875349"/>
              <a:gd name="connsiteY85" fmla="*/ 472680 h 926343"/>
              <a:gd name="connsiteX86" fmla="*/ 3537463 w 4875349"/>
              <a:gd name="connsiteY86" fmla="*/ 343090 h 926343"/>
              <a:gd name="connsiteX87" fmla="*/ 3571428 w 4875349"/>
              <a:gd name="connsiteY87" fmla="*/ 339455 h 926343"/>
              <a:gd name="connsiteX88" fmla="*/ 3571428 w 4875349"/>
              <a:gd name="connsiteY88" fmla="*/ 471401 h 926343"/>
              <a:gd name="connsiteX89" fmla="*/ 3577231 w 4875349"/>
              <a:gd name="connsiteY89" fmla="*/ 478444 h 926343"/>
              <a:gd name="connsiteX90" fmla="*/ 3582818 w 4875349"/>
              <a:gd name="connsiteY90" fmla="*/ 477380 h 926343"/>
              <a:gd name="connsiteX91" fmla="*/ 3589475 w 4875349"/>
              <a:gd name="connsiteY91" fmla="*/ 501284 h 926343"/>
              <a:gd name="connsiteX92" fmla="*/ 3568839 w 4875349"/>
              <a:gd name="connsiteY92" fmla="*/ 505135 h 926343"/>
              <a:gd name="connsiteX93" fmla="*/ 3537463 w 4875349"/>
              <a:gd name="connsiteY93" fmla="*/ 472680 h 926343"/>
              <a:gd name="connsiteX94" fmla="*/ 3708782 w 4875349"/>
              <a:gd name="connsiteY94" fmla="*/ 444927 h 926343"/>
              <a:gd name="connsiteX95" fmla="*/ 3652892 w 4875349"/>
              <a:gd name="connsiteY95" fmla="*/ 505123 h 926343"/>
              <a:gd name="connsiteX96" fmla="*/ 3597003 w 4875349"/>
              <a:gd name="connsiteY96" fmla="*/ 444712 h 926343"/>
              <a:gd name="connsiteX97" fmla="*/ 3652892 w 4875349"/>
              <a:gd name="connsiteY97" fmla="*/ 384502 h 926343"/>
              <a:gd name="connsiteX98" fmla="*/ 3708782 w 4875349"/>
              <a:gd name="connsiteY98" fmla="*/ 444927 h 926343"/>
              <a:gd name="connsiteX99" fmla="*/ 3632256 w 4875349"/>
              <a:gd name="connsiteY99" fmla="*/ 444712 h 926343"/>
              <a:gd name="connsiteX100" fmla="*/ 3652892 w 4875349"/>
              <a:gd name="connsiteY100" fmla="*/ 480371 h 926343"/>
              <a:gd name="connsiteX101" fmla="*/ 3673529 w 4875349"/>
              <a:gd name="connsiteY101" fmla="*/ 444927 h 926343"/>
              <a:gd name="connsiteX102" fmla="*/ 3652892 w 4875349"/>
              <a:gd name="connsiteY102" fmla="*/ 409267 h 926343"/>
              <a:gd name="connsiteX103" fmla="*/ 3632256 w 4875349"/>
              <a:gd name="connsiteY103" fmla="*/ 444712 h 926343"/>
              <a:gd name="connsiteX104" fmla="*/ 3827431 w 4875349"/>
              <a:gd name="connsiteY104" fmla="*/ 501502 h 926343"/>
              <a:gd name="connsiteX105" fmla="*/ 3797981 w 4875349"/>
              <a:gd name="connsiteY105" fmla="*/ 501502 h 926343"/>
              <a:gd name="connsiteX106" fmla="*/ 3796477 w 4875349"/>
              <a:gd name="connsiteY106" fmla="*/ 487200 h 926343"/>
              <a:gd name="connsiteX107" fmla="*/ 3761874 w 4875349"/>
              <a:gd name="connsiteY107" fmla="*/ 505125 h 926343"/>
              <a:gd name="connsiteX108" fmla="*/ 3730052 w 4875349"/>
              <a:gd name="connsiteY108" fmla="*/ 469478 h 926343"/>
              <a:gd name="connsiteX109" fmla="*/ 3730052 w 4875349"/>
              <a:gd name="connsiteY109" fmla="*/ 388139 h 926343"/>
              <a:gd name="connsiteX110" fmla="*/ 3764017 w 4875349"/>
              <a:gd name="connsiteY110" fmla="*/ 388139 h 926343"/>
              <a:gd name="connsiteX111" fmla="*/ 3764017 w 4875349"/>
              <a:gd name="connsiteY111" fmla="*/ 465209 h 926343"/>
              <a:gd name="connsiteX112" fmla="*/ 3774985 w 4875349"/>
              <a:gd name="connsiteY112" fmla="*/ 480157 h 926343"/>
              <a:gd name="connsiteX113" fmla="*/ 3793466 w 4875349"/>
              <a:gd name="connsiteY113" fmla="*/ 466919 h 926343"/>
              <a:gd name="connsiteX114" fmla="*/ 3793466 w 4875349"/>
              <a:gd name="connsiteY114" fmla="*/ 388139 h 926343"/>
              <a:gd name="connsiteX115" fmla="*/ 3827431 w 4875349"/>
              <a:gd name="connsiteY115" fmla="*/ 388139 h 926343"/>
              <a:gd name="connsiteX116" fmla="*/ 3827431 w 4875349"/>
              <a:gd name="connsiteY116" fmla="*/ 501502 h 926343"/>
              <a:gd name="connsiteX117" fmla="*/ 3956398 w 4875349"/>
              <a:gd name="connsiteY117" fmla="*/ 343082 h 926343"/>
              <a:gd name="connsiteX118" fmla="*/ 3956398 w 4875349"/>
              <a:gd name="connsiteY118" fmla="*/ 501503 h 926343"/>
              <a:gd name="connsiteX119" fmla="*/ 3926297 w 4875349"/>
              <a:gd name="connsiteY119" fmla="*/ 501503 h 926343"/>
              <a:gd name="connsiteX120" fmla="*/ 3924589 w 4875349"/>
              <a:gd name="connsiteY120" fmla="*/ 488265 h 926343"/>
              <a:gd name="connsiteX121" fmla="*/ 3892129 w 4875349"/>
              <a:gd name="connsiteY121" fmla="*/ 505126 h 926343"/>
              <a:gd name="connsiteX122" fmla="*/ 3848700 w 4875349"/>
              <a:gd name="connsiteY122" fmla="*/ 444499 h 926343"/>
              <a:gd name="connsiteX123" fmla="*/ 3895343 w 4875349"/>
              <a:gd name="connsiteY123" fmla="*/ 384505 h 926343"/>
              <a:gd name="connsiteX124" fmla="*/ 3922433 w 4875349"/>
              <a:gd name="connsiteY124" fmla="*/ 395184 h 926343"/>
              <a:gd name="connsiteX125" fmla="*/ 3922433 w 4875349"/>
              <a:gd name="connsiteY125" fmla="*/ 339459 h 926343"/>
              <a:gd name="connsiteX126" fmla="*/ 3956398 w 4875349"/>
              <a:gd name="connsiteY126" fmla="*/ 343082 h 926343"/>
              <a:gd name="connsiteX127" fmla="*/ 3922433 w 4875349"/>
              <a:gd name="connsiteY127" fmla="*/ 467554 h 926343"/>
              <a:gd name="connsiteX128" fmla="*/ 3922433 w 4875349"/>
              <a:gd name="connsiteY128" fmla="*/ 418669 h 926343"/>
              <a:gd name="connsiteX129" fmla="*/ 3904590 w 4875349"/>
              <a:gd name="connsiteY129" fmla="*/ 409055 h 926343"/>
              <a:gd name="connsiteX130" fmla="*/ 3883953 w 4875349"/>
              <a:gd name="connsiteY130" fmla="*/ 444714 h 926343"/>
              <a:gd name="connsiteX131" fmla="*/ 3902651 w 4875349"/>
              <a:gd name="connsiteY131" fmla="*/ 480361 h 926343"/>
              <a:gd name="connsiteX132" fmla="*/ 3922433 w 4875349"/>
              <a:gd name="connsiteY132" fmla="*/ 467554 h 926343"/>
              <a:gd name="connsiteX133" fmla="*/ 3476419 w 4875349"/>
              <a:gd name="connsiteY133" fmla="*/ 113000 h 926343"/>
              <a:gd name="connsiteX134" fmla="*/ 3408707 w 4875349"/>
              <a:gd name="connsiteY134" fmla="*/ 190285 h 926343"/>
              <a:gd name="connsiteX135" fmla="*/ 3476841 w 4875349"/>
              <a:gd name="connsiteY135" fmla="*/ 268216 h 926343"/>
              <a:gd name="connsiteX136" fmla="*/ 3523496 w 4875349"/>
              <a:gd name="connsiteY136" fmla="*/ 249215 h 926343"/>
              <a:gd name="connsiteX137" fmla="*/ 3507795 w 4875349"/>
              <a:gd name="connsiteY137" fmla="*/ 229136 h 926343"/>
              <a:gd name="connsiteX138" fmla="*/ 3478562 w 4875349"/>
              <a:gd name="connsiteY138" fmla="*/ 241095 h 926343"/>
              <a:gd name="connsiteX139" fmla="*/ 3445681 w 4875349"/>
              <a:gd name="connsiteY139" fmla="*/ 190285 h 926343"/>
              <a:gd name="connsiteX140" fmla="*/ 3478129 w 4875349"/>
              <a:gd name="connsiteY140" fmla="*/ 138829 h 926343"/>
              <a:gd name="connsiteX141" fmla="*/ 3505002 w 4875349"/>
              <a:gd name="connsiteY141" fmla="*/ 149077 h 926343"/>
              <a:gd name="connsiteX142" fmla="*/ 3521774 w 4875349"/>
              <a:gd name="connsiteY142" fmla="*/ 129227 h 926343"/>
              <a:gd name="connsiteX143" fmla="*/ 3476419 w 4875349"/>
              <a:gd name="connsiteY143" fmla="*/ 113000 h 926343"/>
              <a:gd name="connsiteX144" fmla="*/ 3633546 w 4875349"/>
              <a:gd name="connsiteY144" fmla="*/ 264584 h 926343"/>
              <a:gd name="connsiteX145" fmla="*/ 3604096 w 4875349"/>
              <a:gd name="connsiteY145" fmla="*/ 264584 h 926343"/>
              <a:gd name="connsiteX146" fmla="*/ 3602591 w 4875349"/>
              <a:gd name="connsiteY146" fmla="*/ 250282 h 926343"/>
              <a:gd name="connsiteX147" fmla="*/ 3567988 w 4875349"/>
              <a:gd name="connsiteY147" fmla="*/ 268220 h 926343"/>
              <a:gd name="connsiteX148" fmla="*/ 3536166 w 4875349"/>
              <a:gd name="connsiteY148" fmla="*/ 232560 h 926343"/>
              <a:gd name="connsiteX149" fmla="*/ 3536166 w 4875349"/>
              <a:gd name="connsiteY149" fmla="*/ 151221 h 926343"/>
              <a:gd name="connsiteX150" fmla="*/ 3570131 w 4875349"/>
              <a:gd name="connsiteY150" fmla="*/ 151221 h 926343"/>
              <a:gd name="connsiteX151" fmla="*/ 3570131 w 4875349"/>
              <a:gd name="connsiteY151" fmla="*/ 228291 h 926343"/>
              <a:gd name="connsiteX152" fmla="*/ 3581100 w 4875349"/>
              <a:gd name="connsiteY152" fmla="*/ 243239 h 926343"/>
              <a:gd name="connsiteX153" fmla="*/ 3599580 w 4875349"/>
              <a:gd name="connsiteY153" fmla="*/ 230001 h 926343"/>
              <a:gd name="connsiteX154" fmla="*/ 3599580 w 4875349"/>
              <a:gd name="connsiteY154" fmla="*/ 151221 h 926343"/>
              <a:gd name="connsiteX155" fmla="*/ 3633546 w 4875349"/>
              <a:gd name="connsiteY155" fmla="*/ 151221 h 926343"/>
              <a:gd name="connsiteX156" fmla="*/ 3633546 w 4875349"/>
              <a:gd name="connsiteY156" fmla="*/ 264584 h 926343"/>
              <a:gd name="connsiteX157" fmla="*/ 3744461 w 4875349"/>
              <a:gd name="connsiteY157" fmla="*/ 161465 h 926343"/>
              <a:gd name="connsiteX158" fmla="*/ 3732000 w 4875349"/>
              <a:gd name="connsiteY158" fmla="*/ 180466 h 926343"/>
              <a:gd name="connsiteX159" fmla="*/ 3703838 w 4875349"/>
              <a:gd name="connsiteY159" fmla="*/ 171713 h 926343"/>
              <a:gd name="connsiteX160" fmla="*/ 3690076 w 4875349"/>
              <a:gd name="connsiteY160" fmla="*/ 180251 h 926343"/>
              <a:gd name="connsiteX161" fmla="*/ 3713506 w 4875349"/>
              <a:gd name="connsiteY161" fmla="*/ 194768 h 926343"/>
              <a:gd name="connsiteX162" fmla="*/ 3748759 w 4875349"/>
              <a:gd name="connsiteY162" fmla="*/ 230845 h 926343"/>
              <a:gd name="connsiteX163" fmla="*/ 3698022 w 4875349"/>
              <a:gd name="connsiteY163" fmla="*/ 268215 h 926343"/>
              <a:gd name="connsiteX164" fmla="*/ 3650308 w 4875349"/>
              <a:gd name="connsiteY164" fmla="*/ 251342 h 926343"/>
              <a:gd name="connsiteX165" fmla="*/ 3666864 w 4875349"/>
              <a:gd name="connsiteY165" fmla="*/ 232986 h 926343"/>
              <a:gd name="connsiteX166" fmla="*/ 3697167 w 4875349"/>
              <a:gd name="connsiteY166" fmla="*/ 244083 h 926343"/>
              <a:gd name="connsiteX167" fmla="*/ 3713723 w 4875349"/>
              <a:gd name="connsiteY167" fmla="*/ 233417 h 926343"/>
              <a:gd name="connsiteX168" fmla="*/ 3689643 w 4875349"/>
              <a:gd name="connsiteY168" fmla="*/ 217608 h 926343"/>
              <a:gd name="connsiteX169" fmla="*/ 3655895 w 4875349"/>
              <a:gd name="connsiteY169" fmla="*/ 182176 h 926343"/>
              <a:gd name="connsiteX170" fmla="*/ 3702550 w 4875349"/>
              <a:gd name="connsiteY170" fmla="*/ 147594 h 926343"/>
              <a:gd name="connsiteX171" fmla="*/ 3744461 w 4875349"/>
              <a:gd name="connsiteY171" fmla="*/ 161465 h 926343"/>
              <a:gd name="connsiteX172" fmla="*/ 3839894 w 4875349"/>
              <a:gd name="connsiteY172" fmla="*/ 259246 h 926343"/>
              <a:gd name="connsiteX173" fmla="*/ 3808939 w 4875349"/>
              <a:gd name="connsiteY173" fmla="*/ 268215 h 926343"/>
              <a:gd name="connsiteX174" fmla="*/ 3771543 w 4875349"/>
              <a:gd name="connsiteY174" fmla="*/ 227222 h 926343"/>
              <a:gd name="connsiteX175" fmla="*/ 3771543 w 4875349"/>
              <a:gd name="connsiteY175" fmla="*/ 174702 h 926343"/>
              <a:gd name="connsiteX176" fmla="*/ 3755421 w 4875349"/>
              <a:gd name="connsiteY176" fmla="*/ 174702 h 926343"/>
              <a:gd name="connsiteX177" fmla="*/ 3755421 w 4875349"/>
              <a:gd name="connsiteY177" fmla="*/ 151216 h 926343"/>
              <a:gd name="connsiteX178" fmla="*/ 3771543 w 4875349"/>
              <a:gd name="connsiteY178" fmla="*/ 151216 h 926343"/>
              <a:gd name="connsiteX179" fmla="*/ 3771543 w 4875349"/>
              <a:gd name="connsiteY179" fmla="*/ 126667 h 926343"/>
              <a:gd name="connsiteX180" fmla="*/ 3805495 w 4875349"/>
              <a:gd name="connsiteY180" fmla="*/ 122828 h 926343"/>
              <a:gd name="connsiteX181" fmla="*/ 3805495 w 4875349"/>
              <a:gd name="connsiteY181" fmla="*/ 151216 h 926343"/>
              <a:gd name="connsiteX182" fmla="*/ 3831731 w 4875349"/>
              <a:gd name="connsiteY182" fmla="*/ 151216 h 926343"/>
              <a:gd name="connsiteX183" fmla="*/ 3828070 w 4875349"/>
              <a:gd name="connsiteY183" fmla="*/ 174702 h 926343"/>
              <a:gd name="connsiteX184" fmla="*/ 3805495 w 4875349"/>
              <a:gd name="connsiteY184" fmla="*/ 174702 h 926343"/>
              <a:gd name="connsiteX185" fmla="*/ 3805495 w 4875349"/>
              <a:gd name="connsiteY185" fmla="*/ 226792 h 926343"/>
              <a:gd name="connsiteX186" fmla="*/ 3816247 w 4875349"/>
              <a:gd name="connsiteY186" fmla="*/ 241524 h 926343"/>
              <a:gd name="connsiteX187" fmla="*/ 3828504 w 4875349"/>
              <a:gd name="connsiteY187" fmla="*/ 237901 h 926343"/>
              <a:gd name="connsiteX188" fmla="*/ 3839894 w 4875349"/>
              <a:gd name="connsiteY188" fmla="*/ 259246 h 926343"/>
              <a:gd name="connsiteX189" fmla="*/ 3954894 w 4875349"/>
              <a:gd name="connsiteY189" fmla="*/ 208009 h 926343"/>
              <a:gd name="connsiteX190" fmla="*/ 3899004 w 4875349"/>
              <a:gd name="connsiteY190" fmla="*/ 268219 h 926343"/>
              <a:gd name="connsiteX191" fmla="*/ 3843115 w 4875349"/>
              <a:gd name="connsiteY191" fmla="*/ 207794 h 926343"/>
              <a:gd name="connsiteX192" fmla="*/ 3899004 w 4875349"/>
              <a:gd name="connsiteY192" fmla="*/ 147585 h 926343"/>
              <a:gd name="connsiteX193" fmla="*/ 3954894 w 4875349"/>
              <a:gd name="connsiteY193" fmla="*/ 208009 h 926343"/>
              <a:gd name="connsiteX194" fmla="*/ 3878368 w 4875349"/>
              <a:gd name="connsiteY194" fmla="*/ 207794 h 926343"/>
              <a:gd name="connsiteX195" fmla="*/ 3899004 w 4875349"/>
              <a:gd name="connsiteY195" fmla="*/ 243453 h 926343"/>
              <a:gd name="connsiteX196" fmla="*/ 3919641 w 4875349"/>
              <a:gd name="connsiteY196" fmla="*/ 208009 h 926343"/>
              <a:gd name="connsiteX197" fmla="*/ 3899004 w 4875349"/>
              <a:gd name="connsiteY197" fmla="*/ 172350 h 926343"/>
              <a:gd name="connsiteX198" fmla="*/ 3878368 w 4875349"/>
              <a:gd name="connsiteY198" fmla="*/ 207794 h 926343"/>
              <a:gd name="connsiteX199" fmla="*/ 4132231 w 4875349"/>
              <a:gd name="connsiteY199" fmla="*/ 181748 h 926343"/>
              <a:gd name="connsiteX200" fmla="*/ 4132231 w 4875349"/>
              <a:gd name="connsiteY200" fmla="*/ 264582 h 926343"/>
              <a:gd name="connsiteX201" fmla="*/ 4098266 w 4875349"/>
              <a:gd name="connsiteY201" fmla="*/ 264582 h 926343"/>
              <a:gd name="connsiteX202" fmla="*/ 4098266 w 4875349"/>
              <a:gd name="connsiteY202" fmla="*/ 187512 h 926343"/>
              <a:gd name="connsiteX203" fmla="*/ 4088598 w 4875349"/>
              <a:gd name="connsiteY203" fmla="*/ 172349 h 926343"/>
              <a:gd name="connsiteX204" fmla="*/ 4071176 w 4875349"/>
              <a:gd name="connsiteY204" fmla="*/ 187081 h 926343"/>
              <a:gd name="connsiteX205" fmla="*/ 4071176 w 4875349"/>
              <a:gd name="connsiteY205" fmla="*/ 264582 h 926343"/>
              <a:gd name="connsiteX206" fmla="*/ 4037224 w 4875349"/>
              <a:gd name="connsiteY206" fmla="*/ 264582 h 926343"/>
              <a:gd name="connsiteX207" fmla="*/ 4037224 w 4875349"/>
              <a:gd name="connsiteY207" fmla="*/ 187512 h 926343"/>
              <a:gd name="connsiteX208" fmla="*/ 4027543 w 4875349"/>
              <a:gd name="connsiteY208" fmla="*/ 172349 h 926343"/>
              <a:gd name="connsiteX209" fmla="*/ 4010134 w 4875349"/>
              <a:gd name="connsiteY209" fmla="*/ 187081 h 926343"/>
              <a:gd name="connsiteX210" fmla="*/ 4010134 w 4875349"/>
              <a:gd name="connsiteY210" fmla="*/ 264582 h 926343"/>
              <a:gd name="connsiteX211" fmla="*/ 3976168 w 4875349"/>
              <a:gd name="connsiteY211" fmla="*/ 264582 h 926343"/>
              <a:gd name="connsiteX212" fmla="*/ 3976168 w 4875349"/>
              <a:gd name="connsiteY212" fmla="*/ 151219 h 926343"/>
              <a:gd name="connsiteX213" fmla="*/ 4005836 w 4875349"/>
              <a:gd name="connsiteY213" fmla="*/ 151219 h 926343"/>
              <a:gd name="connsiteX214" fmla="*/ 4008208 w 4875349"/>
              <a:gd name="connsiteY214" fmla="*/ 164457 h 926343"/>
              <a:gd name="connsiteX215" fmla="*/ 4041305 w 4875349"/>
              <a:gd name="connsiteY215" fmla="*/ 147583 h 926343"/>
              <a:gd name="connsiteX216" fmla="*/ 4068179 w 4875349"/>
              <a:gd name="connsiteY216" fmla="*/ 165521 h 926343"/>
              <a:gd name="connsiteX217" fmla="*/ 4102347 w 4875349"/>
              <a:gd name="connsiteY217" fmla="*/ 147583 h 926343"/>
              <a:gd name="connsiteX218" fmla="*/ 4132231 w 4875349"/>
              <a:gd name="connsiteY218" fmla="*/ 181748 h 926343"/>
              <a:gd name="connsiteX219" fmla="*/ 4258838 w 4875349"/>
              <a:gd name="connsiteY219" fmla="*/ 217827 h 926343"/>
              <a:gd name="connsiteX220" fmla="*/ 4188115 w 4875349"/>
              <a:gd name="connsiteY220" fmla="*/ 217827 h 926343"/>
              <a:gd name="connsiteX221" fmla="*/ 4214122 w 4875349"/>
              <a:gd name="connsiteY221" fmla="*/ 243656 h 926343"/>
              <a:gd name="connsiteX222" fmla="*/ 4241429 w 4875349"/>
              <a:gd name="connsiteY222" fmla="*/ 233623 h 926343"/>
              <a:gd name="connsiteX223" fmla="*/ 4255394 w 4875349"/>
              <a:gd name="connsiteY223" fmla="*/ 252409 h 926343"/>
              <a:gd name="connsiteX224" fmla="*/ 4210894 w 4875349"/>
              <a:gd name="connsiteY224" fmla="*/ 268219 h 926343"/>
              <a:gd name="connsiteX225" fmla="*/ 4153499 w 4875349"/>
              <a:gd name="connsiteY225" fmla="*/ 208440 h 926343"/>
              <a:gd name="connsiteX226" fmla="*/ 4206812 w 4875349"/>
              <a:gd name="connsiteY226" fmla="*/ 147585 h 926343"/>
              <a:gd name="connsiteX227" fmla="*/ 4259475 w 4875349"/>
              <a:gd name="connsiteY227" fmla="*/ 205666 h 926343"/>
              <a:gd name="connsiteX228" fmla="*/ 4258838 w 4875349"/>
              <a:gd name="connsiteY228" fmla="*/ 217827 h 926343"/>
              <a:gd name="connsiteX229" fmla="*/ 4226161 w 4875349"/>
              <a:gd name="connsiteY229" fmla="*/ 196051 h 926343"/>
              <a:gd name="connsiteX230" fmla="*/ 4207680 w 4875349"/>
              <a:gd name="connsiteY230" fmla="*/ 170006 h 926343"/>
              <a:gd name="connsiteX231" fmla="*/ 4188115 w 4875349"/>
              <a:gd name="connsiteY231" fmla="*/ 197546 h 926343"/>
              <a:gd name="connsiteX232" fmla="*/ 4226161 w 4875349"/>
              <a:gd name="connsiteY232" fmla="*/ 197546 h 926343"/>
              <a:gd name="connsiteX233" fmla="*/ 4226161 w 4875349"/>
              <a:gd name="connsiteY233" fmla="*/ 196051 h 926343"/>
              <a:gd name="connsiteX234" fmla="*/ 4429055 w 4875349"/>
              <a:gd name="connsiteY234" fmla="*/ 117480 h 926343"/>
              <a:gd name="connsiteX235" fmla="*/ 4507732 w 4875349"/>
              <a:gd name="connsiteY235" fmla="*/ 117480 h 926343"/>
              <a:gd name="connsiteX236" fmla="*/ 4505359 w 4875349"/>
              <a:gd name="connsiteY236" fmla="*/ 133716 h 926343"/>
              <a:gd name="connsiteX237" fmla="*/ 4449486 w 4875349"/>
              <a:gd name="connsiteY237" fmla="*/ 133716 h 926343"/>
              <a:gd name="connsiteX238" fmla="*/ 4449486 w 4875349"/>
              <a:gd name="connsiteY238" fmla="*/ 183887 h 926343"/>
              <a:gd name="connsiteX239" fmla="*/ 4497841 w 4875349"/>
              <a:gd name="connsiteY239" fmla="*/ 183887 h 926343"/>
              <a:gd name="connsiteX240" fmla="*/ 4497841 w 4875349"/>
              <a:gd name="connsiteY240" fmla="*/ 199900 h 926343"/>
              <a:gd name="connsiteX241" fmla="*/ 4449486 w 4875349"/>
              <a:gd name="connsiteY241" fmla="*/ 199900 h 926343"/>
              <a:gd name="connsiteX242" fmla="*/ 4449486 w 4875349"/>
              <a:gd name="connsiteY242" fmla="*/ 264584 h 926343"/>
              <a:gd name="connsiteX243" fmla="*/ 4429055 w 4875349"/>
              <a:gd name="connsiteY243" fmla="*/ 264584 h 926343"/>
              <a:gd name="connsiteX244" fmla="*/ 4429055 w 4875349"/>
              <a:gd name="connsiteY244" fmla="*/ 117479 h 926343"/>
              <a:gd name="connsiteX245" fmla="*/ 4557185 w 4875349"/>
              <a:gd name="connsiteY245" fmla="*/ 111507 h 926343"/>
              <a:gd name="connsiteX246" fmla="*/ 4543223 w 4875349"/>
              <a:gd name="connsiteY246" fmla="*/ 124742 h 926343"/>
              <a:gd name="connsiteX247" fmla="*/ 4529461 w 4875349"/>
              <a:gd name="connsiteY247" fmla="*/ 111507 h 926343"/>
              <a:gd name="connsiteX248" fmla="*/ 4543223 w 4875349"/>
              <a:gd name="connsiteY248" fmla="*/ 98050 h 926343"/>
              <a:gd name="connsiteX249" fmla="*/ 4557185 w 4875349"/>
              <a:gd name="connsiteY249" fmla="*/ 111507 h 926343"/>
              <a:gd name="connsiteX250" fmla="*/ 4553313 w 4875349"/>
              <a:gd name="connsiteY250" fmla="*/ 264578 h 926343"/>
              <a:gd name="connsiteX251" fmla="*/ 4533532 w 4875349"/>
              <a:gd name="connsiteY251" fmla="*/ 264578 h 926343"/>
              <a:gd name="connsiteX252" fmla="*/ 4533532 w 4875349"/>
              <a:gd name="connsiteY252" fmla="*/ 152066 h 926343"/>
              <a:gd name="connsiteX253" fmla="*/ 4553313 w 4875349"/>
              <a:gd name="connsiteY253" fmla="*/ 152066 h 926343"/>
              <a:gd name="connsiteX254" fmla="*/ 4553313 w 4875349"/>
              <a:gd name="connsiteY254" fmla="*/ 264578 h 926343"/>
              <a:gd name="connsiteX255" fmla="*/ 4654569 w 4875349"/>
              <a:gd name="connsiteY255" fmla="*/ 150790 h 926343"/>
              <a:gd name="connsiteX256" fmla="*/ 4650909 w 4875349"/>
              <a:gd name="connsiteY256" fmla="*/ 170003 h 926343"/>
              <a:gd name="connsiteX257" fmla="*/ 4641032 w 4875349"/>
              <a:gd name="connsiteY257" fmla="*/ 168713 h 926343"/>
              <a:gd name="connsiteX258" fmla="*/ 4613944 w 4875349"/>
              <a:gd name="connsiteY258" fmla="*/ 200317 h 926343"/>
              <a:gd name="connsiteX259" fmla="*/ 4613944 w 4875349"/>
              <a:gd name="connsiteY259" fmla="*/ 264579 h 926343"/>
              <a:gd name="connsiteX260" fmla="*/ 4594163 w 4875349"/>
              <a:gd name="connsiteY260" fmla="*/ 264579 h 926343"/>
              <a:gd name="connsiteX261" fmla="*/ 4594163 w 4875349"/>
              <a:gd name="connsiteY261" fmla="*/ 152080 h 926343"/>
              <a:gd name="connsiteX262" fmla="*/ 4611147 w 4875349"/>
              <a:gd name="connsiteY262" fmla="*/ 152080 h 926343"/>
              <a:gd name="connsiteX263" fmla="*/ 4613082 w 4875349"/>
              <a:gd name="connsiteY263" fmla="*/ 174915 h 926343"/>
              <a:gd name="connsiteX264" fmla="*/ 4643391 w 4875349"/>
              <a:gd name="connsiteY264" fmla="*/ 149500 h 926343"/>
              <a:gd name="connsiteX265" fmla="*/ 4654568 w 4875349"/>
              <a:gd name="connsiteY265" fmla="*/ 150790 h 926343"/>
              <a:gd name="connsiteX266" fmla="*/ 4746366 w 4875349"/>
              <a:gd name="connsiteY266" fmla="*/ 162322 h 926343"/>
              <a:gd name="connsiteX267" fmla="*/ 4737974 w 4875349"/>
              <a:gd name="connsiteY267" fmla="*/ 174700 h 926343"/>
              <a:gd name="connsiteX268" fmla="*/ 4708539 w 4875349"/>
              <a:gd name="connsiteY268" fmla="*/ 165100 h 926343"/>
              <a:gd name="connsiteX269" fmla="*/ 4687684 w 4875349"/>
              <a:gd name="connsiteY269" fmla="*/ 179823 h 926343"/>
              <a:gd name="connsiteX270" fmla="*/ 4711973 w 4875349"/>
              <a:gd name="connsiteY270" fmla="*/ 197969 h 926343"/>
              <a:gd name="connsiteX271" fmla="*/ 4749588 w 4875349"/>
              <a:gd name="connsiteY271" fmla="*/ 232984 h 926343"/>
              <a:gd name="connsiteX272" fmla="*/ 4704880 w 4875349"/>
              <a:gd name="connsiteY272" fmla="*/ 267143 h 926343"/>
              <a:gd name="connsiteX273" fmla="*/ 4662107 w 4875349"/>
              <a:gd name="connsiteY273" fmla="*/ 252408 h 926343"/>
              <a:gd name="connsiteX274" fmla="*/ 4672635 w 4875349"/>
              <a:gd name="connsiteY274" fmla="*/ 240451 h 926343"/>
              <a:gd name="connsiteX275" fmla="*/ 4704443 w 4875349"/>
              <a:gd name="connsiteY275" fmla="*/ 251341 h 926343"/>
              <a:gd name="connsiteX276" fmla="*/ 4728733 w 4875349"/>
              <a:gd name="connsiteY276" fmla="*/ 234261 h 926343"/>
              <a:gd name="connsiteX277" fmla="*/ 4701221 w 4875349"/>
              <a:gd name="connsiteY277" fmla="*/ 213126 h 926343"/>
              <a:gd name="connsiteX278" fmla="*/ 4667040 w 4875349"/>
              <a:gd name="connsiteY278" fmla="*/ 180468 h 926343"/>
              <a:gd name="connsiteX279" fmla="*/ 4707890 w 4875349"/>
              <a:gd name="connsiteY279" fmla="*/ 149509 h 926343"/>
              <a:gd name="connsiteX280" fmla="*/ 4746366 w 4875349"/>
              <a:gd name="connsiteY280" fmla="*/ 162322 h 926343"/>
              <a:gd name="connsiteX281" fmla="*/ 4834725 w 4875349"/>
              <a:gd name="connsiteY281" fmla="*/ 259455 h 926343"/>
              <a:gd name="connsiteX282" fmla="*/ 4809361 w 4875349"/>
              <a:gd name="connsiteY282" fmla="*/ 267145 h 926343"/>
              <a:gd name="connsiteX283" fmla="*/ 4778827 w 4875349"/>
              <a:gd name="connsiteY283" fmla="*/ 235120 h 926343"/>
              <a:gd name="connsiteX284" fmla="*/ 4778827 w 4875349"/>
              <a:gd name="connsiteY284" fmla="*/ 167223 h 926343"/>
              <a:gd name="connsiteX285" fmla="*/ 4759057 w 4875349"/>
              <a:gd name="connsiteY285" fmla="*/ 167223 h 926343"/>
              <a:gd name="connsiteX286" fmla="*/ 4759057 w 4875349"/>
              <a:gd name="connsiteY286" fmla="*/ 152079 h 926343"/>
              <a:gd name="connsiteX287" fmla="*/ 4778827 w 4875349"/>
              <a:gd name="connsiteY287" fmla="*/ 152079 h 926343"/>
              <a:gd name="connsiteX288" fmla="*/ 4778827 w 4875349"/>
              <a:gd name="connsiteY288" fmla="*/ 126664 h 926343"/>
              <a:gd name="connsiteX289" fmla="*/ 4798608 w 4875349"/>
              <a:gd name="connsiteY289" fmla="*/ 124308 h 926343"/>
              <a:gd name="connsiteX290" fmla="*/ 4798608 w 4875349"/>
              <a:gd name="connsiteY290" fmla="*/ 152079 h 926343"/>
              <a:gd name="connsiteX291" fmla="*/ 4825484 w 4875349"/>
              <a:gd name="connsiteY291" fmla="*/ 152079 h 926343"/>
              <a:gd name="connsiteX292" fmla="*/ 4823323 w 4875349"/>
              <a:gd name="connsiteY292" fmla="*/ 167223 h 926343"/>
              <a:gd name="connsiteX293" fmla="*/ 4798608 w 4875349"/>
              <a:gd name="connsiteY293" fmla="*/ 167223 h 926343"/>
              <a:gd name="connsiteX294" fmla="*/ 4798608 w 4875349"/>
              <a:gd name="connsiteY294" fmla="*/ 234264 h 926343"/>
              <a:gd name="connsiteX295" fmla="*/ 4812146 w 4875349"/>
              <a:gd name="connsiteY295" fmla="*/ 250922 h 926343"/>
              <a:gd name="connsiteX296" fmla="*/ 4827194 w 4875349"/>
              <a:gd name="connsiteY296" fmla="*/ 246432 h 926343"/>
              <a:gd name="connsiteX297" fmla="*/ 4834725 w 4875349"/>
              <a:gd name="connsiteY297" fmla="*/ 259455 h 926343"/>
              <a:gd name="connsiteX298" fmla="*/ 4875350 w 4875349"/>
              <a:gd name="connsiteY298" fmla="*/ 252199 h 926343"/>
              <a:gd name="connsiteX299" fmla="*/ 4860302 w 4875349"/>
              <a:gd name="connsiteY299" fmla="*/ 267145 h 926343"/>
              <a:gd name="connsiteX300" fmla="*/ 4845465 w 4875349"/>
              <a:gd name="connsiteY300" fmla="*/ 252199 h 926343"/>
              <a:gd name="connsiteX301" fmla="*/ 4860302 w 4875349"/>
              <a:gd name="connsiteY301" fmla="*/ 237464 h 926343"/>
              <a:gd name="connsiteX302" fmla="*/ 4875350 w 4875349"/>
              <a:gd name="connsiteY302" fmla="*/ 252199 h 926343"/>
              <a:gd name="connsiteX303" fmla="*/ 4354043 w 4875349"/>
              <a:gd name="connsiteY303" fmla="*/ 149509 h 926343"/>
              <a:gd name="connsiteX304" fmla="*/ 4348673 w 4875349"/>
              <a:gd name="connsiteY304" fmla="*/ 182179 h 926343"/>
              <a:gd name="connsiteX305" fmla="*/ 4338355 w 4875349"/>
              <a:gd name="connsiteY305" fmla="*/ 180684 h 926343"/>
              <a:gd name="connsiteX306" fmla="*/ 4314709 w 4875349"/>
              <a:gd name="connsiteY306" fmla="*/ 208439 h 926343"/>
              <a:gd name="connsiteX307" fmla="*/ 4314709 w 4875349"/>
              <a:gd name="connsiteY307" fmla="*/ 264582 h 926343"/>
              <a:gd name="connsiteX308" fmla="*/ 4280743 w 4875349"/>
              <a:gd name="connsiteY308" fmla="*/ 264582 h 926343"/>
              <a:gd name="connsiteX309" fmla="*/ 4280743 w 4875349"/>
              <a:gd name="connsiteY309" fmla="*/ 151219 h 926343"/>
              <a:gd name="connsiteX310" fmla="*/ 4310397 w 4875349"/>
              <a:gd name="connsiteY310" fmla="*/ 151219 h 926343"/>
              <a:gd name="connsiteX311" fmla="*/ 4313203 w 4875349"/>
              <a:gd name="connsiteY311" fmla="*/ 173210 h 926343"/>
              <a:gd name="connsiteX312" fmla="*/ 4342653 w 4875349"/>
              <a:gd name="connsiteY312" fmla="*/ 148014 h 926343"/>
              <a:gd name="connsiteX313" fmla="*/ 4354043 w 4875349"/>
              <a:gd name="connsiteY313" fmla="*/ 149509 h 926343"/>
              <a:gd name="connsiteX314" fmla="*/ 2977074 w 4875349"/>
              <a:gd name="connsiteY314" fmla="*/ 861572 h 926343"/>
              <a:gd name="connsiteX315" fmla="*/ 2938180 w 4875349"/>
              <a:gd name="connsiteY315" fmla="*/ 819204 h 926343"/>
              <a:gd name="connsiteX316" fmla="*/ 2984781 w 4875349"/>
              <a:gd name="connsiteY316" fmla="*/ 776658 h 926343"/>
              <a:gd name="connsiteX317" fmla="*/ 3023675 w 4875349"/>
              <a:gd name="connsiteY317" fmla="*/ 819204 h 926343"/>
              <a:gd name="connsiteX318" fmla="*/ 2977074 w 4875349"/>
              <a:gd name="connsiteY318" fmla="*/ 861572 h 926343"/>
              <a:gd name="connsiteX319" fmla="*/ 2984780 w 4875349"/>
              <a:gd name="connsiteY319" fmla="*/ 782889 h 926343"/>
              <a:gd name="connsiteX320" fmla="*/ 2944273 w 4875349"/>
              <a:gd name="connsiteY320" fmla="*/ 819738 h 926343"/>
              <a:gd name="connsiteX321" fmla="*/ 2977074 w 4875349"/>
              <a:gd name="connsiteY321" fmla="*/ 855519 h 926343"/>
              <a:gd name="connsiteX322" fmla="*/ 3017580 w 4875349"/>
              <a:gd name="connsiteY322" fmla="*/ 818670 h 926343"/>
              <a:gd name="connsiteX323" fmla="*/ 2984780 w 4875349"/>
              <a:gd name="connsiteY323" fmla="*/ 782889 h 926343"/>
              <a:gd name="connsiteX324" fmla="*/ 2988007 w 4875349"/>
              <a:gd name="connsiteY324" fmla="*/ 824366 h 926343"/>
              <a:gd name="connsiteX325" fmla="*/ 3001629 w 4875349"/>
              <a:gd name="connsiteY325" fmla="*/ 806743 h 926343"/>
              <a:gd name="connsiteX326" fmla="*/ 2988186 w 4875349"/>
              <a:gd name="connsiteY326" fmla="*/ 794104 h 926343"/>
              <a:gd name="connsiteX327" fmla="*/ 2971697 w 4875349"/>
              <a:gd name="connsiteY327" fmla="*/ 794104 h 926343"/>
              <a:gd name="connsiteX328" fmla="*/ 2962197 w 4875349"/>
              <a:gd name="connsiteY328" fmla="*/ 844126 h 926343"/>
              <a:gd name="connsiteX329" fmla="*/ 2968470 w 4875349"/>
              <a:gd name="connsiteY329" fmla="*/ 844126 h 926343"/>
              <a:gd name="connsiteX330" fmla="*/ 2972055 w 4875349"/>
              <a:gd name="connsiteY330" fmla="*/ 824900 h 926343"/>
              <a:gd name="connsiteX331" fmla="*/ 2981554 w 4875349"/>
              <a:gd name="connsiteY331" fmla="*/ 824900 h 926343"/>
              <a:gd name="connsiteX332" fmla="*/ 2988186 w 4875349"/>
              <a:gd name="connsiteY332" fmla="*/ 844126 h 926343"/>
              <a:gd name="connsiteX333" fmla="*/ 2994818 w 4875349"/>
              <a:gd name="connsiteY333" fmla="*/ 844126 h 926343"/>
              <a:gd name="connsiteX334" fmla="*/ 2988007 w 4875349"/>
              <a:gd name="connsiteY334" fmla="*/ 824366 h 926343"/>
              <a:gd name="connsiteX335" fmla="*/ 2988007 w 4875349"/>
              <a:gd name="connsiteY335" fmla="*/ 824366 h 926343"/>
              <a:gd name="connsiteX336" fmla="*/ 2995355 w 4875349"/>
              <a:gd name="connsiteY336" fmla="*/ 808879 h 926343"/>
              <a:gd name="connsiteX337" fmla="*/ 2983526 w 4875349"/>
              <a:gd name="connsiteY337" fmla="*/ 818848 h 926343"/>
              <a:gd name="connsiteX338" fmla="*/ 2973130 w 4875349"/>
              <a:gd name="connsiteY338" fmla="*/ 818848 h 926343"/>
              <a:gd name="connsiteX339" fmla="*/ 2976715 w 4875349"/>
              <a:gd name="connsiteY339" fmla="*/ 800156 h 926343"/>
              <a:gd name="connsiteX340" fmla="*/ 2988186 w 4875349"/>
              <a:gd name="connsiteY340" fmla="*/ 800156 h 926343"/>
              <a:gd name="connsiteX341" fmla="*/ 2995355 w 4875349"/>
              <a:gd name="connsiteY341" fmla="*/ 808879 h 926343"/>
              <a:gd name="connsiteX342" fmla="*/ 1498985 w 4875349"/>
              <a:gd name="connsiteY342" fmla="*/ 270374 h 926343"/>
              <a:gd name="connsiteX343" fmla="*/ 1453828 w 4875349"/>
              <a:gd name="connsiteY343" fmla="*/ 227989 h 926343"/>
              <a:gd name="connsiteX344" fmla="*/ 1501834 w 4875349"/>
              <a:gd name="connsiteY344" fmla="*/ 195649 h 926343"/>
              <a:gd name="connsiteX345" fmla="*/ 1597180 w 4875349"/>
              <a:gd name="connsiteY345" fmla="*/ 222644 h 926343"/>
              <a:gd name="connsiteX346" fmla="*/ 1613401 w 4875349"/>
              <a:gd name="connsiteY346" fmla="*/ 137908 h 926343"/>
              <a:gd name="connsiteX347" fmla="*/ 1507205 w 4875349"/>
              <a:gd name="connsiteY347" fmla="*/ 113411 h 926343"/>
              <a:gd name="connsiteX348" fmla="*/ 1340970 w 4875349"/>
              <a:gd name="connsiteY348" fmla="*/ 243327 h 926343"/>
              <a:gd name="connsiteX349" fmla="*/ 1420637 w 4875349"/>
              <a:gd name="connsiteY349" fmla="*/ 342530 h 926343"/>
              <a:gd name="connsiteX350" fmla="*/ 1467348 w 4875349"/>
              <a:gd name="connsiteY350" fmla="*/ 390260 h 926343"/>
              <a:gd name="connsiteX351" fmla="*/ 1420899 w 4875349"/>
              <a:gd name="connsiteY351" fmla="*/ 423380 h 926343"/>
              <a:gd name="connsiteX352" fmla="*/ 1316170 w 4875349"/>
              <a:gd name="connsiteY352" fmla="*/ 394058 h 926343"/>
              <a:gd name="connsiteX353" fmla="*/ 1299920 w 4875349"/>
              <a:gd name="connsiteY353" fmla="*/ 478961 h 926343"/>
              <a:gd name="connsiteX354" fmla="*/ 1410107 w 4875349"/>
              <a:gd name="connsiteY354" fmla="*/ 504852 h 926343"/>
              <a:gd name="connsiteX355" fmla="*/ 1549514 w 4875349"/>
              <a:gd name="connsiteY355" fmla="*/ 458861 h 926343"/>
              <a:gd name="connsiteX356" fmla="*/ 1584075 w 4875349"/>
              <a:gd name="connsiteY356" fmla="*/ 372652 h 926343"/>
              <a:gd name="connsiteX357" fmla="*/ 1498985 w 4875349"/>
              <a:gd name="connsiteY357" fmla="*/ 270374 h 926343"/>
              <a:gd name="connsiteX358" fmla="*/ 970363 w 4875349"/>
              <a:gd name="connsiteY358" fmla="*/ 127406 h 926343"/>
              <a:gd name="connsiteX359" fmla="*/ 952989 w 4875349"/>
              <a:gd name="connsiteY359" fmla="*/ 217938 h 926343"/>
              <a:gd name="connsiteX360" fmla="*/ 891107 w 4875349"/>
              <a:gd name="connsiteY360" fmla="*/ 203307 h 926343"/>
              <a:gd name="connsiteX361" fmla="*/ 763747 w 4875349"/>
              <a:gd name="connsiteY361" fmla="*/ 338997 h 926343"/>
              <a:gd name="connsiteX362" fmla="*/ 837167 w 4875349"/>
              <a:gd name="connsiteY362" fmla="*/ 415748 h 926343"/>
              <a:gd name="connsiteX363" fmla="*/ 930953 w 4875349"/>
              <a:gd name="connsiteY363" fmla="*/ 391664 h 926343"/>
              <a:gd name="connsiteX364" fmla="*/ 913201 w 4875349"/>
              <a:gd name="connsiteY364" fmla="*/ 484779 h 926343"/>
              <a:gd name="connsiteX365" fmla="*/ 805571 w 4875349"/>
              <a:gd name="connsiteY365" fmla="*/ 504852 h 926343"/>
              <a:gd name="connsiteX366" fmla="*/ 646266 w 4875349"/>
              <a:gd name="connsiteY366" fmla="*/ 351250 h 926343"/>
              <a:gd name="connsiteX367" fmla="*/ 892662 w 4875349"/>
              <a:gd name="connsiteY367" fmla="*/ 114188 h 926343"/>
              <a:gd name="connsiteX368" fmla="*/ 970363 w 4875349"/>
              <a:gd name="connsiteY368" fmla="*/ 127406 h 926343"/>
              <a:gd name="connsiteX369" fmla="*/ 2778278 w 4875349"/>
              <a:gd name="connsiteY369" fmla="*/ 343325 h 926343"/>
              <a:gd name="connsiteX370" fmla="*/ 2993476 w 4875349"/>
              <a:gd name="connsiteY370" fmla="*/ 302896 h 926343"/>
              <a:gd name="connsiteX371" fmla="*/ 3023855 w 4875349"/>
              <a:gd name="connsiteY371" fmla="*/ 226484 h 926343"/>
              <a:gd name="connsiteX372" fmla="*/ 2892289 w 4875349"/>
              <a:gd name="connsiteY372" fmla="*/ 113423 h 926343"/>
              <a:gd name="connsiteX373" fmla="*/ 2730905 w 4875349"/>
              <a:gd name="connsiteY373" fmla="*/ 187174 h 926343"/>
              <a:gd name="connsiteX374" fmla="*/ 2672078 w 4875349"/>
              <a:gd name="connsiteY374" fmla="*/ 346655 h 926343"/>
              <a:gd name="connsiteX375" fmla="*/ 2836038 w 4875349"/>
              <a:gd name="connsiteY375" fmla="*/ 504881 h 926343"/>
              <a:gd name="connsiteX376" fmla="*/ 2976777 w 4875349"/>
              <a:gd name="connsiteY376" fmla="*/ 474840 h 926343"/>
              <a:gd name="connsiteX377" fmla="*/ 2994734 w 4875349"/>
              <a:gd name="connsiteY377" fmla="*/ 381111 h 926343"/>
              <a:gd name="connsiteX378" fmla="*/ 2863005 w 4875349"/>
              <a:gd name="connsiteY378" fmla="*/ 418032 h 926343"/>
              <a:gd name="connsiteX379" fmla="*/ 2778278 w 4875349"/>
              <a:gd name="connsiteY379" fmla="*/ 343325 h 926343"/>
              <a:gd name="connsiteX380" fmla="*/ 2878412 w 4875349"/>
              <a:gd name="connsiteY380" fmla="*/ 194883 h 926343"/>
              <a:gd name="connsiteX381" fmla="*/ 2909510 w 4875349"/>
              <a:gd name="connsiteY381" fmla="*/ 249117 h 926343"/>
              <a:gd name="connsiteX382" fmla="*/ 2790539 w 4875349"/>
              <a:gd name="connsiteY382" fmla="*/ 271078 h 926343"/>
              <a:gd name="connsiteX383" fmla="*/ 2878412 w 4875349"/>
              <a:gd name="connsiteY383" fmla="*/ 194883 h 926343"/>
              <a:gd name="connsiteX384" fmla="*/ 2693048 w 4875349"/>
              <a:gd name="connsiteY384" fmla="*/ 127406 h 926343"/>
              <a:gd name="connsiteX385" fmla="*/ 2675674 w 4875349"/>
              <a:gd name="connsiteY385" fmla="*/ 217938 h 926343"/>
              <a:gd name="connsiteX386" fmla="*/ 2613791 w 4875349"/>
              <a:gd name="connsiteY386" fmla="*/ 203307 h 926343"/>
              <a:gd name="connsiteX387" fmla="*/ 2486431 w 4875349"/>
              <a:gd name="connsiteY387" fmla="*/ 338997 h 926343"/>
              <a:gd name="connsiteX388" fmla="*/ 2559852 w 4875349"/>
              <a:gd name="connsiteY388" fmla="*/ 415748 h 926343"/>
              <a:gd name="connsiteX389" fmla="*/ 2653638 w 4875349"/>
              <a:gd name="connsiteY389" fmla="*/ 391664 h 926343"/>
              <a:gd name="connsiteX390" fmla="*/ 2635886 w 4875349"/>
              <a:gd name="connsiteY390" fmla="*/ 484779 h 926343"/>
              <a:gd name="connsiteX391" fmla="*/ 2528256 w 4875349"/>
              <a:gd name="connsiteY391" fmla="*/ 504852 h 926343"/>
              <a:gd name="connsiteX392" fmla="*/ 2368950 w 4875349"/>
              <a:gd name="connsiteY392" fmla="*/ 351250 h 926343"/>
              <a:gd name="connsiteX393" fmla="*/ 2615346 w 4875349"/>
              <a:gd name="connsiteY393" fmla="*/ 114188 h 926343"/>
              <a:gd name="connsiteX394" fmla="*/ 2693048 w 4875349"/>
              <a:gd name="connsiteY394" fmla="*/ 127406 h 926343"/>
              <a:gd name="connsiteX395" fmla="*/ 2329634 w 4875349"/>
              <a:gd name="connsiteY395" fmla="*/ 152058 h 926343"/>
              <a:gd name="connsiteX396" fmla="*/ 2229388 w 4875349"/>
              <a:gd name="connsiteY396" fmla="*/ 113412 h 926343"/>
              <a:gd name="connsiteX397" fmla="*/ 2074640 w 4875349"/>
              <a:gd name="connsiteY397" fmla="*/ 176365 h 926343"/>
              <a:gd name="connsiteX398" fmla="*/ 1995666 w 4875349"/>
              <a:gd name="connsiteY398" fmla="*/ 374196 h 926343"/>
              <a:gd name="connsiteX399" fmla="*/ 2103884 w 4875349"/>
              <a:gd name="connsiteY399" fmla="*/ 505631 h 926343"/>
              <a:gd name="connsiteX400" fmla="*/ 2216888 w 4875349"/>
              <a:gd name="connsiteY400" fmla="*/ 424869 h 926343"/>
              <a:gd name="connsiteX401" fmla="*/ 2202971 w 4875349"/>
              <a:gd name="connsiteY401" fmla="*/ 497208 h 926343"/>
              <a:gd name="connsiteX402" fmla="*/ 2310065 w 4875349"/>
              <a:gd name="connsiteY402" fmla="*/ 497208 h 926343"/>
              <a:gd name="connsiteX403" fmla="*/ 2350499 w 4875349"/>
              <a:gd name="connsiteY403" fmla="*/ 287037 h 926343"/>
              <a:gd name="connsiteX404" fmla="*/ 2329634 w 4875349"/>
              <a:gd name="connsiteY404" fmla="*/ 152058 h 926343"/>
              <a:gd name="connsiteX405" fmla="*/ 2237095 w 4875349"/>
              <a:gd name="connsiteY405" fmla="*/ 310500 h 926343"/>
              <a:gd name="connsiteX406" fmla="*/ 2149081 w 4875349"/>
              <a:gd name="connsiteY406" fmla="*/ 414918 h 926343"/>
              <a:gd name="connsiteX407" fmla="*/ 2108903 w 4875349"/>
              <a:gd name="connsiteY407" fmla="*/ 351174 h 926343"/>
              <a:gd name="connsiteX408" fmla="*/ 2207291 w 4875349"/>
              <a:gd name="connsiteY408" fmla="*/ 197893 h 926343"/>
              <a:gd name="connsiteX409" fmla="*/ 2247393 w 4875349"/>
              <a:gd name="connsiteY409" fmla="*/ 238683 h 926343"/>
              <a:gd name="connsiteX410" fmla="*/ 2237095 w 4875349"/>
              <a:gd name="connsiteY410" fmla="*/ 310500 h 926343"/>
              <a:gd name="connsiteX411" fmla="*/ 606951 w 4875349"/>
              <a:gd name="connsiteY411" fmla="*/ 152058 h 926343"/>
              <a:gd name="connsiteX412" fmla="*/ 506706 w 4875349"/>
              <a:gd name="connsiteY412" fmla="*/ 113412 h 926343"/>
              <a:gd name="connsiteX413" fmla="*/ 351958 w 4875349"/>
              <a:gd name="connsiteY413" fmla="*/ 176365 h 926343"/>
              <a:gd name="connsiteX414" fmla="*/ 272985 w 4875349"/>
              <a:gd name="connsiteY414" fmla="*/ 374196 h 926343"/>
              <a:gd name="connsiteX415" fmla="*/ 381203 w 4875349"/>
              <a:gd name="connsiteY415" fmla="*/ 505631 h 926343"/>
              <a:gd name="connsiteX416" fmla="*/ 494206 w 4875349"/>
              <a:gd name="connsiteY416" fmla="*/ 424869 h 926343"/>
              <a:gd name="connsiteX417" fmla="*/ 480290 w 4875349"/>
              <a:gd name="connsiteY417" fmla="*/ 497208 h 926343"/>
              <a:gd name="connsiteX418" fmla="*/ 587383 w 4875349"/>
              <a:gd name="connsiteY418" fmla="*/ 497208 h 926343"/>
              <a:gd name="connsiteX419" fmla="*/ 627817 w 4875349"/>
              <a:gd name="connsiteY419" fmla="*/ 287037 h 926343"/>
              <a:gd name="connsiteX420" fmla="*/ 606951 w 4875349"/>
              <a:gd name="connsiteY420" fmla="*/ 152058 h 926343"/>
              <a:gd name="connsiteX421" fmla="*/ 514414 w 4875349"/>
              <a:gd name="connsiteY421" fmla="*/ 310500 h 926343"/>
              <a:gd name="connsiteX422" fmla="*/ 426399 w 4875349"/>
              <a:gd name="connsiteY422" fmla="*/ 414918 h 926343"/>
              <a:gd name="connsiteX423" fmla="*/ 386220 w 4875349"/>
              <a:gd name="connsiteY423" fmla="*/ 351174 h 926343"/>
              <a:gd name="connsiteX424" fmla="*/ 484610 w 4875349"/>
              <a:gd name="connsiteY424" fmla="*/ 197893 h 926343"/>
              <a:gd name="connsiteX425" fmla="*/ 524712 w 4875349"/>
              <a:gd name="connsiteY425" fmla="*/ 238683 h 926343"/>
              <a:gd name="connsiteX426" fmla="*/ 514414 w 4875349"/>
              <a:gd name="connsiteY426" fmla="*/ 310500 h 926343"/>
              <a:gd name="connsiteX427" fmla="*/ 1865864 w 4875349"/>
              <a:gd name="connsiteY427" fmla="*/ 113412 h 926343"/>
              <a:gd name="connsiteX428" fmla="*/ 1749875 w 4875349"/>
              <a:gd name="connsiteY428" fmla="*/ 180686 h 926343"/>
              <a:gd name="connsiteX429" fmla="*/ 1761420 w 4875349"/>
              <a:gd name="connsiteY429" fmla="*/ 120329 h 926343"/>
              <a:gd name="connsiteX430" fmla="*/ 1662666 w 4875349"/>
              <a:gd name="connsiteY430" fmla="*/ 120329 h 926343"/>
              <a:gd name="connsiteX431" fmla="*/ 1567483 w 4875349"/>
              <a:gd name="connsiteY431" fmla="*/ 617550 h 926343"/>
              <a:gd name="connsiteX432" fmla="*/ 1679604 w 4875349"/>
              <a:gd name="connsiteY432" fmla="*/ 617550 h 926343"/>
              <a:gd name="connsiteX433" fmla="*/ 1708085 w 4875349"/>
              <a:gd name="connsiteY433" fmla="*/ 468046 h 926343"/>
              <a:gd name="connsiteX434" fmla="*/ 1782974 w 4875349"/>
              <a:gd name="connsiteY434" fmla="*/ 505635 h 926343"/>
              <a:gd name="connsiteX435" fmla="*/ 1864479 w 4875349"/>
              <a:gd name="connsiteY435" fmla="*/ 483389 h 926343"/>
              <a:gd name="connsiteX436" fmla="*/ 1988181 w 4875349"/>
              <a:gd name="connsiteY436" fmla="*/ 256331 h 926343"/>
              <a:gd name="connsiteX437" fmla="*/ 1865864 w 4875349"/>
              <a:gd name="connsiteY437" fmla="*/ 113412 h 926343"/>
              <a:gd name="connsiteX438" fmla="*/ 1769434 w 4875349"/>
              <a:gd name="connsiteY438" fmla="*/ 421096 h 926343"/>
              <a:gd name="connsiteX439" fmla="*/ 1735618 w 4875349"/>
              <a:gd name="connsiteY439" fmla="*/ 323009 h 926343"/>
              <a:gd name="connsiteX440" fmla="*/ 1826299 w 4875349"/>
              <a:gd name="connsiteY440" fmla="*/ 204083 h 926343"/>
              <a:gd name="connsiteX441" fmla="*/ 1871576 w 4875349"/>
              <a:gd name="connsiteY441" fmla="*/ 264766 h 926343"/>
              <a:gd name="connsiteX442" fmla="*/ 1769434 w 4875349"/>
              <a:gd name="connsiteY442" fmla="*/ 421096 h 926343"/>
              <a:gd name="connsiteX443" fmla="*/ 312690 w 4875349"/>
              <a:gd name="connsiteY443" fmla="*/ 112292 h 926343"/>
              <a:gd name="connsiteX444" fmla="*/ 290790 w 4875349"/>
              <a:gd name="connsiteY444" fmla="*/ 226685 h 926343"/>
              <a:gd name="connsiteX445" fmla="*/ 142422 w 4875349"/>
              <a:gd name="connsiteY445" fmla="*/ 345714 h 926343"/>
              <a:gd name="connsiteX446" fmla="*/ 112141 w 4875349"/>
              <a:gd name="connsiteY446" fmla="*/ 503840 h 926343"/>
              <a:gd name="connsiteX447" fmla="*/ 0 w 4875349"/>
              <a:gd name="connsiteY447" fmla="*/ 503840 h 926343"/>
              <a:gd name="connsiteX448" fmla="*/ 73440 w 4875349"/>
              <a:gd name="connsiteY448" fmla="*/ 120329 h 926343"/>
              <a:gd name="connsiteX449" fmla="*/ 172185 w 4875349"/>
              <a:gd name="connsiteY449" fmla="*/ 120329 h 926343"/>
              <a:gd name="connsiteX450" fmla="*/ 156202 w 4875349"/>
              <a:gd name="connsiteY450" fmla="*/ 203879 h 926343"/>
              <a:gd name="connsiteX451" fmla="*/ 312690 w 4875349"/>
              <a:gd name="connsiteY451" fmla="*/ 112292 h 926343"/>
              <a:gd name="connsiteX452" fmla="*/ 944243 w 4875349"/>
              <a:gd name="connsiteY452" fmla="*/ 497208 h 926343"/>
              <a:gd name="connsiteX453" fmla="*/ 1039422 w 4875349"/>
              <a:gd name="connsiteY453" fmla="*/ 0 h 926343"/>
              <a:gd name="connsiteX454" fmla="*/ 1150777 w 4875349"/>
              <a:gd name="connsiteY454" fmla="*/ 0 h 926343"/>
              <a:gd name="connsiteX455" fmla="*/ 1094906 w 4875349"/>
              <a:gd name="connsiteY455" fmla="*/ 291909 h 926343"/>
              <a:gd name="connsiteX456" fmla="*/ 1239347 w 4875349"/>
              <a:gd name="connsiteY456" fmla="*/ 120329 h 926343"/>
              <a:gd name="connsiteX457" fmla="*/ 1361754 w 4875349"/>
              <a:gd name="connsiteY457" fmla="*/ 120329 h 926343"/>
              <a:gd name="connsiteX458" fmla="*/ 1212060 w 4875349"/>
              <a:gd name="connsiteY458" fmla="*/ 293812 h 926343"/>
              <a:gd name="connsiteX459" fmla="*/ 1294315 w 4875349"/>
              <a:gd name="connsiteY459" fmla="*/ 497208 h 926343"/>
              <a:gd name="connsiteX460" fmla="*/ 1173734 w 4875349"/>
              <a:gd name="connsiteY460" fmla="*/ 497208 h 926343"/>
              <a:gd name="connsiteX461" fmla="*/ 1094235 w 4875349"/>
              <a:gd name="connsiteY461" fmla="*/ 295415 h 926343"/>
              <a:gd name="connsiteX462" fmla="*/ 1055611 w 4875349"/>
              <a:gd name="connsiteY462" fmla="*/ 497208 h 926343"/>
              <a:gd name="connsiteX463" fmla="*/ 944243 w 4875349"/>
              <a:gd name="connsiteY463" fmla="*/ 497208 h 926343"/>
              <a:gd name="connsiteX464" fmla="*/ 2280316 w 4875349"/>
              <a:gd name="connsiteY464" fmla="*/ 695157 h 926343"/>
              <a:gd name="connsiteX465" fmla="*/ 2187788 w 4875349"/>
              <a:gd name="connsiteY465" fmla="*/ 795876 h 926343"/>
              <a:gd name="connsiteX466" fmla="*/ 2253291 w 4875349"/>
              <a:gd name="connsiteY466" fmla="*/ 861573 h 926343"/>
              <a:gd name="connsiteX467" fmla="*/ 2345820 w 4875349"/>
              <a:gd name="connsiteY467" fmla="*/ 760854 h 926343"/>
              <a:gd name="connsiteX468" fmla="*/ 2280316 w 4875349"/>
              <a:gd name="connsiteY468" fmla="*/ 695157 h 926343"/>
              <a:gd name="connsiteX469" fmla="*/ 2275683 w 4875349"/>
              <a:gd name="connsiteY469" fmla="*/ 724555 h 926343"/>
              <a:gd name="connsiteX470" fmla="*/ 2306312 w 4875349"/>
              <a:gd name="connsiteY470" fmla="*/ 761174 h 926343"/>
              <a:gd name="connsiteX471" fmla="*/ 2258568 w 4875349"/>
              <a:gd name="connsiteY471" fmla="*/ 832175 h 926343"/>
              <a:gd name="connsiteX472" fmla="*/ 2227296 w 4875349"/>
              <a:gd name="connsiteY472" fmla="*/ 794885 h 926343"/>
              <a:gd name="connsiteX473" fmla="*/ 2275683 w 4875349"/>
              <a:gd name="connsiteY473" fmla="*/ 724555 h 926343"/>
              <a:gd name="connsiteX474" fmla="*/ 2541237 w 4875349"/>
              <a:gd name="connsiteY474" fmla="*/ 695157 h 926343"/>
              <a:gd name="connsiteX475" fmla="*/ 2448709 w 4875349"/>
              <a:gd name="connsiteY475" fmla="*/ 795876 h 926343"/>
              <a:gd name="connsiteX476" fmla="*/ 2514212 w 4875349"/>
              <a:gd name="connsiteY476" fmla="*/ 861573 h 926343"/>
              <a:gd name="connsiteX477" fmla="*/ 2606741 w 4875349"/>
              <a:gd name="connsiteY477" fmla="*/ 760854 h 926343"/>
              <a:gd name="connsiteX478" fmla="*/ 2541237 w 4875349"/>
              <a:gd name="connsiteY478" fmla="*/ 695157 h 926343"/>
              <a:gd name="connsiteX479" fmla="*/ 2536604 w 4875349"/>
              <a:gd name="connsiteY479" fmla="*/ 724555 h 926343"/>
              <a:gd name="connsiteX480" fmla="*/ 2567233 w 4875349"/>
              <a:gd name="connsiteY480" fmla="*/ 761174 h 926343"/>
              <a:gd name="connsiteX481" fmla="*/ 2519488 w 4875349"/>
              <a:gd name="connsiteY481" fmla="*/ 832175 h 926343"/>
              <a:gd name="connsiteX482" fmla="*/ 2488217 w 4875349"/>
              <a:gd name="connsiteY482" fmla="*/ 794885 h 926343"/>
              <a:gd name="connsiteX483" fmla="*/ 2536604 w 4875349"/>
              <a:gd name="connsiteY483" fmla="*/ 724555 h 926343"/>
              <a:gd name="connsiteX484" fmla="*/ 2441704 w 4875349"/>
              <a:gd name="connsiteY484" fmla="*/ 646623 h 926343"/>
              <a:gd name="connsiteX485" fmla="*/ 2400932 w 4875349"/>
              <a:gd name="connsiteY485" fmla="*/ 857994 h 926343"/>
              <a:gd name="connsiteX486" fmla="*/ 2362712 w 4875349"/>
              <a:gd name="connsiteY486" fmla="*/ 857994 h 926343"/>
              <a:gd name="connsiteX487" fmla="*/ 2403190 w 4875349"/>
              <a:gd name="connsiteY487" fmla="*/ 646623 h 926343"/>
              <a:gd name="connsiteX488" fmla="*/ 2441704 w 4875349"/>
              <a:gd name="connsiteY488" fmla="*/ 646623 h 926343"/>
              <a:gd name="connsiteX489" fmla="*/ 1819430 w 4875349"/>
              <a:gd name="connsiteY489" fmla="*/ 701970 h 926343"/>
              <a:gd name="connsiteX490" fmla="*/ 1813367 w 4875349"/>
              <a:gd name="connsiteY490" fmla="*/ 733641 h 926343"/>
              <a:gd name="connsiteX491" fmla="*/ 1783826 w 4875349"/>
              <a:gd name="connsiteY491" fmla="*/ 726217 h 926343"/>
              <a:gd name="connsiteX492" fmla="*/ 1723567 w 4875349"/>
              <a:gd name="connsiteY492" fmla="*/ 793256 h 926343"/>
              <a:gd name="connsiteX493" fmla="*/ 1758796 w 4875349"/>
              <a:gd name="connsiteY493" fmla="*/ 830514 h 926343"/>
              <a:gd name="connsiteX494" fmla="*/ 1801876 w 4875349"/>
              <a:gd name="connsiteY494" fmla="*/ 818489 h 926343"/>
              <a:gd name="connsiteX495" fmla="*/ 1795551 w 4875349"/>
              <a:gd name="connsiteY495" fmla="*/ 851535 h 926343"/>
              <a:gd name="connsiteX496" fmla="*/ 1748275 w 4875349"/>
              <a:gd name="connsiteY496" fmla="*/ 861253 h 926343"/>
              <a:gd name="connsiteX497" fmla="*/ 1683415 w 4875349"/>
              <a:gd name="connsiteY497" fmla="*/ 797825 h 926343"/>
              <a:gd name="connsiteX498" fmla="*/ 1785145 w 4875349"/>
              <a:gd name="connsiteY498" fmla="*/ 695477 h 926343"/>
              <a:gd name="connsiteX499" fmla="*/ 1819430 w 4875349"/>
              <a:gd name="connsiteY499" fmla="*/ 701970 h 926343"/>
              <a:gd name="connsiteX500" fmla="*/ 1599026 w 4875349"/>
              <a:gd name="connsiteY500" fmla="*/ 831504 h 926343"/>
              <a:gd name="connsiteX501" fmla="*/ 1657309 w 4875349"/>
              <a:gd name="connsiteY501" fmla="*/ 812360 h 926343"/>
              <a:gd name="connsiteX502" fmla="*/ 1650747 w 4875349"/>
              <a:gd name="connsiteY502" fmla="*/ 846645 h 926343"/>
              <a:gd name="connsiteX503" fmla="*/ 1590147 w 4875349"/>
              <a:gd name="connsiteY503" fmla="*/ 861573 h 926343"/>
              <a:gd name="connsiteX504" fmla="*/ 1524289 w 4875349"/>
              <a:gd name="connsiteY504" fmla="*/ 795524 h 926343"/>
              <a:gd name="connsiteX505" fmla="*/ 1615145 w 4875349"/>
              <a:gd name="connsiteY505" fmla="*/ 695157 h 926343"/>
              <a:gd name="connsiteX506" fmla="*/ 1666846 w 4875349"/>
              <a:gd name="connsiteY506" fmla="*/ 739957 h 926343"/>
              <a:gd name="connsiteX507" fmla="*/ 1561835 w 4875349"/>
              <a:gd name="connsiteY507" fmla="*/ 792585 h 926343"/>
              <a:gd name="connsiteX508" fmla="*/ 1566114 w 4875349"/>
              <a:gd name="connsiteY508" fmla="*/ 815176 h 926343"/>
              <a:gd name="connsiteX509" fmla="*/ 1599026 w 4875349"/>
              <a:gd name="connsiteY509" fmla="*/ 831504 h 926343"/>
              <a:gd name="connsiteX510" fmla="*/ 1565760 w 4875349"/>
              <a:gd name="connsiteY510" fmla="*/ 764114 h 926343"/>
              <a:gd name="connsiteX511" fmla="*/ 1630620 w 4875349"/>
              <a:gd name="connsiteY511" fmla="*/ 739956 h 926343"/>
              <a:gd name="connsiteX512" fmla="*/ 1610222 w 4875349"/>
              <a:gd name="connsiteY512" fmla="*/ 723596 h 926343"/>
              <a:gd name="connsiteX513" fmla="*/ 1565760 w 4875349"/>
              <a:gd name="connsiteY513" fmla="*/ 764114 h 926343"/>
              <a:gd name="connsiteX514" fmla="*/ 2158533 w 4875349"/>
              <a:gd name="connsiteY514" fmla="*/ 765136 h 926343"/>
              <a:gd name="connsiteX515" fmla="*/ 2140621 w 4875349"/>
              <a:gd name="connsiteY515" fmla="*/ 857994 h 926343"/>
              <a:gd name="connsiteX516" fmla="*/ 2102401 w 4875349"/>
              <a:gd name="connsiteY516" fmla="*/ 857994 h 926343"/>
              <a:gd name="connsiteX517" fmla="*/ 2119621 w 4875349"/>
              <a:gd name="connsiteY517" fmla="*/ 768076 h 926343"/>
              <a:gd name="connsiteX518" fmla="*/ 2121512 w 4875349"/>
              <a:gd name="connsiteY518" fmla="*/ 749095 h 926343"/>
              <a:gd name="connsiteX519" fmla="*/ 2101404 w 4875349"/>
              <a:gd name="connsiteY519" fmla="*/ 726216 h 926343"/>
              <a:gd name="connsiteX520" fmla="*/ 2055042 w 4875349"/>
              <a:gd name="connsiteY520" fmla="*/ 784436 h 926343"/>
              <a:gd name="connsiteX521" fmla="*/ 2040853 w 4875349"/>
              <a:gd name="connsiteY521" fmla="*/ 857994 h 926343"/>
              <a:gd name="connsiteX522" fmla="*/ 2002633 w 4875349"/>
              <a:gd name="connsiteY522" fmla="*/ 857994 h 926343"/>
              <a:gd name="connsiteX523" fmla="*/ 2033316 w 4875349"/>
              <a:gd name="connsiteY523" fmla="*/ 697777 h 926343"/>
              <a:gd name="connsiteX524" fmla="*/ 2067888 w 4875349"/>
              <a:gd name="connsiteY524" fmla="*/ 697777 h 926343"/>
              <a:gd name="connsiteX525" fmla="*/ 2061951 w 4875349"/>
              <a:gd name="connsiteY525" fmla="*/ 728554 h 926343"/>
              <a:gd name="connsiteX526" fmla="*/ 2120514 w 4875349"/>
              <a:gd name="connsiteY526" fmla="*/ 695157 h 926343"/>
              <a:gd name="connsiteX527" fmla="*/ 2161341 w 4875349"/>
              <a:gd name="connsiteY527" fmla="*/ 738934 h 926343"/>
              <a:gd name="connsiteX528" fmla="*/ 2158533 w 4875349"/>
              <a:gd name="connsiteY528" fmla="*/ 765136 h 926343"/>
              <a:gd name="connsiteX529" fmla="*/ 1980144 w 4875349"/>
              <a:gd name="connsiteY529" fmla="*/ 738934 h 926343"/>
              <a:gd name="connsiteX530" fmla="*/ 1977335 w 4875349"/>
              <a:gd name="connsiteY530" fmla="*/ 765136 h 926343"/>
              <a:gd name="connsiteX531" fmla="*/ 1959424 w 4875349"/>
              <a:gd name="connsiteY531" fmla="*/ 857994 h 926343"/>
              <a:gd name="connsiteX532" fmla="*/ 1921204 w 4875349"/>
              <a:gd name="connsiteY532" fmla="*/ 857994 h 926343"/>
              <a:gd name="connsiteX533" fmla="*/ 1938424 w 4875349"/>
              <a:gd name="connsiteY533" fmla="*/ 768076 h 926343"/>
              <a:gd name="connsiteX534" fmla="*/ 1940315 w 4875349"/>
              <a:gd name="connsiteY534" fmla="*/ 749095 h 926343"/>
              <a:gd name="connsiteX535" fmla="*/ 1920206 w 4875349"/>
              <a:gd name="connsiteY535" fmla="*/ 726216 h 926343"/>
              <a:gd name="connsiteX536" fmla="*/ 1873845 w 4875349"/>
              <a:gd name="connsiteY536" fmla="*/ 784436 h 926343"/>
              <a:gd name="connsiteX537" fmla="*/ 1873845 w 4875349"/>
              <a:gd name="connsiteY537" fmla="*/ 784436 h 926343"/>
              <a:gd name="connsiteX538" fmla="*/ 1859656 w 4875349"/>
              <a:gd name="connsiteY538" fmla="*/ 857994 h 926343"/>
              <a:gd name="connsiteX539" fmla="*/ 1821436 w 4875349"/>
              <a:gd name="connsiteY539" fmla="*/ 857994 h 926343"/>
              <a:gd name="connsiteX540" fmla="*/ 1861915 w 4875349"/>
              <a:gd name="connsiteY540" fmla="*/ 646623 h 926343"/>
              <a:gd name="connsiteX541" fmla="*/ 1900428 w 4875349"/>
              <a:gd name="connsiteY541" fmla="*/ 646623 h 926343"/>
              <a:gd name="connsiteX542" fmla="*/ 1885984 w 4875349"/>
              <a:gd name="connsiteY542" fmla="*/ 721502 h 926343"/>
              <a:gd name="connsiteX543" fmla="*/ 1939317 w 4875349"/>
              <a:gd name="connsiteY543" fmla="*/ 695157 h 926343"/>
              <a:gd name="connsiteX544" fmla="*/ 1980144 w 4875349"/>
              <a:gd name="connsiteY544" fmla="*/ 738934 h 926343"/>
              <a:gd name="connsiteX545" fmla="*/ 1486679 w 4875349"/>
              <a:gd name="connsiteY545" fmla="*/ 698736 h 926343"/>
              <a:gd name="connsiteX546" fmla="*/ 1522584 w 4875349"/>
              <a:gd name="connsiteY546" fmla="*/ 698736 h 926343"/>
              <a:gd name="connsiteX547" fmla="*/ 1516664 w 4875349"/>
              <a:gd name="connsiteY547" fmla="*/ 728165 h 926343"/>
              <a:gd name="connsiteX548" fmla="*/ 1480760 w 4875349"/>
              <a:gd name="connsiteY548" fmla="*/ 728165 h 926343"/>
              <a:gd name="connsiteX549" fmla="*/ 1468243 w 4875349"/>
              <a:gd name="connsiteY549" fmla="*/ 792264 h 926343"/>
              <a:gd name="connsiteX550" fmla="*/ 1465285 w 4875349"/>
              <a:gd name="connsiteY550" fmla="*/ 814824 h 926343"/>
              <a:gd name="connsiteX551" fmla="*/ 1479440 w 4875349"/>
              <a:gd name="connsiteY551" fmla="*/ 829236 h 926343"/>
              <a:gd name="connsiteX552" fmla="*/ 1494778 w 4875349"/>
              <a:gd name="connsiteY552" fmla="*/ 827801 h 926343"/>
              <a:gd name="connsiteX553" fmla="*/ 1488997 w 4875349"/>
              <a:gd name="connsiteY553" fmla="*/ 857990 h 926343"/>
              <a:gd name="connsiteX554" fmla="*/ 1488996 w 4875349"/>
              <a:gd name="connsiteY554" fmla="*/ 857994 h 926343"/>
              <a:gd name="connsiteX555" fmla="*/ 1463965 w 4875349"/>
              <a:gd name="connsiteY555" fmla="*/ 861254 h 926343"/>
              <a:gd name="connsiteX556" fmla="*/ 1426097 w 4875349"/>
              <a:gd name="connsiteY556" fmla="*/ 828564 h 926343"/>
              <a:gd name="connsiteX557" fmla="*/ 1429411 w 4875349"/>
              <a:gd name="connsiteY557" fmla="*/ 799135 h 926343"/>
              <a:gd name="connsiteX558" fmla="*/ 1443247 w 4875349"/>
              <a:gd name="connsiteY558" fmla="*/ 728165 h 926343"/>
              <a:gd name="connsiteX559" fmla="*/ 1421818 w 4875349"/>
              <a:gd name="connsiteY559" fmla="*/ 728165 h 926343"/>
              <a:gd name="connsiteX560" fmla="*/ 1427416 w 4875349"/>
              <a:gd name="connsiteY560" fmla="*/ 698736 h 926343"/>
              <a:gd name="connsiteX561" fmla="*/ 1448813 w 4875349"/>
              <a:gd name="connsiteY561" fmla="*/ 698736 h 926343"/>
              <a:gd name="connsiteX562" fmla="*/ 1457003 w 4875349"/>
              <a:gd name="connsiteY562" fmla="*/ 657748 h 926343"/>
              <a:gd name="connsiteX563" fmla="*/ 1494288 w 4875349"/>
              <a:gd name="connsiteY563" fmla="*/ 657748 h 926343"/>
              <a:gd name="connsiteX564" fmla="*/ 1486679 w 4875349"/>
              <a:gd name="connsiteY564" fmla="*/ 698736 h 926343"/>
              <a:gd name="connsiteX565" fmla="*/ 2788298 w 4875349"/>
              <a:gd name="connsiteY565" fmla="*/ 886433 h 926343"/>
              <a:gd name="connsiteX566" fmla="*/ 2828271 w 4875349"/>
              <a:gd name="connsiteY566" fmla="*/ 878611 h 926343"/>
              <a:gd name="connsiteX567" fmla="*/ 2840780 w 4875349"/>
              <a:gd name="connsiteY567" fmla="*/ 853718 h 926343"/>
              <a:gd name="connsiteX568" fmla="*/ 2812203 w 4875349"/>
              <a:gd name="connsiteY568" fmla="*/ 697777 h 926343"/>
              <a:gd name="connsiteX569" fmla="*/ 2852387 w 4875349"/>
              <a:gd name="connsiteY569" fmla="*/ 697777 h 926343"/>
              <a:gd name="connsiteX570" fmla="*/ 2867179 w 4875349"/>
              <a:gd name="connsiteY570" fmla="*/ 816325 h 926343"/>
              <a:gd name="connsiteX571" fmla="*/ 2928097 w 4875349"/>
              <a:gd name="connsiteY571" fmla="*/ 697777 h 926343"/>
              <a:gd name="connsiteX572" fmla="*/ 2968924 w 4875349"/>
              <a:gd name="connsiteY572" fmla="*/ 697777 h 926343"/>
              <a:gd name="connsiteX573" fmla="*/ 2861660 w 4875349"/>
              <a:gd name="connsiteY573" fmla="*/ 887677 h 926343"/>
              <a:gd name="connsiteX574" fmla="*/ 2861660 w 4875349"/>
              <a:gd name="connsiteY574" fmla="*/ 887739 h 926343"/>
              <a:gd name="connsiteX575" fmla="*/ 2782349 w 4875349"/>
              <a:gd name="connsiteY575" fmla="*/ 917510 h 926343"/>
              <a:gd name="connsiteX576" fmla="*/ 2788298 w 4875349"/>
              <a:gd name="connsiteY576" fmla="*/ 886433 h 926343"/>
              <a:gd name="connsiteX577" fmla="*/ 2783865 w 4875349"/>
              <a:gd name="connsiteY577" fmla="*/ 738023 h 926343"/>
              <a:gd name="connsiteX578" fmla="*/ 2780573 w 4875349"/>
              <a:gd name="connsiteY578" fmla="*/ 765507 h 926343"/>
              <a:gd name="connsiteX579" fmla="*/ 2766056 w 4875349"/>
              <a:gd name="connsiteY579" fmla="*/ 837735 h 926343"/>
              <a:gd name="connsiteX580" fmla="*/ 2732771 w 4875349"/>
              <a:gd name="connsiteY580" fmla="*/ 908673 h 926343"/>
              <a:gd name="connsiteX581" fmla="*/ 2672895 w 4875349"/>
              <a:gd name="connsiteY581" fmla="*/ 926343 h 926343"/>
              <a:gd name="connsiteX582" fmla="*/ 2625597 w 4875349"/>
              <a:gd name="connsiteY582" fmla="*/ 917510 h 926343"/>
              <a:gd name="connsiteX583" fmla="*/ 2631546 w 4875349"/>
              <a:gd name="connsiteY583" fmla="*/ 886433 h 926343"/>
              <a:gd name="connsiteX584" fmla="*/ 2673692 w 4875349"/>
              <a:gd name="connsiteY584" fmla="*/ 895923 h 926343"/>
              <a:gd name="connsiteX585" fmla="*/ 2725716 w 4875349"/>
              <a:gd name="connsiteY585" fmla="*/ 847194 h 926343"/>
              <a:gd name="connsiteX586" fmla="*/ 2728786 w 4875349"/>
              <a:gd name="connsiteY586" fmla="*/ 833259 h 926343"/>
              <a:gd name="connsiteX587" fmla="*/ 2675487 w 4875349"/>
              <a:gd name="connsiteY587" fmla="*/ 861694 h 926343"/>
              <a:gd name="connsiteX588" fmla="*/ 2627062 w 4875349"/>
              <a:gd name="connsiteY588" fmla="*/ 805419 h 926343"/>
              <a:gd name="connsiteX589" fmla="*/ 2730167 w 4875349"/>
              <a:gd name="connsiteY589" fmla="*/ 695157 h 926343"/>
              <a:gd name="connsiteX590" fmla="*/ 2783865 w 4875349"/>
              <a:gd name="connsiteY590" fmla="*/ 738023 h 926343"/>
              <a:gd name="connsiteX591" fmla="*/ 2744332 w 4875349"/>
              <a:gd name="connsiteY591" fmla="*/ 744568 h 926343"/>
              <a:gd name="connsiteX592" fmla="*/ 2722919 w 4875349"/>
              <a:gd name="connsiteY592" fmla="*/ 724282 h 926343"/>
              <a:gd name="connsiteX593" fmla="*/ 2667246 w 4875349"/>
              <a:gd name="connsiteY593" fmla="*/ 798548 h 926343"/>
              <a:gd name="connsiteX594" fmla="*/ 2692615 w 4875349"/>
              <a:gd name="connsiteY594" fmla="*/ 830614 h 926343"/>
              <a:gd name="connsiteX595" fmla="*/ 2739395 w 4875349"/>
              <a:gd name="connsiteY595" fmla="*/ 778262 h 926343"/>
              <a:gd name="connsiteX596" fmla="*/ 2742357 w 4875349"/>
              <a:gd name="connsiteY596" fmla="*/ 763539 h 926343"/>
              <a:gd name="connsiteX597" fmla="*/ 2744331 w 4875349"/>
              <a:gd name="connsiteY597" fmla="*/ 744568 h 9263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Lst>
            <a:rect l="l" t="t" r="r" b="b"/>
            <a:pathLst>
              <a:path w="4875349" h="926343">
                <a:moveTo>
                  <a:pt x="3216560" y="504882"/>
                </a:moveTo>
                <a:lnTo>
                  <a:pt x="3216558" y="113422"/>
                </a:lnTo>
                <a:lnTo>
                  <a:pt x="3240379" y="113422"/>
                </a:lnTo>
                <a:lnTo>
                  <a:pt x="3240381" y="504882"/>
                </a:lnTo>
                <a:lnTo>
                  <a:pt x="3216560" y="504882"/>
                </a:lnTo>
                <a:close/>
                <a:moveTo>
                  <a:pt x="4045162" y="501503"/>
                </a:moveTo>
                <a:lnTo>
                  <a:pt x="4065592" y="501503"/>
                </a:lnTo>
                <a:lnTo>
                  <a:pt x="4065592" y="436819"/>
                </a:lnTo>
                <a:lnTo>
                  <a:pt x="4113948" y="436819"/>
                </a:lnTo>
                <a:lnTo>
                  <a:pt x="4113948" y="420806"/>
                </a:lnTo>
                <a:lnTo>
                  <a:pt x="4065592" y="420806"/>
                </a:lnTo>
                <a:lnTo>
                  <a:pt x="4065592" y="370635"/>
                </a:lnTo>
                <a:lnTo>
                  <a:pt x="4121465" y="370635"/>
                </a:lnTo>
                <a:lnTo>
                  <a:pt x="4123838" y="354398"/>
                </a:lnTo>
                <a:lnTo>
                  <a:pt x="4045162" y="354398"/>
                </a:lnTo>
                <a:lnTo>
                  <a:pt x="4045162" y="501503"/>
                </a:lnTo>
                <a:close/>
                <a:moveTo>
                  <a:pt x="4173291" y="348426"/>
                </a:moveTo>
                <a:cubicBezTo>
                  <a:pt x="4173291" y="355905"/>
                  <a:pt x="4167708" y="361661"/>
                  <a:pt x="4159329" y="361661"/>
                </a:cubicBezTo>
                <a:cubicBezTo>
                  <a:pt x="4151149" y="361661"/>
                  <a:pt x="4145567" y="355905"/>
                  <a:pt x="4145567" y="348426"/>
                </a:cubicBezTo>
                <a:cubicBezTo>
                  <a:pt x="4145567" y="340736"/>
                  <a:pt x="4151149" y="334968"/>
                  <a:pt x="4159329" y="334968"/>
                </a:cubicBezTo>
                <a:cubicBezTo>
                  <a:pt x="4167708" y="334968"/>
                  <a:pt x="4173291" y="340736"/>
                  <a:pt x="4173291" y="348426"/>
                </a:cubicBezTo>
                <a:close/>
                <a:moveTo>
                  <a:pt x="4169419" y="501497"/>
                </a:moveTo>
                <a:lnTo>
                  <a:pt x="4149638" y="501497"/>
                </a:lnTo>
                <a:lnTo>
                  <a:pt x="4149638" y="388985"/>
                </a:lnTo>
                <a:lnTo>
                  <a:pt x="4169419" y="388985"/>
                </a:lnTo>
                <a:lnTo>
                  <a:pt x="4169419" y="501497"/>
                </a:lnTo>
                <a:close/>
                <a:moveTo>
                  <a:pt x="4270675" y="387709"/>
                </a:moveTo>
                <a:lnTo>
                  <a:pt x="4267016" y="406922"/>
                </a:lnTo>
                <a:cubicBezTo>
                  <a:pt x="4263582" y="406066"/>
                  <a:pt x="4261209" y="405632"/>
                  <a:pt x="4257138" y="405632"/>
                </a:cubicBezTo>
                <a:cubicBezTo>
                  <a:pt x="4242938" y="405632"/>
                  <a:pt x="4234783" y="415679"/>
                  <a:pt x="4230050" y="437236"/>
                </a:cubicBezTo>
                <a:lnTo>
                  <a:pt x="4230050" y="501498"/>
                </a:lnTo>
                <a:lnTo>
                  <a:pt x="4210269" y="501498"/>
                </a:lnTo>
                <a:lnTo>
                  <a:pt x="4210269" y="388999"/>
                </a:lnTo>
                <a:lnTo>
                  <a:pt x="4227253" y="388999"/>
                </a:lnTo>
                <a:lnTo>
                  <a:pt x="4229188" y="411834"/>
                </a:lnTo>
                <a:cubicBezTo>
                  <a:pt x="4235208" y="394965"/>
                  <a:pt x="4245749" y="386419"/>
                  <a:pt x="4259498" y="386419"/>
                </a:cubicBezTo>
                <a:cubicBezTo>
                  <a:pt x="4263144" y="386419"/>
                  <a:pt x="4267240" y="386853"/>
                  <a:pt x="4270675" y="387709"/>
                </a:cubicBezTo>
                <a:close/>
                <a:moveTo>
                  <a:pt x="4362473" y="399240"/>
                </a:moveTo>
                <a:lnTo>
                  <a:pt x="4354080" y="411619"/>
                </a:lnTo>
                <a:cubicBezTo>
                  <a:pt x="4343990" y="405207"/>
                  <a:pt x="4335160" y="402019"/>
                  <a:pt x="4324646" y="402019"/>
                </a:cubicBezTo>
                <a:cubicBezTo>
                  <a:pt x="4311733" y="402019"/>
                  <a:pt x="4303790" y="407774"/>
                  <a:pt x="4303790" y="416742"/>
                </a:cubicBezTo>
                <a:cubicBezTo>
                  <a:pt x="4303790" y="425920"/>
                  <a:pt x="4309796" y="430187"/>
                  <a:pt x="4328079" y="434888"/>
                </a:cubicBezTo>
                <a:cubicBezTo>
                  <a:pt x="4351933" y="440866"/>
                  <a:pt x="4365695" y="450256"/>
                  <a:pt x="4365695" y="469903"/>
                </a:cubicBezTo>
                <a:cubicBezTo>
                  <a:pt x="4365695" y="493382"/>
                  <a:pt x="4343990" y="504062"/>
                  <a:pt x="4320986" y="504062"/>
                </a:cubicBezTo>
                <a:cubicBezTo>
                  <a:pt x="4301842" y="504062"/>
                  <a:pt x="4288092" y="497860"/>
                  <a:pt x="4278214" y="489327"/>
                </a:cubicBezTo>
                <a:lnTo>
                  <a:pt x="4288741" y="477370"/>
                </a:lnTo>
                <a:cubicBezTo>
                  <a:pt x="4297770" y="484204"/>
                  <a:pt x="4308298" y="488260"/>
                  <a:pt x="4320549" y="488260"/>
                </a:cubicBezTo>
                <a:cubicBezTo>
                  <a:pt x="4335385" y="488260"/>
                  <a:pt x="4344839" y="481847"/>
                  <a:pt x="4344839" y="471180"/>
                </a:cubicBezTo>
                <a:cubicBezTo>
                  <a:pt x="4344839" y="460079"/>
                  <a:pt x="4339257" y="455812"/>
                  <a:pt x="4317327" y="450045"/>
                </a:cubicBezTo>
                <a:cubicBezTo>
                  <a:pt x="4292825" y="443645"/>
                  <a:pt x="4283147" y="433176"/>
                  <a:pt x="4283147" y="417387"/>
                </a:cubicBezTo>
                <a:cubicBezTo>
                  <a:pt x="4283147" y="399451"/>
                  <a:pt x="4300568" y="386428"/>
                  <a:pt x="4323996" y="386428"/>
                </a:cubicBezTo>
                <a:cubicBezTo>
                  <a:pt x="4339894" y="386428"/>
                  <a:pt x="4351720" y="391129"/>
                  <a:pt x="4362473" y="399240"/>
                </a:cubicBezTo>
                <a:close/>
                <a:moveTo>
                  <a:pt x="4450831" y="496374"/>
                </a:moveTo>
                <a:cubicBezTo>
                  <a:pt x="4443300" y="501497"/>
                  <a:pt x="4435133" y="504064"/>
                  <a:pt x="4425467" y="504064"/>
                </a:cubicBezTo>
                <a:cubicBezTo>
                  <a:pt x="4406322" y="504064"/>
                  <a:pt x="4394933" y="492963"/>
                  <a:pt x="4394933" y="472039"/>
                </a:cubicBezTo>
                <a:lnTo>
                  <a:pt x="4394933" y="404142"/>
                </a:lnTo>
                <a:lnTo>
                  <a:pt x="4375164" y="404142"/>
                </a:lnTo>
                <a:lnTo>
                  <a:pt x="4375164" y="388998"/>
                </a:lnTo>
                <a:lnTo>
                  <a:pt x="4394933" y="388998"/>
                </a:lnTo>
                <a:lnTo>
                  <a:pt x="4394933" y="363583"/>
                </a:lnTo>
                <a:lnTo>
                  <a:pt x="4414715" y="361226"/>
                </a:lnTo>
                <a:lnTo>
                  <a:pt x="4414715" y="388998"/>
                </a:lnTo>
                <a:lnTo>
                  <a:pt x="4441590" y="388998"/>
                </a:lnTo>
                <a:lnTo>
                  <a:pt x="4439429" y="404142"/>
                </a:lnTo>
                <a:lnTo>
                  <a:pt x="4414715" y="404142"/>
                </a:lnTo>
                <a:lnTo>
                  <a:pt x="4414715" y="471183"/>
                </a:lnTo>
                <a:cubicBezTo>
                  <a:pt x="4414715" y="482495"/>
                  <a:pt x="4418362" y="487841"/>
                  <a:pt x="4428252" y="487841"/>
                </a:cubicBezTo>
                <a:cubicBezTo>
                  <a:pt x="4433198" y="487841"/>
                  <a:pt x="4437719" y="486340"/>
                  <a:pt x="4443301" y="483351"/>
                </a:cubicBezTo>
                <a:lnTo>
                  <a:pt x="4450831" y="496374"/>
                </a:lnTo>
                <a:close/>
                <a:moveTo>
                  <a:pt x="4491457" y="489118"/>
                </a:moveTo>
                <a:cubicBezTo>
                  <a:pt x="4491457" y="497441"/>
                  <a:pt x="4485000" y="504064"/>
                  <a:pt x="4476408" y="504064"/>
                </a:cubicBezTo>
                <a:cubicBezTo>
                  <a:pt x="4468029" y="504064"/>
                  <a:pt x="4461572" y="497441"/>
                  <a:pt x="4461572" y="489118"/>
                </a:cubicBezTo>
                <a:cubicBezTo>
                  <a:pt x="4461572" y="481006"/>
                  <a:pt x="4468029" y="474383"/>
                  <a:pt x="4476408" y="474383"/>
                </a:cubicBezTo>
                <a:cubicBezTo>
                  <a:pt x="4485000" y="474383"/>
                  <a:pt x="4491457" y="481006"/>
                  <a:pt x="4491457" y="489118"/>
                </a:cubicBezTo>
                <a:close/>
                <a:moveTo>
                  <a:pt x="3521774" y="366146"/>
                </a:moveTo>
                <a:lnTo>
                  <a:pt x="3505002" y="385996"/>
                </a:lnTo>
                <a:cubicBezTo>
                  <a:pt x="3496623" y="379599"/>
                  <a:pt x="3488242" y="375748"/>
                  <a:pt x="3478129" y="375748"/>
                </a:cubicBezTo>
                <a:cubicBezTo>
                  <a:pt x="3458997" y="375748"/>
                  <a:pt x="3445681" y="390911"/>
                  <a:pt x="3445681" y="427204"/>
                </a:cubicBezTo>
                <a:cubicBezTo>
                  <a:pt x="3445681" y="462863"/>
                  <a:pt x="3458793" y="478013"/>
                  <a:pt x="3478562" y="478013"/>
                </a:cubicBezTo>
                <a:cubicBezTo>
                  <a:pt x="3490386" y="478013"/>
                  <a:pt x="3498995" y="472680"/>
                  <a:pt x="3507795" y="466055"/>
                </a:cubicBezTo>
                <a:lnTo>
                  <a:pt x="3523496" y="486133"/>
                </a:lnTo>
                <a:cubicBezTo>
                  <a:pt x="3513599" y="495951"/>
                  <a:pt x="3497477" y="505135"/>
                  <a:pt x="3476841" y="505135"/>
                </a:cubicBezTo>
                <a:cubicBezTo>
                  <a:pt x="3436001" y="505135"/>
                  <a:pt x="3408707" y="477798"/>
                  <a:pt x="3408707" y="427204"/>
                </a:cubicBezTo>
                <a:cubicBezTo>
                  <a:pt x="3408707" y="377673"/>
                  <a:pt x="3437723" y="349918"/>
                  <a:pt x="3476419" y="349918"/>
                </a:cubicBezTo>
                <a:cubicBezTo>
                  <a:pt x="3495768" y="349918"/>
                  <a:pt x="3509313" y="355682"/>
                  <a:pt x="3521774" y="366145"/>
                </a:cubicBezTo>
                <a:close/>
                <a:moveTo>
                  <a:pt x="3537463" y="472680"/>
                </a:moveTo>
                <a:lnTo>
                  <a:pt x="3537463" y="343090"/>
                </a:lnTo>
                <a:lnTo>
                  <a:pt x="3571428" y="339455"/>
                </a:lnTo>
                <a:lnTo>
                  <a:pt x="3571428" y="471401"/>
                </a:lnTo>
                <a:cubicBezTo>
                  <a:pt x="3571428" y="476101"/>
                  <a:pt x="3573149" y="478444"/>
                  <a:pt x="3577231" y="478444"/>
                </a:cubicBezTo>
                <a:cubicBezTo>
                  <a:pt x="3579590" y="478444"/>
                  <a:pt x="3581312" y="478013"/>
                  <a:pt x="3582818" y="477380"/>
                </a:cubicBezTo>
                <a:lnTo>
                  <a:pt x="3589475" y="501284"/>
                </a:lnTo>
                <a:cubicBezTo>
                  <a:pt x="3584323" y="503425"/>
                  <a:pt x="3577014" y="505135"/>
                  <a:pt x="3568839" y="505135"/>
                </a:cubicBezTo>
                <a:cubicBezTo>
                  <a:pt x="3549069" y="505135"/>
                  <a:pt x="3537463" y="493392"/>
                  <a:pt x="3537463" y="472680"/>
                </a:cubicBezTo>
                <a:close/>
                <a:moveTo>
                  <a:pt x="3708782" y="444927"/>
                </a:moveTo>
                <a:cubicBezTo>
                  <a:pt x="3708782" y="481220"/>
                  <a:pt x="3687712" y="505123"/>
                  <a:pt x="3652892" y="505123"/>
                </a:cubicBezTo>
                <a:cubicBezTo>
                  <a:pt x="3618290" y="505123"/>
                  <a:pt x="3597003" y="482930"/>
                  <a:pt x="3597003" y="444712"/>
                </a:cubicBezTo>
                <a:cubicBezTo>
                  <a:pt x="3597003" y="408419"/>
                  <a:pt x="3618073" y="384502"/>
                  <a:pt x="3652892" y="384502"/>
                </a:cubicBezTo>
                <a:cubicBezTo>
                  <a:pt x="3687711" y="384502"/>
                  <a:pt x="3708782" y="406709"/>
                  <a:pt x="3708782" y="444927"/>
                </a:cubicBezTo>
                <a:close/>
                <a:moveTo>
                  <a:pt x="3632256" y="444712"/>
                </a:moveTo>
                <a:cubicBezTo>
                  <a:pt x="3632256" y="469907"/>
                  <a:pt x="3639131" y="480371"/>
                  <a:pt x="3652892" y="480371"/>
                </a:cubicBezTo>
                <a:cubicBezTo>
                  <a:pt x="3666655" y="480371"/>
                  <a:pt x="3673529" y="469477"/>
                  <a:pt x="3673529" y="444927"/>
                </a:cubicBezTo>
                <a:cubicBezTo>
                  <a:pt x="3673529" y="419731"/>
                  <a:pt x="3666655" y="409267"/>
                  <a:pt x="3652892" y="409267"/>
                </a:cubicBezTo>
                <a:cubicBezTo>
                  <a:pt x="3639131" y="409267"/>
                  <a:pt x="3632256" y="420162"/>
                  <a:pt x="3632256" y="444712"/>
                </a:cubicBezTo>
                <a:close/>
                <a:moveTo>
                  <a:pt x="3827431" y="501502"/>
                </a:moveTo>
                <a:lnTo>
                  <a:pt x="3797981" y="501502"/>
                </a:lnTo>
                <a:lnTo>
                  <a:pt x="3796477" y="487200"/>
                </a:lnTo>
                <a:cubicBezTo>
                  <a:pt x="3788097" y="499158"/>
                  <a:pt x="3776924" y="505125"/>
                  <a:pt x="3761874" y="505125"/>
                </a:cubicBezTo>
                <a:cubicBezTo>
                  <a:pt x="3740587" y="505125"/>
                  <a:pt x="3730052" y="491469"/>
                  <a:pt x="3730052" y="469478"/>
                </a:cubicBezTo>
                <a:lnTo>
                  <a:pt x="3730052" y="388139"/>
                </a:lnTo>
                <a:lnTo>
                  <a:pt x="3764017" y="388139"/>
                </a:lnTo>
                <a:lnTo>
                  <a:pt x="3764017" y="465209"/>
                </a:lnTo>
                <a:cubicBezTo>
                  <a:pt x="3764017" y="476737"/>
                  <a:pt x="3767893" y="480157"/>
                  <a:pt x="3774985" y="480157"/>
                </a:cubicBezTo>
                <a:cubicBezTo>
                  <a:pt x="3782077" y="480157"/>
                  <a:pt x="3788531" y="475457"/>
                  <a:pt x="3793466" y="466919"/>
                </a:cubicBezTo>
                <a:lnTo>
                  <a:pt x="3793466" y="388139"/>
                </a:lnTo>
                <a:lnTo>
                  <a:pt x="3827431" y="388139"/>
                </a:lnTo>
                <a:lnTo>
                  <a:pt x="3827431" y="501502"/>
                </a:lnTo>
                <a:close/>
                <a:moveTo>
                  <a:pt x="3956398" y="343082"/>
                </a:moveTo>
                <a:lnTo>
                  <a:pt x="3956398" y="501503"/>
                </a:lnTo>
                <a:lnTo>
                  <a:pt x="3926297" y="501503"/>
                </a:lnTo>
                <a:lnTo>
                  <a:pt x="3924589" y="488265"/>
                </a:lnTo>
                <a:cubicBezTo>
                  <a:pt x="3917918" y="497652"/>
                  <a:pt x="3907599" y="505126"/>
                  <a:pt x="3892129" y="505126"/>
                </a:cubicBezTo>
                <a:cubicBezTo>
                  <a:pt x="3863100" y="505126"/>
                  <a:pt x="3848700" y="481222"/>
                  <a:pt x="3848700" y="444499"/>
                </a:cubicBezTo>
                <a:cubicBezTo>
                  <a:pt x="3848700" y="409486"/>
                  <a:pt x="3867182" y="384505"/>
                  <a:pt x="3895343" y="384505"/>
                </a:cubicBezTo>
                <a:cubicBezTo>
                  <a:pt x="3906528" y="384505"/>
                  <a:pt x="3915763" y="388559"/>
                  <a:pt x="3922433" y="395184"/>
                </a:cubicBezTo>
                <a:lnTo>
                  <a:pt x="3922433" y="339459"/>
                </a:lnTo>
                <a:lnTo>
                  <a:pt x="3956398" y="343082"/>
                </a:lnTo>
                <a:close/>
                <a:moveTo>
                  <a:pt x="3922433" y="467554"/>
                </a:moveTo>
                <a:lnTo>
                  <a:pt x="3922433" y="418669"/>
                </a:lnTo>
                <a:cubicBezTo>
                  <a:pt x="3917267" y="412690"/>
                  <a:pt x="3912115" y="409055"/>
                  <a:pt x="3904590" y="409055"/>
                </a:cubicBezTo>
                <a:cubicBezTo>
                  <a:pt x="3892549" y="409055"/>
                  <a:pt x="3883953" y="419303"/>
                  <a:pt x="3883953" y="444714"/>
                </a:cubicBezTo>
                <a:cubicBezTo>
                  <a:pt x="3883953" y="472887"/>
                  <a:pt x="3891695" y="480361"/>
                  <a:pt x="3902651" y="480361"/>
                </a:cubicBezTo>
                <a:cubicBezTo>
                  <a:pt x="3910827" y="480361"/>
                  <a:pt x="3917063" y="476092"/>
                  <a:pt x="3922433" y="467554"/>
                </a:cubicBezTo>
                <a:close/>
                <a:moveTo>
                  <a:pt x="3476419" y="113000"/>
                </a:moveTo>
                <a:cubicBezTo>
                  <a:pt x="3437722" y="113000"/>
                  <a:pt x="3408707" y="140754"/>
                  <a:pt x="3408707" y="190285"/>
                </a:cubicBezTo>
                <a:cubicBezTo>
                  <a:pt x="3408707" y="240892"/>
                  <a:pt x="3436001" y="268216"/>
                  <a:pt x="3476841" y="268216"/>
                </a:cubicBezTo>
                <a:cubicBezTo>
                  <a:pt x="3497477" y="268216"/>
                  <a:pt x="3513599" y="259032"/>
                  <a:pt x="3523496" y="249215"/>
                </a:cubicBezTo>
                <a:lnTo>
                  <a:pt x="3507795" y="229136"/>
                </a:lnTo>
                <a:cubicBezTo>
                  <a:pt x="3498995" y="235762"/>
                  <a:pt x="3490386" y="241095"/>
                  <a:pt x="3478562" y="241095"/>
                </a:cubicBezTo>
                <a:cubicBezTo>
                  <a:pt x="3458793" y="241095"/>
                  <a:pt x="3445681" y="225944"/>
                  <a:pt x="3445681" y="190285"/>
                </a:cubicBezTo>
                <a:cubicBezTo>
                  <a:pt x="3445681" y="153992"/>
                  <a:pt x="3458997" y="138829"/>
                  <a:pt x="3478129" y="138829"/>
                </a:cubicBezTo>
                <a:cubicBezTo>
                  <a:pt x="3488242" y="138829"/>
                  <a:pt x="3496623" y="142680"/>
                  <a:pt x="3505002" y="149077"/>
                </a:cubicBezTo>
                <a:lnTo>
                  <a:pt x="3521774" y="129227"/>
                </a:lnTo>
                <a:cubicBezTo>
                  <a:pt x="3509314" y="118763"/>
                  <a:pt x="3495768" y="113000"/>
                  <a:pt x="3476419" y="113000"/>
                </a:cubicBezTo>
                <a:close/>
                <a:moveTo>
                  <a:pt x="3633546" y="264584"/>
                </a:moveTo>
                <a:lnTo>
                  <a:pt x="3604096" y="264584"/>
                </a:lnTo>
                <a:lnTo>
                  <a:pt x="3602591" y="250282"/>
                </a:lnTo>
                <a:cubicBezTo>
                  <a:pt x="3594211" y="262241"/>
                  <a:pt x="3583038" y="268220"/>
                  <a:pt x="3567988" y="268220"/>
                </a:cubicBezTo>
                <a:cubicBezTo>
                  <a:pt x="3546701" y="268220"/>
                  <a:pt x="3536166" y="254551"/>
                  <a:pt x="3536166" y="232560"/>
                </a:cubicBezTo>
                <a:lnTo>
                  <a:pt x="3536166" y="151221"/>
                </a:lnTo>
                <a:lnTo>
                  <a:pt x="3570131" y="151221"/>
                </a:lnTo>
                <a:lnTo>
                  <a:pt x="3570131" y="228291"/>
                </a:lnTo>
                <a:cubicBezTo>
                  <a:pt x="3570131" y="239819"/>
                  <a:pt x="3574008" y="243239"/>
                  <a:pt x="3581100" y="243239"/>
                </a:cubicBezTo>
                <a:cubicBezTo>
                  <a:pt x="3588191" y="243239"/>
                  <a:pt x="3594645" y="238539"/>
                  <a:pt x="3599580" y="230001"/>
                </a:cubicBezTo>
                <a:lnTo>
                  <a:pt x="3599580" y="151221"/>
                </a:lnTo>
                <a:lnTo>
                  <a:pt x="3633546" y="151221"/>
                </a:lnTo>
                <a:lnTo>
                  <a:pt x="3633546" y="264584"/>
                </a:lnTo>
                <a:close/>
                <a:moveTo>
                  <a:pt x="3744461" y="161465"/>
                </a:moveTo>
                <a:lnTo>
                  <a:pt x="3732000" y="180466"/>
                </a:lnTo>
                <a:cubicBezTo>
                  <a:pt x="3723174" y="174918"/>
                  <a:pt x="3713723" y="171713"/>
                  <a:pt x="3703838" y="171713"/>
                </a:cubicBezTo>
                <a:cubicBezTo>
                  <a:pt x="3694591" y="171713"/>
                  <a:pt x="3690076" y="175133"/>
                  <a:pt x="3690076" y="180251"/>
                </a:cubicBezTo>
                <a:cubicBezTo>
                  <a:pt x="3690076" y="186230"/>
                  <a:pt x="3693086" y="188789"/>
                  <a:pt x="3713506" y="194768"/>
                </a:cubicBezTo>
                <a:cubicBezTo>
                  <a:pt x="3736081" y="201178"/>
                  <a:pt x="3748759" y="210564"/>
                  <a:pt x="3748759" y="230845"/>
                </a:cubicBezTo>
                <a:cubicBezTo>
                  <a:pt x="3748759" y="254331"/>
                  <a:pt x="3726401" y="268215"/>
                  <a:pt x="3698022" y="268215"/>
                </a:cubicBezTo>
                <a:cubicBezTo>
                  <a:pt x="3678253" y="268215"/>
                  <a:pt x="3661481" y="261387"/>
                  <a:pt x="3650308" y="251342"/>
                </a:cubicBezTo>
                <a:lnTo>
                  <a:pt x="3666864" y="232986"/>
                </a:lnTo>
                <a:cubicBezTo>
                  <a:pt x="3675460" y="239611"/>
                  <a:pt x="3685995" y="244083"/>
                  <a:pt x="3697167" y="244083"/>
                </a:cubicBezTo>
                <a:cubicBezTo>
                  <a:pt x="3707486" y="244083"/>
                  <a:pt x="3713723" y="240245"/>
                  <a:pt x="3713723" y="233417"/>
                </a:cubicBezTo>
                <a:cubicBezTo>
                  <a:pt x="3713723" y="225728"/>
                  <a:pt x="3710279" y="223384"/>
                  <a:pt x="3689643" y="217608"/>
                </a:cubicBezTo>
                <a:cubicBezTo>
                  <a:pt x="3667067" y="211211"/>
                  <a:pt x="3655895" y="199683"/>
                  <a:pt x="3655895" y="182176"/>
                </a:cubicBezTo>
                <a:cubicBezTo>
                  <a:pt x="3655895" y="162744"/>
                  <a:pt x="3673738" y="147594"/>
                  <a:pt x="3702550" y="147594"/>
                </a:cubicBezTo>
                <a:cubicBezTo>
                  <a:pt x="3719092" y="147594"/>
                  <a:pt x="3733926" y="152927"/>
                  <a:pt x="3744461" y="161465"/>
                </a:cubicBezTo>
                <a:close/>
                <a:moveTo>
                  <a:pt x="3839894" y="259246"/>
                </a:moveTo>
                <a:cubicBezTo>
                  <a:pt x="3831297" y="265225"/>
                  <a:pt x="3819257" y="268215"/>
                  <a:pt x="3808939" y="268215"/>
                </a:cubicBezTo>
                <a:cubicBezTo>
                  <a:pt x="3783787" y="267999"/>
                  <a:pt x="3771543" y="253913"/>
                  <a:pt x="3771543" y="227222"/>
                </a:cubicBezTo>
                <a:lnTo>
                  <a:pt x="3771543" y="174702"/>
                </a:lnTo>
                <a:lnTo>
                  <a:pt x="3755421" y="174702"/>
                </a:lnTo>
                <a:lnTo>
                  <a:pt x="3755421" y="151216"/>
                </a:lnTo>
                <a:lnTo>
                  <a:pt x="3771543" y="151216"/>
                </a:lnTo>
                <a:lnTo>
                  <a:pt x="3771543" y="126667"/>
                </a:lnTo>
                <a:lnTo>
                  <a:pt x="3805495" y="122828"/>
                </a:lnTo>
                <a:lnTo>
                  <a:pt x="3805495" y="151216"/>
                </a:lnTo>
                <a:lnTo>
                  <a:pt x="3831731" y="151216"/>
                </a:lnTo>
                <a:lnTo>
                  <a:pt x="3828070" y="174702"/>
                </a:lnTo>
                <a:lnTo>
                  <a:pt x="3805495" y="174702"/>
                </a:lnTo>
                <a:lnTo>
                  <a:pt x="3805495" y="226792"/>
                </a:lnTo>
                <a:cubicBezTo>
                  <a:pt x="3805495" y="237686"/>
                  <a:pt x="3809156" y="241524"/>
                  <a:pt x="3816247" y="241524"/>
                </a:cubicBezTo>
                <a:cubicBezTo>
                  <a:pt x="3820125" y="241524"/>
                  <a:pt x="3823989" y="240460"/>
                  <a:pt x="3828504" y="237901"/>
                </a:cubicBezTo>
                <a:lnTo>
                  <a:pt x="3839894" y="259246"/>
                </a:lnTo>
                <a:close/>
                <a:moveTo>
                  <a:pt x="3954894" y="208009"/>
                </a:moveTo>
                <a:cubicBezTo>
                  <a:pt x="3954894" y="244302"/>
                  <a:pt x="3933824" y="268219"/>
                  <a:pt x="3899004" y="268219"/>
                </a:cubicBezTo>
                <a:cubicBezTo>
                  <a:pt x="3864402" y="268219"/>
                  <a:pt x="3843115" y="246012"/>
                  <a:pt x="3843115" y="207794"/>
                </a:cubicBezTo>
                <a:cubicBezTo>
                  <a:pt x="3843115" y="171501"/>
                  <a:pt x="3864185" y="147585"/>
                  <a:pt x="3899004" y="147585"/>
                </a:cubicBezTo>
                <a:cubicBezTo>
                  <a:pt x="3933823" y="147585"/>
                  <a:pt x="3954894" y="169791"/>
                  <a:pt x="3954894" y="208009"/>
                </a:cubicBezTo>
                <a:close/>
                <a:moveTo>
                  <a:pt x="3878368" y="207794"/>
                </a:moveTo>
                <a:cubicBezTo>
                  <a:pt x="3878368" y="232990"/>
                  <a:pt x="3885243" y="243453"/>
                  <a:pt x="3899004" y="243453"/>
                </a:cubicBezTo>
                <a:cubicBezTo>
                  <a:pt x="3912767" y="243453"/>
                  <a:pt x="3919641" y="232559"/>
                  <a:pt x="3919641" y="208009"/>
                </a:cubicBezTo>
                <a:cubicBezTo>
                  <a:pt x="3919641" y="182813"/>
                  <a:pt x="3912767" y="172350"/>
                  <a:pt x="3899004" y="172350"/>
                </a:cubicBezTo>
                <a:cubicBezTo>
                  <a:pt x="3885243" y="172350"/>
                  <a:pt x="3878368" y="183244"/>
                  <a:pt x="3878368" y="207794"/>
                </a:cubicBezTo>
                <a:close/>
                <a:moveTo>
                  <a:pt x="4132231" y="181748"/>
                </a:moveTo>
                <a:lnTo>
                  <a:pt x="4132231" y="264582"/>
                </a:lnTo>
                <a:lnTo>
                  <a:pt x="4098266" y="264582"/>
                </a:lnTo>
                <a:lnTo>
                  <a:pt x="4098266" y="187512"/>
                </a:lnTo>
                <a:cubicBezTo>
                  <a:pt x="4098266" y="175554"/>
                  <a:pt x="4093751" y="172349"/>
                  <a:pt x="4088598" y="172349"/>
                </a:cubicBezTo>
                <a:cubicBezTo>
                  <a:pt x="4081290" y="172349"/>
                  <a:pt x="4076125" y="177695"/>
                  <a:pt x="4071176" y="187081"/>
                </a:cubicBezTo>
                <a:lnTo>
                  <a:pt x="4071176" y="264582"/>
                </a:lnTo>
                <a:lnTo>
                  <a:pt x="4037224" y="264582"/>
                </a:lnTo>
                <a:lnTo>
                  <a:pt x="4037224" y="187512"/>
                </a:lnTo>
                <a:cubicBezTo>
                  <a:pt x="4037224" y="175554"/>
                  <a:pt x="4032709" y="172349"/>
                  <a:pt x="4027543" y="172349"/>
                </a:cubicBezTo>
                <a:cubicBezTo>
                  <a:pt x="4020452" y="172349"/>
                  <a:pt x="4015082" y="177695"/>
                  <a:pt x="4010134" y="187081"/>
                </a:cubicBezTo>
                <a:lnTo>
                  <a:pt x="4010134" y="264582"/>
                </a:lnTo>
                <a:lnTo>
                  <a:pt x="3976168" y="264582"/>
                </a:lnTo>
                <a:lnTo>
                  <a:pt x="3976168" y="151219"/>
                </a:lnTo>
                <a:lnTo>
                  <a:pt x="4005836" y="151219"/>
                </a:lnTo>
                <a:lnTo>
                  <a:pt x="4008208" y="164457"/>
                </a:lnTo>
                <a:cubicBezTo>
                  <a:pt x="4017021" y="153347"/>
                  <a:pt x="4027339" y="147583"/>
                  <a:pt x="4041305" y="147583"/>
                </a:cubicBezTo>
                <a:cubicBezTo>
                  <a:pt x="4053983" y="147583"/>
                  <a:pt x="4063880" y="153993"/>
                  <a:pt x="4068179" y="165521"/>
                </a:cubicBezTo>
                <a:cubicBezTo>
                  <a:pt x="4077196" y="153563"/>
                  <a:pt x="4087744" y="147583"/>
                  <a:pt x="4102347" y="147583"/>
                </a:cubicBezTo>
                <a:cubicBezTo>
                  <a:pt x="4119974" y="147583"/>
                  <a:pt x="4132231" y="160188"/>
                  <a:pt x="4132231" y="181748"/>
                </a:cubicBezTo>
                <a:close/>
                <a:moveTo>
                  <a:pt x="4258838" y="217827"/>
                </a:moveTo>
                <a:lnTo>
                  <a:pt x="4188115" y="217827"/>
                </a:lnTo>
                <a:cubicBezTo>
                  <a:pt x="4190475" y="238108"/>
                  <a:pt x="4200155" y="243656"/>
                  <a:pt x="4214122" y="243656"/>
                </a:cubicBezTo>
                <a:cubicBezTo>
                  <a:pt x="4223368" y="243656"/>
                  <a:pt x="4231531" y="240464"/>
                  <a:pt x="4241429" y="233623"/>
                </a:cubicBezTo>
                <a:lnTo>
                  <a:pt x="4255394" y="252409"/>
                </a:lnTo>
                <a:cubicBezTo>
                  <a:pt x="4244004" y="261378"/>
                  <a:pt x="4229388" y="268219"/>
                  <a:pt x="4210894" y="268219"/>
                </a:cubicBezTo>
                <a:cubicBezTo>
                  <a:pt x="4172848" y="268219"/>
                  <a:pt x="4153499" y="243871"/>
                  <a:pt x="4153499" y="208440"/>
                </a:cubicBezTo>
                <a:cubicBezTo>
                  <a:pt x="4153499" y="174491"/>
                  <a:pt x="4172210" y="147585"/>
                  <a:pt x="4206812" y="147585"/>
                </a:cubicBezTo>
                <a:cubicBezTo>
                  <a:pt x="4239489" y="147585"/>
                  <a:pt x="4259475" y="168942"/>
                  <a:pt x="4259475" y="205666"/>
                </a:cubicBezTo>
                <a:cubicBezTo>
                  <a:pt x="4259475" y="209289"/>
                  <a:pt x="4259258" y="214406"/>
                  <a:pt x="4258838" y="217827"/>
                </a:cubicBezTo>
                <a:close/>
                <a:moveTo>
                  <a:pt x="4226161" y="196051"/>
                </a:moveTo>
                <a:cubicBezTo>
                  <a:pt x="4225944" y="180685"/>
                  <a:pt x="4221212" y="170006"/>
                  <a:pt x="4207680" y="170006"/>
                </a:cubicBezTo>
                <a:cubicBezTo>
                  <a:pt x="4196278" y="170006"/>
                  <a:pt x="4189620" y="177265"/>
                  <a:pt x="4188115" y="197546"/>
                </a:cubicBezTo>
                <a:lnTo>
                  <a:pt x="4226161" y="197546"/>
                </a:lnTo>
                <a:lnTo>
                  <a:pt x="4226161" y="196051"/>
                </a:lnTo>
                <a:close/>
                <a:moveTo>
                  <a:pt x="4429055" y="117480"/>
                </a:moveTo>
                <a:lnTo>
                  <a:pt x="4507732" y="117480"/>
                </a:lnTo>
                <a:lnTo>
                  <a:pt x="4505359" y="133716"/>
                </a:lnTo>
                <a:lnTo>
                  <a:pt x="4449486" y="133716"/>
                </a:lnTo>
                <a:lnTo>
                  <a:pt x="4449486" y="183887"/>
                </a:lnTo>
                <a:lnTo>
                  <a:pt x="4497841" y="183887"/>
                </a:lnTo>
                <a:lnTo>
                  <a:pt x="4497841" y="199900"/>
                </a:lnTo>
                <a:lnTo>
                  <a:pt x="4449486" y="199900"/>
                </a:lnTo>
                <a:lnTo>
                  <a:pt x="4449486" y="264584"/>
                </a:lnTo>
                <a:lnTo>
                  <a:pt x="4429055" y="264584"/>
                </a:lnTo>
                <a:lnTo>
                  <a:pt x="4429055" y="117479"/>
                </a:lnTo>
                <a:close/>
                <a:moveTo>
                  <a:pt x="4557185" y="111507"/>
                </a:moveTo>
                <a:cubicBezTo>
                  <a:pt x="4557185" y="118986"/>
                  <a:pt x="4551602" y="124742"/>
                  <a:pt x="4543223" y="124742"/>
                </a:cubicBezTo>
                <a:cubicBezTo>
                  <a:pt x="4535043" y="124742"/>
                  <a:pt x="4529461" y="118986"/>
                  <a:pt x="4529461" y="111507"/>
                </a:cubicBezTo>
                <a:cubicBezTo>
                  <a:pt x="4529461" y="103817"/>
                  <a:pt x="4535043" y="98050"/>
                  <a:pt x="4543223" y="98050"/>
                </a:cubicBezTo>
                <a:cubicBezTo>
                  <a:pt x="4551602" y="98050"/>
                  <a:pt x="4557185" y="103817"/>
                  <a:pt x="4557185" y="111507"/>
                </a:cubicBezTo>
                <a:close/>
                <a:moveTo>
                  <a:pt x="4553313" y="264578"/>
                </a:moveTo>
                <a:lnTo>
                  <a:pt x="4533532" y="264578"/>
                </a:lnTo>
                <a:lnTo>
                  <a:pt x="4533532" y="152066"/>
                </a:lnTo>
                <a:lnTo>
                  <a:pt x="4553313" y="152066"/>
                </a:lnTo>
                <a:lnTo>
                  <a:pt x="4553313" y="264578"/>
                </a:lnTo>
                <a:close/>
                <a:moveTo>
                  <a:pt x="4654569" y="150790"/>
                </a:moveTo>
                <a:lnTo>
                  <a:pt x="4650909" y="170003"/>
                </a:lnTo>
                <a:cubicBezTo>
                  <a:pt x="4647475" y="169147"/>
                  <a:pt x="4645102" y="168713"/>
                  <a:pt x="4641032" y="168713"/>
                </a:cubicBezTo>
                <a:cubicBezTo>
                  <a:pt x="4626832" y="168713"/>
                  <a:pt x="4618677" y="178760"/>
                  <a:pt x="4613944" y="200317"/>
                </a:cubicBezTo>
                <a:lnTo>
                  <a:pt x="4613944" y="264579"/>
                </a:lnTo>
                <a:lnTo>
                  <a:pt x="4594163" y="264579"/>
                </a:lnTo>
                <a:lnTo>
                  <a:pt x="4594163" y="152080"/>
                </a:lnTo>
                <a:lnTo>
                  <a:pt x="4611147" y="152080"/>
                </a:lnTo>
                <a:lnTo>
                  <a:pt x="4613082" y="174915"/>
                </a:lnTo>
                <a:cubicBezTo>
                  <a:pt x="4619101" y="158046"/>
                  <a:pt x="4629642" y="149500"/>
                  <a:pt x="4643391" y="149500"/>
                </a:cubicBezTo>
                <a:cubicBezTo>
                  <a:pt x="4647038" y="149500"/>
                  <a:pt x="4651134" y="149934"/>
                  <a:pt x="4654568" y="150790"/>
                </a:cubicBezTo>
                <a:close/>
                <a:moveTo>
                  <a:pt x="4746366" y="162322"/>
                </a:moveTo>
                <a:lnTo>
                  <a:pt x="4737974" y="174700"/>
                </a:lnTo>
                <a:cubicBezTo>
                  <a:pt x="4727884" y="168288"/>
                  <a:pt x="4719054" y="165100"/>
                  <a:pt x="4708539" y="165100"/>
                </a:cubicBezTo>
                <a:cubicBezTo>
                  <a:pt x="4695626" y="165100"/>
                  <a:pt x="4687684" y="170855"/>
                  <a:pt x="4687684" y="179823"/>
                </a:cubicBezTo>
                <a:cubicBezTo>
                  <a:pt x="4687684" y="189001"/>
                  <a:pt x="4693690" y="193268"/>
                  <a:pt x="4711973" y="197969"/>
                </a:cubicBezTo>
                <a:cubicBezTo>
                  <a:pt x="4735826" y="203948"/>
                  <a:pt x="4749588" y="213337"/>
                  <a:pt x="4749588" y="232984"/>
                </a:cubicBezTo>
                <a:cubicBezTo>
                  <a:pt x="4749588" y="256464"/>
                  <a:pt x="4727884" y="267143"/>
                  <a:pt x="4704880" y="267143"/>
                </a:cubicBezTo>
                <a:cubicBezTo>
                  <a:pt x="4685735" y="267143"/>
                  <a:pt x="4671986" y="260941"/>
                  <a:pt x="4662107" y="252408"/>
                </a:cubicBezTo>
                <a:lnTo>
                  <a:pt x="4672635" y="240451"/>
                </a:lnTo>
                <a:cubicBezTo>
                  <a:pt x="4681664" y="247285"/>
                  <a:pt x="4692191" y="251341"/>
                  <a:pt x="4704443" y="251341"/>
                </a:cubicBezTo>
                <a:cubicBezTo>
                  <a:pt x="4719279" y="251341"/>
                  <a:pt x="4728733" y="244928"/>
                  <a:pt x="4728733" y="234261"/>
                </a:cubicBezTo>
                <a:cubicBezTo>
                  <a:pt x="4728733" y="223160"/>
                  <a:pt x="4723150" y="218894"/>
                  <a:pt x="4701221" y="213126"/>
                </a:cubicBezTo>
                <a:cubicBezTo>
                  <a:pt x="4676718" y="206726"/>
                  <a:pt x="4667040" y="196257"/>
                  <a:pt x="4667040" y="180468"/>
                </a:cubicBezTo>
                <a:cubicBezTo>
                  <a:pt x="4667040" y="162532"/>
                  <a:pt x="4684462" y="149509"/>
                  <a:pt x="4707890" y="149509"/>
                </a:cubicBezTo>
                <a:cubicBezTo>
                  <a:pt x="4723787" y="149509"/>
                  <a:pt x="4735614" y="154210"/>
                  <a:pt x="4746366" y="162322"/>
                </a:cubicBezTo>
                <a:close/>
                <a:moveTo>
                  <a:pt x="4834725" y="259455"/>
                </a:moveTo>
                <a:cubicBezTo>
                  <a:pt x="4827194" y="264578"/>
                  <a:pt x="4819027" y="267145"/>
                  <a:pt x="4809361" y="267145"/>
                </a:cubicBezTo>
                <a:cubicBezTo>
                  <a:pt x="4790216" y="267145"/>
                  <a:pt x="4778827" y="256044"/>
                  <a:pt x="4778827" y="235120"/>
                </a:cubicBezTo>
                <a:lnTo>
                  <a:pt x="4778827" y="167223"/>
                </a:lnTo>
                <a:lnTo>
                  <a:pt x="4759057" y="167223"/>
                </a:lnTo>
                <a:lnTo>
                  <a:pt x="4759057" y="152079"/>
                </a:lnTo>
                <a:lnTo>
                  <a:pt x="4778827" y="152079"/>
                </a:lnTo>
                <a:lnTo>
                  <a:pt x="4778827" y="126664"/>
                </a:lnTo>
                <a:lnTo>
                  <a:pt x="4798608" y="124308"/>
                </a:lnTo>
                <a:lnTo>
                  <a:pt x="4798608" y="152079"/>
                </a:lnTo>
                <a:lnTo>
                  <a:pt x="4825484" y="152079"/>
                </a:lnTo>
                <a:lnTo>
                  <a:pt x="4823323" y="167223"/>
                </a:lnTo>
                <a:lnTo>
                  <a:pt x="4798608" y="167223"/>
                </a:lnTo>
                <a:lnTo>
                  <a:pt x="4798608" y="234264"/>
                </a:lnTo>
                <a:cubicBezTo>
                  <a:pt x="4798608" y="245576"/>
                  <a:pt x="4802255" y="250922"/>
                  <a:pt x="4812146" y="250922"/>
                </a:cubicBezTo>
                <a:cubicBezTo>
                  <a:pt x="4817091" y="250922"/>
                  <a:pt x="4821612" y="249421"/>
                  <a:pt x="4827194" y="246432"/>
                </a:cubicBezTo>
                <a:lnTo>
                  <a:pt x="4834725" y="259455"/>
                </a:lnTo>
                <a:close/>
                <a:moveTo>
                  <a:pt x="4875350" y="252199"/>
                </a:moveTo>
                <a:cubicBezTo>
                  <a:pt x="4875350" y="260522"/>
                  <a:pt x="4868893" y="267145"/>
                  <a:pt x="4860302" y="267145"/>
                </a:cubicBezTo>
                <a:cubicBezTo>
                  <a:pt x="4851922" y="267145"/>
                  <a:pt x="4845465" y="260522"/>
                  <a:pt x="4845465" y="252199"/>
                </a:cubicBezTo>
                <a:cubicBezTo>
                  <a:pt x="4845465" y="244087"/>
                  <a:pt x="4851922" y="237464"/>
                  <a:pt x="4860302" y="237464"/>
                </a:cubicBezTo>
                <a:cubicBezTo>
                  <a:pt x="4868893" y="237464"/>
                  <a:pt x="4875350" y="244087"/>
                  <a:pt x="4875350" y="252199"/>
                </a:cubicBezTo>
                <a:close/>
                <a:moveTo>
                  <a:pt x="4354043" y="149509"/>
                </a:moveTo>
                <a:lnTo>
                  <a:pt x="4348673" y="182179"/>
                </a:lnTo>
                <a:cubicBezTo>
                  <a:pt x="4345013" y="181317"/>
                  <a:pt x="4342220" y="180684"/>
                  <a:pt x="4338355" y="180684"/>
                </a:cubicBezTo>
                <a:cubicBezTo>
                  <a:pt x="4324159" y="180684"/>
                  <a:pt x="4318356" y="191147"/>
                  <a:pt x="4314709" y="208439"/>
                </a:cubicBezTo>
                <a:lnTo>
                  <a:pt x="4314709" y="264582"/>
                </a:lnTo>
                <a:lnTo>
                  <a:pt x="4280743" y="264582"/>
                </a:lnTo>
                <a:lnTo>
                  <a:pt x="4280743" y="151219"/>
                </a:lnTo>
                <a:lnTo>
                  <a:pt x="4310397" y="151219"/>
                </a:lnTo>
                <a:lnTo>
                  <a:pt x="4313203" y="173210"/>
                </a:lnTo>
                <a:cubicBezTo>
                  <a:pt x="4318356" y="157413"/>
                  <a:pt x="4329542" y="148014"/>
                  <a:pt x="4342653" y="148014"/>
                </a:cubicBezTo>
                <a:cubicBezTo>
                  <a:pt x="4346951" y="148014"/>
                  <a:pt x="4350395" y="148445"/>
                  <a:pt x="4354043" y="149509"/>
                </a:cubicBezTo>
                <a:close/>
                <a:moveTo>
                  <a:pt x="2977074" y="861572"/>
                </a:moveTo>
                <a:cubicBezTo>
                  <a:pt x="2951801" y="861572"/>
                  <a:pt x="2935849" y="840744"/>
                  <a:pt x="2938180" y="819204"/>
                </a:cubicBezTo>
                <a:cubicBezTo>
                  <a:pt x="2940330" y="795706"/>
                  <a:pt x="2961122" y="776658"/>
                  <a:pt x="2984781" y="776658"/>
                </a:cubicBezTo>
                <a:cubicBezTo>
                  <a:pt x="3008440" y="776658"/>
                  <a:pt x="3025825" y="795706"/>
                  <a:pt x="3023675" y="819204"/>
                </a:cubicBezTo>
                <a:cubicBezTo>
                  <a:pt x="3021524" y="842702"/>
                  <a:pt x="3000732" y="861750"/>
                  <a:pt x="2977074" y="861572"/>
                </a:cubicBezTo>
                <a:close/>
                <a:moveTo>
                  <a:pt x="2984780" y="782889"/>
                </a:moveTo>
                <a:cubicBezTo>
                  <a:pt x="2964169" y="782889"/>
                  <a:pt x="2946066" y="799622"/>
                  <a:pt x="2944273" y="819738"/>
                </a:cubicBezTo>
                <a:cubicBezTo>
                  <a:pt x="2942481" y="839498"/>
                  <a:pt x="2956999" y="855519"/>
                  <a:pt x="2977074" y="855519"/>
                </a:cubicBezTo>
                <a:cubicBezTo>
                  <a:pt x="2997506" y="855519"/>
                  <a:pt x="3015788" y="838964"/>
                  <a:pt x="3017580" y="818670"/>
                </a:cubicBezTo>
                <a:cubicBezTo>
                  <a:pt x="3019373" y="798910"/>
                  <a:pt x="3004675" y="782889"/>
                  <a:pt x="2984780" y="782889"/>
                </a:cubicBezTo>
                <a:close/>
                <a:moveTo>
                  <a:pt x="2988007" y="824366"/>
                </a:moveTo>
                <a:cubicBezTo>
                  <a:pt x="2997148" y="821874"/>
                  <a:pt x="3001808" y="813329"/>
                  <a:pt x="3001629" y="806743"/>
                </a:cubicBezTo>
                <a:cubicBezTo>
                  <a:pt x="3001450" y="799622"/>
                  <a:pt x="2995714" y="794104"/>
                  <a:pt x="2988186" y="794104"/>
                </a:cubicBezTo>
                <a:lnTo>
                  <a:pt x="2971697" y="794104"/>
                </a:lnTo>
                <a:lnTo>
                  <a:pt x="2962197" y="844126"/>
                </a:lnTo>
                <a:lnTo>
                  <a:pt x="2968470" y="844126"/>
                </a:lnTo>
                <a:lnTo>
                  <a:pt x="2972055" y="824900"/>
                </a:lnTo>
                <a:lnTo>
                  <a:pt x="2981554" y="824900"/>
                </a:lnTo>
                <a:lnTo>
                  <a:pt x="2988186" y="844126"/>
                </a:lnTo>
                <a:lnTo>
                  <a:pt x="2994818" y="844126"/>
                </a:lnTo>
                <a:lnTo>
                  <a:pt x="2988007" y="824366"/>
                </a:lnTo>
                <a:lnTo>
                  <a:pt x="2988007" y="824366"/>
                </a:lnTo>
                <a:close/>
                <a:moveTo>
                  <a:pt x="2995355" y="808879"/>
                </a:moveTo>
                <a:cubicBezTo>
                  <a:pt x="2993922" y="814575"/>
                  <a:pt x="2989082" y="818848"/>
                  <a:pt x="2983526" y="818848"/>
                </a:cubicBezTo>
                <a:lnTo>
                  <a:pt x="2973130" y="818848"/>
                </a:lnTo>
                <a:lnTo>
                  <a:pt x="2976715" y="800156"/>
                </a:lnTo>
                <a:lnTo>
                  <a:pt x="2988186" y="800156"/>
                </a:lnTo>
                <a:cubicBezTo>
                  <a:pt x="2992846" y="800156"/>
                  <a:pt x="2996431" y="804428"/>
                  <a:pt x="2995355" y="808879"/>
                </a:cubicBezTo>
                <a:close/>
                <a:moveTo>
                  <a:pt x="1498985" y="270374"/>
                </a:moveTo>
                <a:cubicBezTo>
                  <a:pt x="1468316" y="255526"/>
                  <a:pt x="1453828" y="242512"/>
                  <a:pt x="1453828" y="227989"/>
                </a:cubicBezTo>
                <a:cubicBezTo>
                  <a:pt x="1453828" y="207743"/>
                  <a:pt x="1472761" y="195649"/>
                  <a:pt x="1501834" y="195649"/>
                </a:cubicBezTo>
                <a:cubicBezTo>
                  <a:pt x="1543697" y="195649"/>
                  <a:pt x="1582079" y="211373"/>
                  <a:pt x="1597180" y="222644"/>
                </a:cubicBezTo>
                <a:lnTo>
                  <a:pt x="1613401" y="137908"/>
                </a:lnTo>
                <a:cubicBezTo>
                  <a:pt x="1594348" y="125765"/>
                  <a:pt x="1559986" y="113411"/>
                  <a:pt x="1507205" y="113411"/>
                </a:cubicBezTo>
                <a:cubicBezTo>
                  <a:pt x="1407454" y="113411"/>
                  <a:pt x="1340970" y="165801"/>
                  <a:pt x="1340970" y="243327"/>
                </a:cubicBezTo>
                <a:cubicBezTo>
                  <a:pt x="1340970" y="282728"/>
                  <a:pt x="1367537" y="316159"/>
                  <a:pt x="1420637" y="342530"/>
                </a:cubicBezTo>
                <a:cubicBezTo>
                  <a:pt x="1454206" y="358843"/>
                  <a:pt x="1467348" y="371767"/>
                  <a:pt x="1467348" y="390260"/>
                </a:cubicBezTo>
                <a:cubicBezTo>
                  <a:pt x="1467348" y="410662"/>
                  <a:pt x="1448653" y="423380"/>
                  <a:pt x="1420899" y="423380"/>
                </a:cubicBezTo>
                <a:cubicBezTo>
                  <a:pt x="1387200" y="423380"/>
                  <a:pt x="1342028" y="408651"/>
                  <a:pt x="1316170" y="394058"/>
                </a:cubicBezTo>
                <a:lnTo>
                  <a:pt x="1299920" y="478961"/>
                </a:lnTo>
                <a:cubicBezTo>
                  <a:pt x="1324314" y="493849"/>
                  <a:pt x="1367431" y="504151"/>
                  <a:pt x="1410107" y="504852"/>
                </a:cubicBezTo>
                <a:cubicBezTo>
                  <a:pt x="1469572" y="505307"/>
                  <a:pt x="1519028" y="488918"/>
                  <a:pt x="1549514" y="458861"/>
                </a:cubicBezTo>
                <a:cubicBezTo>
                  <a:pt x="1572432" y="436279"/>
                  <a:pt x="1584075" y="407299"/>
                  <a:pt x="1584075" y="372652"/>
                </a:cubicBezTo>
                <a:cubicBezTo>
                  <a:pt x="1584075" y="319558"/>
                  <a:pt x="1538942" y="290202"/>
                  <a:pt x="1498985" y="270374"/>
                </a:cubicBezTo>
                <a:close/>
                <a:moveTo>
                  <a:pt x="970363" y="127406"/>
                </a:moveTo>
                <a:lnTo>
                  <a:pt x="952989" y="217938"/>
                </a:lnTo>
                <a:cubicBezTo>
                  <a:pt x="935533" y="208075"/>
                  <a:pt x="915292" y="203307"/>
                  <a:pt x="891107" y="203307"/>
                </a:cubicBezTo>
                <a:cubicBezTo>
                  <a:pt x="811295" y="203307"/>
                  <a:pt x="763747" y="272410"/>
                  <a:pt x="763747" y="338997"/>
                </a:cubicBezTo>
                <a:cubicBezTo>
                  <a:pt x="763747" y="395504"/>
                  <a:pt x="801745" y="415748"/>
                  <a:pt x="837167" y="415748"/>
                </a:cubicBezTo>
                <a:cubicBezTo>
                  <a:pt x="869148" y="415748"/>
                  <a:pt x="896280" y="408737"/>
                  <a:pt x="930953" y="391664"/>
                </a:cubicBezTo>
                <a:lnTo>
                  <a:pt x="913201" y="484779"/>
                </a:lnTo>
                <a:cubicBezTo>
                  <a:pt x="887273" y="497313"/>
                  <a:pt x="847002" y="504852"/>
                  <a:pt x="805571" y="504852"/>
                </a:cubicBezTo>
                <a:cubicBezTo>
                  <a:pt x="708709" y="504852"/>
                  <a:pt x="646266" y="444585"/>
                  <a:pt x="646266" y="351250"/>
                </a:cubicBezTo>
                <a:cubicBezTo>
                  <a:pt x="646266" y="216101"/>
                  <a:pt x="752144" y="114188"/>
                  <a:pt x="892662" y="114188"/>
                </a:cubicBezTo>
                <a:cubicBezTo>
                  <a:pt x="921178" y="114188"/>
                  <a:pt x="950277" y="119151"/>
                  <a:pt x="970363" y="127406"/>
                </a:cubicBezTo>
                <a:close/>
                <a:moveTo>
                  <a:pt x="2778278" y="343325"/>
                </a:moveTo>
                <a:cubicBezTo>
                  <a:pt x="2862884" y="359827"/>
                  <a:pt x="2955783" y="339380"/>
                  <a:pt x="2993476" y="302896"/>
                </a:cubicBezTo>
                <a:cubicBezTo>
                  <a:pt x="3013625" y="283392"/>
                  <a:pt x="3023855" y="257710"/>
                  <a:pt x="3023855" y="226484"/>
                </a:cubicBezTo>
                <a:cubicBezTo>
                  <a:pt x="3023855" y="158962"/>
                  <a:pt x="2971211" y="113423"/>
                  <a:pt x="2892289" y="113423"/>
                </a:cubicBezTo>
                <a:cubicBezTo>
                  <a:pt x="2829229" y="113423"/>
                  <a:pt x="2771906" y="139599"/>
                  <a:pt x="2730905" y="187174"/>
                </a:cubicBezTo>
                <a:cubicBezTo>
                  <a:pt x="2693535" y="230519"/>
                  <a:pt x="2672078" y="288647"/>
                  <a:pt x="2672078" y="346655"/>
                </a:cubicBezTo>
                <a:cubicBezTo>
                  <a:pt x="2672078" y="447258"/>
                  <a:pt x="2731715" y="504881"/>
                  <a:pt x="2836038" y="504881"/>
                </a:cubicBezTo>
                <a:cubicBezTo>
                  <a:pt x="2860557" y="504881"/>
                  <a:pt x="2923337" y="501938"/>
                  <a:pt x="2976777" y="474840"/>
                </a:cubicBezTo>
                <a:lnTo>
                  <a:pt x="2994734" y="381111"/>
                </a:lnTo>
                <a:cubicBezTo>
                  <a:pt x="2950484" y="406640"/>
                  <a:pt x="2909899" y="418032"/>
                  <a:pt x="2863005" y="418032"/>
                </a:cubicBezTo>
                <a:cubicBezTo>
                  <a:pt x="2810134" y="418032"/>
                  <a:pt x="2774248" y="390673"/>
                  <a:pt x="2778278" y="343325"/>
                </a:cubicBezTo>
                <a:close/>
                <a:moveTo>
                  <a:pt x="2878412" y="194883"/>
                </a:moveTo>
                <a:cubicBezTo>
                  <a:pt x="2921523" y="194883"/>
                  <a:pt x="2926998" y="231859"/>
                  <a:pt x="2909510" y="249117"/>
                </a:cubicBezTo>
                <a:cubicBezTo>
                  <a:pt x="2893357" y="265003"/>
                  <a:pt x="2856343" y="271614"/>
                  <a:pt x="2790539" y="271078"/>
                </a:cubicBezTo>
                <a:cubicBezTo>
                  <a:pt x="2799027" y="234378"/>
                  <a:pt x="2829908" y="194883"/>
                  <a:pt x="2878412" y="194883"/>
                </a:cubicBezTo>
                <a:close/>
                <a:moveTo>
                  <a:pt x="2693048" y="127406"/>
                </a:moveTo>
                <a:lnTo>
                  <a:pt x="2675674" y="217938"/>
                </a:lnTo>
                <a:cubicBezTo>
                  <a:pt x="2658218" y="208075"/>
                  <a:pt x="2637977" y="203307"/>
                  <a:pt x="2613791" y="203307"/>
                </a:cubicBezTo>
                <a:cubicBezTo>
                  <a:pt x="2533980" y="203307"/>
                  <a:pt x="2486431" y="272410"/>
                  <a:pt x="2486431" y="338997"/>
                </a:cubicBezTo>
                <a:cubicBezTo>
                  <a:pt x="2486431" y="395505"/>
                  <a:pt x="2524430" y="415748"/>
                  <a:pt x="2559852" y="415748"/>
                </a:cubicBezTo>
                <a:cubicBezTo>
                  <a:pt x="2591833" y="415748"/>
                  <a:pt x="2618964" y="408738"/>
                  <a:pt x="2653638" y="391664"/>
                </a:cubicBezTo>
                <a:lnTo>
                  <a:pt x="2635886" y="484779"/>
                </a:lnTo>
                <a:cubicBezTo>
                  <a:pt x="2609958" y="497313"/>
                  <a:pt x="2569687" y="504852"/>
                  <a:pt x="2528256" y="504852"/>
                </a:cubicBezTo>
                <a:cubicBezTo>
                  <a:pt x="2431394" y="504852"/>
                  <a:pt x="2368950" y="444585"/>
                  <a:pt x="2368950" y="351250"/>
                </a:cubicBezTo>
                <a:cubicBezTo>
                  <a:pt x="2368950" y="216101"/>
                  <a:pt x="2474828" y="114188"/>
                  <a:pt x="2615346" y="114188"/>
                </a:cubicBezTo>
                <a:cubicBezTo>
                  <a:pt x="2643863" y="114188"/>
                  <a:pt x="2672962" y="119152"/>
                  <a:pt x="2693048" y="127406"/>
                </a:cubicBezTo>
                <a:close/>
                <a:moveTo>
                  <a:pt x="2329634" y="152058"/>
                </a:moveTo>
                <a:cubicBezTo>
                  <a:pt x="2308543" y="126672"/>
                  <a:pt x="2274886" y="113592"/>
                  <a:pt x="2229388" y="113412"/>
                </a:cubicBezTo>
                <a:cubicBezTo>
                  <a:pt x="2169583" y="113412"/>
                  <a:pt x="2116089" y="135174"/>
                  <a:pt x="2074640" y="176365"/>
                </a:cubicBezTo>
                <a:cubicBezTo>
                  <a:pt x="2025158" y="225550"/>
                  <a:pt x="1995615" y="299510"/>
                  <a:pt x="1995666" y="374196"/>
                </a:cubicBezTo>
                <a:cubicBezTo>
                  <a:pt x="1995706" y="439939"/>
                  <a:pt x="2029377" y="505631"/>
                  <a:pt x="2103884" y="505631"/>
                </a:cubicBezTo>
                <a:cubicBezTo>
                  <a:pt x="2165274" y="505631"/>
                  <a:pt x="2201867" y="469953"/>
                  <a:pt x="2216888" y="424869"/>
                </a:cubicBezTo>
                <a:lnTo>
                  <a:pt x="2202971" y="497208"/>
                </a:lnTo>
                <a:lnTo>
                  <a:pt x="2310065" y="497208"/>
                </a:lnTo>
                <a:lnTo>
                  <a:pt x="2350499" y="287037"/>
                </a:lnTo>
                <a:cubicBezTo>
                  <a:pt x="2358289" y="246027"/>
                  <a:pt x="2360850" y="189628"/>
                  <a:pt x="2329634" y="152058"/>
                </a:cubicBezTo>
                <a:close/>
                <a:moveTo>
                  <a:pt x="2237095" y="310500"/>
                </a:moveTo>
                <a:cubicBezTo>
                  <a:pt x="2225009" y="372547"/>
                  <a:pt x="2189874" y="414918"/>
                  <a:pt x="2149081" y="414918"/>
                </a:cubicBezTo>
                <a:cubicBezTo>
                  <a:pt x="2123576" y="414918"/>
                  <a:pt x="2108917" y="390455"/>
                  <a:pt x="2108903" y="351174"/>
                </a:cubicBezTo>
                <a:cubicBezTo>
                  <a:pt x="2108862" y="288302"/>
                  <a:pt x="2154552" y="197893"/>
                  <a:pt x="2207291" y="197893"/>
                </a:cubicBezTo>
                <a:cubicBezTo>
                  <a:pt x="2232196" y="197893"/>
                  <a:pt x="2246086" y="212182"/>
                  <a:pt x="2247393" y="238683"/>
                </a:cubicBezTo>
                <a:cubicBezTo>
                  <a:pt x="2248144" y="255113"/>
                  <a:pt x="2241212" y="289532"/>
                  <a:pt x="2237095" y="310500"/>
                </a:cubicBezTo>
                <a:close/>
                <a:moveTo>
                  <a:pt x="606951" y="152058"/>
                </a:moveTo>
                <a:cubicBezTo>
                  <a:pt x="585861" y="126672"/>
                  <a:pt x="552204" y="113592"/>
                  <a:pt x="506706" y="113412"/>
                </a:cubicBezTo>
                <a:cubicBezTo>
                  <a:pt x="446901" y="113412"/>
                  <a:pt x="393408" y="135174"/>
                  <a:pt x="351958" y="176365"/>
                </a:cubicBezTo>
                <a:cubicBezTo>
                  <a:pt x="302476" y="225550"/>
                  <a:pt x="272933" y="299510"/>
                  <a:pt x="272985" y="374196"/>
                </a:cubicBezTo>
                <a:cubicBezTo>
                  <a:pt x="273024" y="439939"/>
                  <a:pt x="306695" y="505631"/>
                  <a:pt x="381203" y="505631"/>
                </a:cubicBezTo>
                <a:cubicBezTo>
                  <a:pt x="442592" y="505631"/>
                  <a:pt x="479185" y="469953"/>
                  <a:pt x="494206" y="424869"/>
                </a:cubicBezTo>
                <a:lnTo>
                  <a:pt x="480290" y="497208"/>
                </a:lnTo>
                <a:lnTo>
                  <a:pt x="587383" y="497208"/>
                </a:lnTo>
                <a:lnTo>
                  <a:pt x="627817" y="287037"/>
                </a:lnTo>
                <a:cubicBezTo>
                  <a:pt x="635608" y="246027"/>
                  <a:pt x="638169" y="189628"/>
                  <a:pt x="606951" y="152058"/>
                </a:cubicBezTo>
                <a:close/>
                <a:moveTo>
                  <a:pt x="514414" y="310500"/>
                </a:moveTo>
                <a:cubicBezTo>
                  <a:pt x="502328" y="372547"/>
                  <a:pt x="467193" y="414918"/>
                  <a:pt x="426399" y="414918"/>
                </a:cubicBezTo>
                <a:cubicBezTo>
                  <a:pt x="400893" y="414918"/>
                  <a:pt x="386235" y="390455"/>
                  <a:pt x="386220" y="351174"/>
                </a:cubicBezTo>
                <a:cubicBezTo>
                  <a:pt x="386180" y="288302"/>
                  <a:pt x="431870" y="197893"/>
                  <a:pt x="484610" y="197893"/>
                </a:cubicBezTo>
                <a:cubicBezTo>
                  <a:pt x="509515" y="197893"/>
                  <a:pt x="523404" y="212182"/>
                  <a:pt x="524712" y="238683"/>
                </a:cubicBezTo>
                <a:cubicBezTo>
                  <a:pt x="525462" y="255113"/>
                  <a:pt x="518530" y="289532"/>
                  <a:pt x="514414" y="310500"/>
                </a:cubicBezTo>
                <a:close/>
                <a:moveTo>
                  <a:pt x="1865864" y="113412"/>
                </a:moveTo>
                <a:cubicBezTo>
                  <a:pt x="1819094" y="113412"/>
                  <a:pt x="1777774" y="140376"/>
                  <a:pt x="1749875" y="180686"/>
                </a:cubicBezTo>
                <a:lnTo>
                  <a:pt x="1761420" y="120329"/>
                </a:lnTo>
                <a:lnTo>
                  <a:pt x="1662666" y="120329"/>
                </a:lnTo>
                <a:lnTo>
                  <a:pt x="1567483" y="617550"/>
                </a:lnTo>
                <a:lnTo>
                  <a:pt x="1679604" y="617550"/>
                </a:lnTo>
                <a:lnTo>
                  <a:pt x="1708085" y="468046"/>
                </a:lnTo>
                <a:cubicBezTo>
                  <a:pt x="1720816" y="490846"/>
                  <a:pt x="1743145" y="505632"/>
                  <a:pt x="1782974" y="505635"/>
                </a:cubicBezTo>
                <a:cubicBezTo>
                  <a:pt x="1807282" y="505361"/>
                  <a:pt x="1835253" y="498863"/>
                  <a:pt x="1864479" y="483389"/>
                </a:cubicBezTo>
                <a:cubicBezTo>
                  <a:pt x="1944040" y="441264"/>
                  <a:pt x="1988181" y="347642"/>
                  <a:pt x="1988181" y="256331"/>
                </a:cubicBezTo>
                <a:cubicBezTo>
                  <a:pt x="1988181" y="169267"/>
                  <a:pt x="1940069" y="113412"/>
                  <a:pt x="1865864" y="113412"/>
                </a:cubicBezTo>
                <a:close/>
                <a:moveTo>
                  <a:pt x="1769434" y="421096"/>
                </a:moveTo>
                <a:cubicBezTo>
                  <a:pt x="1717848" y="421096"/>
                  <a:pt x="1730940" y="347514"/>
                  <a:pt x="1735618" y="323009"/>
                </a:cubicBezTo>
                <a:cubicBezTo>
                  <a:pt x="1749285" y="251336"/>
                  <a:pt x="1784539" y="204083"/>
                  <a:pt x="1826299" y="204083"/>
                </a:cubicBezTo>
                <a:cubicBezTo>
                  <a:pt x="1867368" y="204083"/>
                  <a:pt x="1871576" y="247067"/>
                  <a:pt x="1871576" y="264766"/>
                </a:cubicBezTo>
                <a:cubicBezTo>
                  <a:pt x="1871576" y="338066"/>
                  <a:pt x="1828326" y="421096"/>
                  <a:pt x="1769434" y="421096"/>
                </a:cubicBezTo>
                <a:close/>
                <a:moveTo>
                  <a:pt x="312690" y="112292"/>
                </a:moveTo>
                <a:lnTo>
                  <a:pt x="290790" y="226685"/>
                </a:lnTo>
                <a:cubicBezTo>
                  <a:pt x="214138" y="215159"/>
                  <a:pt x="160276" y="252471"/>
                  <a:pt x="142422" y="345714"/>
                </a:cubicBezTo>
                <a:lnTo>
                  <a:pt x="112141" y="503840"/>
                </a:lnTo>
                <a:lnTo>
                  <a:pt x="0" y="503840"/>
                </a:lnTo>
                <a:lnTo>
                  <a:pt x="73440" y="120329"/>
                </a:lnTo>
                <a:lnTo>
                  <a:pt x="172185" y="120329"/>
                </a:lnTo>
                <a:lnTo>
                  <a:pt x="156202" y="203879"/>
                </a:lnTo>
                <a:cubicBezTo>
                  <a:pt x="182129" y="145253"/>
                  <a:pt x="243682" y="106042"/>
                  <a:pt x="312690" y="112292"/>
                </a:cubicBezTo>
                <a:close/>
                <a:moveTo>
                  <a:pt x="944243" y="497208"/>
                </a:moveTo>
                <a:lnTo>
                  <a:pt x="1039422" y="0"/>
                </a:lnTo>
                <a:lnTo>
                  <a:pt x="1150777" y="0"/>
                </a:lnTo>
                <a:lnTo>
                  <a:pt x="1094906" y="291909"/>
                </a:lnTo>
                <a:lnTo>
                  <a:pt x="1239347" y="120329"/>
                </a:lnTo>
                <a:lnTo>
                  <a:pt x="1361754" y="120329"/>
                </a:lnTo>
                <a:lnTo>
                  <a:pt x="1212060" y="293812"/>
                </a:lnTo>
                <a:lnTo>
                  <a:pt x="1294315" y="497208"/>
                </a:lnTo>
                <a:lnTo>
                  <a:pt x="1173734" y="497208"/>
                </a:lnTo>
                <a:lnTo>
                  <a:pt x="1094235" y="295415"/>
                </a:lnTo>
                <a:lnTo>
                  <a:pt x="1055611" y="497208"/>
                </a:lnTo>
                <a:lnTo>
                  <a:pt x="944243" y="497208"/>
                </a:lnTo>
                <a:close/>
                <a:moveTo>
                  <a:pt x="2280316" y="695157"/>
                </a:moveTo>
                <a:cubicBezTo>
                  <a:pt x="2225655" y="695157"/>
                  <a:pt x="2187788" y="741906"/>
                  <a:pt x="2187788" y="795876"/>
                </a:cubicBezTo>
                <a:cubicBezTo>
                  <a:pt x="2187788" y="833773"/>
                  <a:pt x="2212818" y="861573"/>
                  <a:pt x="2253291" y="861573"/>
                </a:cubicBezTo>
                <a:cubicBezTo>
                  <a:pt x="2307953" y="861573"/>
                  <a:pt x="2345820" y="815176"/>
                  <a:pt x="2345820" y="760854"/>
                </a:cubicBezTo>
                <a:cubicBezTo>
                  <a:pt x="2345820" y="725897"/>
                  <a:pt x="2323428" y="695157"/>
                  <a:pt x="2280316" y="695157"/>
                </a:cubicBezTo>
                <a:close/>
                <a:moveTo>
                  <a:pt x="2275683" y="724555"/>
                </a:moveTo>
                <a:cubicBezTo>
                  <a:pt x="2298751" y="724555"/>
                  <a:pt x="2306312" y="744845"/>
                  <a:pt x="2306312" y="761174"/>
                </a:cubicBezTo>
                <a:cubicBezTo>
                  <a:pt x="2306312" y="792936"/>
                  <a:pt x="2287233" y="832175"/>
                  <a:pt x="2258568" y="832175"/>
                </a:cubicBezTo>
                <a:cubicBezTo>
                  <a:pt x="2238814" y="832175"/>
                  <a:pt x="2227296" y="816774"/>
                  <a:pt x="2227296" y="794885"/>
                </a:cubicBezTo>
                <a:cubicBezTo>
                  <a:pt x="2227296" y="765136"/>
                  <a:pt x="2245087" y="724555"/>
                  <a:pt x="2275683" y="724555"/>
                </a:cubicBezTo>
                <a:close/>
                <a:moveTo>
                  <a:pt x="2541237" y="695157"/>
                </a:moveTo>
                <a:cubicBezTo>
                  <a:pt x="2486576" y="695157"/>
                  <a:pt x="2448709" y="741906"/>
                  <a:pt x="2448709" y="795876"/>
                </a:cubicBezTo>
                <a:cubicBezTo>
                  <a:pt x="2448709" y="833773"/>
                  <a:pt x="2473739" y="861573"/>
                  <a:pt x="2514212" y="861573"/>
                </a:cubicBezTo>
                <a:cubicBezTo>
                  <a:pt x="2568874" y="861573"/>
                  <a:pt x="2606741" y="815176"/>
                  <a:pt x="2606741" y="760854"/>
                </a:cubicBezTo>
                <a:cubicBezTo>
                  <a:pt x="2606741" y="725897"/>
                  <a:pt x="2584349" y="695157"/>
                  <a:pt x="2541237" y="695157"/>
                </a:cubicBezTo>
                <a:close/>
                <a:moveTo>
                  <a:pt x="2536604" y="724555"/>
                </a:moveTo>
                <a:cubicBezTo>
                  <a:pt x="2559672" y="724555"/>
                  <a:pt x="2567233" y="744845"/>
                  <a:pt x="2567233" y="761174"/>
                </a:cubicBezTo>
                <a:cubicBezTo>
                  <a:pt x="2567233" y="792936"/>
                  <a:pt x="2548154" y="832175"/>
                  <a:pt x="2519488" y="832175"/>
                </a:cubicBezTo>
                <a:cubicBezTo>
                  <a:pt x="2499734" y="832175"/>
                  <a:pt x="2488217" y="816774"/>
                  <a:pt x="2488217" y="794885"/>
                </a:cubicBezTo>
                <a:cubicBezTo>
                  <a:pt x="2488217" y="765136"/>
                  <a:pt x="2506008" y="724555"/>
                  <a:pt x="2536604" y="724555"/>
                </a:cubicBezTo>
                <a:close/>
                <a:moveTo>
                  <a:pt x="2441704" y="646623"/>
                </a:moveTo>
                <a:lnTo>
                  <a:pt x="2400932" y="857994"/>
                </a:lnTo>
                <a:lnTo>
                  <a:pt x="2362712" y="857994"/>
                </a:lnTo>
                <a:lnTo>
                  <a:pt x="2403190" y="646623"/>
                </a:lnTo>
                <a:lnTo>
                  <a:pt x="2441704" y="646623"/>
                </a:lnTo>
                <a:close/>
                <a:moveTo>
                  <a:pt x="1819430" y="701970"/>
                </a:moveTo>
                <a:lnTo>
                  <a:pt x="1813367" y="733641"/>
                </a:lnTo>
                <a:cubicBezTo>
                  <a:pt x="1806719" y="730152"/>
                  <a:pt x="1798148" y="726217"/>
                  <a:pt x="1783826" y="726217"/>
                </a:cubicBezTo>
                <a:cubicBezTo>
                  <a:pt x="1746957" y="726217"/>
                  <a:pt x="1723567" y="759896"/>
                  <a:pt x="1723567" y="793256"/>
                </a:cubicBezTo>
                <a:cubicBezTo>
                  <a:pt x="1723567" y="817093"/>
                  <a:pt x="1737401" y="830514"/>
                  <a:pt x="1758796" y="830514"/>
                </a:cubicBezTo>
                <a:cubicBezTo>
                  <a:pt x="1780522" y="830514"/>
                  <a:pt x="1796308" y="821596"/>
                  <a:pt x="1801876" y="818489"/>
                </a:cubicBezTo>
                <a:lnTo>
                  <a:pt x="1795551" y="851535"/>
                </a:lnTo>
                <a:cubicBezTo>
                  <a:pt x="1786178" y="856289"/>
                  <a:pt x="1769537" y="861253"/>
                  <a:pt x="1748275" y="861253"/>
                </a:cubicBezTo>
                <a:cubicBezTo>
                  <a:pt x="1708092" y="861253"/>
                  <a:pt x="1683415" y="835754"/>
                  <a:pt x="1683415" y="797825"/>
                </a:cubicBezTo>
                <a:cubicBezTo>
                  <a:pt x="1683415" y="742225"/>
                  <a:pt x="1725883" y="695477"/>
                  <a:pt x="1785145" y="695477"/>
                </a:cubicBezTo>
                <a:cubicBezTo>
                  <a:pt x="1800432" y="695477"/>
                  <a:pt x="1813804" y="699277"/>
                  <a:pt x="1819430" y="701970"/>
                </a:cubicBezTo>
                <a:close/>
                <a:moveTo>
                  <a:pt x="1599026" y="831504"/>
                </a:moveTo>
                <a:cubicBezTo>
                  <a:pt x="1625535" y="831504"/>
                  <a:pt x="1644256" y="821717"/>
                  <a:pt x="1657309" y="812360"/>
                </a:cubicBezTo>
                <a:lnTo>
                  <a:pt x="1650747" y="846645"/>
                </a:lnTo>
                <a:cubicBezTo>
                  <a:pt x="1634704" y="856213"/>
                  <a:pt x="1611229" y="861573"/>
                  <a:pt x="1590147" y="861573"/>
                </a:cubicBezTo>
                <a:cubicBezTo>
                  <a:pt x="1545684" y="861573"/>
                  <a:pt x="1524289" y="834444"/>
                  <a:pt x="1524289" y="795524"/>
                </a:cubicBezTo>
                <a:cubicBezTo>
                  <a:pt x="1524289" y="747466"/>
                  <a:pt x="1559840" y="695157"/>
                  <a:pt x="1615145" y="695157"/>
                </a:cubicBezTo>
                <a:cubicBezTo>
                  <a:pt x="1646771" y="695157"/>
                  <a:pt x="1666846" y="713115"/>
                  <a:pt x="1666846" y="739957"/>
                </a:cubicBezTo>
                <a:cubicBezTo>
                  <a:pt x="1666846" y="780794"/>
                  <a:pt x="1623735" y="793895"/>
                  <a:pt x="1561835" y="792585"/>
                </a:cubicBezTo>
                <a:cubicBezTo>
                  <a:pt x="1561159" y="798145"/>
                  <a:pt x="1562478" y="808945"/>
                  <a:pt x="1566114" y="815176"/>
                </a:cubicBezTo>
                <a:cubicBezTo>
                  <a:pt x="1572355" y="825944"/>
                  <a:pt x="1583873" y="831504"/>
                  <a:pt x="1599026" y="831504"/>
                </a:cubicBezTo>
                <a:close/>
                <a:moveTo>
                  <a:pt x="1565760" y="764114"/>
                </a:moveTo>
                <a:cubicBezTo>
                  <a:pt x="1605268" y="764465"/>
                  <a:pt x="1630620" y="759225"/>
                  <a:pt x="1630620" y="739956"/>
                </a:cubicBezTo>
                <a:cubicBezTo>
                  <a:pt x="1630620" y="729796"/>
                  <a:pt x="1622416" y="723596"/>
                  <a:pt x="1610222" y="723596"/>
                </a:cubicBezTo>
                <a:cubicBezTo>
                  <a:pt x="1586189" y="723596"/>
                  <a:pt x="1570393" y="744846"/>
                  <a:pt x="1565760" y="764114"/>
                </a:cubicBezTo>
                <a:close/>
                <a:moveTo>
                  <a:pt x="2158533" y="765136"/>
                </a:moveTo>
                <a:lnTo>
                  <a:pt x="2140621" y="857994"/>
                </a:lnTo>
                <a:lnTo>
                  <a:pt x="2102401" y="857994"/>
                </a:lnTo>
                <a:lnTo>
                  <a:pt x="2119621" y="768076"/>
                </a:lnTo>
                <a:cubicBezTo>
                  <a:pt x="2120746" y="762183"/>
                  <a:pt x="2121512" y="755294"/>
                  <a:pt x="2121512" y="749095"/>
                </a:cubicBezTo>
                <a:cubicBezTo>
                  <a:pt x="2121512" y="735675"/>
                  <a:pt x="2116557" y="726216"/>
                  <a:pt x="2101404" y="726216"/>
                </a:cubicBezTo>
                <a:cubicBezTo>
                  <a:pt x="2083966" y="726216"/>
                  <a:pt x="2061959" y="747114"/>
                  <a:pt x="2055042" y="784436"/>
                </a:cubicBezTo>
                <a:lnTo>
                  <a:pt x="2040853" y="857994"/>
                </a:lnTo>
                <a:lnTo>
                  <a:pt x="2002633" y="857994"/>
                </a:lnTo>
                <a:lnTo>
                  <a:pt x="2033316" y="697777"/>
                </a:lnTo>
                <a:lnTo>
                  <a:pt x="2067888" y="697777"/>
                </a:lnTo>
                <a:lnTo>
                  <a:pt x="2061951" y="728554"/>
                </a:lnTo>
                <a:cubicBezTo>
                  <a:pt x="2076820" y="706392"/>
                  <a:pt x="2097643" y="695157"/>
                  <a:pt x="2120514" y="695157"/>
                </a:cubicBezTo>
                <a:cubicBezTo>
                  <a:pt x="2143550" y="695157"/>
                  <a:pt x="2161341" y="708865"/>
                  <a:pt x="2161341" y="738934"/>
                </a:cubicBezTo>
                <a:cubicBezTo>
                  <a:pt x="2161341" y="746156"/>
                  <a:pt x="2160173" y="757276"/>
                  <a:pt x="2158533" y="765136"/>
                </a:cubicBezTo>
                <a:close/>
                <a:moveTo>
                  <a:pt x="1980144" y="738934"/>
                </a:moveTo>
                <a:cubicBezTo>
                  <a:pt x="1980144" y="746156"/>
                  <a:pt x="1978976" y="757276"/>
                  <a:pt x="1977335" y="765136"/>
                </a:cubicBezTo>
                <a:lnTo>
                  <a:pt x="1959424" y="857994"/>
                </a:lnTo>
                <a:lnTo>
                  <a:pt x="1921204" y="857994"/>
                </a:lnTo>
                <a:lnTo>
                  <a:pt x="1938424" y="768076"/>
                </a:lnTo>
                <a:cubicBezTo>
                  <a:pt x="1939549" y="762183"/>
                  <a:pt x="1940315" y="755294"/>
                  <a:pt x="1940315" y="749095"/>
                </a:cubicBezTo>
                <a:cubicBezTo>
                  <a:pt x="1940315" y="735675"/>
                  <a:pt x="1935360" y="726216"/>
                  <a:pt x="1920206" y="726216"/>
                </a:cubicBezTo>
                <a:cubicBezTo>
                  <a:pt x="1902769" y="726216"/>
                  <a:pt x="1880762" y="747114"/>
                  <a:pt x="1873845" y="784436"/>
                </a:cubicBezTo>
                <a:lnTo>
                  <a:pt x="1873845" y="784436"/>
                </a:lnTo>
                <a:lnTo>
                  <a:pt x="1859656" y="857994"/>
                </a:lnTo>
                <a:lnTo>
                  <a:pt x="1821436" y="857994"/>
                </a:lnTo>
                <a:lnTo>
                  <a:pt x="1861915" y="646623"/>
                </a:lnTo>
                <a:lnTo>
                  <a:pt x="1900428" y="646623"/>
                </a:lnTo>
                <a:lnTo>
                  <a:pt x="1885984" y="721502"/>
                </a:lnTo>
                <a:cubicBezTo>
                  <a:pt x="1900326" y="704012"/>
                  <a:pt x="1919014" y="695157"/>
                  <a:pt x="1939317" y="695157"/>
                </a:cubicBezTo>
                <a:cubicBezTo>
                  <a:pt x="1962353" y="695157"/>
                  <a:pt x="1980144" y="708865"/>
                  <a:pt x="1980144" y="738934"/>
                </a:cubicBezTo>
                <a:close/>
                <a:moveTo>
                  <a:pt x="1486679" y="698736"/>
                </a:moveTo>
                <a:lnTo>
                  <a:pt x="1522584" y="698736"/>
                </a:lnTo>
                <a:lnTo>
                  <a:pt x="1516664" y="728165"/>
                </a:lnTo>
                <a:lnTo>
                  <a:pt x="1480760" y="728165"/>
                </a:lnTo>
                <a:lnTo>
                  <a:pt x="1468243" y="792264"/>
                </a:lnTo>
                <a:cubicBezTo>
                  <a:pt x="1466603" y="799775"/>
                  <a:pt x="1465285" y="807955"/>
                  <a:pt x="1465285" y="814824"/>
                </a:cubicBezTo>
                <a:cubicBezTo>
                  <a:pt x="1465285" y="823675"/>
                  <a:pt x="1469241" y="829236"/>
                  <a:pt x="1479440" y="829236"/>
                </a:cubicBezTo>
                <a:cubicBezTo>
                  <a:pt x="1484941" y="829236"/>
                  <a:pt x="1490390" y="828740"/>
                  <a:pt x="1494778" y="827801"/>
                </a:cubicBezTo>
                <a:lnTo>
                  <a:pt x="1488997" y="857990"/>
                </a:lnTo>
                <a:lnTo>
                  <a:pt x="1488996" y="857994"/>
                </a:lnTo>
                <a:cubicBezTo>
                  <a:pt x="1483398" y="860295"/>
                  <a:pt x="1473198" y="861254"/>
                  <a:pt x="1463965" y="861254"/>
                </a:cubicBezTo>
                <a:cubicBezTo>
                  <a:pt x="1437648" y="861254"/>
                  <a:pt x="1426097" y="846874"/>
                  <a:pt x="1426097" y="828564"/>
                </a:cubicBezTo>
                <a:cubicBezTo>
                  <a:pt x="1426097" y="819713"/>
                  <a:pt x="1427096" y="810894"/>
                  <a:pt x="1429411" y="799135"/>
                </a:cubicBezTo>
                <a:lnTo>
                  <a:pt x="1443247" y="728165"/>
                </a:lnTo>
                <a:lnTo>
                  <a:pt x="1421818" y="728165"/>
                </a:lnTo>
                <a:lnTo>
                  <a:pt x="1427416" y="698736"/>
                </a:lnTo>
                <a:lnTo>
                  <a:pt x="1448813" y="698736"/>
                </a:lnTo>
                <a:lnTo>
                  <a:pt x="1457003" y="657748"/>
                </a:lnTo>
                <a:lnTo>
                  <a:pt x="1494288" y="657748"/>
                </a:lnTo>
                <a:lnTo>
                  <a:pt x="1486679" y="698736"/>
                </a:lnTo>
                <a:close/>
                <a:moveTo>
                  <a:pt x="2788298" y="886433"/>
                </a:moveTo>
                <a:cubicBezTo>
                  <a:pt x="2797421" y="891459"/>
                  <a:pt x="2817033" y="897683"/>
                  <a:pt x="2828271" y="878611"/>
                </a:cubicBezTo>
                <a:lnTo>
                  <a:pt x="2840780" y="853718"/>
                </a:lnTo>
                <a:lnTo>
                  <a:pt x="2812203" y="697777"/>
                </a:lnTo>
                <a:lnTo>
                  <a:pt x="2852387" y="697777"/>
                </a:lnTo>
                <a:lnTo>
                  <a:pt x="2867179" y="816325"/>
                </a:lnTo>
                <a:lnTo>
                  <a:pt x="2928097" y="697777"/>
                </a:lnTo>
                <a:lnTo>
                  <a:pt x="2968924" y="697777"/>
                </a:lnTo>
                <a:lnTo>
                  <a:pt x="2861660" y="887677"/>
                </a:lnTo>
                <a:lnTo>
                  <a:pt x="2861660" y="887739"/>
                </a:lnTo>
                <a:cubicBezTo>
                  <a:pt x="2840670" y="925032"/>
                  <a:pt x="2811722" y="931006"/>
                  <a:pt x="2782349" y="917510"/>
                </a:cubicBezTo>
                <a:lnTo>
                  <a:pt x="2788298" y="886433"/>
                </a:lnTo>
                <a:close/>
                <a:moveTo>
                  <a:pt x="2783865" y="738023"/>
                </a:moveTo>
                <a:cubicBezTo>
                  <a:pt x="2783865" y="746856"/>
                  <a:pt x="2782548" y="756668"/>
                  <a:pt x="2780573" y="765507"/>
                </a:cubicBezTo>
                <a:lnTo>
                  <a:pt x="2766056" y="837735"/>
                </a:lnTo>
                <a:cubicBezTo>
                  <a:pt x="2760075" y="868795"/>
                  <a:pt x="2751071" y="893655"/>
                  <a:pt x="2732771" y="908673"/>
                </a:cubicBezTo>
                <a:cubicBezTo>
                  <a:pt x="2715803" y="922413"/>
                  <a:pt x="2693178" y="926343"/>
                  <a:pt x="2672895" y="926343"/>
                </a:cubicBezTo>
                <a:cubicBezTo>
                  <a:pt x="2654111" y="926343"/>
                  <a:pt x="2636689" y="922930"/>
                  <a:pt x="2625597" y="917510"/>
                </a:cubicBezTo>
                <a:lnTo>
                  <a:pt x="2631546" y="886433"/>
                </a:lnTo>
                <a:cubicBezTo>
                  <a:pt x="2640780" y="891993"/>
                  <a:pt x="2658539" y="895923"/>
                  <a:pt x="2673692" y="895923"/>
                </a:cubicBezTo>
                <a:cubicBezTo>
                  <a:pt x="2698723" y="895923"/>
                  <a:pt x="2717833" y="884164"/>
                  <a:pt x="2725716" y="847194"/>
                </a:cubicBezTo>
                <a:lnTo>
                  <a:pt x="2728786" y="833259"/>
                </a:lnTo>
                <a:cubicBezTo>
                  <a:pt x="2715922" y="851397"/>
                  <a:pt x="2696745" y="861694"/>
                  <a:pt x="2675487" y="861694"/>
                </a:cubicBezTo>
                <a:cubicBezTo>
                  <a:pt x="2641227" y="861694"/>
                  <a:pt x="2627062" y="833883"/>
                  <a:pt x="2627062" y="805419"/>
                </a:cubicBezTo>
                <a:cubicBezTo>
                  <a:pt x="2627062" y="755034"/>
                  <a:pt x="2661981" y="695157"/>
                  <a:pt x="2730167" y="695157"/>
                </a:cubicBezTo>
                <a:cubicBezTo>
                  <a:pt x="2763769" y="695157"/>
                  <a:pt x="2783865" y="709232"/>
                  <a:pt x="2783865" y="738023"/>
                </a:cubicBezTo>
                <a:close/>
                <a:moveTo>
                  <a:pt x="2744332" y="744568"/>
                </a:moveTo>
                <a:cubicBezTo>
                  <a:pt x="2744002" y="731479"/>
                  <a:pt x="2736426" y="724282"/>
                  <a:pt x="2722919" y="724282"/>
                </a:cubicBezTo>
                <a:cubicBezTo>
                  <a:pt x="2689323" y="724282"/>
                  <a:pt x="2667246" y="767142"/>
                  <a:pt x="2667246" y="798548"/>
                </a:cubicBezTo>
                <a:cubicBezTo>
                  <a:pt x="2667246" y="815892"/>
                  <a:pt x="2674829" y="830614"/>
                  <a:pt x="2692615" y="830614"/>
                </a:cubicBezTo>
                <a:cubicBezTo>
                  <a:pt x="2712381" y="830614"/>
                  <a:pt x="2732806" y="810328"/>
                  <a:pt x="2739395" y="778262"/>
                </a:cubicBezTo>
                <a:lnTo>
                  <a:pt x="2742357" y="763539"/>
                </a:lnTo>
                <a:cubicBezTo>
                  <a:pt x="2743358" y="757739"/>
                  <a:pt x="2744661" y="752092"/>
                  <a:pt x="2744331" y="744568"/>
                </a:cubicBezTo>
                <a:close/>
              </a:path>
            </a:pathLst>
          </a:custGeom>
          <a:solidFill>
            <a:schemeClr val="bg1"/>
          </a:solidFill>
          <a:ln w="9525" cap="flat">
            <a:noFill/>
            <a:prstDash val="solid"/>
            <a:miter/>
          </a:ln>
        </p:spPr>
        <p:txBody>
          <a:bodyPr rtlCol="0" anchor="ctr"/>
          <a:lstStyle/>
          <a:p>
            <a:endParaRPr lang="en-US" sz="3600"/>
          </a:p>
        </p:txBody>
      </p:sp>
    </p:spTree>
    <p:extLst>
      <p:ext uri="{BB962C8B-B14F-4D97-AF65-F5344CB8AC3E}">
        <p14:creationId xmlns:p14="http://schemas.microsoft.com/office/powerpoint/2010/main" val="3687805343"/>
      </p:ext>
    </p:extLst>
  </p:cSld>
  <p:clrMapOvr>
    <a:masterClrMapping/>
  </p:clrMapOvr>
</p:sldLayout>
</file>

<file path=ppt/slideLayouts/slideLayout151.xml><?xml version="1.0" encoding="utf-8"?>
<p:sldLayout xmlns:a="http://schemas.openxmlformats.org/drawingml/2006/main" xmlns:r="http://schemas.openxmlformats.org/officeDocument/2006/relationships" xmlns:p="http://schemas.openxmlformats.org/presentationml/2006/main" showMasterSp="0" preserve="1" userDrawn="1">
  <p:cSld name="3_Logo">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FBFEA71-1AC6-4DFC-15E0-24BA7D731D78}"/>
              </a:ext>
            </a:extLst>
          </p:cNvPr>
          <p:cNvPicPr>
            <a:picLocks noChangeAspect="1"/>
          </p:cNvPicPr>
          <p:nvPr userDrawn="1"/>
        </p:nvPicPr>
        <p:blipFill>
          <a:blip r:embed="rId2"/>
          <a:stretch>
            <a:fillRect/>
          </a:stretch>
        </p:blipFill>
        <p:spPr>
          <a:xfrm>
            <a:off x="1676400" y="0"/>
            <a:ext cx="21031200" cy="13716000"/>
          </a:xfrm>
          <a:prstGeom prst="rect">
            <a:avLst/>
          </a:prstGeom>
        </p:spPr>
      </p:pic>
      <p:pic>
        <p:nvPicPr>
          <p:cNvPr id="3" name="Graphic 2">
            <a:extLst>
              <a:ext uri="{FF2B5EF4-FFF2-40B4-BE49-F238E27FC236}">
                <a16:creationId xmlns:a16="http://schemas.microsoft.com/office/drawing/2014/main" id="{510642B9-F25A-374A-99F2-0224B52C46AD}"/>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8335214" y="5983498"/>
            <a:ext cx="8023116" cy="2487168"/>
          </a:xfrm>
          <a:prstGeom prst="rect">
            <a:avLst/>
          </a:prstGeom>
        </p:spPr>
      </p:pic>
      <p:sp>
        <p:nvSpPr>
          <p:cNvPr id="6" name="Graphic 2">
            <a:extLst>
              <a:ext uri="{FF2B5EF4-FFF2-40B4-BE49-F238E27FC236}">
                <a16:creationId xmlns:a16="http://schemas.microsoft.com/office/drawing/2014/main" id="{0D8656DC-2D22-C2DA-13A1-B73DAEC9EBA5}"/>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2527265659"/>
      </p:ext>
    </p:extLst>
  </p:cSld>
  <p:clrMapOvr>
    <a:masterClrMapping/>
  </p:clrMapOvr>
</p:sldLayout>
</file>

<file path=ppt/slideLayouts/slideLayout152.xml><?xml version="1.0" encoding="utf-8"?>
<p:sldLayout xmlns:a="http://schemas.openxmlformats.org/drawingml/2006/main" xmlns:r="http://schemas.openxmlformats.org/officeDocument/2006/relationships" xmlns:p="http://schemas.openxmlformats.org/presentationml/2006/main" preserve="1" userDrawn="1">
  <p:cSld name="1_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2"/>
            <a:ext cx="22936200" cy="3020392"/>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81"/>
            <a:ext cx="22991108" cy="838270"/>
          </a:xfrm>
        </p:spPr>
        <p:txBody>
          <a:bodyPr>
            <a:spAutoFit/>
          </a:bodyPr>
          <a:lstStyle/>
          <a:p>
            <a:r>
              <a:rPr lang="en-US"/>
              <a:t>Click to edit Master title style</a:t>
            </a:r>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558729258"/>
      </p:ext>
    </p:extLst>
  </p:cSld>
  <p:clrMapOvr>
    <a:masterClrMapping/>
  </p:clrMapOvr>
</p:sldLayout>
</file>

<file path=ppt/slideLayouts/slideLayout153.xml><?xml version="1.0" encoding="utf-8"?>
<p:sldLayout xmlns:a="http://schemas.openxmlformats.org/drawingml/2006/main" xmlns:r="http://schemas.openxmlformats.org/officeDocument/2006/relationships" xmlns:p="http://schemas.openxmlformats.org/presentationml/2006/main" showMasterSp="0" preserve="1" userDrawn="1">
  <p:cSld name="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2"/>
            <a:ext cx="22936200" cy="3020392"/>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81"/>
            <a:ext cx="22991108" cy="838270"/>
          </a:xfrm>
        </p:spPr>
        <p:txBody>
          <a:bodyPr>
            <a:spAutoFit/>
          </a:bodyPr>
          <a:lstStyle>
            <a:lvl1pPr>
              <a:defRPr>
                <a:solidFill>
                  <a:schemeClr val="tx1"/>
                </a:solidFill>
              </a:defRPr>
            </a:lvl1pPr>
          </a:lstStyle>
          <a:p>
            <a:r>
              <a:rPr lang="en-US"/>
              <a:t>Click to edit Master title style</a:t>
            </a:r>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pic>
        <p:nvPicPr>
          <p:cNvPr id="3" name="Graphic 2">
            <a:extLst>
              <a:ext uri="{FF2B5EF4-FFF2-40B4-BE49-F238E27FC236}">
                <a16:creationId xmlns:a16="http://schemas.microsoft.com/office/drawing/2014/main" id="{00D83E88-A286-BF1F-719B-20F1C44734C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cxnSp>
        <p:nvCxnSpPr>
          <p:cNvPr id="2" name="Straight Connector 1">
            <a:extLst>
              <a:ext uri="{FF2B5EF4-FFF2-40B4-BE49-F238E27FC236}">
                <a16:creationId xmlns:a16="http://schemas.microsoft.com/office/drawing/2014/main" id="{9720D620-A98D-8E56-CDB8-0DC6E5725E42}"/>
              </a:ext>
            </a:extLst>
          </p:cNvPr>
          <p:cNvCxnSpPr>
            <a:cxnSpLocks/>
          </p:cNvCxnSpPr>
          <p:nvPr userDrawn="1"/>
        </p:nvCxnSpPr>
        <p:spPr>
          <a:xfrm flipV="1">
            <a:off x="0" y="2151390"/>
            <a:ext cx="24384000" cy="1478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08449634"/>
      </p:ext>
    </p:extLst>
  </p:cSld>
  <p:clrMapOvr>
    <a:masterClrMapping/>
  </p:clrMapOvr>
</p:sldLayout>
</file>

<file path=ppt/slideLayouts/slideLayout154.xml><?xml version="1.0" encoding="utf-8"?>
<p:sldLayout xmlns:a="http://schemas.openxmlformats.org/drawingml/2006/main" xmlns:r="http://schemas.openxmlformats.org/officeDocument/2006/relationships" xmlns:p="http://schemas.openxmlformats.org/presentationml/2006/main" preserve="1" userDrawn="1">
  <p:cSld name="Single column Simple - with subhead">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3739564"/>
            <a:ext cx="22936200" cy="3020392"/>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81"/>
            <a:ext cx="22991108" cy="838270"/>
          </a:xfrm>
        </p:spPr>
        <p:txBody>
          <a:bodyPr>
            <a:spAutoFit/>
          </a:bodyPr>
          <a:lstStyle/>
          <a:p>
            <a:r>
              <a:rPr lang="en-US"/>
              <a:t>Click to edit Master title style</a:t>
            </a:r>
          </a:p>
        </p:txBody>
      </p:sp>
      <p:sp>
        <p:nvSpPr>
          <p:cNvPr id="8" name="Footer Placeholder 4">
            <a:extLst>
              <a:ext uri="{FF2B5EF4-FFF2-40B4-BE49-F238E27FC236}">
                <a16:creationId xmlns:a16="http://schemas.microsoft.com/office/drawing/2014/main" id="{674407F1-A2F8-A84F-8E52-03F123F4BEF5}"/>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C88CD766-7446-9844-8381-BB1A5421A8CE}"/>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sp>
        <p:nvSpPr>
          <p:cNvPr id="3" name="Text Placeholder 2">
            <a:extLst>
              <a:ext uri="{FF2B5EF4-FFF2-40B4-BE49-F238E27FC236}">
                <a16:creationId xmlns:a16="http://schemas.microsoft.com/office/drawing/2014/main" id="{3D5AAC42-935B-0E18-6CAC-AB1A022B59F1}"/>
              </a:ext>
            </a:extLst>
          </p:cNvPr>
          <p:cNvSpPr>
            <a:spLocks noGrp="1"/>
          </p:cNvSpPr>
          <p:nvPr>
            <p:ph type="body" sz="quarter" idx="13" hasCustomPrompt="1"/>
          </p:nvPr>
        </p:nvSpPr>
        <p:spPr>
          <a:xfrm>
            <a:off x="341756" y="2781298"/>
            <a:ext cx="22936200" cy="506360"/>
          </a:xfrm>
        </p:spPr>
        <p:txBody>
          <a:bodyPr/>
          <a:lstStyle>
            <a:lvl1pPr marL="0" indent="0">
              <a:buNone/>
              <a:defRPr sz="3290" b="1"/>
            </a:lvl1pPr>
            <a:lvl2pPr marL="490736" indent="0">
              <a:buNone/>
              <a:defRPr/>
            </a:lvl2pPr>
          </a:lstStyle>
          <a:p>
            <a:r>
              <a:rPr lang="en-US"/>
              <a:t>Subtitle or callout if needed, all titles and subtitles are sentence case </a:t>
            </a:r>
          </a:p>
        </p:txBody>
      </p:sp>
    </p:spTree>
    <p:extLst>
      <p:ext uri="{BB962C8B-B14F-4D97-AF65-F5344CB8AC3E}">
        <p14:creationId xmlns:p14="http://schemas.microsoft.com/office/powerpoint/2010/main" val="2050541348"/>
      </p:ext>
    </p:extLst>
  </p:cSld>
  <p:clrMapOvr>
    <a:masterClrMapping/>
  </p:clrMapOvr>
</p:sldLayout>
</file>

<file path=ppt/slideLayouts/slideLayout155.xml><?xml version="1.0" encoding="utf-8"?>
<p:sldLayout xmlns:a="http://schemas.openxmlformats.org/drawingml/2006/main" xmlns:r="http://schemas.openxmlformats.org/officeDocument/2006/relationships" xmlns:p="http://schemas.openxmlformats.org/presentationml/2006/main" showMasterSp="0" preserve="1" userDrawn="1">
  <p:cSld name="Title Only">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7F38F25E-FF38-834D-521D-D61E09DDD2AB}"/>
              </a:ext>
            </a:extLst>
          </p:cNvPr>
          <p:cNvGrpSpPr/>
          <p:nvPr userDrawn="1"/>
        </p:nvGrpSpPr>
        <p:grpSpPr>
          <a:xfrm>
            <a:off x="5" y="-4803"/>
            <a:ext cx="25334686" cy="2199366"/>
            <a:chOff x="0" y="-2403"/>
            <a:chExt cx="12667343" cy="1099683"/>
          </a:xfrm>
        </p:grpSpPr>
        <p:sp>
          <p:nvSpPr>
            <p:cNvPr id="7" name="Rectangle 6">
              <a:extLst>
                <a:ext uri="{FF2B5EF4-FFF2-40B4-BE49-F238E27FC236}">
                  <a16:creationId xmlns:a16="http://schemas.microsoft.com/office/drawing/2014/main" id="{7051444A-8DCA-DDB2-763E-349707F988F2}"/>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118"/>
            </a:p>
          </p:txBody>
        </p:sp>
        <p:pic>
          <p:nvPicPr>
            <p:cNvPr id="10" name="Picture 9">
              <a:extLst>
                <a:ext uri="{FF2B5EF4-FFF2-40B4-BE49-F238E27FC236}">
                  <a16:creationId xmlns:a16="http://schemas.microsoft.com/office/drawing/2014/main" id="{528A3E14-429A-2111-9034-26AFC851FE02}"/>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81"/>
            <a:ext cx="22991108" cy="838270"/>
          </a:xfrm>
        </p:spPr>
        <p:txBody>
          <a:body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744827320"/>
      </p:ext>
    </p:extLst>
  </p:cSld>
  <p:clrMapOvr>
    <a:masterClrMapping/>
  </p:clrMapOvr>
</p:sldLayout>
</file>

<file path=ppt/slideLayouts/slideLayout156.xml><?xml version="1.0" encoding="utf-8"?>
<p:sldLayout xmlns:a="http://schemas.openxmlformats.org/drawingml/2006/main" xmlns:r="http://schemas.openxmlformats.org/officeDocument/2006/relationships" xmlns:p="http://schemas.openxmlformats.org/presentationml/2006/main" showMasterSp="0" preserve="1" userDrawn="1">
  <p:cSld name="Title Only_2 lin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BBF274A9-9392-1E6D-7D16-896285565278}"/>
              </a:ext>
            </a:extLst>
          </p:cNvPr>
          <p:cNvSpPr/>
          <p:nvPr userDrawn="1"/>
        </p:nvSpPr>
        <p:spPr>
          <a:xfrm>
            <a:off x="0" y="2"/>
            <a:ext cx="24384000" cy="308008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118"/>
          </a:p>
        </p:txBody>
      </p:sp>
      <p:pic>
        <p:nvPicPr>
          <p:cNvPr id="4" name="Picture 3">
            <a:extLst>
              <a:ext uri="{FF2B5EF4-FFF2-40B4-BE49-F238E27FC236}">
                <a16:creationId xmlns:a16="http://schemas.microsoft.com/office/drawing/2014/main" id="{4F67146D-3C58-F6B2-201A-B16919DBC4A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8203117" y="-16457"/>
            <a:ext cx="17160602" cy="3096542"/>
          </a:xfrm>
          <a:prstGeom prst="rect">
            <a:avLst/>
          </a:prstGeom>
        </p:spPr>
      </p:pic>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81"/>
            <a:ext cx="22991108" cy="838270"/>
          </a:xfrm>
        </p:spPr>
        <p:txBody>
          <a:body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64163065"/>
      </p:ext>
    </p:extLst>
  </p:cSld>
  <p:clrMapOvr>
    <a:masterClrMapping/>
  </p:clrMapOvr>
</p:sldLayout>
</file>

<file path=ppt/slideLayouts/slideLayout157.xml><?xml version="1.0" encoding="utf-8"?>
<p:sldLayout xmlns:a="http://schemas.openxmlformats.org/drawingml/2006/main" xmlns:r="http://schemas.openxmlformats.org/officeDocument/2006/relationships" xmlns:p="http://schemas.openxmlformats.org/presentationml/2006/main" showMasterSp="0" preserve="1" userDrawn="1">
  <p:cSld name="Blank">
    <p:spTree>
      <p:nvGrpSpPr>
        <p:cNvPr id="1" name=""/>
        <p:cNvGrpSpPr/>
        <p:nvPr/>
      </p:nvGrpSpPr>
      <p:grpSpPr>
        <a:xfrm>
          <a:off x="0" y="0"/>
          <a:ext cx="0" cy="0"/>
          <a:chOff x="0" y="0"/>
          <a:chExt cx="0" cy="0"/>
        </a:xfrm>
      </p:grpSpPr>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08853471"/>
      </p:ext>
    </p:extLst>
  </p:cSld>
  <p:clrMapOvr>
    <a:masterClrMapping/>
  </p:clrMapOvr>
</p:sldLayout>
</file>

<file path=ppt/slideLayouts/slideLayout158.xml><?xml version="1.0" encoding="utf-8"?>
<p:sldLayout xmlns:a="http://schemas.openxmlformats.org/drawingml/2006/main" xmlns:r="http://schemas.openxmlformats.org/officeDocument/2006/relationships" xmlns:p="http://schemas.openxmlformats.org/presentationml/2006/main" preserve="1" userDrawn="1">
  <p:cSld name="Single Column">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6"/>
            <a:ext cx="17160240" cy="3020392"/>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501"/>
            <a:ext cx="5216526" cy="1518878"/>
          </a:xfrm>
        </p:spPr>
        <p:txBody>
          <a:bodyPr lIns="0" tIns="0" rIns="0">
            <a:spAutoFit/>
          </a:bodyPr>
          <a:lstStyle>
            <a:lvl1pPr marL="0" indent="0" algn="l" fontAlgn="base">
              <a:lnSpc>
                <a:spcPct val="100000"/>
              </a:lnSpc>
              <a:spcBef>
                <a:spcPts val="0"/>
              </a:spcBef>
              <a:buFont typeface="Arial" panose="020B0604020202020204" pitchFamily="34" charset="0"/>
              <a:buNone/>
              <a:defRPr lang="en-US" sz="329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9" y="537181"/>
            <a:ext cx="10728346" cy="838270"/>
          </a:xfrm>
        </p:spPr>
        <p:txBody>
          <a:bodyPr wrap="square">
            <a:spAutoFit/>
          </a:bodyPr>
          <a:lstStyle/>
          <a:p>
            <a:r>
              <a:rPr lang="en-US"/>
              <a:t>Click to edit Master title style</a:t>
            </a:r>
          </a:p>
        </p:txBody>
      </p:sp>
      <p:sp>
        <p:nvSpPr>
          <p:cNvPr id="8" name="Footer Placeholder 4">
            <a:extLst>
              <a:ext uri="{FF2B5EF4-FFF2-40B4-BE49-F238E27FC236}">
                <a16:creationId xmlns:a16="http://schemas.microsoft.com/office/drawing/2014/main" id="{7D4F1EC5-6BB8-4049-A825-325656113ED2}"/>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E7854F2A-2BBB-9446-B185-6215C140A167}"/>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924900128"/>
      </p:ext>
    </p:extLst>
  </p:cSld>
  <p:clrMapOvr>
    <a:masterClrMapping/>
  </p:clrMapOvr>
</p:sldLayout>
</file>

<file path=ppt/slideLayouts/slideLayout159.xml><?xml version="1.0" encoding="utf-8"?>
<p:sldLayout xmlns:a="http://schemas.openxmlformats.org/drawingml/2006/main" xmlns:r="http://schemas.openxmlformats.org/officeDocument/2006/relationships" xmlns:p="http://schemas.openxmlformats.org/presentationml/2006/main" preserve="1" userDrawn="1">
  <p:cSld name="Double Column">
    <p:spTree>
      <p:nvGrpSpPr>
        <p:cNvPr id="1" name=""/>
        <p:cNvGrpSpPr/>
        <p:nvPr/>
      </p:nvGrpSpPr>
      <p:grpSpPr>
        <a:xfrm>
          <a:off x="0" y="0"/>
          <a:ext cx="0" cy="0"/>
          <a:chOff x="0" y="0"/>
          <a:chExt cx="0" cy="0"/>
        </a:xfrm>
      </p:grpSpPr>
      <p:sp>
        <p:nvSpPr>
          <p:cNvPr id="8" name="Text Placeholder 2">
            <a:extLst>
              <a:ext uri="{FF2B5EF4-FFF2-40B4-BE49-F238E27FC236}">
                <a16:creationId xmlns:a16="http://schemas.microsoft.com/office/drawing/2014/main" id="{A08EE2D0-C5F7-40AF-BD24-47EFB4DD9E34}"/>
              </a:ext>
            </a:extLst>
          </p:cNvPr>
          <p:cNvSpPr>
            <a:spLocks noGrp="1"/>
          </p:cNvSpPr>
          <p:nvPr>
            <p:ph idx="1"/>
          </p:nvPr>
        </p:nvSpPr>
        <p:spPr>
          <a:xfrm>
            <a:off x="16059154" y="2777166"/>
            <a:ext cx="7600948" cy="3020392"/>
          </a:xfrm>
          <a:prstGeom prst="rect">
            <a:avLst/>
          </a:prstGeom>
        </p:spPr>
        <p:txBody>
          <a:bodyPr vert="horz"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6"/>
            <a:ext cx="7315200" cy="3020392"/>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5800" y="2777167"/>
            <a:ext cx="5468112" cy="1518877"/>
          </a:xfrm>
        </p:spPr>
        <p:txBody>
          <a:bodyPr vert="horz" lIns="0" tIns="0" rIns="0" bIns="0" rtlCol="0">
            <a:spAutoFit/>
          </a:bodyPr>
          <a:lstStyle>
            <a:lvl1pPr>
              <a:defRPr lang="en-US" sz="3290" dirty="0">
                <a:ln w="3175">
                  <a:noFill/>
                </a:ln>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9E8E5F5F-E11E-C44F-B488-CB35674682B5}"/>
              </a:ext>
            </a:extLst>
          </p:cNvPr>
          <p:cNvSpPr>
            <a:spLocks noGrp="1"/>
          </p:cNvSpPr>
          <p:nvPr>
            <p:ph type="title"/>
          </p:nvPr>
        </p:nvSpPr>
        <p:spPr/>
        <p:txBody>
          <a:bodyPr>
            <a:spAutoFit/>
          </a:bodyPr>
          <a:lstStyle>
            <a:lvl1pPr>
              <a:defRPr/>
            </a:lvl1pPr>
          </a:lstStyle>
          <a:p>
            <a:r>
              <a:rPr lang="en-US"/>
              <a:t>Click to edit Master title style</a:t>
            </a:r>
          </a:p>
        </p:txBody>
      </p:sp>
      <p:sp>
        <p:nvSpPr>
          <p:cNvPr id="11" name="Footer Placeholder 4">
            <a:extLst>
              <a:ext uri="{FF2B5EF4-FFF2-40B4-BE49-F238E27FC236}">
                <a16:creationId xmlns:a16="http://schemas.microsoft.com/office/drawing/2014/main" id="{BD398495-5CA8-A54C-9A38-9431C227BC1E}"/>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12" name="Slide Number Placeholder 5">
            <a:extLst>
              <a:ext uri="{FF2B5EF4-FFF2-40B4-BE49-F238E27FC236}">
                <a16:creationId xmlns:a16="http://schemas.microsoft.com/office/drawing/2014/main" id="{A111FE5C-B17D-C948-BFCC-6ED5E14CB169}"/>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cxnSp>
        <p:nvCxnSpPr>
          <p:cNvPr id="10" name="Straight Connector 9">
            <a:extLst>
              <a:ext uri="{FF2B5EF4-FFF2-40B4-BE49-F238E27FC236}">
                <a16:creationId xmlns:a16="http://schemas.microsoft.com/office/drawing/2014/main" id="{A44C8227-D505-9341-8E5C-224832E8A51F}"/>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46531715"/>
      </p:ext>
    </p:extLst>
  </p:cSld>
  <p:clrMapOvr>
    <a:masterClrMapping/>
  </p:clrMapOvr>
</p:sldLayout>
</file>

<file path=ppt/slideLayouts/slideLayout160.xml><?xml version="1.0" encoding="utf-8"?>
<p:sldLayout xmlns:a="http://schemas.openxmlformats.org/drawingml/2006/main" xmlns:r="http://schemas.openxmlformats.org/officeDocument/2006/relationships" xmlns:p="http://schemas.openxmlformats.org/presentationml/2006/main" preserve="1" userDrawn="1">
  <p:cSld name="Chart Slide">
    <p:spTree>
      <p:nvGrpSpPr>
        <p:cNvPr id="1" name=""/>
        <p:cNvGrpSpPr/>
        <p:nvPr/>
      </p:nvGrpSpPr>
      <p:grpSpPr>
        <a:xfrm>
          <a:off x="0" y="0"/>
          <a:ext cx="0" cy="0"/>
          <a:chOff x="0" y="0"/>
          <a:chExt cx="0" cy="0"/>
        </a:xfrm>
      </p:grpSpPr>
      <p:sp>
        <p:nvSpPr>
          <p:cNvPr id="6" name="Chart Placeholder 5">
            <a:extLst>
              <a:ext uri="{FF2B5EF4-FFF2-40B4-BE49-F238E27FC236}">
                <a16:creationId xmlns:a16="http://schemas.microsoft.com/office/drawing/2014/main" id="{D15CAE43-FFC5-5941-A364-DB8503717B41}"/>
              </a:ext>
            </a:extLst>
          </p:cNvPr>
          <p:cNvSpPr>
            <a:spLocks noGrp="1"/>
          </p:cNvSpPr>
          <p:nvPr>
            <p:ph type="chart" sz="quarter" idx="14"/>
          </p:nvPr>
        </p:nvSpPr>
        <p:spPr>
          <a:xfrm>
            <a:off x="6454140" y="7086757"/>
            <a:ext cx="17183100" cy="479710"/>
          </a:xfrm>
        </p:spPr>
        <p:txBody>
          <a:bodyPr>
            <a:spAutoFit/>
          </a:bodyPr>
          <a:lstStyle/>
          <a:p>
            <a:r>
              <a:rPr lang="en-US"/>
              <a:t>Click icon to add chart</a:t>
            </a:r>
          </a:p>
        </p:txBody>
      </p:sp>
      <p:sp>
        <p:nvSpPr>
          <p:cNvPr id="5" name="Title 4">
            <a:extLst>
              <a:ext uri="{FF2B5EF4-FFF2-40B4-BE49-F238E27FC236}">
                <a16:creationId xmlns:a16="http://schemas.microsoft.com/office/drawing/2014/main" id="{1A166DE4-81E7-7D4A-A206-F89CC138B7CD}"/>
              </a:ext>
            </a:extLst>
          </p:cNvPr>
          <p:cNvSpPr>
            <a:spLocks noGrp="1"/>
          </p:cNvSpPr>
          <p:nvPr>
            <p:ph type="title" hasCustomPrompt="1"/>
          </p:nvPr>
        </p:nvSpPr>
        <p:spPr>
          <a:xfrm>
            <a:off x="668997" y="537181"/>
            <a:ext cx="5466338" cy="838270"/>
          </a:xfrm>
        </p:spPr>
        <p:txBody>
          <a:bodyPr>
            <a:spAutoFit/>
          </a:bodyPr>
          <a:lstStyle/>
          <a:p>
            <a:r>
              <a:rPr lang="en-US"/>
              <a:t>Chart Slide</a:t>
            </a:r>
          </a:p>
        </p:txBody>
      </p:sp>
      <p:sp>
        <p:nvSpPr>
          <p:cNvPr id="12" name="Text Placeholder 8">
            <a:extLst>
              <a:ext uri="{FF2B5EF4-FFF2-40B4-BE49-F238E27FC236}">
                <a16:creationId xmlns:a16="http://schemas.microsoft.com/office/drawing/2014/main" id="{02EECDEE-456F-4A15-A4FE-4CA2F60E0059}"/>
              </a:ext>
            </a:extLst>
          </p:cNvPr>
          <p:cNvSpPr>
            <a:spLocks noGrp="1"/>
          </p:cNvSpPr>
          <p:nvPr>
            <p:ph type="body" sz="quarter" idx="13" hasCustomPrompt="1"/>
          </p:nvPr>
        </p:nvSpPr>
        <p:spPr>
          <a:xfrm>
            <a:off x="688972" y="2777167"/>
            <a:ext cx="5468112" cy="1518878"/>
          </a:xfrm>
        </p:spPr>
        <p:txBody>
          <a:bodyPr lIns="0" tIns="0" rIns="0">
            <a:spAutoFit/>
          </a:bodyPr>
          <a:lstStyle>
            <a:lvl1pPr marL="0" indent="0" algn="l" fontAlgn="base">
              <a:lnSpc>
                <a:spcPct val="100000"/>
              </a:lnSpc>
              <a:spcBef>
                <a:spcPts val="0"/>
              </a:spcBef>
              <a:buFont typeface="Arial" panose="020B0604020202020204" pitchFamily="34" charset="0"/>
              <a:buNone/>
              <a:defRPr lang="en-US" sz="329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6">
            <a:extLst>
              <a:ext uri="{FF2B5EF4-FFF2-40B4-BE49-F238E27FC236}">
                <a16:creationId xmlns:a16="http://schemas.microsoft.com/office/drawing/2014/main" id="{0DE29CAF-37DB-469A-A4BC-F015B5D92449}"/>
              </a:ext>
            </a:extLst>
          </p:cNvPr>
          <p:cNvSpPr>
            <a:spLocks noGrp="1"/>
          </p:cNvSpPr>
          <p:nvPr>
            <p:ph type="body" sz="quarter" idx="15"/>
          </p:nvPr>
        </p:nvSpPr>
        <p:spPr>
          <a:xfrm>
            <a:off x="6477000" y="2777164"/>
            <a:ext cx="17160240" cy="3014608"/>
          </a:xfrm>
        </p:spPr>
        <p:txBody>
          <a:bodyPr lIns="182880">
            <a:spAutoFit/>
          </a:bodyPr>
          <a:lstStyle>
            <a:lvl1pPr marL="247430" marR="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1pPr>
            <a:lvl2pPr marL="742292" marR="0" indent="-25155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2pPr>
            <a:lvl3pPr marL="1237154" marR="0" indent="-25568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3pPr>
            <a:lvl4pPr marL="1732016" marR="0" indent="-259802"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4pPr>
            <a:lvl5pPr marL="2226878" marR="0" indent="-26392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5pPr>
          </a:lstStyle>
          <a:p>
            <a:pPr marL="247430" marR="0" lvl="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sp>
        <p:nvSpPr>
          <p:cNvPr id="8" name="Footer Placeholder 4">
            <a:extLst>
              <a:ext uri="{FF2B5EF4-FFF2-40B4-BE49-F238E27FC236}">
                <a16:creationId xmlns:a16="http://schemas.microsoft.com/office/drawing/2014/main" id="{6814554E-586D-8349-951F-737144ECEFFB}"/>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AED0D651-E967-D846-AE30-12C061B6AD3E}"/>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cxnSp>
        <p:nvCxnSpPr>
          <p:cNvPr id="11" name="Straight Connector 10">
            <a:extLst>
              <a:ext uri="{FF2B5EF4-FFF2-40B4-BE49-F238E27FC236}">
                <a16:creationId xmlns:a16="http://schemas.microsoft.com/office/drawing/2014/main" id="{675D0394-D778-4C4A-B92A-6E09A7B88B9A}"/>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71213940"/>
      </p:ext>
    </p:extLst>
  </p:cSld>
  <p:clrMapOvr>
    <a:masterClrMapping/>
  </p:clrMapOvr>
</p:sldLayout>
</file>

<file path=ppt/slideLayouts/slideLayout161.xml><?xml version="1.0" encoding="utf-8"?>
<p:sldLayout xmlns:a="http://schemas.openxmlformats.org/drawingml/2006/main" xmlns:r="http://schemas.openxmlformats.org/officeDocument/2006/relationships" xmlns:p="http://schemas.openxmlformats.org/presentationml/2006/main" preserve="1" userDrawn="1">
  <p:cSld name="Table Slid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4"/>
            <a:ext cx="17160240" cy="3014608"/>
          </a:xfrm>
        </p:spPr>
        <p:txBody>
          <a:bodyPr lIns="182880">
            <a:spAutoFit/>
          </a:bodyPr>
          <a:lstStyle>
            <a:lvl1pPr marL="247430" marR="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1pPr>
            <a:lvl2pPr marL="742292" marR="0" indent="-25155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2pPr>
            <a:lvl3pPr marL="1237154" marR="0" indent="-25568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3pPr>
            <a:lvl4pPr marL="1732016" marR="0" indent="-259802"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4pPr>
            <a:lvl5pPr marL="2226878" marR="0" indent="-26392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5pPr>
          </a:lstStyle>
          <a:p>
            <a:pPr marL="247430" marR="0" lvl="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sp>
        <p:nvSpPr>
          <p:cNvPr id="5" name="Title 4">
            <a:extLst>
              <a:ext uri="{FF2B5EF4-FFF2-40B4-BE49-F238E27FC236}">
                <a16:creationId xmlns:a16="http://schemas.microsoft.com/office/drawing/2014/main" id="{D0602A0A-DA97-1949-83C0-5E92A6974F6F}"/>
              </a:ext>
            </a:extLst>
          </p:cNvPr>
          <p:cNvSpPr>
            <a:spLocks noGrp="1"/>
          </p:cNvSpPr>
          <p:nvPr>
            <p:ph type="title" hasCustomPrompt="1"/>
          </p:nvPr>
        </p:nvSpPr>
        <p:spPr>
          <a:xfrm>
            <a:off x="668997" y="537181"/>
            <a:ext cx="5466338" cy="838270"/>
          </a:xfrm>
        </p:spPr>
        <p:txBody>
          <a:bodyPr>
            <a:spAutoFit/>
          </a:bodyPr>
          <a:lstStyle/>
          <a:p>
            <a:r>
              <a:rPr lang="en-US"/>
              <a:t>Table Slide</a:t>
            </a:r>
          </a:p>
        </p:txBody>
      </p:sp>
      <p:sp>
        <p:nvSpPr>
          <p:cNvPr id="10" name="Text Placeholder 8">
            <a:extLst>
              <a:ext uri="{FF2B5EF4-FFF2-40B4-BE49-F238E27FC236}">
                <a16:creationId xmlns:a16="http://schemas.microsoft.com/office/drawing/2014/main" id="{FD34CAF5-D592-42FD-80B2-8B57E60C9A88}"/>
              </a:ext>
            </a:extLst>
          </p:cNvPr>
          <p:cNvSpPr>
            <a:spLocks noGrp="1"/>
          </p:cNvSpPr>
          <p:nvPr>
            <p:ph type="body" sz="quarter" idx="13" hasCustomPrompt="1"/>
          </p:nvPr>
        </p:nvSpPr>
        <p:spPr>
          <a:xfrm>
            <a:off x="688972" y="2777167"/>
            <a:ext cx="5468112" cy="1518878"/>
          </a:xfrm>
        </p:spPr>
        <p:txBody>
          <a:bodyPr lIns="0" tIns="0" rIns="0">
            <a:spAutoFit/>
          </a:bodyPr>
          <a:lstStyle>
            <a:lvl1pPr marL="0" indent="0" algn="l" fontAlgn="base">
              <a:lnSpc>
                <a:spcPct val="100000"/>
              </a:lnSpc>
              <a:spcBef>
                <a:spcPts val="0"/>
              </a:spcBef>
              <a:buFont typeface="Arial" panose="020B0604020202020204" pitchFamily="34" charset="0"/>
              <a:buNone/>
              <a:defRPr lang="en-US" sz="329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8" name="Footer Placeholder 4">
            <a:extLst>
              <a:ext uri="{FF2B5EF4-FFF2-40B4-BE49-F238E27FC236}">
                <a16:creationId xmlns:a16="http://schemas.microsoft.com/office/drawing/2014/main" id="{D53B314B-9934-844F-8E14-6C502D2AE424}"/>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9" name="Slide Number Placeholder 5">
            <a:extLst>
              <a:ext uri="{FF2B5EF4-FFF2-40B4-BE49-F238E27FC236}">
                <a16:creationId xmlns:a16="http://schemas.microsoft.com/office/drawing/2014/main" id="{3CFD438D-CA4D-3A43-9B82-E14EC033B7C4}"/>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739400297"/>
      </p:ext>
    </p:extLst>
  </p:cSld>
  <p:clrMapOvr>
    <a:masterClrMapping/>
  </p:clrMapOvr>
</p:sldLayout>
</file>

<file path=ppt/slideLayouts/slideLayout162.xml><?xml version="1.0" encoding="utf-8"?>
<p:sldLayout xmlns:a="http://schemas.openxmlformats.org/drawingml/2006/main" xmlns:r="http://schemas.openxmlformats.org/officeDocument/2006/relationships" xmlns:p="http://schemas.openxmlformats.org/presentationml/2006/main" showMasterSp="0" preserve="1" userDrawn="1">
  <p:cSld name="Wide Layout Single Column">
    <p:spTree>
      <p:nvGrpSpPr>
        <p:cNvPr id="1" name=""/>
        <p:cNvGrpSpPr/>
        <p:nvPr/>
      </p:nvGrpSpPr>
      <p:grpSpPr>
        <a:xfrm>
          <a:off x="0" y="0"/>
          <a:ext cx="0" cy="0"/>
          <a:chOff x="0" y="0"/>
          <a:chExt cx="0" cy="0"/>
        </a:xfrm>
      </p:grpSpPr>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83" y="6724560"/>
            <a:ext cx="7183198" cy="1012584"/>
          </a:xfrm>
        </p:spPr>
        <p:txBody>
          <a:bodyPr lIns="0" tIns="0" rIns="0">
            <a:spAutoFit/>
          </a:bodyPr>
          <a:lstStyle>
            <a:lvl1pPr marL="0" indent="0" algn="l" fontAlgn="base">
              <a:lnSpc>
                <a:spcPct val="100000"/>
              </a:lnSpc>
              <a:spcBef>
                <a:spcPts val="0"/>
              </a:spcBef>
              <a:buFont typeface="Arial" panose="020B0604020202020204" pitchFamily="34" charset="0"/>
              <a:buNone/>
              <a:defRPr lang="en-US" sz="329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9" y="537177"/>
            <a:ext cx="7217706" cy="1747054"/>
          </a:xfrm>
        </p:spPr>
        <p:txBody>
          <a:bodyPr>
            <a:spAutoFit/>
          </a:bodyPr>
          <a:lstStyle>
            <a:lvl1pPr>
              <a:defRPr>
                <a:solidFill>
                  <a:schemeClr val="tx1"/>
                </a:solidFill>
              </a:defRPr>
            </a:lvl1pPr>
          </a:lstStyle>
          <a:p>
            <a:r>
              <a:rPr lang="en-US"/>
              <a:t>Click to edit Master title style</a:t>
            </a:r>
          </a:p>
        </p:txBody>
      </p:sp>
      <p:cxnSp>
        <p:nvCxnSpPr>
          <p:cNvPr id="8" name="Straight Connector 7">
            <a:extLst>
              <a:ext uri="{FF2B5EF4-FFF2-40B4-BE49-F238E27FC236}">
                <a16:creationId xmlns:a16="http://schemas.microsoft.com/office/drawing/2014/main" id="{F957024A-18DC-E948-83FF-954BAEFA54C4}"/>
              </a:ext>
            </a:extLst>
          </p:cNvPr>
          <p:cNvCxnSpPr>
            <a:cxnSpLocks/>
          </p:cNvCxnSpPr>
          <p:nvPr userDrawn="1"/>
        </p:nvCxnSpPr>
        <p:spPr>
          <a:xfrm>
            <a:off x="8382000" y="0"/>
            <a:ext cx="0" cy="13716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11" name="Text Placeholder 2">
            <a:extLst>
              <a:ext uri="{FF2B5EF4-FFF2-40B4-BE49-F238E27FC236}">
                <a16:creationId xmlns:a16="http://schemas.microsoft.com/office/drawing/2014/main" id="{9F9C88D5-EA56-4ED2-8CB6-44F2BBA4023F}"/>
              </a:ext>
            </a:extLst>
          </p:cNvPr>
          <p:cNvSpPr>
            <a:spLocks noGrp="1"/>
          </p:cNvSpPr>
          <p:nvPr>
            <p:ph idx="1"/>
          </p:nvPr>
        </p:nvSpPr>
        <p:spPr>
          <a:xfrm>
            <a:off x="8382000" y="624974"/>
            <a:ext cx="15255604" cy="3020392"/>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BD6CB0B8-ED09-5144-8406-07EDCA221F9D}"/>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2AD6F17-DC4F-CE4D-A30F-37972705D1EB}"/>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5F1A3402-461B-144B-A624-EADA6F4A5FE3}"/>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883748532"/>
      </p:ext>
    </p:extLst>
  </p:cSld>
  <p:clrMapOvr>
    <a:masterClrMapping/>
  </p:clrMapOvr>
</p:sldLayout>
</file>

<file path=ppt/slideLayouts/slideLayout163.xml><?xml version="1.0" encoding="utf-8"?>
<p:sldLayout xmlns:a="http://schemas.openxmlformats.org/drawingml/2006/main" xmlns:r="http://schemas.openxmlformats.org/officeDocument/2006/relationships" xmlns:p="http://schemas.openxmlformats.org/presentationml/2006/main" showMasterSp="0" preserve="1" userDrawn="1">
  <p:cSld name="Image Slide 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smtClean="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1747018"/>
          </a:xfrm>
        </p:spPr>
        <p:txBody>
          <a:bodyPr>
            <a:spAutoFit/>
          </a:bodyPr>
          <a:lstStyle>
            <a:lvl1pPr>
              <a:defRPr>
                <a:solidFill>
                  <a:schemeClr val="tx1"/>
                </a:solidFill>
              </a:defRPr>
            </a:lvl1pPr>
          </a:lstStyle>
          <a:p>
            <a:r>
              <a:rPr lang="en-US"/>
              <a:t>Click to edit Master title style</a:t>
            </a:r>
          </a:p>
        </p:txBody>
      </p:sp>
      <p:sp>
        <p:nvSpPr>
          <p:cNvPr id="11" name="Text Placeholder 8">
            <a:extLst>
              <a:ext uri="{FF2B5EF4-FFF2-40B4-BE49-F238E27FC236}">
                <a16:creationId xmlns:a16="http://schemas.microsoft.com/office/drawing/2014/main" id="{08C770D2-29E4-4980-89B5-2CADCAA9838F}"/>
              </a:ext>
            </a:extLst>
          </p:cNvPr>
          <p:cNvSpPr>
            <a:spLocks noGrp="1"/>
          </p:cNvSpPr>
          <p:nvPr>
            <p:ph type="body" sz="quarter" idx="13" hasCustomPrompt="1"/>
          </p:nvPr>
        </p:nvSpPr>
        <p:spPr>
          <a:xfrm>
            <a:off x="688975" y="3687501"/>
            <a:ext cx="5216526" cy="1518878"/>
          </a:xfrm>
        </p:spPr>
        <p:txBody>
          <a:bodyPr lIns="0" tIns="0" rIns="0">
            <a:spAutoFit/>
          </a:bodyPr>
          <a:lstStyle>
            <a:lvl1pPr marL="0" indent="0" algn="l" fontAlgn="base">
              <a:lnSpc>
                <a:spcPct val="100000"/>
              </a:lnSpc>
              <a:spcBef>
                <a:spcPts val="0"/>
              </a:spcBef>
              <a:buFont typeface="Arial" panose="020B0604020202020204" pitchFamily="34" charset="0"/>
              <a:buNone/>
              <a:defRPr lang="en-US" sz="329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1201D0FE-A135-6A46-ABB9-BBF42B08B05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A428A25E-B962-BD41-AC5A-2B7F8C365999}"/>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bg1"/>
                </a:solidFill>
              </a:defRPr>
            </a:lvl1pPr>
          </a:lstStyle>
          <a:p>
            <a:endParaRPr lang="en-US"/>
          </a:p>
        </p:txBody>
      </p:sp>
      <p:sp>
        <p:nvSpPr>
          <p:cNvPr id="10" name="Slide Number Placeholder 5">
            <a:extLst>
              <a:ext uri="{FF2B5EF4-FFF2-40B4-BE49-F238E27FC236}">
                <a16:creationId xmlns:a16="http://schemas.microsoft.com/office/drawing/2014/main" id="{5A8BC5D7-A295-2344-8AAD-7A638D124615}"/>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113237502"/>
      </p:ext>
    </p:extLst>
  </p:cSld>
  <p:clrMapOvr>
    <a:masterClrMapping/>
  </p:clrMapOvr>
</p:sldLayout>
</file>

<file path=ppt/slideLayouts/slideLayout164.xml><?xml version="1.0" encoding="utf-8"?>
<p:sldLayout xmlns:a="http://schemas.openxmlformats.org/drawingml/2006/main" xmlns:r="http://schemas.openxmlformats.org/officeDocument/2006/relationships" xmlns:p="http://schemas.openxmlformats.org/presentationml/2006/main" showMasterSp="0" preserve="1" userDrawn="1">
  <p:cSld name="Image Slide 2">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1747018"/>
          </a:xfrm>
        </p:spPr>
        <p:txBody>
          <a:bodyPr>
            <a:spAutoFit/>
          </a:bodyPr>
          <a:lstStyle>
            <a:lvl1pPr>
              <a:defRPr>
                <a:solidFill>
                  <a:schemeClr val="tx1"/>
                </a:solidFill>
              </a:defRPr>
            </a:lvl1pPr>
          </a:lstStyle>
          <a:p>
            <a:r>
              <a:rPr lang="en-US"/>
              <a:t>Click to edit Master title style</a:t>
            </a:r>
          </a:p>
        </p:txBody>
      </p:sp>
      <p:sp>
        <p:nvSpPr>
          <p:cNvPr id="11" name="Text Placeholder 8">
            <a:extLst>
              <a:ext uri="{FF2B5EF4-FFF2-40B4-BE49-F238E27FC236}">
                <a16:creationId xmlns:a16="http://schemas.microsoft.com/office/drawing/2014/main" id="{D6F74E0A-AB80-4D15-9EF8-AC6BAA371DF2}"/>
              </a:ext>
            </a:extLst>
          </p:cNvPr>
          <p:cNvSpPr>
            <a:spLocks noGrp="1"/>
          </p:cNvSpPr>
          <p:nvPr>
            <p:ph type="body" sz="quarter" idx="13" hasCustomPrompt="1"/>
          </p:nvPr>
        </p:nvSpPr>
        <p:spPr>
          <a:xfrm>
            <a:off x="688975" y="3687501"/>
            <a:ext cx="5216526" cy="1518878"/>
          </a:xfrm>
        </p:spPr>
        <p:txBody>
          <a:bodyPr lIns="0" tIns="0" rIns="0">
            <a:spAutoFit/>
          </a:bodyPr>
          <a:lstStyle>
            <a:lvl1pPr marL="0" indent="0" algn="l" fontAlgn="base">
              <a:lnSpc>
                <a:spcPct val="100000"/>
              </a:lnSpc>
              <a:spcBef>
                <a:spcPts val="0"/>
              </a:spcBef>
              <a:buFont typeface="Arial" panose="020B0604020202020204" pitchFamily="34" charset="0"/>
              <a:buNone/>
              <a:defRPr lang="en-US" sz="329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2">
            <a:extLst>
              <a:ext uri="{FF2B5EF4-FFF2-40B4-BE49-F238E27FC236}">
                <a16:creationId xmlns:a16="http://schemas.microsoft.com/office/drawing/2014/main" id="{FD053F94-CE8F-4987-AA33-DA71ADDB4BC1}"/>
              </a:ext>
            </a:extLst>
          </p:cNvPr>
          <p:cNvSpPr>
            <a:spLocks noGrp="1"/>
          </p:cNvSpPr>
          <p:nvPr>
            <p:ph idx="1"/>
          </p:nvPr>
        </p:nvSpPr>
        <p:spPr>
          <a:xfrm>
            <a:off x="17945102" y="624971"/>
            <a:ext cx="5715000" cy="3014608"/>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2D21F748-F78B-AA44-87E0-992F504FBC08}"/>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69668EDE-1295-9546-ABA0-27E4B7F5041D}"/>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361D0353-9518-CE4F-AEC9-0A3AD47D4590}"/>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631607361"/>
      </p:ext>
    </p:extLst>
  </p:cSld>
  <p:clrMapOvr>
    <a:masterClrMapping/>
  </p:clrMapOvr>
</p:sldLayout>
</file>

<file path=ppt/slideLayouts/slideLayout165.xml><?xml version="1.0" encoding="utf-8"?>
<p:sldLayout xmlns:a="http://schemas.openxmlformats.org/drawingml/2006/main" xmlns:r="http://schemas.openxmlformats.org/officeDocument/2006/relationships" xmlns:p="http://schemas.openxmlformats.org/presentationml/2006/main" showMasterSp="0" preserve="1" userDrawn="1">
  <p:cSld name="Image Slide 3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81"/>
            <a:ext cx="11142008" cy="838270"/>
          </a:xfrm>
        </p:spPr>
        <p:txBody>
          <a:bodyPr/>
          <a:lstStyle>
            <a:lvl1pPr>
              <a:defRPr>
                <a:solidFill>
                  <a:schemeClr val="tx1"/>
                </a:solidFill>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7" y="1752606"/>
            <a:ext cx="11115598" cy="3020392"/>
          </a:xfrm>
        </p:spPr>
        <p:txBody>
          <a:bodyPr lIns="0">
            <a:spAutoFit/>
          </a:bodyPr>
          <a:lstStyle>
            <a:lvl1pPr>
              <a:defRPr/>
            </a:lvl1pPr>
            <a:lvl2pPr>
              <a:defRPr/>
            </a:lvl2pPr>
            <a:lvl3pPr>
              <a:defRPr/>
            </a:lvl3pPr>
            <a:lvl4pPr>
              <a:defRPr/>
            </a:lvl4pPr>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9" name="Graphic 8">
            <a:extLst>
              <a:ext uri="{FF2B5EF4-FFF2-40B4-BE49-F238E27FC236}">
                <a16:creationId xmlns:a16="http://schemas.microsoft.com/office/drawing/2014/main" id="{59F508EA-9B74-CF42-99A9-ABCDB2E9903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35545590-189E-BE41-BDD7-DCC3999A6EDF}"/>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1D0045EB-86A1-6D46-873D-E4EC1E9D3594}"/>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234252797"/>
      </p:ext>
    </p:extLst>
  </p:cSld>
  <p:clrMapOvr>
    <a:masterClrMapping/>
  </p:clrMapOvr>
</p:sldLayout>
</file>

<file path=ppt/slideLayouts/slideLayout166.xml><?xml version="1.0" encoding="utf-8"?>
<p:sldLayout xmlns:a="http://schemas.openxmlformats.org/drawingml/2006/main" xmlns:r="http://schemas.openxmlformats.org/officeDocument/2006/relationships" xmlns:p="http://schemas.openxmlformats.org/presentationml/2006/main" showMasterSp="0" preserve="1" userDrawn="1">
  <p:cSld name="Image Slide 3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81"/>
            <a:ext cx="11142008" cy="838270"/>
          </a:xfrm>
        </p:spPr>
        <p:txBody>
          <a:bodyPr>
            <a:spAutoFit/>
          </a:bodyPr>
          <a:lstStyle>
            <a:lvl1pPr>
              <a:defRPr>
                <a:solidFill>
                  <a:schemeClr val="tx1"/>
                </a:solidFill>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7" y="3169808"/>
            <a:ext cx="11115598" cy="3020392"/>
          </a:xfrm>
        </p:spPr>
        <p:txBody>
          <a:bodyPr lIns="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8">
            <a:extLst>
              <a:ext uri="{FF2B5EF4-FFF2-40B4-BE49-F238E27FC236}">
                <a16:creationId xmlns:a16="http://schemas.microsoft.com/office/drawing/2014/main" id="{7E2CAB91-DDF9-42DE-8B4B-CC01A9F5884C}"/>
              </a:ext>
            </a:extLst>
          </p:cNvPr>
          <p:cNvSpPr>
            <a:spLocks noGrp="1"/>
          </p:cNvSpPr>
          <p:nvPr>
            <p:ph type="body" sz="quarter" idx="13" hasCustomPrompt="1"/>
          </p:nvPr>
        </p:nvSpPr>
        <p:spPr>
          <a:xfrm>
            <a:off x="688979" y="1752606"/>
            <a:ext cx="11122026" cy="1012720"/>
          </a:xfrm>
        </p:spPr>
        <p:txBody>
          <a:bodyPr lIns="0" tIns="0" rIns="0">
            <a:spAutoFit/>
          </a:bodyPr>
          <a:lstStyle>
            <a:lvl1pPr marL="0" indent="0" algn="l" fontAlgn="base">
              <a:lnSpc>
                <a:spcPct val="100000"/>
              </a:lnSpc>
              <a:spcBef>
                <a:spcPts val="0"/>
              </a:spcBef>
              <a:buFont typeface="Arial" panose="020B0604020202020204" pitchFamily="34" charset="0"/>
              <a:buNone/>
              <a:defRPr lang="en-US" sz="329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9C7DEFAB-97E6-284D-BD67-FB08386B5E6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2DA1221E-A67C-744E-9C4B-331BEF727F33}"/>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D46CF78B-534F-E345-BE6A-BED63A26C73D}"/>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099994785"/>
      </p:ext>
    </p:extLst>
  </p:cSld>
  <p:clrMapOvr>
    <a:masterClrMapping/>
  </p:clrMapOvr>
</p:sldLayout>
</file>

<file path=ppt/slideLayouts/slideLayout167.xml><?xml version="1.0" encoding="utf-8"?>
<p:sldLayout xmlns:a="http://schemas.openxmlformats.org/drawingml/2006/main" xmlns:r="http://schemas.openxmlformats.org/officeDocument/2006/relationships" xmlns:p="http://schemas.openxmlformats.org/presentationml/2006/main" showMasterSp="0" preserve="1" userDrawn="1">
  <p:cSld name="1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sz="3118">
                <a:solidFill>
                  <a:schemeClr val="tx1"/>
                </a:solidFill>
              </a:rPr>
              <a:t>Click icon in the center of the slide to add picture</a:t>
            </a:r>
            <a:endParaRPr lang="en-US"/>
          </a:p>
        </p:txBody>
      </p:sp>
      <p:sp>
        <p:nvSpPr>
          <p:cNvPr id="8" name="Text Placeholder 2">
            <a:extLst>
              <a:ext uri="{FF2B5EF4-FFF2-40B4-BE49-F238E27FC236}">
                <a16:creationId xmlns:a16="http://schemas.microsoft.com/office/drawing/2014/main" id="{DE3845FB-10F7-4C99-A1E5-CEB253E259A7}"/>
              </a:ext>
            </a:extLst>
          </p:cNvPr>
          <p:cNvSpPr>
            <a:spLocks noGrp="1"/>
          </p:cNvSpPr>
          <p:nvPr>
            <p:ph idx="1"/>
          </p:nvPr>
        </p:nvSpPr>
        <p:spPr>
          <a:xfrm>
            <a:off x="6477007" y="4800602"/>
            <a:ext cx="5714998" cy="4114800"/>
          </a:xfrm>
          <a:prstGeom prst="rect">
            <a:avLst/>
          </a:prstGeom>
          <a:solidFill>
            <a:schemeClr val="bg1"/>
          </a:solidFill>
        </p:spPr>
        <p:txBody>
          <a:bodyPr vert="horz" lIns="182880" tIns="137160" rIns="18288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bg1"/>
          </a:solidFill>
          <a:ln w="12700">
            <a:noFill/>
          </a:ln>
        </p:spPr>
        <p:txBody>
          <a:bodyPr vert="horz" lIns="182880" tIns="91440" rIns="182880" bIns="155448" rtlCol="0" anchor="t" anchorCtr="0">
            <a:noAutofit/>
          </a:bodyPr>
          <a:lstStyle>
            <a:lvl1pPr>
              <a:defRPr lang="en-US" dirty="0">
                <a:ln w="9525">
                  <a:noFill/>
                </a:ln>
                <a:solidFill>
                  <a:schemeClr val="tx1"/>
                </a:solidFill>
              </a:defRPr>
            </a:lvl1pPr>
          </a:lstStyle>
          <a:p>
            <a:pPr marL="0" lvl="0" indent="0">
              <a:spcAft>
                <a:spcPts val="2598"/>
              </a:spcAft>
              <a:buFont typeface="Arial" panose="020B0604020202020204" pitchFamily="34" charset="0"/>
            </a:pPr>
            <a:r>
              <a:rPr lang="en-US"/>
              <a:t>Click to edit Master title style</a:t>
            </a:r>
          </a:p>
        </p:txBody>
      </p:sp>
      <p:sp>
        <p:nvSpPr>
          <p:cNvPr id="5" name="AutoShape 3">
            <a:extLst>
              <a:ext uri="{FF2B5EF4-FFF2-40B4-BE49-F238E27FC236}">
                <a16:creationId xmlns:a16="http://schemas.microsoft.com/office/drawing/2014/main" id="{69C2AE59-6CA1-45A7-8D89-5A2A716D8833}"/>
              </a:ext>
            </a:extLst>
          </p:cNvPr>
          <p:cNvSpPr>
            <a:spLocks noChangeAspect="1" noChangeArrowheads="1" noTextEdit="1"/>
          </p:cNvSpPr>
          <p:nvPr userDrawn="1"/>
        </p:nvSpPr>
        <p:spPr bwMode="auto">
          <a:xfrm>
            <a:off x="657231" y="12595229"/>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58356" tIns="79178" rIns="158356" bIns="79178" numCol="1" anchor="t" anchorCtr="0" compatLnSpc="1">
            <a:prstTxWarp prst="textNoShape">
              <a:avLst/>
            </a:prstTxWarp>
          </a:bodyPr>
          <a:lstStyle/>
          <a:p>
            <a:endParaRPr lang="en-US" sz="1558"/>
          </a:p>
        </p:txBody>
      </p:sp>
      <p:pic>
        <p:nvPicPr>
          <p:cNvPr id="10" name="Graphic 9">
            <a:extLst>
              <a:ext uri="{FF2B5EF4-FFF2-40B4-BE49-F238E27FC236}">
                <a16:creationId xmlns:a16="http://schemas.microsoft.com/office/drawing/2014/main" id="{D97CAA73-BE46-614E-9C41-8AF7FB50184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A4D9BADF-324E-5B4F-A422-61F7145DA2D8}"/>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700835EC-3A47-8644-806F-A3840BA34726}"/>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275176471"/>
      </p:ext>
    </p:extLst>
  </p:cSld>
  <p:clrMapOvr>
    <a:masterClrMapping/>
  </p:clrMapOvr>
</p:sldLayout>
</file>

<file path=ppt/slideLayouts/slideLayout168.xml><?xml version="1.0" encoding="utf-8"?>
<p:sldLayout xmlns:a="http://schemas.openxmlformats.org/drawingml/2006/main" xmlns:r="http://schemas.openxmlformats.org/officeDocument/2006/relationships" xmlns:p="http://schemas.openxmlformats.org/presentationml/2006/main" showMasterSp="0" preserve="1" userDrawn="1">
  <p:cSld name="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780"/>
          </a:p>
        </p:txBody>
      </p:sp>
      <p:pic>
        <p:nvPicPr>
          <p:cNvPr id="4" name="Picture 3">
            <a:extLst>
              <a:ext uri="{FF2B5EF4-FFF2-40B4-BE49-F238E27FC236}">
                <a16:creationId xmlns:a16="http://schemas.microsoft.com/office/drawing/2014/main" id="{DC3D7A00-2891-24B2-ED6C-5B28CC4847A3}"/>
              </a:ext>
            </a:extLst>
          </p:cNvPr>
          <p:cNvPicPr>
            <a:picLocks noChangeAspect="1"/>
          </p:cNvPicPr>
          <p:nvPr userDrawn="1"/>
        </p:nvPicPr>
        <p:blipFill>
          <a:blip r:embed="rId2"/>
          <a:stretch>
            <a:fillRect/>
          </a:stretch>
        </p:blipFill>
        <p:spPr>
          <a:xfrm>
            <a:off x="0" y="4419600"/>
            <a:ext cx="6477000" cy="9296400"/>
          </a:xfrm>
          <a:prstGeom prst="rect">
            <a:avLst/>
          </a:prstGeom>
        </p:spPr>
      </p:pic>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014608"/>
          </a:xfrm>
        </p:spPr>
        <p:txBody>
          <a:bodyPr vert="horz" lIns="182880" tIns="0" rIns="0" bIns="0" rtlCol="0">
            <a:spAutoFit/>
          </a:bodyPr>
          <a:lstStyle>
            <a:lvl1pPr marL="247430" marR="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lang="en-US"/>
            </a:lvl1pPr>
            <a:lvl2pPr marL="742292" marR="0" indent="-25155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lang="en-US"/>
            </a:lvl2pPr>
            <a:lvl3pPr marL="1237154" marR="0" indent="-25568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lang="en-US"/>
            </a:lvl3pPr>
            <a:lvl4pPr marL="1732016" marR="0" indent="-259802"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lang="en-US"/>
            </a:lvl4pPr>
            <a:lvl5pPr marL="2226878" marR="0" indent="-26392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lang="en-US"/>
            </a:lvl5pPr>
          </a:lstStyle>
          <a:p>
            <a:pPr marL="247430" marR="0" lvl="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501"/>
            <a:ext cx="5216526" cy="1518878"/>
          </a:xfrm>
        </p:spPr>
        <p:txBody>
          <a:bodyPr lIns="0" tIns="0" rIns="0">
            <a:spAutoFit/>
          </a:bodyPr>
          <a:lstStyle>
            <a:lvl1pPr marL="0" indent="0" algn="l" fontAlgn="base">
              <a:lnSpc>
                <a:spcPct val="100000"/>
              </a:lnSpc>
              <a:spcBef>
                <a:spcPts val="0"/>
              </a:spcBef>
              <a:buFont typeface="Arial" panose="020B0604020202020204" pitchFamily="34" charset="0"/>
              <a:buNone/>
              <a:defRPr lang="en-US" sz="329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9" y="537179"/>
            <a:ext cx="5241586" cy="1747018"/>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17930051"/>
      </p:ext>
    </p:extLst>
  </p:cSld>
  <p:clrMapOvr>
    <a:masterClrMapping/>
  </p:clrMapOvr>
</p:sldLayout>
</file>

<file path=ppt/slideLayouts/slideLayout169.xml><?xml version="1.0" encoding="utf-8"?>
<p:sldLayout xmlns:a="http://schemas.openxmlformats.org/drawingml/2006/main" xmlns:r="http://schemas.openxmlformats.org/officeDocument/2006/relationships" xmlns:p="http://schemas.openxmlformats.org/presentationml/2006/main" showMasterSp="0" preserve="1" userDrawn="1">
  <p:cSld name="1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780"/>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014608"/>
          </a:xfrm>
        </p:spPr>
        <p:txBody>
          <a:bodyPr vert="horz" lIns="182880" tIns="0" rIns="0" bIns="0" rtlCol="0">
            <a:spAutoFit/>
          </a:bodyPr>
          <a:lstStyle>
            <a:lvl1pPr marL="247430" marR="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lang="en-US"/>
            </a:lvl1pPr>
            <a:lvl2pPr marL="742292" marR="0" indent="-25155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lang="en-US"/>
            </a:lvl2pPr>
            <a:lvl3pPr marL="1237154" marR="0" indent="-25568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lang="en-US"/>
            </a:lvl3pPr>
            <a:lvl4pPr marL="1732016" marR="0" indent="-259802"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lang="en-US"/>
            </a:lvl4pPr>
            <a:lvl5pPr marL="2226878" marR="0" indent="-26392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lang="en-US"/>
            </a:lvl5pPr>
          </a:lstStyle>
          <a:p>
            <a:pPr marL="247430" marR="0" lvl="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501"/>
            <a:ext cx="5216526" cy="1518878"/>
          </a:xfrm>
        </p:spPr>
        <p:txBody>
          <a:bodyPr lIns="0" tIns="0" rIns="0">
            <a:spAutoFit/>
          </a:bodyPr>
          <a:lstStyle>
            <a:lvl1pPr marL="0" indent="0" algn="l" fontAlgn="base">
              <a:lnSpc>
                <a:spcPct val="100000"/>
              </a:lnSpc>
              <a:spcBef>
                <a:spcPts val="0"/>
              </a:spcBef>
              <a:buFont typeface="Arial" panose="020B0604020202020204" pitchFamily="34" charset="0"/>
              <a:buNone/>
              <a:defRPr lang="en-US" sz="329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9" y="537179"/>
            <a:ext cx="5241586" cy="1747018"/>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pic>
        <p:nvPicPr>
          <p:cNvPr id="4" name="Picture 3">
            <a:extLst>
              <a:ext uri="{FF2B5EF4-FFF2-40B4-BE49-F238E27FC236}">
                <a16:creationId xmlns:a16="http://schemas.microsoft.com/office/drawing/2014/main" id="{80CA3236-00EC-F44A-FE12-1CA61956F0E7}"/>
              </a:ext>
            </a:extLst>
          </p:cNvPr>
          <p:cNvPicPr>
            <a:picLocks noChangeAspect="1"/>
          </p:cNvPicPr>
          <p:nvPr userDrawn="1"/>
        </p:nvPicPr>
        <p:blipFill>
          <a:blip r:embed="rId3"/>
          <a:stretch>
            <a:fillRect/>
          </a:stretch>
        </p:blipFill>
        <p:spPr>
          <a:xfrm>
            <a:off x="0" y="9491472"/>
            <a:ext cx="6452388" cy="4224528"/>
          </a:xfrm>
          <a:prstGeom prst="rect">
            <a:avLst/>
          </a:prstGeom>
        </p:spPr>
      </p:pic>
    </p:spTree>
    <p:extLst>
      <p:ext uri="{BB962C8B-B14F-4D97-AF65-F5344CB8AC3E}">
        <p14:creationId xmlns:p14="http://schemas.microsoft.com/office/powerpoint/2010/main" val="874550738"/>
      </p:ext>
    </p:extLst>
  </p:cSld>
  <p:clrMapOvr>
    <a:masterClrMapping/>
  </p:clrMapOvr>
</p:sldLayout>
</file>

<file path=ppt/slideLayouts/slideLayout170.xml><?xml version="1.0" encoding="utf-8"?>
<p:sldLayout xmlns:a="http://schemas.openxmlformats.org/drawingml/2006/main" xmlns:r="http://schemas.openxmlformats.org/officeDocument/2006/relationships" xmlns:p="http://schemas.openxmlformats.org/presentationml/2006/main" showMasterSp="0" preserve="1" userDrawn="1">
  <p:cSld name="2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flipH="1">
            <a:off x="6477000" y="0"/>
            <a:ext cx="1790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780"/>
          </a:p>
        </p:txBody>
      </p:sp>
      <p:pic>
        <p:nvPicPr>
          <p:cNvPr id="6" name="Picture 5">
            <a:extLst>
              <a:ext uri="{FF2B5EF4-FFF2-40B4-BE49-F238E27FC236}">
                <a16:creationId xmlns:a16="http://schemas.microsoft.com/office/drawing/2014/main" id="{33331F37-F452-DCB3-4411-C1A01ACA6086}"/>
              </a:ext>
            </a:extLst>
          </p:cNvPr>
          <p:cNvPicPr>
            <a:picLocks noChangeAspect="1"/>
          </p:cNvPicPr>
          <p:nvPr userDrawn="1"/>
        </p:nvPicPr>
        <p:blipFill>
          <a:blip r:embed="rId2"/>
          <a:stretch>
            <a:fillRect/>
          </a:stretch>
        </p:blipFill>
        <p:spPr>
          <a:xfrm>
            <a:off x="6477000" y="3505200"/>
            <a:ext cx="15595600" cy="1021080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501"/>
            <a:ext cx="5216526" cy="1518878"/>
          </a:xfrm>
        </p:spPr>
        <p:txBody>
          <a:bodyPr lIns="0" tIns="0" rIns="0">
            <a:spAutoFit/>
          </a:bodyPr>
          <a:lstStyle>
            <a:lvl1pPr marL="0" indent="0" algn="l" fontAlgn="base">
              <a:lnSpc>
                <a:spcPct val="100000"/>
              </a:lnSpc>
              <a:spcBef>
                <a:spcPts val="0"/>
              </a:spcBef>
              <a:buFont typeface="Arial" panose="020B0604020202020204" pitchFamily="34" charset="0"/>
              <a:buNone/>
              <a:defRPr lang="en-US" sz="329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9" y="537179"/>
            <a:ext cx="5241586" cy="1747018"/>
          </a:xfrm>
        </p:spPr>
        <p:txBody>
          <a:bodyPr>
            <a:spAutoFit/>
          </a:bodyPr>
          <a:lstStyle>
            <a:lvl1pPr>
              <a:defRPr>
                <a:solidFill>
                  <a:schemeClr val="tx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126298474"/>
      </p:ext>
    </p:extLst>
  </p:cSld>
  <p:clrMapOvr>
    <a:masterClrMapping/>
  </p:clrMapOvr>
</p:sldLayout>
</file>

<file path=ppt/slideLayouts/slideLayout171.xml><?xml version="1.0" encoding="utf-8"?>
<p:sldLayout xmlns:a="http://schemas.openxmlformats.org/drawingml/2006/main" xmlns:r="http://schemas.openxmlformats.org/officeDocument/2006/relationships" xmlns:p="http://schemas.openxmlformats.org/presentationml/2006/main" showMasterSp="0" preserve="1" userDrawn="1">
  <p:cSld name="Three Quarters Image Slide">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275A4A0-E19C-C4F8-98F8-140F87325D35}"/>
              </a:ext>
            </a:extLst>
          </p:cNvPr>
          <p:cNvPicPr>
            <a:picLocks noChangeAspect="1"/>
          </p:cNvPicPr>
          <p:nvPr userDrawn="1"/>
        </p:nvPicPr>
        <p:blipFill>
          <a:blip r:embed="rId2"/>
          <a:stretch>
            <a:fillRect/>
          </a:stretch>
        </p:blipFill>
        <p:spPr>
          <a:xfrm>
            <a:off x="1828803" y="1561561"/>
            <a:ext cx="4661586" cy="12154442"/>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1747018"/>
          </a:xfrm>
        </p:spPr>
        <p:txBody>
          <a:bodyPr>
            <a:spAutoFit/>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6ADF87FB-085E-4952-9CFB-477310A66959}"/>
              </a:ext>
            </a:extLst>
          </p:cNvPr>
          <p:cNvSpPr>
            <a:spLocks noGrp="1"/>
          </p:cNvSpPr>
          <p:nvPr>
            <p:ph type="body" sz="quarter" idx="13" hasCustomPrompt="1"/>
          </p:nvPr>
        </p:nvSpPr>
        <p:spPr>
          <a:xfrm>
            <a:off x="688976" y="3687501"/>
            <a:ext cx="3621768" cy="2025170"/>
          </a:xfrm>
        </p:spPr>
        <p:txBody>
          <a:bodyPr wrap="square" lIns="0" tIns="0" rIns="0">
            <a:spAutoFit/>
          </a:bodyPr>
          <a:lstStyle>
            <a:lvl1pPr marL="0" indent="0" algn="l" fontAlgn="base">
              <a:lnSpc>
                <a:spcPct val="100000"/>
              </a:lnSpc>
              <a:spcBef>
                <a:spcPts val="0"/>
              </a:spcBef>
              <a:buFont typeface="Arial" panose="020B0604020202020204" pitchFamily="34" charset="0"/>
              <a:buNone/>
              <a:defRPr lang="en-US" sz="3290" kern="1200" dirty="0">
                <a:ln w="3175">
                  <a:noFill/>
                </a:ln>
                <a:solidFill>
                  <a:schemeClr val="bg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35F2CBC9-A0AF-2443-B4F3-88F00DA34117}"/>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EA2D8B16-7E02-9445-B5E1-B56444A338A0}"/>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58296D2F-477C-6447-A70C-6F56CD3959A6}"/>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652642560"/>
      </p:ext>
    </p:extLst>
  </p:cSld>
  <p:clrMapOvr>
    <a:masterClrMapping/>
  </p:clrMapOvr>
</p:sldLayout>
</file>

<file path=ppt/slideLayouts/slideLayout172.xml><?xml version="1.0" encoding="utf-8"?>
<p:sldLayout xmlns:a="http://schemas.openxmlformats.org/drawingml/2006/main" xmlns:r="http://schemas.openxmlformats.org/officeDocument/2006/relationships" xmlns:p="http://schemas.openxmlformats.org/presentationml/2006/main" showMasterSp="0" preserve="1" userDrawn="1">
  <p:cSld name="1/2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24384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78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6" y="539499"/>
            <a:ext cx="5814964" cy="174688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506360"/>
          </a:xfrm>
          <a:ln>
            <a:noFill/>
          </a:ln>
        </p:spPr>
        <p:txBody>
          <a:bodyPr vert="horz" lIns="0" tIns="0" rIns="0" bIns="0" rtlCol="0">
            <a:spAutoFit/>
          </a:bodyPr>
          <a:lstStyle>
            <a:lvl1pPr marL="0" indent="0">
              <a:buNone/>
              <a:defRPr lang="en-US" sz="329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82485" y="7127210"/>
            <a:ext cx="5216526" cy="506360"/>
          </a:xfrm>
        </p:spPr>
        <p:txBody>
          <a:bodyPr vert="horz" lIns="0" tIns="0" rIns="0" bIns="0" rtlCol="0">
            <a:spAutoFit/>
          </a:bodyPr>
          <a:lstStyle>
            <a:lvl1pPr marL="0" indent="0">
              <a:buNone/>
              <a:defRPr lang="en-US" sz="329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8405" y="7127210"/>
            <a:ext cx="5216614" cy="506360"/>
          </a:xfrm>
        </p:spPr>
        <p:txBody>
          <a:bodyPr vert="horz" lIns="0" tIns="0" rIns="0" bIns="0" rtlCol="0">
            <a:spAutoFit/>
          </a:bodyPr>
          <a:lstStyle>
            <a:lvl1pPr marL="0" indent="0">
              <a:buNone/>
              <a:defRPr lang="en-US" sz="329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52406" y="7127210"/>
            <a:ext cx="5216644" cy="506360"/>
          </a:xfrm>
        </p:spPr>
        <p:txBody>
          <a:bodyPr vert="horz" lIns="0" tIns="0" rIns="0" bIns="0" rtlCol="0">
            <a:spAutoFit/>
          </a:bodyPr>
          <a:lstStyle>
            <a:lvl1pPr marL="0" indent="0">
              <a:buNone/>
              <a:defRPr lang="en-US" sz="3290">
                <a:ln w="3175">
                  <a:noFill/>
                </a:ln>
                <a:solidFill>
                  <a:schemeClr val="tx2"/>
                </a:solidFill>
              </a:defRPr>
            </a:lvl1pPr>
          </a:lstStyle>
          <a:p>
            <a:pPr lvl="0" fontAlgn="base"/>
            <a:r>
              <a:rPr lang="en-US"/>
              <a:t>Column Header 4</a:t>
            </a:r>
          </a:p>
        </p:txBody>
      </p:sp>
      <p:sp>
        <p:nvSpPr>
          <p:cNvPr id="17" name="Text Placeholder 6">
            <a:extLst>
              <a:ext uri="{FF2B5EF4-FFF2-40B4-BE49-F238E27FC236}">
                <a16:creationId xmlns:a16="http://schemas.microsoft.com/office/drawing/2014/main" id="{F1BE4CE4-FD45-443A-BF63-DD30D8352F18}"/>
              </a:ext>
            </a:extLst>
          </p:cNvPr>
          <p:cNvSpPr>
            <a:spLocks noGrp="1"/>
          </p:cNvSpPr>
          <p:nvPr>
            <p:ph type="body" sz="quarter" idx="21"/>
          </p:nvPr>
        </p:nvSpPr>
        <p:spPr>
          <a:xfrm>
            <a:off x="696292" y="7822155"/>
            <a:ext cx="5208456" cy="3494418"/>
          </a:xfrm>
        </p:spPr>
        <p:txBody>
          <a:bodyPr lIns="0">
            <a:spAutoFit/>
          </a:bodyPr>
          <a:lstStyle>
            <a:lvl1pPr marL="247430" marR="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1pPr>
            <a:lvl2pPr marL="742292" marR="0" indent="-25155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2pPr>
            <a:lvl3pPr marL="1237154" marR="0" indent="-25568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3pPr>
            <a:lvl4pPr marL="1732016" marR="0" indent="-259802"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4pPr>
            <a:lvl5pPr marL="2226878" marR="0" indent="-26392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5pPr>
          </a:lstStyle>
          <a:p>
            <a:pPr marL="247430" marR="0" lvl="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sp>
        <p:nvSpPr>
          <p:cNvPr id="19" name="Text Placeholder 27">
            <a:extLst>
              <a:ext uri="{FF2B5EF4-FFF2-40B4-BE49-F238E27FC236}">
                <a16:creationId xmlns:a16="http://schemas.microsoft.com/office/drawing/2014/main" id="{9E9A9093-0FB5-474B-89ED-A35D3811588C}"/>
              </a:ext>
            </a:extLst>
          </p:cNvPr>
          <p:cNvSpPr>
            <a:spLocks noGrp="1"/>
          </p:cNvSpPr>
          <p:nvPr>
            <p:ph type="body" sz="quarter" idx="22"/>
          </p:nvPr>
        </p:nvSpPr>
        <p:spPr>
          <a:xfrm>
            <a:off x="6482478" y="7822157"/>
            <a:ext cx="5211048" cy="3494418"/>
          </a:xfrm>
        </p:spPr>
        <p:txBody>
          <a:bodyPr lIns="0">
            <a:spAutoFit/>
          </a:bodyPr>
          <a:lstStyle>
            <a:lvl1pPr marL="247430" marR="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1pPr>
            <a:lvl2pPr marL="742292" marR="0" indent="-25155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2pPr>
            <a:lvl3pPr marL="1237154" marR="0" indent="-25568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3pPr>
            <a:lvl4pPr marL="1732016" marR="0" indent="-259802"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4pPr>
            <a:lvl5pPr marL="2226878" marR="0" indent="-26392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5pPr>
          </a:lstStyle>
          <a:p>
            <a:pPr marL="247430" marR="0" lvl="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sp>
        <p:nvSpPr>
          <p:cNvPr id="20" name="Text Placeholder 29">
            <a:extLst>
              <a:ext uri="{FF2B5EF4-FFF2-40B4-BE49-F238E27FC236}">
                <a16:creationId xmlns:a16="http://schemas.microsoft.com/office/drawing/2014/main" id="{FF042C6C-A711-46C7-BA08-D7D1DBA5B436}"/>
              </a:ext>
            </a:extLst>
          </p:cNvPr>
          <p:cNvSpPr>
            <a:spLocks noGrp="1"/>
          </p:cNvSpPr>
          <p:nvPr>
            <p:ph type="body" sz="quarter" idx="23"/>
          </p:nvPr>
        </p:nvSpPr>
        <p:spPr>
          <a:xfrm>
            <a:off x="12198413" y="7822157"/>
            <a:ext cx="5209338" cy="3494418"/>
          </a:xfrm>
        </p:spPr>
        <p:txBody>
          <a:bodyPr lIns="0">
            <a:spAutoFit/>
          </a:bodyPr>
          <a:lstStyle>
            <a:lvl1pPr marL="247430" marR="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1pPr>
            <a:lvl2pPr marL="742292" marR="0" indent="-25155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2pPr>
            <a:lvl3pPr marL="1237154" marR="0" indent="-25568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3pPr>
            <a:lvl4pPr marL="1732016" marR="0" indent="-259802"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4pPr>
            <a:lvl5pPr marL="2226878" marR="0" indent="-26392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5pPr>
          </a:lstStyle>
          <a:p>
            <a:pPr marL="247430" marR="0" lvl="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sp>
        <p:nvSpPr>
          <p:cNvPr id="21" name="Text Placeholder 31">
            <a:extLst>
              <a:ext uri="{FF2B5EF4-FFF2-40B4-BE49-F238E27FC236}">
                <a16:creationId xmlns:a16="http://schemas.microsoft.com/office/drawing/2014/main" id="{E0D4AA41-1DA9-4674-8804-6E312BE2AEE4}"/>
              </a:ext>
            </a:extLst>
          </p:cNvPr>
          <p:cNvSpPr>
            <a:spLocks noGrp="1"/>
          </p:cNvSpPr>
          <p:nvPr>
            <p:ph type="body" sz="quarter" idx="24"/>
          </p:nvPr>
        </p:nvSpPr>
        <p:spPr>
          <a:xfrm>
            <a:off x="17952413" y="7822157"/>
            <a:ext cx="5209338" cy="3494418"/>
          </a:xfrm>
        </p:spPr>
        <p:txBody>
          <a:bodyPr lIns="0">
            <a:spAutoFit/>
          </a:bodyPr>
          <a:lstStyle>
            <a:lvl1pPr marL="247430" marR="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1pPr>
            <a:lvl2pPr marL="742292" marR="0" indent="-25155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2pPr>
            <a:lvl3pPr marL="1237154" marR="0" indent="-25568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3pPr>
            <a:lvl4pPr marL="1732016" marR="0" indent="-259802"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4pPr>
            <a:lvl5pPr marL="2226878" marR="0" indent="-26392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5pPr>
          </a:lstStyle>
          <a:p>
            <a:pPr marL="247430" marR="0" lvl="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3514431" y="0"/>
            <a:ext cx="20869574" cy="6858000"/>
          </a:xfrm>
          <a:prstGeom prst="rect">
            <a:avLst/>
          </a:prstGeom>
        </p:spPr>
      </p:pic>
    </p:spTree>
    <p:extLst>
      <p:ext uri="{BB962C8B-B14F-4D97-AF65-F5344CB8AC3E}">
        <p14:creationId xmlns:p14="http://schemas.microsoft.com/office/powerpoint/2010/main" val="3429331201"/>
      </p:ext>
    </p:extLst>
  </p:cSld>
  <p:clrMapOvr>
    <a:masterClrMapping/>
  </p:clrMapOvr>
</p:sldLayout>
</file>

<file path=ppt/slideLayouts/slideLayout173.xml><?xml version="1.0" encoding="utf-8"?>
<p:sldLayout xmlns:a="http://schemas.openxmlformats.org/drawingml/2006/main" xmlns:r="http://schemas.openxmlformats.org/officeDocument/2006/relationships" xmlns:p="http://schemas.openxmlformats.org/presentationml/2006/main" showMasterSp="0" preserve="1" userDrawn="1">
  <p:cSld name="1/2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24384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78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6" y="539499"/>
            <a:ext cx="5814964" cy="174688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3514431" y="0"/>
            <a:ext cx="20869574" cy="6858000"/>
          </a:xfrm>
          <a:prstGeom prst="rect">
            <a:avLst/>
          </a:prstGeom>
        </p:spPr>
      </p:pic>
    </p:spTree>
    <p:extLst>
      <p:ext uri="{BB962C8B-B14F-4D97-AF65-F5344CB8AC3E}">
        <p14:creationId xmlns:p14="http://schemas.microsoft.com/office/powerpoint/2010/main" val="3170881967"/>
      </p:ext>
    </p:extLst>
  </p:cSld>
  <p:clrMapOvr>
    <a:masterClrMapping/>
  </p:clrMapOvr>
</p:sldLayout>
</file>

<file path=ppt/slideLayouts/slideLayout174.xml><?xml version="1.0" encoding="utf-8"?>
<p:sldLayout xmlns:a="http://schemas.openxmlformats.org/drawingml/2006/main" xmlns:r="http://schemas.openxmlformats.org/officeDocument/2006/relationships" xmlns:p="http://schemas.openxmlformats.org/presentationml/2006/main" showMasterSp="0" preserve="1" userDrawn="1">
  <p:cSld name="1/4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24384000" cy="381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78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3" y="539499"/>
            <a:ext cx="6484402" cy="174688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51"/>
            <a:ext cx="5208456" cy="3494418"/>
          </a:xfrm>
        </p:spPr>
        <p:txBody>
          <a:bodyPr lIns="0">
            <a:spAutoFit/>
          </a:bodyPr>
          <a:lstStyle>
            <a:lvl1pPr marL="247430" marR="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1pPr>
            <a:lvl2pPr marL="742292" marR="0" indent="-25155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2pPr>
            <a:lvl3pPr marL="1237154" marR="0" indent="-25568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3pPr>
            <a:lvl4pPr marL="1732016" marR="0" indent="-259802"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4pPr>
            <a:lvl5pPr marL="2226878" marR="0" indent="-26392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5pPr>
          </a:lstStyle>
          <a:p>
            <a:pPr marL="247430" marR="0" lvl="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506360"/>
          </a:xfrm>
        </p:spPr>
        <p:txBody>
          <a:bodyPr vert="horz" lIns="0" tIns="0" rIns="0" bIns="0" rtlCol="0">
            <a:spAutoFit/>
          </a:bodyPr>
          <a:lstStyle>
            <a:lvl1pPr marL="0" indent="0">
              <a:buNone/>
              <a:defRPr lang="en-US" sz="329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7" y="4165856"/>
            <a:ext cx="5216526" cy="506360"/>
          </a:xfrm>
        </p:spPr>
        <p:txBody>
          <a:bodyPr vert="horz" lIns="0" tIns="0" rIns="0" bIns="0" rtlCol="0">
            <a:spAutoFit/>
          </a:bodyPr>
          <a:lstStyle>
            <a:lvl1pPr marL="0" indent="0">
              <a:buNone/>
              <a:defRPr lang="en-US" sz="329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5" y="4165856"/>
            <a:ext cx="5216614" cy="506360"/>
          </a:xfrm>
        </p:spPr>
        <p:txBody>
          <a:bodyPr vert="horz" lIns="0" tIns="0" rIns="0" bIns="0" rtlCol="0">
            <a:spAutoFit/>
          </a:bodyPr>
          <a:lstStyle>
            <a:lvl1pPr marL="0" indent="0">
              <a:buNone/>
              <a:defRPr lang="en-US" sz="329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506360"/>
          </a:xfrm>
        </p:spPr>
        <p:txBody>
          <a:bodyPr vert="horz" lIns="0" tIns="0" rIns="0" bIns="0" rtlCol="0">
            <a:spAutoFit/>
          </a:bodyPr>
          <a:lstStyle>
            <a:lvl1pPr marL="0" indent="0">
              <a:buNone/>
              <a:defRPr lang="en-US" sz="3290">
                <a:ln w="3175">
                  <a:noFill/>
                </a:ln>
                <a:solidFill>
                  <a:schemeClr val="tx2"/>
                </a:solidFill>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5"/>
            <a:ext cx="5211048" cy="3494418"/>
          </a:xfrm>
        </p:spPr>
        <p:txBody>
          <a:bodyPr lIns="0">
            <a:spAutoFit/>
          </a:bodyPr>
          <a:lstStyle>
            <a:lvl1pPr marL="247430" marR="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1pPr>
            <a:lvl2pPr marL="742292" marR="0" indent="-25155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2pPr>
            <a:lvl3pPr marL="1237154" marR="0" indent="-25568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3pPr>
            <a:lvl4pPr marL="1732016" marR="0" indent="-259802"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4pPr>
            <a:lvl5pPr marL="2226878" marR="0" indent="-26392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5pPr>
          </a:lstStyle>
          <a:p>
            <a:pPr marL="247430" marR="0" lvl="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13" y="4860805"/>
            <a:ext cx="5209338" cy="3494418"/>
          </a:xfrm>
        </p:spPr>
        <p:txBody>
          <a:bodyPr lIns="0">
            <a:spAutoFit/>
          </a:bodyPr>
          <a:lstStyle>
            <a:lvl1pPr marL="247430" marR="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1pPr>
            <a:lvl2pPr marL="742292" marR="0" indent="-25155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2pPr>
            <a:lvl3pPr marL="1237154" marR="0" indent="-25568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3pPr>
            <a:lvl4pPr marL="1732016" marR="0" indent="-259802"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4pPr>
            <a:lvl5pPr marL="2226878" marR="0" indent="-26392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5pPr>
          </a:lstStyle>
          <a:p>
            <a:pPr marL="247430" marR="0" lvl="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13" y="4860805"/>
            <a:ext cx="5209338" cy="3494418"/>
          </a:xfrm>
        </p:spPr>
        <p:txBody>
          <a:bodyPr lIns="0">
            <a:spAutoFit/>
          </a:bodyPr>
          <a:lstStyle>
            <a:lvl1pPr marL="247430" marR="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1pPr>
            <a:lvl2pPr marL="742292" marR="0" indent="-25155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2pPr>
            <a:lvl3pPr marL="1237154" marR="0" indent="-25568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3pPr>
            <a:lvl4pPr marL="1732016" marR="0" indent="-259802"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4pPr>
            <a:lvl5pPr marL="2226878" marR="0" indent="-26392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5pPr>
          </a:lstStyle>
          <a:p>
            <a:pPr marL="247430" marR="0" lvl="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pic>
        <p:nvPicPr>
          <p:cNvPr id="9" name="Picture 8">
            <a:extLst>
              <a:ext uri="{FF2B5EF4-FFF2-40B4-BE49-F238E27FC236}">
                <a16:creationId xmlns:a16="http://schemas.microsoft.com/office/drawing/2014/main" id="{18F9BD06-D191-BDCC-0EAC-42370967C2BC}"/>
              </a:ext>
            </a:extLst>
          </p:cNvPr>
          <p:cNvPicPr>
            <a:picLocks noChangeAspect="1"/>
          </p:cNvPicPr>
          <p:nvPr userDrawn="1"/>
        </p:nvPicPr>
        <p:blipFill>
          <a:blip r:embed="rId3"/>
          <a:stretch>
            <a:fillRect/>
          </a:stretch>
        </p:blipFill>
        <p:spPr>
          <a:xfrm rot="10800000">
            <a:off x="7848600" y="2"/>
            <a:ext cx="16535400" cy="3810000"/>
          </a:xfrm>
          <a:prstGeom prst="rect">
            <a:avLst/>
          </a:prstGeom>
        </p:spPr>
      </p:pic>
    </p:spTree>
    <p:extLst>
      <p:ext uri="{BB962C8B-B14F-4D97-AF65-F5344CB8AC3E}">
        <p14:creationId xmlns:p14="http://schemas.microsoft.com/office/powerpoint/2010/main" val="1072652915"/>
      </p:ext>
    </p:extLst>
  </p:cSld>
  <p:clrMapOvr>
    <a:masterClrMapping/>
  </p:clrMapOvr>
</p:sldLayout>
</file>

<file path=ppt/slideLayouts/slideLayout175.xml><?xml version="1.0" encoding="utf-8"?>
<p:sldLayout xmlns:a="http://schemas.openxmlformats.org/drawingml/2006/main" xmlns:r="http://schemas.openxmlformats.org/officeDocument/2006/relationships" xmlns:p="http://schemas.openxmlformats.org/presentationml/2006/main" showMasterSp="0" preserve="1" userDrawn="1">
  <p:cSld name="1/4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24384000" cy="381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78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3" y="539499"/>
            <a:ext cx="6484402" cy="174688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pic>
        <p:nvPicPr>
          <p:cNvPr id="3" name="Picture 2">
            <a:extLst>
              <a:ext uri="{FF2B5EF4-FFF2-40B4-BE49-F238E27FC236}">
                <a16:creationId xmlns:a16="http://schemas.microsoft.com/office/drawing/2014/main" id="{C7C982CA-A7CF-7C04-1CB1-C8824A257D5C}"/>
              </a:ext>
            </a:extLst>
          </p:cNvPr>
          <p:cNvPicPr>
            <a:picLocks noChangeAspect="1"/>
          </p:cNvPicPr>
          <p:nvPr userDrawn="1"/>
        </p:nvPicPr>
        <p:blipFill>
          <a:blip r:embed="rId3"/>
          <a:stretch>
            <a:fillRect/>
          </a:stretch>
        </p:blipFill>
        <p:spPr>
          <a:xfrm rot="10800000">
            <a:off x="7848600" y="2"/>
            <a:ext cx="16535400" cy="3810000"/>
          </a:xfrm>
          <a:prstGeom prst="rect">
            <a:avLst/>
          </a:prstGeom>
        </p:spPr>
      </p:pic>
    </p:spTree>
    <p:extLst>
      <p:ext uri="{BB962C8B-B14F-4D97-AF65-F5344CB8AC3E}">
        <p14:creationId xmlns:p14="http://schemas.microsoft.com/office/powerpoint/2010/main" val="2811113490"/>
      </p:ext>
    </p:extLst>
  </p:cSld>
  <p:clrMapOvr>
    <a:masterClrMapping/>
  </p:clrMapOvr>
</p:sldLayout>
</file>

<file path=ppt/slideLayouts/slideLayout176.xml><?xml version="1.0" encoding="utf-8"?>
<p:sldLayout xmlns:a="http://schemas.openxmlformats.org/drawingml/2006/main" xmlns:r="http://schemas.openxmlformats.org/officeDocument/2006/relationships" xmlns:p="http://schemas.openxmlformats.org/presentationml/2006/main" showMasterSp="0" preserve="1" userDrawn="1">
  <p:cSld name="Half Image Slide">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5AE153A-C27C-ED1B-A797-B1AF88EB49A5}"/>
              </a:ext>
            </a:extLst>
          </p:cNvPr>
          <p:cNvPicPr>
            <a:picLocks noChangeAspect="1"/>
          </p:cNvPicPr>
          <p:nvPr userDrawn="1"/>
        </p:nvPicPr>
        <p:blipFill>
          <a:blip r:embed="rId2"/>
          <a:stretch>
            <a:fillRect/>
          </a:stretch>
        </p:blipFill>
        <p:spPr>
          <a:xfrm flipH="1">
            <a:off x="0" y="2921002"/>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2" y="3685035"/>
            <a:ext cx="11120928" cy="1012585"/>
          </a:xfrm>
        </p:spPr>
        <p:txBody>
          <a:bodyPr vert="horz" lIns="0" tIns="0" rIns="0" bIns="0" rtlCol="0">
            <a:spAutoFit/>
          </a:bodyPr>
          <a:lstStyle>
            <a:lvl1pPr marL="19246" indent="-19246" algn="l">
              <a:buFontTx/>
              <a:buNone/>
              <a:tabLst/>
              <a:defRPr lang="en-US" sz="3290" dirty="0">
                <a:ln w="3175">
                  <a:noFill/>
                </a:ln>
                <a:solidFill>
                  <a:schemeClr val="bg1"/>
                </a:solidFill>
              </a:defRPr>
            </a:lvl1pPr>
          </a:lstStyle>
          <a:p>
            <a:pPr marL="247430" lvl="0" indent="-247430" fontAlgn="base"/>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81"/>
            <a:ext cx="11142008" cy="838270"/>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695324" y="6759578"/>
            <a:ext cx="11115676" cy="3020392"/>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31" y="12595229"/>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58356" tIns="79178" rIns="158356" bIns="79178" numCol="1" anchor="t" anchorCtr="0" compatLnSpc="1">
            <a:prstTxWarp prst="textNoShape">
              <a:avLst/>
            </a:prstTxWarp>
          </a:bodyPr>
          <a:lstStyle/>
          <a:p>
            <a:endParaRPr lang="en-US" sz="1558"/>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571806045"/>
      </p:ext>
    </p:extLst>
  </p:cSld>
  <p:clrMapOvr>
    <a:masterClrMapping/>
  </p:clrMapOvr>
</p:sldLayout>
</file>

<file path=ppt/slideLayouts/slideLayout177.xml><?xml version="1.0" encoding="utf-8"?>
<p:sldLayout xmlns:a="http://schemas.openxmlformats.org/drawingml/2006/main" xmlns:r="http://schemas.openxmlformats.org/officeDocument/2006/relationships" xmlns:p="http://schemas.openxmlformats.org/presentationml/2006/main" showMasterSp="0" preserve="1" userDrawn="1">
  <p:cSld name="Half Image Slide - CLEAN">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16E9DF5-DA4D-AF41-F284-D6545E66BD73}"/>
              </a:ext>
            </a:extLst>
          </p:cNvPr>
          <p:cNvPicPr>
            <a:picLocks noChangeAspect="1"/>
          </p:cNvPicPr>
          <p:nvPr userDrawn="1"/>
        </p:nvPicPr>
        <p:blipFill>
          <a:blip r:embed="rId2"/>
          <a:stretch>
            <a:fillRect/>
          </a:stretch>
        </p:blipFill>
        <p:spPr>
          <a:xfrm flipH="1">
            <a:off x="0" y="2921002"/>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81"/>
            <a:ext cx="11142008" cy="838270"/>
          </a:xfrm>
        </p:spPr>
        <p:txBody>
          <a:bodyPr>
            <a:spAutoFit/>
          </a:bodyPr>
          <a:lstStyle>
            <a:lvl1pPr>
              <a:defRPr>
                <a:ln w="9525">
                  <a:noFill/>
                </a:ln>
                <a:solidFill>
                  <a:schemeClr val="bg1"/>
                </a:solidFill>
              </a:defRPr>
            </a:lvl1pPr>
          </a:lstStyle>
          <a:p>
            <a:r>
              <a:rPr lang="en-US"/>
              <a:t>Click to edit Master title style</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31" y="12595229"/>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58356" tIns="79178" rIns="158356" bIns="79178" numCol="1" anchor="t" anchorCtr="0" compatLnSpc="1">
            <a:prstTxWarp prst="textNoShape">
              <a:avLst/>
            </a:prstTxWarp>
          </a:bodyPr>
          <a:lstStyle/>
          <a:p>
            <a:endParaRPr lang="en-US" sz="1558"/>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653799981"/>
      </p:ext>
    </p:extLst>
  </p:cSld>
  <p:clrMapOvr>
    <a:masterClrMapping/>
  </p:clrMapOvr>
</p:sldLayout>
</file>

<file path=ppt/slideLayouts/slideLayout178.xml><?xml version="1.0" encoding="utf-8"?>
<p:sldLayout xmlns:a="http://schemas.openxmlformats.org/drawingml/2006/main" xmlns:r="http://schemas.openxmlformats.org/officeDocument/2006/relationships" xmlns:p="http://schemas.openxmlformats.org/presentationml/2006/main" showMasterSp="0" preserve="1" userDrawn="1">
  <p:cSld name="Half Image Slide 2">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21FBB69-2B1F-1005-8EB3-A8CA021F7215}"/>
              </a:ext>
            </a:extLst>
          </p:cNvPr>
          <p:cNvPicPr>
            <a:picLocks noChangeAspect="1"/>
          </p:cNvPicPr>
          <p:nvPr userDrawn="1"/>
        </p:nvPicPr>
        <p:blipFill>
          <a:blip r:embed="rId2"/>
          <a:stretch>
            <a:fillRect/>
          </a:stretch>
        </p:blipFill>
        <p:spPr>
          <a:xfrm>
            <a:off x="20243800" y="2921002"/>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pic>
        <p:nvPicPr>
          <p:cNvPr id="11" name="Graphic 10">
            <a:extLst>
              <a:ext uri="{FF2B5EF4-FFF2-40B4-BE49-F238E27FC236}">
                <a16:creationId xmlns:a16="http://schemas.microsoft.com/office/drawing/2014/main" id="{560D37C1-D211-7745-B68E-02001098F85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2539172" y="3685035"/>
            <a:ext cx="11120928" cy="1012585"/>
          </a:xfrm>
        </p:spPr>
        <p:txBody>
          <a:bodyPr vert="horz" lIns="0" tIns="0" rIns="0" bIns="0" rtlCol="0">
            <a:spAutoFit/>
          </a:bodyPr>
          <a:lstStyle>
            <a:lvl1pPr>
              <a:defRPr lang="en-US" sz="329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12518092" y="537181"/>
            <a:ext cx="11142008" cy="838270"/>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12544424" y="6759578"/>
            <a:ext cx="11115676" cy="3020392"/>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Footer Placeholder 4">
            <a:extLst>
              <a:ext uri="{FF2B5EF4-FFF2-40B4-BE49-F238E27FC236}">
                <a16:creationId xmlns:a16="http://schemas.microsoft.com/office/drawing/2014/main" id="{030F3032-5515-C84F-A5D0-90898242F86D}"/>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FEAC8327-2A21-3A42-BA7B-F64F4DEAA72D}"/>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896931109"/>
      </p:ext>
    </p:extLst>
  </p:cSld>
  <p:clrMapOvr>
    <a:masterClrMapping/>
  </p:clrMapOvr>
</p:sldLayout>
</file>

<file path=ppt/slideLayouts/slideLayout179.xml><?xml version="1.0" encoding="utf-8"?>
<p:sldLayout xmlns:a="http://schemas.openxmlformats.org/drawingml/2006/main" xmlns:r="http://schemas.openxmlformats.org/officeDocument/2006/relationships" xmlns:p="http://schemas.openxmlformats.org/presentationml/2006/main" showMasterSp="0" preserve="1" userDrawn="1">
  <p:cSld name="Half Image Slide 3">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7E79AC3-2DC9-96CB-4501-666928E88325}"/>
              </a:ext>
            </a:extLst>
          </p:cNvPr>
          <p:cNvPicPr>
            <a:picLocks noChangeAspect="1"/>
          </p:cNvPicPr>
          <p:nvPr userDrawn="1"/>
        </p:nvPicPr>
        <p:blipFill>
          <a:blip r:embed="rId2"/>
          <a:stretch>
            <a:fillRect/>
          </a:stretch>
        </p:blipFill>
        <p:spPr>
          <a:xfrm>
            <a:off x="1219200" y="0"/>
            <a:ext cx="23164800" cy="13716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4" y="3685035"/>
            <a:ext cx="5215428" cy="1518877"/>
          </a:xfrm>
        </p:spPr>
        <p:txBody>
          <a:bodyPr vert="horz" lIns="0" tIns="0" rIns="0" bIns="0" rtlCol="0">
            <a:spAutoFit/>
          </a:bodyPr>
          <a:lstStyle>
            <a:lvl1pPr>
              <a:defRPr lang="en-US" sz="329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18453100" y="621793"/>
            <a:ext cx="5207000" cy="3500102"/>
          </a:xfrm>
        </p:spPr>
        <p:txBody>
          <a:bodyPr vert="horz" lIns="0" tIns="0" rIns="0" bIns="0" rtlCol="0">
            <a:spAutoFit/>
          </a:bodyPr>
          <a:lstStyle>
            <a:lvl1pPr marL="247430" marR="0" indent="-247430" algn="l" defTabSz="1583558" rtl="0" eaLnBrk="1" fontAlgn="auto" latinLnBrk="0" hangingPunct="1">
              <a:lnSpc>
                <a:spcPct val="100000"/>
              </a:lnSpc>
              <a:spcBef>
                <a:spcPts val="0"/>
              </a:spcBef>
              <a:spcAft>
                <a:spcPts val="1212"/>
              </a:spcAft>
              <a:buClr>
                <a:schemeClr val="bg1"/>
              </a:buClr>
              <a:buSzTx/>
              <a:buFont typeface="Arial" panose="020B0604020202020204" pitchFamily="34" charset="0"/>
              <a:buChar char="•"/>
              <a:tabLst/>
              <a:defRPr lang="en-US" smtClean="0">
                <a:solidFill>
                  <a:schemeClr val="bg1"/>
                </a:solidFill>
              </a:defRPr>
            </a:lvl1pPr>
            <a:lvl2pPr marL="742292" marR="0" indent="-251556" algn="l" defTabSz="1583558" rtl="0" eaLnBrk="1" fontAlgn="auto" latinLnBrk="0" hangingPunct="1">
              <a:lnSpc>
                <a:spcPct val="100000"/>
              </a:lnSpc>
              <a:spcBef>
                <a:spcPts val="0"/>
              </a:spcBef>
              <a:spcAft>
                <a:spcPts val="1212"/>
              </a:spcAft>
              <a:buClr>
                <a:schemeClr val="bg1"/>
              </a:buClr>
              <a:buSzTx/>
              <a:buFont typeface="Arial" panose="020B0604020202020204" pitchFamily="34" charset="0"/>
              <a:buChar char="•"/>
              <a:tabLst/>
              <a:defRPr lang="en-US" dirty="0" smtClean="0">
                <a:solidFill>
                  <a:schemeClr val="bg1"/>
                </a:solidFill>
              </a:defRPr>
            </a:lvl2pPr>
            <a:lvl3pPr marL="1237154" marR="0" indent="-255680" algn="l" defTabSz="1583558" rtl="0" eaLnBrk="1" fontAlgn="auto" latinLnBrk="0" hangingPunct="1">
              <a:lnSpc>
                <a:spcPct val="100000"/>
              </a:lnSpc>
              <a:spcBef>
                <a:spcPts val="0"/>
              </a:spcBef>
              <a:spcAft>
                <a:spcPts val="1212"/>
              </a:spcAft>
              <a:buClr>
                <a:schemeClr val="bg1"/>
              </a:buClr>
              <a:buSzTx/>
              <a:buFont typeface="Arial" panose="020B0604020202020204" pitchFamily="34" charset="0"/>
              <a:buChar char="•"/>
              <a:tabLst/>
              <a:defRPr lang="en-US" dirty="0" smtClean="0">
                <a:solidFill>
                  <a:schemeClr val="bg1"/>
                </a:solidFill>
              </a:defRPr>
            </a:lvl3pPr>
            <a:lvl4pPr marL="1732016" marR="0" indent="-259802" algn="l" defTabSz="1583558" rtl="0" eaLnBrk="1" fontAlgn="auto" latinLnBrk="0" hangingPunct="1">
              <a:lnSpc>
                <a:spcPct val="100000"/>
              </a:lnSpc>
              <a:spcBef>
                <a:spcPts val="0"/>
              </a:spcBef>
              <a:spcAft>
                <a:spcPts val="1212"/>
              </a:spcAft>
              <a:buClr>
                <a:schemeClr val="bg1"/>
              </a:buClr>
              <a:buSzTx/>
              <a:buFont typeface="Arial" panose="020B0604020202020204" pitchFamily="34" charset="0"/>
              <a:buChar char="•"/>
              <a:tabLst/>
              <a:defRPr lang="en-US" dirty="0" smtClean="0">
                <a:solidFill>
                  <a:schemeClr val="bg1"/>
                </a:solidFill>
              </a:defRPr>
            </a:lvl4pPr>
            <a:lvl5pPr marL="2226878" marR="0" indent="-263926" algn="l" defTabSz="1583558" rtl="0" eaLnBrk="1" fontAlgn="auto" latinLnBrk="0" hangingPunct="1">
              <a:lnSpc>
                <a:spcPct val="100000"/>
              </a:lnSpc>
              <a:spcBef>
                <a:spcPts val="0"/>
              </a:spcBef>
              <a:spcAft>
                <a:spcPts val="1212"/>
              </a:spcAft>
              <a:buClr>
                <a:schemeClr val="bg1"/>
              </a:buClr>
              <a:buSzTx/>
              <a:buFont typeface="Arial" panose="020B0604020202020204" pitchFamily="34" charset="0"/>
              <a:buChar char="•"/>
              <a:tabLst/>
              <a:defRPr lang="en-US" dirty="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1747018"/>
          </a:xfrm>
        </p:spPr>
        <p:txBody>
          <a:bodyPr>
            <a:spAutoFit/>
          </a:bodyPr>
          <a:lstStyle>
            <a:lvl1pPr>
              <a:defRPr>
                <a:ln w="9525">
                  <a:noFill/>
                </a:ln>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38317098-BF10-BA42-A3E5-65C0634430A9}"/>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B4D4954A-7D78-384F-A44A-7BC1E849140E}"/>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49BE3EAB-DEA7-184A-90BB-B4E1E574417C}"/>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12281222"/>
      </p:ext>
    </p:extLst>
  </p:cSld>
  <p:clrMapOvr>
    <a:masterClrMapping/>
  </p:clrMapOvr>
</p:sldLayout>
</file>

<file path=ppt/slideLayouts/slideLayout180.xml><?xml version="1.0" encoding="utf-8"?>
<p:sldLayout xmlns:a="http://schemas.openxmlformats.org/drawingml/2006/main" xmlns:r="http://schemas.openxmlformats.org/officeDocument/2006/relationships" xmlns:p="http://schemas.openxmlformats.org/presentationml/2006/main" showMasterSp="0" userDrawn="1">
  <p:cSld name="3_Logo">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FBFEA71-1AC6-4DFC-15E0-24BA7D731D78}"/>
              </a:ext>
            </a:extLst>
          </p:cNvPr>
          <p:cNvPicPr>
            <a:picLocks noChangeAspect="1"/>
          </p:cNvPicPr>
          <p:nvPr userDrawn="1"/>
        </p:nvPicPr>
        <p:blipFill>
          <a:blip r:embed="rId2"/>
          <a:stretch>
            <a:fillRect/>
          </a:stretch>
        </p:blipFill>
        <p:spPr>
          <a:xfrm>
            <a:off x="1676400" y="0"/>
            <a:ext cx="21031200" cy="13716000"/>
          </a:xfrm>
          <a:prstGeom prst="rect">
            <a:avLst/>
          </a:prstGeom>
        </p:spPr>
      </p:pic>
      <p:pic>
        <p:nvPicPr>
          <p:cNvPr id="3" name="Graphic 2">
            <a:extLst>
              <a:ext uri="{FF2B5EF4-FFF2-40B4-BE49-F238E27FC236}">
                <a16:creationId xmlns:a16="http://schemas.microsoft.com/office/drawing/2014/main" id="{510642B9-F25A-374A-99F2-0224B52C46AD}"/>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8335214" y="5983498"/>
            <a:ext cx="8023116" cy="2487168"/>
          </a:xfrm>
          <a:prstGeom prst="rect">
            <a:avLst/>
          </a:prstGeom>
        </p:spPr>
      </p:pic>
      <p:sp>
        <p:nvSpPr>
          <p:cNvPr id="6" name="Graphic 2">
            <a:extLst>
              <a:ext uri="{FF2B5EF4-FFF2-40B4-BE49-F238E27FC236}">
                <a16:creationId xmlns:a16="http://schemas.microsoft.com/office/drawing/2014/main" id="{0D8656DC-2D22-C2DA-13A1-B73DAEC9EBA5}"/>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38522166"/>
      </p:ext>
    </p:extLst>
  </p:cSld>
  <p:clrMapOvr>
    <a:masterClrMapping/>
  </p:clrMapOvr>
</p:sldLayout>
</file>

<file path=ppt/slideLayouts/slideLayout181.xml><?xml version="1.0" encoding="utf-8"?>
<p:sldLayout xmlns:a="http://schemas.openxmlformats.org/drawingml/2006/main" xmlns:r="http://schemas.openxmlformats.org/officeDocument/2006/relationships" xmlns:p="http://schemas.openxmlformats.org/presentationml/2006/main" showMasterSp="0" userDrawn="1">
  <p:cSld name="Breaker">
    <p:bg>
      <p:bgPr>
        <a:solidFill>
          <a:srgbClr val="EB0000"/>
        </a:solidFill>
        <a:effectLst/>
      </p:bgPr>
    </p:bg>
    <p:spTree>
      <p:nvGrpSpPr>
        <p:cNvPr id="1" name=""/>
        <p:cNvGrpSpPr/>
        <p:nvPr/>
      </p:nvGrpSpPr>
      <p:grpSpPr>
        <a:xfrm>
          <a:off x="0" y="0"/>
          <a:ext cx="0" cy="0"/>
          <a:chOff x="0" y="0"/>
          <a:chExt cx="0" cy="0"/>
        </a:xfrm>
      </p:grpSpPr>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723901" y="653293"/>
            <a:ext cx="11160126" cy="4200146"/>
          </a:xfrm>
          <a:noFill/>
          <a:ln>
            <a:noFill/>
          </a:ln>
        </p:spPr>
        <p:txBody>
          <a:bodyPr vert="horz" lIns="0" tIns="0" rIns="0" bIns="0" rtlCol="0" anchor="b">
            <a:noAutofit/>
          </a:bodyPr>
          <a:lstStyle>
            <a:lvl1pPr marL="0" indent="0" fontAlgn="base">
              <a:lnSpc>
                <a:spcPct val="112000"/>
              </a:lnSpc>
              <a:spcBef>
                <a:spcPts val="0"/>
              </a:spcBef>
              <a:buNone/>
              <a:defRPr lang="en-US" sz="7794" kern="1200" dirty="0" smtClean="0">
                <a:ln w="3175">
                  <a:noFill/>
                </a:ln>
                <a:solidFill>
                  <a:schemeClr val="bg1"/>
                </a:solidFill>
                <a:latin typeface="+mj-lt"/>
                <a:ea typeface="+mj-ea"/>
                <a:cs typeface="+mj-cs"/>
              </a:defRPr>
            </a:lvl1pPr>
            <a:lvl2pPr marL="197944"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758826" y="4998536"/>
            <a:ext cx="11125200" cy="1627188"/>
          </a:xfrm>
        </p:spPr>
        <p:txBody>
          <a:bodyPr vert="horz" lIns="0" tIns="0" rIns="0" bIns="0" rtlCol="0" anchor="t">
            <a:noAutofit/>
          </a:bodyPr>
          <a:lstStyle>
            <a:lvl1pPr marL="0" indent="0">
              <a:buNone/>
              <a:defRPr lang="en-US" sz="4502" dirty="0">
                <a:ln>
                  <a:noFill/>
                </a:ln>
                <a:solidFill>
                  <a:schemeClr val="bg1"/>
                </a:solidFill>
              </a:defRPr>
            </a:lvl1pPr>
          </a:lstStyle>
          <a:p>
            <a:pPr lvl="0"/>
            <a:r>
              <a:rPr lang="en-US"/>
              <a:t>All titles/subtitles are sentence case</a:t>
            </a:r>
          </a:p>
        </p:txBody>
      </p:sp>
      <p:sp>
        <p:nvSpPr>
          <p:cNvPr id="6" name="Freeform 5">
            <a:extLst>
              <a:ext uri="{FF2B5EF4-FFF2-40B4-BE49-F238E27FC236}">
                <a16:creationId xmlns:a16="http://schemas.microsoft.com/office/drawing/2014/main" id="{B96AE158-57F3-42F7-BA5B-F9CAC8029C8B}"/>
              </a:ext>
            </a:extLst>
          </p:cNvPr>
          <p:cNvSpPr>
            <a:spLocks noEditPoints="1"/>
          </p:cNvSpPr>
          <p:nvPr userDrawn="1"/>
        </p:nvSpPr>
        <p:spPr bwMode="auto">
          <a:xfrm>
            <a:off x="657231" y="12595229"/>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58356" tIns="79178" rIns="158356" bIns="79178" numCol="1" anchor="t" anchorCtr="0" compatLnSpc="1">
            <a:prstTxWarp prst="textNoShape">
              <a:avLst/>
            </a:prstTxWarp>
          </a:bodyPr>
          <a:lstStyle/>
          <a:p>
            <a:endParaRPr lang="en-US" sz="1558"/>
          </a:p>
        </p:txBody>
      </p:sp>
      <p:pic>
        <p:nvPicPr>
          <p:cNvPr id="11" name="Graphic 10">
            <a:extLst>
              <a:ext uri="{FF2B5EF4-FFF2-40B4-BE49-F238E27FC236}">
                <a16:creationId xmlns:a16="http://schemas.microsoft.com/office/drawing/2014/main" id="{E2097F27-DC5D-B0F0-CE35-0D1889844CE1}"/>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19159050" y="11386529"/>
            <a:ext cx="4567724" cy="2058482"/>
          </a:xfrm>
          <a:prstGeom prst="rect">
            <a:avLst/>
          </a:prstGeom>
        </p:spPr>
      </p:pic>
    </p:spTree>
    <p:extLst>
      <p:ext uri="{BB962C8B-B14F-4D97-AF65-F5344CB8AC3E}">
        <p14:creationId xmlns:p14="http://schemas.microsoft.com/office/powerpoint/2010/main" val="770918808"/>
      </p:ext>
    </p:extLst>
  </p:cSld>
  <p:clrMapOvr>
    <a:masterClrMapping/>
  </p:clrMapOvr>
</p:sldLayout>
</file>

<file path=ppt/slideLayouts/slideLayout182.xml><?xml version="1.0" encoding="utf-8"?>
<p:sldLayout xmlns:a="http://schemas.openxmlformats.org/drawingml/2006/main" xmlns:r="http://schemas.openxmlformats.org/officeDocument/2006/relationships" xmlns:p="http://schemas.openxmlformats.org/presentationml/2006/main" showMasterSp="0" userDrawn="1">
  <p:cSld name="1_Breaker">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ACB8DA39-5EB3-C1BA-D804-706D71953C1A}"/>
              </a:ext>
            </a:extLst>
          </p:cNvPr>
          <p:cNvPicPr>
            <a:picLocks noChangeAspect="1"/>
          </p:cNvPicPr>
          <p:nvPr userDrawn="1"/>
        </p:nvPicPr>
        <p:blipFill>
          <a:blip r:embed="rId2"/>
          <a:stretch>
            <a:fillRect/>
          </a:stretch>
        </p:blipFill>
        <p:spPr>
          <a:xfrm flipH="1">
            <a:off x="0" y="0"/>
            <a:ext cx="14909800" cy="12547600"/>
          </a:xfrm>
          <a:prstGeom prst="rect">
            <a:avLst/>
          </a:prstGeom>
        </p:spPr>
      </p:pic>
      <p:pic>
        <p:nvPicPr>
          <p:cNvPr id="35" name="Graphic 34">
            <a:extLst>
              <a:ext uri="{FF2B5EF4-FFF2-40B4-BE49-F238E27FC236}">
                <a16:creationId xmlns:a16="http://schemas.microsoft.com/office/drawing/2014/main" id="{B740DB18-FB40-8A40-9C99-C82E37F311C5}"/>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14183359" y="2227766"/>
            <a:ext cx="10200642" cy="4485136"/>
          </a:xfrm>
          <a:prstGeom prst="rect">
            <a:avLst/>
          </a:prstGeom>
          <a:noFill/>
          <a:ln>
            <a:noFill/>
          </a:ln>
        </p:spPr>
        <p:txBody>
          <a:bodyPr vert="horz" lIns="0" tIns="0" rIns="0" bIns="0" rtlCol="0" anchor="b">
            <a:noAutofit/>
          </a:bodyPr>
          <a:lstStyle>
            <a:lvl1pPr marL="0" indent="0" fontAlgn="base">
              <a:lnSpc>
                <a:spcPct val="100000"/>
              </a:lnSpc>
              <a:spcBef>
                <a:spcPts val="0"/>
              </a:spcBef>
              <a:buNone/>
              <a:defRPr lang="en-US" sz="7600" kern="1200" dirty="0" smtClean="0">
                <a:ln w="3175">
                  <a:noFill/>
                </a:ln>
                <a:solidFill>
                  <a:schemeClr val="bg1"/>
                </a:solidFill>
                <a:latin typeface="+mj-lt"/>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14218285" y="6858001"/>
            <a:ext cx="10168718" cy="615554"/>
          </a:xfrm>
          <a:prstGeom prst="rect">
            <a:avLst/>
          </a:prstGeom>
        </p:spPr>
        <p:txBody>
          <a:bodyPr vert="horz" wrap="square" lIns="0" tIns="0" rIns="0" bIns="0" rtlCol="0" anchor="t">
            <a:spAutoFit/>
          </a:bodyPr>
          <a:lstStyle>
            <a:lvl1pPr marL="0" indent="0">
              <a:buNone/>
              <a:defRPr lang="en-US" sz="4000" dirty="0">
                <a:ln>
                  <a:noFill/>
                </a:ln>
                <a:solidFill>
                  <a:schemeClr val="bg1"/>
                </a:solidFill>
              </a:defRPr>
            </a:lvl1pPr>
          </a:lstStyle>
          <a:p>
            <a:pPr lvl="0"/>
            <a:r>
              <a:rPr lang="en-US"/>
              <a:t>All titles/subtitles are sentence case</a:t>
            </a:r>
          </a:p>
        </p:txBody>
      </p:sp>
      <p:sp>
        <p:nvSpPr>
          <p:cNvPr id="3" name="Graphic 2">
            <a:extLst>
              <a:ext uri="{FF2B5EF4-FFF2-40B4-BE49-F238E27FC236}">
                <a16:creationId xmlns:a16="http://schemas.microsoft.com/office/drawing/2014/main" id="{7EF60E61-AA73-8D8E-6D66-BA84E61610FC}"/>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1490798693"/>
      </p:ext>
    </p:extLst>
  </p:cSld>
  <p:clrMapOvr>
    <a:masterClrMapping/>
  </p:clrMapOvr>
</p:sldLayout>
</file>

<file path=ppt/slideLayouts/slideLayout183.xml><?xml version="1.0" encoding="utf-8"?>
<p:sldLayout xmlns:a="http://schemas.openxmlformats.org/drawingml/2006/main" xmlns:r="http://schemas.openxmlformats.org/officeDocument/2006/relationships" xmlns:p="http://schemas.openxmlformats.org/presentationml/2006/main" showMasterSp="0" preserve="1" userDrawn="1">
  <p:cSld name="Title Slide 2">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1852BA2-98D6-7533-BEC6-1C416BA117B0}"/>
              </a:ext>
            </a:extLst>
          </p:cNvPr>
          <p:cNvPicPr>
            <a:picLocks noChangeAspect="1"/>
          </p:cNvPicPr>
          <p:nvPr userDrawn="1"/>
        </p:nvPicPr>
        <p:blipFill>
          <a:blip r:embed="rId2"/>
          <a:stretch>
            <a:fillRect/>
          </a:stretch>
        </p:blipFill>
        <p:spPr>
          <a:xfrm>
            <a:off x="9474200" y="0"/>
            <a:ext cx="14909800" cy="12547600"/>
          </a:xfrm>
          <a:prstGeom prst="rect">
            <a:avLst/>
          </a:prstGeom>
        </p:spPr>
      </p:pic>
      <p:pic>
        <p:nvPicPr>
          <p:cNvPr id="8" name="Graphic 7">
            <a:extLst>
              <a:ext uri="{FF2B5EF4-FFF2-40B4-BE49-F238E27FC236}">
                <a16:creationId xmlns:a16="http://schemas.microsoft.com/office/drawing/2014/main" id="{269A90C7-9D7B-A646-8F2F-D8E6C28659C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4" name="Text Placeholder 16">
            <a:extLst>
              <a:ext uri="{FF2B5EF4-FFF2-40B4-BE49-F238E27FC236}">
                <a16:creationId xmlns:a16="http://schemas.microsoft.com/office/drawing/2014/main" id="{2968C323-10BA-3F4F-90A6-9A79E5FF2F52}"/>
              </a:ext>
            </a:extLst>
          </p:cNvPr>
          <p:cNvSpPr>
            <a:spLocks noGrp="1"/>
          </p:cNvSpPr>
          <p:nvPr>
            <p:ph type="body" sz="quarter" idx="10" hasCustomPrompt="1"/>
          </p:nvPr>
        </p:nvSpPr>
        <p:spPr>
          <a:xfrm>
            <a:off x="697741" y="10634525"/>
            <a:ext cx="11372850" cy="923330"/>
          </a:xfrm>
          <a:prstGeom prst="rect">
            <a:avLst/>
          </a:prstGeom>
        </p:spPr>
        <p:txBody>
          <a:bodyPr lIns="0" tIns="0" rIns="0" bIns="0">
            <a:spAutoFit/>
          </a:bodyPr>
          <a:lstStyle>
            <a:lvl1pPr marL="0" indent="0">
              <a:spcBef>
                <a:spcPts val="0"/>
              </a:spcBef>
              <a:buNone/>
              <a:defRPr b="0" i="0">
                <a:solidFill>
                  <a:schemeClr val="bg1"/>
                </a:solidFill>
                <a:latin typeface="Fira Sans" panose="020B0503050000020004" pitchFamily="34" charset="0"/>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1C861E3C-8230-296F-72BF-BEB912769B1B}"/>
              </a:ext>
            </a:extLst>
          </p:cNvPr>
          <p:cNvSpPr>
            <a:spLocks noGrp="1"/>
          </p:cNvSpPr>
          <p:nvPr>
            <p:ph type="ctrTitle" hasCustomPrompt="1"/>
          </p:nvPr>
        </p:nvSpPr>
        <p:spPr>
          <a:xfrm>
            <a:off x="647091" y="2023304"/>
            <a:ext cx="7039170" cy="3909276"/>
          </a:xfrm>
          <a:prstGeom prst="rect">
            <a:avLst/>
          </a:prstGeom>
        </p:spPr>
        <p:txBody>
          <a:bodyPr wrap="square" lIns="0" tIns="0" rIns="0" bIns="0" anchor="b" anchorCtr="0">
            <a:spAutoFit/>
          </a:bodyPr>
          <a:lstStyle>
            <a:lvl1pPr algn="l" fontAlgn="b">
              <a:lnSpc>
                <a:spcPct val="112000"/>
              </a:lnSpc>
              <a:defRPr sz="8000" b="0" i="0">
                <a:solidFill>
                  <a:schemeClr val="bg1"/>
                </a:solidFill>
                <a:latin typeface="Fira Sans" panose="020B0503050000020004" pitchFamily="34" charset="0"/>
              </a:defRPr>
            </a:lvl1pPr>
          </a:lstStyle>
          <a:p>
            <a:r>
              <a:rPr lang="en-US"/>
              <a:t>Title with multiple lines here</a:t>
            </a:r>
          </a:p>
        </p:txBody>
      </p:sp>
      <p:sp>
        <p:nvSpPr>
          <p:cNvPr id="6" name="Subtitle 2">
            <a:extLst>
              <a:ext uri="{FF2B5EF4-FFF2-40B4-BE49-F238E27FC236}">
                <a16:creationId xmlns:a16="http://schemas.microsoft.com/office/drawing/2014/main" id="{72863497-253D-0001-302A-BF7F6FB0FAE4}"/>
              </a:ext>
            </a:extLst>
          </p:cNvPr>
          <p:cNvSpPr>
            <a:spLocks noGrp="1"/>
          </p:cNvSpPr>
          <p:nvPr>
            <p:ph type="subTitle" idx="1" hasCustomPrompt="1"/>
          </p:nvPr>
        </p:nvSpPr>
        <p:spPr>
          <a:xfrm>
            <a:off x="677318" y="8726846"/>
            <a:ext cx="4835588" cy="1477328"/>
          </a:xfrm>
          <a:prstGeom prst="rect">
            <a:avLst/>
          </a:prstGeom>
        </p:spPr>
        <p:txBody>
          <a:bodyPr wrap="square" lIns="0" tIns="0" rIns="0" bIns="0" anchor="t">
            <a:spAutoFit/>
          </a:bodyPr>
          <a:lstStyle>
            <a:lvl1pPr marL="0" indent="0" algn="l">
              <a:buNone/>
              <a:defRPr sz="4800" b="0" i="0">
                <a:ln>
                  <a:noFill/>
                </a:ln>
                <a:solidFill>
                  <a:schemeClr val="bg1"/>
                </a:solidFill>
                <a:latin typeface="Fira Sans" panose="020B0503050000020004" pitchFamily="34" charset="0"/>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sp>
        <p:nvSpPr>
          <p:cNvPr id="9" name="Graphic 2">
            <a:extLst>
              <a:ext uri="{FF2B5EF4-FFF2-40B4-BE49-F238E27FC236}">
                <a16:creationId xmlns:a16="http://schemas.microsoft.com/office/drawing/2014/main" id="{0D088DC0-E273-1CE5-DFE6-10BBE1FC38A2}"/>
              </a:ext>
            </a:extLst>
          </p:cNvPr>
          <p:cNvSpPr/>
          <p:nvPr/>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1829281314"/>
      </p:ext>
    </p:extLst>
  </p:cSld>
  <p:clrMapOvr>
    <a:masterClrMapping/>
  </p:clrMapOvr>
</p:sldLayout>
</file>

<file path=ppt/slideLayouts/slideLayout184.xml><?xml version="1.0" encoding="utf-8"?>
<p:sldLayout xmlns:a="http://schemas.openxmlformats.org/drawingml/2006/main" xmlns:r="http://schemas.openxmlformats.org/officeDocument/2006/relationships" xmlns:p="http://schemas.openxmlformats.org/presentationml/2006/main" showMasterSp="0" preserve="1" userDrawn="1">
  <p:cSld name="Title Slide 3">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4165BA7-6ECE-E932-9733-522489AB48D3}"/>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2716813" y="0"/>
            <a:ext cx="21667186" cy="13716000"/>
          </a:xfrm>
          <a:prstGeom prst="rect">
            <a:avLst/>
          </a:prstGeom>
        </p:spPr>
      </p:pic>
      <p:pic>
        <p:nvPicPr>
          <p:cNvPr id="9" name="Graphic 8">
            <a:extLst>
              <a:ext uri="{FF2B5EF4-FFF2-40B4-BE49-F238E27FC236}">
                <a16:creationId xmlns:a16="http://schemas.microsoft.com/office/drawing/2014/main" id="{C3BBC34D-BFF3-2949-8EA5-E9FF8A3B72D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0" name="Text Placeholder 16">
            <a:extLst>
              <a:ext uri="{FF2B5EF4-FFF2-40B4-BE49-F238E27FC236}">
                <a16:creationId xmlns:a16="http://schemas.microsoft.com/office/drawing/2014/main" id="{3D65B2ED-28C3-8242-9EA6-D9E2ADF4D649}"/>
              </a:ext>
            </a:extLst>
          </p:cNvPr>
          <p:cNvSpPr>
            <a:spLocks noGrp="1"/>
          </p:cNvSpPr>
          <p:nvPr>
            <p:ph type="body" sz="quarter" idx="10" hasCustomPrompt="1"/>
          </p:nvPr>
        </p:nvSpPr>
        <p:spPr>
          <a:xfrm>
            <a:off x="655811" y="10918553"/>
            <a:ext cx="3330562" cy="923330"/>
          </a:xfrm>
          <a:prstGeom prst="rect">
            <a:avLst/>
          </a:prstGeom>
        </p:spPr>
        <p:txBody>
          <a:bodyPr wrap="square" lIns="0" tIns="0" rIns="0" bIns="0">
            <a:spAutoFit/>
          </a:bodyPr>
          <a:lstStyle>
            <a:lvl1pPr marL="0" indent="0">
              <a:spcBef>
                <a:spcPts val="0"/>
              </a:spcBef>
              <a:buNone/>
              <a:defRPr b="0" i="0">
                <a:solidFill>
                  <a:schemeClr val="bg1"/>
                </a:solidFill>
                <a:latin typeface="Fira Sans" panose="020B0503050000020004" pitchFamily="34" charset="0"/>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DE1C0931-E2CB-21D0-1C02-A6BD93D29E23}"/>
              </a:ext>
            </a:extLst>
          </p:cNvPr>
          <p:cNvSpPr>
            <a:spLocks noGrp="1"/>
          </p:cNvSpPr>
          <p:nvPr>
            <p:ph type="ctrTitle" hasCustomPrompt="1"/>
          </p:nvPr>
        </p:nvSpPr>
        <p:spPr>
          <a:xfrm>
            <a:off x="655810" y="866296"/>
            <a:ext cx="9530580" cy="2530436"/>
          </a:xfrm>
          <a:prstGeom prst="rect">
            <a:avLst/>
          </a:prstGeom>
        </p:spPr>
        <p:txBody>
          <a:bodyPr wrap="square" lIns="0" tIns="0" rIns="0" bIns="0" anchor="b" anchorCtr="0">
            <a:spAutoFit/>
          </a:bodyPr>
          <a:lstStyle>
            <a:lvl1pPr algn="l" fontAlgn="b">
              <a:lnSpc>
                <a:spcPct val="112000"/>
              </a:lnSpc>
              <a:defRPr sz="8000" b="0" i="0">
                <a:solidFill>
                  <a:schemeClr val="bg1"/>
                </a:solidFill>
                <a:latin typeface="Fira Sans" panose="020B0503050000020004" pitchFamily="34" charset="0"/>
              </a:defRPr>
            </a:lvl1pPr>
          </a:lstStyle>
          <a:p>
            <a:r>
              <a:rPr lang="en-US"/>
              <a:t>Title with multiple lines here</a:t>
            </a:r>
          </a:p>
        </p:txBody>
      </p:sp>
      <p:sp>
        <p:nvSpPr>
          <p:cNvPr id="6" name="Subtitle 2">
            <a:extLst>
              <a:ext uri="{FF2B5EF4-FFF2-40B4-BE49-F238E27FC236}">
                <a16:creationId xmlns:a16="http://schemas.microsoft.com/office/drawing/2014/main" id="{708ECC9D-EDA8-CF32-AEF0-561AA70FE070}"/>
              </a:ext>
            </a:extLst>
          </p:cNvPr>
          <p:cNvSpPr>
            <a:spLocks noGrp="1"/>
          </p:cNvSpPr>
          <p:nvPr>
            <p:ph type="subTitle" idx="1" hasCustomPrompt="1"/>
          </p:nvPr>
        </p:nvSpPr>
        <p:spPr>
          <a:xfrm>
            <a:off x="686038" y="4181062"/>
            <a:ext cx="4835588" cy="1477328"/>
          </a:xfrm>
          <a:prstGeom prst="rect">
            <a:avLst/>
          </a:prstGeom>
        </p:spPr>
        <p:txBody>
          <a:bodyPr wrap="square" lIns="0" tIns="0" rIns="0" bIns="0" anchor="t">
            <a:spAutoFit/>
          </a:bodyPr>
          <a:lstStyle>
            <a:lvl1pPr marL="0" indent="0" algn="l">
              <a:buNone/>
              <a:defRPr sz="4800" b="0" i="0">
                <a:ln>
                  <a:noFill/>
                </a:ln>
                <a:solidFill>
                  <a:schemeClr val="bg1"/>
                </a:solidFill>
                <a:latin typeface="Fira Sans" panose="020B0503050000020004" pitchFamily="34" charset="0"/>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sp>
        <p:nvSpPr>
          <p:cNvPr id="2" name="Graphic 2">
            <a:extLst>
              <a:ext uri="{FF2B5EF4-FFF2-40B4-BE49-F238E27FC236}">
                <a16:creationId xmlns:a16="http://schemas.microsoft.com/office/drawing/2014/main" id="{457CADE9-063A-C4C9-1176-8F57C2E75155}"/>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1369744782"/>
      </p:ext>
    </p:extLst>
  </p:cSld>
  <p:clrMapOvr>
    <a:masterClrMapping/>
  </p:clrMapOvr>
</p:sldLayout>
</file>

<file path=ppt/slideLayouts/slideLayout185.xml><?xml version="1.0" encoding="utf-8"?>
<p:sldLayout xmlns:a="http://schemas.openxmlformats.org/drawingml/2006/main" xmlns:r="http://schemas.openxmlformats.org/officeDocument/2006/relationships" xmlns:p="http://schemas.openxmlformats.org/presentationml/2006/main" showMasterSp="0" preserve="1" userDrawn="1">
  <p:cSld name="1_Title Slide 2">
    <p:bg>
      <p:bgPr>
        <a:solidFill>
          <a:schemeClr val="tx1"/>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9BDEC1B2-A9FA-0B77-AC13-22F8DA3B7D44}"/>
              </a:ext>
            </a:extLst>
          </p:cNvPr>
          <p:cNvPicPr>
            <a:picLocks noChangeAspect="1"/>
          </p:cNvPicPr>
          <p:nvPr userDrawn="1"/>
        </p:nvPicPr>
        <p:blipFill>
          <a:blip r:embed="rId2"/>
          <a:stretch>
            <a:fillRect/>
          </a:stretch>
        </p:blipFill>
        <p:spPr>
          <a:xfrm>
            <a:off x="8585200" y="0"/>
            <a:ext cx="15798800" cy="13716000"/>
          </a:xfrm>
          <a:prstGeom prst="rect">
            <a:avLst/>
          </a:prstGeom>
        </p:spPr>
      </p:pic>
      <p:pic>
        <p:nvPicPr>
          <p:cNvPr id="8" name="Graphic 7">
            <a:extLst>
              <a:ext uri="{FF2B5EF4-FFF2-40B4-BE49-F238E27FC236}">
                <a16:creationId xmlns:a16="http://schemas.microsoft.com/office/drawing/2014/main" id="{269A90C7-9D7B-A646-8F2F-D8E6C28659C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4" name="Text Placeholder 16">
            <a:extLst>
              <a:ext uri="{FF2B5EF4-FFF2-40B4-BE49-F238E27FC236}">
                <a16:creationId xmlns:a16="http://schemas.microsoft.com/office/drawing/2014/main" id="{2968C323-10BA-3F4F-90A6-9A79E5FF2F52}"/>
              </a:ext>
            </a:extLst>
          </p:cNvPr>
          <p:cNvSpPr>
            <a:spLocks noGrp="1"/>
          </p:cNvSpPr>
          <p:nvPr>
            <p:ph type="body" sz="quarter" idx="10" hasCustomPrompt="1"/>
          </p:nvPr>
        </p:nvSpPr>
        <p:spPr>
          <a:xfrm>
            <a:off x="697741" y="10634525"/>
            <a:ext cx="11372850" cy="923330"/>
          </a:xfrm>
          <a:prstGeom prst="rect">
            <a:avLst/>
          </a:prstGeom>
        </p:spPr>
        <p:txBody>
          <a:bodyPr lIns="0" tIns="0" rIns="0" bIns="0">
            <a:spAutoFit/>
          </a:bodyPr>
          <a:lstStyle>
            <a:lvl1pPr marL="0" indent="0">
              <a:spcBef>
                <a:spcPts val="0"/>
              </a:spcBef>
              <a:buNone/>
              <a:defRPr b="0" i="0">
                <a:solidFill>
                  <a:schemeClr val="bg1"/>
                </a:solidFill>
                <a:latin typeface="Fira Sans" panose="020B0503050000020004" pitchFamily="34" charset="0"/>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1C861E3C-8230-296F-72BF-BEB912769B1B}"/>
              </a:ext>
            </a:extLst>
          </p:cNvPr>
          <p:cNvSpPr>
            <a:spLocks noGrp="1"/>
          </p:cNvSpPr>
          <p:nvPr>
            <p:ph type="ctrTitle" hasCustomPrompt="1"/>
          </p:nvPr>
        </p:nvSpPr>
        <p:spPr>
          <a:xfrm>
            <a:off x="647091" y="689014"/>
            <a:ext cx="7039170" cy="3909276"/>
          </a:xfrm>
          <a:prstGeom prst="rect">
            <a:avLst/>
          </a:prstGeom>
        </p:spPr>
        <p:txBody>
          <a:bodyPr wrap="square" lIns="0" tIns="0" rIns="0" bIns="0" anchor="b" anchorCtr="0">
            <a:spAutoFit/>
          </a:bodyPr>
          <a:lstStyle>
            <a:lvl1pPr algn="l" fontAlgn="b">
              <a:lnSpc>
                <a:spcPct val="112000"/>
              </a:lnSpc>
              <a:defRPr sz="8000" b="0" i="0">
                <a:solidFill>
                  <a:schemeClr val="bg1"/>
                </a:solidFill>
                <a:latin typeface="Fira Sans" panose="020B0503050000020004" pitchFamily="34" charset="0"/>
              </a:defRPr>
            </a:lvl1pPr>
          </a:lstStyle>
          <a:p>
            <a:r>
              <a:rPr lang="en-US"/>
              <a:t>Title with multiple lines here</a:t>
            </a:r>
          </a:p>
        </p:txBody>
      </p:sp>
      <p:sp>
        <p:nvSpPr>
          <p:cNvPr id="6" name="Subtitle 2">
            <a:extLst>
              <a:ext uri="{FF2B5EF4-FFF2-40B4-BE49-F238E27FC236}">
                <a16:creationId xmlns:a16="http://schemas.microsoft.com/office/drawing/2014/main" id="{72863497-253D-0001-302A-BF7F6FB0FAE4}"/>
              </a:ext>
            </a:extLst>
          </p:cNvPr>
          <p:cNvSpPr>
            <a:spLocks noGrp="1"/>
          </p:cNvSpPr>
          <p:nvPr>
            <p:ph type="subTitle" idx="1" hasCustomPrompt="1"/>
          </p:nvPr>
        </p:nvSpPr>
        <p:spPr>
          <a:xfrm>
            <a:off x="677318" y="8726846"/>
            <a:ext cx="4835588" cy="1477328"/>
          </a:xfrm>
          <a:prstGeom prst="rect">
            <a:avLst/>
          </a:prstGeom>
        </p:spPr>
        <p:txBody>
          <a:bodyPr wrap="square" lIns="0" tIns="0" rIns="0" bIns="0" anchor="t">
            <a:spAutoFit/>
          </a:bodyPr>
          <a:lstStyle>
            <a:lvl1pPr marL="0" indent="0" algn="l">
              <a:buNone/>
              <a:defRPr sz="4800" b="0" i="0">
                <a:ln>
                  <a:noFill/>
                </a:ln>
                <a:solidFill>
                  <a:schemeClr val="bg1"/>
                </a:solidFill>
                <a:latin typeface="Fira Sans" panose="020B0503050000020004" pitchFamily="34" charset="0"/>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sp>
        <p:nvSpPr>
          <p:cNvPr id="2" name="Graphic 2">
            <a:extLst>
              <a:ext uri="{FF2B5EF4-FFF2-40B4-BE49-F238E27FC236}">
                <a16:creationId xmlns:a16="http://schemas.microsoft.com/office/drawing/2014/main" id="{B4239C57-54FA-A50C-6C7B-5EFD7193668D}"/>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597542987"/>
      </p:ext>
    </p:extLst>
  </p:cSld>
  <p:clrMapOvr>
    <a:masterClrMapping/>
  </p:clrMapOvr>
</p:sldLayout>
</file>

<file path=ppt/slideLayouts/slideLayout186.xml><?xml version="1.0" encoding="utf-8"?>
<p:sldLayout xmlns:a="http://schemas.openxmlformats.org/drawingml/2006/main" xmlns:r="http://schemas.openxmlformats.org/officeDocument/2006/relationships" xmlns:p="http://schemas.openxmlformats.org/presentationml/2006/main" showMasterSp="0" preserve="1" userDrawn="1">
  <p:cSld name="2_Title Slide 3">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3DD463D2-A0CD-1A39-8F26-8419F763EB28}"/>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4545612" y="0"/>
            <a:ext cx="19838388" cy="13716000"/>
          </a:xfrm>
          <a:prstGeom prst="rect">
            <a:avLst/>
          </a:prstGeom>
        </p:spPr>
      </p:pic>
      <p:pic>
        <p:nvPicPr>
          <p:cNvPr id="9" name="Graphic 8">
            <a:extLst>
              <a:ext uri="{FF2B5EF4-FFF2-40B4-BE49-F238E27FC236}">
                <a16:creationId xmlns:a16="http://schemas.microsoft.com/office/drawing/2014/main" id="{C3BBC34D-BFF3-2949-8EA5-E9FF8A3B72D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0" name="Text Placeholder 16">
            <a:extLst>
              <a:ext uri="{FF2B5EF4-FFF2-40B4-BE49-F238E27FC236}">
                <a16:creationId xmlns:a16="http://schemas.microsoft.com/office/drawing/2014/main" id="{3D65B2ED-28C3-8242-9EA6-D9E2ADF4D649}"/>
              </a:ext>
            </a:extLst>
          </p:cNvPr>
          <p:cNvSpPr>
            <a:spLocks noGrp="1"/>
          </p:cNvSpPr>
          <p:nvPr>
            <p:ph type="body" sz="quarter" idx="10" hasCustomPrompt="1"/>
          </p:nvPr>
        </p:nvSpPr>
        <p:spPr>
          <a:xfrm>
            <a:off x="655811" y="10918553"/>
            <a:ext cx="3330562" cy="923330"/>
          </a:xfrm>
          <a:prstGeom prst="rect">
            <a:avLst/>
          </a:prstGeom>
        </p:spPr>
        <p:txBody>
          <a:bodyPr wrap="square" lIns="0" tIns="0" rIns="0" bIns="0">
            <a:spAutoFit/>
          </a:bodyPr>
          <a:lstStyle>
            <a:lvl1pPr marL="0" indent="0">
              <a:spcBef>
                <a:spcPts val="0"/>
              </a:spcBef>
              <a:buNone/>
              <a:defRPr b="0" i="0">
                <a:solidFill>
                  <a:schemeClr val="bg1"/>
                </a:solidFill>
                <a:latin typeface="Fira Sans" panose="020B0503050000020004" pitchFamily="34" charset="0"/>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DE1C0931-E2CB-21D0-1C02-A6BD93D29E23}"/>
              </a:ext>
            </a:extLst>
          </p:cNvPr>
          <p:cNvSpPr>
            <a:spLocks noGrp="1"/>
          </p:cNvSpPr>
          <p:nvPr>
            <p:ph type="ctrTitle" hasCustomPrompt="1"/>
          </p:nvPr>
        </p:nvSpPr>
        <p:spPr>
          <a:xfrm>
            <a:off x="655810" y="1874118"/>
            <a:ext cx="9530580" cy="2530436"/>
          </a:xfrm>
          <a:prstGeom prst="rect">
            <a:avLst/>
          </a:prstGeom>
        </p:spPr>
        <p:txBody>
          <a:bodyPr wrap="square" lIns="0" tIns="0" rIns="0" bIns="0" anchor="b" anchorCtr="0">
            <a:spAutoFit/>
          </a:bodyPr>
          <a:lstStyle>
            <a:lvl1pPr algn="l" fontAlgn="b">
              <a:lnSpc>
                <a:spcPct val="112000"/>
              </a:lnSpc>
              <a:defRPr sz="8000" b="0" i="0">
                <a:solidFill>
                  <a:schemeClr val="bg1"/>
                </a:solidFill>
                <a:latin typeface="Fira Sans" panose="020B0503050000020004" pitchFamily="34" charset="0"/>
              </a:defRPr>
            </a:lvl1pPr>
          </a:lstStyle>
          <a:p>
            <a:r>
              <a:rPr lang="en-US"/>
              <a:t>Title with multiple lines here</a:t>
            </a:r>
          </a:p>
        </p:txBody>
      </p:sp>
      <p:sp>
        <p:nvSpPr>
          <p:cNvPr id="6" name="Subtitle 2">
            <a:extLst>
              <a:ext uri="{FF2B5EF4-FFF2-40B4-BE49-F238E27FC236}">
                <a16:creationId xmlns:a16="http://schemas.microsoft.com/office/drawing/2014/main" id="{708ECC9D-EDA8-CF32-AEF0-561AA70FE070}"/>
              </a:ext>
            </a:extLst>
          </p:cNvPr>
          <p:cNvSpPr>
            <a:spLocks noGrp="1"/>
          </p:cNvSpPr>
          <p:nvPr>
            <p:ph type="subTitle" idx="1" hasCustomPrompt="1"/>
          </p:nvPr>
        </p:nvSpPr>
        <p:spPr>
          <a:xfrm>
            <a:off x="686038" y="5188884"/>
            <a:ext cx="4835588" cy="1477328"/>
          </a:xfrm>
          <a:prstGeom prst="rect">
            <a:avLst/>
          </a:prstGeom>
        </p:spPr>
        <p:txBody>
          <a:bodyPr wrap="square" lIns="0" tIns="0" rIns="0" bIns="0" anchor="t">
            <a:spAutoFit/>
          </a:bodyPr>
          <a:lstStyle>
            <a:lvl1pPr marL="0" indent="0" algn="l">
              <a:buNone/>
              <a:defRPr sz="4800" b="0" i="0">
                <a:ln>
                  <a:noFill/>
                </a:ln>
                <a:solidFill>
                  <a:schemeClr val="bg1"/>
                </a:solidFill>
                <a:latin typeface="Fira Sans" panose="020B0503050000020004" pitchFamily="34" charset="0"/>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sp>
        <p:nvSpPr>
          <p:cNvPr id="3" name="Graphic 2">
            <a:extLst>
              <a:ext uri="{FF2B5EF4-FFF2-40B4-BE49-F238E27FC236}">
                <a16:creationId xmlns:a16="http://schemas.microsoft.com/office/drawing/2014/main" id="{B077200D-89FC-938D-58D7-7538DC70F329}"/>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4105547508"/>
      </p:ext>
    </p:extLst>
  </p:cSld>
  <p:clrMapOvr>
    <a:masterClrMapping/>
  </p:clrMapOvr>
</p:sldLayout>
</file>

<file path=ppt/slideLayouts/slideLayout187.xml><?xml version="1.0" encoding="utf-8"?>
<p:sldLayout xmlns:a="http://schemas.openxmlformats.org/drawingml/2006/main" xmlns:r="http://schemas.openxmlformats.org/officeDocument/2006/relationships" xmlns:p="http://schemas.openxmlformats.org/presentationml/2006/main" showMasterSp="0" preserve="1" userDrawn="1">
  <p:cSld name="1_Title Slide 3">
    <p:bg>
      <p:bgPr>
        <a:solidFill>
          <a:schemeClr val="tx1"/>
        </a:solidFill>
        <a:effectLst/>
      </p:bgPr>
    </p:bg>
    <p:spTree>
      <p:nvGrpSpPr>
        <p:cNvPr id="1" name=""/>
        <p:cNvGrpSpPr/>
        <p:nvPr/>
      </p:nvGrpSpPr>
      <p:grpSpPr>
        <a:xfrm>
          <a:off x="0" y="0"/>
          <a:ext cx="0" cy="0"/>
          <a:chOff x="0" y="0"/>
          <a:chExt cx="0" cy="0"/>
        </a:xfrm>
      </p:grpSpPr>
      <p:pic>
        <p:nvPicPr>
          <p:cNvPr id="9" name="Graphic 8">
            <a:extLst>
              <a:ext uri="{FF2B5EF4-FFF2-40B4-BE49-F238E27FC236}">
                <a16:creationId xmlns:a16="http://schemas.microsoft.com/office/drawing/2014/main" id="{C3BBC34D-BFF3-2949-8EA5-E9FF8A3B72D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Text Placeholder 16">
            <a:extLst>
              <a:ext uri="{FF2B5EF4-FFF2-40B4-BE49-F238E27FC236}">
                <a16:creationId xmlns:a16="http://schemas.microsoft.com/office/drawing/2014/main" id="{3D65B2ED-28C3-8242-9EA6-D9E2ADF4D649}"/>
              </a:ext>
            </a:extLst>
          </p:cNvPr>
          <p:cNvSpPr>
            <a:spLocks noGrp="1"/>
          </p:cNvSpPr>
          <p:nvPr>
            <p:ph type="body" sz="quarter" idx="10" hasCustomPrompt="1"/>
          </p:nvPr>
        </p:nvSpPr>
        <p:spPr>
          <a:xfrm>
            <a:off x="655811" y="10918553"/>
            <a:ext cx="3330562" cy="923330"/>
          </a:xfrm>
          <a:prstGeom prst="rect">
            <a:avLst/>
          </a:prstGeom>
        </p:spPr>
        <p:txBody>
          <a:bodyPr wrap="square" lIns="0" tIns="0" rIns="0" bIns="0">
            <a:spAutoFit/>
          </a:bodyPr>
          <a:lstStyle>
            <a:lvl1pPr marL="0" indent="0">
              <a:spcBef>
                <a:spcPts val="0"/>
              </a:spcBef>
              <a:buNone/>
              <a:defRPr b="0" i="0">
                <a:solidFill>
                  <a:schemeClr val="bg1"/>
                </a:solidFill>
                <a:latin typeface="Fira Sans" panose="020B0503050000020004" pitchFamily="34" charset="0"/>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DE1C0931-E2CB-21D0-1C02-A6BD93D29E23}"/>
              </a:ext>
            </a:extLst>
          </p:cNvPr>
          <p:cNvSpPr>
            <a:spLocks noGrp="1"/>
          </p:cNvSpPr>
          <p:nvPr>
            <p:ph type="ctrTitle" hasCustomPrompt="1"/>
          </p:nvPr>
        </p:nvSpPr>
        <p:spPr>
          <a:xfrm>
            <a:off x="655810" y="2065906"/>
            <a:ext cx="9530580" cy="2530436"/>
          </a:xfrm>
          <a:prstGeom prst="rect">
            <a:avLst/>
          </a:prstGeom>
        </p:spPr>
        <p:txBody>
          <a:bodyPr wrap="square" lIns="0" tIns="0" rIns="0" bIns="0" anchor="b" anchorCtr="0">
            <a:spAutoFit/>
          </a:bodyPr>
          <a:lstStyle>
            <a:lvl1pPr algn="l" fontAlgn="b">
              <a:lnSpc>
                <a:spcPct val="112000"/>
              </a:lnSpc>
              <a:defRPr sz="8000" b="0" i="0">
                <a:solidFill>
                  <a:schemeClr val="bg1"/>
                </a:solidFill>
                <a:latin typeface="Fira Sans" panose="020B0503050000020004" pitchFamily="34" charset="0"/>
              </a:defRPr>
            </a:lvl1pPr>
          </a:lstStyle>
          <a:p>
            <a:r>
              <a:rPr lang="en-US"/>
              <a:t>Title with multiple lines here</a:t>
            </a:r>
          </a:p>
        </p:txBody>
      </p:sp>
      <p:sp>
        <p:nvSpPr>
          <p:cNvPr id="6" name="Subtitle 2">
            <a:extLst>
              <a:ext uri="{FF2B5EF4-FFF2-40B4-BE49-F238E27FC236}">
                <a16:creationId xmlns:a16="http://schemas.microsoft.com/office/drawing/2014/main" id="{708ECC9D-EDA8-CF32-AEF0-561AA70FE070}"/>
              </a:ext>
            </a:extLst>
          </p:cNvPr>
          <p:cNvSpPr>
            <a:spLocks noGrp="1"/>
          </p:cNvSpPr>
          <p:nvPr>
            <p:ph type="subTitle" idx="1" hasCustomPrompt="1"/>
          </p:nvPr>
        </p:nvSpPr>
        <p:spPr>
          <a:xfrm>
            <a:off x="686038" y="5380672"/>
            <a:ext cx="4835588" cy="1477328"/>
          </a:xfrm>
          <a:prstGeom prst="rect">
            <a:avLst/>
          </a:prstGeom>
        </p:spPr>
        <p:txBody>
          <a:bodyPr wrap="square" lIns="0" tIns="0" rIns="0" bIns="0" anchor="t">
            <a:spAutoFit/>
          </a:bodyPr>
          <a:lstStyle>
            <a:lvl1pPr marL="0" indent="0" algn="l">
              <a:buNone/>
              <a:defRPr sz="4800" b="0" i="0">
                <a:ln>
                  <a:noFill/>
                </a:ln>
                <a:solidFill>
                  <a:schemeClr val="bg1"/>
                </a:solidFill>
                <a:latin typeface="Fira Sans" panose="020B0503050000020004" pitchFamily="34" charset="0"/>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pic>
        <p:nvPicPr>
          <p:cNvPr id="3" name="Picture 2">
            <a:extLst>
              <a:ext uri="{FF2B5EF4-FFF2-40B4-BE49-F238E27FC236}">
                <a16:creationId xmlns:a16="http://schemas.microsoft.com/office/drawing/2014/main" id="{AE28AD9D-E530-B3D6-1DA4-6BDBE343733C}"/>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10695047" y="0"/>
            <a:ext cx="13688954" cy="13716000"/>
          </a:xfrm>
          <a:prstGeom prst="rect">
            <a:avLst/>
          </a:prstGeom>
        </p:spPr>
      </p:pic>
      <p:sp>
        <p:nvSpPr>
          <p:cNvPr id="2" name="Graphic 2">
            <a:extLst>
              <a:ext uri="{FF2B5EF4-FFF2-40B4-BE49-F238E27FC236}">
                <a16:creationId xmlns:a16="http://schemas.microsoft.com/office/drawing/2014/main" id="{7E7E76DF-5156-C21D-C055-E4AEB1A5577E}"/>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2275536829"/>
      </p:ext>
    </p:extLst>
  </p:cSld>
  <p:clrMapOvr>
    <a:masterClrMapping/>
  </p:clrMapOvr>
</p:sldLayout>
</file>

<file path=ppt/slideLayouts/slideLayout188.xml><?xml version="1.0" encoding="utf-8"?>
<p:sldLayout xmlns:a="http://schemas.openxmlformats.org/drawingml/2006/main" xmlns:r="http://schemas.openxmlformats.org/officeDocument/2006/relationships" xmlns:p="http://schemas.openxmlformats.org/presentationml/2006/main" showMasterSp="0" preserve="1" userDrawn="1">
  <p:cSld name="Breaker">
    <p:bg>
      <p:bgPr>
        <a:solidFill>
          <a:schemeClr val="tx1"/>
        </a:solidFill>
        <a:effectLst/>
      </p:bgPr>
    </p:bg>
    <p:spTree>
      <p:nvGrpSpPr>
        <p:cNvPr id="1" name=""/>
        <p:cNvGrpSpPr/>
        <p:nvPr/>
      </p:nvGrpSpPr>
      <p:grpSpPr>
        <a:xfrm>
          <a:off x="0" y="0"/>
          <a:ext cx="0" cy="0"/>
          <a:chOff x="0" y="0"/>
          <a:chExt cx="0" cy="0"/>
        </a:xfrm>
      </p:grpSpPr>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10873689" y="623811"/>
            <a:ext cx="11160126" cy="4200146"/>
          </a:xfrm>
          <a:prstGeom prst="rect">
            <a:avLst/>
          </a:prstGeom>
          <a:noFill/>
          <a:ln>
            <a:noFill/>
          </a:ln>
        </p:spPr>
        <p:txBody>
          <a:bodyPr vert="horz" lIns="0" tIns="0" rIns="0" bIns="0" rtlCol="0" anchor="b">
            <a:noAutofit/>
          </a:bodyPr>
          <a:lstStyle>
            <a:lvl1pPr marL="0" indent="0" fontAlgn="base">
              <a:lnSpc>
                <a:spcPct val="112000"/>
              </a:lnSpc>
              <a:spcBef>
                <a:spcPts val="0"/>
              </a:spcBef>
              <a:buNone/>
              <a:defRPr lang="en-US" sz="9000" b="0" i="0" kern="1200" dirty="0" smtClean="0">
                <a:ln w="3175">
                  <a:noFill/>
                </a:ln>
                <a:solidFill>
                  <a:schemeClr val="bg1"/>
                </a:solidFill>
                <a:latin typeface="Fira Sans" panose="020B0503050000020004" pitchFamily="34" charset="0"/>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10908615" y="4969057"/>
            <a:ext cx="8875710" cy="1600438"/>
          </a:xfrm>
          <a:prstGeom prst="rect">
            <a:avLst/>
          </a:prstGeom>
        </p:spPr>
        <p:txBody>
          <a:bodyPr vert="horz" wrap="square" lIns="0" tIns="0" rIns="0" bIns="0" rtlCol="0" anchor="t">
            <a:spAutoFit/>
          </a:bodyPr>
          <a:lstStyle>
            <a:lvl1pPr marL="0" indent="0">
              <a:buNone/>
              <a:defRPr lang="en-US" sz="5200" b="0" i="0" dirty="0">
                <a:ln>
                  <a:noFill/>
                </a:ln>
                <a:solidFill>
                  <a:schemeClr val="bg1"/>
                </a:solidFill>
                <a:latin typeface="Fira Sans" panose="020B0503050000020004" pitchFamily="34" charset="0"/>
              </a:defRPr>
            </a:lvl1pPr>
          </a:lstStyle>
          <a:p>
            <a:pPr lvl="0"/>
            <a:r>
              <a:rPr lang="en-US"/>
              <a:t>All titles/subtitles are sentence case</a:t>
            </a:r>
          </a:p>
        </p:txBody>
      </p:sp>
      <p:pic>
        <p:nvPicPr>
          <p:cNvPr id="6" name="Graphic 5">
            <a:extLst>
              <a:ext uri="{FF2B5EF4-FFF2-40B4-BE49-F238E27FC236}">
                <a16:creationId xmlns:a16="http://schemas.microsoft.com/office/drawing/2014/main" id="{C0F6F2E4-2F4C-BB43-8EB6-24C72650C2E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 name="Graphic 2">
            <a:extLst>
              <a:ext uri="{FF2B5EF4-FFF2-40B4-BE49-F238E27FC236}">
                <a16:creationId xmlns:a16="http://schemas.microsoft.com/office/drawing/2014/main" id="{4765CAD0-7126-5B70-C779-9CC35C2AEB1D}"/>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b="0" i="0">
              <a:latin typeface="Fira Sans" panose="020B0503050000020004" pitchFamily="34" charset="0"/>
            </a:endParaRPr>
          </a:p>
        </p:txBody>
      </p:sp>
      <p:pic>
        <p:nvPicPr>
          <p:cNvPr id="5" name="Picture 4">
            <a:extLst>
              <a:ext uri="{FF2B5EF4-FFF2-40B4-BE49-F238E27FC236}">
                <a16:creationId xmlns:a16="http://schemas.microsoft.com/office/drawing/2014/main" id="{0678CA17-1D97-0236-79E4-26F5DC7150C4}"/>
              </a:ext>
            </a:extLst>
          </p:cNvPr>
          <p:cNvPicPr>
            <a:picLocks noChangeAspect="1"/>
          </p:cNvPicPr>
          <p:nvPr userDrawn="1"/>
        </p:nvPicPr>
        <p:blipFill>
          <a:blip r:embed="rId3"/>
          <a:stretch>
            <a:fillRect/>
          </a:stretch>
        </p:blipFill>
        <p:spPr>
          <a:xfrm>
            <a:off x="3810000" y="0"/>
            <a:ext cx="20574000" cy="13716000"/>
          </a:xfrm>
          <a:prstGeom prst="rect">
            <a:avLst/>
          </a:prstGeom>
        </p:spPr>
      </p:pic>
    </p:spTree>
    <p:extLst>
      <p:ext uri="{BB962C8B-B14F-4D97-AF65-F5344CB8AC3E}">
        <p14:creationId xmlns:p14="http://schemas.microsoft.com/office/powerpoint/2010/main" val="4217141724"/>
      </p:ext>
    </p:extLst>
  </p:cSld>
  <p:clrMapOvr>
    <a:masterClrMapping/>
  </p:clrMapOvr>
</p:sldLayout>
</file>

<file path=ppt/slideLayouts/slideLayout189.xml><?xml version="1.0" encoding="utf-8"?>
<p:sldLayout xmlns:a="http://schemas.openxmlformats.org/drawingml/2006/main" xmlns:r="http://schemas.openxmlformats.org/officeDocument/2006/relationships" xmlns:p="http://schemas.openxmlformats.org/presentationml/2006/main" showMasterSp="0" preserve="1" userDrawn="1">
  <p:cSld name="1_Breaker">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ACB8DA39-5EB3-C1BA-D804-706D71953C1A}"/>
              </a:ext>
            </a:extLst>
          </p:cNvPr>
          <p:cNvPicPr>
            <a:picLocks noChangeAspect="1"/>
          </p:cNvPicPr>
          <p:nvPr userDrawn="1"/>
        </p:nvPicPr>
        <p:blipFill>
          <a:blip r:embed="rId2"/>
          <a:stretch>
            <a:fillRect/>
          </a:stretch>
        </p:blipFill>
        <p:spPr>
          <a:xfrm flipH="1">
            <a:off x="0" y="0"/>
            <a:ext cx="14909800" cy="12547600"/>
          </a:xfrm>
          <a:prstGeom prst="rect">
            <a:avLst/>
          </a:prstGeom>
        </p:spPr>
      </p:pic>
      <p:pic>
        <p:nvPicPr>
          <p:cNvPr id="35" name="Graphic 34">
            <a:extLst>
              <a:ext uri="{FF2B5EF4-FFF2-40B4-BE49-F238E27FC236}">
                <a16:creationId xmlns:a16="http://schemas.microsoft.com/office/drawing/2014/main" id="{B740DB18-FB40-8A40-9C99-C82E37F311C5}"/>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14183359" y="2227766"/>
            <a:ext cx="10200642" cy="4485136"/>
          </a:xfrm>
          <a:prstGeom prst="rect">
            <a:avLst/>
          </a:prstGeom>
          <a:noFill/>
          <a:ln>
            <a:noFill/>
          </a:ln>
        </p:spPr>
        <p:txBody>
          <a:bodyPr vert="horz" lIns="0" tIns="0" rIns="0" bIns="0" rtlCol="0" anchor="b">
            <a:noAutofit/>
          </a:bodyPr>
          <a:lstStyle>
            <a:lvl1pPr marL="0" indent="0" fontAlgn="base">
              <a:lnSpc>
                <a:spcPct val="100000"/>
              </a:lnSpc>
              <a:spcBef>
                <a:spcPts val="0"/>
              </a:spcBef>
              <a:buNone/>
              <a:defRPr lang="en-US" sz="7600" b="0" i="0" kern="1200" dirty="0" smtClean="0">
                <a:ln w="3175">
                  <a:noFill/>
                </a:ln>
                <a:solidFill>
                  <a:schemeClr val="bg1"/>
                </a:solidFill>
                <a:latin typeface="Fira Sans" panose="020B0503050000020004" pitchFamily="34" charset="0"/>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14218285" y="6858001"/>
            <a:ext cx="10168718" cy="615554"/>
          </a:xfrm>
          <a:prstGeom prst="rect">
            <a:avLst/>
          </a:prstGeom>
        </p:spPr>
        <p:txBody>
          <a:bodyPr vert="horz" wrap="square" lIns="0" tIns="0" rIns="0" bIns="0" rtlCol="0" anchor="t">
            <a:spAutoFit/>
          </a:bodyPr>
          <a:lstStyle>
            <a:lvl1pPr marL="0" indent="0">
              <a:buNone/>
              <a:defRPr lang="en-US" sz="4000" b="0" i="0" dirty="0">
                <a:ln>
                  <a:noFill/>
                </a:ln>
                <a:solidFill>
                  <a:schemeClr val="bg1"/>
                </a:solidFill>
                <a:latin typeface="Fira Sans" panose="020B0503050000020004" pitchFamily="34" charset="0"/>
              </a:defRPr>
            </a:lvl1pPr>
          </a:lstStyle>
          <a:p>
            <a:pPr lvl="0"/>
            <a:r>
              <a:rPr lang="en-US"/>
              <a:t>All titles/subtitles are sentence case</a:t>
            </a:r>
          </a:p>
        </p:txBody>
      </p:sp>
      <p:sp>
        <p:nvSpPr>
          <p:cNvPr id="3" name="Graphic 2">
            <a:extLst>
              <a:ext uri="{FF2B5EF4-FFF2-40B4-BE49-F238E27FC236}">
                <a16:creationId xmlns:a16="http://schemas.microsoft.com/office/drawing/2014/main" id="{7EF60E61-AA73-8D8E-6D66-BA84E61610FC}"/>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1145835099"/>
      </p:ext>
    </p:extLst>
  </p:cSld>
  <p:clrMapOvr>
    <a:masterClrMapping/>
  </p:clrMapOvr>
</p:sldLayout>
</file>

<file path=ppt/slideLayouts/slideLayout190.xml><?xml version="1.0" encoding="utf-8"?>
<p:sldLayout xmlns:a="http://schemas.openxmlformats.org/drawingml/2006/main" xmlns:r="http://schemas.openxmlformats.org/officeDocument/2006/relationships" xmlns:p="http://schemas.openxmlformats.org/presentationml/2006/main" showMasterSp="0" preserve="1" userDrawn="1">
  <p:cSld name="Thank you US">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38542DD0-7F78-EC7A-D5FC-D2A142724A8E}"/>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b="0" i="0">
              <a:latin typeface="Fira Sans" panose="020B0503050000020004" pitchFamily="34" charset="0"/>
            </a:endParaRPr>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3104" y="618382"/>
            <a:ext cx="5197472" cy="916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a:lnSpc>
                <a:spcPct val="110000"/>
              </a:lnSpc>
              <a:spcBef>
                <a:spcPts val="600"/>
              </a:spcBef>
              <a:spcAft>
                <a:spcPts val="600"/>
              </a:spcAft>
            </a:pPr>
            <a:r>
              <a:rPr lang="en-US" sz="3000" b="0" i="0">
                <a:solidFill>
                  <a:schemeClr val="tx1"/>
                </a:solidFill>
                <a:latin typeface="Fira Sans" panose="020B0503050000020004" pitchFamily="34" charset="0"/>
              </a:rPr>
              <a:t>Rackspace Technology</a:t>
            </a:r>
          </a:p>
          <a:p>
            <a:pPr>
              <a:lnSpc>
                <a:spcPct val="110000"/>
              </a:lnSpc>
              <a:spcBef>
                <a:spcPts val="600"/>
              </a:spcBef>
              <a:spcAft>
                <a:spcPts val="600"/>
              </a:spcAft>
            </a:pPr>
            <a:r>
              <a:rPr lang="en-US" sz="3000" b="0" i="0">
                <a:solidFill>
                  <a:schemeClr val="tx1"/>
                </a:solidFill>
                <a:latin typeface="Fira Sans" panose="020B0503050000020004" pitchFamily="34" charset="0"/>
              </a:rPr>
              <a:t>One Fanatical Place</a:t>
            </a:r>
            <a:br>
              <a:rPr lang="en-US" sz="3000" b="0" i="0">
                <a:solidFill>
                  <a:schemeClr val="tx1"/>
                </a:solidFill>
                <a:latin typeface="Fira Sans" panose="020B0503050000020004" pitchFamily="34" charset="0"/>
              </a:rPr>
            </a:br>
            <a:r>
              <a:rPr lang="en-US" sz="3000" b="0" i="0">
                <a:solidFill>
                  <a:schemeClr val="tx1"/>
                </a:solidFill>
                <a:latin typeface="Fira Sans" panose="020B0503050000020004" pitchFamily="34" charset="0"/>
              </a:rPr>
              <a:t>San Antonio, TX 78218</a:t>
            </a:r>
          </a:p>
          <a:p>
            <a:pPr>
              <a:lnSpc>
                <a:spcPct val="110000"/>
              </a:lnSpc>
              <a:spcBef>
                <a:spcPts val="600"/>
              </a:spcBef>
              <a:spcAft>
                <a:spcPts val="600"/>
              </a:spcAft>
            </a:pPr>
            <a:r>
              <a:rPr lang="en-US" sz="3000" b="0" i="0">
                <a:solidFill>
                  <a:schemeClr val="tx1"/>
                </a:solidFill>
                <a:latin typeface="Fira Sans" panose="020B0503050000020004" pitchFamily="34" charset="0"/>
              </a:rPr>
              <a:t>US sales: 1-800-961-2888 </a:t>
            </a:r>
            <a:br>
              <a:rPr lang="en-US" sz="3000" b="0" i="0">
                <a:solidFill>
                  <a:schemeClr val="tx1"/>
                </a:solidFill>
                <a:latin typeface="Fira Sans" panose="020B0503050000020004" pitchFamily="34" charset="0"/>
              </a:rPr>
            </a:br>
            <a:r>
              <a:rPr lang="en-US" sz="3000" b="0" i="0">
                <a:solidFill>
                  <a:schemeClr val="tx1"/>
                </a:solidFill>
                <a:latin typeface="Fira Sans" panose="020B0503050000020004" pitchFamily="34" charset="0"/>
              </a:rPr>
              <a:t>US support: 1-800-961-4454  </a:t>
            </a:r>
          </a:p>
          <a:p>
            <a:pPr marL="0" algn="l" defTabSz="457200" rtl="0" eaLnBrk="1" latinLnBrk="0" hangingPunct="1">
              <a:lnSpc>
                <a:spcPct val="110000"/>
              </a:lnSpc>
              <a:spcBef>
                <a:spcPts val="600"/>
              </a:spcBef>
              <a:spcAft>
                <a:spcPts val="3600"/>
              </a:spcAft>
            </a:pPr>
            <a:r>
              <a:rPr lang="en-US" sz="3000" b="0" i="0" kern="1200" cap="none">
                <a:solidFill>
                  <a:schemeClr val="tx1"/>
                </a:solidFill>
                <a:latin typeface="Fira Sans" panose="020B0503050000020004" pitchFamily="34" charset="0"/>
                <a:ea typeface="+mn-ea"/>
                <a:cs typeface="+mn-cs"/>
              </a:rPr>
              <a:t>www.rackspace.com</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Fira Sans" panose="020B0503050000020004" pitchFamily="34" charset="0"/>
                <a:ea typeface="+mn-ea"/>
                <a:cs typeface="+mn-cs"/>
              </a:rPr>
              <a:t>®</a:t>
            </a: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Fira Sans" panose="020B0503050000020004" pitchFamily="34" charset="0"/>
                <a:ea typeface="+mn-ea"/>
                <a:cs typeface="+mn-cs"/>
              </a:rPr>
              <a:t>®</a:t>
            </a: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 and </a:t>
            </a:r>
            <a:b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b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b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b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p>
          <a:p>
            <a:pPr marL="0" marR="0" lvl="0" indent="0" algn="l" defTabSz="1828800" rtl="0" eaLnBrk="1" fontAlgn="auto" latinLnBrk="0" hangingPunct="1">
              <a:lnSpc>
                <a:spcPct val="110000"/>
              </a:lnSpc>
              <a:spcBef>
                <a:spcPts val="600"/>
              </a:spcBef>
              <a:spcAft>
                <a:spcPts val="600"/>
              </a:spcAft>
              <a:buClrTx/>
              <a:buSzTx/>
              <a:buFont typeface="Arial" panose="020B0604020202020204" pitchFamily="34" charset="0"/>
              <a:buNone/>
              <a:tabLst/>
              <a:defRPr/>
            </a:pPr>
            <a:endParaRPr lang="en-US" sz="900" b="0" i="0" cap="none" baseline="0">
              <a:solidFill>
                <a:schemeClr val="tx1"/>
              </a:solidFill>
              <a:latin typeface="Fira Sans" panose="020B0503050000020004" pitchFamily="34" charset="0"/>
            </a:endParaRPr>
          </a:p>
          <a:p>
            <a:pPr>
              <a:spcBef>
                <a:spcPts val="600"/>
              </a:spcBef>
              <a:spcAft>
                <a:spcPts val="600"/>
              </a:spcAft>
            </a:pPr>
            <a:endParaRPr lang="en-US" sz="900" b="0" i="0">
              <a:solidFill>
                <a:schemeClr val="tx1"/>
              </a:solidFill>
              <a:latin typeface="Fira Sans" panose="020B0503050000020004" pitchFamily="34" charset="0"/>
            </a:endParaRPr>
          </a:p>
        </p:txBody>
      </p:sp>
      <p:sp>
        <p:nvSpPr>
          <p:cNvPr id="8" name="Title 1">
            <a:extLst>
              <a:ext uri="{FF2B5EF4-FFF2-40B4-BE49-F238E27FC236}">
                <a16:creationId xmlns:a16="http://schemas.microsoft.com/office/drawing/2014/main" id="{CA8D6980-0755-4BDF-90B7-CB35F8A5326B}"/>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b="0" i="0" kern="1200">
                <a:ln w="9525">
                  <a:noFill/>
                </a:ln>
                <a:solidFill>
                  <a:schemeClr val="bg1"/>
                </a:solidFill>
                <a:latin typeface="Fira Sans" panose="020B0503050000020004" pitchFamily="34" charset="0"/>
                <a:ea typeface="+mj-ea"/>
                <a:cs typeface="+mj-cs"/>
              </a:rPr>
              <a:t>Thank you</a:t>
            </a:r>
          </a:p>
        </p:txBody>
      </p:sp>
      <p:pic>
        <p:nvPicPr>
          <p:cNvPr id="9" name="Graphic 8">
            <a:extLst>
              <a:ext uri="{FF2B5EF4-FFF2-40B4-BE49-F238E27FC236}">
                <a16:creationId xmlns:a16="http://schemas.microsoft.com/office/drawing/2014/main" id="{40B8DA9A-ED61-5E43-8362-4E63965DB80D}"/>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5" name="Graphic 2">
            <a:extLst>
              <a:ext uri="{FF2B5EF4-FFF2-40B4-BE49-F238E27FC236}">
                <a16:creationId xmlns:a16="http://schemas.microsoft.com/office/drawing/2014/main" id="{F5C83CB2-275A-FBA6-BB3A-46CB8C63DAB1}"/>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363448068"/>
      </p:ext>
    </p:extLst>
  </p:cSld>
  <p:clrMapOvr>
    <a:masterClrMapping/>
  </p:clrMapOvr>
</p:sldLayout>
</file>

<file path=ppt/slideLayouts/slideLayout191.xml><?xml version="1.0" encoding="utf-8"?>
<p:sldLayout xmlns:a="http://schemas.openxmlformats.org/drawingml/2006/main" xmlns:r="http://schemas.openxmlformats.org/officeDocument/2006/relationships" xmlns:p="http://schemas.openxmlformats.org/presentationml/2006/main" showMasterSp="0" preserve="1" userDrawn="1">
  <p:cSld name="Thank you UK">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9FFCA8B3-607E-EB86-6B92-3EC70005FC99}"/>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b="0" i="0">
              <a:latin typeface="Fira Sans" panose="020B0503050000020004" pitchFamily="34" charset="0"/>
            </a:endParaRPr>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2592" y="621792"/>
            <a:ext cx="5193792" cy="916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marL="0" algn="l" defTabSz="457200" rtl="0" eaLnBrk="1" latinLnBrk="0" hangingPunct="1">
              <a:lnSpc>
                <a:spcPct val="110000"/>
              </a:lnSpc>
              <a:spcBef>
                <a:spcPts val="600"/>
              </a:spcBef>
              <a:spcAft>
                <a:spcPts val="600"/>
              </a:spcAft>
            </a:pPr>
            <a:r>
              <a:rPr lang="en-US" sz="3000" b="0" i="0" kern="1200">
                <a:solidFill>
                  <a:schemeClr val="tx1"/>
                </a:solidFill>
                <a:latin typeface="Fira Sans" panose="020B0503050000020004" pitchFamily="34" charset="0"/>
                <a:ea typeface="+mn-ea"/>
                <a:cs typeface="+mn-cs"/>
              </a:rPr>
              <a:t>Rackspace Technology</a:t>
            </a:r>
          </a:p>
          <a:p>
            <a:pPr marL="0" algn="l" defTabSz="457200" rtl="0" eaLnBrk="1" latinLnBrk="0" hangingPunct="1">
              <a:lnSpc>
                <a:spcPct val="110000"/>
              </a:lnSpc>
              <a:spcBef>
                <a:spcPts val="600"/>
              </a:spcBef>
              <a:spcAft>
                <a:spcPts val="600"/>
              </a:spcAft>
            </a:pPr>
            <a:r>
              <a:rPr lang="en-US" sz="3000" b="0" i="0" kern="1200">
                <a:solidFill>
                  <a:schemeClr val="tx1"/>
                </a:solidFill>
                <a:latin typeface="Fira Sans" panose="020B0503050000020004" pitchFamily="34" charset="0"/>
                <a:ea typeface="+mn-ea"/>
                <a:cs typeface="+mn-cs"/>
              </a:rPr>
              <a:t>8 Millington Road</a:t>
            </a:r>
            <a:br>
              <a:rPr lang="en-US" sz="3000" b="0" i="0" kern="1200">
                <a:solidFill>
                  <a:schemeClr val="tx1"/>
                </a:solidFill>
                <a:latin typeface="Fira Sans" panose="020B0503050000020004" pitchFamily="34" charset="0"/>
                <a:ea typeface="+mn-ea"/>
                <a:cs typeface="+mn-cs"/>
              </a:rPr>
            </a:br>
            <a:r>
              <a:rPr lang="en-US" sz="3000" b="0" i="0" kern="1200">
                <a:solidFill>
                  <a:schemeClr val="tx1"/>
                </a:solidFill>
                <a:latin typeface="Fira Sans" panose="020B0503050000020004" pitchFamily="34" charset="0"/>
                <a:ea typeface="+mn-ea"/>
                <a:cs typeface="+mn-cs"/>
              </a:rPr>
              <a:t>Hayes, Middlesex </a:t>
            </a:r>
            <a:br>
              <a:rPr lang="en-US" sz="3000" b="0" i="0" kern="1200">
                <a:solidFill>
                  <a:schemeClr val="tx1"/>
                </a:solidFill>
                <a:latin typeface="Fira Sans" panose="020B0503050000020004" pitchFamily="34" charset="0"/>
                <a:ea typeface="+mn-ea"/>
                <a:cs typeface="+mn-cs"/>
              </a:rPr>
            </a:br>
            <a:r>
              <a:rPr lang="en-US" sz="3000" b="0" i="0" kern="1200">
                <a:solidFill>
                  <a:schemeClr val="tx1"/>
                </a:solidFill>
                <a:latin typeface="Fira Sans" panose="020B0503050000020004" pitchFamily="34" charset="0"/>
                <a:ea typeface="+mn-ea"/>
                <a:cs typeface="+mn-cs"/>
              </a:rPr>
              <a:t>UB3 4AZ</a:t>
            </a:r>
          </a:p>
          <a:p>
            <a:pPr>
              <a:lnSpc>
                <a:spcPct val="110000"/>
              </a:lnSpc>
              <a:spcBef>
                <a:spcPts val="600"/>
              </a:spcBef>
              <a:spcAft>
                <a:spcPts val="600"/>
              </a:spcAft>
            </a:pPr>
            <a:r>
              <a:rPr lang="en-US" sz="3000" b="0" i="0">
                <a:solidFill>
                  <a:schemeClr val="tx1"/>
                </a:solidFill>
                <a:latin typeface="Fira Sans" panose="020B0503050000020004" pitchFamily="34" charset="0"/>
              </a:rPr>
              <a:t>U.K. sales: 020 8734 2600  </a:t>
            </a:r>
            <a:br>
              <a:rPr lang="en-US" sz="3000" b="0" i="0">
                <a:solidFill>
                  <a:schemeClr val="tx1"/>
                </a:solidFill>
                <a:latin typeface="Fira Sans" panose="020B0503050000020004" pitchFamily="34" charset="0"/>
              </a:rPr>
            </a:br>
            <a:r>
              <a:rPr lang="en-US" sz="3000" b="0" i="0">
                <a:solidFill>
                  <a:schemeClr val="tx1"/>
                </a:solidFill>
                <a:latin typeface="Fira Sans" panose="020B0503050000020004" pitchFamily="34" charset="0"/>
              </a:rPr>
              <a:t>U.K. support: 020 8734 2700   </a:t>
            </a:r>
          </a:p>
          <a:p>
            <a:pPr marL="0" algn="l" defTabSz="457200" rtl="0" eaLnBrk="1" latinLnBrk="0" hangingPunct="1">
              <a:lnSpc>
                <a:spcPct val="110000"/>
              </a:lnSpc>
              <a:spcBef>
                <a:spcPts val="600"/>
              </a:spcBef>
              <a:spcAft>
                <a:spcPts val="3600"/>
              </a:spcAft>
            </a:pPr>
            <a:r>
              <a:rPr lang="en-US" sz="3000" b="0" i="0" kern="1200" cap="none">
                <a:solidFill>
                  <a:schemeClr val="tx1"/>
                </a:solidFill>
                <a:latin typeface="Fira Sans" panose="020B0503050000020004" pitchFamily="34" charset="0"/>
                <a:ea typeface="+mn-ea"/>
                <a:cs typeface="+mn-cs"/>
              </a:rPr>
              <a:t>www.rackspace.co.uk</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Fira Sans" panose="020B0503050000020004" pitchFamily="34" charset="0"/>
                <a:ea typeface="+mn-ea"/>
                <a:cs typeface="+mn-cs"/>
              </a:rPr>
              <a:t>®</a:t>
            </a: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Fira Sans" panose="020B0503050000020004" pitchFamily="34" charset="0"/>
                <a:ea typeface="+mn-ea"/>
                <a:cs typeface="+mn-cs"/>
              </a:rPr>
              <a:t>®</a:t>
            </a: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 and </a:t>
            </a:r>
            <a:b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b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b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b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endParaRPr lang="en-US" sz="1400" b="0" i="0" cap="none" baseline="0">
              <a:solidFill>
                <a:schemeClr val="tx1"/>
              </a:solidFill>
              <a:latin typeface="Fira Sans" panose="020B0503050000020004" pitchFamily="34" charset="0"/>
            </a:endParaRPr>
          </a:p>
          <a:p>
            <a:pPr>
              <a:spcBef>
                <a:spcPts val="600"/>
              </a:spcBef>
              <a:spcAft>
                <a:spcPts val="600"/>
              </a:spcAft>
            </a:pPr>
            <a:endParaRPr lang="en-US" sz="900" b="0" i="0">
              <a:solidFill>
                <a:schemeClr val="tx1"/>
              </a:solidFill>
              <a:latin typeface="Fira Sans" panose="020B0503050000020004" pitchFamily="34" charset="0"/>
            </a:endParaRPr>
          </a:p>
        </p:txBody>
      </p:sp>
      <p:pic>
        <p:nvPicPr>
          <p:cNvPr id="6" name="Graphic 5">
            <a:extLst>
              <a:ext uri="{FF2B5EF4-FFF2-40B4-BE49-F238E27FC236}">
                <a16:creationId xmlns:a16="http://schemas.microsoft.com/office/drawing/2014/main" id="{7C797846-2FE7-1F4B-A5B0-CC5DA49A249B}"/>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8" name="Title 1">
            <a:extLst>
              <a:ext uri="{FF2B5EF4-FFF2-40B4-BE49-F238E27FC236}">
                <a16:creationId xmlns:a16="http://schemas.microsoft.com/office/drawing/2014/main" id="{A5CD6002-EFB6-8A46-9A72-06D0A61799C8}"/>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b="0" i="0" kern="1200">
                <a:ln w="9525">
                  <a:noFill/>
                </a:ln>
                <a:solidFill>
                  <a:schemeClr val="bg1"/>
                </a:solidFill>
                <a:latin typeface="Fira Sans" panose="020B0503050000020004" pitchFamily="34" charset="0"/>
                <a:ea typeface="+mj-ea"/>
                <a:cs typeface="+mj-cs"/>
              </a:rPr>
              <a:t>Thank you</a:t>
            </a:r>
          </a:p>
        </p:txBody>
      </p:sp>
      <p:sp>
        <p:nvSpPr>
          <p:cNvPr id="5" name="Graphic 2">
            <a:extLst>
              <a:ext uri="{FF2B5EF4-FFF2-40B4-BE49-F238E27FC236}">
                <a16:creationId xmlns:a16="http://schemas.microsoft.com/office/drawing/2014/main" id="{9EFADF9F-D78A-35D2-A20F-2DD7BA53DB69}"/>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752062596"/>
      </p:ext>
    </p:extLst>
  </p:cSld>
  <p:clrMapOvr>
    <a:masterClrMapping/>
  </p:clrMapOvr>
</p:sldLayout>
</file>

<file path=ppt/slideLayouts/slideLayout192.xml><?xml version="1.0" encoding="utf-8"?>
<p:sldLayout xmlns:a="http://schemas.openxmlformats.org/drawingml/2006/main" xmlns:r="http://schemas.openxmlformats.org/officeDocument/2006/relationships" xmlns:p="http://schemas.openxmlformats.org/presentationml/2006/main" showMasterSp="0" preserve="1" userDrawn="1">
  <p:cSld name="Thank you AUS">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A56B11D-EA4E-5DD4-8089-D6B4F96745E4}"/>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b="0" i="0">
              <a:latin typeface="Fira Sans" panose="020B0503050000020004" pitchFamily="34" charset="0"/>
            </a:endParaRPr>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2592" y="621792"/>
            <a:ext cx="5193792" cy="916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marL="0" algn="l" defTabSz="457200" rtl="0" eaLnBrk="1" latinLnBrk="0" hangingPunct="1">
              <a:lnSpc>
                <a:spcPct val="110000"/>
              </a:lnSpc>
              <a:spcBef>
                <a:spcPts val="600"/>
              </a:spcBef>
              <a:spcAft>
                <a:spcPts val="600"/>
              </a:spcAft>
            </a:pPr>
            <a:r>
              <a:rPr lang="en-US" sz="3000" b="0" i="0" kern="1200">
                <a:solidFill>
                  <a:schemeClr val="tx1"/>
                </a:solidFill>
                <a:latin typeface="Fira Sans" panose="020B0503050000020004" pitchFamily="34" charset="0"/>
                <a:ea typeface="+mn-ea"/>
                <a:cs typeface="+mn-cs"/>
              </a:rPr>
              <a:t>Rackspace Technology</a:t>
            </a:r>
          </a:p>
          <a:p>
            <a:pPr marL="0" algn="l" defTabSz="457200" rtl="0" eaLnBrk="1" latinLnBrk="0" hangingPunct="1">
              <a:lnSpc>
                <a:spcPct val="110000"/>
              </a:lnSpc>
              <a:spcBef>
                <a:spcPts val="600"/>
              </a:spcBef>
              <a:spcAft>
                <a:spcPts val="600"/>
              </a:spcAft>
            </a:pPr>
            <a:r>
              <a:rPr lang="en-US" sz="3000" b="0" i="0" kern="1200">
                <a:solidFill>
                  <a:schemeClr val="tx1"/>
                </a:solidFill>
                <a:latin typeface="Fira Sans" panose="020B0503050000020004" pitchFamily="34" charset="0"/>
                <a:ea typeface="+mn-ea"/>
                <a:cs typeface="+mn-cs"/>
              </a:rPr>
              <a:t>Level 1, 37 Pitt Street,</a:t>
            </a:r>
            <a:br>
              <a:rPr lang="en-US" sz="3000" b="0" i="0" kern="1200">
                <a:solidFill>
                  <a:schemeClr val="tx1"/>
                </a:solidFill>
                <a:latin typeface="Fira Sans" panose="020B0503050000020004" pitchFamily="34" charset="0"/>
                <a:ea typeface="+mn-ea"/>
                <a:cs typeface="+mn-cs"/>
              </a:rPr>
            </a:br>
            <a:r>
              <a:rPr lang="en-US" sz="3000" b="0" i="0" kern="1200">
                <a:solidFill>
                  <a:schemeClr val="tx1"/>
                </a:solidFill>
                <a:latin typeface="Fira Sans" panose="020B0503050000020004" pitchFamily="34" charset="0"/>
                <a:ea typeface="+mn-ea"/>
                <a:cs typeface="+mn-cs"/>
              </a:rPr>
              <a:t>Sydney NSW 2000, Australia</a:t>
            </a:r>
          </a:p>
          <a:p>
            <a:pPr>
              <a:lnSpc>
                <a:spcPct val="110000"/>
              </a:lnSpc>
              <a:spcBef>
                <a:spcPts val="600"/>
              </a:spcBef>
              <a:spcAft>
                <a:spcPts val="600"/>
              </a:spcAft>
            </a:pPr>
            <a:r>
              <a:rPr lang="en-US" sz="3000" b="0" i="0">
                <a:solidFill>
                  <a:schemeClr val="tx1"/>
                </a:solidFill>
                <a:latin typeface="Fira Sans" panose="020B0503050000020004" pitchFamily="34" charset="0"/>
              </a:rPr>
              <a:t>AUS sales: 1-800-722-577</a:t>
            </a:r>
            <a:br>
              <a:rPr lang="en-US" sz="3000" b="0" i="0">
                <a:solidFill>
                  <a:schemeClr val="tx1"/>
                </a:solidFill>
                <a:latin typeface="Fira Sans" panose="020B0503050000020004" pitchFamily="34" charset="0"/>
              </a:rPr>
            </a:br>
            <a:r>
              <a:rPr lang="en-US" sz="3000" b="0" i="0">
                <a:solidFill>
                  <a:schemeClr val="tx1"/>
                </a:solidFill>
                <a:latin typeface="Fira Sans" panose="020B0503050000020004" pitchFamily="34" charset="0"/>
              </a:rPr>
              <a:t>AUS support: 1-800-421-267   </a:t>
            </a:r>
          </a:p>
          <a:p>
            <a:pPr marL="0" algn="l" defTabSz="457200" rtl="0" eaLnBrk="1" latinLnBrk="0" hangingPunct="1">
              <a:lnSpc>
                <a:spcPct val="110000"/>
              </a:lnSpc>
              <a:spcBef>
                <a:spcPts val="600"/>
              </a:spcBef>
              <a:spcAft>
                <a:spcPts val="3600"/>
              </a:spcAft>
            </a:pPr>
            <a:r>
              <a:rPr lang="en-US" sz="3000" b="0" i="0" kern="1200" cap="none">
                <a:solidFill>
                  <a:schemeClr val="tx1"/>
                </a:solidFill>
                <a:latin typeface="Fira Sans" panose="020B0503050000020004" pitchFamily="34" charset="0"/>
                <a:ea typeface="+mn-ea"/>
                <a:cs typeface="+mn-cs"/>
              </a:rPr>
              <a:t>www.rackspace.co.au</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Fira Sans" panose="020B0503050000020004" pitchFamily="34" charset="0"/>
                <a:ea typeface="+mn-ea"/>
                <a:cs typeface="+mn-cs"/>
              </a:rPr>
              <a:t>®</a:t>
            </a: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Fira Sans" panose="020B0503050000020004" pitchFamily="34" charset="0"/>
                <a:ea typeface="+mn-ea"/>
                <a:cs typeface="+mn-cs"/>
              </a:rPr>
              <a:t>®</a:t>
            </a: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 and </a:t>
            </a:r>
            <a:b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b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b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b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endParaRPr lang="en-US" sz="1400" b="0" i="0" cap="none" baseline="0">
              <a:solidFill>
                <a:schemeClr val="tx1"/>
              </a:solidFill>
              <a:latin typeface="Fira Sans" panose="020B0503050000020004" pitchFamily="34" charset="0"/>
            </a:endParaRPr>
          </a:p>
          <a:p>
            <a:pPr>
              <a:spcBef>
                <a:spcPts val="600"/>
              </a:spcBef>
              <a:spcAft>
                <a:spcPts val="600"/>
              </a:spcAft>
            </a:pPr>
            <a:endParaRPr lang="en-US" sz="900" b="0" i="0">
              <a:solidFill>
                <a:schemeClr val="tx1"/>
              </a:solidFill>
              <a:latin typeface="Fira Sans" panose="020B0503050000020004" pitchFamily="34" charset="0"/>
            </a:endParaRPr>
          </a:p>
        </p:txBody>
      </p:sp>
      <p:pic>
        <p:nvPicPr>
          <p:cNvPr id="6" name="Graphic 5">
            <a:extLst>
              <a:ext uri="{FF2B5EF4-FFF2-40B4-BE49-F238E27FC236}">
                <a16:creationId xmlns:a16="http://schemas.microsoft.com/office/drawing/2014/main" id="{AC0FA533-2CE7-6E47-81C4-BFCDCCE0C1C4}"/>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8" name="Title 1">
            <a:extLst>
              <a:ext uri="{FF2B5EF4-FFF2-40B4-BE49-F238E27FC236}">
                <a16:creationId xmlns:a16="http://schemas.microsoft.com/office/drawing/2014/main" id="{1D0A5DDB-735A-4943-B6C8-C8D38CE28960}"/>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b="0" i="0" kern="1200">
                <a:ln w="9525">
                  <a:noFill/>
                </a:ln>
                <a:solidFill>
                  <a:schemeClr val="bg1"/>
                </a:solidFill>
                <a:latin typeface="Fira Sans" panose="020B0503050000020004" pitchFamily="34" charset="0"/>
                <a:ea typeface="+mj-ea"/>
                <a:cs typeface="+mj-cs"/>
              </a:rPr>
              <a:t>Thank you</a:t>
            </a:r>
          </a:p>
        </p:txBody>
      </p:sp>
      <p:sp>
        <p:nvSpPr>
          <p:cNvPr id="5" name="Graphic 2">
            <a:extLst>
              <a:ext uri="{FF2B5EF4-FFF2-40B4-BE49-F238E27FC236}">
                <a16:creationId xmlns:a16="http://schemas.microsoft.com/office/drawing/2014/main" id="{624A405F-8B3B-B4AB-17B8-B5417AC9E53C}"/>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2896700720"/>
      </p:ext>
    </p:extLst>
  </p:cSld>
  <p:clrMapOvr>
    <a:masterClrMapping/>
  </p:clrMapOvr>
</p:sldLayout>
</file>

<file path=ppt/slideLayouts/slideLayout193.xml><?xml version="1.0" encoding="utf-8"?>
<p:sldLayout xmlns:a="http://schemas.openxmlformats.org/drawingml/2006/main" xmlns:r="http://schemas.openxmlformats.org/officeDocument/2006/relationships" xmlns:p="http://schemas.openxmlformats.org/presentationml/2006/main" showMasterSp="0" preserve="1" userDrawn="1">
  <p:cSld name="Thank you ASIA">
    <p:bg>
      <p:bgPr>
        <a:solidFill>
          <a:schemeClr val="tx1"/>
        </a:solid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D497F4D2-160B-C97C-40D9-A804160E6AD4}"/>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b="0" i="0">
              <a:latin typeface="Fira Sans" panose="020B0503050000020004" pitchFamily="34" charset="0"/>
            </a:endParaRPr>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2592" y="621792"/>
            <a:ext cx="5193792" cy="1237030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marL="0" algn="l" defTabSz="457200" rtl="0" eaLnBrk="1" latinLnBrk="0" hangingPunct="1">
              <a:lnSpc>
                <a:spcPct val="110000"/>
              </a:lnSpc>
              <a:spcBef>
                <a:spcPts val="600"/>
              </a:spcBef>
              <a:spcAft>
                <a:spcPts val="600"/>
              </a:spcAft>
            </a:pPr>
            <a:r>
              <a:rPr lang="en-US" sz="3000" b="0" i="0" kern="1200">
                <a:solidFill>
                  <a:schemeClr val="tx1"/>
                </a:solidFill>
                <a:latin typeface="Fira Sans" panose="020B0503050000020004" pitchFamily="34" charset="0"/>
                <a:ea typeface="+mn-ea"/>
                <a:cs typeface="+mn-cs"/>
              </a:rPr>
              <a:t>Rackspace Technology</a:t>
            </a:r>
          </a:p>
          <a:p>
            <a:pPr marL="0" marR="0" lvl="0" indent="0" algn="l" defTabSz="457200" rtl="0" eaLnBrk="1" fontAlgn="auto" latinLnBrk="0" hangingPunct="1">
              <a:lnSpc>
                <a:spcPct val="110000"/>
              </a:lnSpc>
              <a:spcBef>
                <a:spcPts val="600"/>
              </a:spcBef>
              <a:spcAft>
                <a:spcPts val="1200"/>
              </a:spcAft>
              <a:buClrTx/>
              <a:buSzTx/>
              <a:buFontTx/>
              <a:buNone/>
              <a:tabLst/>
              <a:defRPr/>
            </a:pPr>
            <a:r>
              <a:rPr lang="en-US" sz="3000" b="0" i="0" kern="1200" cap="none">
                <a:solidFill>
                  <a:schemeClr val="tx1"/>
                </a:solidFill>
                <a:latin typeface="Fira Sans" panose="020B0503050000020004" pitchFamily="34" charset="0"/>
                <a:ea typeface="+mn-ea"/>
                <a:cs typeface="+mn-cs"/>
              </a:rPr>
              <a:t>9/F., Cambridge House</a:t>
            </a:r>
            <a:br>
              <a:rPr lang="en-US" sz="3000" b="0" i="0" kern="1200" cap="none">
                <a:solidFill>
                  <a:schemeClr val="tx1"/>
                </a:solidFill>
                <a:latin typeface="Fira Sans" panose="020B0503050000020004" pitchFamily="34" charset="0"/>
                <a:ea typeface="+mn-ea"/>
                <a:cs typeface="+mn-cs"/>
              </a:rPr>
            </a:br>
            <a:r>
              <a:rPr lang="en-US" sz="3000" b="0" i="0" kern="1200" cap="none">
                <a:solidFill>
                  <a:schemeClr val="tx1"/>
                </a:solidFill>
                <a:latin typeface="Fira Sans" panose="020B0503050000020004" pitchFamily="34" charset="0"/>
                <a:ea typeface="+mn-ea"/>
                <a:cs typeface="+mn-cs"/>
              </a:rPr>
              <a:t>Taikoo Place, 979 King's Road</a:t>
            </a:r>
            <a:br>
              <a:rPr lang="en-US" sz="3000" b="0" i="0" kern="1200" cap="none">
                <a:solidFill>
                  <a:schemeClr val="tx1"/>
                </a:solidFill>
                <a:latin typeface="Fira Sans" panose="020B0503050000020004" pitchFamily="34" charset="0"/>
                <a:ea typeface="+mn-ea"/>
                <a:cs typeface="+mn-cs"/>
              </a:rPr>
            </a:br>
            <a:r>
              <a:rPr lang="en-US" sz="3000" b="0" i="0" kern="1200" cap="none">
                <a:solidFill>
                  <a:schemeClr val="tx1"/>
                </a:solidFill>
                <a:latin typeface="Fira Sans" panose="020B0503050000020004" pitchFamily="34" charset="0"/>
                <a:ea typeface="+mn-ea"/>
                <a:cs typeface="+mn-cs"/>
              </a:rPr>
              <a:t>Quarry Bay, Hong Kong</a:t>
            </a:r>
          </a:p>
          <a:p>
            <a:pPr marL="0" algn="l" defTabSz="457200" rtl="0" eaLnBrk="1" latinLnBrk="0" hangingPunct="1">
              <a:lnSpc>
                <a:spcPct val="110000"/>
              </a:lnSpc>
              <a:spcBef>
                <a:spcPts val="600"/>
              </a:spcBef>
              <a:spcAft>
                <a:spcPts val="0"/>
              </a:spcAft>
            </a:pPr>
            <a:r>
              <a:rPr lang="en-US" sz="3000" b="0" i="0" kern="1200" cap="none">
                <a:solidFill>
                  <a:schemeClr val="tx1"/>
                </a:solidFill>
                <a:latin typeface="Fira Sans" panose="020B0503050000020004" pitchFamily="34" charset="0"/>
                <a:ea typeface="+mn-ea"/>
                <a:cs typeface="+mn-cs"/>
              </a:rPr>
              <a:t>China: +86 21 5058 8808 </a:t>
            </a:r>
          </a:p>
          <a:p>
            <a:pPr marL="0" algn="l" defTabSz="457200" rtl="0" eaLnBrk="1" latinLnBrk="0" hangingPunct="1">
              <a:lnSpc>
                <a:spcPct val="110000"/>
              </a:lnSpc>
              <a:spcBef>
                <a:spcPts val="600"/>
              </a:spcBef>
              <a:spcAft>
                <a:spcPts val="0"/>
              </a:spcAft>
            </a:pPr>
            <a:r>
              <a:rPr lang="en-US" sz="3000" b="0" i="0" kern="1200" cap="none">
                <a:solidFill>
                  <a:schemeClr val="tx1"/>
                </a:solidFill>
                <a:latin typeface="Fira Sans" panose="020B0503050000020004" pitchFamily="34" charset="0"/>
                <a:ea typeface="+mn-ea"/>
                <a:cs typeface="+mn-cs"/>
              </a:rPr>
              <a:t>Hong Kong: +852 3752 6488 </a:t>
            </a:r>
          </a:p>
          <a:p>
            <a:pPr marL="0" algn="l" defTabSz="457200" rtl="0" eaLnBrk="1" latinLnBrk="0" hangingPunct="1">
              <a:lnSpc>
                <a:spcPct val="110000"/>
              </a:lnSpc>
              <a:spcBef>
                <a:spcPts val="600"/>
              </a:spcBef>
              <a:spcAft>
                <a:spcPts val="0"/>
              </a:spcAft>
            </a:pPr>
            <a:r>
              <a:rPr lang="en-US" sz="3000" b="0" i="0" kern="1200" cap="none">
                <a:solidFill>
                  <a:schemeClr val="tx1"/>
                </a:solidFill>
                <a:latin typeface="Fira Sans" panose="020B0503050000020004" pitchFamily="34" charset="0"/>
                <a:ea typeface="+mn-ea"/>
                <a:cs typeface="+mn-cs"/>
              </a:rPr>
              <a:t>India: 000800 100 8796</a:t>
            </a:r>
          </a:p>
          <a:p>
            <a:pPr marL="0" algn="l" defTabSz="457200" rtl="0" eaLnBrk="1" latinLnBrk="0" hangingPunct="1">
              <a:lnSpc>
                <a:spcPct val="110000"/>
              </a:lnSpc>
              <a:spcBef>
                <a:spcPts val="600"/>
              </a:spcBef>
              <a:spcAft>
                <a:spcPts val="0"/>
              </a:spcAft>
            </a:pPr>
            <a:r>
              <a:rPr lang="en-US" sz="3000" b="0" i="0" kern="1200" cap="none">
                <a:solidFill>
                  <a:schemeClr val="tx1"/>
                </a:solidFill>
                <a:latin typeface="Fira Sans" panose="020B0503050000020004" pitchFamily="34" charset="0"/>
                <a:ea typeface="+mn-ea"/>
                <a:cs typeface="+mn-cs"/>
              </a:rPr>
              <a:t>Philippines: 1 800 1110 1468 </a:t>
            </a:r>
          </a:p>
          <a:p>
            <a:pPr marL="0" algn="l" defTabSz="457200" rtl="0" eaLnBrk="1" latinLnBrk="0" hangingPunct="1">
              <a:lnSpc>
                <a:spcPct val="110000"/>
              </a:lnSpc>
              <a:spcBef>
                <a:spcPts val="600"/>
              </a:spcBef>
              <a:spcAft>
                <a:spcPts val="0"/>
              </a:spcAft>
            </a:pPr>
            <a:r>
              <a:rPr lang="en-US" sz="3000" b="0" i="0" kern="1200" cap="none">
                <a:solidFill>
                  <a:schemeClr val="tx1"/>
                </a:solidFill>
                <a:latin typeface="Fira Sans" panose="020B0503050000020004" pitchFamily="34" charset="0"/>
                <a:ea typeface="+mn-ea"/>
                <a:cs typeface="+mn-cs"/>
              </a:rPr>
              <a:t>Singapore: +65 6428 6102 </a:t>
            </a:r>
          </a:p>
          <a:p>
            <a:pPr marL="0" algn="l" defTabSz="457200" rtl="0" eaLnBrk="1" latinLnBrk="0" hangingPunct="1">
              <a:lnSpc>
                <a:spcPct val="110000"/>
              </a:lnSpc>
              <a:spcBef>
                <a:spcPts val="600"/>
              </a:spcBef>
              <a:spcAft>
                <a:spcPts val="0"/>
              </a:spcAft>
            </a:pPr>
            <a:r>
              <a:rPr lang="en-US" sz="3000" b="0" i="0" kern="1200" cap="none">
                <a:solidFill>
                  <a:schemeClr val="tx1"/>
                </a:solidFill>
                <a:latin typeface="Fira Sans" panose="020B0503050000020004" pitchFamily="34" charset="0"/>
                <a:ea typeface="+mn-ea"/>
                <a:cs typeface="+mn-cs"/>
              </a:rPr>
              <a:t>Taiwan: +886 2 2650 7441</a:t>
            </a:r>
          </a:p>
          <a:p>
            <a:pPr marL="0" algn="l" defTabSz="457200" rtl="0" eaLnBrk="1" latinLnBrk="0" hangingPunct="1">
              <a:lnSpc>
                <a:spcPct val="110000"/>
              </a:lnSpc>
              <a:spcBef>
                <a:spcPts val="600"/>
              </a:spcBef>
              <a:spcAft>
                <a:spcPts val="1200"/>
              </a:spcAft>
            </a:pPr>
            <a:r>
              <a:rPr lang="en-US" sz="3000" b="0" i="0" kern="1200" cap="none">
                <a:solidFill>
                  <a:schemeClr val="tx1"/>
                </a:solidFill>
                <a:latin typeface="Fira Sans" panose="020B0503050000020004" pitchFamily="34" charset="0"/>
                <a:ea typeface="+mn-ea"/>
                <a:cs typeface="+mn-cs"/>
              </a:rPr>
              <a:t>Thailand: +66 2105 5712 </a:t>
            </a:r>
          </a:p>
          <a:p>
            <a:pPr marL="0" algn="l" defTabSz="457200" rtl="0" eaLnBrk="1" latinLnBrk="0" hangingPunct="1">
              <a:lnSpc>
                <a:spcPct val="110000"/>
              </a:lnSpc>
              <a:spcBef>
                <a:spcPts val="600"/>
              </a:spcBef>
              <a:spcAft>
                <a:spcPts val="3600"/>
              </a:spcAft>
            </a:pPr>
            <a:r>
              <a:rPr lang="en-US" sz="3000" b="0" i="0" kern="1200" cap="none">
                <a:solidFill>
                  <a:schemeClr val="tx1"/>
                </a:solidFill>
                <a:latin typeface="Fira Sans" panose="020B0503050000020004" pitchFamily="34" charset="0"/>
                <a:ea typeface="+mn-ea"/>
                <a:cs typeface="+mn-cs"/>
              </a:rPr>
              <a:t>www.rackspace.com</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Fira Sans" panose="020B0503050000020004" pitchFamily="34" charset="0"/>
                <a:ea typeface="+mn-ea"/>
                <a:cs typeface="+mn-cs"/>
              </a:rPr>
              <a:t>®</a:t>
            </a: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Fira Sans" panose="020B0503050000020004" pitchFamily="34" charset="0"/>
                <a:ea typeface="+mn-ea"/>
                <a:cs typeface="+mn-cs"/>
              </a:rPr>
              <a:t>®</a:t>
            </a: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 and </a:t>
            </a:r>
            <a:b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b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b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b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endParaRPr lang="en-US" sz="1400" b="0" i="0" cap="none" baseline="0">
              <a:solidFill>
                <a:schemeClr val="tx1"/>
              </a:solidFill>
              <a:latin typeface="Fira Sans" panose="020B0503050000020004" pitchFamily="34" charset="0"/>
            </a:endParaRPr>
          </a:p>
          <a:p>
            <a:pPr>
              <a:spcBef>
                <a:spcPts val="600"/>
              </a:spcBef>
              <a:spcAft>
                <a:spcPts val="600"/>
              </a:spcAft>
            </a:pPr>
            <a:endParaRPr lang="en-US" sz="900" b="0" i="0">
              <a:solidFill>
                <a:schemeClr val="tx1"/>
              </a:solidFill>
              <a:latin typeface="Fira Sans" panose="020B0503050000020004" pitchFamily="34" charset="0"/>
            </a:endParaRPr>
          </a:p>
        </p:txBody>
      </p:sp>
      <p:pic>
        <p:nvPicPr>
          <p:cNvPr id="6" name="Graphic 5">
            <a:extLst>
              <a:ext uri="{FF2B5EF4-FFF2-40B4-BE49-F238E27FC236}">
                <a16:creationId xmlns:a16="http://schemas.microsoft.com/office/drawing/2014/main" id="{55E1009B-6DDE-3A4A-A67D-3789AA6DC5A4}"/>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8" name="Title 1">
            <a:extLst>
              <a:ext uri="{FF2B5EF4-FFF2-40B4-BE49-F238E27FC236}">
                <a16:creationId xmlns:a16="http://schemas.microsoft.com/office/drawing/2014/main" id="{62B38B6C-0963-FC49-B60A-104F4423F171}"/>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b="0" i="0" kern="1200">
                <a:ln w="9525">
                  <a:noFill/>
                </a:ln>
                <a:solidFill>
                  <a:schemeClr val="bg1"/>
                </a:solidFill>
                <a:latin typeface="Fira Sans" panose="020B0503050000020004" pitchFamily="34" charset="0"/>
                <a:ea typeface="+mj-ea"/>
                <a:cs typeface="+mj-cs"/>
              </a:rPr>
              <a:t>Thank you</a:t>
            </a:r>
          </a:p>
        </p:txBody>
      </p:sp>
      <p:sp>
        <p:nvSpPr>
          <p:cNvPr id="4" name="Graphic 2">
            <a:extLst>
              <a:ext uri="{FF2B5EF4-FFF2-40B4-BE49-F238E27FC236}">
                <a16:creationId xmlns:a16="http://schemas.microsoft.com/office/drawing/2014/main" id="{3B656623-07C0-9359-8C07-651BB1DF88A2}"/>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3329760981"/>
      </p:ext>
    </p:extLst>
  </p:cSld>
  <p:clrMapOvr>
    <a:masterClrMapping/>
  </p:clrMapOvr>
</p:sldLayout>
</file>

<file path=ppt/slideLayouts/slideLayout194.xml><?xml version="1.0" encoding="utf-8"?>
<p:sldLayout xmlns:a="http://schemas.openxmlformats.org/drawingml/2006/main" xmlns:r="http://schemas.openxmlformats.org/officeDocument/2006/relationships" xmlns:p="http://schemas.openxmlformats.org/presentationml/2006/main" showMasterSp="0" preserve="1" userDrawn="1">
  <p:cSld name="2_Logo">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F4F7020-A4CC-335A-1D32-F7778AF48C3F}"/>
              </a:ext>
            </a:extLst>
          </p:cNvPr>
          <p:cNvPicPr>
            <a:picLocks noChangeAspect="1"/>
          </p:cNvPicPr>
          <p:nvPr userDrawn="1"/>
        </p:nvPicPr>
        <p:blipFill>
          <a:blip r:embed="rId2"/>
          <a:stretch>
            <a:fillRect/>
          </a:stretch>
        </p:blipFill>
        <p:spPr>
          <a:xfrm>
            <a:off x="1676400" y="0"/>
            <a:ext cx="21031200" cy="13716000"/>
          </a:xfrm>
          <a:prstGeom prst="rect">
            <a:avLst/>
          </a:prstGeom>
        </p:spPr>
      </p:pic>
      <p:sp>
        <p:nvSpPr>
          <p:cNvPr id="7" name="Graphic 5">
            <a:extLst>
              <a:ext uri="{FF2B5EF4-FFF2-40B4-BE49-F238E27FC236}">
                <a16:creationId xmlns:a16="http://schemas.microsoft.com/office/drawing/2014/main" id="{08DE7455-B783-AA7A-0958-9BF73F5F802D}"/>
              </a:ext>
            </a:extLst>
          </p:cNvPr>
          <p:cNvSpPr>
            <a:spLocks noChangeAspect="1"/>
          </p:cNvSpPr>
          <p:nvPr/>
        </p:nvSpPr>
        <p:spPr>
          <a:xfrm>
            <a:off x="5647010" y="5614416"/>
            <a:ext cx="13089980" cy="2487168"/>
          </a:xfrm>
          <a:custGeom>
            <a:avLst/>
            <a:gdLst>
              <a:gd name="connsiteX0" fmla="*/ 3216560 w 4875349"/>
              <a:gd name="connsiteY0" fmla="*/ 504882 h 926343"/>
              <a:gd name="connsiteX1" fmla="*/ 3216558 w 4875349"/>
              <a:gd name="connsiteY1" fmla="*/ 113422 h 926343"/>
              <a:gd name="connsiteX2" fmla="*/ 3240379 w 4875349"/>
              <a:gd name="connsiteY2" fmla="*/ 113422 h 926343"/>
              <a:gd name="connsiteX3" fmla="*/ 3240381 w 4875349"/>
              <a:gd name="connsiteY3" fmla="*/ 504882 h 926343"/>
              <a:gd name="connsiteX4" fmla="*/ 3216560 w 4875349"/>
              <a:gd name="connsiteY4" fmla="*/ 504882 h 926343"/>
              <a:gd name="connsiteX5" fmla="*/ 4045162 w 4875349"/>
              <a:gd name="connsiteY5" fmla="*/ 501503 h 926343"/>
              <a:gd name="connsiteX6" fmla="*/ 4065592 w 4875349"/>
              <a:gd name="connsiteY6" fmla="*/ 501503 h 926343"/>
              <a:gd name="connsiteX7" fmla="*/ 4065592 w 4875349"/>
              <a:gd name="connsiteY7" fmla="*/ 436819 h 926343"/>
              <a:gd name="connsiteX8" fmla="*/ 4113948 w 4875349"/>
              <a:gd name="connsiteY8" fmla="*/ 436819 h 926343"/>
              <a:gd name="connsiteX9" fmla="*/ 4113948 w 4875349"/>
              <a:gd name="connsiteY9" fmla="*/ 420806 h 926343"/>
              <a:gd name="connsiteX10" fmla="*/ 4065592 w 4875349"/>
              <a:gd name="connsiteY10" fmla="*/ 420806 h 926343"/>
              <a:gd name="connsiteX11" fmla="*/ 4065592 w 4875349"/>
              <a:gd name="connsiteY11" fmla="*/ 370635 h 926343"/>
              <a:gd name="connsiteX12" fmla="*/ 4121465 w 4875349"/>
              <a:gd name="connsiteY12" fmla="*/ 370635 h 926343"/>
              <a:gd name="connsiteX13" fmla="*/ 4123838 w 4875349"/>
              <a:gd name="connsiteY13" fmla="*/ 354398 h 926343"/>
              <a:gd name="connsiteX14" fmla="*/ 4045162 w 4875349"/>
              <a:gd name="connsiteY14" fmla="*/ 354398 h 926343"/>
              <a:gd name="connsiteX15" fmla="*/ 4045162 w 4875349"/>
              <a:gd name="connsiteY15" fmla="*/ 501503 h 926343"/>
              <a:gd name="connsiteX16" fmla="*/ 4173291 w 4875349"/>
              <a:gd name="connsiteY16" fmla="*/ 348426 h 926343"/>
              <a:gd name="connsiteX17" fmla="*/ 4159329 w 4875349"/>
              <a:gd name="connsiteY17" fmla="*/ 361661 h 926343"/>
              <a:gd name="connsiteX18" fmla="*/ 4145567 w 4875349"/>
              <a:gd name="connsiteY18" fmla="*/ 348426 h 926343"/>
              <a:gd name="connsiteX19" fmla="*/ 4159329 w 4875349"/>
              <a:gd name="connsiteY19" fmla="*/ 334968 h 926343"/>
              <a:gd name="connsiteX20" fmla="*/ 4173291 w 4875349"/>
              <a:gd name="connsiteY20" fmla="*/ 348426 h 926343"/>
              <a:gd name="connsiteX21" fmla="*/ 4169419 w 4875349"/>
              <a:gd name="connsiteY21" fmla="*/ 501497 h 926343"/>
              <a:gd name="connsiteX22" fmla="*/ 4149638 w 4875349"/>
              <a:gd name="connsiteY22" fmla="*/ 501497 h 926343"/>
              <a:gd name="connsiteX23" fmla="*/ 4149638 w 4875349"/>
              <a:gd name="connsiteY23" fmla="*/ 388985 h 926343"/>
              <a:gd name="connsiteX24" fmla="*/ 4169419 w 4875349"/>
              <a:gd name="connsiteY24" fmla="*/ 388985 h 926343"/>
              <a:gd name="connsiteX25" fmla="*/ 4169419 w 4875349"/>
              <a:gd name="connsiteY25" fmla="*/ 501497 h 926343"/>
              <a:gd name="connsiteX26" fmla="*/ 4270675 w 4875349"/>
              <a:gd name="connsiteY26" fmla="*/ 387709 h 926343"/>
              <a:gd name="connsiteX27" fmla="*/ 4267016 w 4875349"/>
              <a:gd name="connsiteY27" fmla="*/ 406922 h 926343"/>
              <a:gd name="connsiteX28" fmla="*/ 4257138 w 4875349"/>
              <a:gd name="connsiteY28" fmla="*/ 405632 h 926343"/>
              <a:gd name="connsiteX29" fmla="*/ 4230050 w 4875349"/>
              <a:gd name="connsiteY29" fmla="*/ 437236 h 926343"/>
              <a:gd name="connsiteX30" fmla="*/ 4230050 w 4875349"/>
              <a:gd name="connsiteY30" fmla="*/ 501498 h 926343"/>
              <a:gd name="connsiteX31" fmla="*/ 4210269 w 4875349"/>
              <a:gd name="connsiteY31" fmla="*/ 501498 h 926343"/>
              <a:gd name="connsiteX32" fmla="*/ 4210269 w 4875349"/>
              <a:gd name="connsiteY32" fmla="*/ 388999 h 926343"/>
              <a:gd name="connsiteX33" fmla="*/ 4227253 w 4875349"/>
              <a:gd name="connsiteY33" fmla="*/ 388999 h 926343"/>
              <a:gd name="connsiteX34" fmla="*/ 4229188 w 4875349"/>
              <a:gd name="connsiteY34" fmla="*/ 411834 h 926343"/>
              <a:gd name="connsiteX35" fmla="*/ 4259498 w 4875349"/>
              <a:gd name="connsiteY35" fmla="*/ 386419 h 926343"/>
              <a:gd name="connsiteX36" fmla="*/ 4270675 w 4875349"/>
              <a:gd name="connsiteY36" fmla="*/ 387709 h 926343"/>
              <a:gd name="connsiteX37" fmla="*/ 4362473 w 4875349"/>
              <a:gd name="connsiteY37" fmla="*/ 399240 h 926343"/>
              <a:gd name="connsiteX38" fmla="*/ 4354080 w 4875349"/>
              <a:gd name="connsiteY38" fmla="*/ 411619 h 926343"/>
              <a:gd name="connsiteX39" fmla="*/ 4324646 w 4875349"/>
              <a:gd name="connsiteY39" fmla="*/ 402019 h 926343"/>
              <a:gd name="connsiteX40" fmla="*/ 4303790 w 4875349"/>
              <a:gd name="connsiteY40" fmla="*/ 416742 h 926343"/>
              <a:gd name="connsiteX41" fmla="*/ 4328079 w 4875349"/>
              <a:gd name="connsiteY41" fmla="*/ 434888 h 926343"/>
              <a:gd name="connsiteX42" fmla="*/ 4365695 w 4875349"/>
              <a:gd name="connsiteY42" fmla="*/ 469903 h 926343"/>
              <a:gd name="connsiteX43" fmla="*/ 4320986 w 4875349"/>
              <a:gd name="connsiteY43" fmla="*/ 504062 h 926343"/>
              <a:gd name="connsiteX44" fmla="*/ 4278214 w 4875349"/>
              <a:gd name="connsiteY44" fmla="*/ 489327 h 926343"/>
              <a:gd name="connsiteX45" fmla="*/ 4288741 w 4875349"/>
              <a:gd name="connsiteY45" fmla="*/ 477370 h 926343"/>
              <a:gd name="connsiteX46" fmla="*/ 4320549 w 4875349"/>
              <a:gd name="connsiteY46" fmla="*/ 488260 h 926343"/>
              <a:gd name="connsiteX47" fmla="*/ 4344839 w 4875349"/>
              <a:gd name="connsiteY47" fmla="*/ 471180 h 926343"/>
              <a:gd name="connsiteX48" fmla="*/ 4317327 w 4875349"/>
              <a:gd name="connsiteY48" fmla="*/ 450045 h 926343"/>
              <a:gd name="connsiteX49" fmla="*/ 4283147 w 4875349"/>
              <a:gd name="connsiteY49" fmla="*/ 417387 h 926343"/>
              <a:gd name="connsiteX50" fmla="*/ 4323996 w 4875349"/>
              <a:gd name="connsiteY50" fmla="*/ 386428 h 926343"/>
              <a:gd name="connsiteX51" fmla="*/ 4362473 w 4875349"/>
              <a:gd name="connsiteY51" fmla="*/ 399240 h 926343"/>
              <a:gd name="connsiteX52" fmla="*/ 4450831 w 4875349"/>
              <a:gd name="connsiteY52" fmla="*/ 496374 h 926343"/>
              <a:gd name="connsiteX53" fmla="*/ 4425467 w 4875349"/>
              <a:gd name="connsiteY53" fmla="*/ 504064 h 926343"/>
              <a:gd name="connsiteX54" fmla="*/ 4394933 w 4875349"/>
              <a:gd name="connsiteY54" fmla="*/ 472039 h 926343"/>
              <a:gd name="connsiteX55" fmla="*/ 4394933 w 4875349"/>
              <a:gd name="connsiteY55" fmla="*/ 404142 h 926343"/>
              <a:gd name="connsiteX56" fmla="*/ 4375164 w 4875349"/>
              <a:gd name="connsiteY56" fmla="*/ 404142 h 926343"/>
              <a:gd name="connsiteX57" fmla="*/ 4375164 w 4875349"/>
              <a:gd name="connsiteY57" fmla="*/ 388998 h 926343"/>
              <a:gd name="connsiteX58" fmla="*/ 4394933 w 4875349"/>
              <a:gd name="connsiteY58" fmla="*/ 388998 h 926343"/>
              <a:gd name="connsiteX59" fmla="*/ 4394933 w 4875349"/>
              <a:gd name="connsiteY59" fmla="*/ 363583 h 926343"/>
              <a:gd name="connsiteX60" fmla="*/ 4414715 w 4875349"/>
              <a:gd name="connsiteY60" fmla="*/ 361226 h 926343"/>
              <a:gd name="connsiteX61" fmla="*/ 4414715 w 4875349"/>
              <a:gd name="connsiteY61" fmla="*/ 388998 h 926343"/>
              <a:gd name="connsiteX62" fmla="*/ 4441590 w 4875349"/>
              <a:gd name="connsiteY62" fmla="*/ 388998 h 926343"/>
              <a:gd name="connsiteX63" fmla="*/ 4439429 w 4875349"/>
              <a:gd name="connsiteY63" fmla="*/ 404142 h 926343"/>
              <a:gd name="connsiteX64" fmla="*/ 4414715 w 4875349"/>
              <a:gd name="connsiteY64" fmla="*/ 404142 h 926343"/>
              <a:gd name="connsiteX65" fmla="*/ 4414715 w 4875349"/>
              <a:gd name="connsiteY65" fmla="*/ 471183 h 926343"/>
              <a:gd name="connsiteX66" fmla="*/ 4428252 w 4875349"/>
              <a:gd name="connsiteY66" fmla="*/ 487841 h 926343"/>
              <a:gd name="connsiteX67" fmla="*/ 4443301 w 4875349"/>
              <a:gd name="connsiteY67" fmla="*/ 483351 h 926343"/>
              <a:gd name="connsiteX68" fmla="*/ 4450831 w 4875349"/>
              <a:gd name="connsiteY68" fmla="*/ 496374 h 926343"/>
              <a:gd name="connsiteX69" fmla="*/ 4491457 w 4875349"/>
              <a:gd name="connsiteY69" fmla="*/ 489118 h 926343"/>
              <a:gd name="connsiteX70" fmla="*/ 4476408 w 4875349"/>
              <a:gd name="connsiteY70" fmla="*/ 504064 h 926343"/>
              <a:gd name="connsiteX71" fmla="*/ 4461572 w 4875349"/>
              <a:gd name="connsiteY71" fmla="*/ 489118 h 926343"/>
              <a:gd name="connsiteX72" fmla="*/ 4476408 w 4875349"/>
              <a:gd name="connsiteY72" fmla="*/ 474383 h 926343"/>
              <a:gd name="connsiteX73" fmla="*/ 4491457 w 4875349"/>
              <a:gd name="connsiteY73" fmla="*/ 489118 h 926343"/>
              <a:gd name="connsiteX74" fmla="*/ 3521774 w 4875349"/>
              <a:gd name="connsiteY74" fmla="*/ 366146 h 926343"/>
              <a:gd name="connsiteX75" fmla="*/ 3505002 w 4875349"/>
              <a:gd name="connsiteY75" fmla="*/ 385996 h 926343"/>
              <a:gd name="connsiteX76" fmla="*/ 3478129 w 4875349"/>
              <a:gd name="connsiteY76" fmla="*/ 375748 h 926343"/>
              <a:gd name="connsiteX77" fmla="*/ 3445681 w 4875349"/>
              <a:gd name="connsiteY77" fmla="*/ 427204 h 926343"/>
              <a:gd name="connsiteX78" fmla="*/ 3478562 w 4875349"/>
              <a:gd name="connsiteY78" fmla="*/ 478013 h 926343"/>
              <a:gd name="connsiteX79" fmla="*/ 3507795 w 4875349"/>
              <a:gd name="connsiteY79" fmla="*/ 466055 h 926343"/>
              <a:gd name="connsiteX80" fmla="*/ 3523496 w 4875349"/>
              <a:gd name="connsiteY80" fmla="*/ 486133 h 926343"/>
              <a:gd name="connsiteX81" fmla="*/ 3476841 w 4875349"/>
              <a:gd name="connsiteY81" fmla="*/ 505135 h 926343"/>
              <a:gd name="connsiteX82" fmla="*/ 3408707 w 4875349"/>
              <a:gd name="connsiteY82" fmla="*/ 427204 h 926343"/>
              <a:gd name="connsiteX83" fmla="*/ 3476419 w 4875349"/>
              <a:gd name="connsiteY83" fmla="*/ 349918 h 926343"/>
              <a:gd name="connsiteX84" fmla="*/ 3521774 w 4875349"/>
              <a:gd name="connsiteY84" fmla="*/ 366145 h 926343"/>
              <a:gd name="connsiteX85" fmla="*/ 3537463 w 4875349"/>
              <a:gd name="connsiteY85" fmla="*/ 472680 h 926343"/>
              <a:gd name="connsiteX86" fmla="*/ 3537463 w 4875349"/>
              <a:gd name="connsiteY86" fmla="*/ 343090 h 926343"/>
              <a:gd name="connsiteX87" fmla="*/ 3571428 w 4875349"/>
              <a:gd name="connsiteY87" fmla="*/ 339455 h 926343"/>
              <a:gd name="connsiteX88" fmla="*/ 3571428 w 4875349"/>
              <a:gd name="connsiteY88" fmla="*/ 471401 h 926343"/>
              <a:gd name="connsiteX89" fmla="*/ 3577231 w 4875349"/>
              <a:gd name="connsiteY89" fmla="*/ 478444 h 926343"/>
              <a:gd name="connsiteX90" fmla="*/ 3582818 w 4875349"/>
              <a:gd name="connsiteY90" fmla="*/ 477380 h 926343"/>
              <a:gd name="connsiteX91" fmla="*/ 3589475 w 4875349"/>
              <a:gd name="connsiteY91" fmla="*/ 501284 h 926343"/>
              <a:gd name="connsiteX92" fmla="*/ 3568839 w 4875349"/>
              <a:gd name="connsiteY92" fmla="*/ 505135 h 926343"/>
              <a:gd name="connsiteX93" fmla="*/ 3537463 w 4875349"/>
              <a:gd name="connsiteY93" fmla="*/ 472680 h 926343"/>
              <a:gd name="connsiteX94" fmla="*/ 3708782 w 4875349"/>
              <a:gd name="connsiteY94" fmla="*/ 444927 h 926343"/>
              <a:gd name="connsiteX95" fmla="*/ 3652892 w 4875349"/>
              <a:gd name="connsiteY95" fmla="*/ 505123 h 926343"/>
              <a:gd name="connsiteX96" fmla="*/ 3597003 w 4875349"/>
              <a:gd name="connsiteY96" fmla="*/ 444712 h 926343"/>
              <a:gd name="connsiteX97" fmla="*/ 3652892 w 4875349"/>
              <a:gd name="connsiteY97" fmla="*/ 384502 h 926343"/>
              <a:gd name="connsiteX98" fmla="*/ 3708782 w 4875349"/>
              <a:gd name="connsiteY98" fmla="*/ 444927 h 926343"/>
              <a:gd name="connsiteX99" fmla="*/ 3632256 w 4875349"/>
              <a:gd name="connsiteY99" fmla="*/ 444712 h 926343"/>
              <a:gd name="connsiteX100" fmla="*/ 3652892 w 4875349"/>
              <a:gd name="connsiteY100" fmla="*/ 480371 h 926343"/>
              <a:gd name="connsiteX101" fmla="*/ 3673529 w 4875349"/>
              <a:gd name="connsiteY101" fmla="*/ 444927 h 926343"/>
              <a:gd name="connsiteX102" fmla="*/ 3652892 w 4875349"/>
              <a:gd name="connsiteY102" fmla="*/ 409267 h 926343"/>
              <a:gd name="connsiteX103" fmla="*/ 3632256 w 4875349"/>
              <a:gd name="connsiteY103" fmla="*/ 444712 h 926343"/>
              <a:gd name="connsiteX104" fmla="*/ 3827431 w 4875349"/>
              <a:gd name="connsiteY104" fmla="*/ 501502 h 926343"/>
              <a:gd name="connsiteX105" fmla="*/ 3797981 w 4875349"/>
              <a:gd name="connsiteY105" fmla="*/ 501502 h 926343"/>
              <a:gd name="connsiteX106" fmla="*/ 3796477 w 4875349"/>
              <a:gd name="connsiteY106" fmla="*/ 487200 h 926343"/>
              <a:gd name="connsiteX107" fmla="*/ 3761874 w 4875349"/>
              <a:gd name="connsiteY107" fmla="*/ 505125 h 926343"/>
              <a:gd name="connsiteX108" fmla="*/ 3730052 w 4875349"/>
              <a:gd name="connsiteY108" fmla="*/ 469478 h 926343"/>
              <a:gd name="connsiteX109" fmla="*/ 3730052 w 4875349"/>
              <a:gd name="connsiteY109" fmla="*/ 388139 h 926343"/>
              <a:gd name="connsiteX110" fmla="*/ 3764017 w 4875349"/>
              <a:gd name="connsiteY110" fmla="*/ 388139 h 926343"/>
              <a:gd name="connsiteX111" fmla="*/ 3764017 w 4875349"/>
              <a:gd name="connsiteY111" fmla="*/ 465209 h 926343"/>
              <a:gd name="connsiteX112" fmla="*/ 3774985 w 4875349"/>
              <a:gd name="connsiteY112" fmla="*/ 480157 h 926343"/>
              <a:gd name="connsiteX113" fmla="*/ 3793466 w 4875349"/>
              <a:gd name="connsiteY113" fmla="*/ 466919 h 926343"/>
              <a:gd name="connsiteX114" fmla="*/ 3793466 w 4875349"/>
              <a:gd name="connsiteY114" fmla="*/ 388139 h 926343"/>
              <a:gd name="connsiteX115" fmla="*/ 3827431 w 4875349"/>
              <a:gd name="connsiteY115" fmla="*/ 388139 h 926343"/>
              <a:gd name="connsiteX116" fmla="*/ 3827431 w 4875349"/>
              <a:gd name="connsiteY116" fmla="*/ 501502 h 926343"/>
              <a:gd name="connsiteX117" fmla="*/ 3956398 w 4875349"/>
              <a:gd name="connsiteY117" fmla="*/ 343082 h 926343"/>
              <a:gd name="connsiteX118" fmla="*/ 3956398 w 4875349"/>
              <a:gd name="connsiteY118" fmla="*/ 501503 h 926343"/>
              <a:gd name="connsiteX119" fmla="*/ 3926297 w 4875349"/>
              <a:gd name="connsiteY119" fmla="*/ 501503 h 926343"/>
              <a:gd name="connsiteX120" fmla="*/ 3924589 w 4875349"/>
              <a:gd name="connsiteY120" fmla="*/ 488265 h 926343"/>
              <a:gd name="connsiteX121" fmla="*/ 3892129 w 4875349"/>
              <a:gd name="connsiteY121" fmla="*/ 505126 h 926343"/>
              <a:gd name="connsiteX122" fmla="*/ 3848700 w 4875349"/>
              <a:gd name="connsiteY122" fmla="*/ 444499 h 926343"/>
              <a:gd name="connsiteX123" fmla="*/ 3895343 w 4875349"/>
              <a:gd name="connsiteY123" fmla="*/ 384505 h 926343"/>
              <a:gd name="connsiteX124" fmla="*/ 3922433 w 4875349"/>
              <a:gd name="connsiteY124" fmla="*/ 395184 h 926343"/>
              <a:gd name="connsiteX125" fmla="*/ 3922433 w 4875349"/>
              <a:gd name="connsiteY125" fmla="*/ 339459 h 926343"/>
              <a:gd name="connsiteX126" fmla="*/ 3956398 w 4875349"/>
              <a:gd name="connsiteY126" fmla="*/ 343082 h 926343"/>
              <a:gd name="connsiteX127" fmla="*/ 3922433 w 4875349"/>
              <a:gd name="connsiteY127" fmla="*/ 467554 h 926343"/>
              <a:gd name="connsiteX128" fmla="*/ 3922433 w 4875349"/>
              <a:gd name="connsiteY128" fmla="*/ 418669 h 926343"/>
              <a:gd name="connsiteX129" fmla="*/ 3904590 w 4875349"/>
              <a:gd name="connsiteY129" fmla="*/ 409055 h 926343"/>
              <a:gd name="connsiteX130" fmla="*/ 3883953 w 4875349"/>
              <a:gd name="connsiteY130" fmla="*/ 444714 h 926343"/>
              <a:gd name="connsiteX131" fmla="*/ 3902651 w 4875349"/>
              <a:gd name="connsiteY131" fmla="*/ 480361 h 926343"/>
              <a:gd name="connsiteX132" fmla="*/ 3922433 w 4875349"/>
              <a:gd name="connsiteY132" fmla="*/ 467554 h 926343"/>
              <a:gd name="connsiteX133" fmla="*/ 3476419 w 4875349"/>
              <a:gd name="connsiteY133" fmla="*/ 113000 h 926343"/>
              <a:gd name="connsiteX134" fmla="*/ 3408707 w 4875349"/>
              <a:gd name="connsiteY134" fmla="*/ 190285 h 926343"/>
              <a:gd name="connsiteX135" fmla="*/ 3476841 w 4875349"/>
              <a:gd name="connsiteY135" fmla="*/ 268216 h 926343"/>
              <a:gd name="connsiteX136" fmla="*/ 3523496 w 4875349"/>
              <a:gd name="connsiteY136" fmla="*/ 249215 h 926343"/>
              <a:gd name="connsiteX137" fmla="*/ 3507795 w 4875349"/>
              <a:gd name="connsiteY137" fmla="*/ 229136 h 926343"/>
              <a:gd name="connsiteX138" fmla="*/ 3478562 w 4875349"/>
              <a:gd name="connsiteY138" fmla="*/ 241095 h 926343"/>
              <a:gd name="connsiteX139" fmla="*/ 3445681 w 4875349"/>
              <a:gd name="connsiteY139" fmla="*/ 190285 h 926343"/>
              <a:gd name="connsiteX140" fmla="*/ 3478129 w 4875349"/>
              <a:gd name="connsiteY140" fmla="*/ 138829 h 926343"/>
              <a:gd name="connsiteX141" fmla="*/ 3505002 w 4875349"/>
              <a:gd name="connsiteY141" fmla="*/ 149077 h 926343"/>
              <a:gd name="connsiteX142" fmla="*/ 3521774 w 4875349"/>
              <a:gd name="connsiteY142" fmla="*/ 129227 h 926343"/>
              <a:gd name="connsiteX143" fmla="*/ 3476419 w 4875349"/>
              <a:gd name="connsiteY143" fmla="*/ 113000 h 926343"/>
              <a:gd name="connsiteX144" fmla="*/ 3633546 w 4875349"/>
              <a:gd name="connsiteY144" fmla="*/ 264584 h 926343"/>
              <a:gd name="connsiteX145" fmla="*/ 3604096 w 4875349"/>
              <a:gd name="connsiteY145" fmla="*/ 264584 h 926343"/>
              <a:gd name="connsiteX146" fmla="*/ 3602591 w 4875349"/>
              <a:gd name="connsiteY146" fmla="*/ 250282 h 926343"/>
              <a:gd name="connsiteX147" fmla="*/ 3567988 w 4875349"/>
              <a:gd name="connsiteY147" fmla="*/ 268220 h 926343"/>
              <a:gd name="connsiteX148" fmla="*/ 3536166 w 4875349"/>
              <a:gd name="connsiteY148" fmla="*/ 232560 h 926343"/>
              <a:gd name="connsiteX149" fmla="*/ 3536166 w 4875349"/>
              <a:gd name="connsiteY149" fmla="*/ 151221 h 926343"/>
              <a:gd name="connsiteX150" fmla="*/ 3570131 w 4875349"/>
              <a:gd name="connsiteY150" fmla="*/ 151221 h 926343"/>
              <a:gd name="connsiteX151" fmla="*/ 3570131 w 4875349"/>
              <a:gd name="connsiteY151" fmla="*/ 228291 h 926343"/>
              <a:gd name="connsiteX152" fmla="*/ 3581100 w 4875349"/>
              <a:gd name="connsiteY152" fmla="*/ 243239 h 926343"/>
              <a:gd name="connsiteX153" fmla="*/ 3599580 w 4875349"/>
              <a:gd name="connsiteY153" fmla="*/ 230001 h 926343"/>
              <a:gd name="connsiteX154" fmla="*/ 3599580 w 4875349"/>
              <a:gd name="connsiteY154" fmla="*/ 151221 h 926343"/>
              <a:gd name="connsiteX155" fmla="*/ 3633546 w 4875349"/>
              <a:gd name="connsiteY155" fmla="*/ 151221 h 926343"/>
              <a:gd name="connsiteX156" fmla="*/ 3633546 w 4875349"/>
              <a:gd name="connsiteY156" fmla="*/ 264584 h 926343"/>
              <a:gd name="connsiteX157" fmla="*/ 3744461 w 4875349"/>
              <a:gd name="connsiteY157" fmla="*/ 161465 h 926343"/>
              <a:gd name="connsiteX158" fmla="*/ 3732000 w 4875349"/>
              <a:gd name="connsiteY158" fmla="*/ 180466 h 926343"/>
              <a:gd name="connsiteX159" fmla="*/ 3703838 w 4875349"/>
              <a:gd name="connsiteY159" fmla="*/ 171713 h 926343"/>
              <a:gd name="connsiteX160" fmla="*/ 3690076 w 4875349"/>
              <a:gd name="connsiteY160" fmla="*/ 180251 h 926343"/>
              <a:gd name="connsiteX161" fmla="*/ 3713506 w 4875349"/>
              <a:gd name="connsiteY161" fmla="*/ 194768 h 926343"/>
              <a:gd name="connsiteX162" fmla="*/ 3748759 w 4875349"/>
              <a:gd name="connsiteY162" fmla="*/ 230845 h 926343"/>
              <a:gd name="connsiteX163" fmla="*/ 3698022 w 4875349"/>
              <a:gd name="connsiteY163" fmla="*/ 268215 h 926343"/>
              <a:gd name="connsiteX164" fmla="*/ 3650308 w 4875349"/>
              <a:gd name="connsiteY164" fmla="*/ 251342 h 926343"/>
              <a:gd name="connsiteX165" fmla="*/ 3666864 w 4875349"/>
              <a:gd name="connsiteY165" fmla="*/ 232986 h 926343"/>
              <a:gd name="connsiteX166" fmla="*/ 3697167 w 4875349"/>
              <a:gd name="connsiteY166" fmla="*/ 244083 h 926343"/>
              <a:gd name="connsiteX167" fmla="*/ 3713723 w 4875349"/>
              <a:gd name="connsiteY167" fmla="*/ 233417 h 926343"/>
              <a:gd name="connsiteX168" fmla="*/ 3689643 w 4875349"/>
              <a:gd name="connsiteY168" fmla="*/ 217608 h 926343"/>
              <a:gd name="connsiteX169" fmla="*/ 3655895 w 4875349"/>
              <a:gd name="connsiteY169" fmla="*/ 182176 h 926343"/>
              <a:gd name="connsiteX170" fmla="*/ 3702550 w 4875349"/>
              <a:gd name="connsiteY170" fmla="*/ 147594 h 926343"/>
              <a:gd name="connsiteX171" fmla="*/ 3744461 w 4875349"/>
              <a:gd name="connsiteY171" fmla="*/ 161465 h 926343"/>
              <a:gd name="connsiteX172" fmla="*/ 3839894 w 4875349"/>
              <a:gd name="connsiteY172" fmla="*/ 259246 h 926343"/>
              <a:gd name="connsiteX173" fmla="*/ 3808939 w 4875349"/>
              <a:gd name="connsiteY173" fmla="*/ 268215 h 926343"/>
              <a:gd name="connsiteX174" fmla="*/ 3771543 w 4875349"/>
              <a:gd name="connsiteY174" fmla="*/ 227222 h 926343"/>
              <a:gd name="connsiteX175" fmla="*/ 3771543 w 4875349"/>
              <a:gd name="connsiteY175" fmla="*/ 174702 h 926343"/>
              <a:gd name="connsiteX176" fmla="*/ 3755421 w 4875349"/>
              <a:gd name="connsiteY176" fmla="*/ 174702 h 926343"/>
              <a:gd name="connsiteX177" fmla="*/ 3755421 w 4875349"/>
              <a:gd name="connsiteY177" fmla="*/ 151216 h 926343"/>
              <a:gd name="connsiteX178" fmla="*/ 3771543 w 4875349"/>
              <a:gd name="connsiteY178" fmla="*/ 151216 h 926343"/>
              <a:gd name="connsiteX179" fmla="*/ 3771543 w 4875349"/>
              <a:gd name="connsiteY179" fmla="*/ 126667 h 926343"/>
              <a:gd name="connsiteX180" fmla="*/ 3805495 w 4875349"/>
              <a:gd name="connsiteY180" fmla="*/ 122828 h 926343"/>
              <a:gd name="connsiteX181" fmla="*/ 3805495 w 4875349"/>
              <a:gd name="connsiteY181" fmla="*/ 151216 h 926343"/>
              <a:gd name="connsiteX182" fmla="*/ 3831731 w 4875349"/>
              <a:gd name="connsiteY182" fmla="*/ 151216 h 926343"/>
              <a:gd name="connsiteX183" fmla="*/ 3828070 w 4875349"/>
              <a:gd name="connsiteY183" fmla="*/ 174702 h 926343"/>
              <a:gd name="connsiteX184" fmla="*/ 3805495 w 4875349"/>
              <a:gd name="connsiteY184" fmla="*/ 174702 h 926343"/>
              <a:gd name="connsiteX185" fmla="*/ 3805495 w 4875349"/>
              <a:gd name="connsiteY185" fmla="*/ 226792 h 926343"/>
              <a:gd name="connsiteX186" fmla="*/ 3816247 w 4875349"/>
              <a:gd name="connsiteY186" fmla="*/ 241524 h 926343"/>
              <a:gd name="connsiteX187" fmla="*/ 3828504 w 4875349"/>
              <a:gd name="connsiteY187" fmla="*/ 237901 h 926343"/>
              <a:gd name="connsiteX188" fmla="*/ 3839894 w 4875349"/>
              <a:gd name="connsiteY188" fmla="*/ 259246 h 926343"/>
              <a:gd name="connsiteX189" fmla="*/ 3954894 w 4875349"/>
              <a:gd name="connsiteY189" fmla="*/ 208009 h 926343"/>
              <a:gd name="connsiteX190" fmla="*/ 3899004 w 4875349"/>
              <a:gd name="connsiteY190" fmla="*/ 268219 h 926343"/>
              <a:gd name="connsiteX191" fmla="*/ 3843115 w 4875349"/>
              <a:gd name="connsiteY191" fmla="*/ 207794 h 926343"/>
              <a:gd name="connsiteX192" fmla="*/ 3899004 w 4875349"/>
              <a:gd name="connsiteY192" fmla="*/ 147585 h 926343"/>
              <a:gd name="connsiteX193" fmla="*/ 3954894 w 4875349"/>
              <a:gd name="connsiteY193" fmla="*/ 208009 h 926343"/>
              <a:gd name="connsiteX194" fmla="*/ 3878368 w 4875349"/>
              <a:gd name="connsiteY194" fmla="*/ 207794 h 926343"/>
              <a:gd name="connsiteX195" fmla="*/ 3899004 w 4875349"/>
              <a:gd name="connsiteY195" fmla="*/ 243453 h 926343"/>
              <a:gd name="connsiteX196" fmla="*/ 3919641 w 4875349"/>
              <a:gd name="connsiteY196" fmla="*/ 208009 h 926343"/>
              <a:gd name="connsiteX197" fmla="*/ 3899004 w 4875349"/>
              <a:gd name="connsiteY197" fmla="*/ 172350 h 926343"/>
              <a:gd name="connsiteX198" fmla="*/ 3878368 w 4875349"/>
              <a:gd name="connsiteY198" fmla="*/ 207794 h 926343"/>
              <a:gd name="connsiteX199" fmla="*/ 4132231 w 4875349"/>
              <a:gd name="connsiteY199" fmla="*/ 181748 h 926343"/>
              <a:gd name="connsiteX200" fmla="*/ 4132231 w 4875349"/>
              <a:gd name="connsiteY200" fmla="*/ 264582 h 926343"/>
              <a:gd name="connsiteX201" fmla="*/ 4098266 w 4875349"/>
              <a:gd name="connsiteY201" fmla="*/ 264582 h 926343"/>
              <a:gd name="connsiteX202" fmla="*/ 4098266 w 4875349"/>
              <a:gd name="connsiteY202" fmla="*/ 187512 h 926343"/>
              <a:gd name="connsiteX203" fmla="*/ 4088598 w 4875349"/>
              <a:gd name="connsiteY203" fmla="*/ 172349 h 926343"/>
              <a:gd name="connsiteX204" fmla="*/ 4071176 w 4875349"/>
              <a:gd name="connsiteY204" fmla="*/ 187081 h 926343"/>
              <a:gd name="connsiteX205" fmla="*/ 4071176 w 4875349"/>
              <a:gd name="connsiteY205" fmla="*/ 264582 h 926343"/>
              <a:gd name="connsiteX206" fmla="*/ 4037224 w 4875349"/>
              <a:gd name="connsiteY206" fmla="*/ 264582 h 926343"/>
              <a:gd name="connsiteX207" fmla="*/ 4037224 w 4875349"/>
              <a:gd name="connsiteY207" fmla="*/ 187512 h 926343"/>
              <a:gd name="connsiteX208" fmla="*/ 4027543 w 4875349"/>
              <a:gd name="connsiteY208" fmla="*/ 172349 h 926343"/>
              <a:gd name="connsiteX209" fmla="*/ 4010134 w 4875349"/>
              <a:gd name="connsiteY209" fmla="*/ 187081 h 926343"/>
              <a:gd name="connsiteX210" fmla="*/ 4010134 w 4875349"/>
              <a:gd name="connsiteY210" fmla="*/ 264582 h 926343"/>
              <a:gd name="connsiteX211" fmla="*/ 3976168 w 4875349"/>
              <a:gd name="connsiteY211" fmla="*/ 264582 h 926343"/>
              <a:gd name="connsiteX212" fmla="*/ 3976168 w 4875349"/>
              <a:gd name="connsiteY212" fmla="*/ 151219 h 926343"/>
              <a:gd name="connsiteX213" fmla="*/ 4005836 w 4875349"/>
              <a:gd name="connsiteY213" fmla="*/ 151219 h 926343"/>
              <a:gd name="connsiteX214" fmla="*/ 4008208 w 4875349"/>
              <a:gd name="connsiteY214" fmla="*/ 164457 h 926343"/>
              <a:gd name="connsiteX215" fmla="*/ 4041305 w 4875349"/>
              <a:gd name="connsiteY215" fmla="*/ 147583 h 926343"/>
              <a:gd name="connsiteX216" fmla="*/ 4068179 w 4875349"/>
              <a:gd name="connsiteY216" fmla="*/ 165521 h 926343"/>
              <a:gd name="connsiteX217" fmla="*/ 4102347 w 4875349"/>
              <a:gd name="connsiteY217" fmla="*/ 147583 h 926343"/>
              <a:gd name="connsiteX218" fmla="*/ 4132231 w 4875349"/>
              <a:gd name="connsiteY218" fmla="*/ 181748 h 926343"/>
              <a:gd name="connsiteX219" fmla="*/ 4258838 w 4875349"/>
              <a:gd name="connsiteY219" fmla="*/ 217827 h 926343"/>
              <a:gd name="connsiteX220" fmla="*/ 4188115 w 4875349"/>
              <a:gd name="connsiteY220" fmla="*/ 217827 h 926343"/>
              <a:gd name="connsiteX221" fmla="*/ 4214122 w 4875349"/>
              <a:gd name="connsiteY221" fmla="*/ 243656 h 926343"/>
              <a:gd name="connsiteX222" fmla="*/ 4241429 w 4875349"/>
              <a:gd name="connsiteY222" fmla="*/ 233623 h 926343"/>
              <a:gd name="connsiteX223" fmla="*/ 4255394 w 4875349"/>
              <a:gd name="connsiteY223" fmla="*/ 252409 h 926343"/>
              <a:gd name="connsiteX224" fmla="*/ 4210894 w 4875349"/>
              <a:gd name="connsiteY224" fmla="*/ 268219 h 926343"/>
              <a:gd name="connsiteX225" fmla="*/ 4153499 w 4875349"/>
              <a:gd name="connsiteY225" fmla="*/ 208440 h 926343"/>
              <a:gd name="connsiteX226" fmla="*/ 4206812 w 4875349"/>
              <a:gd name="connsiteY226" fmla="*/ 147585 h 926343"/>
              <a:gd name="connsiteX227" fmla="*/ 4259475 w 4875349"/>
              <a:gd name="connsiteY227" fmla="*/ 205666 h 926343"/>
              <a:gd name="connsiteX228" fmla="*/ 4258838 w 4875349"/>
              <a:gd name="connsiteY228" fmla="*/ 217827 h 926343"/>
              <a:gd name="connsiteX229" fmla="*/ 4226161 w 4875349"/>
              <a:gd name="connsiteY229" fmla="*/ 196051 h 926343"/>
              <a:gd name="connsiteX230" fmla="*/ 4207680 w 4875349"/>
              <a:gd name="connsiteY230" fmla="*/ 170006 h 926343"/>
              <a:gd name="connsiteX231" fmla="*/ 4188115 w 4875349"/>
              <a:gd name="connsiteY231" fmla="*/ 197546 h 926343"/>
              <a:gd name="connsiteX232" fmla="*/ 4226161 w 4875349"/>
              <a:gd name="connsiteY232" fmla="*/ 197546 h 926343"/>
              <a:gd name="connsiteX233" fmla="*/ 4226161 w 4875349"/>
              <a:gd name="connsiteY233" fmla="*/ 196051 h 926343"/>
              <a:gd name="connsiteX234" fmla="*/ 4429055 w 4875349"/>
              <a:gd name="connsiteY234" fmla="*/ 117480 h 926343"/>
              <a:gd name="connsiteX235" fmla="*/ 4507732 w 4875349"/>
              <a:gd name="connsiteY235" fmla="*/ 117480 h 926343"/>
              <a:gd name="connsiteX236" fmla="*/ 4505359 w 4875349"/>
              <a:gd name="connsiteY236" fmla="*/ 133716 h 926343"/>
              <a:gd name="connsiteX237" fmla="*/ 4449486 w 4875349"/>
              <a:gd name="connsiteY237" fmla="*/ 133716 h 926343"/>
              <a:gd name="connsiteX238" fmla="*/ 4449486 w 4875349"/>
              <a:gd name="connsiteY238" fmla="*/ 183887 h 926343"/>
              <a:gd name="connsiteX239" fmla="*/ 4497841 w 4875349"/>
              <a:gd name="connsiteY239" fmla="*/ 183887 h 926343"/>
              <a:gd name="connsiteX240" fmla="*/ 4497841 w 4875349"/>
              <a:gd name="connsiteY240" fmla="*/ 199900 h 926343"/>
              <a:gd name="connsiteX241" fmla="*/ 4449486 w 4875349"/>
              <a:gd name="connsiteY241" fmla="*/ 199900 h 926343"/>
              <a:gd name="connsiteX242" fmla="*/ 4449486 w 4875349"/>
              <a:gd name="connsiteY242" fmla="*/ 264584 h 926343"/>
              <a:gd name="connsiteX243" fmla="*/ 4429055 w 4875349"/>
              <a:gd name="connsiteY243" fmla="*/ 264584 h 926343"/>
              <a:gd name="connsiteX244" fmla="*/ 4429055 w 4875349"/>
              <a:gd name="connsiteY244" fmla="*/ 117479 h 926343"/>
              <a:gd name="connsiteX245" fmla="*/ 4557185 w 4875349"/>
              <a:gd name="connsiteY245" fmla="*/ 111507 h 926343"/>
              <a:gd name="connsiteX246" fmla="*/ 4543223 w 4875349"/>
              <a:gd name="connsiteY246" fmla="*/ 124742 h 926343"/>
              <a:gd name="connsiteX247" fmla="*/ 4529461 w 4875349"/>
              <a:gd name="connsiteY247" fmla="*/ 111507 h 926343"/>
              <a:gd name="connsiteX248" fmla="*/ 4543223 w 4875349"/>
              <a:gd name="connsiteY248" fmla="*/ 98050 h 926343"/>
              <a:gd name="connsiteX249" fmla="*/ 4557185 w 4875349"/>
              <a:gd name="connsiteY249" fmla="*/ 111507 h 926343"/>
              <a:gd name="connsiteX250" fmla="*/ 4553313 w 4875349"/>
              <a:gd name="connsiteY250" fmla="*/ 264578 h 926343"/>
              <a:gd name="connsiteX251" fmla="*/ 4533532 w 4875349"/>
              <a:gd name="connsiteY251" fmla="*/ 264578 h 926343"/>
              <a:gd name="connsiteX252" fmla="*/ 4533532 w 4875349"/>
              <a:gd name="connsiteY252" fmla="*/ 152066 h 926343"/>
              <a:gd name="connsiteX253" fmla="*/ 4553313 w 4875349"/>
              <a:gd name="connsiteY253" fmla="*/ 152066 h 926343"/>
              <a:gd name="connsiteX254" fmla="*/ 4553313 w 4875349"/>
              <a:gd name="connsiteY254" fmla="*/ 264578 h 926343"/>
              <a:gd name="connsiteX255" fmla="*/ 4654569 w 4875349"/>
              <a:gd name="connsiteY255" fmla="*/ 150790 h 926343"/>
              <a:gd name="connsiteX256" fmla="*/ 4650909 w 4875349"/>
              <a:gd name="connsiteY256" fmla="*/ 170003 h 926343"/>
              <a:gd name="connsiteX257" fmla="*/ 4641032 w 4875349"/>
              <a:gd name="connsiteY257" fmla="*/ 168713 h 926343"/>
              <a:gd name="connsiteX258" fmla="*/ 4613944 w 4875349"/>
              <a:gd name="connsiteY258" fmla="*/ 200317 h 926343"/>
              <a:gd name="connsiteX259" fmla="*/ 4613944 w 4875349"/>
              <a:gd name="connsiteY259" fmla="*/ 264579 h 926343"/>
              <a:gd name="connsiteX260" fmla="*/ 4594163 w 4875349"/>
              <a:gd name="connsiteY260" fmla="*/ 264579 h 926343"/>
              <a:gd name="connsiteX261" fmla="*/ 4594163 w 4875349"/>
              <a:gd name="connsiteY261" fmla="*/ 152080 h 926343"/>
              <a:gd name="connsiteX262" fmla="*/ 4611147 w 4875349"/>
              <a:gd name="connsiteY262" fmla="*/ 152080 h 926343"/>
              <a:gd name="connsiteX263" fmla="*/ 4613082 w 4875349"/>
              <a:gd name="connsiteY263" fmla="*/ 174915 h 926343"/>
              <a:gd name="connsiteX264" fmla="*/ 4643391 w 4875349"/>
              <a:gd name="connsiteY264" fmla="*/ 149500 h 926343"/>
              <a:gd name="connsiteX265" fmla="*/ 4654568 w 4875349"/>
              <a:gd name="connsiteY265" fmla="*/ 150790 h 926343"/>
              <a:gd name="connsiteX266" fmla="*/ 4746366 w 4875349"/>
              <a:gd name="connsiteY266" fmla="*/ 162322 h 926343"/>
              <a:gd name="connsiteX267" fmla="*/ 4737974 w 4875349"/>
              <a:gd name="connsiteY267" fmla="*/ 174700 h 926343"/>
              <a:gd name="connsiteX268" fmla="*/ 4708539 w 4875349"/>
              <a:gd name="connsiteY268" fmla="*/ 165100 h 926343"/>
              <a:gd name="connsiteX269" fmla="*/ 4687684 w 4875349"/>
              <a:gd name="connsiteY269" fmla="*/ 179823 h 926343"/>
              <a:gd name="connsiteX270" fmla="*/ 4711973 w 4875349"/>
              <a:gd name="connsiteY270" fmla="*/ 197969 h 926343"/>
              <a:gd name="connsiteX271" fmla="*/ 4749588 w 4875349"/>
              <a:gd name="connsiteY271" fmla="*/ 232984 h 926343"/>
              <a:gd name="connsiteX272" fmla="*/ 4704880 w 4875349"/>
              <a:gd name="connsiteY272" fmla="*/ 267143 h 926343"/>
              <a:gd name="connsiteX273" fmla="*/ 4662107 w 4875349"/>
              <a:gd name="connsiteY273" fmla="*/ 252408 h 926343"/>
              <a:gd name="connsiteX274" fmla="*/ 4672635 w 4875349"/>
              <a:gd name="connsiteY274" fmla="*/ 240451 h 926343"/>
              <a:gd name="connsiteX275" fmla="*/ 4704443 w 4875349"/>
              <a:gd name="connsiteY275" fmla="*/ 251341 h 926343"/>
              <a:gd name="connsiteX276" fmla="*/ 4728733 w 4875349"/>
              <a:gd name="connsiteY276" fmla="*/ 234261 h 926343"/>
              <a:gd name="connsiteX277" fmla="*/ 4701221 w 4875349"/>
              <a:gd name="connsiteY277" fmla="*/ 213126 h 926343"/>
              <a:gd name="connsiteX278" fmla="*/ 4667040 w 4875349"/>
              <a:gd name="connsiteY278" fmla="*/ 180468 h 926343"/>
              <a:gd name="connsiteX279" fmla="*/ 4707890 w 4875349"/>
              <a:gd name="connsiteY279" fmla="*/ 149509 h 926343"/>
              <a:gd name="connsiteX280" fmla="*/ 4746366 w 4875349"/>
              <a:gd name="connsiteY280" fmla="*/ 162322 h 926343"/>
              <a:gd name="connsiteX281" fmla="*/ 4834725 w 4875349"/>
              <a:gd name="connsiteY281" fmla="*/ 259455 h 926343"/>
              <a:gd name="connsiteX282" fmla="*/ 4809361 w 4875349"/>
              <a:gd name="connsiteY282" fmla="*/ 267145 h 926343"/>
              <a:gd name="connsiteX283" fmla="*/ 4778827 w 4875349"/>
              <a:gd name="connsiteY283" fmla="*/ 235120 h 926343"/>
              <a:gd name="connsiteX284" fmla="*/ 4778827 w 4875349"/>
              <a:gd name="connsiteY284" fmla="*/ 167223 h 926343"/>
              <a:gd name="connsiteX285" fmla="*/ 4759057 w 4875349"/>
              <a:gd name="connsiteY285" fmla="*/ 167223 h 926343"/>
              <a:gd name="connsiteX286" fmla="*/ 4759057 w 4875349"/>
              <a:gd name="connsiteY286" fmla="*/ 152079 h 926343"/>
              <a:gd name="connsiteX287" fmla="*/ 4778827 w 4875349"/>
              <a:gd name="connsiteY287" fmla="*/ 152079 h 926343"/>
              <a:gd name="connsiteX288" fmla="*/ 4778827 w 4875349"/>
              <a:gd name="connsiteY288" fmla="*/ 126664 h 926343"/>
              <a:gd name="connsiteX289" fmla="*/ 4798608 w 4875349"/>
              <a:gd name="connsiteY289" fmla="*/ 124308 h 926343"/>
              <a:gd name="connsiteX290" fmla="*/ 4798608 w 4875349"/>
              <a:gd name="connsiteY290" fmla="*/ 152079 h 926343"/>
              <a:gd name="connsiteX291" fmla="*/ 4825484 w 4875349"/>
              <a:gd name="connsiteY291" fmla="*/ 152079 h 926343"/>
              <a:gd name="connsiteX292" fmla="*/ 4823323 w 4875349"/>
              <a:gd name="connsiteY292" fmla="*/ 167223 h 926343"/>
              <a:gd name="connsiteX293" fmla="*/ 4798608 w 4875349"/>
              <a:gd name="connsiteY293" fmla="*/ 167223 h 926343"/>
              <a:gd name="connsiteX294" fmla="*/ 4798608 w 4875349"/>
              <a:gd name="connsiteY294" fmla="*/ 234264 h 926343"/>
              <a:gd name="connsiteX295" fmla="*/ 4812146 w 4875349"/>
              <a:gd name="connsiteY295" fmla="*/ 250922 h 926343"/>
              <a:gd name="connsiteX296" fmla="*/ 4827194 w 4875349"/>
              <a:gd name="connsiteY296" fmla="*/ 246432 h 926343"/>
              <a:gd name="connsiteX297" fmla="*/ 4834725 w 4875349"/>
              <a:gd name="connsiteY297" fmla="*/ 259455 h 926343"/>
              <a:gd name="connsiteX298" fmla="*/ 4875350 w 4875349"/>
              <a:gd name="connsiteY298" fmla="*/ 252199 h 926343"/>
              <a:gd name="connsiteX299" fmla="*/ 4860302 w 4875349"/>
              <a:gd name="connsiteY299" fmla="*/ 267145 h 926343"/>
              <a:gd name="connsiteX300" fmla="*/ 4845465 w 4875349"/>
              <a:gd name="connsiteY300" fmla="*/ 252199 h 926343"/>
              <a:gd name="connsiteX301" fmla="*/ 4860302 w 4875349"/>
              <a:gd name="connsiteY301" fmla="*/ 237464 h 926343"/>
              <a:gd name="connsiteX302" fmla="*/ 4875350 w 4875349"/>
              <a:gd name="connsiteY302" fmla="*/ 252199 h 926343"/>
              <a:gd name="connsiteX303" fmla="*/ 4354043 w 4875349"/>
              <a:gd name="connsiteY303" fmla="*/ 149509 h 926343"/>
              <a:gd name="connsiteX304" fmla="*/ 4348673 w 4875349"/>
              <a:gd name="connsiteY304" fmla="*/ 182179 h 926343"/>
              <a:gd name="connsiteX305" fmla="*/ 4338355 w 4875349"/>
              <a:gd name="connsiteY305" fmla="*/ 180684 h 926343"/>
              <a:gd name="connsiteX306" fmla="*/ 4314709 w 4875349"/>
              <a:gd name="connsiteY306" fmla="*/ 208439 h 926343"/>
              <a:gd name="connsiteX307" fmla="*/ 4314709 w 4875349"/>
              <a:gd name="connsiteY307" fmla="*/ 264582 h 926343"/>
              <a:gd name="connsiteX308" fmla="*/ 4280743 w 4875349"/>
              <a:gd name="connsiteY308" fmla="*/ 264582 h 926343"/>
              <a:gd name="connsiteX309" fmla="*/ 4280743 w 4875349"/>
              <a:gd name="connsiteY309" fmla="*/ 151219 h 926343"/>
              <a:gd name="connsiteX310" fmla="*/ 4310397 w 4875349"/>
              <a:gd name="connsiteY310" fmla="*/ 151219 h 926343"/>
              <a:gd name="connsiteX311" fmla="*/ 4313203 w 4875349"/>
              <a:gd name="connsiteY311" fmla="*/ 173210 h 926343"/>
              <a:gd name="connsiteX312" fmla="*/ 4342653 w 4875349"/>
              <a:gd name="connsiteY312" fmla="*/ 148014 h 926343"/>
              <a:gd name="connsiteX313" fmla="*/ 4354043 w 4875349"/>
              <a:gd name="connsiteY313" fmla="*/ 149509 h 926343"/>
              <a:gd name="connsiteX314" fmla="*/ 2977074 w 4875349"/>
              <a:gd name="connsiteY314" fmla="*/ 861572 h 926343"/>
              <a:gd name="connsiteX315" fmla="*/ 2938180 w 4875349"/>
              <a:gd name="connsiteY315" fmla="*/ 819204 h 926343"/>
              <a:gd name="connsiteX316" fmla="*/ 2984781 w 4875349"/>
              <a:gd name="connsiteY316" fmla="*/ 776658 h 926343"/>
              <a:gd name="connsiteX317" fmla="*/ 3023675 w 4875349"/>
              <a:gd name="connsiteY317" fmla="*/ 819204 h 926343"/>
              <a:gd name="connsiteX318" fmla="*/ 2977074 w 4875349"/>
              <a:gd name="connsiteY318" fmla="*/ 861572 h 926343"/>
              <a:gd name="connsiteX319" fmla="*/ 2984780 w 4875349"/>
              <a:gd name="connsiteY319" fmla="*/ 782889 h 926343"/>
              <a:gd name="connsiteX320" fmla="*/ 2944273 w 4875349"/>
              <a:gd name="connsiteY320" fmla="*/ 819738 h 926343"/>
              <a:gd name="connsiteX321" fmla="*/ 2977074 w 4875349"/>
              <a:gd name="connsiteY321" fmla="*/ 855519 h 926343"/>
              <a:gd name="connsiteX322" fmla="*/ 3017580 w 4875349"/>
              <a:gd name="connsiteY322" fmla="*/ 818670 h 926343"/>
              <a:gd name="connsiteX323" fmla="*/ 2984780 w 4875349"/>
              <a:gd name="connsiteY323" fmla="*/ 782889 h 926343"/>
              <a:gd name="connsiteX324" fmla="*/ 2988007 w 4875349"/>
              <a:gd name="connsiteY324" fmla="*/ 824366 h 926343"/>
              <a:gd name="connsiteX325" fmla="*/ 3001629 w 4875349"/>
              <a:gd name="connsiteY325" fmla="*/ 806743 h 926343"/>
              <a:gd name="connsiteX326" fmla="*/ 2988186 w 4875349"/>
              <a:gd name="connsiteY326" fmla="*/ 794104 h 926343"/>
              <a:gd name="connsiteX327" fmla="*/ 2971697 w 4875349"/>
              <a:gd name="connsiteY327" fmla="*/ 794104 h 926343"/>
              <a:gd name="connsiteX328" fmla="*/ 2962197 w 4875349"/>
              <a:gd name="connsiteY328" fmla="*/ 844126 h 926343"/>
              <a:gd name="connsiteX329" fmla="*/ 2968470 w 4875349"/>
              <a:gd name="connsiteY329" fmla="*/ 844126 h 926343"/>
              <a:gd name="connsiteX330" fmla="*/ 2972055 w 4875349"/>
              <a:gd name="connsiteY330" fmla="*/ 824900 h 926343"/>
              <a:gd name="connsiteX331" fmla="*/ 2981554 w 4875349"/>
              <a:gd name="connsiteY331" fmla="*/ 824900 h 926343"/>
              <a:gd name="connsiteX332" fmla="*/ 2988186 w 4875349"/>
              <a:gd name="connsiteY332" fmla="*/ 844126 h 926343"/>
              <a:gd name="connsiteX333" fmla="*/ 2994818 w 4875349"/>
              <a:gd name="connsiteY333" fmla="*/ 844126 h 926343"/>
              <a:gd name="connsiteX334" fmla="*/ 2988007 w 4875349"/>
              <a:gd name="connsiteY334" fmla="*/ 824366 h 926343"/>
              <a:gd name="connsiteX335" fmla="*/ 2988007 w 4875349"/>
              <a:gd name="connsiteY335" fmla="*/ 824366 h 926343"/>
              <a:gd name="connsiteX336" fmla="*/ 2995355 w 4875349"/>
              <a:gd name="connsiteY336" fmla="*/ 808879 h 926343"/>
              <a:gd name="connsiteX337" fmla="*/ 2983526 w 4875349"/>
              <a:gd name="connsiteY337" fmla="*/ 818848 h 926343"/>
              <a:gd name="connsiteX338" fmla="*/ 2973130 w 4875349"/>
              <a:gd name="connsiteY338" fmla="*/ 818848 h 926343"/>
              <a:gd name="connsiteX339" fmla="*/ 2976715 w 4875349"/>
              <a:gd name="connsiteY339" fmla="*/ 800156 h 926343"/>
              <a:gd name="connsiteX340" fmla="*/ 2988186 w 4875349"/>
              <a:gd name="connsiteY340" fmla="*/ 800156 h 926343"/>
              <a:gd name="connsiteX341" fmla="*/ 2995355 w 4875349"/>
              <a:gd name="connsiteY341" fmla="*/ 808879 h 926343"/>
              <a:gd name="connsiteX342" fmla="*/ 1498985 w 4875349"/>
              <a:gd name="connsiteY342" fmla="*/ 270374 h 926343"/>
              <a:gd name="connsiteX343" fmla="*/ 1453828 w 4875349"/>
              <a:gd name="connsiteY343" fmla="*/ 227989 h 926343"/>
              <a:gd name="connsiteX344" fmla="*/ 1501834 w 4875349"/>
              <a:gd name="connsiteY344" fmla="*/ 195649 h 926343"/>
              <a:gd name="connsiteX345" fmla="*/ 1597180 w 4875349"/>
              <a:gd name="connsiteY345" fmla="*/ 222644 h 926343"/>
              <a:gd name="connsiteX346" fmla="*/ 1613401 w 4875349"/>
              <a:gd name="connsiteY346" fmla="*/ 137908 h 926343"/>
              <a:gd name="connsiteX347" fmla="*/ 1507205 w 4875349"/>
              <a:gd name="connsiteY347" fmla="*/ 113411 h 926343"/>
              <a:gd name="connsiteX348" fmla="*/ 1340970 w 4875349"/>
              <a:gd name="connsiteY348" fmla="*/ 243327 h 926343"/>
              <a:gd name="connsiteX349" fmla="*/ 1420637 w 4875349"/>
              <a:gd name="connsiteY349" fmla="*/ 342530 h 926343"/>
              <a:gd name="connsiteX350" fmla="*/ 1467348 w 4875349"/>
              <a:gd name="connsiteY350" fmla="*/ 390260 h 926343"/>
              <a:gd name="connsiteX351" fmla="*/ 1420899 w 4875349"/>
              <a:gd name="connsiteY351" fmla="*/ 423380 h 926343"/>
              <a:gd name="connsiteX352" fmla="*/ 1316170 w 4875349"/>
              <a:gd name="connsiteY352" fmla="*/ 394058 h 926343"/>
              <a:gd name="connsiteX353" fmla="*/ 1299920 w 4875349"/>
              <a:gd name="connsiteY353" fmla="*/ 478961 h 926343"/>
              <a:gd name="connsiteX354" fmla="*/ 1410107 w 4875349"/>
              <a:gd name="connsiteY354" fmla="*/ 504852 h 926343"/>
              <a:gd name="connsiteX355" fmla="*/ 1549514 w 4875349"/>
              <a:gd name="connsiteY355" fmla="*/ 458861 h 926343"/>
              <a:gd name="connsiteX356" fmla="*/ 1584075 w 4875349"/>
              <a:gd name="connsiteY356" fmla="*/ 372652 h 926343"/>
              <a:gd name="connsiteX357" fmla="*/ 1498985 w 4875349"/>
              <a:gd name="connsiteY357" fmla="*/ 270374 h 926343"/>
              <a:gd name="connsiteX358" fmla="*/ 970363 w 4875349"/>
              <a:gd name="connsiteY358" fmla="*/ 127406 h 926343"/>
              <a:gd name="connsiteX359" fmla="*/ 952989 w 4875349"/>
              <a:gd name="connsiteY359" fmla="*/ 217938 h 926343"/>
              <a:gd name="connsiteX360" fmla="*/ 891107 w 4875349"/>
              <a:gd name="connsiteY360" fmla="*/ 203307 h 926343"/>
              <a:gd name="connsiteX361" fmla="*/ 763747 w 4875349"/>
              <a:gd name="connsiteY361" fmla="*/ 338997 h 926343"/>
              <a:gd name="connsiteX362" fmla="*/ 837167 w 4875349"/>
              <a:gd name="connsiteY362" fmla="*/ 415748 h 926343"/>
              <a:gd name="connsiteX363" fmla="*/ 930953 w 4875349"/>
              <a:gd name="connsiteY363" fmla="*/ 391664 h 926343"/>
              <a:gd name="connsiteX364" fmla="*/ 913201 w 4875349"/>
              <a:gd name="connsiteY364" fmla="*/ 484779 h 926343"/>
              <a:gd name="connsiteX365" fmla="*/ 805571 w 4875349"/>
              <a:gd name="connsiteY365" fmla="*/ 504852 h 926343"/>
              <a:gd name="connsiteX366" fmla="*/ 646266 w 4875349"/>
              <a:gd name="connsiteY366" fmla="*/ 351250 h 926343"/>
              <a:gd name="connsiteX367" fmla="*/ 892662 w 4875349"/>
              <a:gd name="connsiteY367" fmla="*/ 114188 h 926343"/>
              <a:gd name="connsiteX368" fmla="*/ 970363 w 4875349"/>
              <a:gd name="connsiteY368" fmla="*/ 127406 h 926343"/>
              <a:gd name="connsiteX369" fmla="*/ 2778278 w 4875349"/>
              <a:gd name="connsiteY369" fmla="*/ 343325 h 926343"/>
              <a:gd name="connsiteX370" fmla="*/ 2993476 w 4875349"/>
              <a:gd name="connsiteY370" fmla="*/ 302896 h 926343"/>
              <a:gd name="connsiteX371" fmla="*/ 3023855 w 4875349"/>
              <a:gd name="connsiteY371" fmla="*/ 226484 h 926343"/>
              <a:gd name="connsiteX372" fmla="*/ 2892289 w 4875349"/>
              <a:gd name="connsiteY372" fmla="*/ 113423 h 926343"/>
              <a:gd name="connsiteX373" fmla="*/ 2730905 w 4875349"/>
              <a:gd name="connsiteY373" fmla="*/ 187174 h 926343"/>
              <a:gd name="connsiteX374" fmla="*/ 2672078 w 4875349"/>
              <a:gd name="connsiteY374" fmla="*/ 346655 h 926343"/>
              <a:gd name="connsiteX375" fmla="*/ 2836038 w 4875349"/>
              <a:gd name="connsiteY375" fmla="*/ 504881 h 926343"/>
              <a:gd name="connsiteX376" fmla="*/ 2976777 w 4875349"/>
              <a:gd name="connsiteY376" fmla="*/ 474840 h 926343"/>
              <a:gd name="connsiteX377" fmla="*/ 2994734 w 4875349"/>
              <a:gd name="connsiteY377" fmla="*/ 381111 h 926343"/>
              <a:gd name="connsiteX378" fmla="*/ 2863005 w 4875349"/>
              <a:gd name="connsiteY378" fmla="*/ 418032 h 926343"/>
              <a:gd name="connsiteX379" fmla="*/ 2778278 w 4875349"/>
              <a:gd name="connsiteY379" fmla="*/ 343325 h 926343"/>
              <a:gd name="connsiteX380" fmla="*/ 2878412 w 4875349"/>
              <a:gd name="connsiteY380" fmla="*/ 194883 h 926343"/>
              <a:gd name="connsiteX381" fmla="*/ 2909510 w 4875349"/>
              <a:gd name="connsiteY381" fmla="*/ 249117 h 926343"/>
              <a:gd name="connsiteX382" fmla="*/ 2790539 w 4875349"/>
              <a:gd name="connsiteY382" fmla="*/ 271078 h 926343"/>
              <a:gd name="connsiteX383" fmla="*/ 2878412 w 4875349"/>
              <a:gd name="connsiteY383" fmla="*/ 194883 h 926343"/>
              <a:gd name="connsiteX384" fmla="*/ 2693048 w 4875349"/>
              <a:gd name="connsiteY384" fmla="*/ 127406 h 926343"/>
              <a:gd name="connsiteX385" fmla="*/ 2675674 w 4875349"/>
              <a:gd name="connsiteY385" fmla="*/ 217938 h 926343"/>
              <a:gd name="connsiteX386" fmla="*/ 2613791 w 4875349"/>
              <a:gd name="connsiteY386" fmla="*/ 203307 h 926343"/>
              <a:gd name="connsiteX387" fmla="*/ 2486431 w 4875349"/>
              <a:gd name="connsiteY387" fmla="*/ 338997 h 926343"/>
              <a:gd name="connsiteX388" fmla="*/ 2559852 w 4875349"/>
              <a:gd name="connsiteY388" fmla="*/ 415748 h 926343"/>
              <a:gd name="connsiteX389" fmla="*/ 2653638 w 4875349"/>
              <a:gd name="connsiteY389" fmla="*/ 391664 h 926343"/>
              <a:gd name="connsiteX390" fmla="*/ 2635886 w 4875349"/>
              <a:gd name="connsiteY390" fmla="*/ 484779 h 926343"/>
              <a:gd name="connsiteX391" fmla="*/ 2528256 w 4875349"/>
              <a:gd name="connsiteY391" fmla="*/ 504852 h 926343"/>
              <a:gd name="connsiteX392" fmla="*/ 2368950 w 4875349"/>
              <a:gd name="connsiteY392" fmla="*/ 351250 h 926343"/>
              <a:gd name="connsiteX393" fmla="*/ 2615346 w 4875349"/>
              <a:gd name="connsiteY393" fmla="*/ 114188 h 926343"/>
              <a:gd name="connsiteX394" fmla="*/ 2693048 w 4875349"/>
              <a:gd name="connsiteY394" fmla="*/ 127406 h 926343"/>
              <a:gd name="connsiteX395" fmla="*/ 2329634 w 4875349"/>
              <a:gd name="connsiteY395" fmla="*/ 152058 h 926343"/>
              <a:gd name="connsiteX396" fmla="*/ 2229388 w 4875349"/>
              <a:gd name="connsiteY396" fmla="*/ 113412 h 926343"/>
              <a:gd name="connsiteX397" fmla="*/ 2074640 w 4875349"/>
              <a:gd name="connsiteY397" fmla="*/ 176365 h 926343"/>
              <a:gd name="connsiteX398" fmla="*/ 1995666 w 4875349"/>
              <a:gd name="connsiteY398" fmla="*/ 374196 h 926343"/>
              <a:gd name="connsiteX399" fmla="*/ 2103884 w 4875349"/>
              <a:gd name="connsiteY399" fmla="*/ 505631 h 926343"/>
              <a:gd name="connsiteX400" fmla="*/ 2216888 w 4875349"/>
              <a:gd name="connsiteY400" fmla="*/ 424869 h 926343"/>
              <a:gd name="connsiteX401" fmla="*/ 2202971 w 4875349"/>
              <a:gd name="connsiteY401" fmla="*/ 497208 h 926343"/>
              <a:gd name="connsiteX402" fmla="*/ 2310065 w 4875349"/>
              <a:gd name="connsiteY402" fmla="*/ 497208 h 926343"/>
              <a:gd name="connsiteX403" fmla="*/ 2350499 w 4875349"/>
              <a:gd name="connsiteY403" fmla="*/ 287037 h 926343"/>
              <a:gd name="connsiteX404" fmla="*/ 2329634 w 4875349"/>
              <a:gd name="connsiteY404" fmla="*/ 152058 h 926343"/>
              <a:gd name="connsiteX405" fmla="*/ 2237095 w 4875349"/>
              <a:gd name="connsiteY405" fmla="*/ 310500 h 926343"/>
              <a:gd name="connsiteX406" fmla="*/ 2149081 w 4875349"/>
              <a:gd name="connsiteY406" fmla="*/ 414918 h 926343"/>
              <a:gd name="connsiteX407" fmla="*/ 2108903 w 4875349"/>
              <a:gd name="connsiteY407" fmla="*/ 351174 h 926343"/>
              <a:gd name="connsiteX408" fmla="*/ 2207291 w 4875349"/>
              <a:gd name="connsiteY408" fmla="*/ 197893 h 926343"/>
              <a:gd name="connsiteX409" fmla="*/ 2247393 w 4875349"/>
              <a:gd name="connsiteY409" fmla="*/ 238683 h 926343"/>
              <a:gd name="connsiteX410" fmla="*/ 2237095 w 4875349"/>
              <a:gd name="connsiteY410" fmla="*/ 310500 h 926343"/>
              <a:gd name="connsiteX411" fmla="*/ 606951 w 4875349"/>
              <a:gd name="connsiteY411" fmla="*/ 152058 h 926343"/>
              <a:gd name="connsiteX412" fmla="*/ 506706 w 4875349"/>
              <a:gd name="connsiteY412" fmla="*/ 113412 h 926343"/>
              <a:gd name="connsiteX413" fmla="*/ 351958 w 4875349"/>
              <a:gd name="connsiteY413" fmla="*/ 176365 h 926343"/>
              <a:gd name="connsiteX414" fmla="*/ 272985 w 4875349"/>
              <a:gd name="connsiteY414" fmla="*/ 374196 h 926343"/>
              <a:gd name="connsiteX415" fmla="*/ 381203 w 4875349"/>
              <a:gd name="connsiteY415" fmla="*/ 505631 h 926343"/>
              <a:gd name="connsiteX416" fmla="*/ 494206 w 4875349"/>
              <a:gd name="connsiteY416" fmla="*/ 424869 h 926343"/>
              <a:gd name="connsiteX417" fmla="*/ 480290 w 4875349"/>
              <a:gd name="connsiteY417" fmla="*/ 497208 h 926343"/>
              <a:gd name="connsiteX418" fmla="*/ 587383 w 4875349"/>
              <a:gd name="connsiteY418" fmla="*/ 497208 h 926343"/>
              <a:gd name="connsiteX419" fmla="*/ 627817 w 4875349"/>
              <a:gd name="connsiteY419" fmla="*/ 287037 h 926343"/>
              <a:gd name="connsiteX420" fmla="*/ 606951 w 4875349"/>
              <a:gd name="connsiteY420" fmla="*/ 152058 h 926343"/>
              <a:gd name="connsiteX421" fmla="*/ 514414 w 4875349"/>
              <a:gd name="connsiteY421" fmla="*/ 310500 h 926343"/>
              <a:gd name="connsiteX422" fmla="*/ 426399 w 4875349"/>
              <a:gd name="connsiteY422" fmla="*/ 414918 h 926343"/>
              <a:gd name="connsiteX423" fmla="*/ 386220 w 4875349"/>
              <a:gd name="connsiteY423" fmla="*/ 351174 h 926343"/>
              <a:gd name="connsiteX424" fmla="*/ 484610 w 4875349"/>
              <a:gd name="connsiteY424" fmla="*/ 197893 h 926343"/>
              <a:gd name="connsiteX425" fmla="*/ 524712 w 4875349"/>
              <a:gd name="connsiteY425" fmla="*/ 238683 h 926343"/>
              <a:gd name="connsiteX426" fmla="*/ 514414 w 4875349"/>
              <a:gd name="connsiteY426" fmla="*/ 310500 h 926343"/>
              <a:gd name="connsiteX427" fmla="*/ 1865864 w 4875349"/>
              <a:gd name="connsiteY427" fmla="*/ 113412 h 926343"/>
              <a:gd name="connsiteX428" fmla="*/ 1749875 w 4875349"/>
              <a:gd name="connsiteY428" fmla="*/ 180686 h 926343"/>
              <a:gd name="connsiteX429" fmla="*/ 1761420 w 4875349"/>
              <a:gd name="connsiteY429" fmla="*/ 120329 h 926343"/>
              <a:gd name="connsiteX430" fmla="*/ 1662666 w 4875349"/>
              <a:gd name="connsiteY430" fmla="*/ 120329 h 926343"/>
              <a:gd name="connsiteX431" fmla="*/ 1567483 w 4875349"/>
              <a:gd name="connsiteY431" fmla="*/ 617550 h 926343"/>
              <a:gd name="connsiteX432" fmla="*/ 1679604 w 4875349"/>
              <a:gd name="connsiteY432" fmla="*/ 617550 h 926343"/>
              <a:gd name="connsiteX433" fmla="*/ 1708085 w 4875349"/>
              <a:gd name="connsiteY433" fmla="*/ 468046 h 926343"/>
              <a:gd name="connsiteX434" fmla="*/ 1782974 w 4875349"/>
              <a:gd name="connsiteY434" fmla="*/ 505635 h 926343"/>
              <a:gd name="connsiteX435" fmla="*/ 1864479 w 4875349"/>
              <a:gd name="connsiteY435" fmla="*/ 483389 h 926343"/>
              <a:gd name="connsiteX436" fmla="*/ 1988181 w 4875349"/>
              <a:gd name="connsiteY436" fmla="*/ 256331 h 926343"/>
              <a:gd name="connsiteX437" fmla="*/ 1865864 w 4875349"/>
              <a:gd name="connsiteY437" fmla="*/ 113412 h 926343"/>
              <a:gd name="connsiteX438" fmla="*/ 1769434 w 4875349"/>
              <a:gd name="connsiteY438" fmla="*/ 421096 h 926343"/>
              <a:gd name="connsiteX439" fmla="*/ 1735618 w 4875349"/>
              <a:gd name="connsiteY439" fmla="*/ 323009 h 926343"/>
              <a:gd name="connsiteX440" fmla="*/ 1826299 w 4875349"/>
              <a:gd name="connsiteY440" fmla="*/ 204083 h 926343"/>
              <a:gd name="connsiteX441" fmla="*/ 1871576 w 4875349"/>
              <a:gd name="connsiteY441" fmla="*/ 264766 h 926343"/>
              <a:gd name="connsiteX442" fmla="*/ 1769434 w 4875349"/>
              <a:gd name="connsiteY442" fmla="*/ 421096 h 926343"/>
              <a:gd name="connsiteX443" fmla="*/ 312690 w 4875349"/>
              <a:gd name="connsiteY443" fmla="*/ 112292 h 926343"/>
              <a:gd name="connsiteX444" fmla="*/ 290790 w 4875349"/>
              <a:gd name="connsiteY444" fmla="*/ 226685 h 926343"/>
              <a:gd name="connsiteX445" fmla="*/ 142422 w 4875349"/>
              <a:gd name="connsiteY445" fmla="*/ 345714 h 926343"/>
              <a:gd name="connsiteX446" fmla="*/ 112141 w 4875349"/>
              <a:gd name="connsiteY446" fmla="*/ 503840 h 926343"/>
              <a:gd name="connsiteX447" fmla="*/ 0 w 4875349"/>
              <a:gd name="connsiteY447" fmla="*/ 503840 h 926343"/>
              <a:gd name="connsiteX448" fmla="*/ 73440 w 4875349"/>
              <a:gd name="connsiteY448" fmla="*/ 120329 h 926343"/>
              <a:gd name="connsiteX449" fmla="*/ 172185 w 4875349"/>
              <a:gd name="connsiteY449" fmla="*/ 120329 h 926343"/>
              <a:gd name="connsiteX450" fmla="*/ 156202 w 4875349"/>
              <a:gd name="connsiteY450" fmla="*/ 203879 h 926343"/>
              <a:gd name="connsiteX451" fmla="*/ 312690 w 4875349"/>
              <a:gd name="connsiteY451" fmla="*/ 112292 h 926343"/>
              <a:gd name="connsiteX452" fmla="*/ 944243 w 4875349"/>
              <a:gd name="connsiteY452" fmla="*/ 497208 h 926343"/>
              <a:gd name="connsiteX453" fmla="*/ 1039422 w 4875349"/>
              <a:gd name="connsiteY453" fmla="*/ 0 h 926343"/>
              <a:gd name="connsiteX454" fmla="*/ 1150777 w 4875349"/>
              <a:gd name="connsiteY454" fmla="*/ 0 h 926343"/>
              <a:gd name="connsiteX455" fmla="*/ 1094906 w 4875349"/>
              <a:gd name="connsiteY455" fmla="*/ 291909 h 926343"/>
              <a:gd name="connsiteX456" fmla="*/ 1239347 w 4875349"/>
              <a:gd name="connsiteY456" fmla="*/ 120329 h 926343"/>
              <a:gd name="connsiteX457" fmla="*/ 1361754 w 4875349"/>
              <a:gd name="connsiteY457" fmla="*/ 120329 h 926343"/>
              <a:gd name="connsiteX458" fmla="*/ 1212060 w 4875349"/>
              <a:gd name="connsiteY458" fmla="*/ 293812 h 926343"/>
              <a:gd name="connsiteX459" fmla="*/ 1294315 w 4875349"/>
              <a:gd name="connsiteY459" fmla="*/ 497208 h 926343"/>
              <a:gd name="connsiteX460" fmla="*/ 1173734 w 4875349"/>
              <a:gd name="connsiteY460" fmla="*/ 497208 h 926343"/>
              <a:gd name="connsiteX461" fmla="*/ 1094235 w 4875349"/>
              <a:gd name="connsiteY461" fmla="*/ 295415 h 926343"/>
              <a:gd name="connsiteX462" fmla="*/ 1055611 w 4875349"/>
              <a:gd name="connsiteY462" fmla="*/ 497208 h 926343"/>
              <a:gd name="connsiteX463" fmla="*/ 944243 w 4875349"/>
              <a:gd name="connsiteY463" fmla="*/ 497208 h 926343"/>
              <a:gd name="connsiteX464" fmla="*/ 2280316 w 4875349"/>
              <a:gd name="connsiteY464" fmla="*/ 695157 h 926343"/>
              <a:gd name="connsiteX465" fmla="*/ 2187788 w 4875349"/>
              <a:gd name="connsiteY465" fmla="*/ 795876 h 926343"/>
              <a:gd name="connsiteX466" fmla="*/ 2253291 w 4875349"/>
              <a:gd name="connsiteY466" fmla="*/ 861573 h 926343"/>
              <a:gd name="connsiteX467" fmla="*/ 2345820 w 4875349"/>
              <a:gd name="connsiteY467" fmla="*/ 760854 h 926343"/>
              <a:gd name="connsiteX468" fmla="*/ 2280316 w 4875349"/>
              <a:gd name="connsiteY468" fmla="*/ 695157 h 926343"/>
              <a:gd name="connsiteX469" fmla="*/ 2275683 w 4875349"/>
              <a:gd name="connsiteY469" fmla="*/ 724555 h 926343"/>
              <a:gd name="connsiteX470" fmla="*/ 2306312 w 4875349"/>
              <a:gd name="connsiteY470" fmla="*/ 761174 h 926343"/>
              <a:gd name="connsiteX471" fmla="*/ 2258568 w 4875349"/>
              <a:gd name="connsiteY471" fmla="*/ 832175 h 926343"/>
              <a:gd name="connsiteX472" fmla="*/ 2227296 w 4875349"/>
              <a:gd name="connsiteY472" fmla="*/ 794885 h 926343"/>
              <a:gd name="connsiteX473" fmla="*/ 2275683 w 4875349"/>
              <a:gd name="connsiteY473" fmla="*/ 724555 h 926343"/>
              <a:gd name="connsiteX474" fmla="*/ 2541237 w 4875349"/>
              <a:gd name="connsiteY474" fmla="*/ 695157 h 926343"/>
              <a:gd name="connsiteX475" fmla="*/ 2448709 w 4875349"/>
              <a:gd name="connsiteY475" fmla="*/ 795876 h 926343"/>
              <a:gd name="connsiteX476" fmla="*/ 2514212 w 4875349"/>
              <a:gd name="connsiteY476" fmla="*/ 861573 h 926343"/>
              <a:gd name="connsiteX477" fmla="*/ 2606741 w 4875349"/>
              <a:gd name="connsiteY477" fmla="*/ 760854 h 926343"/>
              <a:gd name="connsiteX478" fmla="*/ 2541237 w 4875349"/>
              <a:gd name="connsiteY478" fmla="*/ 695157 h 926343"/>
              <a:gd name="connsiteX479" fmla="*/ 2536604 w 4875349"/>
              <a:gd name="connsiteY479" fmla="*/ 724555 h 926343"/>
              <a:gd name="connsiteX480" fmla="*/ 2567233 w 4875349"/>
              <a:gd name="connsiteY480" fmla="*/ 761174 h 926343"/>
              <a:gd name="connsiteX481" fmla="*/ 2519488 w 4875349"/>
              <a:gd name="connsiteY481" fmla="*/ 832175 h 926343"/>
              <a:gd name="connsiteX482" fmla="*/ 2488217 w 4875349"/>
              <a:gd name="connsiteY482" fmla="*/ 794885 h 926343"/>
              <a:gd name="connsiteX483" fmla="*/ 2536604 w 4875349"/>
              <a:gd name="connsiteY483" fmla="*/ 724555 h 926343"/>
              <a:gd name="connsiteX484" fmla="*/ 2441704 w 4875349"/>
              <a:gd name="connsiteY484" fmla="*/ 646623 h 926343"/>
              <a:gd name="connsiteX485" fmla="*/ 2400932 w 4875349"/>
              <a:gd name="connsiteY485" fmla="*/ 857994 h 926343"/>
              <a:gd name="connsiteX486" fmla="*/ 2362712 w 4875349"/>
              <a:gd name="connsiteY486" fmla="*/ 857994 h 926343"/>
              <a:gd name="connsiteX487" fmla="*/ 2403190 w 4875349"/>
              <a:gd name="connsiteY487" fmla="*/ 646623 h 926343"/>
              <a:gd name="connsiteX488" fmla="*/ 2441704 w 4875349"/>
              <a:gd name="connsiteY488" fmla="*/ 646623 h 926343"/>
              <a:gd name="connsiteX489" fmla="*/ 1819430 w 4875349"/>
              <a:gd name="connsiteY489" fmla="*/ 701970 h 926343"/>
              <a:gd name="connsiteX490" fmla="*/ 1813367 w 4875349"/>
              <a:gd name="connsiteY490" fmla="*/ 733641 h 926343"/>
              <a:gd name="connsiteX491" fmla="*/ 1783826 w 4875349"/>
              <a:gd name="connsiteY491" fmla="*/ 726217 h 926343"/>
              <a:gd name="connsiteX492" fmla="*/ 1723567 w 4875349"/>
              <a:gd name="connsiteY492" fmla="*/ 793256 h 926343"/>
              <a:gd name="connsiteX493" fmla="*/ 1758796 w 4875349"/>
              <a:gd name="connsiteY493" fmla="*/ 830514 h 926343"/>
              <a:gd name="connsiteX494" fmla="*/ 1801876 w 4875349"/>
              <a:gd name="connsiteY494" fmla="*/ 818489 h 926343"/>
              <a:gd name="connsiteX495" fmla="*/ 1795551 w 4875349"/>
              <a:gd name="connsiteY495" fmla="*/ 851535 h 926343"/>
              <a:gd name="connsiteX496" fmla="*/ 1748275 w 4875349"/>
              <a:gd name="connsiteY496" fmla="*/ 861253 h 926343"/>
              <a:gd name="connsiteX497" fmla="*/ 1683415 w 4875349"/>
              <a:gd name="connsiteY497" fmla="*/ 797825 h 926343"/>
              <a:gd name="connsiteX498" fmla="*/ 1785145 w 4875349"/>
              <a:gd name="connsiteY498" fmla="*/ 695477 h 926343"/>
              <a:gd name="connsiteX499" fmla="*/ 1819430 w 4875349"/>
              <a:gd name="connsiteY499" fmla="*/ 701970 h 926343"/>
              <a:gd name="connsiteX500" fmla="*/ 1599026 w 4875349"/>
              <a:gd name="connsiteY500" fmla="*/ 831504 h 926343"/>
              <a:gd name="connsiteX501" fmla="*/ 1657309 w 4875349"/>
              <a:gd name="connsiteY501" fmla="*/ 812360 h 926343"/>
              <a:gd name="connsiteX502" fmla="*/ 1650747 w 4875349"/>
              <a:gd name="connsiteY502" fmla="*/ 846645 h 926343"/>
              <a:gd name="connsiteX503" fmla="*/ 1590147 w 4875349"/>
              <a:gd name="connsiteY503" fmla="*/ 861573 h 926343"/>
              <a:gd name="connsiteX504" fmla="*/ 1524289 w 4875349"/>
              <a:gd name="connsiteY504" fmla="*/ 795524 h 926343"/>
              <a:gd name="connsiteX505" fmla="*/ 1615145 w 4875349"/>
              <a:gd name="connsiteY505" fmla="*/ 695157 h 926343"/>
              <a:gd name="connsiteX506" fmla="*/ 1666846 w 4875349"/>
              <a:gd name="connsiteY506" fmla="*/ 739957 h 926343"/>
              <a:gd name="connsiteX507" fmla="*/ 1561835 w 4875349"/>
              <a:gd name="connsiteY507" fmla="*/ 792585 h 926343"/>
              <a:gd name="connsiteX508" fmla="*/ 1566114 w 4875349"/>
              <a:gd name="connsiteY508" fmla="*/ 815176 h 926343"/>
              <a:gd name="connsiteX509" fmla="*/ 1599026 w 4875349"/>
              <a:gd name="connsiteY509" fmla="*/ 831504 h 926343"/>
              <a:gd name="connsiteX510" fmla="*/ 1565760 w 4875349"/>
              <a:gd name="connsiteY510" fmla="*/ 764114 h 926343"/>
              <a:gd name="connsiteX511" fmla="*/ 1630620 w 4875349"/>
              <a:gd name="connsiteY511" fmla="*/ 739956 h 926343"/>
              <a:gd name="connsiteX512" fmla="*/ 1610222 w 4875349"/>
              <a:gd name="connsiteY512" fmla="*/ 723596 h 926343"/>
              <a:gd name="connsiteX513" fmla="*/ 1565760 w 4875349"/>
              <a:gd name="connsiteY513" fmla="*/ 764114 h 926343"/>
              <a:gd name="connsiteX514" fmla="*/ 2158533 w 4875349"/>
              <a:gd name="connsiteY514" fmla="*/ 765136 h 926343"/>
              <a:gd name="connsiteX515" fmla="*/ 2140621 w 4875349"/>
              <a:gd name="connsiteY515" fmla="*/ 857994 h 926343"/>
              <a:gd name="connsiteX516" fmla="*/ 2102401 w 4875349"/>
              <a:gd name="connsiteY516" fmla="*/ 857994 h 926343"/>
              <a:gd name="connsiteX517" fmla="*/ 2119621 w 4875349"/>
              <a:gd name="connsiteY517" fmla="*/ 768076 h 926343"/>
              <a:gd name="connsiteX518" fmla="*/ 2121512 w 4875349"/>
              <a:gd name="connsiteY518" fmla="*/ 749095 h 926343"/>
              <a:gd name="connsiteX519" fmla="*/ 2101404 w 4875349"/>
              <a:gd name="connsiteY519" fmla="*/ 726216 h 926343"/>
              <a:gd name="connsiteX520" fmla="*/ 2055042 w 4875349"/>
              <a:gd name="connsiteY520" fmla="*/ 784436 h 926343"/>
              <a:gd name="connsiteX521" fmla="*/ 2040853 w 4875349"/>
              <a:gd name="connsiteY521" fmla="*/ 857994 h 926343"/>
              <a:gd name="connsiteX522" fmla="*/ 2002633 w 4875349"/>
              <a:gd name="connsiteY522" fmla="*/ 857994 h 926343"/>
              <a:gd name="connsiteX523" fmla="*/ 2033316 w 4875349"/>
              <a:gd name="connsiteY523" fmla="*/ 697777 h 926343"/>
              <a:gd name="connsiteX524" fmla="*/ 2067888 w 4875349"/>
              <a:gd name="connsiteY524" fmla="*/ 697777 h 926343"/>
              <a:gd name="connsiteX525" fmla="*/ 2061951 w 4875349"/>
              <a:gd name="connsiteY525" fmla="*/ 728554 h 926343"/>
              <a:gd name="connsiteX526" fmla="*/ 2120514 w 4875349"/>
              <a:gd name="connsiteY526" fmla="*/ 695157 h 926343"/>
              <a:gd name="connsiteX527" fmla="*/ 2161341 w 4875349"/>
              <a:gd name="connsiteY527" fmla="*/ 738934 h 926343"/>
              <a:gd name="connsiteX528" fmla="*/ 2158533 w 4875349"/>
              <a:gd name="connsiteY528" fmla="*/ 765136 h 926343"/>
              <a:gd name="connsiteX529" fmla="*/ 1980144 w 4875349"/>
              <a:gd name="connsiteY529" fmla="*/ 738934 h 926343"/>
              <a:gd name="connsiteX530" fmla="*/ 1977335 w 4875349"/>
              <a:gd name="connsiteY530" fmla="*/ 765136 h 926343"/>
              <a:gd name="connsiteX531" fmla="*/ 1959424 w 4875349"/>
              <a:gd name="connsiteY531" fmla="*/ 857994 h 926343"/>
              <a:gd name="connsiteX532" fmla="*/ 1921204 w 4875349"/>
              <a:gd name="connsiteY532" fmla="*/ 857994 h 926343"/>
              <a:gd name="connsiteX533" fmla="*/ 1938424 w 4875349"/>
              <a:gd name="connsiteY533" fmla="*/ 768076 h 926343"/>
              <a:gd name="connsiteX534" fmla="*/ 1940315 w 4875349"/>
              <a:gd name="connsiteY534" fmla="*/ 749095 h 926343"/>
              <a:gd name="connsiteX535" fmla="*/ 1920206 w 4875349"/>
              <a:gd name="connsiteY535" fmla="*/ 726216 h 926343"/>
              <a:gd name="connsiteX536" fmla="*/ 1873845 w 4875349"/>
              <a:gd name="connsiteY536" fmla="*/ 784436 h 926343"/>
              <a:gd name="connsiteX537" fmla="*/ 1873845 w 4875349"/>
              <a:gd name="connsiteY537" fmla="*/ 784436 h 926343"/>
              <a:gd name="connsiteX538" fmla="*/ 1859656 w 4875349"/>
              <a:gd name="connsiteY538" fmla="*/ 857994 h 926343"/>
              <a:gd name="connsiteX539" fmla="*/ 1821436 w 4875349"/>
              <a:gd name="connsiteY539" fmla="*/ 857994 h 926343"/>
              <a:gd name="connsiteX540" fmla="*/ 1861915 w 4875349"/>
              <a:gd name="connsiteY540" fmla="*/ 646623 h 926343"/>
              <a:gd name="connsiteX541" fmla="*/ 1900428 w 4875349"/>
              <a:gd name="connsiteY541" fmla="*/ 646623 h 926343"/>
              <a:gd name="connsiteX542" fmla="*/ 1885984 w 4875349"/>
              <a:gd name="connsiteY542" fmla="*/ 721502 h 926343"/>
              <a:gd name="connsiteX543" fmla="*/ 1939317 w 4875349"/>
              <a:gd name="connsiteY543" fmla="*/ 695157 h 926343"/>
              <a:gd name="connsiteX544" fmla="*/ 1980144 w 4875349"/>
              <a:gd name="connsiteY544" fmla="*/ 738934 h 926343"/>
              <a:gd name="connsiteX545" fmla="*/ 1486679 w 4875349"/>
              <a:gd name="connsiteY545" fmla="*/ 698736 h 926343"/>
              <a:gd name="connsiteX546" fmla="*/ 1522584 w 4875349"/>
              <a:gd name="connsiteY546" fmla="*/ 698736 h 926343"/>
              <a:gd name="connsiteX547" fmla="*/ 1516664 w 4875349"/>
              <a:gd name="connsiteY547" fmla="*/ 728165 h 926343"/>
              <a:gd name="connsiteX548" fmla="*/ 1480760 w 4875349"/>
              <a:gd name="connsiteY548" fmla="*/ 728165 h 926343"/>
              <a:gd name="connsiteX549" fmla="*/ 1468243 w 4875349"/>
              <a:gd name="connsiteY549" fmla="*/ 792264 h 926343"/>
              <a:gd name="connsiteX550" fmla="*/ 1465285 w 4875349"/>
              <a:gd name="connsiteY550" fmla="*/ 814824 h 926343"/>
              <a:gd name="connsiteX551" fmla="*/ 1479440 w 4875349"/>
              <a:gd name="connsiteY551" fmla="*/ 829236 h 926343"/>
              <a:gd name="connsiteX552" fmla="*/ 1494778 w 4875349"/>
              <a:gd name="connsiteY552" fmla="*/ 827801 h 926343"/>
              <a:gd name="connsiteX553" fmla="*/ 1488997 w 4875349"/>
              <a:gd name="connsiteY553" fmla="*/ 857990 h 926343"/>
              <a:gd name="connsiteX554" fmla="*/ 1488996 w 4875349"/>
              <a:gd name="connsiteY554" fmla="*/ 857994 h 926343"/>
              <a:gd name="connsiteX555" fmla="*/ 1463965 w 4875349"/>
              <a:gd name="connsiteY555" fmla="*/ 861254 h 926343"/>
              <a:gd name="connsiteX556" fmla="*/ 1426097 w 4875349"/>
              <a:gd name="connsiteY556" fmla="*/ 828564 h 926343"/>
              <a:gd name="connsiteX557" fmla="*/ 1429411 w 4875349"/>
              <a:gd name="connsiteY557" fmla="*/ 799135 h 926343"/>
              <a:gd name="connsiteX558" fmla="*/ 1443247 w 4875349"/>
              <a:gd name="connsiteY558" fmla="*/ 728165 h 926343"/>
              <a:gd name="connsiteX559" fmla="*/ 1421818 w 4875349"/>
              <a:gd name="connsiteY559" fmla="*/ 728165 h 926343"/>
              <a:gd name="connsiteX560" fmla="*/ 1427416 w 4875349"/>
              <a:gd name="connsiteY560" fmla="*/ 698736 h 926343"/>
              <a:gd name="connsiteX561" fmla="*/ 1448813 w 4875349"/>
              <a:gd name="connsiteY561" fmla="*/ 698736 h 926343"/>
              <a:gd name="connsiteX562" fmla="*/ 1457003 w 4875349"/>
              <a:gd name="connsiteY562" fmla="*/ 657748 h 926343"/>
              <a:gd name="connsiteX563" fmla="*/ 1494288 w 4875349"/>
              <a:gd name="connsiteY563" fmla="*/ 657748 h 926343"/>
              <a:gd name="connsiteX564" fmla="*/ 1486679 w 4875349"/>
              <a:gd name="connsiteY564" fmla="*/ 698736 h 926343"/>
              <a:gd name="connsiteX565" fmla="*/ 2788298 w 4875349"/>
              <a:gd name="connsiteY565" fmla="*/ 886433 h 926343"/>
              <a:gd name="connsiteX566" fmla="*/ 2828271 w 4875349"/>
              <a:gd name="connsiteY566" fmla="*/ 878611 h 926343"/>
              <a:gd name="connsiteX567" fmla="*/ 2840780 w 4875349"/>
              <a:gd name="connsiteY567" fmla="*/ 853718 h 926343"/>
              <a:gd name="connsiteX568" fmla="*/ 2812203 w 4875349"/>
              <a:gd name="connsiteY568" fmla="*/ 697777 h 926343"/>
              <a:gd name="connsiteX569" fmla="*/ 2852387 w 4875349"/>
              <a:gd name="connsiteY569" fmla="*/ 697777 h 926343"/>
              <a:gd name="connsiteX570" fmla="*/ 2867179 w 4875349"/>
              <a:gd name="connsiteY570" fmla="*/ 816325 h 926343"/>
              <a:gd name="connsiteX571" fmla="*/ 2928097 w 4875349"/>
              <a:gd name="connsiteY571" fmla="*/ 697777 h 926343"/>
              <a:gd name="connsiteX572" fmla="*/ 2968924 w 4875349"/>
              <a:gd name="connsiteY572" fmla="*/ 697777 h 926343"/>
              <a:gd name="connsiteX573" fmla="*/ 2861660 w 4875349"/>
              <a:gd name="connsiteY573" fmla="*/ 887677 h 926343"/>
              <a:gd name="connsiteX574" fmla="*/ 2861660 w 4875349"/>
              <a:gd name="connsiteY574" fmla="*/ 887739 h 926343"/>
              <a:gd name="connsiteX575" fmla="*/ 2782349 w 4875349"/>
              <a:gd name="connsiteY575" fmla="*/ 917510 h 926343"/>
              <a:gd name="connsiteX576" fmla="*/ 2788298 w 4875349"/>
              <a:gd name="connsiteY576" fmla="*/ 886433 h 926343"/>
              <a:gd name="connsiteX577" fmla="*/ 2783865 w 4875349"/>
              <a:gd name="connsiteY577" fmla="*/ 738023 h 926343"/>
              <a:gd name="connsiteX578" fmla="*/ 2780573 w 4875349"/>
              <a:gd name="connsiteY578" fmla="*/ 765507 h 926343"/>
              <a:gd name="connsiteX579" fmla="*/ 2766056 w 4875349"/>
              <a:gd name="connsiteY579" fmla="*/ 837735 h 926343"/>
              <a:gd name="connsiteX580" fmla="*/ 2732771 w 4875349"/>
              <a:gd name="connsiteY580" fmla="*/ 908673 h 926343"/>
              <a:gd name="connsiteX581" fmla="*/ 2672895 w 4875349"/>
              <a:gd name="connsiteY581" fmla="*/ 926343 h 926343"/>
              <a:gd name="connsiteX582" fmla="*/ 2625597 w 4875349"/>
              <a:gd name="connsiteY582" fmla="*/ 917510 h 926343"/>
              <a:gd name="connsiteX583" fmla="*/ 2631546 w 4875349"/>
              <a:gd name="connsiteY583" fmla="*/ 886433 h 926343"/>
              <a:gd name="connsiteX584" fmla="*/ 2673692 w 4875349"/>
              <a:gd name="connsiteY584" fmla="*/ 895923 h 926343"/>
              <a:gd name="connsiteX585" fmla="*/ 2725716 w 4875349"/>
              <a:gd name="connsiteY585" fmla="*/ 847194 h 926343"/>
              <a:gd name="connsiteX586" fmla="*/ 2728786 w 4875349"/>
              <a:gd name="connsiteY586" fmla="*/ 833259 h 926343"/>
              <a:gd name="connsiteX587" fmla="*/ 2675487 w 4875349"/>
              <a:gd name="connsiteY587" fmla="*/ 861694 h 926343"/>
              <a:gd name="connsiteX588" fmla="*/ 2627062 w 4875349"/>
              <a:gd name="connsiteY588" fmla="*/ 805419 h 926343"/>
              <a:gd name="connsiteX589" fmla="*/ 2730167 w 4875349"/>
              <a:gd name="connsiteY589" fmla="*/ 695157 h 926343"/>
              <a:gd name="connsiteX590" fmla="*/ 2783865 w 4875349"/>
              <a:gd name="connsiteY590" fmla="*/ 738023 h 926343"/>
              <a:gd name="connsiteX591" fmla="*/ 2744332 w 4875349"/>
              <a:gd name="connsiteY591" fmla="*/ 744568 h 926343"/>
              <a:gd name="connsiteX592" fmla="*/ 2722919 w 4875349"/>
              <a:gd name="connsiteY592" fmla="*/ 724282 h 926343"/>
              <a:gd name="connsiteX593" fmla="*/ 2667246 w 4875349"/>
              <a:gd name="connsiteY593" fmla="*/ 798548 h 926343"/>
              <a:gd name="connsiteX594" fmla="*/ 2692615 w 4875349"/>
              <a:gd name="connsiteY594" fmla="*/ 830614 h 926343"/>
              <a:gd name="connsiteX595" fmla="*/ 2739395 w 4875349"/>
              <a:gd name="connsiteY595" fmla="*/ 778262 h 926343"/>
              <a:gd name="connsiteX596" fmla="*/ 2742357 w 4875349"/>
              <a:gd name="connsiteY596" fmla="*/ 763539 h 926343"/>
              <a:gd name="connsiteX597" fmla="*/ 2744331 w 4875349"/>
              <a:gd name="connsiteY597" fmla="*/ 744568 h 9263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Lst>
            <a:rect l="l" t="t" r="r" b="b"/>
            <a:pathLst>
              <a:path w="4875349" h="926343">
                <a:moveTo>
                  <a:pt x="3216560" y="504882"/>
                </a:moveTo>
                <a:lnTo>
                  <a:pt x="3216558" y="113422"/>
                </a:lnTo>
                <a:lnTo>
                  <a:pt x="3240379" y="113422"/>
                </a:lnTo>
                <a:lnTo>
                  <a:pt x="3240381" y="504882"/>
                </a:lnTo>
                <a:lnTo>
                  <a:pt x="3216560" y="504882"/>
                </a:lnTo>
                <a:close/>
                <a:moveTo>
                  <a:pt x="4045162" y="501503"/>
                </a:moveTo>
                <a:lnTo>
                  <a:pt x="4065592" y="501503"/>
                </a:lnTo>
                <a:lnTo>
                  <a:pt x="4065592" y="436819"/>
                </a:lnTo>
                <a:lnTo>
                  <a:pt x="4113948" y="436819"/>
                </a:lnTo>
                <a:lnTo>
                  <a:pt x="4113948" y="420806"/>
                </a:lnTo>
                <a:lnTo>
                  <a:pt x="4065592" y="420806"/>
                </a:lnTo>
                <a:lnTo>
                  <a:pt x="4065592" y="370635"/>
                </a:lnTo>
                <a:lnTo>
                  <a:pt x="4121465" y="370635"/>
                </a:lnTo>
                <a:lnTo>
                  <a:pt x="4123838" y="354398"/>
                </a:lnTo>
                <a:lnTo>
                  <a:pt x="4045162" y="354398"/>
                </a:lnTo>
                <a:lnTo>
                  <a:pt x="4045162" y="501503"/>
                </a:lnTo>
                <a:close/>
                <a:moveTo>
                  <a:pt x="4173291" y="348426"/>
                </a:moveTo>
                <a:cubicBezTo>
                  <a:pt x="4173291" y="355905"/>
                  <a:pt x="4167708" y="361661"/>
                  <a:pt x="4159329" y="361661"/>
                </a:cubicBezTo>
                <a:cubicBezTo>
                  <a:pt x="4151149" y="361661"/>
                  <a:pt x="4145567" y="355905"/>
                  <a:pt x="4145567" y="348426"/>
                </a:cubicBezTo>
                <a:cubicBezTo>
                  <a:pt x="4145567" y="340736"/>
                  <a:pt x="4151149" y="334968"/>
                  <a:pt x="4159329" y="334968"/>
                </a:cubicBezTo>
                <a:cubicBezTo>
                  <a:pt x="4167708" y="334968"/>
                  <a:pt x="4173291" y="340736"/>
                  <a:pt x="4173291" y="348426"/>
                </a:cubicBezTo>
                <a:close/>
                <a:moveTo>
                  <a:pt x="4169419" y="501497"/>
                </a:moveTo>
                <a:lnTo>
                  <a:pt x="4149638" y="501497"/>
                </a:lnTo>
                <a:lnTo>
                  <a:pt x="4149638" y="388985"/>
                </a:lnTo>
                <a:lnTo>
                  <a:pt x="4169419" y="388985"/>
                </a:lnTo>
                <a:lnTo>
                  <a:pt x="4169419" y="501497"/>
                </a:lnTo>
                <a:close/>
                <a:moveTo>
                  <a:pt x="4270675" y="387709"/>
                </a:moveTo>
                <a:lnTo>
                  <a:pt x="4267016" y="406922"/>
                </a:lnTo>
                <a:cubicBezTo>
                  <a:pt x="4263582" y="406066"/>
                  <a:pt x="4261209" y="405632"/>
                  <a:pt x="4257138" y="405632"/>
                </a:cubicBezTo>
                <a:cubicBezTo>
                  <a:pt x="4242938" y="405632"/>
                  <a:pt x="4234783" y="415679"/>
                  <a:pt x="4230050" y="437236"/>
                </a:cubicBezTo>
                <a:lnTo>
                  <a:pt x="4230050" y="501498"/>
                </a:lnTo>
                <a:lnTo>
                  <a:pt x="4210269" y="501498"/>
                </a:lnTo>
                <a:lnTo>
                  <a:pt x="4210269" y="388999"/>
                </a:lnTo>
                <a:lnTo>
                  <a:pt x="4227253" y="388999"/>
                </a:lnTo>
                <a:lnTo>
                  <a:pt x="4229188" y="411834"/>
                </a:lnTo>
                <a:cubicBezTo>
                  <a:pt x="4235208" y="394965"/>
                  <a:pt x="4245749" y="386419"/>
                  <a:pt x="4259498" y="386419"/>
                </a:cubicBezTo>
                <a:cubicBezTo>
                  <a:pt x="4263144" y="386419"/>
                  <a:pt x="4267240" y="386853"/>
                  <a:pt x="4270675" y="387709"/>
                </a:cubicBezTo>
                <a:close/>
                <a:moveTo>
                  <a:pt x="4362473" y="399240"/>
                </a:moveTo>
                <a:lnTo>
                  <a:pt x="4354080" y="411619"/>
                </a:lnTo>
                <a:cubicBezTo>
                  <a:pt x="4343990" y="405207"/>
                  <a:pt x="4335160" y="402019"/>
                  <a:pt x="4324646" y="402019"/>
                </a:cubicBezTo>
                <a:cubicBezTo>
                  <a:pt x="4311733" y="402019"/>
                  <a:pt x="4303790" y="407774"/>
                  <a:pt x="4303790" y="416742"/>
                </a:cubicBezTo>
                <a:cubicBezTo>
                  <a:pt x="4303790" y="425920"/>
                  <a:pt x="4309796" y="430187"/>
                  <a:pt x="4328079" y="434888"/>
                </a:cubicBezTo>
                <a:cubicBezTo>
                  <a:pt x="4351933" y="440866"/>
                  <a:pt x="4365695" y="450256"/>
                  <a:pt x="4365695" y="469903"/>
                </a:cubicBezTo>
                <a:cubicBezTo>
                  <a:pt x="4365695" y="493382"/>
                  <a:pt x="4343990" y="504062"/>
                  <a:pt x="4320986" y="504062"/>
                </a:cubicBezTo>
                <a:cubicBezTo>
                  <a:pt x="4301842" y="504062"/>
                  <a:pt x="4288092" y="497860"/>
                  <a:pt x="4278214" y="489327"/>
                </a:cubicBezTo>
                <a:lnTo>
                  <a:pt x="4288741" y="477370"/>
                </a:lnTo>
                <a:cubicBezTo>
                  <a:pt x="4297770" y="484204"/>
                  <a:pt x="4308298" y="488260"/>
                  <a:pt x="4320549" y="488260"/>
                </a:cubicBezTo>
                <a:cubicBezTo>
                  <a:pt x="4335385" y="488260"/>
                  <a:pt x="4344839" y="481847"/>
                  <a:pt x="4344839" y="471180"/>
                </a:cubicBezTo>
                <a:cubicBezTo>
                  <a:pt x="4344839" y="460079"/>
                  <a:pt x="4339257" y="455812"/>
                  <a:pt x="4317327" y="450045"/>
                </a:cubicBezTo>
                <a:cubicBezTo>
                  <a:pt x="4292825" y="443645"/>
                  <a:pt x="4283147" y="433176"/>
                  <a:pt x="4283147" y="417387"/>
                </a:cubicBezTo>
                <a:cubicBezTo>
                  <a:pt x="4283147" y="399451"/>
                  <a:pt x="4300568" y="386428"/>
                  <a:pt x="4323996" y="386428"/>
                </a:cubicBezTo>
                <a:cubicBezTo>
                  <a:pt x="4339894" y="386428"/>
                  <a:pt x="4351720" y="391129"/>
                  <a:pt x="4362473" y="399240"/>
                </a:cubicBezTo>
                <a:close/>
                <a:moveTo>
                  <a:pt x="4450831" y="496374"/>
                </a:moveTo>
                <a:cubicBezTo>
                  <a:pt x="4443300" y="501497"/>
                  <a:pt x="4435133" y="504064"/>
                  <a:pt x="4425467" y="504064"/>
                </a:cubicBezTo>
                <a:cubicBezTo>
                  <a:pt x="4406322" y="504064"/>
                  <a:pt x="4394933" y="492963"/>
                  <a:pt x="4394933" y="472039"/>
                </a:cubicBezTo>
                <a:lnTo>
                  <a:pt x="4394933" y="404142"/>
                </a:lnTo>
                <a:lnTo>
                  <a:pt x="4375164" y="404142"/>
                </a:lnTo>
                <a:lnTo>
                  <a:pt x="4375164" y="388998"/>
                </a:lnTo>
                <a:lnTo>
                  <a:pt x="4394933" y="388998"/>
                </a:lnTo>
                <a:lnTo>
                  <a:pt x="4394933" y="363583"/>
                </a:lnTo>
                <a:lnTo>
                  <a:pt x="4414715" y="361226"/>
                </a:lnTo>
                <a:lnTo>
                  <a:pt x="4414715" y="388998"/>
                </a:lnTo>
                <a:lnTo>
                  <a:pt x="4441590" y="388998"/>
                </a:lnTo>
                <a:lnTo>
                  <a:pt x="4439429" y="404142"/>
                </a:lnTo>
                <a:lnTo>
                  <a:pt x="4414715" y="404142"/>
                </a:lnTo>
                <a:lnTo>
                  <a:pt x="4414715" y="471183"/>
                </a:lnTo>
                <a:cubicBezTo>
                  <a:pt x="4414715" y="482495"/>
                  <a:pt x="4418362" y="487841"/>
                  <a:pt x="4428252" y="487841"/>
                </a:cubicBezTo>
                <a:cubicBezTo>
                  <a:pt x="4433198" y="487841"/>
                  <a:pt x="4437719" y="486340"/>
                  <a:pt x="4443301" y="483351"/>
                </a:cubicBezTo>
                <a:lnTo>
                  <a:pt x="4450831" y="496374"/>
                </a:lnTo>
                <a:close/>
                <a:moveTo>
                  <a:pt x="4491457" y="489118"/>
                </a:moveTo>
                <a:cubicBezTo>
                  <a:pt x="4491457" y="497441"/>
                  <a:pt x="4485000" y="504064"/>
                  <a:pt x="4476408" y="504064"/>
                </a:cubicBezTo>
                <a:cubicBezTo>
                  <a:pt x="4468029" y="504064"/>
                  <a:pt x="4461572" y="497441"/>
                  <a:pt x="4461572" y="489118"/>
                </a:cubicBezTo>
                <a:cubicBezTo>
                  <a:pt x="4461572" y="481006"/>
                  <a:pt x="4468029" y="474383"/>
                  <a:pt x="4476408" y="474383"/>
                </a:cubicBezTo>
                <a:cubicBezTo>
                  <a:pt x="4485000" y="474383"/>
                  <a:pt x="4491457" y="481006"/>
                  <a:pt x="4491457" y="489118"/>
                </a:cubicBezTo>
                <a:close/>
                <a:moveTo>
                  <a:pt x="3521774" y="366146"/>
                </a:moveTo>
                <a:lnTo>
                  <a:pt x="3505002" y="385996"/>
                </a:lnTo>
                <a:cubicBezTo>
                  <a:pt x="3496623" y="379599"/>
                  <a:pt x="3488242" y="375748"/>
                  <a:pt x="3478129" y="375748"/>
                </a:cubicBezTo>
                <a:cubicBezTo>
                  <a:pt x="3458997" y="375748"/>
                  <a:pt x="3445681" y="390911"/>
                  <a:pt x="3445681" y="427204"/>
                </a:cubicBezTo>
                <a:cubicBezTo>
                  <a:pt x="3445681" y="462863"/>
                  <a:pt x="3458793" y="478013"/>
                  <a:pt x="3478562" y="478013"/>
                </a:cubicBezTo>
                <a:cubicBezTo>
                  <a:pt x="3490386" y="478013"/>
                  <a:pt x="3498995" y="472680"/>
                  <a:pt x="3507795" y="466055"/>
                </a:cubicBezTo>
                <a:lnTo>
                  <a:pt x="3523496" y="486133"/>
                </a:lnTo>
                <a:cubicBezTo>
                  <a:pt x="3513599" y="495951"/>
                  <a:pt x="3497477" y="505135"/>
                  <a:pt x="3476841" y="505135"/>
                </a:cubicBezTo>
                <a:cubicBezTo>
                  <a:pt x="3436001" y="505135"/>
                  <a:pt x="3408707" y="477798"/>
                  <a:pt x="3408707" y="427204"/>
                </a:cubicBezTo>
                <a:cubicBezTo>
                  <a:pt x="3408707" y="377673"/>
                  <a:pt x="3437723" y="349918"/>
                  <a:pt x="3476419" y="349918"/>
                </a:cubicBezTo>
                <a:cubicBezTo>
                  <a:pt x="3495768" y="349918"/>
                  <a:pt x="3509313" y="355682"/>
                  <a:pt x="3521774" y="366145"/>
                </a:cubicBezTo>
                <a:close/>
                <a:moveTo>
                  <a:pt x="3537463" y="472680"/>
                </a:moveTo>
                <a:lnTo>
                  <a:pt x="3537463" y="343090"/>
                </a:lnTo>
                <a:lnTo>
                  <a:pt x="3571428" y="339455"/>
                </a:lnTo>
                <a:lnTo>
                  <a:pt x="3571428" y="471401"/>
                </a:lnTo>
                <a:cubicBezTo>
                  <a:pt x="3571428" y="476101"/>
                  <a:pt x="3573149" y="478444"/>
                  <a:pt x="3577231" y="478444"/>
                </a:cubicBezTo>
                <a:cubicBezTo>
                  <a:pt x="3579590" y="478444"/>
                  <a:pt x="3581312" y="478013"/>
                  <a:pt x="3582818" y="477380"/>
                </a:cubicBezTo>
                <a:lnTo>
                  <a:pt x="3589475" y="501284"/>
                </a:lnTo>
                <a:cubicBezTo>
                  <a:pt x="3584323" y="503425"/>
                  <a:pt x="3577014" y="505135"/>
                  <a:pt x="3568839" y="505135"/>
                </a:cubicBezTo>
                <a:cubicBezTo>
                  <a:pt x="3549069" y="505135"/>
                  <a:pt x="3537463" y="493392"/>
                  <a:pt x="3537463" y="472680"/>
                </a:cubicBezTo>
                <a:close/>
                <a:moveTo>
                  <a:pt x="3708782" y="444927"/>
                </a:moveTo>
                <a:cubicBezTo>
                  <a:pt x="3708782" y="481220"/>
                  <a:pt x="3687712" y="505123"/>
                  <a:pt x="3652892" y="505123"/>
                </a:cubicBezTo>
                <a:cubicBezTo>
                  <a:pt x="3618290" y="505123"/>
                  <a:pt x="3597003" y="482930"/>
                  <a:pt x="3597003" y="444712"/>
                </a:cubicBezTo>
                <a:cubicBezTo>
                  <a:pt x="3597003" y="408419"/>
                  <a:pt x="3618073" y="384502"/>
                  <a:pt x="3652892" y="384502"/>
                </a:cubicBezTo>
                <a:cubicBezTo>
                  <a:pt x="3687711" y="384502"/>
                  <a:pt x="3708782" y="406709"/>
                  <a:pt x="3708782" y="444927"/>
                </a:cubicBezTo>
                <a:close/>
                <a:moveTo>
                  <a:pt x="3632256" y="444712"/>
                </a:moveTo>
                <a:cubicBezTo>
                  <a:pt x="3632256" y="469907"/>
                  <a:pt x="3639131" y="480371"/>
                  <a:pt x="3652892" y="480371"/>
                </a:cubicBezTo>
                <a:cubicBezTo>
                  <a:pt x="3666655" y="480371"/>
                  <a:pt x="3673529" y="469477"/>
                  <a:pt x="3673529" y="444927"/>
                </a:cubicBezTo>
                <a:cubicBezTo>
                  <a:pt x="3673529" y="419731"/>
                  <a:pt x="3666655" y="409267"/>
                  <a:pt x="3652892" y="409267"/>
                </a:cubicBezTo>
                <a:cubicBezTo>
                  <a:pt x="3639131" y="409267"/>
                  <a:pt x="3632256" y="420162"/>
                  <a:pt x="3632256" y="444712"/>
                </a:cubicBezTo>
                <a:close/>
                <a:moveTo>
                  <a:pt x="3827431" y="501502"/>
                </a:moveTo>
                <a:lnTo>
                  <a:pt x="3797981" y="501502"/>
                </a:lnTo>
                <a:lnTo>
                  <a:pt x="3796477" y="487200"/>
                </a:lnTo>
                <a:cubicBezTo>
                  <a:pt x="3788097" y="499158"/>
                  <a:pt x="3776924" y="505125"/>
                  <a:pt x="3761874" y="505125"/>
                </a:cubicBezTo>
                <a:cubicBezTo>
                  <a:pt x="3740587" y="505125"/>
                  <a:pt x="3730052" y="491469"/>
                  <a:pt x="3730052" y="469478"/>
                </a:cubicBezTo>
                <a:lnTo>
                  <a:pt x="3730052" y="388139"/>
                </a:lnTo>
                <a:lnTo>
                  <a:pt x="3764017" y="388139"/>
                </a:lnTo>
                <a:lnTo>
                  <a:pt x="3764017" y="465209"/>
                </a:lnTo>
                <a:cubicBezTo>
                  <a:pt x="3764017" y="476737"/>
                  <a:pt x="3767893" y="480157"/>
                  <a:pt x="3774985" y="480157"/>
                </a:cubicBezTo>
                <a:cubicBezTo>
                  <a:pt x="3782077" y="480157"/>
                  <a:pt x="3788531" y="475457"/>
                  <a:pt x="3793466" y="466919"/>
                </a:cubicBezTo>
                <a:lnTo>
                  <a:pt x="3793466" y="388139"/>
                </a:lnTo>
                <a:lnTo>
                  <a:pt x="3827431" y="388139"/>
                </a:lnTo>
                <a:lnTo>
                  <a:pt x="3827431" y="501502"/>
                </a:lnTo>
                <a:close/>
                <a:moveTo>
                  <a:pt x="3956398" y="343082"/>
                </a:moveTo>
                <a:lnTo>
                  <a:pt x="3956398" y="501503"/>
                </a:lnTo>
                <a:lnTo>
                  <a:pt x="3926297" y="501503"/>
                </a:lnTo>
                <a:lnTo>
                  <a:pt x="3924589" y="488265"/>
                </a:lnTo>
                <a:cubicBezTo>
                  <a:pt x="3917918" y="497652"/>
                  <a:pt x="3907599" y="505126"/>
                  <a:pt x="3892129" y="505126"/>
                </a:cubicBezTo>
                <a:cubicBezTo>
                  <a:pt x="3863100" y="505126"/>
                  <a:pt x="3848700" y="481222"/>
                  <a:pt x="3848700" y="444499"/>
                </a:cubicBezTo>
                <a:cubicBezTo>
                  <a:pt x="3848700" y="409486"/>
                  <a:pt x="3867182" y="384505"/>
                  <a:pt x="3895343" y="384505"/>
                </a:cubicBezTo>
                <a:cubicBezTo>
                  <a:pt x="3906528" y="384505"/>
                  <a:pt x="3915763" y="388559"/>
                  <a:pt x="3922433" y="395184"/>
                </a:cubicBezTo>
                <a:lnTo>
                  <a:pt x="3922433" y="339459"/>
                </a:lnTo>
                <a:lnTo>
                  <a:pt x="3956398" y="343082"/>
                </a:lnTo>
                <a:close/>
                <a:moveTo>
                  <a:pt x="3922433" y="467554"/>
                </a:moveTo>
                <a:lnTo>
                  <a:pt x="3922433" y="418669"/>
                </a:lnTo>
                <a:cubicBezTo>
                  <a:pt x="3917267" y="412690"/>
                  <a:pt x="3912115" y="409055"/>
                  <a:pt x="3904590" y="409055"/>
                </a:cubicBezTo>
                <a:cubicBezTo>
                  <a:pt x="3892549" y="409055"/>
                  <a:pt x="3883953" y="419303"/>
                  <a:pt x="3883953" y="444714"/>
                </a:cubicBezTo>
                <a:cubicBezTo>
                  <a:pt x="3883953" y="472887"/>
                  <a:pt x="3891695" y="480361"/>
                  <a:pt x="3902651" y="480361"/>
                </a:cubicBezTo>
                <a:cubicBezTo>
                  <a:pt x="3910827" y="480361"/>
                  <a:pt x="3917063" y="476092"/>
                  <a:pt x="3922433" y="467554"/>
                </a:cubicBezTo>
                <a:close/>
                <a:moveTo>
                  <a:pt x="3476419" y="113000"/>
                </a:moveTo>
                <a:cubicBezTo>
                  <a:pt x="3437722" y="113000"/>
                  <a:pt x="3408707" y="140754"/>
                  <a:pt x="3408707" y="190285"/>
                </a:cubicBezTo>
                <a:cubicBezTo>
                  <a:pt x="3408707" y="240892"/>
                  <a:pt x="3436001" y="268216"/>
                  <a:pt x="3476841" y="268216"/>
                </a:cubicBezTo>
                <a:cubicBezTo>
                  <a:pt x="3497477" y="268216"/>
                  <a:pt x="3513599" y="259032"/>
                  <a:pt x="3523496" y="249215"/>
                </a:cubicBezTo>
                <a:lnTo>
                  <a:pt x="3507795" y="229136"/>
                </a:lnTo>
                <a:cubicBezTo>
                  <a:pt x="3498995" y="235762"/>
                  <a:pt x="3490386" y="241095"/>
                  <a:pt x="3478562" y="241095"/>
                </a:cubicBezTo>
                <a:cubicBezTo>
                  <a:pt x="3458793" y="241095"/>
                  <a:pt x="3445681" y="225944"/>
                  <a:pt x="3445681" y="190285"/>
                </a:cubicBezTo>
                <a:cubicBezTo>
                  <a:pt x="3445681" y="153992"/>
                  <a:pt x="3458997" y="138829"/>
                  <a:pt x="3478129" y="138829"/>
                </a:cubicBezTo>
                <a:cubicBezTo>
                  <a:pt x="3488242" y="138829"/>
                  <a:pt x="3496623" y="142680"/>
                  <a:pt x="3505002" y="149077"/>
                </a:cubicBezTo>
                <a:lnTo>
                  <a:pt x="3521774" y="129227"/>
                </a:lnTo>
                <a:cubicBezTo>
                  <a:pt x="3509314" y="118763"/>
                  <a:pt x="3495768" y="113000"/>
                  <a:pt x="3476419" y="113000"/>
                </a:cubicBezTo>
                <a:close/>
                <a:moveTo>
                  <a:pt x="3633546" y="264584"/>
                </a:moveTo>
                <a:lnTo>
                  <a:pt x="3604096" y="264584"/>
                </a:lnTo>
                <a:lnTo>
                  <a:pt x="3602591" y="250282"/>
                </a:lnTo>
                <a:cubicBezTo>
                  <a:pt x="3594211" y="262241"/>
                  <a:pt x="3583038" y="268220"/>
                  <a:pt x="3567988" y="268220"/>
                </a:cubicBezTo>
                <a:cubicBezTo>
                  <a:pt x="3546701" y="268220"/>
                  <a:pt x="3536166" y="254551"/>
                  <a:pt x="3536166" y="232560"/>
                </a:cubicBezTo>
                <a:lnTo>
                  <a:pt x="3536166" y="151221"/>
                </a:lnTo>
                <a:lnTo>
                  <a:pt x="3570131" y="151221"/>
                </a:lnTo>
                <a:lnTo>
                  <a:pt x="3570131" y="228291"/>
                </a:lnTo>
                <a:cubicBezTo>
                  <a:pt x="3570131" y="239819"/>
                  <a:pt x="3574008" y="243239"/>
                  <a:pt x="3581100" y="243239"/>
                </a:cubicBezTo>
                <a:cubicBezTo>
                  <a:pt x="3588191" y="243239"/>
                  <a:pt x="3594645" y="238539"/>
                  <a:pt x="3599580" y="230001"/>
                </a:cubicBezTo>
                <a:lnTo>
                  <a:pt x="3599580" y="151221"/>
                </a:lnTo>
                <a:lnTo>
                  <a:pt x="3633546" y="151221"/>
                </a:lnTo>
                <a:lnTo>
                  <a:pt x="3633546" y="264584"/>
                </a:lnTo>
                <a:close/>
                <a:moveTo>
                  <a:pt x="3744461" y="161465"/>
                </a:moveTo>
                <a:lnTo>
                  <a:pt x="3732000" y="180466"/>
                </a:lnTo>
                <a:cubicBezTo>
                  <a:pt x="3723174" y="174918"/>
                  <a:pt x="3713723" y="171713"/>
                  <a:pt x="3703838" y="171713"/>
                </a:cubicBezTo>
                <a:cubicBezTo>
                  <a:pt x="3694591" y="171713"/>
                  <a:pt x="3690076" y="175133"/>
                  <a:pt x="3690076" y="180251"/>
                </a:cubicBezTo>
                <a:cubicBezTo>
                  <a:pt x="3690076" y="186230"/>
                  <a:pt x="3693086" y="188789"/>
                  <a:pt x="3713506" y="194768"/>
                </a:cubicBezTo>
                <a:cubicBezTo>
                  <a:pt x="3736081" y="201178"/>
                  <a:pt x="3748759" y="210564"/>
                  <a:pt x="3748759" y="230845"/>
                </a:cubicBezTo>
                <a:cubicBezTo>
                  <a:pt x="3748759" y="254331"/>
                  <a:pt x="3726401" y="268215"/>
                  <a:pt x="3698022" y="268215"/>
                </a:cubicBezTo>
                <a:cubicBezTo>
                  <a:pt x="3678253" y="268215"/>
                  <a:pt x="3661481" y="261387"/>
                  <a:pt x="3650308" y="251342"/>
                </a:cubicBezTo>
                <a:lnTo>
                  <a:pt x="3666864" y="232986"/>
                </a:lnTo>
                <a:cubicBezTo>
                  <a:pt x="3675460" y="239611"/>
                  <a:pt x="3685995" y="244083"/>
                  <a:pt x="3697167" y="244083"/>
                </a:cubicBezTo>
                <a:cubicBezTo>
                  <a:pt x="3707486" y="244083"/>
                  <a:pt x="3713723" y="240245"/>
                  <a:pt x="3713723" y="233417"/>
                </a:cubicBezTo>
                <a:cubicBezTo>
                  <a:pt x="3713723" y="225728"/>
                  <a:pt x="3710279" y="223384"/>
                  <a:pt x="3689643" y="217608"/>
                </a:cubicBezTo>
                <a:cubicBezTo>
                  <a:pt x="3667067" y="211211"/>
                  <a:pt x="3655895" y="199683"/>
                  <a:pt x="3655895" y="182176"/>
                </a:cubicBezTo>
                <a:cubicBezTo>
                  <a:pt x="3655895" y="162744"/>
                  <a:pt x="3673738" y="147594"/>
                  <a:pt x="3702550" y="147594"/>
                </a:cubicBezTo>
                <a:cubicBezTo>
                  <a:pt x="3719092" y="147594"/>
                  <a:pt x="3733926" y="152927"/>
                  <a:pt x="3744461" y="161465"/>
                </a:cubicBezTo>
                <a:close/>
                <a:moveTo>
                  <a:pt x="3839894" y="259246"/>
                </a:moveTo>
                <a:cubicBezTo>
                  <a:pt x="3831297" y="265225"/>
                  <a:pt x="3819257" y="268215"/>
                  <a:pt x="3808939" y="268215"/>
                </a:cubicBezTo>
                <a:cubicBezTo>
                  <a:pt x="3783787" y="267999"/>
                  <a:pt x="3771543" y="253913"/>
                  <a:pt x="3771543" y="227222"/>
                </a:cubicBezTo>
                <a:lnTo>
                  <a:pt x="3771543" y="174702"/>
                </a:lnTo>
                <a:lnTo>
                  <a:pt x="3755421" y="174702"/>
                </a:lnTo>
                <a:lnTo>
                  <a:pt x="3755421" y="151216"/>
                </a:lnTo>
                <a:lnTo>
                  <a:pt x="3771543" y="151216"/>
                </a:lnTo>
                <a:lnTo>
                  <a:pt x="3771543" y="126667"/>
                </a:lnTo>
                <a:lnTo>
                  <a:pt x="3805495" y="122828"/>
                </a:lnTo>
                <a:lnTo>
                  <a:pt x="3805495" y="151216"/>
                </a:lnTo>
                <a:lnTo>
                  <a:pt x="3831731" y="151216"/>
                </a:lnTo>
                <a:lnTo>
                  <a:pt x="3828070" y="174702"/>
                </a:lnTo>
                <a:lnTo>
                  <a:pt x="3805495" y="174702"/>
                </a:lnTo>
                <a:lnTo>
                  <a:pt x="3805495" y="226792"/>
                </a:lnTo>
                <a:cubicBezTo>
                  <a:pt x="3805495" y="237686"/>
                  <a:pt x="3809156" y="241524"/>
                  <a:pt x="3816247" y="241524"/>
                </a:cubicBezTo>
                <a:cubicBezTo>
                  <a:pt x="3820125" y="241524"/>
                  <a:pt x="3823989" y="240460"/>
                  <a:pt x="3828504" y="237901"/>
                </a:cubicBezTo>
                <a:lnTo>
                  <a:pt x="3839894" y="259246"/>
                </a:lnTo>
                <a:close/>
                <a:moveTo>
                  <a:pt x="3954894" y="208009"/>
                </a:moveTo>
                <a:cubicBezTo>
                  <a:pt x="3954894" y="244302"/>
                  <a:pt x="3933824" y="268219"/>
                  <a:pt x="3899004" y="268219"/>
                </a:cubicBezTo>
                <a:cubicBezTo>
                  <a:pt x="3864402" y="268219"/>
                  <a:pt x="3843115" y="246012"/>
                  <a:pt x="3843115" y="207794"/>
                </a:cubicBezTo>
                <a:cubicBezTo>
                  <a:pt x="3843115" y="171501"/>
                  <a:pt x="3864185" y="147585"/>
                  <a:pt x="3899004" y="147585"/>
                </a:cubicBezTo>
                <a:cubicBezTo>
                  <a:pt x="3933823" y="147585"/>
                  <a:pt x="3954894" y="169791"/>
                  <a:pt x="3954894" y="208009"/>
                </a:cubicBezTo>
                <a:close/>
                <a:moveTo>
                  <a:pt x="3878368" y="207794"/>
                </a:moveTo>
                <a:cubicBezTo>
                  <a:pt x="3878368" y="232990"/>
                  <a:pt x="3885243" y="243453"/>
                  <a:pt x="3899004" y="243453"/>
                </a:cubicBezTo>
                <a:cubicBezTo>
                  <a:pt x="3912767" y="243453"/>
                  <a:pt x="3919641" y="232559"/>
                  <a:pt x="3919641" y="208009"/>
                </a:cubicBezTo>
                <a:cubicBezTo>
                  <a:pt x="3919641" y="182813"/>
                  <a:pt x="3912767" y="172350"/>
                  <a:pt x="3899004" y="172350"/>
                </a:cubicBezTo>
                <a:cubicBezTo>
                  <a:pt x="3885243" y="172350"/>
                  <a:pt x="3878368" y="183244"/>
                  <a:pt x="3878368" y="207794"/>
                </a:cubicBezTo>
                <a:close/>
                <a:moveTo>
                  <a:pt x="4132231" y="181748"/>
                </a:moveTo>
                <a:lnTo>
                  <a:pt x="4132231" y="264582"/>
                </a:lnTo>
                <a:lnTo>
                  <a:pt x="4098266" y="264582"/>
                </a:lnTo>
                <a:lnTo>
                  <a:pt x="4098266" y="187512"/>
                </a:lnTo>
                <a:cubicBezTo>
                  <a:pt x="4098266" y="175554"/>
                  <a:pt x="4093751" y="172349"/>
                  <a:pt x="4088598" y="172349"/>
                </a:cubicBezTo>
                <a:cubicBezTo>
                  <a:pt x="4081290" y="172349"/>
                  <a:pt x="4076125" y="177695"/>
                  <a:pt x="4071176" y="187081"/>
                </a:cubicBezTo>
                <a:lnTo>
                  <a:pt x="4071176" y="264582"/>
                </a:lnTo>
                <a:lnTo>
                  <a:pt x="4037224" y="264582"/>
                </a:lnTo>
                <a:lnTo>
                  <a:pt x="4037224" y="187512"/>
                </a:lnTo>
                <a:cubicBezTo>
                  <a:pt x="4037224" y="175554"/>
                  <a:pt x="4032709" y="172349"/>
                  <a:pt x="4027543" y="172349"/>
                </a:cubicBezTo>
                <a:cubicBezTo>
                  <a:pt x="4020452" y="172349"/>
                  <a:pt x="4015082" y="177695"/>
                  <a:pt x="4010134" y="187081"/>
                </a:cubicBezTo>
                <a:lnTo>
                  <a:pt x="4010134" y="264582"/>
                </a:lnTo>
                <a:lnTo>
                  <a:pt x="3976168" y="264582"/>
                </a:lnTo>
                <a:lnTo>
                  <a:pt x="3976168" y="151219"/>
                </a:lnTo>
                <a:lnTo>
                  <a:pt x="4005836" y="151219"/>
                </a:lnTo>
                <a:lnTo>
                  <a:pt x="4008208" y="164457"/>
                </a:lnTo>
                <a:cubicBezTo>
                  <a:pt x="4017021" y="153347"/>
                  <a:pt x="4027339" y="147583"/>
                  <a:pt x="4041305" y="147583"/>
                </a:cubicBezTo>
                <a:cubicBezTo>
                  <a:pt x="4053983" y="147583"/>
                  <a:pt x="4063880" y="153993"/>
                  <a:pt x="4068179" y="165521"/>
                </a:cubicBezTo>
                <a:cubicBezTo>
                  <a:pt x="4077196" y="153563"/>
                  <a:pt x="4087744" y="147583"/>
                  <a:pt x="4102347" y="147583"/>
                </a:cubicBezTo>
                <a:cubicBezTo>
                  <a:pt x="4119974" y="147583"/>
                  <a:pt x="4132231" y="160188"/>
                  <a:pt x="4132231" y="181748"/>
                </a:cubicBezTo>
                <a:close/>
                <a:moveTo>
                  <a:pt x="4258838" y="217827"/>
                </a:moveTo>
                <a:lnTo>
                  <a:pt x="4188115" y="217827"/>
                </a:lnTo>
                <a:cubicBezTo>
                  <a:pt x="4190475" y="238108"/>
                  <a:pt x="4200155" y="243656"/>
                  <a:pt x="4214122" y="243656"/>
                </a:cubicBezTo>
                <a:cubicBezTo>
                  <a:pt x="4223368" y="243656"/>
                  <a:pt x="4231531" y="240464"/>
                  <a:pt x="4241429" y="233623"/>
                </a:cubicBezTo>
                <a:lnTo>
                  <a:pt x="4255394" y="252409"/>
                </a:lnTo>
                <a:cubicBezTo>
                  <a:pt x="4244004" y="261378"/>
                  <a:pt x="4229388" y="268219"/>
                  <a:pt x="4210894" y="268219"/>
                </a:cubicBezTo>
                <a:cubicBezTo>
                  <a:pt x="4172848" y="268219"/>
                  <a:pt x="4153499" y="243871"/>
                  <a:pt x="4153499" y="208440"/>
                </a:cubicBezTo>
                <a:cubicBezTo>
                  <a:pt x="4153499" y="174491"/>
                  <a:pt x="4172210" y="147585"/>
                  <a:pt x="4206812" y="147585"/>
                </a:cubicBezTo>
                <a:cubicBezTo>
                  <a:pt x="4239489" y="147585"/>
                  <a:pt x="4259475" y="168942"/>
                  <a:pt x="4259475" y="205666"/>
                </a:cubicBezTo>
                <a:cubicBezTo>
                  <a:pt x="4259475" y="209289"/>
                  <a:pt x="4259258" y="214406"/>
                  <a:pt x="4258838" y="217827"/>
                </a:cubicBezTo>
                <a:close/>
                <a:moveTo>
                  <a:pt x="4226161" y="196051"/>
                </a:moveTo>
                <a:cubicBezTo>
                  <a:pt x="4225944" y="180685"/>
                  <a:pt x="4221212" y="170006"/>
                  <a:pt x="4207680" y="170006"/>
                </a:cubicBezTo>
                <a:cubicBezTo>
                  <a:pt x="4196278" y="170006"/>
                  <a:pt x="4189620" y="177265"/>
                  <a:pt x="4188115" y="197546"/>
                </a:cubicBezTo>
                <a:lnTo>
                  <a:pt x="4226161" y="197546"/>
                </a:lnTo>
                <a:lnTo>
                  <a:pt x="4226161" y="196051"/>
                </a:lnTo>
                <a:close/>
                <a:moveTo>
                  <a:pt x="4429055" y="117480"/>
                </a:moveTo>
                <a:lnTo>
                  <a:pt x="4507732" y="117480"/>
                </a:lnTo>
                <a:lnTo>
                  <a:pt x="4505359" y="133716"/>
                </a:lnTo>
                <a:lnTo>
                  <a:pt x="4449486" y="133716"/>
                </a:lnTo>
                <a:lnTo>
                  <a:pt x="4449486" y="183887"/>
                </a:lnTo>
                <a:lnTo>
                  <a:pt x="4497841" y="183887"/>
                </a:lnTo>
                <a:lnTo>
                  <a:pt x="4497841" y="199900"/>
                </a:lnTo>
                <a:lnTo>
                  <a:pt x="4449486" y="199900"/>
                </a:lnTo>
                <a:lnTo>
                  <a:pt x="4449486" y="264584"/>
                </a:lnTo>
                <a:lnTo>
                  <a:pt x="4429055" y="264584"/>
                </a:lnTo>
                <a:lnTo>
                  <a:pt x="4429055" y="117479"/>
                </a:lnTo>
                <a:close/>
                <a:moveTo>
                  <a:pt x="4557185" y="111507"/>
                </a:moveTo>
                <a:cubicBezTo>
                  <a:pt x="4557185" y="118986"/>
                  <a:pt x="4551602" y="124742"/>
                  <a:pt x="4543223" y="124742"/>
                </a:cubicBezTo>
                <a:cubicBezTo>
                  <a:pt x="4535043" y="124742"/>
                  <a:pt x="4529461" y="118986"/>
                  <a:pt x="4529461" y="111507"/>
                </a:cubicBezTo>
                <a:cubicBezTo>
                  <a:pt x="4529461" y="103817"/>
                  <a:pt x="4535043" y="98050"/>
                  <a:pt x="4543223" y="98050"/>
                </a:cubicBezTo>
                <a:cubicBezTo>
                  <a:pt x="4551602" y="98050"/>
                  <a:pt x="4557185" y="103817"/>
                  <a:pt x="4557185" y="111507"/>
                </a:cubicBezTo>
                <a:close/>
                <a:moveTo>
                  <a:pt x="4553313" y="264578"/>
                </a:moveTo>
                <a:lnTo>
                  <a:pt x="4533532" y="264578"/>
                </a:lnTo>
                <a:lnTo>
                  <a:pt x="4533532" y="152066"/>
                </a:lnTo>
                <a:lnTo>
                  <a:pt x="4553313" y="152066"/>
                </a:lnTo>
                <a:lnTo>
                  <a:pt x="4553313" y="264578"/>
                </a:lnTo>
                <a:close/>
                <a:moveTo>
                  <a:pt x="4654569" y="150790"/>
                </a:moveTo>
                <a:lnTo>
                  <a:pt x="4650909" y="170003"/>
                </a:lnTo>
                <a:cubicBezTo>
                  <a:pt x="4647475" y="169147"/>
                  <a:pt x="4645102" y="168713"/>
                  <a:pt x="4641032" y="168713"/>
                </a:cubicBezTo>
                <a:cubicBezTo>
                  <a:pt x="4626832" y="168713"/>
                  <a:pt x="4618677" y="178760"/>
                  <a:pt x="4613944" y="200317"/>
                </a:cubicBezTo>
                <a:lnTo>
                  <a:pt x="4613944" y="264579"/>
                </a:lnTo>
                <a:lnTo>
                  <a:pt x="4594163" y="264579"/>
                </a:lnTo>
                <a:lnTo>
                  <a:pt x="4594163" y="152080"/>
                </a:lnTo>
                <a:lnTo>
                  <a:pt x="4611147" y="152080"/>
                </a:lnTo>
                <a:lnTo>
                  <a:pt x="4613082" y="174915"/>
                </a:lnTo>
                <a:cubicBezTo>
                  <a:pt x="4619101" y="158046"/>
                  <a:pt x="4629642" y="149500"/>
                  <a:pt x="4643391" y="149500"/>
                </a:cubicBezTo>
                <a:cubicBezTo>
                  <a:pt x="4647038" y="149500"/>
                  <a:pt x="4651134" y="149934"/>
                  <a:pt x="4654568" y="150790"/>
                </a:cubicBezTo>
                <a:close/>
                <a:moveTo>
                  <a:pt x="4746366" y="162322"/>
                </a:moveTo>
                <a:lnTo>
                  <a:pt x="4737974" y="174700"/>
                </a:lnTo>
                <a:cubicBezTo>
                  <a:pt x="4727884" y="168288"/>
                  <a:pt x="4719054" y="165100"/>
                  <a:pt x="4708539" y="165100"/>
                </a:cubicBezTo>
                <a:cubicBezTo>
                  <a:pt x="4695626" y="165100"/>
                  <a:pt x="4687684" y="170855"/>
                  <a:pt x="4687684" y="179823"/>
                </a:cubicBezTo>
                <a:cubicBezTo>
                  <a:pt x="4687684" y="189001"/>
                  <a:pt x="4693690" y="193268"/>
                  <a:pt x="4711973" y="197969"/>
                </a:cubicBezTo>
                <a:cubicBezTo>
                  <a:pt x="4735826" y="203948"/>
                  <a:pt x="4749588" y="213337"/>
                  <a:pt x="4749588" y="232984"/>
                </a:cubicBezTo>
                <a:cubicBezTo>
                  <a:pt x="4749588" y="256464"/>
                  <a:pt x="4727884" y="267143"/>
                  <a:pt x="4704880" y="267143"/>
                </a:cubicBezTo>
                <a:cubicBezTo>
                  <a:pt x="4685735" y="267143"/>
                  <a:pt x="4671986" y="260941"/>
                  <a:pt x="4662107" y="252408"/>
                </a:cubicBezTo>
                <a:lnTo>
                  <a:pt x="4672635" y="240451"/>
                </a:lnTo>
                <a:cubicBezTo>
                  <a:pt x="4681664" y="247285"/>
                  <a:pt x="4692191" y="251341"/>
                  <a:pt x="4704443" y="251341"/>
                </a:cubicBezTo>
                <a:cubicBezTo>
                  <a:pt x="4719279" y="251341"/>
                  <a:pt x="4728733" y="244928"/>
                  <a:pt x="4728733" y="234261"/>
                </a:cubicBezTo>
                <a:cubicBezTo>
                  <a:pt x="4728733" y="223160"/>
                  <a:pt x="4723150" y="218894"/>
                  <a:pt x="4701221" y="213126"/>
                </a:cubicBezTo>
                <a:cubicBezTo>
                  <a:pt x="4676718" y="206726"/>
                  <a:pt x="4667040" y="196257"/>
                  <a:pt x="4667040" y="180468"/>
                </a:cubicBezTo>
                <a:cubicBezTo>
                  <a:pt x="4667040" y="162532"/>
                  <a:pt x="4684462" y="149509"/>
                  <a:pt x="4707890" y="149509"/>
                </a:cubicBezTo>
                <a:cubicBezTo>
                  <a:pt x="4723787" y="149509"/>
                  <a:pt x="4735614" y="154210"/>
                  <a:pt x="4746366" y="162322"/>
                </a:cubicBezTo>
                <a:close/>
                <a:moveTo>
                  <a:pt x="4834725" y="259455"/>
                </a:moveTo>
                <a:cubicBezTo>
                  <a:pt x="4827194" y="264578"/>
                  <a:pt x="4819027" y="267145"/>
                  <a:pt x="4809361" y="267145"/>
                </a:cubicBezTo>
                <a:cubicBezTo>
                  <a:pt x="4790216" y="267145"/>
                  <a:pt x="4778827" y="256044"/>
                  <a:pt x="4778827" y="235120"/>
                </a:cubicBezTo>
                <a:lnTo>
                  <a:pt x="4778827" y="167223"/>
                </a:lnTo>
                <a:lnTo>
                  <a:pt x="4759057" y="167223"/>
                </a:lnTo>
                <a:lnTo>
                  <a:pt x="4759057" y="152079"/>
                </a:lnTo>
                <a:lnTo>
                  <a:pt x="4778827" y="152079"/>
                </a:lnTo>
                <a:lnTo>
                  <a:pt x="4778827" y="126664"/>
                </a:lnTo>
                <a:lnTo>
                  <a:pt x="4798608" y="124308"/>
                </a:lnTo>
                <a:lnTo>
                  <a:pt x="4798608" y="152079"/>
                </a:lnTo>
                <a:lnTo>
                  <a:pt x="4825484" y="152079"/>
                </a:lnTo>
                <a:lnTo>
                  <a:pt x="4823323" y="167223"/>
                </a:lnTo>
                <a:lnTo>
                  <a:pt x="4798608" y="167223"/>
                </a:lnTo>
                <a:lnTo>
                  <a:pt x="4798608" y="234264"/>
                </a:lnTo>
                <a:cubicBezTo>
                  <a:pt x="4798608" y="245576"/>
                  <a:pt x="4802255" y="250922"/>
                  <a:pt x="4812146" y="250922"/>
                </a:cubicBezTo>
                <a:cubicBezTo>
                  <a:pt x="4817091" y="250922"/>
                  <a:pt x="4821612" y="249421"/>
                  <a:pt x="4827194" y="246432"/>
                </a:cubicBezTo>
                <a:lnTo>
                  <a:pt x="4834725" y="259455"/>
                </a:lnTo>
                <a:close/>
                <a:moveTo>
                  <a:pt x="4875350" y="252199"/>
                </a:moveTo>
                <a:cubicBezTo>
                  <a:pt x="4875350" y="260522"/>
                  <a:pt x="4868893" y="267145"/>
                  <a:pt x="4860302" y="267145"/>
                </a:cubicBezTo>
                <a:cubicBezTo>
                  <a:pt x="4851922" y="267145"/>
                  <a:pt x="4845465" y="260522"/>
                  <a:pt x="4845465" y="252199"/>
                </a:cubicBezTo>
                <a:cubicBezTo>
                  <a:pt x="4845465" y="244087"/>
                  <a:pt x="4851922" y="237464"/>
                  <a:pt x="4860302" y="237464"/>
                </a:cubicBezTo>
                <a:cubicBezTo>
                  <a:pt x="4868893" y="237464"/>
                  <a:pt x="4875350" y="244087"/>
                  <a:pt x="4875350" y="252199"/>
                </a:cubicBezTo>
                <a:close/>
                <a:moveTo>
                  <a:pt x="4354043" y="149509"/>
                </a:moveTo>
                <a:lnTo>
                  <a:pt x="4348673" y="182179"/>
                </a:lnTo>
                <a:cubicBezTo>
                  <a:pt x="4345013" y="181317"/>
                  <a:pt x="4342220" y="180684"/>
                  <a:pt x="4338355" y="180684"/>
                </a:cubicBezTo>
                <a:cubicBezTo>
                  <a:pt x="4324159" y="180684"/>
                  <a:pt x="4318356" y="191147"/>
                  <a:pt x="4314709" y="208439"/>
                </a:cubicBezTo>
                <a:lnTo>
                  <a:pt x="4314709" y="264582"/>
                </a:lnTo>
                <a:lnTo>
                  <a:pt x="4280743" y="264582"/>
                </a:lnTo>
                <a:lnTo>
                  <a:pt x="4280743" y="151219"/>
                </a:lnTo>
                <a:lnTo>
                  <a:pt x="4310397" y="151219"/>
                </a:lnTo>
                <a:lnTo>
                  <a:pt x="4313203" y="173210"/>
                </a:lnTo>
                <a:cubicBezTo>
                  <a:pt x="4318356" y="157413"/>
                  <a:pt x="4329542" y="148014"/>
                  <a:pt x="4342653" y="148014"/>
                </a:cubicBezTo>
                <a:cubicBezTo>
                  <a:pt x="4346951" y="148014"/>
                  <a:pt x="4350395" y="148445"/>
                  <a:pt x="4354043" y="149509"/>
                </a:cubicBezTo>
                <a:close/>
                <a:moveTo>
                  <a:pt x="2977074" y="861572"/>
                </a:moveTo>
                <a:cubicBezTo>
                  <a:pt x="2951801" y="861572"/>
                  <a:pt x="2935849" y="840744"/>
                  <a:pt x="2938180" y="819204"/>
                </a:cubicBezTo>
                <a:cubicBezTo>
                  <a:pt x="2940330" y="795706"/>
                  <a:pt x="2961122" y="776658"/>
                  <a:pt x="2984781" y="776658"/>
                </a:cubicBezTo>
                <a:cubicBezTo>
                  <a:pt x="3008440" y="776658"/>
                  <a:pt x="3025825" y="795706"/>
                  <a:pt x="3023675" y="819204"/>
                </a:cubicBezTo>
                <a:cubicBezTo>
                  <a:pt x="3021524" y="842702"/>
                  <a:pt x="3000732" y="861750"/>
                  <a:pt x="2977074" y="861572"/>
                </a:cubicBezTo>
                <a:close/>
                <a:moveTo>
                  <a:pt x="2984780" y="782889"/>
                </a:moveTo>
                <a:cubicBezTo>
                  <a:pt x="2964169" y="782889"/>
                  <a:pt x="2946066" y="799622"/>
                  <a:pt x="2944273" y="819738"/>
                </a:cubicBezTo>
                <a:cubicBezTo>
                  <a:pt x="2942481" y="839498"/>
                  <a:pt x="2956999" y="855519"/>
                  <a:pt x="2977074" y="855519"/>
                </a:cubicBezTo>
                <a:cubicBezTo>
                  <a:pt x="2997506" y="855519"/>
                  <a:pt x="3015788" y="838964"/>
                  <a:pt x="3017580" y="818670"/>
                </a:cubicBezTo>
                <a:cubicBezTo>
                  <a:pt x="3019373" y="798910"/>
                  <a:pt x="3004675" y="782889"/>
                  <a:pt x="2984780" y="782889"/>
                </a:cubicBezTo>
                <a:close/>
                <a:moveTo>
                  <a:pt x="2988007" y="824366"/>
                </a:moveTo>
                <a:cubicBezTo>
                  <a:pt x="2997148" y="821874"/>
                  <a:pt x="3001808" y="813329"/>
                  <a:pt x="3001629" y="806743"/>
                </a:cubicBezTo>
                <a:cubicBezTo>
                  <a:pt x="3001450" y="799622"/>
                  <a:pt x="2995714" y="794104"/>
                  <a:pt x="2988186" y="794104"/>
                </a:cubicBezTo>
                <a:lnTo>
                  <a:pt x="2971697" y="794104"/>
                </a:lnTo>
                <a:lnTo>
                  <a:pt x="2962197" y="844126"/>
                </a:lnTo>
                <a:lnTo>
                  <a:pt x="2968470" y="844126"/>
                </a:lnTo>
                <a:lnTo>
                  <a:pt x="2972055" y="824900"/>
                </a:lnTo>
                <a:lnTo>
                  <a:pt x="2981554" y="824900"/>
                </a:lnTo>
                <a:lnTo>
                  <a:pt x="2988186" y="844126"/>
                </a:lnTo>
                <a:lnTo>
                  <a:pt x="2994818" y="844126"/>
                </a:lnTo>
                <a:lnTo>
                  <a:pt x="2988007" y="824366"/>
                </a:lnTo>
                <a:lnTo>
                  <a:pt x="2988007" y="824366"/>
                </a:lnTo>
                <a:close/>
                <a:moveTo>
                  <a:pt x="2995355" y="808879"/>
                </a:moveTo>
                <a:cubicBezTo>
                  <a:pt x="2993922" y="814575"/>
                  <a:pt x="2989082" y="818848"/>
                  <a:pt x="2983526" y="818848"/>
                </a:cubicBezTo>
                <a:lnTo>
                  <a:pt x="2973130" y="818848"/>
                </a:lnTo>
                <a:lnTo>
                  <a:pt x="2976715" y="800156"/>
                </a:lnTo>
                <a:lnTo>
                  <a:pt x="2988186" y="800156"/>
                </a:lnTo>
                <a:cubicBezTo>
                  <a:pt x="2992846" y="800156"/>
                  <a:pt x="2996431" y="804428"/>
                  <a:pt x="2995355" y="808879"/>
                </a:cubicBezTo>
                <a:close/>
                <a:moveTo>
                  <a:pt x="1498985" y="270374"/>
                </a:moveTo>
                <a:cubicBezTo>
                  <a:pt x="1468316" y="255526"/>
                  <a:pt x="1453828" y="242512"/>
                  <a:pt x="1453828" y="227989"/>
                </a:cubicBezTo>
                <a:cubicBezTo>
                  <a:pt x="1453828" y="207743"/>
                  <a:pt x="1472761" y="195649"/>
                  <a:pt x="1501834" y="195649"/>
                </a:cubicBezTo>
                <a:cubicBezTo>
                  <a:pt x="1543697" y="195649"/>
                  <a:pt x="1582079" y="211373"/>
                  <a:pt x="1597180" y="222644"/>
                </a:cubicBezTo>
                <a:lnTo>
                  <a:pt x="1613401" y="137908"/>
                </a:lnTo>
                <a:cubicBezTo>
                  <a:pt x="1594348" y="125765"/>
                  <a:pt x="1559986" y="113411"/>
                  <a:pt x="1507205" y="113411"/>
                </a:cubicBezTo>
                <a:cubicBezTo>
                  <a:pt x="1407454" y="113411"/>
                  <a:pt x="1340970" y="165801"/>
                  <a:pt x="1340970" y="243327"/>
                </a:cubicBezTo>
                <a:cubicBezTo>
                  <a:pt x="1340970" y="282728"/>
                  <a:pt x="1367537" y="316159"/>
                  <a:pt x="1420637" y="342530"/>
                </a:cubicBezTo>
                <a:cubicBezTo>
                  <a:pt x="1454206" y="358843"/>
                  <a:pt x="1467348" y="371767"/>
                  <a:pt x="1467348" y="390260"/>
                </a:cubicBezTo>
                <a:cubicBezTo>
                  <a:pt x="1467348" y="410662"/>
                  <a:pt x="1448653" y="423380"/>
                  <a:pt x="1420899" y="423380"/>
                </a:cubicBezTo>
                <a:cubicBezTo>
                  <a:pt x="1387200" y="423380"/>
                  <a:pt x="1342028" y="408651"/>
                  <a:pt x="1316170" y="394058"/>
                </a:cubicBezTo>
                <a:lnTo>
                  <a:pt x="1299920" y="478961"/>
                </a:lnTo>
                <a:cubicBezTo>
                  <a:pt x="1324314" y="493849"/>
                  <a:pt x="1367431" y="504151"/>
                  <a:pt x="1410107" y="504852"/>
                </a:cubicBezTo>
                <a:cubicBezTo>
                  <a:pt x="1469572" y="505307"/>
                  <a:pt x="1519028" y="488918"/>
                  <a:pt x="1549514" y="458861"/>
                </a:cubicBezTo>
                <a:cubicBezTo>
                  <a:pt x="1572432" y="436279"/>
                  <a:pt x="1584075" y="407299"/>
                  <a:pt x="1584075" y="372652"/>
                </a:cubicBezTo>
                <a:cubicBezTo>
                  <a:pt x="1584075" y="319558"/>
                  <a:pt x="1538942" y="290202"/>
                  <a:pt x="1498985" y="270374"/>
                </a:cubicBezTo>
                <a:close/>
                <a:moveTo>
                  <a:pt x="970363" y="127406"/>
                </a:moveTo>
                <a:lnTo>
                  <a:pt x="952989" y="217938"/>
                </a:lnTo>
                <a:cubicBezTo>
                  <a:pt x="935533" y="208075"/>
                  <a:pt x="915292" y="203307"/>
                  <a:pt x="891107" y="203307"/>
                </a:cubicBezTo>
                <a:cubicBezTo>
                  <a:pt x="811295" y="203307"/>
                  <a:pt x="763747" y="272410"/>
                  <a:pt x="763747" y="338997"/>
                </a:cubicBezTo>
                <a:cubicBezTo>
                  <a:pt x="763747" y="395504"/>
                  <a:pt x="801745" y="415748"/>
                  <a:pt x="837167" y="415748"/>
                </a:cubicBezTo>
                <a:cubicBezTo>
                  <a:pt x="869148" y="415748"/>
                  <a:pt x="896280" y="408737"/>
                  <a:pt x="930953" y="391664"/>
                </a:cubicBezTo>
                <a:lnTo>
                  <a:pt x="913201" y="484779"/>
                </a:lnTo>
                <a:cubicBezTo>
                  <a:pt x="887273" y="497313"/>
                  <a:pt x="847002" y="504852"/>
                  <a:pt x="805571" y="504852"/>
                </a:cubicBezTo>
                <a:cubicBezTo>
                  <a:pt x="708709" y="504852"/>
                  <a:pt x="646266" y="444585"/>
                  <a:pt x="646266" y="351250"/>
                </a:cubicBezTo>
                <a:cubicBezTo>
                  <a:pt x="646266" y="216101"/>
                  <a:pt x="752144" y="114188"/>
                  <a:pt x="892662" y="114188"/>
                </a:cubicBezTo>
                <a:cubicBezTo>
                  <a:pt x="921178" y="114188"/>
                  <a:pt x="950277" y="119151"/>
                  <a:pt x="970363" y="127406"/>
                </a:cubicBezTo>
                <a:close/>
                <a:moveTo>
                  <a:pt x="2778278" y="343325"/>
                </a:moveTo>
                <a:cubicBezTo>
                  <a:pt x="2862884" y="359827"/>
                  <a:pt x="2955783" y="339380"/>
                  <a:pt x="2993476" y="302896"/>
                </a:cubicBezTo>
                <a:cubicBezTo>
                  <a:pt x="3013625" y="283392"/>
                  <a:pt x="3023855" y="257710"/>
                  <a:pt x="3023855" y="226484"/>
                </a:cubicBezTo>
                <a:cubicBezTo>
                  <a:pt x="3023855" y="158962"/>
                  <a:pt x="2971211" y="113423"/>
                  <a:pt x="2892289" y="113423"/>
                </a:cubicBezTo>
                <a:cubicBezTo>
                  <a:pt x="2829229" y="113423"/>
                  <a:pt x="2771906" y="139599"/>
                  <a:pt x="2730905" y="187174"/>
                </a:cubicBezTo>
                <a:cubicBezTo>
                  <a:pt x="2693535" y="230519"/>
                  <a:pt x="2672078" y="288647"/>
                  <a:pt x="2672078" y="346655"/>
                </a:cubicBezTo>
                <a:cubicBezTo>
                  <a:pt x="2672078" y="447258"/>
                  <a:pt x="2731715" y="504881"/>
                  <a:pt x="2836038" y="504881"/>
                </a:cubicBezTo>
                <a:cubicBezTo>
                  <a:pt x="2860557" y="504881"/>
                  <a:pt x="2923337" y="501938"/>
                  <a:pt x="2976777" y="474840"/>
                </a:cubicBezTo>
                <a:lnTo>
                  <a:pt x="2994734" y="381111"/>
                </a:lnTo>
                <a:cubicBezTo>
                  <a:pt x="2950484" y="406640"/>
                  <a:pt x="2909899" y="418032"/>
                  <a:pt x="2863005" y="418032"/>
                </a:cubicBezTo>
                <a:cubicBezTo>
                  <a:pt x="2810134" y="418032"/>
                  <a:pt x="2774248" y="390673"/>
                  <a:pt x="2778278" y="343325"/>
                </a:cubicBezTo>
                <a:close/>
                <a:moveTo>
                  <a:pt x="2878412" y="194883"/>
                </a:moveTo>
                <a:cubicBezTo>
                  <a:pt x="2921523" y="194883"/>
                  <a:pt x="2926998" y="231859"/>
                  <a:pt x="2909510" y="249117"/>
                </a:cubicBezTo>
                <a:cubicBezTo>
                  <a:pt x="2893357" y="265003"/>
                  <a:pt x="2856343" y="271614"/>
                  <a:pt x="2790539" y="271078"/>
                </a:cubicBezTo>
                <a:cubicBezTo>
                  <a:pt x="2799027" y="234378"/>
                  <a:pt x="2829908" y="194883"/>
                  <a:pt x="2878412" y="194883"/>
                </a:cubicBezTo>
                <a:close/>
                <a:moveTo>
                  <a:pt x="2693048" y="127406"/>
                </a:moveTo>
                <a:lnTo>
                  <a:pt x="2675674" y="217938"/>
                </a:lnTo>
                <a:cubicBezTo>
                  <a:pt x="2658218" y="208075"/>
                  <a:pt x="2637977" y="203307"/>
                  <a:pt x="2613791" y="203307"/>
                </a:cubicBezTo>
                <a:cubicBezTo>
                  <a:pt x="2533980" y="203307"/>
                  <a:pt x="2486431" y="272410"/>
                  <a:pt x="2486431" y="338997"/>
                </a:cubicBezTo>
                <a:cubicBezTo>
                  <a:pt x="2486431" y="395505"/>
                  <a:pt x="2524430" y="415748"/>
                  <a:pt x="2559852" y="415748"/>
                </a:cubicBezTo>
                <a:cubicBezTo>
                  <a:pt x="2591833" y="415748"/>
                  <a:pt x="2618964" y="408738"/>
                  <a:pt x="2653638" y="391664"/>
                </a:cubicBezTo>
                <a:lnTo>
                  <a:pt x="2635886" y="484779"/>
                </a:lnTo>
                <a:cubicBezTo>
                  <a:pt x="2609958" y="497313"/>
                  <a:pt x="2569687" y="504852"/>
                  <a:pt x="2528256" y="504852"/>
                </a:cubicBezTo>
                <a:cubicBezTo>
                  <a:pt x="2431394" y="504852"/>
                  <a:pt x="2368950" y="444585"/>
                  <a:pt x="2368950" y="351250"/>
                </a:cubicBezTo>
                <a:cubicBezTo>
                  <a:pt x="2368950" y="216101"/>
                  <a:pt x="2474828" y="114188"/>
                  <a:pt x="2615346" y="114188"/>
                </a:cubicBezTo>
                <a:cubicBezTo>
                  <a:pt x="2643863" y="114188"/>
                  <a:pt x="2672962" y="119152"/>
                  <a:pt x="2693048" y="127406"/>
                </a:cubicBezTo>
                <a:close/>
                <a:moveTo>
                  <a:pt x="2329634" y="152058"/>
                </a:moveTo>
                <a:cubicBezTo>
                  <a:pt x="2308543" y="126672"/>
                  <a:pt x="2274886" y="113592"/>
                  <a:pt x="2229388" y="113412"/>
                </a:cubicBezTo>
                <a:cubicBezTo>
                  <a:pt x="2169583" y="113412"/>
                  <a:pt x="2116089" y="135174"/>
                  <a:pt x="2074640" y="176365"/>
                </a:cubicBezTo>
                <a:cubicBezTo>
                  <a:pt x="2025158" y="225550"/>
                  <a:pt x="1995615" y="299510"/>
                  <a:pt x="1995666" y="374196"/>
                </a:cubicBezTo>
                <a:cubicBezTo>
                  <a:pt x="1995706" y="439939"/>
                  <a:pt x="2029377" y="505631"/>
                  <a:pt x="2103884" y="505631"/>
                </a:cubicBezTo>
                <a:cubicBezTo>
                  <a:pt x="2165274" y="505631"/>
                  <a:pt x="2201867" y="469953"/>
                  <a:pt x="2216888" y="424869"/>
                </a:cubicBezTo>
                <a:lnTo>
                  <a:pt x="2202971" y="497208"/>
                </a:lnTo>
                <a:lnTo>
                  <a:pt x="2310065" y="497208"/>
                </a:lnTo>
                <a:lnTo>
                  <a:pt x="2350499" y="287037"/>
                </a:lnTo>
                <a:cubicBezTo>
                  <a:pt x="2358289" y="246027"/>
                  <a:pt x="2360850" y="189628"/>
                  <a:pt x="2329634" y="152058"/>
                </a:cubicBezTo>
                <a:close/>
                <a:moveTo>
                  <a:pt x="2237095" y="310500"/>
                </a:moveTo>
                <a:cubicBezTo>
                  <a:pt x="2225009" y="372547"/>
                  <a:pt x="2189874" y="414918"/>
                  <a:pt x="2149081" y="414918"/>
                </a:cubicBezTo>
                <a:cubicBezTo>
                  <a:pt x="2123576" y="414918"/>
                  <a:pt x="2108917" y="390455"/>
                  <a:pt x="2108903" y="351174"/>
                </a:cubicBezTo>
                <a:cubicBezTo>
                  <a:pt x="2108862" y="288302"/>
                  <a:pt x="2154552" y="197893"/>
                  <a:pt x="2207291" y="197893"/>
                </a:cubicBezTo>
                <a:cubicBezTo>
                  <a:pt x="2232196" y="197893"/>
                  <a:pt x="2246086" y="212182"/>
                  <a:pt x="2247393" y="238683"/>
                </a:cubicBezTo>
                <a:cubicBezTo>
                  <a:pt x="2248144" y="255113"/>
                  <a:pt x="2241212" y="289532"/>
                  <a:pt x="2237095" y="310500"/>
                </a:cubicBezTo>
                <a:close/>
                <a:moveTo>
                  <a:pt x="606951" y="152058"/>
                </a:moveTo>
                <a:cubicBezTo>
                  <a:pt x="585861" y="126672"/>
                  <a:pt x="552204" y="113592"/>
                  <a:pt x="506706" y="113412"/>
                </a:cubicBezTo>
                <a:cubicBezTo>
                  <a:pt x="446901" y="113412"/>
                  <a:pt x="393408" y="135174"/>
                  <a:pt x="351958" y="176365"/>
                </a:cubicBezTo>
                <a:cubicBezTo>
                  <a:pt x="302476" y="225550"/>
                  <a:pt x="272933" y="299510"/>
                  <a:pt x="272985" y="374196"/>
                </a:cubicBezTo>
                <a:cubicBezTo>
                  <a:pt x="273024" y="439939"/>
                  <a:pt x="306695" y="505631"/>
                  <a:pt x="381203" y="505631"/>
                </a:cubicBezTo>
                <a:cubicBezTo>
                  <a:pt x="442592" y="505631"/>
                  <a:pt x="479185" y="469953"/>
                  <a:pt x="494206" y="424869"/>
                </a:cubicBezTo>
                <a:lnTo>
                  <a:pt x="480290" y="497208"/>
                </a:lnTo>
                <a:lnTo>
                  <a:pt x="587383" y="497208"/>
                </a:lnTo>
                <a:lnTo>
                  <a:pt x="627817" y="287037"/>
                </a:lnTo>
                <a:cubicBezTo>
                  <a:pt x="635608" y="246027"/>
                  <a:pt x="638169" y="189628"/>
                  <a:pt x="606951" y="152058"/>
                </a:cubicBezTo>
                <a:close/>
                <a:moveTo>
                  <a:pt x="514414" y="310500"/>
                </a:moveTo>
                <a:cubicBezTo>
                  <a:pt x="502328" y="372547"/>
                  <a:pt x="467193" y="414918"/>
                  <a:pt x="426399" y="414918"/>
                </a:cubicBezTo>
                <a:cubicBezTo>
                  <a:pt x="400893" y="414918"/>
                  <a:pt x="386235" y="390455"/>
                  <a:pt x="386220" y="351174"/>
                </a:cubicBezTo>
                <a:cubicBezTo>
                  <a:pt x="386180" y="288302"/>
                  <a:pt x="431870" y="197893"/>
                  <a:pt x="484610" y="197893"/>
                </a:cubicBezTo>
                <a:cubicBezTo>
                  <a:pt x="509515" y="197893"/>
                  <a:pt x="523404" y="212182"/>
                  <a:pt x="524712" y="238683"/>
                </a:cubicBezTo>
                <a:cubicBezTo>
                  <a:pt x="525462" y="255113"/>
                  <a:pt x="518530" y="289532"/>
                  <a:pt x="514414" y="310500"/>
                </a:cubicBezTo>
                <a:close/>
                <a:moveTo>
                  <a:pt x="1865864" y="113412"/>
                </a:moveTo>
                <a:cubicBezTo>
                  <a:pt x="1819094" y="113412"/>
                  <a:pt x="1777774" y="140376"/>
                  <a:pt x="1749875" y="180686"/>
                </a:cubicBezTo>
                <a:lnTo>
                  <a:pt x="1761420" y="120329"/>
                </a:lnTo>
                <a:lnTo>
                  <a:pt x="1662666" y="120329"/>
                </a:lnTo>
                <a:lnTo>
                  <a:pt x="1567483" y="617550"/>
                </a:lnTo>
                <a:lnTo>
                  <a:pt x="1679604" y="617550"/>
                </a:lnTo>
                <a:lnTo>
                  <a:pt x="1708085" y="468046"/>
                </a:lnTo>
                <a:cubicBezTo>
                  <a:pt x="1720816" y="490846"/>
                  <a:pt x="1743145" y="505632"/>
                  <a:pt x="1782974" y="505635"/>
                </a:cubicBezTo>
                <a:cubicBezTo>
                  <a:pt x="1807282" y="505361"/>
                  <a:pt x="1835253" y="498863"/>
                  <a:pt x="1864479" y="483389"/>
                </a:cubicBezTo>
                <a:cubicBezTo>
                  <a:pt x="1944040" y="441264"/>
                  <a:pt x="1988181" y="347642"/>
                  <a:pt x="1988181" y="256331"/>
                </a:cubicBezTo>
                <a:cubicBezTo>
                  <a:pt x="1988181" y="169267"/>
                  <a:pt x="1940069" y="113412"/>
                  <a:pt x="1865864" y="113412"/>
                </a:cubicBezTo>
                <a:close/>
                <a:moveTo>
                  <a:pt x="1769434" y="421096"/>
                </a:moveTo>
                <a:cubicBezTo>
                  <a:pt x="1717848" y="421096"/>
                  <a:pt x="1730940" y="347514"/>
                  <a:pt x="1735618" y="323009"/>
                </a:cubicBezTo>
                <a:cubicBezTo>
                  <a:pt x="1749285" y="251336"/>
                  <a:pt x="1784539" y="204083"/>
                  <a:pt x="1826299" y="204083"/>
                </a:cubicBezTo>
                <a:cubicBezTo>
                  <a:pt x="1867368" y="204083"/>
                  <a:pt x="1871576" y="247067"/>
                  <a:pt x="1871576" y="264766"/>
                </a:cubicBezTo>
                <a:cubicBezTo>
                  <a:pt x="1871576" y="338066"/>
                  <a:pt x="1828326" y="421096"/>
                  <a:pt x="1769434" y="421096"/>
                </a:cubicBezTo>
                <a:close/>
                <a:moveTo>
                  <a:pt x="312690" y="112292"/>
                </a:moveTo>
                <a:lnTo>
                  <a:pt x="290790" y="226685"/>
                </a:lnTo>
                <a:cubicBezTo>
                  <a:pt x="214138" y="215159"/>
                  <a:pt x="160276" y="252471"/>
                  <a:pt x="142422" y="345714"/>
                </a:cubicBezTo>
                <a:lnTo>
                  <a:pt x="112141" y="503840"/>
                </a:lnTo>
                <a:lnTo>
                  <a:pt x="0" y="503840"/>
                </a:lnTo>
                <a:lnTo>
                  <a:pt x="73440" y="120329"/>
                </a:lnTo>
                <a:lnTo>
                  <a:pt x="172185" y="120329"/>
                </a:lnTo>
                <a:lnTo>
                  <a:pt x="156202" y="203879"/>
                </a:lnTo>
                <a:cubicBezTo>
                  <a:pt x="182129" y="145253"/>
                  <a:pt x="243682" y="106042"/>
                  <a:pt x="312690" y="112292"/>
                </a:cubicBezTo>
                <a:close/>
                <a:moveTo>
                  <a:pt x="944243" y="497208"/>
                </a:moveTo>
                <a:lnTo>
                  <a:pt x="1039422" y="0"/>
                </a:lnTo>
                <a:lnTo>
                  <a:pt x="1150777" y="0"/>
                </a:lnTo>
                <a:lnTo>
                  <a:pt x="1094906" y="291909"/>
                </a:lnTo>
                <a:lnTo>
                  <a:pt x="1239347" y="120329"/>
                </a:lnTo>
                <a:lnTo>
                  <a:pt x="1361754" y="120329"/>
                </a:lnTo>
                <a:lnTo>
                  <a:pt x="1212060" y="293812"/>
                </a:lnTo>
                <a:lnTo>
                  <a:pt x="1294315" y="497208"/>
                </a:lnTo>
                <a:lnTo>
                  <a:pt x="1173734" y="497208"/>
                </a:lnTo>
                <a:lnTo>
                  <a:pt x="1094235" y="295415"/>
                </a:lnTo>
                <a:lnTo>
                  <a:pt x="1055611" y="497208"/>
                </a:lnTo>
                <a:lnTo>
                  <a:pt x="944243" y="497208"/>
                </a:lnTo>
                <a:close/>
                <a:moveTo>
                  <a:pt x="2280316" y="695157"/>
                </a:moveTo>
                <a:cubicBezTo>
                  <a:pt x="2225655" y="695157"/>
                  <a:pt x="2187788" y="741906"/>
                  <a:pt x="2187788" y="795876"/>
                </a:cubicBezTo>
                <a:cubicBezTo>
                  <a:pt x="2187788" y="833773"/>
                  <a:pt x="2212818" y="861573"/>
                  <a:pt x="2253291" y="861573"/>
                </a:cubicBezTo>
                <a:cubicBezTo>
                  <a:pt x="2307953" y="861573"/>
                  <a:pt x="2345820" y="815176"/>
                  <a:pt x="2345820" y="760854"/>
                </a:cubicBezTo>
                <a:cubicBezTo>
                  <a:pt x="2345820" y="725897"/>
                  <a:pt x="2323428" y="695157"/>
                  <a:pt x="2280316" y="695157"/>
                </a:cubicBezTo>
                <a:close/>
                <a:moveTo>
                  <a:pt x="2275683" y="724555"/>
                </a:moveTo>
                <a:cubicBezTo>
                  <a:pt x="2298751" y="724555"/>
                  <a:pt x="2306312" y="744845"/>
                  <a:pt x="2306312" y="761174"/>
                </a:cubicBezTo>
                <a:cubicBezTo>
                  <a:pt x="2306312" y="792936"/>
                  <a:pt x="2287233" y="832175"/>
                  <a:pt x="2258568" y="832175"/>
                </a:cubicBezTo>
                <a:cubicBezTo>
                  <a:pt x="2238814" y="832175"/>
                  <a:pt x="2227296" y="816774"/>
                  <a:pt x="2227296" y="794885"/>
                </a:cubicBezTo>
                <a:cubicBezTo>
                  <a:pt x="2227296" y="765136"/>
                  <a:pt x="2245087" y="724555"/>
                  <a:pt x="2275683" y="724555"/>
                </a:cubicBezTo>
                <a:close/>
                <a:moveTo>
                  <a:pt x="2541237" y="695157"/>
                </a:moveTo>
                <a:cubicBezTo>
                  <a:pt x="2486576" y="695157"/>
                  <a:pt x="2448709" y="741906"/>
                  <a:pt x="2448709" y="795876"/>
                </a:cubicBezTo>
                <a:cubicBezTo>
                  <a:pt x="2448709" y="833773"/>
                  <a:pt x="2473739" y="861573"/>
                  <a:pt x="2514212" y="861573"/>
                </a:cubicBezTo>
                <a:cubicBezTo>
                  <a:pt x="2568874" y="861573"/>
                  <a:pt x="2606741" y="815176"/>
                  <a:pt x="2606741" y="760854"/>
                </a:cubicBezTo>
                <a:cubicBezTo>
                  <a:pt x="2606741" y="725897"/>
                  <a:pt x="2584349" y="695157"/>
                  <a:pt x="2541237" y="695157"/>
                </a:cubicBezTo>
                <a:close/>
                <a:moveTo>
                  <a:pt x="2536604" y="724555"/>
                </a:moveTo>
                <a:cubicBezTo>
                  <a:pt x="2559672" y="724555"/>
                  <a:pt x="2567233" y="744845"/>
                  <a:pt x="2567233" y="761174"/>
                </a:cubicBezTo>
                <a:cubicBezTo>
                  <a:pt x="2567233" y="792936"/>
                  <a:pt x="2548154" y="832175"/>
                  <a:pt x="2519488" y="832175"/>
                </a:cubicBezTo>
                <a:cubicBezTo>
                  <a:pt x="2499734" y="832175"/>
                  <a:pt x="2488217" y="816774"/>
                  <a:pt x="2488217" y="794885"/>
                </a:cubicBezTo>
                <a:cubicBezTo>
                  <a:pt x="2488217" y="765136"/>
                  <a:pt x="2506008" y="724555"/>
                  <a:pt x="2536604" y="724555"/>
                </a:cubicBezTo>
                <a:close/>
                <a:moveTo>
                  <a:pt x="2441704" y="646623"/>
                </a:moveTo>
                <a:lnTo>
                  <a:pt x="2400932" y="857994"/>
                </a:lnTo>
                <a:lnTo>
                  <a:pt x="2362712" y="857994"/>
                </a:lnTo>
                <a:lnTo>
                  <a:pt x="2403190" y="646623"/>
                </a:lnTo>
                <a:lnTo>
                  <a:pt x="2441704" y="646623"/>
                </a:lnTo>
                <a:close/>
                <a:moveTo>
                  <a:pt x="1819430" y="701970"/>
                </a:moveTo>
                <a:lnTo>
                  <a:pt x="1813367" y="733641"/>
                </a:lnTo>
                <a:cubicBezTo>
                  <a:pt x="1806719" y="730152"/>
                  <a:pt x="1798148" y="726217"/>
                  <a:pt x="1783826" y="726217"/>
                </a:cubicBezTo>
                <a:cubicBezTo>
                  <a:pt x="1746957" y="726217"/>
                  <a:pt x="1723567" y="759896"/>
                  <a:pt x="1723567" y="793256"/>
                </a:cubicBezTo>
                <a:cubicBezTo>
                  <a:pt x="1723567" y="817093"/>
                  <a:pt x="1737401" y="830514"/>
                  <a:pt x="1758796" y="830514"/>
                </a:cubicBezTo>
                <a:cubicBezTo>
                  <a:pt x="1780522" y="830514"/>
                  <a:pt x="1796308" y="821596"/>
                  <a:pt x="1801876" y="818489"/>
                </a:cubicBezTo>
                <a:lnTo>
                  <a:pt x="1795551" y="851535"/>
                </a:lnTo>
                <a:cubicBezTo>
                  <a:pt x="1786178" y="856289"/>
                  <a:pt x="1769537" y="861253"/>
                  <a:pt x="1748275" y="861253"/>
                </a:cubicBezTo>
                <a:cubicBezTo>
                  <a:pt x="1708092" y="861253"/>
                  <a:pt x="1683415" y="835754"/>
                  <a:pt x="1683415" y="797825"/>
                </a:cubicBezTo>
                <a:cubicBezTo>
                  <a:pt x="1683415" y="742225"/>
                  <a:pt x="1725883" y="695477"/>
                  <a:pt x="1785145" y="695477"/>
                </a:cubicBezTo>
                <a:cubicBezTo>
                  <a:pt x="1800432" y="695477"/>
                  <a:pt x="1813804" y="699277"/>
                  <a:pt x="1819430" y="701970"/>
                </a:cubicBezTo>
                <a:close/>
                <a:moveTo>
                  <a:pt x="1599026" y="831504"/>
                </a:moveTo>
                <a:cubicBezTo>
                  <a:pt x="1625535" y="831504"/>
                  <a:pt x="1644256" y="821717"/>
                  <a:pt x="1657309" y="812360"/>
                </a:cubicBezTo>
                <a:lnTo>
                  <a:pt x="1650747" y="846645"/>
                </a:lnTo>
                <a:cubicBezTo>
                  <a:pt x="1634704" y="856213"/>
                  <a:pt x="1611229" y="861573"/>
                  <a:pt x="1590147" y="861573"/>
                </a:cubicBezTo>
                <a:cubicBezTo>
                  <a:pt x="1545684" y="861573"/>
                  <a:pt x="1524289" y="834444"/>
                  <a:pt x="1524289" y="795524"/>
                </a:cubicBezTo>
                <a:cubicBezTo>
                  <a:pt x="1524289" y="747466"/>
                  <a:pt x="1559840" y="695157"/>
                  <a:pt x="1615145" y="695157"/>
                </a:cubicBezTo>
                <a:cubicBezTo>
                  <a:pt x="1646771" y="695157"/>
                  <a:pt x="1666846" y="713115"/>
                  <a:pt x="1666846" y="739957"/>
                </a:cubicBezTo>
                <a:cubicBezTo>
                  <a:pt x="1666846" y="780794"/>
                  <a:pt x="1623735" y="793895"/>
                  <a:pt x="1561835" y="792585"/>
                </a:cubicBezTo>
                <a:cubicBezTo>
                  <a:pt x="1561159" y="798145"/>
                  <a:pt x="1562478" y="808945"/>
                  <a:pt x="1566114" y="815176"/>
                </a:cubicBezTo>
                <a:cubicBezTo>
                  <a:pt x="1572355" y="825944"/>
                  <a:pt x="1583873" y="831504"/>
                  <a:pt x="1599026" y="831504"/>
                </a:cubicBezTo>
                <a:close/>
                <a:moveTo>
                  <a:pt x="1565760" y="764114"/>
                </a:moveTo>
                <a:cubicBezTo>
                  <a:pt x="1605268" y="764465"/>
                  <a:pt x="1630620" y="759225"/>
                  <a:pt x="1630620" y="739956"/>
                </a:cubicBezTo>
                <a:cubicBezTo>
                  <a:pt x="1630620" y="729796"/>
                  <a:pt x="1622416" y="723596"/>
                  <a:pt x="1610222" y="723596"/>
                </a:cubicBezTo>
                <a:cubicBezTo>
                  <a:pt x="1586189" y="723596"/>
                  <a:pt x="1570393" y="744846"/>
                  <a:pt x="1565760" y="764114"/>
                </a:cubicBezTo>
                <a:close/>
                <a:moveTo>
                  <a:pt x="2158533" y="765136"/>
                </a:moveTo>
                <a:lnTo>
                  <a:pt x="2140621" y="857994"/>
                </a:lnTo>
                <a:lnTo>
                  <a:pt x="2102401" y="857994"/>
                </a:lnTo>
                <a:lnTo>
                  <a:pt x="2119621" y="768076"/>
                </a:lnTo>
                <a:cubicBezTo>
                  <a:pt x="2120746" y="762183"/>
                  <a:pt x="2121512" y="755294"/>
                  <a:pt x="2121512" y="749095"/>
                </a:cubicBezTo>
                <a:cubicBezTo>
                  <a:pt x="2121512" y="735675"/>
                  <a:pt x="2116557" y="726216"/>
                  <a:pt x="2101404" y="726216"/>
                </a:cubicBezTo>
                <a:cubicBezTo>
                  <a:pt x="2083966" y="726216"/>
                  <a:pt x="2061959" y="747114"/>
                  <a:pt x="2055042" y="784436"/>
                </a:cubicBezTo>
                <a:lnTo>
                  <a:pt x="2040853" y="857994"/>
                </a:lnTo>
                <a:lnTo>
                  <a:pt x="2002633" y="857994"/>
                </a:lnTo>
                <a:lnTo>
                  <a:pt x="2033316" y="697777"/>
                </a:lnTo>
                <a:lnTo>
                  <a:pt x="2067888" y="697777"/>
                </a:lnTo>
                <a:lnTo>
                  <a:pt x="2061951" y="728554"/>
                </a:lnTo>
                <a:cubicBezTo>
                  <a:pt x="2076820" y="706392"/>
                  <a:pt x="2097643" y="695157"/>
                  <a:pt x="2120514" y="695157"/>
                </a:cubicBezTo>
                <a:cubicBezTo>
                  <a:pt x="2143550" y="695157"/>
                  <a:pt x="2161341" y="708865"/>
                  <a:pt x="2161341" y="738934"/>
                </a:cubicBezTo>
                <a:cubicBezTo>
                  <a:pt x="2161341" y="746156"/>
                  <a:pt x="2160173" y="757276"/>
                  <a:pt x="2158533" y="765136"/>
                </a:cubicBezTo>
                <a:close/>
                <a:moveTo>
                  <a:pt x="1980144" y="738934"/>
                </a:moveTo>
                <a:cubicBezTo>
                  <a:pt x="1980144" y="746156"/>
                  <a:pt x="1978976" y="757276"/>
                  <a:pt x="1977335" y="765136"/>
                </a:cubicBezTo>
                <a:lnTo>
                  <a:pt x="1959424" y="857994"/>
                </a:lnTo>
                <a:lnTo>
                  <a:pt x="1921204" y="857994"/>
                </a:lnTo>
                <a:lnTo>
                  <a:pt x="1938424" y="768076"/>
                </a:lnTo>
                <a:cubicBezTo>
                  <a:pt x="1939549" y="762183"/>
                  <a:pt x="1940315" y="755294"/>
                  <a:pt x="1940315" y="749095"/>
                </a:cubicBezTo>
                <a:cubicBezTo>
                  <a:pt x="1940315" y="735675"/>
                  <a:pt x="1935360" y="726216"/>
                  <a:pt x="1920206" y="726216"/>
                </a:cubicBezTo>
                <a:cubicBezTo>
                  <a:pt x="1902769" y="726216"/>
                  <a:pt x="1880762" y="747114"/>
                  <a:pt x="1873845" y="784436"/>
                </a:cubicBezTo>
                <a:lnTo>
                  <a:pt x="1873845" y="784436"/>
                </a:lnTo>
                <a:lnTo>
                  <a:pt x="1859656" y="857994"/>
                </a:lnTo>
                <a:lnTo>
                  <a:pt x="1821436" y="857994"/>
                </a:lnTo>
                <a:lnTo>
                  <a:pt x="1861915" y="646623"/>
                </a:lnTo>
                <a:lnTo>
                  <a:pt x="1900428" y="646623"/>
                </a:lnTo>
                <a:lnTo>
                  <a:pt x="1885984" y="721502"/>
                </a:lnTo>
                <a:cubicBezTo>
                  <a:pt x="1900326" y="704012"/>
                  <a:pt x="1919014" y="695157"/>
                  <a:pt x="1939317" y="695157"/>
                </a:cubicBezTo>
                <a:cubicBezTo>
                  <a:pt x="1962353" y="695157"/>
                  <a:pt x="1980144" y="708865"/>
                  <a:pt x="1980144" y="738934"/>
                </a:cubicBezTo>
                <a:close/>
                <a:moveTo>
                  <a:pt x="1486679" y="698736"/>
                </a:moveTo>
                <a:lnTo>
                  <a:pt x="1522584" y="698736"/>
                </a:lnTo>
                <a:lnTo>
                  <a:pt x="1516664" y="728165"/>
                </a:lnTo>
                <a:lnTo>
                  <a:pt x="1480760" y="728165"/>
                </a:lnTo>
                <a:lnTo>
                  <a:pt x="1468243" y="792264"/>
                </a:lnTo>
                <a:cubicBezTo>
                  <a:pt x="1466603" y="799775"/>
                  <a:pt x="1465285" y="807955"/>
                  <a:pt x="1465285" y="814824"/>
                </a:cubicBezTo>
                <a:cubicBezTo>
                  <a:pt x="1465285" y="823675"/>
                  <a:pt x="1469241" y="829236"/>
                  <a:pt x="1479440" y="829236"/>
                </a:cubicBezTo>
                <a:cubicBezTo>
                  <a:pt x="1484941" y="829236"/>
                  <a:pt x="1490390" y="828740"/>
                  <a:pt x="1494778" y="827801"/>
                </a:cubicBezTo>
                <a:lnTo>
                  <a:pt x="1488997" y="857990"/>
                </a:lnTo>
                <a:lnTo>
                  <a:pt x="1488996" y="857994"/>
                </a:lnTo>
                <a:cubicBezTo>
                  <a:pt x="1483398" y="860295"/>
                  <a:pt x="1473198" y="861254"/>
                  <a:pt x="1463965" y="861254"/>
                </a:cubicBezTo>
                <a:cubicBezTo>
                  <a:pt x="1437648" y="861254"/>
                  <a:pt x="1426097" y="846874"/>
                  <a:pt x="1426097" y="828564"/>
                </a:cubicBezTo>
                <a:cubicBezTo>
                  <a:pt x="1426097" y="819713"/>
                  <a:pt x="1427096" y="810894"/>
                  <a:pt x="1429411" y="799135"/>
                </a:cubicBezTo>
                <a:lnTo>
                  <a:pt x="1443247" y="728165"/>
                </a:lnTo>
                <a:lnTo>
                  <a:pt x="1421818" y="728165"/>
                </a:lnTo>
                <a:lnTo>
                  <a:pt x="1427416" y="698736"/>
                </a:lnTo>
                <a:lnTo>
                  <a:pt x="1448813" y="698736"/>
                </a:lnTo>
                <a:lnTo>
                  <a:pt x="1457003" y="657748"/>
                </a:lnTo>
                <a:lnTo>
                  <a:pt x="1494288" y="657748"/>
                </a:lnTo>
                <a:lnTo>
                  <a:pt x="1486679" y="698736"/>
                </a:lnTo>
                <a:close/>
                <a:moveTo>
                  <a:pt x="2788298" y="886433"/>
                </a:moveTo>
                <a:cubicBezTo>
                  <a:pt x="2797421" y="891459"/>
                  <a:pt x="2817033" y="897683"/>
                  <a:pt x="2828271" y="878611"/>
                </a:cubicBezTo>
                <a:lnTo>
                  <a:pt x="2840780" y="853718"/>
                </a:lnTo>
                <a:lnTo>
                  <a:pt x="2812203" y="697777"/>
                </a:lnTo>
                <a:lnTo>
                  <a:pt x="2852387" y="697777"/>
                </a:lnTo>
                <a:lnTo>
                  <a:pt x="2867179" y="816325"/>
                </a:lnTo>
                <a:lnTo>
                  <a:pt x="2928097" y="697777"/>
                </a:lnTo>
                <a:lnTo>
                  <a:pt x="2968924" y="697777"/>
                </a:lnTo>
                <a:lnTo>
                  <a:pt x="2861660" y="887677"/>
                </a:lnTo>
                <a:lnTo>
                  <a:pt x="2861660" y="887739"/>
                </a:lnTo>
                <a:cubicBezTo>
                  <a:pt x="2840670" y="925032"/>
                  <a:pt x="2811722" y="931006"/>
                  <a:pt x="2782349" y="917510"/>
                </a:cubicBezTo>
                <a:lnTo>
                  <a:pt x="2788298" y="886433"/>
                </a:lnTo>
                <a:close/>
                <a:moveTo>
                  <a:pt x="2783865" y="738023"/>
                </a:moveTo>
                <a:cubicBezTo>
                  <a:pt x="2783865" y="746856"/>
                  <a:pt x="2782548" y="756668"/>
                  <a:pt x="2780573" y="765507"/>
                </a:cubicBezTo>
                <a:lnTo>
                  <a:pt x="2766056" y="837735"/>
                </a:lnTo>
                <a:cubicBezTo>
                  <a:pt x="2760075" y="868795"/>
                  <a:pt x="2751071" y="893655"/>
                  <a:pt x="2732771" y="908673"/>
                </a:cubicBezTo>
                <a:cubicBezTo>
                  <a:pt x="2715803" y="922413"/>
                  <a:pt x="2693178" y="926343"/>
                  <a:pt x="2672895" y="926343"/>
                </a:cubicBezTo>
                <a:cubicBezTo>
                  <a:pt x="2654111" y="926343"/>
                  <a:pt x="2636689" y="922930"/>
                  <a:pt x="2625597" y="917510"/>
                </a:cubicBezTo>
                <a:lnTo>
                  <a:pt x="2631546" y="886433"/>
                </a:lnTo>
                <a:cubicBezTo>
                  <a:pt x="2640780" y="891993"/>
                  <a:pt x="2658539" y="895923"/>
                  <a:pt x="2673692" y="895923"/>
                </a:cubicBezTo>
                <a:cubicBezTo>
                  <a:pt x="2698723" y="895923"/>
                  <a:pt x="2717833" y="884164"/>
                  <a:pt x="2725716" y="847194"/>
                </a:cubicBezTo>
                <a:lnTo>
                  <a:pt x="2728786" y="833259"/>
                </a:lnTo>
                <a:cubicBezTo>
                  <a:pt x="2715922" y="851397"/>
                  <a:pt x="2696745" y="861694"/>
                  <a:pt x="2675487" y="861694"/>
                </a:cubicBezTo>
                <a:cubicBezTo>
                  <a:pt x="2641227" y="861694"/>
                  <a:pt x="2627062" y="833883"/>
                  <a:pt x="2627062" y="805419"/>
                </a:cubicBezTo>
                <a:cubicBezTo>
                  <a:pt x="2627062" y="755034"/>
                  <a:pt x="2661981" y="695157"/>
                  <a:pt x="2730167" y="695157"/>
                </a:cubicBezTo>
                <a:cubicBezTo>
                  <a:pt x="2763769" y="695157"/>
                  <a:pt x="2783865" y="709232"/>
                  <a:pt x="2783865" y="738023"/>
                </a:cubicBezTo>
                <a:close/>
                <a:moveTo>
                  <a:pt x="2744332" y="744568"/>
                </a:moveTo>
                <a:cubicBezTo>
                  <a:pt x="2744002" y="731479"/>
                  <a:pt x="2736426" y="724282"/>
                  <a:pt x="2722919" y="724282"/>
                </a:cubicBezTo>
                <a:cubicBezTo>
                  <a:pt x="2689323" y="724282"/>
                  <a:pt x="2667246" y="767142"/>
                  <a:pt x="2667246" y="798548"/>
                </a:cubicBezTo>
                <a:cubicBezTo>
                  <a:pt x="2667246" y="815892"/>
                  <a:pt x="2674829" y="830614"/>
                  <a:pt x="2692615" y="830614"/>
                </a:cubicBezTo>
                <a:cubicBezTo>
                  <a:pt x="2712381" y="830614"/>
                  <a:pt x="2732806" y="810328"/>
                  <a:pt x="2739395" y="778262"/>
                </a:cubicBezTo>
                <a:lnTo>
                  <a:pt x="2742357" y="763539"/>
                </a:lnTo>
                <a:cubicBezTo>
                  <a:pt x="2743358" y="757739"/>
                  <a:pt x="2744661" y="752092"/>
                  <a:pt x="2744331" y="744568"/>
                </a:cubicBezTo>
                <a:close/>
              </a:path>
            </a:pathLst>
          </a:custGeom>
          <a:solidFill>
            <a:schemeClr val="bg1"/>
          </a:solidFill>
          <a:ln w="9525" cap="flat">
            <a:noFill/>
            <a:prstDash val="solid"/>
            <a:miter/>
          </a:ln>
        </p:spPr>
        <p:txBody>
          <a:bodyPr rtlCol="0" anchor="ct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4282026738"/>
      </p:ext>
    </p:extLst>
  </p:cSld>
  <p:clrMapOvr>
    <a:masterClrMapping/>
  </p:clrMapOvr>
</p:sldLayout>
</file>

<file path=ppt/slideLayouts/slideLayout195.xml><?xml version="1.0" encoding="utf-8"?>
<p:sldLayout xmlns:a="http://schemas.openxmlformats.org/drawingml/2006/main" xmlns:r="http://schemas.openxmlformats.org/officeDocument/2006/relationships" xmlns:p="http://schemas.openxmlformats.org/presentationml/2006/main" showMasterSp="0" preserve="1" userDrawn="1">
  <p:cSld name="3_Logo">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FBFEA71-1AC6-4DFC-15E0-24BA7D731D78}"/>
              </a:ext>
            </a:extLst>
          </p:cNvPr>
          <p:cNvPicPr>
            <a:picLocks noChangeAspect="1"/>
          </p:cNvPicPr>
          <p:nvPr userDrawn="1"/>
        </p:nvPicPr>
        <p:blipFill>
          <a:blip r:embed="rId2"/>
          <a:stretch>
            <a:fillRect/>
          </a:stretch>
        </p:blipFill>
        <p:spPr>
          <a:xfrm>
            <a:off x="1676400" y="0"/>
            <a:ext cx="21031200" cy="13716000"/>
          </a:xfrm>
          <a:prstGeom prst="rect">
            <a:avLst/>
          </a:prstGeom>
        </p:spPr>
      </p:pic>
      <p:pic>
        <p:nvPicPr>
          <p:cNvPr id="3" name="Graphic 2">
            <a:extLst>
              <a:ext uri="{FF2B5EF4-FFF2-40B4-BE49-F238E27FC236}">
                <a16:creationId xmlns:a16="http://schemas.microsoft.com/office/drawing/2014/main" id="{510642B9-F25A-374A-99F2-0224B52C46AD}"/>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8335214" y="5983498"/>
            <a:ext cx="8023116" cy="2487168"/>
          </a:xfrm>
          <a:prstGeom prst="rect">
            <a:avLst/>
          </a:prstGeom>
        </p:spPr>
      </p:pic>
      <p:sp>
        <p:nvSpPr>
          <p:cNvPr id="6" name="Graphic 2">
            <a:extLst>
              <a:ext uri="{FF2B5EF4-FFF2-40B4-BE49-F238E27FC236}">
                <a16:creationId xmlns:a16="http://schemas.microsoft.com/office/drawing/2014/main" id="{0D8656DC-2D22-C2DA-13A1-B73DAEC9EBA5}"/>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2534831973"/>
      </p:ext>
    </p:extLst>
  </p:cSld>
  <p:clrMapOvr>
    <a:masterClrMapping/>
  </p:clrMapOvr>
</p:sldLayout>
</file>

<file path=ppt/slideLayouts/slideLayout196.xml><?xml version="1.0" encoding="utf-8"?>
<p:sldLayout xmlns:a="http://schemas.openxmlformats.org/drawingml/2006/main" xmlns:r="http://schemas.openxmlformats.org/officeDocument/2006/relationships" xmlns:p="http://schemas.openxmlformats.org/presentationml/2006/main" showMasterSp="0" userDrawn="1">
  <p:cSld name="Single Column - Purpl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b="0" i="0">
              <a:latin typeface="Fira Sans" panose="020B0503050000020004" pitchFamily="34" charset="0"/>
            </a:endParaRP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lvl1pPr>
              <a:defRPr b="0" i="0">
                <a:latin typeface="Fira Sans" panose="020B0503050000020004" pitchFamily="34" charset="0"/>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b="0" i="0">
                <a:latin typeface="Fira Sans" panose="020B0503050000020004" pitchFamily="34" charset="0"/>
              </a:defRPr>
            </a:lvl1p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b="0" i="0" dirty="0">
                <a:latin typeface="Fira Sans" panose="020B0503050000020004" pitchFamily="34" charset="0"/>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b="0" i="0" dirty="0">
                <a:latin typeface="Fira Sans" panose="020B0503050000020004" pitchFamily="34" charset="0"/>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b="0" i="0" dirty="0">
                <a:latin typeface="Fira Sans" panose="020B0503050000020004" pitchFamily="34" charset="0"/>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b="0" i="0" dirty="0">
                <a:latin typeface="Fira Sans" panose="020B0503050000020004" pitchFamily="34" charset="0"/>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b="0" i="0" dirty="0">
                <a:latin typeface="Fira Sans" panose="020B05030500000200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b="0" i="0" kern="1200" dirty="0">
                <a:ln w="3175">
                  <a:noFill/>
                </a:ln>
                <a:solidFill>
                  <a:schemeClr val="bg1"/>
                </a:solidFill>
                <a:latin typeface="Fira Sans" panose="020B0503050000020004" pitchFamily="34" charset="0"/>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lvl1pPr>
              <a:defRPr b="0" i="0">
                <a:solidFill>
                  <a:schemeClr val="bg1"/>
                </a:solidFill>
                <a:latin typeface="Fira Sans" panose="020B0503050000020004" pitchFamily="34" charset="0"/>
              </a:defRPr>
            </a:lvl1pPr>
          </a:lstStyle>
          <a:p>
            <a:r>
              <a:rPr lang="en-US"/>
              <a:t>Click to edit Master title style</a:t>
            </a:r>
          </a:p>
        </p:txBody>
      </p:sp>
      <p:sp>
        <p:nvSpPr>
          <p:cNvPr id="10" name="Freeform 5">
            <a:extLst>
              <a:ext uri="{FF2B5EF4-FFF2-40B4-BE49-F238E27FC236}">
                <a16:creationId xmlns:a16="http://schemas.microsoft.com/office/drawing/2014/main" id="{B4752C1F-6E8C-435A-BAC0-434144BBAEC8}"/>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4139659234"/>
      </p:ext>
    </p:extLst>
  </p:cSld>
  <p:clrMapOvr>
    <a:masterClrMapping/>
  </p:clrMapOvr>
</p:sldLayout>
</file>

<file path=ppt/slideLayouts/slideLayout197.xml><?xml version="1.0" encoding="utf-8"?>
<p:sldLayout xmlns:a="http://schemas.openxmlformats.org/drawingml/2006/main" xmlns:r="http://schemas.openxmlformats.org/officeDocument/2006/relationships" xmlns:p="http://schemas.openxmlformats.org/presentationml/2006/main" showMasterSp="0" userDrawn="1">
  <p:cSld name="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b="0" i="0">
              <a:latin typeface="Fira Sans" panose="020B0503050000020004" pitchFamily="34" charset="0"/>
            </a:endParaRPr>
          </a:p>
        </p:txBody>
      </p:sp>
      <p:pic>
        <p:nvPicPr>
          <p:cNvPr id="4" name="Picture 3">
            <a:extLst>
              <a:ext uri="{FF2B5EF4-FFF2-40B4-BE49-F238E27FC236}">
                <a16:creationId xmlns:a16="http://schemas.microsoft.com/office/drawing/2014/main" id="{DC3D7A00-2891-24B2-ED6C-5B28CC4847A3}"/>
              </a:ext>
            </a:extLst>
          </p:cNvPr>
          <p:cNvPicPr>
            <a:picLocks noChangeAspect="1"/>
          </p:cNvPicPr>
          <p:nvPr userDrawn="1"/>
        </p:nvPicPr>
        <p:blipFill>
          <a:blip r:embed="rId2"/>
          <a:stretch>
            <a:fillRect/>
          </a:stretch>
        </p:blipFill>
        <p:spPr>
          <a:xfrm>
            <a:off x="0" y="4419600"/>
            <a:ext cx="6477000" cy="9296400"/>
          </a:xfrm>
          <a:prstGeom prst="rect">
            <a:avLst/>
          </a:prstGeom>
        </p:spPr>
      </p:pic>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20726400"/>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b="0" i="0">
                <a:latin typeface="Fira Sans" panose="020B0503050000020004" pitchFamily="34" charset="0"/>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b="0" i="0">
                <a:latin typeface="Fira Sans" panose="020B0503050000020004" pitchFamily="34" charset="0"/>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b="0" i="0">
                <a:latin typeface="Fira Sans" panose="020B0503050000020004" pitchFamily="34" charset="0"/>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b="0" i="0">
                <a:latin typeface="Fira Sans" panose="020B0503050000020004" pitchFamily="34" charset="0"/>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b="0" i="0">
                <a:latin typeface="Fira Sans" panose="020B0503050000020004" pitchFamily="34" charset="0"/>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14173200"/>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b="0" i="0" kern="1200" dirty="0">
                <a:ln w="3175">
                  <a:noFill/>
                </a:ln>
                <a:solidFill>
                  <a:schemeClr val="bg1"/>
                </a:solidFill>
                <a:latin typeface="Fira Sans" panose="020B0503050000020004" pitchFamily="34" charset="0"/>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6930330"/>
          </a:xfrm>
        </p:spPr>
        <p:txBody>
          <a:bodyPr>
            <a:spAutoFit/>
          </a:bodyPr>
          <a:lstStyle>
            <a:lvl1pPr>
              <a:defRPr b="0" i="0">
                <a:solidFill>
                  <a:schemeClr val="bg1"/>
                </a:solidFill>
                <a:latin typeface="Fira Sans" panose="020B0503050000020004" pitchFamily="34" charset="0"/>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b="0" i="0">
                <a:solidFill>
                  <a:schemeClr val="tx1"/>
                </a:solidFill>
                <a:latin typeface="Fira Sans" panose="020B0503050000020004" pitchFamily="34" charset="0"/>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b="0" i="0">
                <a:solidFill>
                  <a:schemeClr val="tx1"/>
                </a:solidFill>
                <a:latin typeface="Fira Sans" panose="020B0503050000020004" pitchFamily="34" charset="0"/>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262773836"/>
      </p:ext>
    </p:extLst>
  </p:cSld>
  <p:clrMapOvr>
    <a:masterClrMapping/>
  </p:clrMapOvr>
</p:sldLayout>
</file>

<file path=ppt/slideLayouts/slideLayout198.xml><?xml version="1.0" encoding="utf-8"?>
<p:sldLayout xmlns:a="http://schemas.openxmlformats.org/drawingml/2006/main" xmlns:r="http://schemas.openxmlformats.org/officeDocument/2006/relationships" xmlns:p="http://schemas.openxmlformats.org/presentationml/2006/main" showMasterSp="0" userDrawn="1">
  <p:cSld name="Title Only">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7F38F25E-FF38-834D-521D-D61E09DDD2AB}"/>
              </a:ext>
            </a:extLst>
          </p:cNvPr>
          <p:cNvGrpSpPr/>
          <p:nvPr userDrawn="1"/>
        </p:nvGrpSpPr>
        <p:grpSpPr>
          <a:xfrm>
            <a:off x="1" y="-4805"/>
            <a:ext cx="25334686" cy="2199366"/>
            <a:chOff x="0" y="-2403"/>
            <a:chExt cx="12667343" cy="1099683"/>
          </a:xfrm>
        </p:grpSpPr>
        <p:sp>
          <p:nvSpPr>
            <p:cNvPr id="7" name="Rectangle 6">
              <a:extLst>
                <a:ext uri="{FF2B5EF4-FFF2-40B4-BE49-F238E27FC236}">
                  <a16:creationId xmlns:a16="http://schemas.microsoft.com/office/drawing/2014/main" id="{7051444A-8DCA-DDB2-763E-349707F988F2}"/>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b="0" i="0">
                <a:latin typeface="Fira Sans" panose="020B0503050000020004" pitchFamily="34" charset="0"/>
              </a:endParaRPr>
            </a:p>
          </p:txBody>
        </p:sp>
        <p:pic>
          <p:nvPicPr>
            <p:cNvPr id="10" name="Picture 9">
              <a:extLst>
                <a:ext uri="{FF2B5EF4-FFF2-40B4-BE49-F238E27FC236}">
                  <a16:creationId xmlns:a16="http://schemas.microsoft.com/office/drawing/2014/main" id="{528A3E14-429A-2111-9034-26AFC851FE02}"/>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9"/>
            <a:ext cx="22991108" cy="997838"/>
          </a:xfrm>
        </p:spPr>
        <p:txBody>
          <a:bodyPr/>
          <a:lstStyle>
            <a:lvl1pPr>
              <a:defRPr b="0" i="0">
                <a:latin typeface="Fira Sans" panose="020B0503050000020004" pitchFamily="34" charset="0"/>
              </a:defRPr>
            </a:lvl1p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b="0" i="0">
                <a:solidFill>
                  <a:schemeClr val="tx1"/>
                </a:solidFill>
                <a:latin typeface="Fira Sans" panose="020B0503050000020004" pitchFamily="34" charset="0"/>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b="0" i="0">
                <a:solidFill>
                  <a:schemeClr val="tx1"/>
                </a:solidFill>
                <a:latin typeface="Fira Sans" panose="020B0503050000020004" pitchFamily="34" charset="0"/>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36467205"/>
      </p:ext>
    </p:extLst>
  </p:cSld>
  <p:clrMapOvr>
    <a:masterClrMapping/>
  </p:clrMapOvr>
</p:sldLayout>
</file>

<file path=ppt/slideLayouts/slideLayout199.xml><?xml version="1.0" encoding="utf-8"?>
<p:sldLayout xmlns:a="http://schemas.openxmlformats.org/drawingml/2006/main" xmlns:r="http://schemas.openxmlformats.org/officeDocument/2006/relationships" xmlns:p="http://schemas.openxmlformats.org/presentationml/2006/main" preserve="1" userDrawn="1">
  <p:cSld name="Single Column - Simpl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80F77ED-A2A4-4EFE-8DC0-C63FB58288D9}"/>
              </a:ext>
            </a:extLst>
          </p:cNvPr>
          <p:cNvSpPr/>
          <p:nvPr userDrawn="1"/>
        </p:nvSpPr>
        <p:spPr>
          <a:xfrm>
            <a:off x="6164826" y="0"/>
            <a:ext cx="56044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1752600"/>
            <a:ext cx="22936200" cy="11222736"/>
          </a:xfrm>
        </p:spPr>
        <p:txBody>
          <a:bodyPr vert="horz" lIns="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8"/>
            <a:ext cx="22991108" cy="1215424"/>
          </a:xfrm>
        </p:spPr>
        <p:txBody>
          <a:bodyPr/>
          <a:lstStyle/>
          <a:p>
            <a:r>
              <a:rPr lang="en-US"/>
              <a:t>Click to edit Master title style</a:t>
            </a:r>
          </a:p>
        </p:txBody>
      </p:sp>
    </p:spTree>
    <p:extLst>
      <p:ext uri="{BB962C8B-B14F-4D97-AF65-F5344CB8AC3E}">
        <p14:creationId xmlns:p14="http://schemas.microsoft.com/office/powerpoint/2010/main" val="1852863027"/>
      </p:ext>
    </p:extLst>
  </p:cSld>
  <p:clrMapOvr>
    <a:masterClrMapping/>
  </p:clrMapOvr>
</p:sldLayout>
</file>

<file path=ppt/slideLayouts/slideLayout200.xml><?xml version="1.0" encoding="utf-8"?>
<p:sldLayout xmlns:a="http://schemas.openxmlformats.org/drawingml/2006/main" xmlns:r="http://schemas.openxmlformats.org/officeDocument/2006/relationships" xmlns:p="http://schemas.openxmlformats.org/presentationml/2006/main" preserve="1" userDrawn="1">
  <p:cSld name="Single Column - Simple with Sub">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80F77ED-A2A4-4EFE-8DC0-C63FB58288D9}"/>
              </a:ext>
            </a:extLst>
          </p:cNvPr>
          <p:cNvSpPr/>
          <p:nvPr userDrawn="1"/>
        </p:nvSpPr>
        <p:spPr>
          <a:xfrm>
            <a:off x="6164826" y="0"/>
            <a:ext cx="56044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0"/>
            <a:ext cx="22936200" cy="10194036"/>
          </a:xfrm>
        </p:spPr>
        <p:txBody>
          <a:bodyPr vert="horz" lIns="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1752602"/>
            <a:ext cx="22971126" cy="102870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8"/>
            <a:ext cx="22991108" cy="1215424"/>
          </a:xfrm>
        </p:spPr>
        <p:txBody>
          <a:bodyPr/>
          <a:lstStyle/>
          <a:p>
            <a:r>
              <a:rPr lang="en-US"/>
              <a:t>Click to edit Master title style</a:t>
            </a:r>
          </a:p>
        </p:txBody>
      </p:sp>
    </p:spTree>
    <p:extLst>
      <p:ext uri="{BB962C8B-B14F-4D97-AF65-F5344CB8AC3E}">
        <p14:creationId xmlns:p14="http://schemas.microsoft.com/office/powerpoint/2010/main" val="366300004"/>
      </p:ext>
    </p:extLst>
  </p:cSld>
  <p:clrMapOvr>
    <a:masterClrMapping/>
  </p:clrMapOvr>
</p:sldLayout>
</file>

<file path=ppt/slideLayouts/slideLayout201.xml><?xml version="1.0" encoding="utf-8"?>
<p:sldLayout xmlns:a="http://schemas.openxmlformats.org/drawingml/2006/main" xmlns:r="http://schemas.openxmlformats.org/officeDocument/2006/relationships" xmlns:p="http://schemas.openxmlformats.org/presentationml/2006/main" preserve="1" userDrawn="1">
  <p:cSld name="Single Column">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p>
            <a:r>
              <a:rPr lang="en-US"/>
              <a:t>Click to edit Master title style</a:t>
            </a:r>
          </a:p>
        </p:txBody>
      </p:sp>
    </p:spTree>
    <p:extLst>
      <p:ext uri="{BB962C8B-B14F-4D97-AF65-F5344CB8AC3E}">
        <p14:creationId xmlns:p14="http://schemas.microsoft.com/office/powerpoint/2010/main" val="636057819"/>
      </p:ext>
    </p:extLst>
  </p:cSld>
  <p:clrMapOvr>
    <a:masterClrMapping/>
  </p:clrMapOvr>
</p:sldLayout>
</file>

<file path=ppt/slideLayouts/slideLayout202.xml><?xml version="1.0" encoding="utf-8"?>
<p:sldLayout xmlns:a="http://schemas.openxmlformats.org/drawingml/2006/main" xmlns:r="http://schemas.openxmlformats.org/officeDocument/2006/relationships" xmlns:p="http://schemas.openxmlformats.org/presentationml/2006/main" preserve="1" userDrawn="1">
  <p:cSld name="Double Column">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6296"/>
            <a:ext cx="7315200" cy="12353544"/>
          </a:xfrm>
        </p:spPr>
        <p:txBody>
          <a:bodyPr vert="horz" lIns="18288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5803" y="3685032"/>
            <a:ext cx="5236506" cy="2276856"/>
          </a:xfrm>
        </p:spPr>
        <p:txBody>
          <a:bodyPr vert="horz" lIns="0" tIns="0" rIns="0" bIns="0" rtlCol="0">
            <a:noAutofit/>
          </a:bodyPr>
          <a:lstStyle>
            <a:lvl1pPr>
              <a:defRPr lang="en-US" sz="3750" dirty="0">
                <a:ln w="3175">
                  <a:noFill/>
                </a:ln>
              </a:defRPr>
            </a:lvl1pPr>
          </a:lstStyle>
          <a:p>
            <a:pPr marL="0" lvl="0" indent="0" fontAlgn="base">
              <a:buNone/>
            </a:pPr>
            <a:r>
              <a:rPr lang="en-US"/>
              <a:t>Subtitle or callout if needed, all titles and subtitles are sentence case </a:t>
            </a:r>
          </a:p>
        </p:txBody>
      </p:sp>
      <p:sp>
        <p:nvSpPr>
          <p:cNvPr id="6" name="Text Placeholder 5">
            <a:extLst>
              <a:ext uri="{FF2B5EF4-FFF2-40B4-BE49-F238E27FC236}">
                <a16:creationId xmlns:a16="http://schemas.microsoft.com/office/drawing/2014/main" id="{808F5F46-46D7-FC41-96C7-36DEC6BD8687}"/>
              </a:ext>
            </a:extLst>
          </p:cNvPr>
          <p:cNvSpPr>
            <a:spLocks noGrp="1"/>
          </p:cNvSpPr>
          <p:nvPr>
            <p:ph type="body" sz="quarter" idx="14"/>
          </p:nvPr>
        </p:nvSpPr>
        <p:spPr>
          <a:xfrm>
            <a:off x="16040100" y="624968"/>
            <a:ext cx="7618984" cy="12353544"/>
          </a:xfrm>
        </p:spPr>
        <p:txBody>
          <a:bodyPr vert="horz" lIns="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5" name="Title 4">
            <a:extLst>
              <a:ext uri="{FF2B5EF4-FFF2-40B4-BE49-F238E27FC236}">
                <a16:creationId xmlns:a16="http://schemas.microsoft.com/office/drawing/2014/main" id="{9E8E5F5F-E11E-C44F-B488-CB35674682B5}"/>
              </a:ext>
            </a:extLst>
          </p:cNvPr>
          <p:cNvSpPr>
            <a:spLocks noGrp="1"/>
          </p:cNvSpPr>
          <p:nvPr>
            <p:ph type="title"/>
          </p:nvPr>
        </p:nvSpPr>
        <p:spPr/>
        <p:txBody>
          <a:bodyPr/>
          <a:lstStyle>
            <a:lvl1pPr>
              <a:defRPr/>
            </a:lvl1pPr>
          </a:lstStyle>
          <a:p>
            <a:r>
              <a:rPr lang="en-US"/>
              <a:t>Click to edit Master title style</a:t>
            </a:r>
          </a:p>
        </p:txBody>
      </p:sp>
      <p:sp>
        <p:nvSpPr>
          <p:cNvPr id="10" name="Footer Placeholder 9">
            <a:extLst>
              <a:ext uri="{FF2B5EF4-FFF2-40B4-BE49-F238E27FC236}">
                <a16:creationId xmlns:a16="http://schemas.microsoft.com/office/drawing/2014/main" id="{7F500EC3-B56F-D543-A50F-942AF23525BB}"/>
              </a:ext>
            </a:extLst>
          </p:cNvPr>
          <p:cNvSpPr>
            <a:spLocks noGrp="1"/>
          </p:cNvSpPr>
          <p:nvPr>
            <p:ph type="ftr" sz="quarter" idx="15"/>
          </p:nvPr>
        </p:nvSpPr>
        <p:spPr/>
        <p:txBody>
          <a:bodyPr lIns="365760"/>
          <a:lstStyle/>
          <a:p>
            <a:endParaRPr lang="en-US"/>
          </a:p>
        </p:txBody>
      </p:sp>
    </p:spTree>
    <p:extLst>
      <p:ext uri="{BB962C8B-B14F-4D97-AF65-F5344CB8AC3E}">
        <p14:creationId xmlns:p14="http://schemas.microsoft.com/office/powerpoint/2010/main" val="1959963543"/>
      </p:ext>
    </p:extLst>
  </p:cSld>
  <p:clrMapOvr>
    <a:masterClrMapping/>
  </p:clrMapOvr>
</p:sldLayout>
</file>

<file path=ppt/slideLayouts/slideLayout203.xml><?xml version="1.0" encoding="utf-8"?>
<p:sldLayout xmlns:a="http://schemas.openxmlformats.org/drawingml/2006/main" xmlns:r="http://schemas.openxmlformats.org/officeDocument/2006/relationships" xmlns:p="http://schemas.openxmlformats.org/presentationml/2006/main" preserve="1" userDrawn="1">
  <p:cSld name="Chart Slide">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6" name="Chart Placeholder 5">
            <a:extLst>
              <a:ext uri="{FF2B5EF4-FFF2-40B4-BE49-F238E27FC236}">
                <a16:creationId xmlns:a16="http://schemas.microsoft.com/office/drawing/2014/main" id="{D15CAE43-FFC5-5941-A364-DB8503717B41}"/>
              </a:ext>
            </a:extLst>
          </p:cNvPr>
          <p:cNvSpPr>
            <a:spLocks noGrp="1"/>
          </p:cNvSpPr>
          <p:nvPr>
            <p:ph type="chart" sz="quarter" idx="14"/>
          </p:nvPr>
        </p:nvSpPr>
        <p:spPr>
          <a:xfrm>
            <a:off x="6305550" y="4833410"/>
            <a:ext cx="17183100" cy="8158692"/>
          </a:xfrm>
        </p:spPr>
        <p:txBody>
          <a:bodyPr/>
          <a:lstStyle/>
          <a:p>
            <a:r>
              <a:rPr lang="en-US"/>
              <a:t>Click icon to add chart</a:t>
            </a:r>
          </a:p>
        </p:txBody>
      </p:sp>
      <p:sp>
        <p:nvSpPr>
          <p:cNvPr id="5" name="Title 4">
            <a:extLst>
              <a:ext uri="{FF2B5EF4-FFF2-40B4-BE49-F238E27FC236}">
                <a16:creationId xmlns:a16="http://schemas.microsoft.com/office/drawing/2014/main" id="{1A166DE4-81E7-7D4A-A206-F89CC138B7CD}"/>
              </a:ext>
            </a:extLst>
          </p:cNvPr>
          <p:cNvSpPr>
            <a:spLocks noGrp="1"/>
          </p:cNvSpPr>
          <p:nvPr>
            <p:ph type="title" hasCustomPrompt="1"/>
          </p:nvPr>
        </p:nvSpPr>
        <p:spPr/>
        <p:txBody>
          <a:bodyPr/>
          <a:lstStyle/>
          <a:p>
            <a:r>
              <a:rPr lang="en-US"/>
              <a:t>Chart Slide</a:t>
            </a:r>
          </a:p>
        </p:txBody>
      </p:sp>
      <p:sp>
        <p:nvSpPr>
          <p:cNvPr id="10" name="Freeform 5">
            <a:extLst>
              <a:ext uri="{FF2B5EF4-FFF2-40B4-BE49-F238E27FC236}">
                <a16:creationId xmlns:a16="http://schemas.microsoft.com/office/drawing/2014/main" id="{CFFE015B-98FD-1C46-9214-B765A4A59ADC}"/>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2" name="Text Placeholder 8">
            <a:extLst>
              <a:ext uri="{FF2B5EF4-FFF2-40B4-BE49-F238E27FC236}">
                <a16:creationId xmlns:a16="http://schemas.microsoft.com/office/drawing/2014/main" id="{02EECDEE-456F-4A15-A4FE-4CA2F60E0059}"/>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6">
            <a:extLst>
              <a:ext uri="{FF2B5EF4-FFF2-40B4-BE49-F238E27FC236}">
                <a16:creationId xmlns:a16="http://schemas.microsoft.com/office/drawing/2014/main" id="{0DE29CAF-37DB-469A-A4BC-F015B5D92449}"/>
              </a:ext>
            </a:extLst>
          </p:cNvPr>
          <p:cNvSpPr>
            <a:spLocks noGrp="1"/>
          </p:cNvSpPr>
          <p:nvPr>
            <p:ph type="body" sz="quarter" idx="15"/>
          </p:nvPr>
        </p:nvSpPr>
        <p:spPr>
          <a:xfrm>
            <a:off x="6477000" y="621792"/>
            <a:ext cx="17160240" cy="2937320"/>
          </a:xfrm>
        </p:spPr>
        <p:txBody>
          <a:bodyPr lIns="18288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Tree>
    <p:extLst>
      <p:ext uri="{BB962C8B-B14F-4D97-AF65-F5344CB8AC3E}">
        <p14:creationId xmlns:p14="http://schemas.microsoft.com/office/powerpoint/2010/main" val="77254315"/>
      </p:ext>
    </p:extLst>
  </p:cSld>
  <p:clrMapOvr>
    <a:masterClrMapping/>
  </p:clrMapOvr>
</p:sldLayout>
</file>

<file path=ppt/slideLayouts/slideLayout204.xml><?xml version="1.0" encoding="utf-8"?>
<p:sldLayout xmlns:a="http://schemas.openxmlformats.org/drawingml/2006/main" xmlns:r="http://schemas.openxmlformats.org/officeDocument/2006/relationships" xmlns:p="http://schemas.openxmlformats.org/presentationml/2006/main" preserve="1" userDrawn="1">
  <p:cSld name="Table Slide">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2937320"/>
          </a:xfrm>
        </p:spPr>
        <p:txBody>
          <a:bodyPr lIns="18288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5" name="Title 4">
            <a:extLst>
              <a:ext uri="{FF2B5EF4-FFF2-40B4-BE49-F238E27FC236}">
                <a16:creationId xmlns:a16="http://schemas.microsoft.com/office/drawing/2014/main" id="{D0602A0A-DA97-1949-83C0-5E92A6974F6F}"/>
              </a:ext>
            </a:extLst>
          </p:cNvPr>
          <p:cNvSpPr>
            <a:spLocks noGrp="1"/>
          </p:cNvSpPr>
          <p:nvPr>
            <p:ph type="title" hasCustomPrompt="1"/>
          </p:nvPr>
        </p:nvSpPr>
        <p:spPr/>
        <p:txBody>
          <a:bodyPr/>
          <a:lstStyle/>
          <a:p>
            <a:r>
              <a:rPr lang="en-US"/>
              <a:t>Table Slide</a:t>
            </a:r>
          </a:p>
        </p:txBody>
      </p:sp>
      <p:sp>
        <p:nvSpPr>
          <p:cNvPr id="8" name="Freeform 5">
            <a:extLst>
              <a:ext uri="{FF2B5EF4-FFF2-40B4-BE49-F238E27FC236}">
                <a16:creationId xmlns:a16="http://schemas.microsoft.com/office/drawing/2014/main" id="{EEC651F5-C6E2-A04D-81A9-27593887E07E}"/>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0" name="Text Placeholder 8">
            <a:extLst>
              <a:ext uri="{FF2B5EF4-FFF2-40B4-BE49-F238E27FC236}">
                <a16:creationId xmlns:a16="http://schemas.microsoft.com/office/drawing/2014/main" id="{FD34CAF5-D592-42FD-80B2-8B57E60C9A88}"/>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Tree>
    <p:extLst>
      <p:ext uri="{BB962C8B-B14F-4D97-AF65-F5344CB8AC3E}">
        <p14:creationId xmlns:p14="http://schemas.microsoft.com/office/powerpoint/2010/main" val="977183915"/>
      </p:ext>
    </p:extLst>
  </p:cSld>
  <p:clrMapOvr>
    <a:masterClrMapping/>
  </p:clrMapOvr>
</p:sldLayout>
</file>

<file path=ppt/slideLayouts/slideLayout205.xml><?xml version="1.0" encoding="utf-8"?>
<p:sldLayout xmlns:a="http://schemas.openxmlformats.org/drawingml/2006/main" xmlns:r="http://schemas.openxmlformats.org/officeDocument/2006/relationships" xmlns:p="http://schemas.openxmlformats.org/presentationml/2006/main" showMasterSp="0" preserve="1" userDrawn="1">
  <p:cSld name="Blank">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1215424"/>
          </a:xfrm>
        </p:spPr>
        <p:txBody>
          <a:bodyPr/>
          <a:lstStyle/>
          <a:p>
            <a:r>
              <a:rPr lang="en-US"/>
              <a:t>Click to edit Master title style</a:t>
            </a:r>
          </a:p>
        </p:txBody>
      </p:sp>
      <p:sp>
        <p:nvSpPr>
          <p:cNvPr id="3" name="Footer Placeholder 2">
            <a:extLst>
              <a:ext uri="{FF2B5EF4-FFF2-40B4-BE49-F238E27FC236}">
                <a16:creationId xmlns:a16="http://schemas.microsoft.com/office/drawing/2014/main" id="{476EBF41-6E4F-CC45-9467-0CE6DA4A5B1A}"/>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A82870D3-B21C-6F49-A89A-D8B3AEF5AC9C}"/>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5" name="Freeform 5">
            <a:extLst>
              <a:ext uri="{FF2B5EF4-FFF2-40B4-BE49-F238E27FC236}">
                <a16:creationId xmlns:a16="http://schemas.microsoft.com/office/drawing/2014/main" id="{58E08819-833F-144A-BA8A-41723F41C8A3}"/>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Tree>
    <p:extLst>
      <p:ext uri="{BB962C8B-B14F-4D97-AF65-F5344CB8AC3E}">
        <p14:creationId xmlns:p14="http://schemas.microsoft.com/office/powerpoint/2010/main" val="1740198260"/>
      </p:ext>
    </p:extLst>
  </p:cSld>
  <p:clrMapOvr>
    <a:masterClrMapping/>
  </p:clrMapOvr>
</p:sldLayout>
</file>

<file path=ppt/slideLayouts/slideLayout206.xml><?xml version="1.0" encoding="utf-8"?>
<p:sldLayout xmlns:a="http://schemas.openxmlformats.org/drawingml/2006/main" xmlns:r="http://schemas.openxmlformats.org/officeDocument/2006/relationships" xmlns:p="http://schemas.openxmlformats.org/presentationml/2006/main" showMasterSp="0" preserve="1" userDrawn="1">
  <p:cSld name="Wide Layout Single Column">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a:xfrm>
            <a:off x="8382000" y="13000317"/>
            <a:ext cx="5746892" cy="486410"/>
          </a:xfrm>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8382000" y="621792"/>
            <a:ext cx="15255240" cy="12353544"/>
          </a:xfrm>
        </p:spPr>
        <p:txBody>
          <a:bodyPr vert="horz" lIns="18288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sz="3200" dirty="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sz="3200" dirty="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sz="3200" dirty="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sz="3200" dirty="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sz="3200" dirty="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6724559"/>
            <a:ext cx="7183198" cy="2280490"/>
          </a:xfrm>
        </p:spPr>
        <p:txBody>
          <a:bodyPr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6"/>
            <a:ext cx="7217706" cy="5292124"/>
          </a:xfrm>
        </p:spPr>
        <p:txBody>
          <a:bodyPr/>
          <a:lstStyle/>
          <a:p>
            <a:r>
              <a:rPr lang="en-US"/>
              <a:t>Click to edit Master title style</a:t>
            </a:r>
          </a:p>
        </p:txBody>
      </p:sp>
      <p:cxnSp>
        <p:nvCxnSpPr>
          <p:cNvPr id="8" name="Straight Connector 7">
            <a:extLst>
              <a:ext uri="{FF2B5EF4-FFF2-40B4-BE49-F238E27FC236}">
                <a16:creationId xmlns:a16="http://schemas.microsoft.com/office/drawing/2014/main" id="{F957024A-18DC-E948-83FF-954BAEFA54C4}"/>
              </a:ext>
            </a:extLst>
          </p:cNvPr>
          <p:cNvCxnSpPr>
            <a:cxnSpLocks/>
          </p:cNvCxnSpPr>
          <p:nvPr userDrawn="1"/>
        </p:nvCxnSpPr>
        <p:spPr>
          <a:xfrm>
            <a:off x="8382000" y="186418"/>
            <a:ext cx="0" cy="13716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10" name="Freeform 5">
            <a:extLst>
              <a:ext uri="{FF2B5EF4-FFF2-40B4-BE49-F238E27FC236}">
                <a16:creationId xmlns:a16="http://schemas.microsoft.com/office/drawing/2014/main" id="{E9E68A23-5B63-BA4D-84F2-48D9185FF9AA}"/>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Tree>
    <p:extLst>
      <p:ext uri="{BB962C8B-B14F-4D97-AF65-F5344CB8AC3E}">
        <p14:creationId xmlns:p14="http://schemas.microsoft.com/office/powerpoint/2010/main" val="1973427542"/>
      </p:ext>
    </p:extLst>
  </p:cSld>
  <p:clrMapOvr>
    <a:masterClrMapping/>
  </p:clrMapOvr>
</p:sldLayout>
</file>

<file path=ppt/slideLayouts/slideLayout207.xml><?xml version="1.0" encoding="utf-8"?>
<p:sldLayout xmlns:a="http://schemas.openxmlformats.org/drawingml/2006/main" xmlns:r="http://schemas.openxmlformats.org/officeDocument/2006/relationships" xmlns:p="http://schemas.openxmlformats.org/presentationml/2006/main" showMasterSp="0" preserve="1" userDrawn="1">
  <p:cSld name="Image Slide 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6477000" y="0"/>
            <a:ext cx="17907000" cy="13716000"/>
          </a:xfrm>
          <a:solidFill>
            <a:schemeClr val="bg1">
              <a:lumMod val="75000"/>
            </a:schemeClr>
          </a:solidFill>
        </p:spPr>
        <p:txBody>
          <a:bodyPr vert="horz" lIns="365760" tIns="0" rIns="0" bIns="0" rtlCol="0">
            <a:noAutofit/>
          </a:bodyPr>
          <a:lstStyle>
            <a:lvl1pPr>
              <a:defRPr lang="en-US" dirty="0" smtClean="0"/>
            </a:lvl1pPr>
          </a:lstStyle>
          <a:p>
            <a:pPr marR="0" lvl="0" fontAlgn="auto">
              <a:buSzTx/>
              <a:tabLst/>
            </a:pPr>
            <a:r>
              <a:rPr lang="en-US"/>
              <a:t>Click icon in the center of box to add picture</a:t>
            </a:r>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lstStyle>
            <a:lvl1pPr>
              <a:defRPr/>
            </a:lvl1pPr>
          </a:lstStyle>
          <a:p>
            <a:r>
              <a:rPr lang="en-US"/>
              <a:t>Click to edit Master title style</a:t>
            </a:r>
          </a:p>
        </p:txBody>
      </p:sp>
      <p:sp>
        <p:nvSpPr>
          <p:cNvPr id="8" name="Freeform 5">
            <a:extLst>
              <a:ext uri="{FF2B5EF4-FFF2-40B4-BE49-F238E27FC236}">
                <a16:creationId xmlns:a16="http://schemas.microsoft.com/office/drawing/2014/main" id="{0B60F5D7-24EE-5D43-9631-E3C1C00DAE19}"/>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0" name="Footer Placeholder 2">
            <a:extLst>
              <a:ext uri="{FF2B5EF4-FFF2-40B4-BE49-F238E27FC236}">
                <a16:creationId xmlns:a16="http://schemas.microsoft.com/office/drawing/2014/main" id="{7073E864-1AAE-4F30-B18C-AC7366759B29}"/>
              </a:ext>
            </a:extLst>
          </p:cNvPr>
          <p:cNvSpPr>
            <a:spLocks noGrp="1"/>
          </p:cNvSpPr>
          <p:nvPr>
            <p:ph type="ftr" sz="quarter" idx="10"/>
          </p:nvPr>
        </p:nvSpPr>
        <p:spPr>
          <a:xfrm>
            <a:off x="6477000" y="13000317"/>
            <a:ext cx="5518292" cy="486410"/>
          </a:xfrm>
        </p:spPr>
        <p:txBody>
          <a:bodyPr/>
          <a:lstStyle>
            <a:lvl1pPr>
              <a:defRPr>
                <a:solidFill>
                  <a:schemeClr val="bg1"/>
                </a:solidFill>
              </a:defRPr>
            </a:lvl1pPr>
          </a:lstStyle>
          <a:p>
            <a:endParaRPr lang="en-US"/>
          </a:p>
        </p:txBody>
      </p:sp>
      <p:sp>
        <p:nvSpPr>
          <p:cNvPr id="11" name="Text Placeholder 8">
            <a:extLst>
              <a:ext uri="{FF2B5EF4-FFF2-40B4-BE49-F238E27FC236}">
                <a16:creationId xmlns:a16="http://schemas.microsoft.com/office/drawing/2014/main" id="{08C770D2-29E4-4980-89B5-2CADCAA9838F}"/>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Tree>
    <p:extLst>
      <p:ext uri="{BB962C8B-B14F-4D97-AF65-F5344CB8AC3E}">
        <p14:creationId xmlns:p14="http://schemas.microsoft.com/office/powerpoint/2010/main" val="3851721614"/>
      </p:ext>
    </p:extLst>
  </p:cSld>
  <p:clrMapOvr>
    <a:masterClrMapping/>
  </p:clrMapOvr>
</p:sldLayout>
</file>

<file path=ppt/slideLayouts/slideLayout208.xml><?xml version="1.0" encoding="utf-8"?>
<p:sldLayout xmlns:a="http://schemas.openxmlformats.org/drawingml/2006/main" xmlns:r="http://schemas.openxmlformats.org/officeDocument/2006/relationships" xmlns:p="http://schemas.openxmlformats.org/presentationml/2006/main" showMasterSp="0" preserve="1" userDrawn="1">
  <p:cSld name="Image Slide 2">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a:xfrm>
            <a:off x="6477000" y="13000317"/>
            <a:ext cx="5647832" cy="486410"/>
          </a:xfrm>
        </p:spPr>
        <p:txBody>
          <a:bodyPr lIns="365760"/>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tx1"/>
                </a:solidFill>
              </a:defRPr>
            </a:lvl1p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17945100" y="621792"/>
            <a:ext cx="5715000" cy="12353544"/>
          </a:xfrm>
        </p:spPr>
        <p:txBody>
          <a:bodyPr vert="horz" lIns="18288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smtClean="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smtClean="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smtClean="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smtClean="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lstStyle>
            <a:lvl1pPr>
              <a:defRPr/>
            </a:lvl1pPr>
          </a:lstStyle>
          <a:p>
            <a:r>
              <a:rPr lang="en-US"/>
              <a:t>Click to edit Master title style</a:t>
            </a:r>
          </a:p>
        </p:txBody>
      </p:sp>
      <p:sp>
        <p:nvSpPr>
          <p:cNvPr id="10" name="Freeform 5">
            <a:extLst>
              <a:ext uri="{FF2B5EF4-FFF2-40B4-BE49-F238E27FC236}">
                <a16:creationId xmlns:a16="http://schemas.microsoft.com/office/drawing/2014/main" id="{61BE3BB1-3989-7445-BCE4-110B21671282}"/>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1" name="Text Placeholder 8">
            <a:extLst>
              <a:ext uri="{FF2B5EF4-FFF2-40B4-BE49-F238E27FC236}">
                <a16:creationId xmlns:a16="http://schemas.microsoft.com/office/drawing/2014/main" id="{D6F74E0A-AB80-4D15-9EF8-AC6BAA371DF2}"/>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Tree>
    <p:extLst>
      <p:ext uri="{BB962C8B-B14F-4D97-AF65-F5344CB8AC3E}">
        <p14:creationId xmlns:p14="http://schemas.microsoft.com/office/powerpoint/2010/main" val="1584582623"/>
      </p:ext>
    </p:extLst>
  </p:cSld>
  <p:clrMapOvr>
    <a:masterClrMapping/>
  </p:clrMapOvr>
</p:sldLayout>
</file>

<file path=ppt/slideLayouts/slideLayout209.xml><?xml version="1.0" encoding="utf-8"?>
<p:sldLayout xmlns:a="http://schemas.openxmlformats.org/drawingml/2006/main" xmlns:r="http://schemas.openxmlformats.org/officeDocument/2006/relationships" xmlns:p="http://schemas.openxmlformats.org/presentationml/2006/main" showMasterSp="0" preserve="1" userDrawn="1">
  <p:cSld name="Image Slide 3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lvl1pPr>
              <a:defRPr>
                <a:solidFill>
                  <a:schemeClr val="tx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8"/>
            <a:ext cx="11142008" cy="1215424"/>
          </a:xfrm>
        </p:spPr>
        <p:txBody>
          <a:bodyPr/>
          <a:lstStyle>
            <a:lvl1pPr>
              <a:defRPr/>
            </a:lvl1pPr>
          </a:lstStyle>
          <a:p>
            <a:r>
              <a:rPr lang="en-US"/>
              <a:t>Click to edit Master title style</a:t>
            </a:r>
          </a:p>
        </p:txBody>
      </p:sp>
      <p:sp>
        <p:nvSpPr>
          <p:cNvPr id="8" name="Freeform 5">
            <a:extLst>
              <a:ext uri="{FF2B5EF4-FFF2-40B4-BE49-F238E27FC236}">
                <a16:creationId xmlns:a16="http://schemas.microsoft.com/office/drawing/2014/main" id="{0B60F5D7-24EE-5D43-9631-E3C1C00DAE19}"/>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5"/>
            <a:ext cx="11115598" cy="5944302"/>
          </a:xfrm>
        </p:spPr>
        <p:txBody>
          <a:bodyPr lIns="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492512333"/>
      </p:ext>
    </p:extLst>
  </p:cSld>
  <p:clrMapOvr>
    <a:masterClrMapping/>
  </p:clrMapOvr>
</p:sldLayout>
</file>

<file path=ppt/slideLayouts/slideLayout210.xml><?xml version="1.0" encoding="utf-8"?>
<p:sldLayout xmlns:a="http://schemas.openxmlformats.org/drawingml/2006/main" xmlns:r="http://schemas.openxmlformats.org/officeDocument/2006/relationships" xmlns:p="http://schemas.openxmlformats.org/presentationml/2006/main" showMasterSp="0" preserve="1" userDrawn="1">
  <p:cSld name="Image Slide 3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lvl1pPr>
              <a:defRPr>
                <a:solidFill>
                  <a:schemeClr val="tx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3062106"/>
          </a:xfrm>
        </p:spPr>
        <p:txBody>
          <a:bodyPr/>
          <a:lstStyle>
            <a:lvl1pPr>
              <a:defRPr/>
            </a:lvl1pPr>
          </a:lstStyle>
          <a:p>
            <a:r>
              <a:rPr lang="en-US"/>
              <a:t>Click to edit Master title style</a:t>
            </a:r>
          </a:p>
        </p:txBody>
      </p:sp>
      <p:sp>
        <p:nvSpPr>
          <p:cNvPr id="8" name="Freeform 5">
            <a:extLst>
              <a:ext uri="{FF2B5EF4-FFF2-40B4-BE49-F238E27FC236}">
                <a16:creationId xmlns:a16="http://schemas.microsoft.com/office/drawing/2014/main" id="{0B60F5D7-24EE-5D43-9631-E3C1C00DAE19}"/>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7"/>
            <a:ext cx="11115598" cy="5944302"/>
          </a:xfrm>
        </p:spPr>
        <p:txBody>
          <a:bodyPr lIns="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8">
            <a:extLst>
              <a:ext uri="{FF2B5EF4-FFF2-40B4-BE49-F238E27FC236}">
                <a16:creationId xmlns:a16="http://schemas.microsoft.com/office/drawing/2014/main" id="{7E2CAB91-DDF9-42DE-8B4B-CC01A9F5884C}"/>
              </a:ext>
            </a:extLst>
          </p:cNvPr>
          <p:cNvSpPr>
            <a:spLocks noGrp="1"/>
          </p:cNvSpPr>
          <p:nvPr>
            <p:ph type="body" sz="quarter" idx="13" hasCustomPrompt="1"/>
          </p:nvPr>
        </p:nvSpPr>
        <p:spPr>
          <a:xfrm>
            <a:off x="688979" y="1752605"/>
            <a:ext cx="11122026" cy="139065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Tree>
    <p:extLst>
      <p:ext uri="{BB962C8B-B14F-4D97-AF65-F5344CB8AC3E}">
        <p14:creationId xmlns:p14="http://schemas.microsoft.com/office/powerpoint/2010/main" val="1370379805"/>
      </p:ext>
    </p:extLst>
  </p:cSld>
  <p:clrMapOvr>
    <a:masterClrMapping/>
  </p:clrMapOvr>
</p:sldLayout>
</file>

<file path=ppt/slideLayouts/slideLayout211.xml><?xml version="1.0" encoding="utf-8"?>
<p:sldLayout xmlns:a="http://schemas.openxmlformats.org/drawingml/2006/main" xmlns:r="http://schemas.openxmlformats.org/officeDocument/2006/relationships" xmlns:p="http://schemas.openxmlformats.org/presentationml/2006/main" showMasterSp="0" preserve="1" userDrawn="1">
  <p:cSld name="Image Slide 4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lvl1pPr>
              <a:defRPr>
                <a:solidFill>
                  <a:schemeClr val="tx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3062106"/>
          </a:xfrm>
        </p:spPr>
        <p:txBody>
          <a:bodyPr/>
          <a:lstStyle>
            <a:lvl1pPr>
              <a:defRPr/>
            </a:lvl1pPr>
          </a:lstStyle>
          <a:p>
            <a:r>
              <a:rPr lang="en-US"/>
              <a:t>Click to edit Master title style</a:t>
            </a:r>
          </a:p>
        </p:txBody>
      </p:sp>
      <p:sp>
        <p:nvSpPr>
          <p:cNvPr id="8" name="Freeform 5">
            <a:extLst>
              <a:ext uri="{FF2B5EF4-FFF2-40B4-BE49-F238E27FC236}">
                <a16:creationId xmlns:a16="http://schemas.microsoft.com/office/drawing/2014/main" id="{0B60F5D7-24EE-5D43-9631-E3C1C00DAE19}"/>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5"/>
            <a:ext cx="5210098" cy="5944302"/>
          </a:xfrm>
        </p:spPr>
        <p:txBody>
          <a:bodyPr lIns="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6C63B45C-B418-7748-8927-54F5E6F9FA61}"/>
              </a:ext>
            </a:extLst>
          </p:cNvPr>
          <p:cNvSpPr>
            <a:spLocks noGrp="1"/>
          </p:cNvSpPr>
          <p:nvPr>
            <p:ph type="body" sz="quarter" idx="16"/>
          </p:nvPr>
        </p:nvSpPr>
        <p:spPr>
          <a:xfrm>
            <a:off x="6477000" y="1752604"/>
            <a:ext cx="5333924" cy="5846640"/>
          </a:xfrm>
        </p:spPr>
        <p:txBody>
          <a:bodyPr lIns="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970846555"/>
      </p:ext>
    </p:extLst>
  </p:cSld>
  <p:clrMapOvr>
    <a:masterClrMapping/>
  </p:clrMapOvr>
</p:sldLayout>
</file>

<file path=ppt/slideLayouts/slideLayout212.xml><?xml version="1.0" encoding="utf-8"?>
<p:sldLayout xmlns:a="http://schemas.openxmlformats.org/drawingml/2006/main" xmlns:r="http://schemas.openxmlformats.org/officeDocument/2006/relationships" xmlns:p="http://schemas.openxmlformats.org/presentationml/2006/main" showMasterSp="0" preserve="1" userDrawn="1">
  <p:cSld name="Image Slide 4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lvl1pPr>
              <a:defRPr>
                <a:solidFill>
                  <a:schemeClr val="tx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3062106"/>
          </a:xfrm>
        </p:spPr>
        <p:txBody>
          <a:bodyPr/>
          <a:lstStyle>
            <a:lvl1pPr>
              <a:defRPr/>
            </a:lvl1pPr>
          </a:lstStyle>
          <a:p>
            <a:r>
              <a:rPr lang="en-US"/>
              <a:t>Click to edit Master title style</a:t>
            </a:r>
          </a:p>
        </p:txBody>
      </p:sp>
      <p:sp>
        <p:nvSpPr>
          <p:cNvPr id="8" name="Freeform 5">
            <a:extLst>
              <a:ext uri="{FF2B5EF4-FFF2-40B4-BE49-F238E27FC236}">
                <a16:creationId xmlns:a16="http://schemas.microsoft.com/office/drawing/2014/main" id="{0B60F5D7-24EE-5D43-9631-E3C1C00DAE19}"/>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7"/>
            <a:ext cx="5210098" cy="5944302"/>
          </a:xfrm>
        </p:spPr>
        <p:txBody>
          <a:bodyPr lIns="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6C63B45C-B418-7748-8927-54F5E6F9FA61}"/>
              </a:ext>
            </a:extLst>
          </p:cNvPr>
          <p:cNvSpPr>
            <a:spLocks noGrp="1"/>
          </p:cNvSpPr>
          <p:nvPr>
            <p:ph type="body" sz="quarter" idx="16"/>
          </p:nvPr>
        </p:nvSpPr>
        <p:spPr>
          <a:xfrm>
            <a:off x="6477000" y="3169804"/>
            <a:ext cx="5333924" cy="5846640"/>
          </a:xfrm>
        </p:spPr>
        <p:txBody>
          <a:bodyPr lIns="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ext Placeholder 8">
            <a:extLst>
              <a:ext uri="{FF2B5EF4-FFF2-40B4-BE49-F238E27FC236}">
                <a16:creationId xmlns:a16="http://schemas.microsoft.com/office/drawing/2014/main" id="{9192A8DF-7DE3-4714-9178-8644E5472F7A}"/>
              </a:ext>
            </a:extLst>
          </p:cNvPr>
          <p:cNvSpPr>
            <a:spLocks noGrp="1"/>
          </p:cNvSpPr>
          <p:nvPr>
            <p:ph type="body" sz="quarter" idx="13" hasCustomPrompt="1"/>
          </p:nvPr>
        </p:nvSpPr>
        <p:spPr>
          <a:xfrm>
            <a:off x="688979" y="1752605"/>
            <a:ext cx="11122026" cy="139065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Tree>
    <p:extLst>
      <p:ext uri="{BB962C8B-B14F-4D97-AF65-F5344CB8AC3E}">
        <p14:creationId xmlns:p14="http://schemas.microsoft.com/office/powerpoint/2010/main" val="1220292703"/>
      </p:ext>
    </p:extLst>
  </p:cSld>
  <p:clrMapOvr>
    <a:masterClrMapping/>
  </p:clrMapOvr>
</p:sldLayout>
</file>

<file path=ppt/slideLayouts/slideLayout213.xml><?xml version="1.0" encoding="utf-8"?>
<p:sldLayout xmlns:a="http://schemas.openxmlformats.org/drawingml/2006/main" xmlns:r="http://schemas.openxmlformats.org/officeDocument/2006/relationships" xmlns:p="http://schemas.openxmlformats.org/presentationml/2006/main" showMasterSp="0" preserve="1" userDrawn="1">
  <p:cSld name="1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sz="3600">
                <a:solidFill>
                  <a:schemeClr val="tx1"/>
                </a:solidFill>
              </a:rPr>
              <a:t>Click icon in the center of the slide to add picture</a:t>
            </a:r>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6477000"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20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20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20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20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20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9" name="Freeform 5">
            <a:extLst>
              <a:ext uri="{FF2B5EF4-FFF2-40B4-BE49-F238E27FC236}">
                <a16:creationId xmlns:a16="http://schemas.microsoft.com/office/drawing/2014/main" id="{9EB9608A-83D7-2445-9B5E-0695BCA9B613}"/>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bg1"/>
          </a:solidFill>
          <a:ln w="12700">
            <a:noFill/>
          </a:ln>
        </p:spPr>
        <p:txBody>
          <a:bodyPr vert="horz" lIns="228600" tIns="155448" rIns="329184" bIns="155448" rtlCol="0" anchor="t" anchorCtr="0">
            <a:noAutofit/>
          </a:bodyPr>
          <a:lstStyle>
            <a:lvl1pPr>
              <a:defRPr lang="en-US" dirty="0">
                <a:ln w="9525">
                  <a:noFill/>
                </a:ln>
                <a:solidFill>
                  <a:schemeClr val="tx2"/>
                </a:solidFill>
              </a:defRPr>
            </a:lvl1pPr>
          </a:lstStyle>
          <a:p>
            <a:pPr marL="0" lvl="0" indent="0">
              <a:spcAft>
                <a:spcPts val="3000"/>
              </a:spcAft>
              <a:buFont typeface="Arial" panose="020B0604020202020204" pitchFamily="34" charset="0"/>
            </a:pPr>
            <a:r>
              <a:rPr lang="en-US"/>
              <a:t>Click to edit Master title style</a:t>
            </a:r>
          </a:p>
        </p:txBody>
      </p:sp>
    </p:spTree>
    <p:extLst>
      <p:ext uri="{BB962C8B-B14F-4D97-AF65-F5344CB8AC3E}">
        <p14:creationId xmlns:p14="http://schemas.microsoft.com/office/powerpoint/2010/main" val="663327120"/>
      </p:ext>
    </p:extLst>
  </p:cSld>
  <p:clrMapOvr>
    <a:masterClrMapping/>
  </p:clrMapOvr>
</p:sldLayout>
</file>

<file path=ppt/slideLayouts/slideLayout214.xml><?xml version="1.0" encoding="utf-8"?>
<p:sldLayout xmlns:a="http://schemas.openxmlformats.org/drawingml/2006/main" xmlns:r="http://schemas.openxmlformats.org/officeDocument/2006/relationships" xmlns:p="http://schemas.openxmlformats.org/presentationml/2006/main" showMasterSp="0" preserve="1" userDrawn="1">
  <p:cSld name="4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a:xfrm>
            <a:off x="0" y="0"/>
            <a:ext cx="24387048" cy="13716000"/>
          </a:xfrm>
          <a:solidFill>
            <a:schemeClr val="bg1">
              <a:lumMod val="75000"/>
            </a:schemeClr>
          </a:solidFill>
        </p:spPr>
        <p:txBody>
          <a:bodyPr vert="horz" lIns="365760" tIns="0" rIns="0" bIns="0" rtlCol="0">
            <a:noAutofit/>
          </a:bodyPr>
          <a:lstStyle>
            <a:lvl1pPr>
              <a:defRPr lang="en-US" noProof="0" dirty="0"/>
            </a:lvl1pPr>
          </a:lstStyle>
          <a:p>
            <a:pPr marR="0" lvl="0" fontAlgn="auto">
              <a:buSzTx/>
              <a:tabLst/>
            </a:pPr>
            <a:r>
              <a:rPr kumimoji="0" lang="en-US" sz="3600" b="0" i="0" u="none" strike="noStrike" kern="1200" cap="none" spc="0" normalizeH="0" baseline="0" noProof="0">
                <a:ln>
                  <a:noFill/>
                </a:ln>
                <a:solidFill>
                  <a:prstClr val="black"/>
                </a:solidFill>
                <a:effectLst/>
                <a:uLnTx/>
                <a:uFillTx/>
                <a:latin typeface="+mn-lt"/>
                <a:ea typeface="+mn-ea"/>
                <a:cs typeface="+mn-cs"/>
              </a:rPr>
              <a:t>Click icon in the center of the slide to add picture</a:t>
            </a:r>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17948148"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9" name="Freeform 5">
            <a:extLst>
              <a:ext uri="{FF2B5EF4-FFF2-40B4-BE49-F238E27FC236}">
                <a16:creationId xmlns:a16="http://schemas.microsoft.com/office/drawing/2014/main" id="{9EB9608A-83D7-2445-9B5E-0695BCA9B613}"/>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92000" y="731520"/>
            <a:ext cx="5756148" cy="4069080"/>
          </a:xfrm>
          <a:solidFill>
            <a:schemeClr val="bg1"/>
          </a:solidFill>
          <a:ln w="12700">
            <a:noFill/>
          </a:ln>
        </p:spPr>
        <p:txBody>
          <a:bodyPr vert="horz" lIns="228600" tIns="155448" rIns="329184" bIns="155448" rtlCol="0" anchor="t" anchorCtr="0">
            <a:noAutofit/>
          </a:bodyPr>
          <a:lstStyle>
            <a:lvl1pPr>
              <a:defRPr lang="en-US" dirty="0">
                <a:ln w="9525">
                  <a:noFill/>
                </a:ln>
                <a:solidFill>
                  <a:schemeClr val="tx2"/>
                </a:solidFill>
              </a:defRPr>
            </a:lvl1pPr>
          </a:lstStyle>
          <a:p>
            <a:pPr marL="0" lvl="0" indent="0">
              <a:spcAft>
                <a:spcPts val="3000"/>
              </a:spcAft>
              <a:buFont typeface="Arial" panose="020B0604020202020204" pitchFamily="34" charset="0"/>
            </a:pPr>
            <a:r>
              <a:rPr lang="en-US"/>
              <a:t>Click to edit Master title style</a:t>
            </a:r>
          </a:p>
        </p:txBody>
      </p:sp>
    </p:spTree>
    <p:extLst>
      <p:ext uri="{BB962C8B-B14F-4D97-AF65-F5344CB8AC3E}">
        <p14:creationId xmlns:p14="http://schemas.microsoft.com/office/powerpoint/2010/main" val="2155455740"/>
      </p:ext>
    </p:extLst>
  </p:cSld>
  <p:clrMapOvr>
    <a:masterClrMapping/>
  </p:clrMapOvr>
</p:sldLayout>
</file>

<file path=ppt/slideLayouts/slideLayout215.xml><?xml version="1.0" encoding="utf-8"?>
<p:sldLayout xmlns:a="http://schemas.openxmlformats.org/drawingml/2006/main" xmlns:r="http://schemas.openxmlformats.org/officeDocument/2006/relationships" xmlns:p="http://schemas.openxmlformats.org/presentationml/2006/main" showMasterSp="0" preserve="1" userDrawn="1">
  <p:cSld name="Callout">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47731692-D7FB-43A5-9242-6381F710CEE4}"/>
              </a:ext>
            </a:extLst>
          </p:cNvPr>
          <p:cNvSpPr/>
          <p:nvPr userDrawn="1"/>
        </p:nvSpPr>
        <p:spPr>
          <a:xfrm>
            <a:off x="17945100" y="0"/>
            <a:ext cx="6438900" cy="13716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8452592" y="621792"/>
            <a:ext cx="5202936" cy="12353544"/>
          </a:xfrm>
        </p:spPr>
        <p:txBody>
          <a:bodyPr vert="horz" lIns="0" tIns="0" rIns="0" bIns="0" rtlCol="0">
            <a:noAutofit/>
          </a:bodyPr>
          <a:lstStyle>
            <a:lvl1pPr>
              <a:lnSpc>
                <a:spcPct val="110000"/>
              </a:lnSpc>
              <a:defRPr lang="en-US" sz="5250" dirty="0">
                <a:ln w="3175">
                  <a:noFill/>
                </a:ln>
                <a:solidFill>
                  <a:schemeClr val="bg1"/>
                </a:solidFill>
              </a:defRPr>
            </a:lvl1pPr>
          </a:lstStyle>
          <a:p>
            <a:pPr lvl="0" fontAlgn="base">
              <a:spcAft>
                <a:spcPts val="5250"/>
              </a:spcAft>
            </a:pPr>
            <a:r>
              <a:rPr lang="en-US"/>
              <a:t>Additional information if needed</a:t>
            </a:r>
          </a:p>
        </p:txBody>
      </p:sp>
      <p:sp>
        <p:nvSpPr>
          <p:cNvPr id="10" name="Freeform 5">
            <a:extLst>
              <a:ext uri="{FF2B5EF4-FFF2-40B4-BE49-F238E27FC236}">
                <a16:creationId xmlns:a16="http://schemas.microsoft.com/office/drawing/2014/main" id="{B369E10D-C034-5D4E-B41E-A0D5075D5F77}"/>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2" name="Text Placeholder 11">
            <a:extLst>
              <a:ext uri="{FF2B5EF4-FFF2-40B4-BE49-F238E27FC236}">
                <a16:creationId xmlns:a16="http://schemas.microsoft.com/office/drawing/2014/main" id="{C7C1E554-861B-49F4-AA38-891CFFC9B9FC}"/>
              </a:ext>
            </a:extLst>
          </p:cNvPr>
          <p:cNvSpPr>
            <a:spLocks noGrp="1"/>
          </p:cNvSpPr>
          <p:nvPr>
            <p:ph type="body" sz="quarter" idx="14" hasCustomPrompt="1"/>
          </p:nvPr>
        </p:nvSpPr>
        <p:spPr>
          <a:xfrm>
            <a:off x="723903" y="400053"/>
            <a:ext cx="16935450" cy="9505950"/>
          </a:xfrm>
        </p:spPr>
        <p:txBody>
          <a:bodyPr lIns="0"/>
          <a:lstStyle>
            <a:lvl1pPr marL="0" indent="0">
              <a:buFont typeface="Arial" panose="020B0604020202020204" pitchFamily="34" charset="0"/>
              <a:buNone/>
              <a:defRPr lang="en-US" sz="13500" kern="1200" dirty="0">
                <a:ln w="38100">
                  <a:noFill/>
                </a:ln>
                <a:solidFill>
                  <a:srgbClr val="EB0000"/>
                </a:solidFill>
                <a:latin typeface="+mj-lt"/>
                <a:ea typeface="+mj-ea"/>
                <a:cs typeface="+mj-cs"/>
              </a:defRPr>
            </a:lvl1pPr>
          </a:lstStyle>
          <a:p>
            <a:pPr marL="285750" lvl="0" indent="-285750" fontAlgn="b">
              <a:lnSpc>
                <a:spcPct val="112000"/>
              </a:lnSpc>
              <a:spcBef>
                <a:spcPct val="0"/>
              </a:spcBef>
            </a:pPr>
            <a:r>
              <a:rPr lang="en-US"/>
              <a:t>Callout slide</a:t>
            </a:r>
          </a:p>
        </p:txBody>
      </p:sp>
    </p:spTree>
    <p:extLst>
      <p:ext uri="{BB962C8B-B14F-4D97-AF65-F5344CB8AC3E}">
        <p14:creationId xmlns:p14="http://schemas.microsoft.com/office/powerpoint/2010/main" val="4005370699"/>
      </p:ext>
    </p:extLst>
  </p:cSld>
  <p:clrMapOvr>
    <a:masterClrMapping/>
  </p:clrMapOvr>
</p:sldLayout>
</file>

<file path=ppt/slideLayouts/slideLayout216.xml><?xml version="1.0" encoding="utf-8"?>
<p:sldLayout xmlns:a="http://schemas.openxmlformats.org/drawingml/2006/main" xmlns:r="http://schemas.openxmlformats.org/officeDocument/2006/relationships" xmlns:p="http://schemas.openxmlformats.org/presentationml/2006/main" showMasterSp="0" preserve="1" userDrawn="1">
  <p:cSld name="Quote">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47731692-D7FB-43A5-9242-6381F710CEE4}"/>
              </a:ext>
            </a:extLst>
          </p:cNvPr>
          <p:cNvSpPr/>
          <p:nvPr userDrawn="1"/>
        </p:nvSpPr>
        <p:spPr>
          <a:xfrm>
            <a:off x="17945100" y="0"/>
            <a:ext cx="6438900" cy="13716000"/>
          </a:xfrm>
          <a:prstGeom prst="rect">
            <a:avLst/>
          </a:prstGeom>
          <a:solidFill>
            <a:srgbClr val="EB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hasCustomPrompt="1"/>
          </p:nvPr>
        </p:nvSpPr>
        <p:spPr>
          <a:xfrm>
            <a:off x="585219" y="393192"/>
            <a:ext cx="17192098" cy="10488628"/>
          </a:xfrm>
          <a:ln w="12700">
            <a:noFill/>
          </a:ln>
        </p:spPr>
        <p:txBody>
          <a:bodyPr vert="horz" lIns="0" tIns="0" rIns="0" bIns="0" rtlCol="0" anchor="t" anchorCtr="0">
            <a:noAutofit/>
          </a:bodyPr>
          <a:lstStyle>
            <a:lvl1pPr marL="0" indent="0">
              <a:buNone/>
              <a:defRPr lang="en-US" sz="13500" i="1" dirty="0">
                <a:ln w="38100">
                  <a:noFill/>
                </a:ln>
                <a:solidFill>
                  <a:srgbClr val="EB0000"/>
                </a:solidFill>
                <a:latin typeface="+mj-lt"/>
                <a:ea typeface="+mj-ea"/>
                <a:cs typeface="+mj-cs"/>
              </a:defRPr>
            </a:lvl1pPr>
          </a:lstStyle>
          <a:p>
            <a:pPr marL="285750" lvl="0" indent="-285750" fontAlgn="b">
              <a:lnSpc>
                <a:spcPct val="112000"/>
              </a:lnSpc>
              <a:spcBef>
                <a:spcPct val="0"/>
              </a:spcBef>
            </a:pPr>
            <a:r>
              <a:rPr lang="en-US"/>
              <a:t>“Quote” slide</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8452592" y="621792"/>
            <a:ext cx="5202936" cy="12353544"/>
          </a:xfrm>
        </p:spPr>
        <p:txBody>
          <a:bodyPr vert="horz" lIns="0" tIns="0" rIns="0" bIns="0" rtlCol="0">
            <a:noAutofit/>
          </a:bodyPr>
          <a:lstStyle>
            <a:lvl1pPr>
              <a:lnSpc>
                <a:spcPct val="110000"/>
              </a:lnSpc>
              <a:spcBef>
                <a:spcPts val="0"/>
              </a:spcBef>
              <a:spcAft>
                <a:spcPts val="5250"/>
              </a:spcAft>
              <a:defRPr lang="en-US" sz="5250" dirty="0">
                <a:ln w="3175">
                  <a:noFill/>
                </a:ln>
                <a:solidFill>
                  <a:schemeClr val="bg1"/>
                </a:solidFill>
              </a:defRPr>
            </a:lvl1pPr>
          </a:lstStyle>
          <a:p>
            <a:pPr marL="0" lvl="0" indent="0" fontAlgn="base">
              <a:lnSpc>
                <a:spcPct val="100000"/>
              </a:lnSpc>
              <a:buNone/>
            </a:pPr>
            <a:r>
              <a:rPr lang="en-US"/>
              <a:t>Additional information if needed</a:t>
            </a:r>
          </a:p>
        </p:txBody>
      </p:sp>
      <p:sp>
        <p:nvSpPr>
          <p:cNvPr id="6" name="Text Placeholder 5">
            <a:extLst>
              <a:ext uri="{FF2B5EF4-FFF2-40B4-BE49-F238E27FC236}">
                <a16:creationId xmlns:a16="http://schemas.microsoft.com/office/drawing/2014/main" id="{3044BCD3-75F2-9749-A1BD-AE47F442AD56}"/>
              </a:ext>
            </a:extLst>
          </p:cNvPr>
          <p:cNvSpPr>
            <a:spLocks noGrp="1"/>
          </p:cNvSpPr>
          <p:nvPr>
            <p:ph type="body" sz="quarter" idx="14" hasCustomPrompt="1"/>
          </p:nvPr>
        </p:nvSpPr>
        <p:spPr>
          <a:xfrm>
            <a:off x="690774" y="10814036"/>
            <a:ext cx="17106900" cy="800100"/>
          </a:xfrm>
        </p:spPr>
        <p:txBody>
          <a:bodyPr vert="horz" lIns="0" tIns="0" rIns="0" bIns="0" rtlCol="0">
            <a:noAutofit/>
          </a:bodyPr>
          <a:lstStyle>
            <a:lvl1pPr marL="0" indent="0">
              <a:buNone/>
              <a:defRPr lang="en-US" sz="3750" smtClean="0">
                <a:solidFill>
                  <a:schemeClr val="tx1"/>
                </a:solidFill>
              </a:defRPr>
            </a:lvl1pPr>
            <a:lvl2pPr>
              <a:defRPr lang="en-US" smtClean="0"/>
            </a:lvl2pPr>
            <a:lvl3pPr>
              <a:defRPr lang="en-US" smtClean="0"/>
            </a:lvl3pPr>
            <a:lvl4pPr>
              <a:defRPr lang="en-US" smtClean="0"/>
            </a:lvl4pPr>
            <a:lvl5pPr>
              <a:defRPr lang="en-US"/>
            </a:lvl5pPr>
          </a:lstStyle>
          <a:p>
            <a:pPr marL="285750" lvl="0" indent="-285750"/>
            <a:r>
              <a:rPr lang="en-US"/>
              <a:t>Quote Source (Name)</a:t>
            </a:r>
          </a:p>
        </p:txBody>
      </p:sp>
      <p:sp>
        <p:nvSpPr>
          <p:cNvPr id="10" name="Freeform 5">
            <a:extLst>
              <a:ext uri="{FF2B5EF4-FFF2-40B4-BE49-F238E27FC236}">
                <a16:creationId xmlns:a16="http://schemas.microsoft.com/office/drawing/2014/main" id="{B924813B-B6BF-7240-B754-7FA0C6A44327}"/>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Tree>
    <p:extLst>
      <p:ext uri="{BB962C8B-B14F-4D97-AF65-F5344CB8AC3E}">
        <p14:creationId xmlns:p14="http://schemas.microsoft.com/office/powerpoint/2010/main" val="3611349613"/>
      </p:ext>
    </p:extLst>
  </p:cSld>
  <p:clrMapOvr>
    <a:masterClrMapping/>
  </p:clrMapOvr>
</p:sldLayout>
</file>

<file path=ppt/slideLayouts/slideLayout217.xml><?xml version="1.0" encoding="utf-8"?>
<p:sldLayout xmlns:a="http://schemas.openxmlformats.org/drawingml/2006/main" xmlns:r="http://schemas.openxmlformats.org/officeDocument/2006/relationships" xmlns:p="http://schemas.openxmlformats.org/presentationml/2006/main" showMasterSp="0" preserve="1" userDrawn="1">
  <p:cSld name="Single Column - Re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a:xfrm>
            <a:off x="0" y="0"/>
            <a:ext cx="6477000" cy="13716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lvl1pPr>
              <a:defRPr>
                <a:solidFill>
                  <a:schemeClr val="bg1"/>
                </a:solidFill>
              </a:defRPr>
            </a:lvl1pPr>
          </a:lstStyle>
          <a:p>
            <a:r>
              <a:rPr lang="en-US"/>
              <a:t>Click to edit Master title style</a:t>
            </a:r>
          </a:p>
        </p:txBody>
      </p:sp>
      <p:sp>
        <p:nvSpPr>
          <p:cNvPr id="8" name="Freeform 5">
            <a:extLst>
              <a:ext uri="{FF2B5EF4-FFF2-40B4-BE49-F238E27FC236}">
                <a16:creationId xmlns:a16="http://schemas.microsoft.com/office/drawing/2014/main" id="{06EFB90B-468B-48EC-9C17-1C9C6FB59342}"/>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Tree>
    <p:extLst>
      <p:ext uri="{BB962C8B-B14F-4D97-AF65-F5344CB8AC3E}">
        <p14:creationId xmlns:p14="http://schemas.microsoft.com/office/powerpoint/2010/main" val="3828256507"/>
      </p:ext>
    </p:extLst>
  </p:cSld>
  <p:clrMapOvr>
    <a:masterClrMapping/>
  </p:clrMapOvr>
</p:sldLayout>
</file>

<file path=ppt/slideLayouts/slideLayout218.xml><?xml version="1.0" encoding="utf-8"?>
<p:sldLayout xmlns:a="http://schemas.openxmlformats.org/drawingml/2006/main" xmlns:r="http://schemas.openxmlformats.org/officeDocument/2006/relationships" xmlns:p="http://schemas.openxmlformats.org/presentationml/2006/main" showMasterSp="0" preserve="1" userDrawn="1">
  <p:cSld name="Three Quarters Image Slide">
    <p:bg>
      <p:bgPr>
        <a:solidFill>
          <a:srgbClr val="EB0000"/>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lstStyle>
            <a:lvl1pPr>
              <a:defRPr>
                <a:ln w="9525">
                  <a:noFill/>
                </a:ln>
                <a:solidFill>
                  <a:schemeClr val="bg1"/>
                </a:solidFill>
              </a:defRPr>
            </a:lvl1pPr>
          </a:lstStyle>
          <a:p>
            <a:r>
              <a:rPr lang="en-US"/>
              <a:t>Click to edit Master title style</a:t>
            </a:r>
          </a:p>
        </p:txBody>
      </p:sp>
      <p:sp>
        <p:nvSpPr>
          <p:cNvPr id="8" name="Freeform 5">
            <a:extLst>
              <a:ext uri="{FF2B5EF4-FFF2-40B4-BE49-F238E27FC236}">
                <a16:creationId xmlns:a16="http://schemas.microsoft.com/office/drawing/2014/main" id="{0B60F5D7-24EE-5D43-9631-E3C1C00DAE19}"/>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0" name="Text Placeholder 8">
            <a:extLst>
              <a:ext uri="{FF2B5EF4-FFF2-40B4-BE49-F238E27FC236}">
                <a16:creationId xmlns:a16="http://schemas.microsoft.com/office/drawing/2014/main" id="{6ADF87FB-085E-4952-9CFB-477310A66959}"/>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Tree>
    <p:extLst>
      <p:ext uri="{BB962C8B-B14F-4D97-AF65-F5344CB8AC3E}">
        <p14:creationId xmlns:p14="http://schemas.microsoft.com/office/powerpoint/2010/main" val="645857359"/>
      </p:ext>
    </p:extLst>
  </p:cSld>
  <p:clrMapOvr>
    <a:masterClrMapping/>
  </p:clrMapOvr>
</p:sldLayout>
</file>

<file path=ppt/slideLayouts/slideLayout219.xml><?xml version="1.0" encoding="utf-8"?>
<p:sldLayout xmlns:a="http://schemas.openxmlformats.org/drawingml/2006/main" xmlns:r="http://schemas.openxmlformats.org/officeDocument/2006/relationships" xmlns:p="http://schemas.openxmlformats.org/presentationml/2006/main" showMasterSp="0" preserve="1" userDrawn="1">
  <p:cSld name="1/4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a:xfrm>
            <a:off x="0" y="0"/>
            <a:ext cx="12192000" cy="6858000"/>
          </a:xfrm>
          <a:prstGeom prst="rect">
            <a:avLst/>
          </a:prstGeom>
          <a:solidFill>
            <a:srgbClr val="EB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5" y="539496"/>
            <a:ext cx="10377006" cy="4695892"/>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15" name="Freeform 5">
            <a:extLst>
              <a:ext uri="{FF2B5EF4-FFF2-40B4-BE49-F238E27FC236}">
                <a16:creationId xmlns:a16="http://schemas.microsoft.com/office/drawing/2014/main" id="{494F9C86-CE28-0C45-A3A6-627FC4BB79EA}"/>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a:xfrm>
            <a:off x="12188952" y="0"/>
            <a:ext cx="12188952" cy="6858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785812"/>
          </a:xfrm>
        </p:spPr>
        <p:txBody>
          <a:bodyPr vert="horz" lIns="0" tIns="0" rIns="0" bIns="0" rtlCol="0">
            <a:noAutofit/>
          </a:bodyPr>
          <a:lstStyle>
            <a:lvl1pPr marL="0" indent="0">
              <a:buNone/>
              <a:defRPr lang="en-US" sz="3750">
                <a:ln w="3175">
                  <a:noFill/>
                </a:ln>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82481" y="7127210"/>
            <a:ext cx="5216526" cy="786384"/>
          </a:xfrm>
        </p:spPr>
        <p:txBody>
          <a:bodyPr vert="horz" lIns="0" tIns="0" rIns="0" bIns="0" rtlCol="0">
            <a:noAutofit/>
          </a:bodyPr>
          <a:lstStyle>
            <a:lvl1pPr marL="0" indent="0">
              <a:buNone/>
              <a:defRPr lang="en-US" sz="3750">
                <a:ln w="3175">
                  <a:noFill/>
                </a:ln>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8405" y="7127210"/>
            <a:ext cx="5216614" cy="786384"/>
          </a:xfrm>
        </p:spPr>
        <p:txBody>
          <a:bodyPr vert="horz" lIns="0" tIns="0" rIns="0" bIns="0" rtlCol="0">
            <a:noAutofit/>
          </a:bodyPr>
          <a:lstStyle>
            <a:lvl1pPr marL="0" indent="0">
              <a:buNone/>
              <a:defRPr lang="en-US" sz="3750">
                <a:ln w="3175">
                  <a:noFill/>
                </a:ln>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52406" y="7127210"/>
            <a:ext cx="5216644" cy="786384"/>
          </a:xfrm>
        </p:spPr>
        <p:txBody>
          <a:bodyPr vert="horz" lIns="0" tIns="0" rIns="0" bIns="0" rtlCol="0">
            <a:noAutofit/>
          </a:bodyPr>
          <a:lstStyle>
            <a:lvl1pPr marL="0" indent="0">
              <a:buNone/>
              <a:defRPr lang="en-US" sz="3750">
                <a:ln w="3175">
                  <a:noFill/>
                </a:ln>
              </a:defRPr>
            </a:lvl1pPr>
          </a:lstStyle>
          <a:p>
            <a:pPr lvl="0" fontAlgn="base"/>
            <a:r>
              <a:rPr lang="en-US"/>
              <a:t>Column Header 4</a:t>
            </a:r>
          </a:p>
        </p:txBody>
      </p:sp>
      <p:sp>
        <p:nvSpPr>
          <p:cNvPr id="17" name="Text Placeholder 6">
            <a:extLst>
              <a:ext uri="{FF2B5EF4-FFF2-40B4-BE49-F238E27FC236}">
                <a16:creationId xmlns:a16="http://schemas.microsoft.com/office/drawing/2014/main" id="{F1BE4CE4-FD45-443A-BF63-DD30D8352F18}"/>
              </a:ext>
            </a:extLst>
          </p:cNvPr>
          <p:cNvSpPr>
            <a:spLocks noGrp="1"/>
          </p:cNvSpPr>
          <p:nvPr>
            <p:ph type="body" sz="quarter" idx="21"/>
          </p:nvPr>
        </p:nvSpPr>
        <p:spPr>
          <a:xfrm>
            <a:off x="696292" y="7822154"/>
            <a:ext cx="5208456" cy="4743988"/>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9" name="Text Placeholder 27">
            <a:extLst>
              <a:ext uri="{FF2B5EF4-FFF2-40B4-BE49-F238E27FC236}">
                <a16:creationId xmlns:a16="http://schemas.microsoft.com/office/drawing/2014/main" id="{9E9A9093-0FB5-474B-89ED-A35D3811588C}"/>
              </a:ext>
            </a:extLst>
          </p:cNvPr>
          <p:cNvSpPr>
            <a:spLocks noGrp="1"/>
          </p:cNvSpPr>
          <p:nvPr>
            <p:ph type="body" sz="quarter" idx="22"/>
          </p:nvPr>
        </p:nvSpPr>
        <p:spPr>
          <a:xfrm>
            <a:off x="6482478" y="7822157"/>
            <a:ext cx="5211048" cy="4743474"/>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20" name="Text Placeholder 29">
            <a:extLst>
              <a:ext uri="{FF2B5EF4-FFF2-40B4-BE49-F238E27FC236}">
                <a16:creationId xmlns:a16="http://schemas.microsoft.com/office/drawing/2014/main" id="{FF042C6C-A711-46C7-BA08-D7D1DBA5B436}"/>
              </a:ext>
            </a:extLst>
          </p:cNvPr>
          <p:cNvSpPr>
            <a:spLocks noGrp="1"/>
          </p:cNvSpPr>
          <p:nvPr>
            <p:ph type="body" sz="quarter" idx="23"/>
          </p:nvPr>
        </p:nvSpPr>
        <p:spPr>
          <a:xfrm>
            <a:off x="12198409" y="7822157"/>
            <a:ext cx="5209338" cy="4743474"/>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21" name="Text Placeholder 31">
            <a:extLst>
              <a:ext uri="{FF2B5EF4-FFF2-40B4-BE49-F238E27FC236}">
                <a16:creationId xmlns:a16="http://schemas.microsoft.com/office/drawing/2014/main" id="{E0D4AA41-1DA9-4674-8804-6E312BE2AEE4}"/>
              </a:ext>
            </a:extLst>
          </p:cNvPr>
          <p:cNvSpPr>
            <a:spLocks noGrp="1"/>
          </p:cNvSpPr>
          <p:nvPr>
            <p:ph type="body" sz="quarter" idx="24"/>
          </p:nvPr>
        </p:nvSpPr>
        <p:spPr>
          <a:xfrm>
            <a:off x="17952409" y="7822157"/>
            <a:ext cx="5209338" cy="4743474"/>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Tree>
    <p:extLst>
      <p:ext uri="{BB962C8B-B14F-4D97-AF65-F5344CB8AC3E}">
        <p14:creationId xmlns:p14="http://schemas.microsoft.com/office/powerpoint/2010/main" val="875636431"/>
      </p:ext>
    </p:extLst>
  </p:cSld>
  <p:clrMapOvr>
    <a:masterClrMapping/>
  </p:clrMapOvr>
</p:sldLayout>
</file>

<file path=ppt/slideLayouts/slideLayout220.xml><?xml version="1.0" encoding="utf-8"?>
<p:sldLayout xmlns:a="http://schemas.openxmlformats.org/drawingml/2006/main" xmlns:r="http://schemas.openxmlformats.org/officeDocument/2006/relationships" xmlns:p="http://schemas.openxmlformats.org/presentationml/2006/main" showMasterSp="0" preserve="1" userDrawn="1">
  <p:cSld name="1/6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a:xfrm>
            <a:off x="0" y="2"/>
            <a:ext cx="12192000" cy="3810000"/>
          </a:xfrm>
          <a:prstGeom prst="rect">
            <a:avLst/>
          </a:prstGeom>
          <a:solidFill>
            <a:srgbClr val="EB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2" y="539496"/>
            <a:ext cx="11295888" cy="3270504"/>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7088108"/>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5" name="Freeform 5">
            <a:extLst>
              <a:ext uri="{FF2B5EF4-FFF2-40B4-BE49-F238E27FC236}">
                <a16:creationId xmlns:a16="http://schemas.microsoft.com/office/drawing/2014/main" id="{494F9C86-CE28-0C45-A3A6-627FC4BB79EA}"/>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a:xfrm>
            <a:off x="12188952" y="2"/>
            <a:ext cx="12195048" cy="3810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785812"/>
          </a:xfrm>
        </p:spPr>
        <p:txBody>
          <a:bodyPr vert="horz" lIns="0" tIns="0" rIns="0" bIns="0" rtlCol="0">
            <a:noAutofit/>
          </a:bodyPr>
          <a:lstStyle>
            <a:lvl1pPr marL="0" indent="0">
              <a:buNone/>
              <a:defRPr lang="en-US" sz="3750">
                <a:ln w="3175">
                  <a:noFill/>
                </a:ln>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786384"/>
          </a:xfrm>
        </p:spPr>
        <p:txBody>
          <a:bodyPr vert="horz" lIns="0" tIns="0" rIns="0" bIns="0" rtlCol="0">
            <a:noAutofit/>
          </a:bodyPr>
          <a:lstStyle>
            <a:lvl1pPr marL="0" indent="0">
              <a:buNone/>
              <a:defRPr lang="en-US" sz="3750">
                <a:ln w="3175">
                  <a:noFill/>
                </a:ln>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786384"/>
          </a:xfrm>
        </p:spPr>
        <p:txBody>
          <a:bodyPr vert="horz" lIns="0" tIns="0" rIns="0" bIns="0" rtlCol="0">
            <a:noAutofit/>
          </a:bodyPr>
          <a:lstStyle>
            <a:lvl1pPr marL="0" indent="0">
              <a:buNone/>
              <a:defRPr lang="en-US" sz="3750">
                <a:ln w="3175">
                  <a:noFill/>
                </a:ln>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786384"/>
          </a:xfrm>
        </p:spPr>
        <p:txBody>
          <a:bodyPr vert="horz" lIns="0" tIns="0" rIns="0" bIns="0" rtlCol="0">
            <a:noAutofit/>
          </a:bodyPr>
          <a:lstStyle>
            <a:lvl1pPr marL="0" indent="0">
              <a:buNone/>
              <a:defRPr lang="en-US" sz="3750">
                <a:ln w="3175">
                  <a:noFill/>
                </a:ln>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3"/>
            <a:ext cx="521104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Tree>
    <p:extLst>
      <p:ext uri="{BB962C8B-B14F-4D97-AF65-F5344CB8AC3E}">
        <p14:creationId xmlns:p14="http://schemas.microsoft.com/office/powerpoint/2010/main" val="4229940873"/>
      </p:ext>
    </p:extLst>
  </p:cSld>
  <p:clrMapOvr>
    <a:masterClrMapping/>
  </p:clrMapOvr>
</p:sldLayout>
</file>

<file path=ppt/slideLayouts/slideLayout221.xml><?xml version="1.0" encoding="utf-8"?>
<p:sldLayout xmlns:a="http://schemas.openxmlformats.org/drawingml/2006/main" xmlns:r="http://schemas.openxmlformats.org/officeDocument/2006/relationships" xmlns:p="http://schemas.openxmlformats.org/presentationml/2006/main" showMasterSp="0" preserve="1" userDrawn="1">
  <p:cSld name="Half Image Slide">
    <p:bg>
      <p:bgPr>
        <a:solidFill>
          <a:srgbClr val="EB0000"/>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2" y="3685032"/>
            <a:ext cx="11120928" cy="2276856"/>
          </a:xfrm>
        </p:spPr>
        <p:txBody>
          <a:bodyPr vert="horz" lIns="0" tIns="0" rIns="0" bIns="0" rtlCol="0">
            <a:noAutofit/>
          </a:bodyPr>
          <a:lstStyle>
            <a:lvl1pPr>
              <a:defRPr lang="en-US" sz="375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3062106"/>
          </a:xfrm>
        </p:spPr>
        <p:txBody>
          <a:bodyPr/>
          <a:lstStyle>
            <a:lvl1pPr>
              <a:defRPr>
                <a:ln w="9525">
                  <a:noFill/>
                </a:ln>
                <a:solidFill>
                  <a:schemeClr val="bg1"/>
                </a:solidFill>
              </a:defRPr>
            </a:lvl1pPr>
          </a:lstStyle>
          <a:p>
            <a:r>
              <a:rPr lang="en-US"/>
              <a:t>Click to edit Master title style</a:t>
            </a:r>
          </a:p>
        </p:txBody>
      </p:sp>
      <p:sp>
        <p:nvSpPr>
          <p:cNvPr id="8" name="Freeform 5">
            <a:extLst>
              <a:ext uri="{FF2B5EF4-FFF2-40B4-BE49-F238E27FC236}">
                <a16:creationId xmlns:a16="http://schemas.microsoft.com/office/drawing/2014/main" id="{0B60F5D7-24EE-5D43-9631-E3C1C00DAE19}"/>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695324" y="6759577"/>
            <a:ext cx="11115676" cy="5737226"/>
          </a:xfrm>
        </p:spPr>
        <p:txBody>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293603109"/>
      </p:ext>
    </p:extLst>
  </p:cSld>
  <p:clrMapOvr>
    <a:masterClrMapping/>
  </p:clrMapOvr>
</p:sldLayout>
</file>

<file path=ppt/slideLayouts/slideLayout222.xml><?xml version="1.0" encoding="utf-8"?>
<p:sldLayout xmlns:a="http://schemas.openxmlformats.org/drawingml/2006/main" xmlns:r="http://schemas.openxmlformats.org/officeDocument/2006/relationships" xmlns:p="http://schemas.openxmlformats.org/presentationml/2006/main" showMasterSp="0" preserve="1" userDrawn="1">
  <p:cSld name="Half Image Slide 2">
    <p:bg>
      <p:bgPr>
        <a:solidFill>
          <a:srgbClr val="EB0000"/>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2539172" y="3685032"/>
            <a:ext cx="11120928" cy="2276856"/>
          </a:xfrm>
        </p:spPr>
        <p:txBody>
          <a:bodyPr vert="horz" lIns="0" tIns="0" rIns="0" bIns="0" rtlCol="0">
            <a:noAutofit/>
          </a:bodyPr>
          <a:lstStyle>
            <a:lvl1pPr>
              <a:defRPr lang="en-US" sz="375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12518092" y="537179"/>
            <a:ext cx="11142008" cy="3062106"/>
          </a:xfrm>
        </p:spPr>
        <p:txBody>
          <a:bodyPr/>
          <a:lstStyle>
            <a:lvl1pPr>
              <a:defRPr>
                <a:ln w="9525">
                  <a:noFill/>
                </a:ln>
                <a:solidFill>
                  <a:schemeClr val="bg1"/>
                </a:solidFill>
              </a:defRPr>
            </a:lvl1pPr>
          </a:lstStyle>
          <a:p>
            <a:r>
              <a:rPr lang="en-US"/>
              <a:t>Click to edit Master title style</a:t>
            </a:r>
          </a:p>
        </p:txBody>
      </p:sp>
      <p:sp>
        <p:nvSpPr>
          <p:cNvPr id="8" name="Freeform 5">
            <a:extLst>
              <a:ext uri="{FF2B5EF4-FFF2-40B4-BE49-F238E27FC236}">
                <a16:creationId xmlns:a16="http://schemas.microsoft.com/office/drawing/2014/main" id="{0B60F5D7-24EE-5D43-9631-E3C1C00DAE19}"/>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12544424" y="6759577"/>
            <a:ext cx="11115676" cy="5737226"/>
          </a:xfrm>
        </p:spPr>
        <p:txBody>
          <a:bodyPr lIns="0"/>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Footer Placeholder 1">
            <a:extLst>
              <a:ext uri="{FF2B5EF4-FFF2-40B4-BE49-F238E27FC236}">
                <a16:creationId xmlns:a16="http://schemas.microsoft.com/office/drawing/2014/main" id="{D6180987-34BC-BB49-BF99-2ACD33B56FF7}"/>
              </a:ext>
            </a:extLst>
          </p:cNvPr>
          <p:cNvSpPr>
            <a:spLocks noGrp="1"/>
          </p:cNvSpPr>
          <p:nvPr>
            <p:ph type="ftr" sz="quarter" idx="16"/>
          </p:nvPr>
        </p:nvSpPr>
        <p:spPr/>
        <p:txBody>
          <a:bodyPr/>
          <a:lstStyle>
            <a:lvl1pPr>
              <a:defRPr>
                <a:solidFill>
                  <a:schemeClr val="bg1"/>
                </a:solidFill>
              </a:defRPr>
            </a:lvl1pPr>
          </a:lstStyle>
          <a:p>
            <a:endParaRPr lang="en-US"/>
          </a:p>
        </p:txBody>
      </p:sp>
    </p:spTree>
    <p:extLst>
      <p:ext uri="{BB962C8B-B14F-4D97-AF65-F5344CB8AC3E}">
        <p14:creationId xmlns:p14="http://schemas.microsoft.com/office/powerpoint/2010/main" val="1695070787"/>
      </p:ext>
    </p:extLst>
  </p:cSld>
  <p:clrMapOvr>
    <a:masterClrMapping/>
  </p:clrMapOvr>
</p:sldLayout>
</file>

<file path=ppt/slideLayouts/slideLayout223.xml><?xml version="1.0" encoding="utf-8"?>
<p:sldLayout xmlns:a="http://schemas.openxmlformats.org/drawingml/2006/main" xmlns:r="http://schemas.openxmlformats.org/officeDocument/2006/relationships" xmlns:p="http://schemas.openxmlformats.org/presentationml/2006/main" showMasterSp="0" preserve="1" userDrawn="1">
  <p:cSld name="Half Image Slide 3">
    <p:bg>
      <p:bgPr>
        <a:solidFill>
          <a:srgbClr val="EB0000"/>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4" y="3685032"/>
            <a:ext cx="5215428" cy="2276856"/>
          </a:xfrm>
        </p:spPr>
        <p:txBody>
          <a:bodyPr vert="horz" lIns="0" tIns="0" rIns="0" bIns="0" rtlCol="0">
            <a:noAutofit/>
          </a:bodyPr>
          <a:lstStyle>
            <a:lvl1pPr>
              <a:defRPr lang="en-US" sz="375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18453100" y="621792"/>
            <a:ext cx="5207000" cy="12353544"/>
          </a:xfrm>
        </p:spPr>
        <p:txBody>
          <a:bodyPr vert="horz" lIns="0" tIns="0" rIns="0" bIns="0" rtlCol="0">
            <a:noAutofit/>
          </a:bodyPr>
          <a:lstStyle>
            <a:lvl1pPr marL="285750" marR="0" indent="-285750"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smtClean="0">
                <a:solidFill>
                  <a:schemeClr val="bg1"/>
                </a:solidFill>
              </a:defRPr>
            </a:lvl1pPr>
            <a:lvl2pPr marL="857250" marR="0" indent="-290514"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dirty="0" smtClean="0">
                <a:solidFill>
                  <a:schemeClr val="bg1"/>
                </a:solidFill>
              </a:defRPr>
            </a:lvl2pPr>
            <a:lvl3pPr marL="1428750" marR="0" indent="-295276"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dirty="0" smtClean="0">
                <a:solidFill>
                  <a:schemeClr val="bg1"/>
                </a:solidFill>
              </a:defRPr>
            </a:lvl3pPr>
            <a:lvl4pPr marL="2000250" marR="0" indent="-300038"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dirty="0" smtClean="0">
                <a:solidFill>
                  <a:schemeClr val="bg1"/>
                </a:solidFill>
              </a:defRPr>
            </a:lvl4pPr>
            <a:lvl5pPr marL="2571750" marR="0" indent="-304800"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dirty="0">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lstStyle>
            <a:lvl1pPr>
              <a:defRPr>
                <a:ln w="9525">
                  <a:noFill/>
                </a:ln>
                <a:solidFill>
                  <a:schemeClr val="bg1"/>
                </a:solidFill>
              </a:defRPr>
            </a:lvl1pPr>
          </a:lstStyle>
          <a:p>
            <a:r>
              <a:rPr lang="en-US"/>
              <a:t>Click to edit Master title style</a:t>
            </a:r>
          </a:p>
        </p:txBody>
      </p:sp>
      <p:sp>
        <p:nvSpPr>
          <p:cNvPr id="11" name="Freeform 5">
            <a:extLst>
              <a:ext uri="{FF2B5EF4-FFF2-40B4-BE49-F238E27FC236}">
                <a16:creationId xmlns:a16="http://schemas.microsoft.com/office/drawing/2014/main" id="{F157A664-DA27-D54A-9841-80BA581D6EFB}"/>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Tree>
    <p:extLst>
      <p:ext uri="{BB962C8B-B14F-4D97-AF65-F5344CB8AC3E}">
        <p14:creationId xmlns:p14="http://schemas.microsoft.com/office/powerpoint/2010/main" val="689092638"/>
      </p:ext>
    </p:extLst>
  </p:cSld>
  <p:clrMapOvr>
    <a:masterClrMapping/>
  </p:clrMapOvr>
</p:sldLayout>
</file>

<file path=ppt/slideLayouts/slideLayout224.xml><?xml version="1.0" encoding="utf-8"?>
<p:sldLayout xmlns:a="http://schemas.openxmlformats.org/drawingml/2006/main" xmlns:r="http://schemas.openxmlformats.org/officeDocument/2006/relationships" xmlns:p="http://schemas.openxmlformats.org/presentationml/2006/main" showMasterSp="0" preserve="1" userDrawn="1">
  <p:cSld name="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slide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6477000"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p:txBody>
      </p:sp>
      <p:sp>
        <p:nvSpPr>
          <p:cNvPr id="9" name="Freeform 5">
            <a:extLst>
              <a:ext uri="{FF2B5EF4-FFF2-40B4-BE49-F238E27FC236}">
                <a16:creationId xmlns:a16="http://schemas.microsoft.com/office/drawing/2014/main" id="{9EB9608A-83D7-2445-9B5E-0695BCA9B613}"/>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tx2"/>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Tree>
    <p:extLst>
      <p:ext uri="{BB962C8B-B14F-4D97-AF65-F5344CB8AC3E}">
        <p14:creationId xmlns:p14="http://schemas.microsoft.com/office/powerpoint/2010/main" val="791218172"/>
      </p:ext>
    </p:extLst>
  </p:cSld>
  <p:clrMapOvr>
    <a:masterClrMapping/>
  </p:clrMapOvr>
</p:sldLayout>
</file>

<file path=ppt/slideLayouts/slideLayout225.xml><?xml version="1.0" encoding="utf-8"?>
<p:sldLayout xmlns:a="http://schemas.openxmlformats.org/drawingml/2006/main" xmlns:r="http://schemas.openxmlformats.org/officeDocument/2006/relationships" xmlns:p="http://schemas.openxmlformats.org/presentationml/2006/main" showMasterSp="0" preserve="1" userDrawn="1">
  <p:cSld name="5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a:xfrm>
            <a:off x="0" y="0"/>
            <a:ext cx="24387048" cy="13716000"/>
          </a:xfrm>
          <a:solidFill>
            <a:schemeClr val="bg1">
              <a:lumMod val="8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slide to add picture</a:t>
            </a:r>
          </a:p>
          <a:p>
            <a:endParaRPr lang="en-US"/>
          </a:p>
          <a:p>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17945100"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p:txBody>
      </p:sp>
      <p:sp>
        <p:nvSpPr>
          <p:cNvPr id="9" name="Freeform 5">
            <a:extLst>
              <a:ext uri="{FF2B5EF4-FFF2-40B4-BE49-F238E27FC236}">
                <a16:creationId xmlns:a16="http://schemas.microsoft.com/office/drawing/2014/main" id="{9EB9608A-83D7-2445-9B5E-0695BCA9B613}"/>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88952" y="731520"/>
            <a:ext cx="5756148" cy="4069080"/>
          </a:xfrm>
          <a:solidFill>
            <a:schemeClr val="tx2"/>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Tree>
    <p:extLst>
      <p:ext uri="{BB962C8B-B14F-4D97-AF65-F5344CB8AC3E}">
        <p14:creationId xmlns:p14="http://schemas.microsoft.com/office/powerpoint/2010/main" val="1498639133"/>
      </p:ext>
    </p:extLst>
  </p:cSld>
  <p:clrMapOvr>
    <a:masterClrMapping/>
  </p:clrMapOvr>
</p:sldLayout>
</file>

<file path=ppt/slideLayouts/slideLayout226.xml><?xml version="1.0" encoding="utf-8"?>
<p:sldLayout xmlns:a="http://schemas.openxmlformats.org/drawingml/2006/main" xmlns:r="http://schemas.openxmlformats.org/officeDocument/2006/relationships" xmlns:p="http://schemas.openxmlformats.org/presentationml/2006/main" showMasterSp="0" preserve="1" userDrawn="1">
  <p:cSld name="Single Column - Purpl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a:xfrm>
            <a:off x="0" y="0"/>
            <a:ext cx="6477000" cy="13716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lvl1pPr>
              <a:defRPr>
                <a:solidFill>
                  <a:schemeClr val="bg1"/>
                </a:solidFill>
              </a:defRPr>
            </a:lvl1pPr>
          </a:lstStyle>
          <a:p>
            <a:r>
              <a:rPr lang="en-US"/>
              <a:t>Click to edit Master title style</a:t>
            </a:r>
          </a:p>
        </p:txBody>
      </p:sp>
      <p:sp>
        <p:nvSpPr>
          <p:cNvPr id="8" name="Freeform 5">
            <a:extLst>
              <a:ext uri="{FF2B5EF4-FFF2-40B4-BE49-F238E27FC236}">
                <a16:creationId xmlns:a16="http://schemas.microsoft.com/office/drawing/2014/main" id="{06EFB90B-468B-48EC-9C17-1C9C6FB59342}"/>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Tree>
    <p:extLst>
      <p:ext uri="{BB962C8B-B14F-4D97-AF65-F5344CB8AC3E}">
        <p14:creationId xmlns:p14="http://schemas.microsoft.com/office/powerpoint/2010/main" val="3793267529"/>
      </p:ext>
    </p:extLst>
  </p:cSld>
  <p:clrMapOvr>
    <a:masterClrMapping/>
  </p:clrMapOvr>
</p:sldLayout>
</file>

<file path=ppt/slideLayouts/slideLayout227.xml><?xml version="1.0" encoding="utf-8"?>
<p:sldLayout xmlns:a="http://schemas.openxmlformats.org/drawingml/2006/main" xmlns:r="http://schemas.openxmlformats.org/officeDocument/2006/relationships" xmlns:p="http://schemas.openxmlformats.org/presentationml/2006/main" showMasterSp="0" preserve="1" userDrawn="1">
  <p:cSld name="1_Three Quarters Image Slide">
    <p:bg>
      <p:bgPr>
        <a:solidFill>
          <a:schemeClr val="accent2"/>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lstStyle>
            <a:lvl1pPr>
              <a:defRPr>
                <a:ln w="9525">
                  <a:noFill/>
                </a:ln>
                <a:solidFill>
                  <a:schemeClr val="bg1"/>
                </a:solidFill>
              </a:defRPr>
            </a:lvl1pPr>
          </a:lstStyle>
          <a:p>
            <a:r>
              <a:rPr lang="en-US"/>
              <a:t>Click to edit Master title style</a:t>
            </a:r>
          </a:p>
        </p:txBody>
      </p:sp>
      <p:sp>
        <p:nvSpPr>
          <p:cNvPr id="8" name="Freeform 5">
            <a:extLst>
              <a:ext uri="{FF2B5EF4-FFF2-40B4-BE49-F238E27FC236}">
                <a16:creationId xmlns:a16="http://schemas.microsoft.com/office/drawing/2014/main" id="{0B60F5D7-24EE-5D43-9631-E3C1C00DAE19}"/>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0" name="Text Placeholder 8">
            <a:extLst>
              <a:ext uri="{FF2B5EF4-FFF2-40B4-BE49-F238E27FC236}">
                <a16:creationId xmlns:a16="http://schemas.microsoft.com/office/drawing/2014/main" id="{974D1DD3-642B-4C79-A73C-241B70A94F6C}"/>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Tree>
    <p:extLst>
      <p:ext uri="{BB962C8B-B14F-4D97-AF65-F5344CB8AC3E}">
        <p14:creationId xmlns:p14="http://schemas.microsoft.com/office/powerpoint/2010/main" val="3727202521"/>
      </p:ext>
    </p:extLst>
  </p:cSld>
  <p:clrMapOvr>
    <a:masterClrMapping/>
  </p:clrMapOvr>
</p:sldLayout>
</file>

<file path=ppt/slideLayouts/slideLayout228.xml><?xml version="1.0" encoding="utf-8"?>
<p:sldLayout xmlns:a="http://schemas.openxmlformats.org/drawingml/2006/main" xmlns:r="http://schemas.openxmlformats.org/officeDocument/2006/relationships" xmlns:p="http://schemas.openxmlformats.org/presentationml/2006/main" showMasterSp="0" preserve="1" userDrawn="1">
  <p:cSld name="1_1/4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a:xfrm>
            <a:off x="0" y="0"/>
            <a:ext cx="12192000"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5" y="539496"/>
            <a:ext cx="10377006" cy="4695892"/>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7823205"/>
            <a:ext cx="5208456" cy="5103714"/>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5" name="Freeform 5">
            <a:extLst>
              <a:ext uri="{FF2B5EF4-FFF2-40B4-BE49-F238E27FC236}">
                <a16:creationId xmlns:a16="http://schemas.microsoft.com/office/drawing/2014/main" id="{494F9C86-CE28-0C45-A3A6-627FC4BB79EA}"/>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a:xfrm>
            <a:off x="12188952" y="0"/>
            <a:ext cx="12188952" cy="6858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785812"/>
          </a:xfrm>
        </p:spPr>
        <p:txBody>
          <a:bodyPr vert="horz" lIns="0" tIns="0" rIns="0" bIns="0" rtlCol="0">
            <a:noAutofit/>
          </a:bodyPr>
          <a:lstStyle>
            <a:lvl1pPr marL="0" indent="0">
              <a:buNone/>
              <a:defRPr lang="en-US" sz="3750">
                <a:ln w="3175">
                  <a:noFill/>
                </a:ln>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7127210"/>
            <a:ext cx="5216526" cy="786384"/>
          </a:xfrm>
        </p:spPr>
        <p:txBody>
          <a:bodyPr vert="horz" lIns="0" tIns="0" rIns="0" bIns="0" rtlCol="0">
            <a:noAutofit/>
          </a:bodyPr>
          <a:lstStyle>
            <a:lvl1pPr marL="0" indent="0">
              <a:buNone/>
              <a:defRPr lang="en-US" sz="3750">
                <a:ln w="3175">
                  <a:noFill/>
                </a:ln>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7127210"/>
            <a:ext cx="5216614" cy="786384"/>
          </a:xfrm>
        </p:spPr>
        <p:txBody>
          <a:bodyPr vert="horz" lIns="0" tIns="0" rIns="0" bIns="0" rtlCol="0">
            <a:noAutofit/>
          </a:bodyPr>
          <a:lstStyle>
            <a:lvl1pPr marL="0" indent="0">
              <a:buNone/>
              <a:defRPr lang="en-US" sz="3750">
                <a:ln w="3175">
                  <a:noFill/>
                </a:ln>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7127210"/>
            <a:ext cx="5216644" cy="786384"/>
          </a:xfrm>
        </p:spPr>
        <p:txBody>
          <a:bodyPr vert="horz" lIns="0" tIns="0" rIns="0" bIns="0" rtlCol="0">
            <a:noAutofit/>
          </a:bodyPr>
          <a:lstStyle>
            <a:lvl1pPr marL="0" indent="0">
              <a:buNone/>
              <a:defRPr lang="en-US" sz="3750">
                <a:ln w="3175">
                  <a:noFill/>
                </a:ln>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7822154"/>
            <a:ext cx="521104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7822154"/>
            <a:ext cx="520933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7822154"/>
            <a:ext cx="520933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Tree>
    <p:extLst>
      <p:ext uri="{BB962C8B-B14F-4D97-AF65-F5344CB8AC3E}">
        <p14:creationId xmlns:p14="http://schemas.microsoft.com/office/powerpoint/2010/main" val="1347759742"/>
      </p:ext>
    </p:extLst>
  </p:cSld>
  <p:clrMapOvr>
    <a:masterClrMapping/>
  </p:clrMapOvr>
</p:sldLayout>
</file>

<file path=ppt/slideLayouts/slideLayout229.xml><?xml version="1.0" encoding="utf-8"?>
<p:sldLayout xmlns:a="http://schemas.openxmlformats.org/drawingml/2006/main" xmlns:r="http://schemas.openxmlformats.org/officeDocument/2006/relationships" xmlns:p="http://schemas.openxmlformats.org/presentationml/2006/main" showMasterSp="0" preserve="1" userDrawn="1">
  <p:cSld name="1_1/6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a:xfrm>
            <a:off x="0" y="2"/>
            <a:ext cx="12192000" cy="3810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2" y="539496"/>
            <a:ext cx="11295888" cy="3270504"/>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7088108"/>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5" name="Freeform 5">
            <a:extLst>
              <a:ext uri="{FF2B5EF4-FFF2-40B4-BE49-F238E27FC236}">
                <a16:creationId xmlns:a16="http://schemas.microsoft.com/office/drawing/2014/main" id="{494F9C86-CE28-0C45-A3A6-627FC4BB79EA}"/>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a:xfrm>
            <a:off x="12188952" y="2"/>
            <a:ext cx="12195048" cy="3810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785812"/>
          </a:xfrm>
        </p:spPr>
        <p:txBody>
          <a:bodyPr vert="horz" lIns="0" tIns="0" rIns="0" bIns="0" rtlCol="0">
            <a:noAutofit/>
          </a:bodyPr>
          <a:lstStyle>
            <a:lvl1pPr marL="0" indent="0">
              <a:buNone/>
              <a:defRPr lang="en-US" sz="3750">
                <a:ln w="3175">
                  <a:noFill/>
                </a:ln>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786384"/>
          </a:xfrm>
        </p:spPr>
        <p:txBody>
          <a:bodyPr vert="horz" lIns="0" tIns="0" rIns="0" bIns="0" rtlCol="0">
            <a:noAutofit/>
          </a:bodyPr>
          <a:lstStyle>
            <a:lvl1pPr marL="0" indent="0">
              <a:buNone/>
              <a:defRPr lang="en-US" sz="3750">
                <a:ln w="3175">
                  <a:noFill/>
                </a:ln>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786384"/>
          </a:xfrm>
        </p:spPr>
        <p:txBody>
          <a:bodyPr vert="horz" lIns="0" tIns="0" rIns="0" bIns="0" rtlCol="0">
            <a:noAutofit/>
          </a:bodyPr>
          <a:lstStyle>
            <a:lvl1pPr marL="0" indent="0">
              <a:buNone/>
              <a:defRPr lang="en-US" sz="3750">
                <a:ln w="3175">
                  <a:noFill/>
                </a:ln>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786384"/>
          </a:xfrm>
        </p:spPr>
        <p:txBody>
          <a:bodyPr vert="horz" lIns="0" tIns="0" rIns="0" bIns="0" rtlCol="0">
            <a:noAutofit/>
          </a:bodyPr>
          <a:lstStyle>
            <a:lvl1pPr marL="0" indent="0">
              <a:buNone/>
              <a:defRPr lang="en-US" sz="3750">
                <a:ln w="3175">
                  <a:noFill/>
                </a:ln>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3"/>
            <a:ext cx="521104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Tree>
    <p:extLst>
      <p:ext uri="{BB962C8B-B14F-4D97-AF65-F5344CB8AC3E}">
        <p14:creationId xmlns:p14="http://schemas.microsoft.com/office/powerpoint/2010/main" val="2887186944"/>
      </p:ext>
    </p:extLst>
  </p:cSld>
  <p:clrMapOvr>
    <a:masterClrMapping/>
  </p:clrMapOvr>
</p:sldLayout>
</file>

<file path=ppt/slideLayouts/slideLayout230.xml><?xml version="1.0" encoding="utf-8"?>
<p:sldLayout xmlns:a="http://schemas.openxmlformats.org/drawingml/2006/main" xmlns:r="http://schemas.openxmlformats.org/officeDocument/2006/relationships" xmlns:p="http://schemas.openxmlformats.org/presentationml/2006/main" showMasterSp="0" preserve="1" userDrawn="1">
  <p:cSld name="2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slide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6477000"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p:txBody>
      </p:sp>
      <p:sp>
        <p:nvSpPr>
          <p:cNvPr id="9" name="Freeform 5">
            <a:extLst>
              <a:ext uri="{FF2B5EF4-FFF2-40B4-BE49-F238E27FC236}">
                <a16:creationId xmlns:a16="http://schemas.microsoft.com/office/drawing/2014/main" id="{9EB9608A-83D7-2445-9B5E-0695BCA9B613}"/>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accent2"/>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Tree>
    <p:extLst>
      <p:ext uri="{BB962C8B-B14F-4D97-AF65-F5344CB8AC3E}">
        <p14:creationId xmlns:p14="http://schemas.microsoft.com/office/powerpoint/2010/main" val="3974710935"/>
      </p:ext>
    </p:extLst>
  </p:cSld>
  <p:clrMapOvr>
    <a:masterClrMapping/>
  </p:clrMapOvr>
</p:sldLayout>
</file>

<file path=ppt/slideLayouts/slideLayout231.xml><?xml version="1.0" encoding="utf-8"?>
<p:sldLayout xmlns:a="http://schemas.openxmlformats.org/drawingml/2006/main" xmlns:r="http://schemas.openxmlformats.org/officeDocument/2006/relationships" xmlns:p="http://schemas.openxmlformats.org/presentationml/2006/main" showMasterSp="0" preserve="1" userDrawn="1">
  <p:cSld name="6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slide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17948148"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p:txBody>
      </p:sp>
      <p:sp>
        <p:nvSpPr>
          <p:cNvPr id="9" name="Freeform 5">
            <a:extLst>
              <a:ext uri="{FF2B5EF4-FFF2-40B4-BE49-F238E27FC236}">
                <a16:creationId xmlns:a16="http://schemas.microsoft.com/office/drawing/2014/main" id="{9EB9608A-83D7-2445-9B5E-0695BCA9B613}"/>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92000" y="731520"/>
            <a:ext cx="5756148" cy="4069080"/>
          </a:xfrm>
          <a:solidFill>
            <a:schemeClr val="accent2"/>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Tree>
    <p:extLst>
      <p:ext uri="{BB962C8B-B14F-4D97-AF65-F5344CB8AC3E}">
        <p14:creationId xmlns:p14="http://schemas.microsoft.com/office/powerpoint/2010/main" val="1458341144"/>
      </p:ext>
    </p:extLst>
  </p:cSld>
  <p:clrMapOvr>
    <a:masterClrMapping/>
  </p:clrMapOvr>
</p:sldLayout>
</file>

<file path=ppt/slideLayouts/slideLayout232.xml><?xml version="1.0" encoding="utf-8"?>
<p:sldLayout xmlns:a="http://schemas.openxmlformats.org/drawingml/2006/main" xmlns:r="http://schemas.openxmlformats.org/officeDocument/2006/relationships" xmlns:p="http://schemas.openxmlformats.org/presentationml/2006/main" showMasterSp="0" preserve="1" userDrawn="1">
  <p:cSld name="Single Column - Blu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a:xfrm>
            <a:off x="0" y="0"/>
            <a:ext cx="6477000" cy="13716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lvl1pPr>
              <a:defRPr>
                <a:solidFill>
                  <a:schemeClr val="bg1"/>
                </a:solidFill>
              </a:defRPr>
            </a:lvl1pPr>
          </a:lstStyle>
          <a:p>
            <a:r>
              <a:rPr lang="en-US"/>
              <a:t>Click to edit Master title style</a:t>
            </a:r>
          </a:p>
        </p:txBody>
      </p:sp>
      <p:sp>
        <p:nvSpPr>
          <p:cNvPr id="8" name="Freeform 5">
            <a:extLst>
              <a:ext uri="{FF2B5EF4-FFF2-40B4-BE49-F238E27FC236}">
                <a16:creationId xmlns:a16="http://schemas.microsoft.com/office/drawing/2014/main" id="{06EFB90B-468B-48EC-9C17-1C9C6FB59342}"/>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Tree>
    <p:extLst>
      <p:ext uri="{BB962C8B-B14F-4D97-AF65-F5344CB8AC3E}">
        <p14:creationId xmlns:p14="http://schemas.microsoft.com/office/powerpoint/2010/main" val="1783834508"/>
      </p:ext>
    </p:extLst>
  </p:cSld>
  <p:clrMapOvr>
    <a:masterClrMapping/>
  </p:clrMapOvr>
</p:sldLayout>
</file>

<file path=ppt/slideLayouts/slideLayout233.xml><?xml version="1.0" encoding="utf-8"?>
<p:sldLayout xmlns:a="http://schemas.openxmlformats.org/drawingml/2006/main" xmlns:r="http://schemas.openxmlformats.org/officeDocument/2006/relationships" xmlns:p="http://schemas.openxmlformats.org/presentationml/2006/main" showMasterSp="0" preserve="1" userDrawn="1">
  <p:cSld name="2_Three Quarters Image Slide">
    <p:bg>
      <p:bgPr>
        <a:solidFill>
          <a:schemeClr val="accent4"/>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lstStyle>
            <a:lvl1pPr>
              <a:defRPr>
                <a:ln w="9525">
                  <a:noFill/>
                </a:ln>
                <a:solidFill>
                  <a:schemeClr val="bg1"/>
                </a:solidFill>
              </a:defRPr>
            </a:lvl1pPr>
          </a:lstStyle>
          <a:p>
            <a:r>
              <a:rPr lang="en-US"/>
              <a:t>Click to edit Master title style</a:t>
            </a:r>
          </a:p>
        </p:txBody>
      </p:sp>
      <p:sp>
        <p:nvSpPr>
          <p:cNvPr id="8" name="Freeform 5">
            <a:extLst>
              <a:ext uri="{FF2B5EF4-FFF2-40B4-BE49-F238E27FC236}">
                <a16:creationId xmlns:a16="http://schemas.microsoft.com/office/drawing/2014/main" id="{0B60F5D7-24EE-5D43-9631-E3C1C00DAE19}"/>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0" name="Text Placeholder 8">
            <a:extLst>
              <a:ext uri="{FF2B5EF4-FFF2-40B4-BE49-F238E27FC236}">
                <a16:creationId xmlns:a16="http://schemas.microsoft.com/office/drawing/2014/main" id="{1AB88C6D-9DCE-4D28-A76A-5515295E496A}"/>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Tree>
    <p:extLst>
      <p:ext uri="{BB962C8B-B14F-4D97-AF65-F5344CB8AC3E}">
        <p14:creationId xmlns:p14="http://schemas.microsoft.com/office/powerpoint/2010/main" val="112371031"/>
      </p:ext>
    </p:extLst>
  </p:cSld>
  <p:clrMapOvr>
    <a:masterClrMapping/>
  </p:clrMapOvr>
</p:sldLayout>
</file>

<file path=ppt/slideLayouts/slideLayout234.xml><?xml version="1.0" encoding="utf-8"?>
<p:sldLayout xmlns:a="http://schemas.openxmlformats.org/drawingml/2006/main" xmlns:r="http://schemas.openxmlformats.org/officeDocument/2006/relationships" xmlns:p="http://schemas.openxmlformats.org/presentationml/2006/main" showMasterSp="0" preserve="1" userDrawn="1">
  <p:cSld name="2_1/4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a:xfrm>
            <a:off x="0" y="0"/>
            <a:ext cx="1219200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5" y="539496"/>
            <a:ext cx="10377006" cy="4695892"/>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7823205"/>
            <a:ext cx="5208456" cy="5103714"/>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5" name="Freeform 5">
            <a:extLst>
              <a:ext uri="{FF2B5EF4-FFF2-40B4-BE49-F238E27FC236}">
                <a16:creationId xmlns:a16="http://schemas.microsoft.com/office/drawing/2014/main" id="{494F9C86-CE28-0C45-A3A6-627FC4BB79EA}"/>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a:xfrm>
            <a:off x="12188952" y="0"/>
            <a:ext cx="12188952" cy="6858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785812"/>
          </a:xfrm>
        </p:spPr>
        <p:txBody>
          <a:bodyPr vert="horz" lIns="0" tIns="0" rIns="0" bIns="0" rtlCol="0">
            <a:noAutofit/>
          </a:bodyPr>
          <a:lstStyle>
            <a:lvl1pPr marL="0" indent="0">
              <a:buNone/>
              <a:defRPr lang="en-US" sz="3750">
                <a:ln w="3175">
                  <a:noFill/>
                </a:ln>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7127210"/>
            <a:ext cx="5216526" cy="786384"/>
          </a:xfrm>
        </p:spPr>
        <p:txBody>
          <a:bodyPr vert="horz" lIns="0" tIns="0" rIns="0" bIns="0" rtlCol="0">
            <a:noAutofit/>
          </a:bodyPr>
          <a:lstStyle>
            <a:lvl1pPr marL="0" indent="0">
              <a:buNone/>
              <a:defRPr lang="en-US" sz="3750">
                <a:ln w="3175">
                  <a:noFill/>
                </a:ln>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7127210"/>
            <a:ext cx="5064874" cy="786384"/>
          </a:xfrm>
        </p:spPr>
        <p:txBody>
          <a:bodyPr vert="horz" lIns="0" tIns="0" rIns="0" bIns="0" rtlCol="0">
            <a:noAutofit/>
          </a:bodyPr>
          <a:lstStyle>
            <a:lvl1pPr marL="0" indent="0">
              <a:buNone/>
              <a:defRPr lang="en-US" sz="3750">
                <a:ln w="3175">
                  <a:noFill/>
                </a:ln>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7127210"/>
            <a:ext cx="5216644" cy="786384"/>
          </a:xfrm>
        </p:spPr>
        <p:txBody>
          <a:bodyPr vert="horz" lIns="0" tIns="0" rIns="0" bIns="0" rtlCol="0">
            <a:noAutofit/>
          </a:bodyPr>
          <a:lstStyle>
            <a:lvl1pPr marL="0" indent="0">
              <a:buNone/>
              <a:defRPr lang="en-US" sz="3750">
                <a:ln w="3175">
                  <a:noFill/>
                </a:ln>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7822154"/>
            <a:ext cx="521104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7822154"/>
            <a:ext cx="5057810"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7822154"/>
            <a:ext cx="520933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Tree>
    <p:extLst>
      <p:ext uri="{BB962C8B-B14F-4D97-AF65-F5344CB8AC3E}">
        <p14:creationId xmlns:p14="http://schemas.microsoft.com/office/powerpoint/2010/main" val="3033243457"/>
      </p:ext>
    </p:extLst>
  </p:cSld>
  <p:clrMapOvr>
    <a:masterClrMapping/>
  </p:clrMapOvr>
</p:sldLayout>
</file>

<file path=ppt/slideLayouts/slideLayout235.xml><?xml version="1.0" encoding="utf-8"?>
<p:sldLayout xmlns:a="http://schemas.openxmlformats.org/drawingml/2006/main" xmlns:r="http://schemas.openxmlformats.org/officeDocument/2006/relationships" xmlns:p="http://schemas.openxmlformats.org/presentationml/2006/main" showMasterSp="0" preserve="1" userDrawn="1">
  <p:cSld name="2_1/6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a:xfrm>
            <a:off x="0" y="2"/>
            <a:ext cx="12192000" cy="3810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2" y="539496"/>
            <a:ext cx="11295888" cy="3270504"/>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7088108"/>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5" name="Freeform 5">
            <a:extLst>
              <a:ext uri="{FF2B5EF4-FFF2-40B4-BE49-F238E27FC236}">
                <a16:creationId xmlns:a16="http://schemas.microsoft.com/office/drawing/2014/main" id="{494F9C86-CE28-0C45-A3A6-627FC4BB79EA}"/>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a:xfrm>
            <a:off x="12188952" y="2"/>
            <a:ext cx="12195048" cy="3810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785812"/>
          </a:xfrm>
        </p:spPr>
        <p:txBody>
          <a:bodyPr vert="horz" lIns="0" tIns="0" rIns="0" bIns="0" rtlCol="0">
            <a:noAutofit/>
          </a:bodyPr>
          <a:lstStyle>
            <a:lvl1pPr marL="0" indent="0">
              <a:buNone/>
              <a:defRPr lang="en-US" sz="3750">
                <a:ln w="3175">
                  <a:noFill/>
                </a:ln>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786384"/>
          </a:xfrm>
        </p:spPr>
        <p:txBody>
          <a:bodyPr vert="horz" lIns="0" tIns="0" rIns="0" bIns="0" rtlCol="0">
            <a:noAutofit/>
          </a:bodyPr>
          <a:lstStyle>
            <a:lvl1pPr marL="0" indent="0">
              <a:buNone/>
              <a:defRPr lang="en-US" sz="3750">
                <a:ln w="3175">
                  <a:noFill/>
                </a:ln>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786384"/>
          </a:xfrm>
        </p:spPr>
        <p:txBody>
          <a:bodyPr vert="horz" lIns="0" tIns="0" rIns="0" bIns="0" rtlCol="0">
            <a:noAutofit/>
          </a:bodyPr>
          <a:lstStyle>
            <a:lvl1pPr marL="0" indent="0">
              <a:buNone/>
              <a:defRPr lang="en-US" sz="3750">
                <a:ln w="3175">
                  <a:noFill/>
                </a:ln>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786384"/>
          </a:xfrm>
        </p:spPr>
        <p:txBody>
          <a:bodyPr vert="horz" lIns="0" tIns="0" rIns="0" bIns="0" rtlCol="0">
            <a:noAutofit/>
          </a:bodyPr>
          <a:lstStyle>
            <a:lvl1pPr marL="0" indent="0">
              <a:buNone/>
              <a:defRPr lang="en-US" sz="3750">
                <a:ln w="3175">
                  <a:noFill/>
                </a:ln>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3"/>
            <a:ext cx="521104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Tree>
    <p:extLst>
      <p:ext uri="{BB962C8B-B14F-4D97-AF65-F5344CB8AC3E}">
        <p14:creationId xmlns:p14="http://schemas.microsoft.com/office/powerpoint/2010/main" val="3505863654"/>
      </p:ext>
    </p:extLst>
  </p:cSld>
  <p:clrMapOvr>
    <a:masterClrMapping/>
  </p:clrMapOvr>
</p:sldLayout>
</file>

<file path=ppt/slideLayouts/slideLayout236.xml><?xml version="1.0" encoding="utf-8"?>
<p:sldLayout xmlns:a="http://schemas.openxmlformats.org/drawingml/2006/main" xmlns:r="http://schemas.openxmlformats.org/officeDocument/2006/relationships" xmlns:p="http://schemas.openxmlformats.org/presentationml/2006/main" showMasterSp="0" preserve="1" userDrawn="1">
  <p:cSld name="3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p:nvPr>
        </p:nvSpPr>
        <p:spPr>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to add picture</a:t>
            </a:r>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6477000"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p:txBody>
      </p:sp>
      <p:sp>
        <p:nvSpPr>
          <p:cNvPr id="9" name="Freeform 5">
            <a:extLst>
              <a:ext uri="{FF2B5EF4-FFF2-40B4-BE49-F238E27FC236}">
                <a16:creationId xmlns:a16="http://schemas.microsoft.com/office/drawing/2014/main" id="{9EB9608A-83D7-2445-9B5E-0695BCA9B613}"/>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accent4"/>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Tree>
    <p:extLst>
      <p:ext uri="{BB962C8B-B14F-4D97-AF65-F5344CB8AC3E}">
        <p14:creationId xmlns:p14="http://schemas.microsoft.com/office/powerpoint/2010/main" val="625764859"/>
      </p:ext>
    </p:extLst>
  </p:cSld>
  <p:clrMapOvr>
    <a:masterClrMapping/>
  </p:clrMapOvr>
</p:sldLayout>
</file>

<file path=ppt/slideLayouts/slideLayout237.xml><?xml version="1.0" encoding="utf-8"?>
<p:sldLayout xmlns:a="http://schemas.openxmlformats.org/drawingml/2006/main" xmlns:r="http://schemas.openxmlformats.org/officeDocument/2006/relationships" xmlns:p="http://schemas.openxmlformats.org/presentationml/2006/main" showMasterSp="0" preserve="1" userDrawn="1">
  <p:cSld name="7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p:nvPr>
        </p:nvSpPr>
        <p:spPr>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to add picture</a:t>
            </a:r>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17945100"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p:txBody>
      </p:sp>
      <p:sp>
        <p:nvSpPr>
          <p:cNvPr id="9" name="Freeform 5">
            <a:extLst>
              <a:ext uri="{FF2B5EF4-FFF2-40B4-BE49-F238E27FC236}">
                <a16:creationId xmlns:a16="http://schemas.microsoft.com/office/drawing/2014/main" id="{9EB9608A-83D7-2445-9B5E-0695BCA9B613}"/>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88952" y="731520"/>
            <a:ext cx="5756148" cy="4069080"/>
          </a:xfrm>
          <a:solidFill>
            <a:schemeClr val="accent4"/>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Tree>
    <p:extLst>
      <p:ext uri="{BB962C8B-B14F-4D97-AF65-F5344CB8AC3E}">
        <p14:creationId xmlns:p14="http://schemas.microsoft.com/office/powerpoint/2010/main" val="135847114"/>
      </p:ext>
    </p:extLst>
  </p:cSld>
  <p:clrMapOvr>
    <a:masterClrMapping/>
  </p:clrMapOvr>
</p:sldLayout>
</file>

<file path=ppt/slideLayouts/slideLayout238.xml><?xml version="1.0" encoding="utf-8"?>
<p:sldLayout xmlns:a="http://schemas.openxmlformats.org/drawingml/2006/main" xmlns:r="http://schemas.openxmlformats.org/officeDocument/2006/relationships" xmlns:p="http://schemas.openxmlformats.org/presentationml/2006/main" showMasterSp="0" userDrawn="1">
  <p:cSld name="Breaker">
    <p:bg>
      <p:bgPr>
        <a:solidFill>
          <a:srgbClr val="EB0000"/>
        </a:solidFill>
        <a:effectLst/>
      </p:bgPr>
    </p:bg>
    <p:spTree>
      <p:nvGrpSpPr>
        <p:cNvPr id="1" name=""/>
        <p:cNvGrpSpPr/>
        <p:nvPr/>
      </p:nvGrpSpPr>
      <p:grpSpPr>
        <a:xfrm>
          <a:off x="0" y="0"/>
          <a:ext cx="0" cy="0"/>
          <a:chOff x="0" y="0"/>
          <a:chExt cx="0" cy="0"/>
        </a:xfrm>
      </p:grpSpPr>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723901" y="653291"/>
            <a:ext cx="11160126" cy="4200146"/>
          </a:xfrm>
          <a:noFill/>
          <a:ln>
            <a:noFill/>
          </a:ln>
        </p:spPr>
        <p:txBody>
          <a:bodyPr vert="horz" lIns="0" tIns="0" rIns="0" bIns="0" rtlCol="0" anchor="b">
            <a:noAutofit/>
          </a:bodyPr>
          <a:lstStyle>
            <a:lvl1pPr marL="0" indent="0" fontAlgn="base">
              <a:lnSpc>
                <a:spcPct val="112000"/>
              </a:lnSpc>
              <a:spcBef>
                <a:spcPts val="0"/>
              </a:spcBef>
              <a:buNone/>
              <a:defRPr lang="en-US" sz="9000" kern="1200" dirty="0" smtClean="0">
                <a:ln w="3175">
                  <a:noFill/>
                </a:ln>
                <a:solidFill>
                  <a:schemeClr val="bg1"/>
                </a:solidFill>
                <a:latin typeface="+mj-lt"/>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758826" y="4998536"/>
            <a:ext cx="11125200" cy="1627188"/>
          </a:xfrm>
        </p:spPr>
        <p:txBody>
          <a:bodyPr vert="horz" lIns="0" tIns="0" rIns="0" bIns="0" rtlCol="0" anchor="t">
            <a:noAutofit/>
          </a:bodyPr>
          <a:lstStyle>
            <a:lvl1pPr marL="0" indent="0">
              <a:buNone/>
              <a:defRPr lang="en-US" sz="5200" dirty="0">
                <a:ln>
                  <a:noFill/>
                </a:ln>
                <a:solidFill>
                  <a:schemeClr val="bg1"/>
                </a:solidFill>
              </a:defRPr>
            </a:lvl1pPr>
          </a:lstStyle>
          <a:p>
            <a:pPr lvl="0"/>
            <a:r>
              <a:rPr lang="en-US"/>
              <a:t>All titles/subtitles are sentence case</a:t>
            </a:r>
          </a:p>
        </p:txBody>
      </p:sp>
      <p:sp>
        <p:nvSpPr>
          <p:cNvPr id="6" name="Freeform 5">
            <a:extLst>
              <a:ext uri="{FF2B5EF4-FFF2-40B4-BE49-F238E27FC236}">
                <a16:creationId xmlns:a16="http://schemas.microsoft.com/office/drawing/2014/main" id="{B96AE158-57F3-42F7-BA5B-F9CAC8029C8B}"/>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grpSp>
        <p:nvGrpSpPr>
          <p:cNvPr id="5" name="Group 4">
            <a:extLst>
              <a:ext uri="{FF2B5EF4-FFF2-40B4-BE49-F238E27FC236}">
                <a16:creationId xmlns:a16="http://schemas.microsoft.com/office/drawing/2014/main" id="{4CD80BBE-E9C1-4ADE-A161-0379299AA354}"/>
              </a:ext>
            </a:extLst>
          </p:cNvPr>
          <p:cNvGrpSpPr/>
          <p:nvPr userDrawn="1"/>
        </p:nvGrpSpPr>
        <p:grpSpPr>
          <a:xfrm>
            <a:off x="20482559" y="11617235"/>
            <a:ext cx="2910578" cy="1484086"/>
            <a:chOff x="6551613" y="3198813"/>
            <a:chExt cx="5856287" cy="2986087"/>
          </a:xfrm>
          <a:solidFill>
            <a:schemeClr val="bg1"/>
          </a:solidFill>
        </p:grpSpPr>
        <p:sp>
          <p:nvSpPr>
            <p:cNvPr id="7" name="Freeform 5">
              <a:extLst>
                <a:ext uri="{FF2B5EF4-FFF2-40B4-BE49-F238E27FC236}">
                  <a16:creationId xmlns:a16="http://schemas.microsoft.com/office/drawing/2014/main" id="{07ACEAA7-1C6C-469C-841B-DBCC48ED2727}"/>
                </a:ext>
              </a:extLst>
            </p:cNvPr>
            <p:cNvSpPr>
              <a:spLocks/>
            </p:cNvSpPr>
            <p:nvPr/>
          </p:nvSpPr>
          <p:spPr bwMode="auto">
            <a:xfrm>
              <a:off x="6559550" y="3346450"/>
              <a:ext cx="822325" cy="1155700"/>
            </a:xfrm>
            <a:custGeom>
              <a:avLst/>
              <a:gdLst>
                <a:gd name="T0" fmla="*/ 209 w 218"/>
                <a:gd name="T1" fmla="*/ 36 h 306"/>
                <a:gd name="T2" fmla="*/ 181 w 218"/>
                <a:gd name="T3" fmla="*/ 68 h 306"/>
                <a:gd name="T4" fmla="*/ 115 w 218"/>
                <a:gd name="T5" fmla="*/ 42 h 306"/>
                <a:gd name="T6" fmla="*/ 70 w 218"/>
                <a:gd name="T7" fmla="*/ 77 h 306"/>
                <a:gd name="T8" fmla="*/ 130 w 218"/>
                <a:gd name="T9" fmla="*/ 123 h 306"/>
                <a:gd name="T10" fmla="*/ 218 w 218"/>
                <a:gd name="T11" fmla="*/ 216 h 306"/>
                <a:gd name="T12" fmla="*/ 106 w 218"/>
                <a:gd name="T13" fmla="*/ 306 h 306"/>
                <a:gd name="T14" fmla="*/ 0 w 218"/>
                <a:gd name="T15" fmla="*/ 266 h 306"/>
                <a:gd name="T16" fmla="*/ 29 w 218"/>
                <a:gd name="T17" fmla="*/ 233 h 306"/>
                <a:gd name="T18" fmla="*/ 105 w 218"/>
                <a:gd name="T19" fmla="*/ 263 h 306"/>
                <a:gd name="T20" fmla="*/ 159 w 218"/>
                <a:gd name="T21" fmla="*/ 219 h 306"/>
                <a:gd name="T22" fmla="*/ 101 w 218"/>
                <a:gd name="T23" fmla="*/ 169 h 306"/>
                <a:gd name="T24" fmla="*/ 12 w 218"/>
                <a:gd name="T25" fmla="*/ 81 h 306"/>
                <a:gd name="T26" fmla="*/ 112 w 218"/>
                <a:gd name="T27" fmla="*/ 0 h 306"/>
                <a:gd name="T28" fmla="*/ 209 w 218"/>
                <a:gd name="T29" fmla="*/ 36 h 3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18" h="306">
                  <a:moveTo>
                    <a:pt x="209" y="36"/>
                  </a:moveTo>
                  <a:cubicBezTo>
                    <a:pt x="181" y="68"/>
                    <a:pt x="181" y="68"/>
                    <a:pt x="181" y="68"/>
                  </a:cubicBezTo>
                  <a:cubicBezTo>
                    <a:pt x="160" y="50"/>
                    <a:pt x="140" y="42"/>
                    <a:pt x="115" y="42"/>
                  </a:cubicBezTo>
                  <a:cubicBezTo>
                    <a:pt x="89" y="42"/>
                    <a:pt x="70" y="54"/>
                    <a:pt x="70" y="77"/>
                  </a:cubicBezTo>
                  <a:cubicBezTo>
                    <a:pt x="70" y="99"/>
                    <a:pt x="81" y="108"/>
                    <a:pt x="130" y="123"/>
                  </a:cubicBezTo>
                  <a:cubicBezTo>
                    <a:pt x="182" y="139"/>
                    <a:pt x="218" y="161"/>
                    <a:pt x="218" y="216"/>
                  </a:cubicBezTo>
                  <a:cubicBezTo>
                    <a:pt x="218" y="269"/>
                    <a:pt x="176" y="306"/>
                    <a:pt x="106" y="306"/>
                  </a:cubicBezTo>
                  <a:cubicBezTo>
                    <a:pt x="59" y="306"/>
                    <a:pt x="24" y="290"/>
                    <a:pt x="0" y="266"/>
                  </a:cubicBezTo>
                  <a:cubicBezTo>
                    <a:pt x="29" y="233"/>
                    <a:pt x="29" y="233"/>
                    <a:pt x="29" y="233"/>
                  </a:cubicBezTo>
                  <a:cubicBezTo>
                    <a:pt x="51" y="252"/>
                    <a:pt x="74" y="263"/>
                    <a:pt x="105" y="263"/>
                  </a:cubicBezTo>
                  <a:cubicBezTo>
                    <a:pt x="136" y="263"/>
                    <a:pt x="159" y="248"/>
                    <a:pt x="159" y="219"/>
                  </a:cubicBezTo>
                  <a:cubicBezTo>
                    <a:pt x="159" y="194"/>
                    <a:pt x="147" y="183"/>
                    <a:pt x="101" y="169"/>
                  </a:cubicBezTo>
                  <a:cubicBezTo>
                    <a:pt x="39" y="150"/>
                    <a:pt x="12" y="125"/>
                    <a:pt x="12" y="81"/>
                  </a:cubicBezTo>
                  <a:cubicBezTo>
                    <a:pt x="12" y="32"/>
                    <a:pt x="54" y="0"/>
                    <a:pt x="112" y="0"/>
                  </a:cubicBezTo>
                  <a:cubicBezTo>
                    <a:pt x="155" y="0"/>
                    <a:pt x="184" y="12"/>
                    <a:pt x="209" y="36"/>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8" name="Freeform 6">
              <a:extLst>
                <a:ext uri="{FF2B5EF4-FFF2-40B4-BE49-F238E27FC236}">
                  <a16:creationId xmlns:a16="http://schemas.microsoft.com/office/drawing/2014/main" id="{781C4BC7-E6C3-48AF-AB86-B4B67AE2B2AC}"/>
                </a:ext>
              </a:extLst>
            </p:cNvPr>
            <p:cNvSpPr>
              <a:spLocks noEditPoints="1"/>
            </p:cNvSpPr>
            <p:nvPr/>
          </p:nvSpPr>
          <p:spPr bwMode="auto">
            <a:xfrm>
              <a:off x="7456488" y="3603625"/>
              <a:ext cx="800100" cy="898525"/>
            </a:xfrm>
            <a:custGeom>
              <a:avLst/>
              <a:gdLst>
                <a:gd name="T0" fmla="*/ 212 w 212"/>
                <a:gd name="T1" fmla="*/ 119 h 238"/>
                <a:gd name="T2" fmla="*/ 106 w 212"/>
                <a:gd name="T3" fmla="*/ 238 h 238"/>
                <a:gd name="T4" fmla="*/ 0 w 212"/>
                <a:gd name="T5" fmla="*/ 119 h 238"/>
                <a:gd name="T6" fmla="*/ 106 w 212"/>
                <a:gd name="T7" fmla="*/ 0 h 238"/>
                <a:gd name="T8" fmla="*/ 212 w 212"/>
                <a:gd name="T9" fmla="*/ 119 h 238"/>
                <a:gd name="T10" fmla="*/ 57 w 212"/>
                <a:gd name="T11" fmla="*/ 119 h 238"/>
                <a:gd name="T12" fmla="*/ 106 w 212"/>
                <a:gd name="T13" fmla="*/ 197 h 238"/>
                <a:gd name="T14" fmla="*/ 154 w 212"/>
                <a:gd name="T15" fmla="*/ 119 h 238"/>
                <a:gd name="T16" fmla="*/ 106 w 212"/>
                <a:gd name="T17" fmla="*/ 42 h 238"/>
                <a:gd name="T18" fmla="*/ 57 w 212"/>
                <a:gd name="T19" fmla="*/ 119 h 2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12" h="238">
                  <a:moveTo>
                    <a:pt x="212" y="119"/>
                  </a:moveTo>
                  <a:cubicBezTo>
                    <a:pt x="212" y="190"/>
                    <a:pt x="172" y="238"/>
                    <a:pt x="106" y="238"/>
                  </a:cubicBezTo>
                  <a:cubicBezTo>
                    <a:pt x="40" y="238"/>
                    <a:pt x="0" y="193"/>
                    <a:pt x="0" y="119"/>
                  </a:cubicBezTo>
                  <a:cubicBezTo>
                    <a:pt x="0" y="48"/>
                    <a:pt x="40" y="0"/>
                    <a:pt x="106" y="0"/>
                  </a:cubicBezTo>
                  <a:cubicBezTo>
                    <a:pt x="173" y="0"/>
                    <a:pt x="212" y="46"/>
                    <a:pt x="212" y="119"/>
                  </a:cubicBezTo>
                  <a:moveTo>
                    <a:pt x="57" y="119"/>
                  </a:moveTo>
                  <a:cubicBezTo>
                    <a:pt x="57" y="173"/>
                    <a:pt x="74" y="197"/>
                    <a:pt x="106" y="197"/>
                  </a:cubicBezTo>
                  <a:cubicBezTo>
                    <a:pt x="138" y="197"/>
                    <a:pt x="154" y="173"/>
                    <a:pt x="154" y="119"/>
                  </a:cubicBezTo>
                  <a:cubicBezTo>
                    <a:pt x="154" y="66"/>
                    <a:pt x="138" y="42"/>
                    <a:pt x="106" y="42"/>
                  </a:cubicBezTo>
                  <a:cubicBezTo>
                    <a:pt x="74" y="42"/>
                    <a:pt x="57" y="66"/>
                    <a:pt x="57" y="119"/>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10" name="Freeform 7">
              <a:extLst>
                <a:ext uri="{FF2B5EF4-FFF2-40B4-BE49-F238E27FC236}">
                  <a16:creationId xmlns:a16="http://schemas.microsoft.com/office/drawing/2014/main" id="{0EB10CA2-AD98-46FB-904E-3FC53AF6D322}"/>
                </a:ext>
              </a:extLst>
            </p:cNvPr>
            <p:cNvSpPr>
              <a:spLocks/>
            </p:cNvSpPr>
            <p:nvPr/>
          </p:nvSpPr>
          <p:spPr bwMode="auto">
            <a:xfrm>
              <a:off x="8369300" y="3267075"/>
              <a:ext cx="342900" cy="1235075"/>
            </a:xfrm>
            <a:custGeom>
              <a:avLst/>
              <a:gdLst>
                <a:gd name="T0" fmla="*/ 0 w 91"/>
                <a:gd name="T1" fmla="*/ 269 h 327"/>
                <a:gd name="T2" fmla="*/ 0 w 91"/>
                <a:gd name="T3" fmla="*/ 6 h 327"/>
                <a:gd name="T4" fmla="*/ 54 w 91"/>
                <a:gd name="T5" fmla="*/ 0 h 327"/>
                <a:gd name="T6" fmla="*/ 54 w 91"/>
                <a:gd name="T7" fmla="*/ 268 h 327"/>
                <a:gd name="T8" fmla="*/ 67 w 91"/>
                <a:gd name="T9" fmla="*/ 283 h 327"/>
                <a:gd name="T10" fmla="*/ 80 w 91"/>
                <a:gd name="T11" fmla="*/ 281 h 327"/>
                <a:gd name="T12" fmla="*/ 91 w 91"/>
                <a:gd name="T13" fmla="*/ 320 h 327"/>
                <a:gd name="T14" fmla="*/ 55 w 91"/>
                <a:gd name="T15" fmla="*/ 327 h 327"/>
                <a:gd name="T16" fmla="*/ 0 w 91"/>
                <a:gd name="T17" fmla="*/ 269 h 3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91" h="327">
                  <a:moveTo>
                    <a:pt x="0" y="269"/>
                  </a:moveTo>
                  <a:cubicBezTo>
                    <a:pt x="0" y="6"/>
                    <a:pt x="0" y="6"/>
                    <a:pt x="0" y="6"/>
                  </a:cubicBezTo>
                  <a:cubicBezTo>
                    <a:pt x="54" y="0"/>
                    <a:pt x="54" y="0"/>
                    <a:pt x="54" y="0"/>
                  </a:cubicBezTo>
                  <a:cubicBezTo>
                    <a:pt x="54" y="268"/>
                    <a:pt x="54" y="268"/>
                    <a:pt x="54" y="268"/>
                  </a:cubicBezTo>
                  <a:cubicBezTo>
                    <a:pt x="54" y="278"/>
                    <a:pt x="58" y="283"/>
                    <a:pt x="67" y="283"/>
                  </a:cubicBezTo>
                  <a:cubicBezTo>
                    <a:pt x="72" y="283"/>
                    <a:pt x="76" y="283"/>
                    <a:pt x="80" y="281"/>
                  </a:cubicBezTo>
                  <a:cubicBezTo>
                    <a:pt x="91" y="320"/>
                    <a:pt x="91" y="320"/>
                    <a:pt x="91" y="320"/>
                  </a:cubicBezTo>
                  <a:cubicBezTo>
                    <a:pt x="82" y="324"/>
                    <a:pt x="69" y="327"/>
                    <a:pt x="55" y="327"/>
                  </a:cubicBezTo>
                  <a:cubicBezTo>
                    <a:pt x="20" y="327"/>
                    <a:pt x="0" y="306"/>
                    <a:pt x="0" y="269"/>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11" name="Freeform 8">
              <a:extLst>
                <a:ext uri="{FF2B5EF4-FFF2-40B4-BE49-F238E27FC236}">
                  <a16:creationId xmlns:a16="http://schemas.microsoft.com/office/drawing/2014/main" id="{B9E5C79F-E295-488C-8EE4-9FF1E890F79F}"/>
                </a:ext>
              </a:extLst>
            </p:cNvPr>
            <p:cNvSpPr>
              <a:spLocks/>
            </p:cNvSpPr>
            <p:nvPr/>
          </p:nvSpPr>
          <p:spPr bwMode="auto">
            <a:xfrm>
              <a:off x="8640763" y="3630613"/>
              <a:ext cx="803275" cy="849312"/>
            </a:xfrm>
            <a:custGeom>
              <a:avLst/>
              <a:gdLst>
                <a:gd name="T0" fmla="*/ 330 w 506"/>
                <a:gd name="T1" fmla="*/ 535 h 535"/>
                <a:gd name="T2" fmla="*/ 176 w 506"/>
                <a:gd name="T3" fmla="*/ 535 h 535"/>
                <a:gd name="T4" fmla="*/ 0 w 506"/>
                <a:gd name="T5" fmla="*/ 0 h 535"/>
                <a:gd name="T6" fmla="*/ 140 w 506"/>
                <a:gd name="T7" fmla="*/ 0 h 535"/>
                <a:gd name="T8" fmla="*/ 254 w 506"/>
                <a:gd name="T9" fmla="*/ 430 h 535"/>
                <a:gd name="T10" fmla="*/ 371 w 506"/>
                <a:gd name="T11" fmla="*/ 0 h 535"/>
                <a:gd name="T12" fmla="*/ 506 w 506"/>
                <a:gd name="T13" fmla="*/ 0 h 535"/>
                <a:gd name="T14" fmla="*/ 330 w 506"/>
                <a:gd name="T15" fmla="*/ 535 h 53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506" h="535">
                  <a:moveTo>
                    <a:pt x="330" y="535"/>
                  </a:moveTo>
                  <a:lnTo>
                    <a:pt x="176" y="535"/>
                  </a:lnTo>
                  <a:lnTo>
                    <a:pt x="0" y="0"/>
                  </a:lnTo>
                  <a:lnTo>
                    <a:pt x="140" y="0"/>
                  </a:lnTo>
                  <a:lnTo>
                    <a:pt x="254" y="430"/>
                  </a:lnTo>
                  <a:lnTo>
                    <a:pt x="371" y="0"/>
                  </a:lnTo>
                  <a:lnTo>
                    <a:pt x="506" y="0"/>
                  </a:lnTo>
                  <a:lnTo>
                    <a:pt x="330" y="535"/>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13" name="Freeform 9">
              <a:extLst>
                <a:ext uri="{FF2B5EF4-FFF2-40B4-BE49-F238E27FC236}">
                  <a16:creationId xmlns:a16="http://schemas.microsoft.com/office/drawing/2014/main" id="{EFBA0CC9-5A1F-479E-8678-19B836D49C6A}"/>
                </a:ext>
              </a:extLst>
            </p:cNvPr>
            <p:cNvSpPr>
              <a:spLocks noEditPoints="1"/>
            </p:cNvSpPr>
            <p:nvPr/>
          </p:nvSpPr>
          <p:spPr bwMode="auto">
            <a:xfrm>
              <a:off x="9471025" y="3198813"/>
              <a:ext cx="255587" cy="1281112"/>
            </a:xfrm>
            <a:custGeom>
              <a:avLst/>
              <a:gdLst>
                <a:gd name="T0" fmla="*/ 68 w 68"/>
                <a:gd name="T1" fmla="*/ 33 h 339"/>
                <a:gd name="T2" fmla="*/ 34 w 68"/>
                <a:gd name="T3" fmla="*/ 66 h 339"/>
                <a:gd name="T4" fmla="*/ 0 w 68"/>
                <a:gd name="T5" fmla="*/ 33 h 339"/>
                <a:gd name="T6" fmla="*/ 34 w 68"/>
                <a:gd name="T7" fmla="*/ 0 h 339"/>
                <a:gd name="T8" fmla="*/ 68 w 68"/>
                <a:gd name="T9" fmla="*/ 33 h 339"/>
                <a:gd name="T10" fmla="*/ 62 w 68"/>
                <a:gd name="T11" fmla="*/ 339 h 339"/>
                <a:gd name="T12" fmla="*/ 7 w 68"/>
                <a:gd name="T13" fmla="*/ 339 h 339"/>
                <a:gd name="T14" fmla="*/ 7 w 68"/>
                <a:gd name="T15" fmla="*/ 114 h 339"/>
                <a:gd name="T16" fmla="*/ 62 w 68"/>
                <a:gd name="T17" fmla="*/ 114 h 339"/>
                <a:gd name="T18" fmla="*/ 62 w 68"/>
                <a:gd name="T19" fmla="*/ 339 h 3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68" h="339">
                  <a:moveTo>
                    <a:pt x="68" y="33"/>
                  </a:moveTo>
                  <a:cubicBezTo>
                    <a:pt x="68" y="51"/>
                    <a:pt x="54" y="66"/>
                    <a:pt x="34" y="66"/>
                  </a:cubicBezTo>
                  <a:cubicBezTo>
                    <a:pt x="14" y="66"/>
                    <a:pt x="0" y="51"/>
                    <a:pt x="0" y="33"/>
                  </a:cubicBezTo>
                  <a:cubicBezTo>
                    <a:pt x="0" y="14"/>
                    <a:pt x="14" y="0"/>
                    <a:pt x="34" y="0"/>
                  </a:cubicBezTo>
                  <a:cubicBezTo>
                    <a:pt x="54" y="0"/>
                    <a:pt x="68" y="14"/>
                    <a:pt x="68" y="33"/>
                  </a:cubicBezTo>
                  <a:moveTo>
                    <a:pt x="62" y="339"/>
                  </a:moveTo>
                  <a:cubicBezTo>
                    <a:pt x="7" y="339"/>
                    <a:pt x="7" y="339"/>
                    <a:pt x="7" y="339"/>
                  </a:cubicBezTo>
                  <a:cubicBezTo>
                    <a:pt x="7" y="114"/>
                    <a:pt x="7" y="114"/>
                    <a:pt x="7" y="114"/>
                  </a:cubicBezTo>
                  <a:cubicBezTo>
                    <a:pt x="62" y="114"/>
                    <a:pt x="62" y="114"/>
                    <a:pt x="62" y="114"/>
                  </a:cubicBezTo>
                  <a:lnTo>
                    <a:pt x="62" y="339"/>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14" name="Freeform 10">
              <a:extLst>
                <a:ext uri="{FF2B5EF4-FFF2-40B4-BE49-F238E27FC236}">
                  <a16:creationId xmlns:a16="http://schemas.microsoft.com/office/drawing/2014/main" id="{17FF4A07-8B4D-47A8-9A59-AA3085E43920}"/>
                </a:ext>
              </a:extLst>
            </p:cNvPr>
            <p:cNvSpPr>
              <a:spLocks/>
            </p:cNvSpPr>
            <p:nvPr/>
          </p:nvSpPr>
          <p:spPr bwMode="auto">
            <a:xfrm>
              <a:off x="9877425" y="3603625"/>
              <a:ext cx="693737" cy="876300"/>
            </a:xfrm>
            <a:custGeom>
              <a:avLst/>
              <a:gdLst>
                <a:gd name="T0" fmla="*/ 184 w 184"/>
                <a:gd name="T1" fmla="*/ 69 h 232"/>
                <a:gd name="T2" fmla="*/ 184 w 184"/>
                <a:gd name="T3" fmla="*/ 232 h 232"/>
                <a:gd name="T4" fmla="*/ 129 w 184"/>
                <a:gd name="T5" fmla="*/ 232 h 232"/>
                <a:gd name="T6" fmla="*/ 129 w 184"/>
                <a:gd name="T7" fmla="*/ 77 h 232"/>
                <a:gd name="T8" fmla="*/ 102 w 184"/>
                <a:gd name="T9" fmla="*/ 41 h 232"/>
                <a:gd name="T10" fmla="*/ 54 w 184"/>
                <a:gd name="T11" fmla="*/ 75 h 232"/>
                <a:gd name="T12" fmla="*/ 54 w 184"/>
                <a:gd name="T13" fmla="*/ 232 h 232"/>
                <a:gd name="T14" fmla="*/ 0 w 184"/>
                <a:gd name="T15" fmla="*/ 232 h 232"/>
                <a:gd name="T16" fmla="*/ 0 w 184"/>
                <a:gd name="T17" fmla="*/ 7 h 232"/>
                <a:gd name="T18" fmla="*/ 47 w 184"/>
                <a:gd name="T19" fmla="*/ 7 h 232"/>
                <a:gd name="T20" fmla="*/ 51 w 184"/>
                <a:gd name="T21" fmla="*/ 36 h 232"/>
                <a:gd name="T22" fmla="*/ 120 w 184"/>
                <a:gd name="T23" fmla="*/ 0 h 232"/>
                <a:gd name="T24" fmla="*/ 184 w 184"/>
                <a:gd name="T25" fmla="*/ 69 h 2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84" h="232">
                  <a:moveTo>
                    <a:pt x="184" y="69"/>
                  </a:moveTo>
                  <a:cubicBezTo>
                    <a:pt x="184" y="232"/>
                    <a:pt x="184" y="232"/>
                    <a:pt x="184" y="232"/>
                  </a:cubicBezTo>
                  <a:cubicBezTo>
                    <a:pt x="129" y="232"/>
                    <a:pt x="129" y="232"/>
                    <a:pt x="129" y="232"/>
                  </a:cubicBezTo>
                  <a:cubicBezTo>
                    <a:pt x="129" y="77"/>
                    <a:pt x="129" y="77"/>
                    <a:pt x="129" y="77"/>
                  </a:cubicBezTo>
                  <a:cubicBezTo>
                    <a:pt x="129" y="49"/>
                    <a:pt x="119" y="41"/>
                    <a:pt x="102" y="41"/>
                  </a:cubicBezTo>
                  <a:cubicBezTo>
                    <a:pt x="82" y="41"/>
                    <a:pt x="68" y="54"/>
                    <a:pt x="54" y="75"/>
                  </a:cubicBezTo>
                  <a:cubicBezTo>
                    <a:pt x="54" y="232"/>
                    <a:pt x="54" y="232"/>
                    <a:pt x="54" y="232"/>
                  </a:cubicBezTo>
                  <a:cubicBezTo>
                    <a:pt x="0" y="232"/>
                    <a:pt x="0" y="232"/>
                    <a:pt x="0" y="232"/>
                  </a:cubicBezTo>
                  <a:cubicBezTo>
                    <a:pt x="0" y="7"/>
                    <a:pt x="0" y="7"/>
                    <a:pt x="0" y="7"/>
                  </a:cubicBezTo>
                  <a:cubicBezTo>
                    <a:pt x="47" y="7"/>
                    <a:pt x="47" y="7"/>
                    <a:pt x="47" y="7"/>
                  </a:cubicBezTo>
                  <a:cubicBezTo>
                    <a:pt x="51" y="36"/>
                    <a:pt x="51" y="36"/>
                    <a:pt x="51" y="36"/>
                  </a:cubicBezTo>
                  <a:cubicBezTo>
                    <a:pt x="69" y="14"/>
                    <a:pt x="91" y="0"/>
                    <a:pt x="120" y="0"/>
                  </a:cubicBezTo>
                  <a:cubicBezTo>
                    <a:pt x="160" y="0"/>
                    <a:pt x="184" y="26"/>
                    <a:pt x="184" y="69"/>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15" name="Freeform 11">
              <a:extLst>
                <a:ext uri="{FF2B5EF4-FFF2-40B4-BE49-F238E27FC236}">
                  <a16:creationId xmlns:a16="http://schemas.microsoft.com/office/drawing/2014/main" id="{8693E875-09F4-48DF-AFDE-3A3E0AA5EA2C}"/>
                </a:ext>
              </a:extLst>
            </p:cNvPr>
            <p:cNvSpPr>
              <a:spLocks noEditPoints="1"/>
            </p:cNvSpPr>
            <p:nvPr/>
          </p:nvSpPr>
          <p:spPr bwMode="auto">
            <a:xfrm>
              <a:off x="10628313" y="3509963"/>
              <a:ext cx="836612" cy="1322387"/>
            </a:xfrm>
            <a:custGeom>
              <a:avLst/>
              <a:gdLst>
                <a:gd name="T0" fmla="*/ 222 w 222"/>
                <a:gd name="T1" fmla="*/ 44 h 350"/>
                <a:gd name="T2" fmla="*/ 156 w 222"/>
                <a:gd name="T3" fmla="*/ 51 h 350"/>
                <a:gd name="T4" fmla="*/ 197 w 222"/>
                <a:gd name="T5" fmla="*/ 109 h 350"/>
                <a:gd name="T6" fmla="*/ 107 w 222"/>
                <a:gd name="T7" fmla="*/ 185 h 350"/>
                <a:gd name="T8" fmla="*/ 80 w 222"/>
                <a:gd name="T9" fmla="*/ 182 h 350"/>
                <a:gd name="T10" fmla="*/ 71 w 222"/>
                <a:gd name="T11" fmla="*/ 198 h 350"/>
                <a:gd name="T12" fmla="*/ 98 w 222"/>
                <a:gd name="T13" fmla="*/ 214 h 350"/>
                <a:gd name="T14" fmla="*/ 132 w 222"/>
                <a:gd name="T15" fmla="*/ 214 h 350"/>
                <a:gd name="T16" fmla="*/ 214 w 222"/>
                <a:gd name="T17" fmla="*/ 278 h 350"/>
                <a:gd name="T18" fmla="*/ 102 w 222"/>
                <a:gd name="T19" fmla="*/ 350 h 350"/>
                <a:gd name="T20" fmla="*/ 0 w 222"/>
                <a:gd name="T21" fmla="*/ 279 h 350"/>
                <a:gd name="T22" fmla="*/ 48 w 222"/>
                <a:gd name="T23" fmla="*/ 279 h 350"/>
                <a:gd name="T24" fmla="*/ 103 w 222"/>
                <a:gd name="T25" fmla="*/ 311 h 350"/>
                <a:gd name="T26" fmla="*/ 159 w 222"/>
                <a:gd name="T27" fmla="*/ 281 h 350"/>
                <a:gd name="T28" fmla="*/ 121 w 222"/>
                <a:gd name="T29" fmla="*/ 255 h 350"/>
                <a:gd name="T30" fmla="*/ 87 w 222"/>
                <a:gd name="T31" fmla="*/ 255 h 350"/>
                <a:gd name="T32" fmla="*/ 23 w 222"/>
                <a:gd name="T33" fmla="*/ 211 h 350"/>
                <a:gd name="T34" fmla="*/ 49 w 222"/>
                <a:gd name="T35" fmla="*/ 170 h 350"/>
                <a:gd name="T36" fmla="*/ 10 w 222"/>
                <a:gd name="T37" fmla="*/ 106 h 350"/>
                <a:gd name="T38" fmla="*/ 103 w 222"/>
                <a:gd name="T39" fmla="*/ 25 h 350"/>
                <a:gd name="T40" fmla="*/ 208 w 222"/>
                <a:gd name="T41" fmla="*/ 0 h 350"/>
                <a:gd name="T42" fmla="*/ 222 w 222"/>
                <a:gd name="T43" fmla="*/ 44 h 350"/>
                <a:gd name="T44" fmla="*/ 65 w 222"/>
                <a:gd name="T45" fmla="*/ 105 h 350"/>
                <a:gd name="T46" fmla="*/ 105 w 222"/>
                <a:gd name="T47" fmla="*/ 150 h 350"/>
                <a:gd name="T48" fmla="*/ 145 w 222"/>
                <a:gd name="T49" fmla="*/ 105 h 350"/>
                <a:gd name="T50" fmla="*/ 104 w 222"/>
                <a:gd name="T51" fmla="*/ 62 h 350"/>
                <a:gd name="T52" fmla="*/ 65 w 222"/>
                <a:gd name="T53" fmla="*/ 105 h 3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222" h="350">
                  <a:moveTo>
                    <a:pt x="222" y="44"/>
                  </a:moveTo>
                  <a:cubicBezTo>
                    <a:pt x="205" y="50"/>
                    <a:pt x="183" y="51"/>
                    <a:pt x="156" y="51"/>
                  </a:cubicBezTo>
                  <a:cubicBezTo>
                    <a:pt x="184" y="64"/>
                    <a:pt x="197" y="81"/>
                    <a:pt x="197" y="109"/>
                  </a:cubicBezTo>
                  <a:cubicBezTo>
                    <a:pt x="197" y="153"/>
                    <a:pt x="163" y="185"/>
                    <a:pt x="107" y="185"/>
                  </a:cubicBezTo>
                  <a:cubicBezTo>
                    <a:pt x="97" y="185"/>
                    <a:pt x="88" y="184"/>
                    <a:pt x="80" y="182"/>
                  </a:cubicBezTo>
                  <a:cubicBezTo>
                    <a:pt x="74" y="185"/>
                    <a:pt x="71" y="191"/>
                    <a:pt x="71" y="198"/>
                  </a:cubicBezTo>
                  <a:cubicBezTo>
                    <a:pt x="71" y="206"/>
                    <a:pt x="75" y="214"/>
                    <a:pt x="98" y="214"/>
                  </a:cubicBezTo>
                  <a:cubicBezTo>
                    <a:pt x="132" y="214"/>
                    <a:pt x="132" y="214"/>
                    <a:pt x="132" y="214"/>
                  </a:cubicBezTo>
                  <a:cubicBezTo>
                    <a:pt x="182" y="214"/>
                    <a:pt x="214" y="241"/>
                    <a:pt x="214" y="278"/>
                  </a:cubicBezTo>
                  <a:cubicBezTo>
                    <a:pt x="214" y="323"/>
                    <a:pt x="176" y="350"/>
                    <a:pt x="102" y="350"/>
                  </a:cubicBezTo>
                  <a:cubicBezTo>
                    <a:pt x="22" y="350"/>
                    <a:pt x="0" y="324"/>
                    <a:pt x="0" y="279"/>
                  </a:cubicBezTo>
                  <a:cubicBezTo>
                    <a:pt x="48" y="279"/>
                    <a:pt x="48" y="279"/>
                    <a:pt x="48" y="279"/>
                  </a:cubicBezTo>
                  <a:cubicBezTo>
                    <a:pt x="48" y="301"/>
                    <a:pt x="58" y="311"/>
                    <a:pt x="103" y="311"/>
                  </a:cubicBezTo>
                  <a:cubicBezTo>
                    <a:pt x="147" y="311"/>
                    <a:pt x="159" y="299"/>
                    <a:pt x="159" y="281"/>
                  </a:cubicBezTo>
                  <a:cubicBezTo>
                    <a:pt x="159" y="265"/>
                    <a:pt x="146" y="255"/>
                    <a:pt x="121" y="255"/>
                  </a:cubicBezTo>
                  <a:cubicBezTo>
                    <a:pt x="87" y="255"/>
                    <a:pt x="87" y="255"/>
                    <a:pt x="87" y="255"/>
                  </a:cubicBezTo>
                  <a:cubicBezTo>
                    <a:pt x="42" y="255"/>
                    <a:pt x="23" y="235"/>
                    <a:pt x="23" y="211"/>
                  </a:cubicBezTo>
                  <a:cubicBezTo>
                    <a:pt x="23" y="196"/>
                    <a:pt x="33" y="180"/>
                    <a:pt x="49" y="170"/>
                  </a:cubicBezTo>
                  <a:cubicBezTo>
                    <a:pt x="22" y="155"/>
                    <a:pt x="10" y="135"/>
                    <a:pt x="10" y="106"/>
                  </a:cubicBezTo>
                  <a:cubicBezTo>
                    <a:pt x="10" y="57"/>
                    <a:pt x="48" y="25"/>
                    <a:pt x="103" y="25"/>
                  </a:cubicBezTo>
                  <a:cubicBezTo>
                    <a:pt x="156" y="27"/>
                    <a:pt x="181" y="15"/>
                    <a:pt x="208" y="0"/>
                  </a:cubicBezTo>
                  <a:lnTo>
                    <a:pt x="222" y="44"/>
                  </a:lnTo>
                  <a:close/>
                  <a:moveTo>
                    <a:pt x="65" y="105"/>
                  </a:moveTo>
                  <a:cubicBezTo>
                    <a:pt x="65" y="133"/>
                    <a:pt x="79" y="150"/>
                    <a:pt x="105" y="150"/>
                  </a:cubicBezTo>
                  <a:cubicBezTo>
                    <a:pt x="131" y="150"/>
                    <a:pt x="145" y="133"/>
                    <a:pt x="145" y="105"/>
                  </a:cubicBezTo>
                  <a:cubicBezTo>
                    <a:pt x="145" y="76"/>
                    <a:pt x="131" y="62"/>
                    <a:pt x="104" y="62"/>
                  </a:cubicBezTo>
                  <a:cubicBezTo>
                    <a:pt x="79" y="62"/>
                    <a:pt x="65" y="79"/>
                    <a:pt x="65" y="105"/>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16" name="Freeform 12">
              <a:extLst>
                <a:ext uri="{FF2B5EF4-FFF2-40B4-BE49-F238E27FC236}">
                  <a16:creationId xmlns:a16="http://schemas.microsoft.com/office/drawing/2014/main" id="{30BC2F92-20AB-4C9D-83BC-16D359C9AF3A}"/>
                </a:ext>
              </a:extLst>
            </p:cNvPr>
            <p:cNvSpPr>
              <a:spLocks/>
            </p:cNvSpPr>
            <p:nvPr/>
          </p:nvSpPr>
          <p:spPr bwMode="auto">
            <a:xfrm>
              <a:off x="6551613" y="4722813"/>
              <a:ext cx="822325" cy="1109662"/>
            </a:xfrm>
            <a:custGeom>
              <a:avLst/>
              <a:gdLst>
                <a:gd name="T0" fmla="*/ 504 w 518"/>
                <a:gd name="T1" fmla="*/ 107 h 699"/>
                <a:gd name="T2" fmla="*/ 323 w 518"/>
                <a:gd name="T3" fmla="*/ 107 h 699"/>
                <a:gd name="T4" fmla="*/ 323 w 518"/>
                <a:gd name="T5" fmla="*/ 699 h 699"/>
                <a:gd name="T6" fmla="*/ 188 w 518"/>
                <a:gd name="T7" fmla="*/ 699 h 699"/>
                <a:gd name="T8" fmla="*/ 188 w 518"/>
                <a:gd name="T9" fmla="*/ 107 h 699"/>
                <a:gd name="T10" fmla="*/ 0 w 518"/>
                <a:gd name="T11" fmla="*/ 107 h 699"/>
                <a:gd name="T12" fmla="*/ 0 w 518"/>
                <a:gd name="T13" fmla="*/ 0 h 699"/>
                <a:gd name="T14" fmla="*/ 518 w 518"/>
                <a:gd name="T15" fmla="*/ 0 h 699"/>
                <a:gd name="T16" fmla="*/ 504 w 518"/>
                <a:gd name="T17" fmla="*/ 107 h 6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518" h="699">
                  <a:moveTo>
                    <a:pt x="504" y="107"/>
                  </a:moveTo>
                  <a:lnTo>
                    <a:pt x="323" y="107"/>
                  </a:lnTo>
                  <a:lnTo>
                    <a:pt x="323" y="699"/>
                  </a:lnTo>
                  <a:lnTo>
                    <a:pt x="188" y="699"/>
                  </a:lnTo>
                  <a:lnTo>
                    <a:pt x="188" y="107"/>
                  </a:lnTo>
                  <a:lnTo>
                    <a:pt x="0" y="107"/>
                  </a:lnTo>
                  <a:lnTo>
                    <a:pt x="0" y="0"/>
                  </a:lnTo>
                  <a:lnTo>
                    <a:pt x="518" y="0"/>
                  </a:lnTo>
                  <a:lnTo>
                    <a:pt x="504" y="10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17" name="Freeform 13">
              <a:extLst>
                <a:ext uri="{FF2B5EF4-FFF2-40B4-BE49-F238E27FC236}">
                  <a16:creationId xmlns:a16="http://schemas.microsoft.com/office/drawing/2014/main" id="{F5677F5A-4561-41FC-A9BB-FD8D5C2FFF86}"/>
                </a:ext>
              </a:extLst>
            </p:cNvPr>
            <p:cNvSpPr>
              <a:spLocks noEditPoints="1"/>
            </p:cNvSpPr>
            <p:nvPr/>
          </p:nvSpPr>
          <p:spPr bwMode="auto">
            <a:xfrm>
              <a:off x="7227888" y="4959350"/>
              <a:ext cx="798512" cy="896937"/>
            </a:xfrm>
            <a:custGeom>
              <a:avLst/>
              <a:gdLst>
                <a:gd name="T0" fmla="*/ 212 w 212"/>
                <a:gd name="T1" fmla="*/ 118 h 237"/>
                <a:gd name="T2" fmla="*/ 106 w 212"/>
                <a:gd name="T3" fmla="*/ 237 h 237"/>
                <a:gd name="T4" fmla="*/ 0 w 212"/>
                <a:gd name="T5" fmla="*/ 118 h 237"/>
                <a:gd name="T6" fmla="*/ 106 w 212"/>
                <a:gd name="T7" fmla="*/ 0 h 237"/>
                <a:gd name="T8" fmla="*/ 212 w 212"/>
                <a:gd name="T9" fmla="*/ 118 h 237"/>
                <a:gd name="T10" fmla="*/ 57 w 212"/>
                <a:gd name="T11" fmla="*/ 118 h 237"/>
                <a:gd name="T12" fmla="*/ 106 w 212"/>
                <a:gd name="T13" fmla="*/ 196 h 237"/>
                <a:gd name="T14" fmla="*/ 154 w 212"/>
                <a:gd name="T15" fmla="*/ 118 h 237"/>
                <a:gd name="T16" fmla="*/ 106 w 212"/>
                <a:gd name="T17" fmla="*/ 41 h 237"/>
                <a:gd name="T18" fmla="*/ 57 w 212"/>
                <a:gd name="T19" fmla="*/ 118 h 2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12" h="237">
                  <a:moveTo>
                    <a:pt x="212" y="118"/>
                  </a:moveTo>
                  <a:cubicBezTo>
                    <a:pt x="212" y="189"/>
                    <a:pt x="172" y="237"/>
                    <a:pt x="106" y="237"/>
                  </a:cubicBezTo>
                  <a:cubicBezTo>
                    <a:pt x="39" y="237"/>
                    <a:pt x="0" y="192"/>
                    <a:pt x="0" y="118"/>
                  </a:cubicBezTo>
                  <a:cubicBezTo>
                    <a:pt x="0" y="48"/>
                    <a:pt x="39" y="0"/>
                    <a:pt x="106" y="0"/>
                  </a:cubicBezTo>
                  <a:cubicBezTo>
                    <a:pt x="172" y="0"/>
                    <a:pt x="212" y="45"/>
                    <a:pt x="212" y="118"/>
                  </a:cubicBezTo>
                  <a:moveTo>
                    <a:pt x="57" y="118"/>
                  </a:moveTo>
                  <a:cubicBezTo>
                    <a:pt x="57" y="172"/>
                    <a:pt x="74" y="196"/>
                    <a:pt x="106" y="196"/>
                  </a:cubicBezTo>
                  <a:cubicBezTo>
                    <a:pt x="138" y="196"/>
                    <a:pt x="154" y="172"/>
                    <a:pt x="154" y="118"/>
                  </a:cubicBezTo>
                  <a:cubicBezTo>
                    <a:pt x="154" y="65"/>
                    <a:pt x="138" y="41"/>
                    <a:pt x="106" y="41"/>
                  </a:cubicBezTo>
                  <a:cubicBezTo>
                    <a:pt x="74" y="41"/>
                    <a:pt x="57" y="65"/>
                    <a:pt x="57" y="118"/>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18" name="Freeform 14">
              <a:extLst>
                <a:ext uri="{FF2B5EF4-FFF2-40B4-BE49-F238E27FC236}">
                  <a16:creationId xmlns:a16="http://schemas.microsoft.com/office/drawing/2014/main" id="{4EF423AE-2087-4E28-AD07-42A25FBD874C}"/>
                </a:ext>
              </a:extLst>
            </p:cNvPr>
            <p:cNvSpPr>
              <a:spLocks noEditPoints="1"/>
            </p:cNvSpPr>
            <p:nvPr/>
          </p:nvSpPr>
          <p:spPr bwMode="auto">
            <a:xfrm>
              <a:off x="8048625" y="4865688"/>
              <a:ext cx="838200" cy="1319212"/>
            </a:xfrm>
            <a:custGeom>
              <a:avLst/>
              <a:gdLst>
                <a:gd name="T0" fmla="*/ 222 w 222"/>
                <a:gd name="T1" fmla="*/ 43 h 349"/>
                <a:gd name="T2" fmla="*/ 157 w 222"/>
                <a:gd name="T3" fmla="*/ 51 h 349"/>
                <a:gd name="T4" fmla="*/ 197 w 222"/>
                <a:gd name="T5" fmla="*/ 109 h 349"/>
                <a:gd name="T6" fmla="*/ 107 w 222"/>
                <a:gd name="T7" fmla="*/ 184 h 349"/>
                <a:gd name="T8" fmla="*/ 80 w 222"/>
                <a:gd name="T9" fmla="*/ 181 h 349"/>
                <a:gd name="T10" fmla="*/ 71 w 222"/>
                <a:gd name="T11" fmla="*/ 197 h 349"/>
                <a:gd name="T12" fmla="*/ 98 w 222"/>
                <a:gd name="T13" fmla="*/ 213 h 349"/>
                <a:gd name="T14" fmla="*/ 132 w 222"/>
                <a:gd name="T15" fmla="*/ 213 h 349"/>
                <a:gd name="T16" fmla="*/ 214 w 222"/>
                <a:gd name="T17" fmla="*/ 277 h 349"/>
                <a:gd name="T18" fmla="*/ 102 w 222"/>
                <a:gd name="T19" fmla="*/ 349 h 349"/>
                <a:gd name="T20" fmla="*/ 0 w 222"/>
                <a:gd name="T21" fmla="*/ 278 h 349"/>
                <a:gd name="T22" fmla="*/ 48 w 222"/>
                <a:gd name="T23" fmla="*/ 278 h 349"/>
                <a:gd name="T24" fmla="*/ 103 w 222"/>
                <a:gd name="T25" fmla="*/ 311 h 349"/>
                <a:gd name="T26" fmla="*/ 159 w 222"/>
                <a:gd name="T27" fmla="*/ 281 h 349"/>
                <a:gd name="T28" fmla="*/ 121 w 222"/>
                <a:gd name="T29" fmla="*/ 254 h 349"/>
                <a:gd name="T30" fmla="*/ 87 w 222"/>
                <a:gd name="T31" fmla="*/ 254 h 349"/>
                <a:gd name="T32" fmla="*/ 23 w 222"/>
                <a:gd name="T33" fmla="*/ 211 h 349"/>
                <a:gd name="T34" fmla="*/ 49 w 222"/>
                <a:gd name="T35" fmla="*/ 169 h 349"/>
                <a:gd name="T36" fmla="*/ 10 w 222"/>
                <a:gd name="T37" fmla="*/ 106 h 349"/>
                <a:gd name="T38" fmla="*/ 103 w 222"/>
                <a:gd name="T39" fmla="*/ 25 h 349"/>
                <a:gd name="T40" fmla="*/ 208 w 222"/>
                <a:gd name="T41" fmla="*/ 0 h 349"/>
                <a:gd name="T42" fmla="*/ 222 w 222"/>
                <a:gd name="T43" fmla="*/ 43 h 349"/>
                <a:gd name="T44" fmla="*/ 65 w 222"/>
                <a:gd name="T45" fmla="*/ 105 h 349"/>
                <a:gd name="T46" fmla="*/ 105 w 222"/>
                <a:gd name="T47" fmla="*/ 149 h 349"/>
                <a:gd name="T48" fmla="*/ 145 w 222"/>
                <a:gd name="T49" fmla="*/ 104 h 349"/>
                <a:gd name="T50" fmla="*/ 104 w 222"/>
                <a:gd name="T51" fmla="*/ 62 h 349"/>
                <a:gd name="T52" fmla="*/ 65 w 222"/>
                <a:gd name="T53" fmla="*/ 105 h 3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222" h="349">
                  <a:moveTo>
                    <a:pt x="222" y="43"/>
                  </a:moveTo>
                  <a:cubicBezTo>
                    <a:pt x="205" y="49"/>
                    <a:pt x="183" y="51"/>
                    <a:pt x="157" y="51"/>
                  </a:cubicBezTo>
                  <a:cubicBezTo>
                    <a:pt x="184" y="63"/>
                    <a:pt x="197" y="80"/>
                    <a:pt x="197" y="109"/>
                  </a:cubicBezTo>
                  <a:cubicBezTo>
                    <a:pt x="197" y="152"/>
                    <a:pt x="163" y="184"/>
                    <a:pt x="107" y="184"/>
                  </a:cubicBezTo>
                  <a:cubicBezTo>
                    <a:pt x="97" y="184"/>
                    <a:pt x="88" y="183"/>
                    <a:pt x="80" y="181"/>
                  </a:cubicBezTo>
                  <a:cubicBezTo>
                    <a:pt x="74" y="185"/>
                    <a:pt x="71" y="191"/>
                    <a:pt x="71" y="197"/>
                  </a:cubicBezTo>
                  <a:cubicBezTo>
                    <a:pt x="71" y="205"/>
                    <a:pt x="75" y="213"/>
                    <a:pt x="98" y="213"/>
                  </a:cubicBezTo>
                  <a:cubicBezTo>
                    <a:pt x="132" y="213"/>
                    <a:pt x="132" y="213"/>
                    <a:pt x="132" y="213"/>
                  </a:cubicBezTo>
                  <a:cubicBezTo>
                    <a:pt x="182" y="213"/>
                    <a:pt x="214" y="240"/>
                    <a:pt x="214" y="277"/>
                  </a:cubicBezTo>
                  <a:cubicBezTo>
                    <a:pt x="214" y="322"/>
                    <a:pt x="176" y="349"/>
                    <a:pt x="102" y="349"/>
                  </a:cubicBezTo>
                  <a:cubicBezTo>
                    <a:pt x="22" y="349"/>
                    <a:pt x="0" y="323"/>
                    <a:pt x="0" y="278"/>
                  </a:cubicBezTo>
                  <a:cubicBezTo>
                    <a:pt x="48" y="278"/>
                    <a:pt x="48" y="278"/>
                    <a:pt x="48" y="278"/>
                  </a:cubicBezTo>
                  <a:cubicBezTo>
                    <a:pt x="48" y="301"/>
                    <a:pt x="58" y="311"/>
                    <a:pt x="103" y="311"/>
                  </a:cubicBezTo>
                  <a:cubicBezTo>
                    <a:pt x="147" y="311"/>
                    <a:pt x="159" y="299"/>
                    <a:pt x="159" y="281"/>
                  </a:cubicBezTo>
                  <a:cubicBezTo>
                    <a:pt x="159" y="264"/>
                    <a:pt x="146" y="254"/>
                    <a:pt x="121" y="254"/>
                  </a:cubicBezTo>
                  <a:cubicBezTo>
                    <a:pt x="87" y="254"/>
                    <a:pt x="87" y="254"/>
                    <a:pt x="87" y="254"/>
                  </a:cubicBezTo>
                  <a:cubicBezTo>
                    <a:pt x="42" y="254"/>
                    <a:pt x="23" y="234"/>
                    <a:pt x="23" y="211"/>
                  </a:cubicBezTo>
                  <a:cubicBezTo>
                    <a:pt x="23" y="195"/>
                    <a:pt x="33" y="179"/>
                    <a:pt x="49" y="169"/>
                  </a:cubicBezTo>
                  <a:cubicBezTo>
                    <a:pt x="22" y="154"/>
                    <a:pt x="10" y="134"/>
                    <a:pt x="10" y="106"/>
                  </a:cubicBezTo>
                  <a:cubicBezTo>
                    <a:pt x="10" y="57"/>
                    <a:pt x="48" y="25"/>
                    <a:pt x="103" y="25"/>
                  </a:cubicBezTo>
                  <a:cubicBezTo>
                    <a:pt x="156" y="26"/>
                    <a:pt x="181" y="14"/>
                    <a:pt x="208" y="0"/>
                  </a:cubicBezTo>
                  <a:lnTo>
                    <a:pt x="222" y="43"/>
                  </a:lnTo>
                  <a:close/>
                  <a:moveTo>
                    <a:pt x="65" y="105"/>
                  </a:moveTo>
                  <a:cubicBezTo>
                    <a:pt x="65" y="132"/>
                    <a:pt x="80" y="149"/>
                    <a:pt x="105" y="149"/>
                  </a:cubicBezTo>
                  <a:cubicBezTo>
                    <a:pt x="131" y="149"/>
                    <a:pt x="145" y="133"/>
                    <a:pt x="145" y="104"/>
                  </a:cubicBezTo>
                  <a:cubicBezTo>
                    <a:pt x="145" y="76"/>
                    <a:pt x="131" y="62"/>
                    <a:pt x="104" y="62"/>
                  </a:cubicBezTo>
                  <a:cubicBezTo>
                    <a:pt x="79" y="62"/>
                    <a:pt x="65" y="79"/>
                    <a:pt x="65" y="105"/>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19" name="Freeform 15">
              <a:extLst>
                <a:ext uri="{FF2B5EF4-FFF2-40B4-BE49-F238E27FC236}">
                  <a16:creationId xmlns:a16="http://schemas.microsoft.com/office/drawing/2014/main" id="{88875B8D-1DDF-474C-8A0D-CA26410880F2}"/>
                </a:ext>
              </a:extLst>
            </p:cNvPr>
            <p:cNvSpPr>
              <a:spLocks noEditPoints="1"/>
            </p:cNvSpPr>
            <p:nvPr/>
          </p:nvSpPr>
          <p:spPr bwMode="auto">
            <a:xfrm>
              <a:off x="8851900" y="4959350"/>
              <a:ext cx="750887" cy="896937"/>
            </a:xfrm>
            <a:custGeom>
              <a:avLst/>
              <a:gdLst>
                <a:gd name="T0" fmla="*/ 197 w 199"/>
                <a:gd name="T1" fmla="*/ 135 h 237"/>
                <a:gd name="T2" fmla="*/ 56 w 199"/>
                <a:gd name="T3" fmla="*/ 135 h 237"/>
                <a:gd name="T4" fmla="*/ 112 w 199"/>
                <a:gd name="T5" fmla="*/ 196 h 237"/>
                <a:gd name="T6" fmla="*/ 168 w 199"/>
                <a:gd name="T7" fmla="*/ 176 h 237"/>
                <a:gd name="T8" fmla="*/ 190 w 199"/>
                <a:gd name="T9" fmla="*/ 207 h 237"/>
                <a:gd name="T10" fmla="*/ 107 w 199"/>
                <a:gd name="T11" fmla="*/ 237 h 237"/>
                <a:gd name="T12" fmla="*/ 0 w 199"/>
                <a:gd name="T13" fmla="*/ 120 h 237"/>
                <a:gd name="T14" fmla="*/ 100 w 199"/>
                <a:gd name="T15" fmla="*/ 0 h 237"/>
                <a:gd name="T16" fmla="*/ 199 w 199"/>
                <a:gd name="T17" fmla="*/ 113 h 237"/>
                <a:gd name="T18" fmla="*/ 197 w 199"/>
                <a:gd name="T19" fmla="*/ 135 h 237"/>
                <a:gd name="T20" fmla="*/ 145 w 199"/>
                <a:gd name="T21" fmla="*/ 98 h 237"/>
                <a:gd name="T22" fmla="*/ 101 w 199"/>
                <a:gd name="T23" fmla="*/ 38 h 237"/>
                <a:gd name="T24" fmla="*/ 56 w 199"/>
                <a:gd name="T25" fmla="*/ 100 h 237"/>
                <a:gd name="T26" fmla="*/ 145 w 199"/>
                <a:gd name="T27" fmla="*/ 100 h 237"/>
                <a:gd name="T28" fmla="*/ 145 w 199"/>
                <a:gd name="T29" fmla="*/ 98 h 2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99" h="237">
                  <a:moveTo>
                    <a:pt x="197" y="135"/>
                  </a:moveTo>
                  <a:cubicBezTo>
                    <a:pt x="56" y="135"/>
                    <a:pt x="56" y="135"/>
                    <a:pt x="56" y="135"/>
                  </a:cubicBezTo>
                  <a:cubicBezTo>
                    <a:pt x="60" y="181"/>
                    <a:pt x="82" y="196"/>
                    <a:pt x="112" y="196"/>
                  </a:cubicBezTo>
                  <a:cubicBezTo>
                    <a:pt x="132" y="196"/>
                    <a:pt x="148" y="190"/>
                    <a:pt x="168" y="176"/>
                  </a:cubicBezTo>
                  <a:cubicBezTo>
                    <a:pt x="190" y="207"/>
                    <a:pt x="190" y="207"/>
                    <a:pt x="190" y="207"/>
                  </a:cubicBezTo>
                  <a:cubicBezTo>
                    <a:pt x="168" y="225"/>
                    <a:pt x="141" y="237"/>
                    <a:pt x="107" y="237"/>
                  </a:cubicBezTo>
                  <a:cubicBezTo>
                    <a:pt x="37" y="237"/>
                    <a:pt x="0" y="191"/>
                    <a:pt x="0" y="120"/>
                  </a:cubicBezTo>
                  <a:cubicBezTo>
                    <a:pt x="0" y="52"/>
                    <a:pt x="36" y="0"/>
                    <a:pt x="100" y="0"/>
                  </a:cubicBezTo>
                  <a:cubicBezTo>
                    <a:pt x="163" y="0"/>
                    <a:pt x="199" y="42"/>
                    <a:pt x="199" y="113"/>
                  </a:cubicBezTo>
                  <a:cubicBezTo>
                    <a:pt x="199" y="121"/>
                    <a:pt x="198" y="129"/>
                    <a:pt x="197" y="135"/>
                  </a:cubicBezTo>
                  <a:moveTo>
                    <a:pt x="145" y="98"/>
                  </a:moveTo>
                  <a:cubicBezTo>
                    <a:pt x="145" y="61"/>
                    <a:pt x="132" y="38"/>
                    <a:pt x="101" y="38"/>
                  </a:cubicBezTo>
                  <a:cubicBezTo>
                    <a:pt x="75" y="38"/>
                    <a:pt x="59" y="55"/>
                    <a:pt x="56" y="100"/>
                  </a:cubicBezTo>
                  <a:cubicBezTo>
                    <a:pt x="145" y="100"/>
                    <a:pt x="145" y="100"/>
                    <a:pt x="145" y="100"/>
                  </a:cubicBezTo>
                  <a:lnTo>
                    <a:pt x="145" y="9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20" name="Freeform 16">
              <a:extLst>
                <a:ext uri="{FF2B5EF4-FFF2-40B4-BE49-F238E27FC236}">
                  <a16:creationId xmlns:a16="http://schemas.microsoft.com/office/drawing/2014/main" id="{AD24EEE4-D914-4CA5-863B-380C164D7818}"/>
                </a:ext>
              </a:extLst>
            </p:cNvPr>
            <p:cNvSpPr>
              <a:spLocks/>
            </p:cNvSpPr>
            <p:nvPr/>
          </p:nvSpPr>
          <p:spPr bwMode="auto">
            <a:xfrm>
              <a:off x="9598025" y="4770438"/>
              <a:ext cx="600075" cy="1085850"/>
            </a:xfrm>
            <a:custGeom>
              <a:avLst/>
              <a:gdLst>
                <a:gd name="T0" fmla="*/ 159 w 159"/>
                <a:gd name="T1" fmla="*/ 270 h 287"/>
                <a:gd name="T2" fmla="*/ 103 w 159"/>
                <a:gd name="T3" fmla="*/ 287 h 287"/>
                <a:gd name="T4" fmla="*/ 35 w 159"/>
                <a:gd name="T5" fmla="*/ 214 h 287"/>
                <a:gd name="T6" fmla="*/ 35 w 159"/>
                <a:gd name="T7" fmla="*/ 95 h 287"/>
                <a:gd name="T8" fmla="*/ 0 w 159"/>
                <a:gd name="T9" fmla="*/ 95 h 287"/>
                <a:gd name="T10" fmla="*/ 0 w 159"/>
                <a:gd name="T11" fmla="*/ 56 h 287"/>
                <a:gd name="T12" fmla="*/ 35 w 159"/>
                <a:gd name="T13" fmla="*/ 56 h 287"/>
                <a:gd name="T14" fmla="*/ 35 w 159"/>
                <a:gd name="T15" fmla="*/ 6 h 287"/>
                <a:gd name="T16" fmla="*/ 90 w 159"/>
                <a:gd name="T17" fmla="*/ 0 h 287"/>
                <a:gd name="T18" fmla="*/ 90 w 159"/>
                <a:gd name="T19" fmla="*/ 56 h 287"/>
                <a:gd name="T20" fmla="*/ 142 w 159"/>
                <a:gd name="T21" fmla="*/ 56 h 287"/>
                <a:gd name="T22" fmla="*/ 136 w 159"/>
                <a:gd name="T23" fmla="*/ 95 h 287"/>
                <a:gd name="T24" fmla="*/ 90 w 159"/>
                <a:gd name="T25" fmla="*/ 95 h 287"/>
                <a:gd name="T26" fmla="*/ 90 w 159"/>
                <a:gd name="T27" fmla="*/ 213 h 287"/>
                <a:gd name="T28" fmla="*/ 113 w 159"/>
                <a:gd name="T29" fmla="*/ 244 h 287"/>
                <a:gd name="T30" fmla="*/ 140 w 159"/>
                <a:gd name="T31" fmla="*/ 236 h 287"/>
                <a:gd name="T32" fmla="*/ 159 w 159"/>
                <a:gd name="T33" fmla="*/ 270 h 2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59" h="287">
                  <a:moveTo>
                    <a:pt x="159" y="270"/>
                  </a:moveTo>
                  <a:cubicBezTo>
                    <a:pt x="143" y="282"/>
                    <a:pt x="123" y="287"/>
                    <a:pt x="103" y="287"/>
                  </a:cubicBezTo>
                  <a:cubicBezTo>
                    <a:pt x="59" y="287"/>
                    <a:pt x="35" y="262"/>
                    <a:pt x="35" y="214"/>
                  </a:cubicBezTo>
                  <a:cubicBezTo>
                    <a:pt x="35" y="95"/>
                    <a:pt x="35" y="95"/>
                    <a:pt x="35" y="95"/>
                  </a:cubicBezTo>
                  <a:cubicBezTo>
                    <a:pt x="0" y="95"/>
                    <a:pt x="0" y="95"/>
                    <a:pt x="0" y="95"/>
                  </a:cubicBezTo>
                  <a:cubicBezTo>
                    <a:pt x="0" y="56"/>
                    <a:pt x="0" y="56"/>
                    <a:pt x="0" y="56"/>
                  </a:cubicBezTo>
                  <a:cubicBezTo>
                    <a:pt x="35" y="56"/>
                    <a:pt x="35" y="56"/>
                    <a:pt x="35" y="56"/>
                  </a:cubicBezTo>
                  <a:cubicBezTo>
                    <a:pt x="35" y="6"/>
                    <a:pt x="35" y="6"/>
                    <a:pt x="35" y="6"/>
                  </a:cubicBezTo>
                  <a:cubicBezTo>
                    <a:pt x="90" y="0"/>
                    <a:pt x="90" y="0"/>
                    <a:pt x="90" y="0"/>
                  </a:cubicBezTo>
                  <a:cubicBezTo>
                    <a:pt x="90" y="56"/>
                    <a:pt x="90" y="56"/>
                    <a:pt x="90" y="56"/>
                  </a:cubicBezTo>
                  <a:cubicBezTo>
                    <a:pt x="142" y="56"/>
                    <a:pt x="142" y="56"/>
                    <a:pt x="142" y="56"/>
                  </a:cubicBezTo>
                  <a:cubicBezTo>
                    <a:pt x="136" y="95"/>
                    <a:pt x="136" y="95"/>
                    <a:pt x="136" y="95"/>
                  </a:cubicBezTo>
                  <a:cubicBezTo>
                    <a:pt x="90" y="95"/>
                    <a:pt x="90" y="95"/>
                    <a:pt x="90" y="95"/>
                  </a:cubicBezTo>
                  <a:cubicBezTo>
                    <a:pt x="90" y="213"/>
                    <a:pt x="90" y="213"/>
                    <a:pt x="90" y="213"/>
                  </a:cubicBezTo>
                  <a:cubicBezTo>
                    <a:pt x="90" y="235"/>
                    <a:pt x="97" y="244"/>
                    <a:pt x="113" y="244"/>
                  </a:cubicBezTo>
                  <a:cubicBezTo>
                    <a:pt x="122" y="244"/>
                    <a:pt x="130" y="241"/>
                    <a:pt x="140" y="236"/>
                  </a:cubicBezTo>
                  <a:lnTo>
                    <a:pt x="159" y="27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21" name="Freeform 17">
              <a:extLst>
                <a:ext uri="{FF2B5EF4-FFF2-40B4-BE49-F238E27FC236}">
                  <a16:creationId xmlns:a16="http://schemas.microsoft.com/office/drawing/2014/main" id="{0974722C-B5F3-45EE-AE0D-5977D6CAA91E}"/>
                </a:ext>
              </a:extLst>
            </p:cNvPr>
            <p:cNvSpPr>
              <a:spLocks/>
            </p:cNvSpPr>
            <p:nvPr/>
          </p:nvSpPr>
          <p:spPr bwMode="auto">
            <a:xfrm>
              <a:off x="10244138" y="4624388"/>
              <a:ext cx="693737" cy="1208087"/>
            </a:xfrm>
            <a:custGeom>
              <a:avLst/>
              <a:gdLst>
                <a:gd name="T0" fmla="*/ 184 w 184"/>
                <a:gd name="T1" fmla="*/ 157 h 320"/>
                <a:gd name="T2" fmla="*/ 184 w 184"/>
                <a:gd name="T3" fmla="*/ 320 h 320"/>
                <a:gd name="T4" fmla="*/ 129 w 184"/>
                <a:gd name="T5" fmla="*/ 320 h 320"/>
                <a:gd name="T6" fmla="*/ 129 w 184"/>
                <a:gd name="T7" fmla="*/ 166 h 320"/>
                <a:gd name="T8" fmla="*/ 102 w 184"/>
                <a:gd name="T9" fmla="*/ 130 h 320"/>
                <a:gd name="T10" fmla="*/ 54 w 184"/>
                <a:gd name="T11" fmla="*/ 163 h 320"/>
                <a:gd name="T12" fmla="*/ 54 w 184"/>
                <a:gd name="T13" fmla="*/ 320 h 320"/>
                <a:gd name="T14" fmla="*/ 0 w 184"/>
                <a:gd name="T15" fmla="*/ 320 h 320"/>
                <a:gd name="T16" fmla="*/ 0 w 184"/>
                <a:gd name="T17" fmla="*/ 5 h 320"/>
                <a:gd name="T18" fmla="*/ 54 w 184"/>
                <a:gd name="T19" fmla="*/ 0 h 320"/>
                <a:gd name="T20" fmla="*/ 54 w 184"/>
                <a:gd name="T21" fmla="*/ 122 h 320"/>
                <a:gd name="T22" fmla="*/ 120 w 184"/>
                <a:gd name="T23" fmla="*/ 89 h 320"/>
                <a:gd name="T24" fmla="*/ 184 w 184"/>
                <a:gd name="T25" fmla="*/ 157 h 3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84" h="320">
                  <a:moveTo>
                    <a:pt x="184" y="157"/>
                  </a:moveTo>
                  <a:cubicBezTo>
                    <a:pt x="184" y="320"/>
                    <a:pt x="184" y="320"/>
                    <a:pt x="184" y="320"/>
                  </a:cubicBezTo>
                  <a:cubicBezTo>
                    <a:pt x="129" y="320"/>
                    <a:pt x="129" y="320"/>
                    <a:pt x="129" y="320"/>
                  </a:cubicBezTo>
                  <a:cubicBezTo>
                    <a:pt x="129" y="166"/>
                    <a:pt x="129" y="166"/>
                    <a:pt x="129" y="166"/>
                  </a:cubicBezTo>
                  <a:cubicBezTo>
                    <a:pt x="129" y="138"/>
                    <a:pt x="118" y="130"/>
                    <a:pt x="102" y="130"/>
                  </a:cubicBezTo>
                  <a:cubicBezTo>
                    <a:pt x="82" y="130"/>
                    <a:pt x="67" y="143"/>
                    <a:pt x="54" y="163"/>
                  </a:cubicBezTo>
                  <a:cubicBezTo>
                    <a:pt x="54" y="320"/>
                    <a:pt x="54" y="320"/>
                    <a:pt x="54" y="320"/>
                  </a:cubicBezTo>
                  <a:cubicBezTo>
                    <a:pt x="0" y="320"/>
                    <a:pt x="0" y="320"/>
                    <a:pt x="0" y="320"/>
                  </a:cubicBezTo>
                  <a:cubicBezTo>
                    <a:pt x="0" y="5"/>
                    <a:pt x="0" y="5"/>
                    <a:pt x="0" y="5"/>
                  </a:cubicBezTo>
                  <a:cubicBezTo>
                    <a:pt x="54" y="0"/>
                    <a:pt x="54" y="0"/>
                    <a:pt x="54" y="0"/>
                  </a:cubicBezTo>
                  <a:cubicBezTo>
                    <a:pt x="54" y="122"/>
                    <a:pt x="54" y="122"/>
                    <a:pt x="54" y="122"/>
                  </a:cubicBezTo>
                  <a:cubicBezTo>
                    <a:pt x="72" y="101"/>
                    <a:pt x="93" y="89"/>
                    <a:pt x="120" y="89"/>
                  </a:cubicBezTo>
                  <a:cubicBezTo>
                    <a:pt x="160" y="89"/>
                    <a:pt x="184" y="115"/>
                    <a:pt x="184" y="157"/>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22" name="Freeform 18">
              <a:extLst>
                <a:ext uri="{FF2B5EF4-FFF2-40B4-BE49-F238E27FC236}">
                  <a16:creationId xmlns:a16="http://schemas.microsoft.com/office/drawing/2014/main" id="{6AA35440-C817-473B-8A19-8A9BA333C734}"/>
                </a:ext>
              </a:extLst>
            </p:cNvPr>
            <p:cNvSpPr>
              <a:spLocks noEditPoints="1"/>
            </p:cNvSpPr>
            <p:nvPr/>
          </p:nvSpPr>
          <p:spPr bwMode="auto">
            <a:xfrm>
              <a:off x="11039475" y="4959350"/>
              <a:ext cx="749300" cy="896937"/>
            </a:xfrm>
            <a:custGeom>
              <a:avLst/>
              <a:gdLst>
                <a:gd name="T0" fmla="*/ 198 w 199"/>
                <a:gd name="T1" fmla="*/ 135 h 237"/>
                <a:gd name="T2" fmla="*/ 57 w 199"/>
                <a:gd name="T3" fmla="*/ 135 h 237"/>
                <a:gd name="T4" fmla="*/ 112 w 199"/>
                <a:gd name="T5" fmla="*/ 196 h 237"/>
                <a:gd name="T6" fmla="*/ 168 w 199"/>
                <a:gd name="T7" fmla="*/ 176 h 237"/>
                <a:gd name="T8" fmla="*/ 191 w 199"/>
                <a:gd name="T9" fmla="*/ 207 h 237"/>
                <a:gd name="T10" fmla="*/ 107 w 199"/>
                <a:gd name="T11" fmla="*/ 237 h 237"/>
                <a:gd name="T12" fmla="*/ 0 w 199"/>
                <a:gd name="T13" fmla="*/ 120 h 237"/>
                <a:gd name="T14" fmla="*/ 100 w 199"/>
                <a:gd name="T15" fmla="*/ 0 h 237"/>
                <a:gd name="T16" fmla="*/ 199 w 199"/>
                <a:gd name="T17" fmla="*/ 113 h 237"/>
                <a:gd name="T18" fmla="*/ 198 w 199"/>
                <a:gd name="T19" fmla="*/ 135 h 237"/>
                <a:gd name="T20" fmla="*/ 145 w 199"/>
                <a:gd name="T21" fmla="*/ 98 h 237"/>
                <a:gd name="T22" fmla="*/ 101 w 199"/>
                <a:gd name="T23" fmla="*/ 38 h 237"/>
                <a:gd name="T24" fmla="*/ 57 w 199"/>
                <a:gd name="T25" fmla="*/ 100 h 237"/>
                <a:gd name="T26" fmla="*/ 145 w 199"/>
                <a:gd name="T27" fmla="*/ 100 h 237"/>
                <a:gd name="T28" fmla="*/ 145 w 199"/>
                <a:gd name="T29" fmla="*/ 98 h 2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99" h="237">
                  <a:moveTo>
                    <a:pt x="198" y="135"/>
                  </a:moveTo>
                  <a:cubicBezTo>
                    <a:pt x="57" y="135"/>
                    <a:pt x="57" y="135"/>
                    <a:pt x="57" y="135"/>
                  </a:cubicBezTo>
                  <a:cubicBezTo>
                    <a:pt x="61" y="181"/>
                    <a:pt x="82" y="196"/>
                    <a:pt x="112" y="196"/>
                  </a:cubicBezTo>
                  <a:cubicBezTo>
                    <a:pt x="132" y="196"/>
                    <a:pt x="149" y="190"/>
                    <a:pt x="168" y="176"/>
                  </a:cubicBezTo>
                  <a:cubicBezTo>
                    <a:pt x="191" y="207"/>
                    <a:pt x="191" y="207"/>
                    <a:pt x="191" y="207"/>
                  </a:cubicBezTo>
                  <a:cubicBezTo>
                    <a:pt x="169" y="225"/>
                    <a:pt x="141" y="237"/>
                    <a:pt x="107" y="237"/>
                  </a:cubicBezTo>
                  <a:cubicBezTo>
                    <a:pt x="38" y="237"/>
                    <a:pt x="0" y="191"/>
                    <a:pt x="0" y="120"/>
                  </a:cubicBezTo>
                  <a:cubicBezTo>
                    <a:pt x="0" y="52"/>
                    <a:pt x="36" y="0"/>
                    <a:pt x="100" y="0"/>
                  </a:cubicBezTo>
                  <a:cubicBezTo>
                    <a:pt x="163" y="0"/>
                    <a:pt x="199" y="42"/>
                    <a:pt x="199" y="113"/>
                  </a:cubicBezTo>
                  <a:cubicBezTo>
                    <a:pt x="199" y="121"/>
                    <a:pt x="198" y="129"/>
                    <a:pt x="198" y="135"/>
                  </a:cubicBezTo>
                  <a:moveTo>
                    <a:pt x="145" y="98"/>
                  </a:moveTo>
                  <a:cubicBezTo>
                    <a:pt x="145" y="61"/>
                    <a:pt x="132" y="38"/>
                    <a:pt x="101" y="38"/>
                  </a:cubicBezTo>
                  <a:cubicBezTo>
                    <a:pt x="76" y="38"/>
                    <a:pt x="60" y="55"/>
                    <a:pt x="57" y="100"/>
                  </a:cubicBezTo>
                  <a:cubicBezTo>
                    <a:pt x="145" y="100"/>
                    <a:pt x="145" y="100"/>
                    <a:pt x="145" y="100"/>
                  </a:cubicBezTo>
                  <a:lnTo>
                    <a:pt x="145" y="9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23" name="Freeform 19">
              <a:extLst>
                <a:ext uri="{FF2B5EF4-FFF2-40B4-BE49-F238E27FC236}">
                  <a16:creationId xmlns:a16="http://schemas.microsoft.com/office/drawing/2014/main" id="{9806855E-1115-4D33-B7D2-7867ACC82E85}"/>
                </a:ext>
              </a:extLst>
            </p:cNvPr>
            <p:cNvSpPr>
              <a:spLocks/>
            </p:cNvSpPr>
            <p:nvPr/>
          </p:nvSpPr>
          <p:spPr bwMode="auto">
            <a:xfrm>
              <a:off x="11903075" y="4959350"/>
              <a:ext cx="504825" cy="873125"/>
            </a:xfrm>
            <a:custGeom>
              <a:avLst/>
              <a:gdLst>
                <a:gd name="T0" fmla="*/ 134 w 134"/>
                <a:gd name="T1" fmla="*/ 3 h 231"/>
                <a:gd name="T2" fmla="*/ 124 w 134"/>
                <a:gd name="T3" fmla="*/ 56 h 231"/>
                <a:gd name="T4" fmla="*/ 104 w 134"/>
                <a:gd name="T5" fmla="*/ 53 h 231"/>
                <a:gd name="T6" fmla="*/ 55 w 134"/>
                <a:gd name="T7" fmla="*/ 111 h 231"/>
                <a:gd name="T8" fmla="*/ 55 w 134"/>
                <a:gd name="T9" fmla="*/ 231 h 231"/>
                <a:gd name="T10" fmla="*/ 0 w 134"/>
                <a:gd name="T11" fmla="*/ 231 h 231"/>
                <a:gd name="T12" fmla="*/ 0 w 134"/>
                <a:gd name="T13" fmla="*/ 6 h 231"/>
                <a:gd name="T14" fmla="*/ 47 w 134"/>
                <a:gd name="T15" fmla="*/ 6 h 231"/>
                <a:gd name="T16" fmla="*/ 52 w 134"/>
                <a:gd name="T17" fmla="*/ 50 h 231"/>
                <a:gd name="T18" fmla="*/ 111 w 134"/>
                <a:gd name="T19" fmla="*/ 0 h 231"/>
                <a:gd name="T20" fmla="*/ 134 w 134"/>
                <a:gd name="T21" fmla="*/ 3 h 2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34" h="231">
                  <a:moveTo>
                    <a:pt x="134" y="3"/>
                  </a:moveTo>
                  <a:cubicBezTo>
                    <a:pt x="124" y="56"/>
                    <a:pt x="124" y="56"/>
                    <a:pt x="124" y="56"/>
                  </a:cubicBezTo>
                  <a:cubicBezTo>
                    <a:pt x="118" y="54"/>
                    <a:pt x="112" y="53"/>
                    <a:pt x="104" y="53"/>
                  </a:cubicBezTo>
                  <a:cubicBezTo>
                    <a:pt x="77" y="53"/>
                    <a:pt x="63" y="73"/>
                    <a:pt x="55" y="111"/>
                  </a:cubicBezTo>
                  <a:cubicBezTo>
                    <a:pt x="55" y="231"/>
                    <a:pt x="55" y="231"/>
                    <a:pt x="55" y="231"/>
                  </a:cubicBezTo>
                  <a:cubicBezTo>
                    <a:pt x="0" y="231"/>
                    <a:pt x="0" y="231"/>
                    <a:pt x="0" y="231"/>
                  </a:cubicBezTo>
                  <a:cubicBezTo>
                    <a:pt x="0" y="6"/>
                    <a:pt x="0" y="6"/>
                    <a:pt x="0" y="6"/>
                  </a:cubicBezTo>
                  <a:cubicBezTo>
                    <a:pt x="47" y="6"/>
                    <a:pt x="47" y="6"/>
                    <a:pt x="47" y="6"/>
                  </a:cubicBezTo>
                  <a:cubicBezTo>
                    <a:pt x="52" y="50"/>
                    <a:pt x="52" y="50"/>
                    <a:pt x="52" y="50"/>
                  </a:cubicBezTo>
                  <a:cubicBezTo>
                    <a:pt x="63" y="18"/>
                    <a:pt x="85" y="0"/>
                    <a:pt x="111" y="0"/>
                  </a:cubicBezTo>
                  <a:cubicBezTo>
                    <a:pt x="119" y="0"/>
                    <a:pt x="126" y="1"/>
                    <a:pt x="134" y="3"/>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24" name="Freeform 20">
              <a:extLst>
                <a:ext uri="{FF2B5EF4-FFF2-40B4-BE49-F238E27FC236}">
                  <a16:creationId xmlns:a16="http://schemas.microsoft.com/office/drawing/2014/main" id="{80621759-201B-44E2-B1DC-8EA13B8E70BE}"/>
                </a:ext>
              </a:extLst>
            </p:cNvPr>
            <p:cNvSpPr>
              <a:spLocks/>
            </p:cNvSpPr>
            <p:nvPr/>
          </p:nvSpPr>
          <p:spPr bwMode="auto">
            <a:xfrm>
              <a:off x="12158663" y="5703888"/>
              <a:ext cx="87312" cy="128587"/>
            </a:xfrm>
            <a:custGeom>
              <a:avLst/>
              <a:gdLst>
                <a:gd name="T0" fmla="*/ 52 w 55"/>
                <a:gd name="T1" fmla="*/ 7 h 81"/>
                <a:gd name="T2" fmla="*/ 29 w 55"/>
                <a:gd name="T3" fmla="*/ 7 h 81"/>
                <a:gd name="T4" fmla="*/ 29 w 55"/>
                <a:gd name="T5" fmla="*/ 81 h 81"/>
                <a:gd name="T6" fmla="*/ 24 w 55"/>
                <a:gd name="T7" fmla="*/ 81 h 81"/>
                <a:gd name="T8" fmla="*/ 24 w 55"/>
                <a:gd name="T9" fmla="*/ 7 h 81"/>
                <a:gd name="T10" fmla="*/ 0 w 55"/>
                <a:gd name="T11" fmla="*/ 7 h 81"/>
                <a:gd name="T12" fmla="*/ 0 w 55"/>
                <a:gd name="T13" fmla="*/ 0 h 81"/>
                <a:gd name="T14" fmla="*/ 55 w 55"/>
                <a:gd name="T15" fmla="*/ 0 h 81"/>
                <a:gd name="T16" fmla="*/ 52 w 55"/>
                <a:gd name="T17" fmla="*/ 7 h 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55" h="81">
                  <a:moveTo>
                    <a:pt x="52" y="7"/>
                  </a:moveTo>
                  <a:lnTo>
                    <a:pt x="29" y="7"/>
                  </a:lnTo>
                  <a:lnTo>
                    <a:pt x="29" y="81"/>
                  </a:lnTo>
                  <a:lnTo>
                    <a:pt x="24" y="81"/>
                  </a:lnTo>
                  <a:lnTo>
                    <a:pt x="24" y="7"/>
                  </a:lnTo>
                  <a:lnTo>
                    <a:pt x="0" y="7"/>
                  </a:lnTo>
                  <a:lnTo>
                    <a:pt x="0" y="0"/>
                  </a:lnTo>
                  <a:lnTo>
                    <a:pt x="55" y="0"/>
                  </a:lnTo>
                  <a:lnTo>
                    <a:pt x="52"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25" name="Freeform 21">
              <a:extLst>
                <a:ext uri="{FF2B5EF4-FFF2-40B4-BE49-F238E27FC236}">
                  <a16:creationId xmlns:a16="http://schemas.microsoft.com/office/drawing/2014/main" id="{97FC4F56-3F67-4DAF-BCB9-0CF464380EE0}"/>
                </a:ext>
              </a:extLst>
            </p:cNvPr>
            <p:cNvSpPr>
              <a:spLocks/>
            </p:cNvSpPr>
            <p:nvPr/>
          </p:nvSpPr>
          <p:spPr bwMode="auto">
            <a:xfrm>
              <a:off x="12245975" y="5703888"/>
              <a:ext cx="115887" cy="128587"/>
            </a:xfrm>
            <a:custGeom>
              <a:avLst/>
              <a:gdLst>
                <a:gd name="T0" fmla="*/ 31 w 31"/>
                <a:gd name="T1" fmla="*/ 34 h 34"/>
                <a:gd name="T2" fmla="*/ 28 w 31"/>
                <a:gd name="T3" fmla="*/ 34 h 34"/>
                <a:gd name="T4" fmla="*/ 27 w 31"/>
                <a:gd name="T5" fmla="*/ 18 h 34"/>
                <a:gd name="T6" fmla="*/ 26 w 31"/>
                <a:gd name="T7" fmla="*/ 3 h 34"/>
                <a:gd name="T8" fmla="*/ 17 w 31"/>
                <a:gd name="T9" fmla="*/ 30 h 34"/>
                <a:gd name="T10" fmla="*/ 14 w 31"/>
                <a:gd name="T11" fmla="*/ 30 h 34"/>
                <a:gd name="T12" fmla="*/ 6 w 31"/>
                <a:gd name="T13" fmla="*/ 3 h 34"/>
                <a:gd name="T14" fmla="*/ 4 w 31"/>
                <a:gd name="T15" fmla="*/ 18 h 34"/>
                <a:gd name="T16" fmla="*/ 3 w 31"/>
                <a:gd name="T17" fmla="*/ 34 h 34"/>
                <a:gd name="T18" fmla="*/ 0 w 31"/>
                <a:gd name="T19" fmla="*/ 34 h 34"/>
                <a:gd name="T20" fmla="*/ 3 w 31"/>
                <a:gd name="T21" fmla="*/ 0 h 34"/>
                <a:gd name="T22" fmla="*/ 7 w 31"/>
                <a:gd name="T23" fmla="*/ 0 h 34"/>
                <a:gd name="T24" fmla="*/ 16 w 31"/>
                <a:gd name="T25" fmla="*/ 26 h 34"/>
                <a:gd name="T26" fmla="*/ 24 w 31"/>
                <a:gd name="T27" fmla="*/ 0 h 34"/>
                <a:gd name="T28" fmla="*/ 28 w 31"/>
                <a:gd name="T29" fmla="*/ 0 h 34"/>
                <a:gd name="T30" fmla="*/ 31 w 31"/>
                <a:gd name="T31" fmla="*/ 34 h 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1" h="34">
                  <a:moveTo>
                    <a:pt x="31" y="34"/>
                  </a:moveTo>
                  <a:cubicBezTo>
                    <a:pt x="28" y="34"/>
                    <a:pt x="28" y="34"/>
                    <a:pt x="28" y="34"/>
                  </a:cubicBezTo>
                  <a:cubicBezTo>
                    <a:pt x="27" y="18"/>
                    <a:pt x="27" y="18"/>
                    <a:pt x="27" y="18"/>
                  </a:cubicBezTo>
                  <a:cubicBezTo>
                    <a:pt x="26" y="12"/>
                    <a:pt x="26" y="6"/>
                    <a:pt x="26" y="3"/>
                  </a:cubicBezTo>
                  <a:cubicBezTo>
                    <a:pt x="17" y="30"/>
                    <a:pt x="17" y="30"/>
                    <a:pt x="17" y="30"/>
                  </a:cubicBezTo>
                  <a:cubicBezTo>
                    <a:pt x="14" y="30"/>
                    <a:pt x="14" y="30"/>
                    <a:pt x="14" y="30"/>
                  </a:cubicBezTo>
                  <a:cubicBezTo>
                    <a:pt x="6" y="3"/>
                    <a:pt x="6" y="3"/>
                    <a:pt x="6" y="3"/>
                  </a:cubicBezTo>
                  <a:cubicBezTo>
                    <a:pt x="5" y="6"/>
                    <a:pt x="5" y="12"/>
                    <a:pt x="4" y="18"/>
                  </a:cubicBezTo>
                  <a:cubicBezTo>
                    <a:pt x="3" y="34"/>
                    <a:pt x="3" y="34"/>
                    <a:pt x="3" y="34"/>
                  </a:cubicBezTo>
                  <a:cubicBezTo>
                    <a:pt x="0" y="34"/>
                    <a:pt x="0" y="34"/>
                    <a:pt x="0" y="34"/>
                  </a:cubicBezTo>
                  <a:cubicBezTo>
                    <a:pt x="3" y="0"/>
                    <a:pt x="3" y="0"/>
                    <a:pt x="3" y="0"/>
                  </a:cubicBezTo>
                  <a:cubicBezTo>
                    <a:pt x="7" y="0"/>
                    <a:pt x="7" y="0"/>
                    <a:pt x="7" y="0"/>
                  </a:cubicBezTo>
                  <a:cubicBezTo>
                    <a:pt x="16" y="26"/>
                    <a:pt x="16" y="26"/>
                    <a:pt x="16" y="26"/>
                  </a:cubicBezTo>
                  <a:cubicBezTo>
                    <a:pt x="24" y="0"/>
                    <a:pt x="24" y="0"/>
                    <a:pt x="24" y="0"/>
                  </a:cubicBezTo>
                  <a:cubicBezTo>
                    <a:pt x="28" y="0"/>
                    <a:pt x="28" y="0"/>
                    <a:pt x="28" y="0"/>
                  </a:cubicBezTo>
                  <a:lnTo>
                    <a:pt x="31" y="34"/>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grpSp>
    </p:spTree>
    <p:extLst>
      <p:ext uri="{BB962C8B-B14F-4D97-AF65-F5344CB8AC3E}">
        <p14:creationId xmlns:p14="http://schemas.microsoft.com/office/powerpoint/2010/main" val="515001298"/>
      </p:ext>
    </p:extLst>
  </p:cSld>
  <p:clrMapOvr>
    <a:masterClrMapping/>
  </p:clrMapOvr>
</p:sldLayout>
</file>

<file path=ppt/slideLayouts/slideLayout239.xml><?xml version="1.0" encoding="utf-8"?>
<p:sldLayout xmlns:a="http://schemas.openxmlformats.org/drawingml/2006/main" xmlns:r="http://schemas.openxmlformats.org/officeDocument/2006/relationships" xmlns:p="http://schemas.openxmlformats.org/presentationml/2006/main" preserve="1" userDrawn="1">
  <p:cSld name="Single Column - Simpl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80F77ED-A2A4-4EFE-8DC0-C63FB58288D9}"/>
              </a:ext>
            </a:extLst>
          </p:cNvPr>
          <p:cNvSpPr/>
          <p:nvPr userDrawn="1"/>
        </p:nvSpPr>
        <p:spPr bwMode="white">
          <a:xfrm>
            <a:off x="6164826" y="0"/>
            <a:ext cx="56044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1752600"/>
            <a:ext cx="22936200" cy="11222736"/>
          </a:xfrm>
        </p:spPr>
        <p:txBody>
          <a:bodyPr vert="horz" lIns="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8"/>
            <a:ext cx="22991108" cy="1215424"/>
          </a:xfrm>
        </p:spPr>
        <p:txBody>
          <a:bodyPr/>
          <a:lstStyle/>
          <a:p>
            <a:r>
              <a:rPr lang="en-US"/>
              <a:t>Click to edit Master title style</a:t>
            </a:r>
          </a:p>
        </p:txBody>
      </p:sp>
    </p:spTree>
    <p:extLst>
      <p:ext uri="{BB962C8B-B14F-4D97-AF65-F5344CB8AC3E}">
        <p14:creationId xmlns:p14="http://schemas.microsoft.com/office/powerpoint/2010/main" val="2364613526"/>
      </p:ext>
    </p:extLst>
  </p:cSld>
  <p:clrMapOvr>
    <a:masterClrMapping/>
  </p:clrMapOvr>
</p:sldLayout>
</file>

<file path=ppt/slideLayouts/slideLayout240.xml><?xml version="1.0" encoding="utf-8"?>
<p:sldLayout xmlns:a="http://schemas.openxmlformats.org/drawingml/2006/main" xmlns:r="http://schemas.openxmlformats.org/officeDocument/2006/relationships" xmlns:p="http://schemas.openxmlformats.org/presentationml/2006/main" preserve="1" userDrawn="1">
  <p:cSld name="Single Column - Simple with Sub">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80F77ED-A2A4-4EFE-8DC0-C63FB58288D9}"/>
              </a:ext>
            </a:extLst>
          </p:cNvPr>
          <p:cNvSpPr/>
          <p:nvPr userDrawn="1"/>
        </p:nvSpPr>
        <p:spPr bwMode="white">
          <a:xfrm>
            <a:off x="6164826" y="0"/>
            <a:ext cx="56044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0"/>
            <a:ext cx="22936200" cy="10194036"/>
          </a:xfrm>
        </p:spPr>
        <p:txBody>
          <a:bodyPr vert="horz" lIns="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1752602"/>
            <a:ext cx="22971126" cy="102870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8"/>
            <a:ext cx="22991108" cy="1215424"/>
          </a:xfrm>
        </p:spPr>
        <p:txBody>
          <a:bodyPr/>
          <a:lstStyle/>
          <a:p>
            <a:r>
              <a:rPr lang="en-US"/>
              <a:t>Click to edit Master title style</a:t>
            </a:r>
          </a:p>
        </p:txBody>
      </p:sp>
    </p:spTree>
    <p:extLst>
      <p:ext uri="{BB962C8B-B14F-4D97-AF65-F5344CB8AC3E}">
        <p14:creationId xmlns:p14="http://schemas.microsoft.com/office/powerpoint/2010/main" val="637898163"/>
      </p:ext>
    </p:extLst>
  </p:cSld>
  <p:clrMapOvr>
    <a:masterClrMapping/>
  </p:clrMapOvr>
</p:sldLayout>
</file>

<file path=ppt/slideLayouts/slideLayout241.xml><?xml version="1.0" encoding="utf-8"?>
<p:sldLayout xmlns:a="http://schemas.openxmlformats.org/drawingml/2006/main" xmlns:r="http://schemas.openxmlformats.org/officeDocument/2006/relationships" xmlns:p="http://schemas.openxmlformats.org/presentationml/2006/main" preserve="1" userDrawn="1">
  <p:cSld name="Single Column">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p>
            <a:r>
              <a:rPr lang="en-US"/>
              <a:t>Click to edit Master title style</a:t>
            </a:r>
          </a:p>
        </p:txBody>
      </p:sp>
    </p:spTree>
    <p:extLst>
      <p:ext uri="{BB962C8B-B14F-4D97-AF65-F5344CB8AC3E}">
        <p14:creationId xmlns:p14="http://schemas.microsoft.com/office/powerpoint/2010/main" val="2380029800"/>
      </p:ext>
    </p:extLst>
  </p:cSld>
  <p:clrMapOvr>
    <a:masterClrMapping/>
  </p:clrMapOvr>
</p:sldLayout>
</file>

<file path=ppt/slideLayouts/slideLayout242.xml><?xml version="1.0" encoding="utf-8"?>
<p:sldLayout xmlns:a="http://schemas.openxmlformats.org/drawingml/2006/main" xmlns:r="http://schemas.openxmlformats.org/officeDocument/2006/relationships" xmlns:p="http://schemas.openxmlformats.org/presentationml/2006/main" preserve="1" userDrawn="1">
  <p:cSld name="Double Column">
    <p:spTree>
      <p:nvGrpSpPr>
        <p:cNvPr id="1" name=""/>
        <p:cNvGrpSpPr/>
        <p:nvPr/>
      </p:nvGrpSpPr>
      <p:grpSpPr>
        <a:xfrm>
          <a:off x="0" y="0"/>
          <a:ext cx="0" cy="0"/>
          <a:chOff x="0" y="0"/>
          <a:chExt cx="0" cy="0"/>
        </a:xfrm>
      </p:grpSpPr>
      <p:sp>
        <p:nvSpPr>
          <p:cNvPr id="8" name="Text Placeholder 2">
            <a:extLst>
              <a:ext uri="{FF2B5EF4-FFF2-40B4-BE49-F238E27FC236}">
                <a16:creationId xmlns:a16="http://schemas.microsoft.com/office/drawing/2014/main" id="{A08EE2D0-C5F7-40AF-BD24-47EFB4DD9E34}"/>
              </a:ext>
            </a:extLst>
          </p:cNvPr>
          <p:cNvSpPr>
            <a:spLocks noGrp="1"/>
          </p:cNvSpPr>
          <p:nvPr>
            <p:ph idx="1" hasCustomPrompt="1"/>
          </p:nvPr>
        </p:nvSpPr>
        <p:spPr>
          <a:xfrm>
            <a:off x="16059154" y="624971"/>
            <a:ext cx="7600948" cy="12350774"/>
          </a:xfrm>
          <a:prstGeom prst="rect">
            <a:avLst/>
          </a:prstGeom>
        </p:spPr>
        <p:txBody>
          <a:bodyPr vert="horz" lIns="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6296"/>
            <a:ext cx="7315200" cy="12353544"/>
          </a:xfrm>
        </p:spPr>
        <p:txBody>
          <a:bodyPr vert="horz" lIns="18288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5803" y="3685032"/>
            <a:ext cx="5236506" cy="2276856"/>
          </a:xfrm>
        </p:spPr>
        <p:txBody>
          <a:bodyPr vert="horz" lIns="0" tIns="0" rIns="0" bIns="0" rtlCol="0">
            <a:noAutofit/>
          </a:bodyPr>
          <a:lstStyle>
            <a:lvl1pPr>
              <a:defRPr lang="en-US" sz="3800" dirty="0">
                <a:ln w="3175">
                  <a:noFill/>
                </a:ln>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9E8E5F5F-E11E-C44F-B488-CB35674682B5}"/>
              </a:ext>
            </a:extLst>
          </p:cNvPr>
          <p:cNvSpPr>
            <a:spLocks noGrp="1"/>
          </p:cNvSpPr>
          <p:nvPr>
            <p:ph type="title"/>
          </p:nvPr>
        </p:nvSpPr>
        <p:spPr/>
        <p:txBody>
          <a:bodyPr/>
          <a:lstStyle>
            <a:lvl1pPr>
              <a:defRPr/>
            </a:lvl1pPr>
          </a:lstStyle>
          <a:p>
            <a:r>
              <a:rPr lang="en-US"/>
              <a:t>Click to edit Master title style</a:t>
            </a:r>
          </a:p>
        </p:txBody>
      </p:sp>
      <p:sp>
        <p:nvSpPr>
          <p:cNvPr id="10" name="Footer Placeholder 9">
            <a:extLst>
              <a:ext uri="{FF2B5EF4-FFF2-40B4-BE49-F238E27FC236}">
                <a16:creationId xmlns:a16="http://schemas.microsoft.com/office/drawing/2014/main" id="{7F500EC3-B56F-D543-A50F-942AF23525BB}"/>
              </a:ext>
            </a:extLst>
          </p:cNvPr>
          <p:cNvSpPr>
            <a:spLocks noGrp="1"/>
          </p:cNvSpPr>
          <p:nvPr>
            <p:ph type="ftr" sz="quarter" idx="15"/>
          </p:nvPr>
        </p:nvSpPr>
        <p:spPr/>
        <p:txBody>
          <a:bodyPr lIns="182880"/>
          <a:lstStyle/>
          <a:p>
            <a:endParaRPr lang="en-US"/>
          </a:p>
        </p:txBody>
      </p:sp>
    </p:spTree>
    <p:extLst>
      <p:ext uri="{BB962C8B-B14F-4D97-AF65-F5344CB8AC3E}">
        <p14:creationId xmlns:p14="http://schemas.microsoft.com/office/powerpoint/2010/main" val="455601854"/>
      </p:ext>
    </p:extLst>
  </p:cSld>
  <p:clrMapOvr>
    <a:masterClrMapping/>
  </p:clrMapOvr>
</p:sldLayout>
</file>

<file path=ppt/slideLayouts/slideLayout243.xml><?xml version="1.0" encoding="utf-8"?>
<p:sldLayout xmlns:a="http://schemas.openxmlformats.org/drawingml/2006/main" xmlns:r="http://schemas.openxmlformats.org/officeDocument/2006/relationships" xmlns:p="http://schemas.openxmlformats.org/presentationml/2006/main" preserve="1" userDrawn="1">
  <p:cSld name="Chart Slide">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6" name="Chart Placeholder 5">
            <a:extLst>
              <a:ext uri="{FF2B5EF4-FFF2-40B4-BE49-F238E27FC236}">
                <a16:creationId xmlns:a16="http://schemas.microsoft.com/office/drawing/2014/main" id="{D15CAE43-FFC5-5941-A364-DB8503717B41}"/>
              </a:ext>
            </a:extLst>
          </p:cNvPr>
          <p:cNvSpPr>
            <a:spLocks noGrp="1"/>
          </p:cNvSpPr>
          <p:nvPr>
            <p:ph type="chart" sz="quarter" idx="14"/>
          </p:nvPr>
        </p:nvSpPr>
        <p:spPr>
          <a:xfrm>
            <a:off x="6305550" y="4833410"/>
            <a:ext cx="17183100" cy="8158692"/>
          </a:xfrm>
        </p:spPr>
        <p:txBody>
          <a:bodyPr/>
          <a:lstStyle/>
          <a:p>
            <a:r>
              <a:rPr lang="en-US"/>
              <a:t>Click icon to add chart</a:t>
            </a:r>
          </a:p>
        </p:txBody>
      </p:sp>
      <p:sp>
        <p:nvSpPr>
          <p:cNvPr id="5" name="Title 4">
            <a:extLst>
              <a:ext uri="{FF2B5EF4-FFF2-40B4-BE49-F238E27FC236}">
                <a16:creationId xmlns:a16="http://schemas.microsoft.com/office/drawing/2014/main" id="{1A166DE4-81E7-7D4A-A206-F89CC138B7CD}"/>
              </a:ext>
            </a:extLst>
          </p:cNvPr>
          <p:cNvSpPr>
            <a:spLocks noGrp="1"/>
          </p:cNvSpPr>
          <p:nvPr>
            <p:ph type="title" hasCustomPrompt="1"/>
          </p:nvPr>
        </p:nvSpPr>
        <p:spPr/>
        <p:txBody>
          <a:bodyPr/>
          <a:lstStyle/>
          <a:p>
            <a:r>
              <a:rPr lang="en-US"/>
              <a:t>Chart Slide</a:t>
            </a:r>
          </a:p>
        </p:txBody>
      </p:sp>
      <p:sp>
        <p:nvSpPr>
          <p:cNvPr id="12" name="Text Placeholder 8">
            <a:extLst>
              <a:ext uri="{FF2B5EF4-FFF2-40B4-BE49-F238E27FC236}">
                <a16:creationId xmlns:a16="http://schemas.microsoft.com/office/drawing/2014/main" id="{02EECDEE-456F-4A15-A4FE-4CA2F60E0059}"/>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6">
            <a:extLst>
              <a:ext uri="{FF2B5EF4-FFF2-40B4-BE49-F238E27FC236}">
                <a16:creationId xmlns:a16="http://schemas.microsoft.com/office/drawing/2014/main" id="{0DE29CAF-37DB-469A-A4BC-F015B5D92449}"/>
              </a:ext>
            </a:extLst>
          </p:cNvPr>
          <p:cNvSpPr>
            <a:spLocks noGrp="1"/>
          </p:cNvSpPr>
          <p:nvPr>
            <p:ph type="body" sz="quarter" idx="15"/>
          </p:nvPr>
        </p:nvSpPr>
        <p:spPr>
          <a:xfrm>
            <a:off x="6477000" y="621792"/>
            <a:ext cx="17160240" cy="2937320"/>
          </a:xfrm>
        </p:spPr>
        <p:txBody>
          <a:bodyPr lIns="18288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547626612"/>
      </p:ext>
    </p:extLst>
  </p:cSld>
  <p:clrMapOvr>
    <a:masterClrMapping/>
  </p:clrMapOvr>
</p:sldLayout>
</file>

<file path=ppt/slideLayouts/slideLayout244.xml><?xml version="1.0" encoding="utf-8"?>
<p:sldLayout xmlns:a="http://schemas.openxmlformats.org/drawingml/2006/main" xmlns:r="http://schemas.openxmlformats.org/officeDocument/2006/relationships" xmlns:p="http://schemas.openxmlformats.org/presentationml/2006/main" preserve="1" userDrawn="1">
  <p:cSld name="Table Slide">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2937320"/>
          </a:xfrm>
        </p:spPr>
        <p:txBody>
          <a:bodyPr lIns="18288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D0602A0A-DA97-1949-83C0-5E92A6974F6F}"/>
              </a:ext>
            </a:extLst>
          </p:cNvPr>
          <p:cNvSpPr>
            <a:spLocks noGrp="1"/>
          </p:cNvSpPr>
          <p:nvPr>
            <p:ph type="title" hasCustomPrompt="1"/>
          </p:nvPr>
        </p:nvSpPr>
        <p:spPr/>
        <p:txBody>
          <a:bodyPr/>
          <a:lstStyle/>
          <a:p>
            <a:r>
              <a:rPr lang="en-US"/>
              <a:t>Table Slide</a:t>
            </a:r>
          </a:p>
        </p:txBody>
      </p:sp>
      <p:sp>
        <p:nvSpPr>
          <p:cNvPr id="10" name="Text Placeholder 8">
            <a:extLst>
              <a:ext uri="{FF2B5EF4-FFF2-40B4-BE49-F238E27FC236}">
                <a16:creationId xmlns:a16="http://schemas.microsoft.com/office/drawing/2014/main" id="{FD34CAF5-D592-42FD-80B2-8B57E60C9A88}"/>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Tree>
    <p:extLst>
      <p:ext uri="{BB962C8B-B14F-4D97-AF65-F5344CB8AC3E}">
        <p14:creationId xmlns:p14="http://schemas.microsoft.com/office/powerpoint/2010/main" val="4090034870"/>
      </p:ext>
    </p:extLst>
  </p:cSld>
  <p:clrMapOvr>
    <a:masterClrMapping/>
  </p:clrMapOvr>
</p:sldLayout>
</file>

<file path=ppt/slideLayouts/slideLayout245.xml><?xml version="1.0" encoding="utf-8"?>
<p:sldLayout xmlns:a="http://schemas.openxmlformats.org/drawingml/2006/main" xmlns:r="http://schemas.openxmlformats.org/officeDocument/2006/relationships" xmlns:p="http://schemas.openxmlformats.org/presentationml/2006/main" showMasterSp="0" preserve="1" userDrawn="1">
  <p:cSld name="Blank">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1215424"/>
          </a:xfrm>
        </p:spPr>
        <p:txBody>
          <a:bodyPr/>
          <a:lstStyle/>
          <a:p>
            <a:r>
              <a:rPr lang="en-US"/>
              <a:t>Click to edit Master title style</a:t>
            </a:r>
          </a:p>
        </p:txBody>
      </p:sp>
      <p:sp>
        <p:nvSpPr>
          <p:cNvPr id="3" name="Footer Placeholder 2">
            <a:extLst>
              <a:ext uri="{FF2B5EF4-FFF2-40B4-BE49-F238E27FC236}">
                <a16:creationId xmlns:a16="http://schemas.microsoft.com/office/drawing/2014/main" id="{476EBF41-6E4F-CC45-9467-0CE6DA4A5B1A}"/>
              </a:ext>
            </a:extLst>
          </p:cNvPr>
          <p:cNvSpPr>
            <a:spLocks noGrp="1"/>
          </p:cNvSpPr>
          <p:nvPr>
            <p:ph type="ftr" sz="quarter" idx="10"/>
          </p:nvPr>
        </p:nvSpPr>
        <p:spPr/>
        <p:txBody>
          <a:bodyPr lIns="182880"/>
          <a:lstStyle/>
          <a:p>
            <a:endParaRPr lang="en-US"/>
          </a:p>
        </p:txBody>
      </p:sp>
      <p:sp>
        <p:nvSpPr>
          <p:cNvPr id="4" name="Slide Number Placeholder 3">
            <a:extLst>
              <a:ext uri="{FF2B5EF4-FFF2-40B4-BE49-F238E27FC236}">
                <a16:creationId xmlns:a16="http://schemas.microsoft.com/office/drawing/2014/main" id="{A82870D3-B21C-6F49-A89A-D8B3AEF5AC9C}"/>
              </a:ext>
            </a:extLst>
          </p:cNvPr>
          <p:cNvSpPr>
            <a:spLocks noGrp="1"/>
          </p:cNvSpPr>
          <p:nvPr>
            <p:ph type="sldNum" sz="quarter" idx="11"/>
          </p:nvPr>
        </p:nvSpPr>
        <p:spPr/>
        <p:txBody>
          <a:bodyPr/>
          <a:lstStyle/>
          <a:p>
            <a:fld id="{762E77F0-FB5B-4E8E-9BC9-34F14560A017}" type="slidenum">
              <a:rPr lang="en-US" smtClean="0"/>
              <a:pPr/>
              <a:t>‹#›</a:t>
            </a:fld>
            <a:endParaRPr lang="en-US"/>
          </a:p>
        </p:txBody>
      </p:sp>
      <p:pic>
        <p:nvPicPr>
          <p:cNvPr id="6" name="Picture 5">
            <a:extLst>
              <a:ext uri="{FF2B5EF4-FFF2-40B4-BE49-F238E27FC236}">
                <a16:creationId xmlns:a16="http://schemas.microsoft.com/office/drawing/2014/main" id="{3F9E8279-BFE3-42FA-89A5-BD1779547B5B}"/>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1672544882"/>
      </p:ext>
    </p:extLst>
  </p:cSld>
  <p:clrMapOvr>
    <a:masterClrMapping/>
  </p:clrMapOvr>
</p:sldLayout>
</file>

<file path=ppt/slideLayouts/slideLayout246.xml><?xml version="1.0" encoding="utf-8"?>
<p:sldLayout xmlns:a="http://schemas.openxmlformats.org/drawingml/2006/main" xmlns:r="http://schemas.openxmlformats.org/officeDocument/2006/relationships" xmlns:p="http://schemas.openxmlformats.org/presentationml/2006/main" showMasterSp="0" preserve="1" userDrawn="1">
  <p:cSld name="1_Blank">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3F9E8279-BFE3-42FA-89A5-BD1779547B5B}"/>
              </a:ext>
            </a:extLst>
          </p:cNvPr>
          <p:cNvPicPr>
            <a:picLocks noChangeAspect="1"/>
          </p:cNvPicPr>
          <p:nvPr userDrawn="1"/>
        </p:nvPicPr>
        <p:blipFill>
          <a:blip r:embed="rId2"/>
          <a:stretch>
            <a:fillRect/>
          </a:stretch>
        </p:blipFill>
        <p:spPr>
          <a:xfrm>
            <a:off x="655811" y="12594565"/>
            <a:ext cx="2966510" cy="922174"/>
          </a:xfrm>
          <a:prstGeom prst="rect">
            <a:avLst/>
          </a:prstGeom>
        </p:spPr>
      </p:pic>
      <p:sp>
        <p:nvSpPr>
          <p:cNvPr id="10" name="Rectangle 9">
            <a:extLst>
              <a:ext uri="{FF2B5EF4-FFF2-40B4-BE49-F238E27FC236}">
                <a16:creationId xmlns:a16="http://schemas.microsoft.com/office/drawing/2014/main" id="{67BB237D-A36D-4310-9C78-F94A591DE369}"/>
              </a:ext>
            </a:extLst>
          </p:cNvPr>
          <p:cNvSpPr/>
          <p:nvPr/>
        </p:nvSpPr>
        <p:spPr>
          <a:xfrm>
            <a:off x="8552834" y="8520844"/>
            <a:ext cx="6728748" cy="5195156"/>
          </a:xfrm>
          <a:prstGeom prst="rect">
            <a:avLst/>
          </a:prstGeom>
          <a:gradFill flip="none" rotWithShape="1">
            <a:gsLst>
              <a:gs pos="0">
                <a:srgbClr val="666666"/>
              </a:gs>
              <a:gs pos="64000">
                <a:srgbClr val="494949"/>
              </a:gs>
              <a:gs pos="97000">
                <a:schemeClr val="tx1">
                  <a:lumMod val="85000"/>
                  <a:lumOff val="15000"/>
                </a:schemeClr>
              </a:gs>
            </a:gsLst>
            <a:path path="circl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tIns="180000" rtlCol="0" anchor="t"/>
          <a:lstStyle/>
          <a:p>
            <a:r>
              <a:rPr lang="en-GB" sz="2400" b="1">
                <a:solidFill>
                  <a:schemeClr val="bg1"/>
                </a:solidFill>
              </a:rPr>
              <a:t>   SERVER FOOTPRINT</a:t>
            </a:r>
          </a:p>
        </p:txBody>
      </p:sp>
      <p:sp>
        <p:nvSpPr>
          <p:cNvPr id="22" name="Rectangle 21">
            <a:extLst>
              <a:ext uri="{FF2B5EF4-FFF2-40B4-BE49-F238E27FC236}">
                <a16:creationId xmlns:a16="http://schemas.microsoft.com/office/drawing/2014/main" id="{95C3D5F0-E8E0-4305-91A8-58425CC96E53}"/>
              </a:ext>
            </a:extLst>
          </p:cNvPr>
          <p:cNvSpPr/>
          <p:nvPr userDrawn="1"/>
        </p:nvSpPr>
        <p:spPr>
          <a:xfrm>
            <a:off x="0" y="0"/>
            <a:ext cx="19336552" cy="347832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600"/>
          </a:p>
        </p:txBody>
      </p:sp>
      <p:sp>
        <p:nvSpPr>
          <p:cNvPr id="23" name="TextBox 22">
            <a:extLst>
              <a:ext uri="{FF2B5EF4-FFF2-40B4-BE49-F238E27FC236}">
                <a16:creationId xmlns:a16="http://schemas.microsoft.com/office/drawing/2014/main" id="{2870DD5E-57BA-4758-AE12-C69D53EA2D87}"/>
              </a:ext>
            </a:extLst>
          </p:cNvPr>
          <p:cNvSpPr txBox="1"/>
          <p:nvPr userDrawn="1"/>
        </p:nvSpPr>
        <p:spPr>
          <a:xfrm>
            <a:off x="391994" y="3667375"/>
            <a:ext cx="13757008" cy="461665"/>
          </a:xfrm>
          <a:prstGeom prst="rect">
            <a:avLst/>
          </a:prstGeom>
          <a:noFill/>
        </p:spPr>
        <p:txBody>
          <a:bodyPr wrap="square" rtlCol="0">
            <a:spAutoFit/>
          </a:bodyPr>
          <a:lstStyle/>
          <a:p>
            <a:r>
              <a:rPr lang="en-GB" sz="2400" b="1"/>
              <a:t>INFRASTRUCTURE &amp; TECHNOLOGY</a:t>
            </a:r>
          </a:p>
        </p:txBody>
      </p:sp>
      <p:sp>
        <p:nvSpPr>
          <p:cNvPr id="24" name="TextBox 23">
            <a:extLst>
              <a:ext uri="{FF2B5EF4-FFF2-40B4-BE49-F238E27FC236}">
                <a16:creationId xmlns:a16="http://schemas.microsoft.com/office/drawing/2014/main" id="{6A7444CD-E422-490C-819C-FF01E113F82B}"/>
              </a:ext>
            </a:extLst>
          </p:cNvPr>
          <p:cNvSpPr txBox="1"/>
          <p:nvPr userDrawn="1"/>
        </p:nvSpPr>
        <p:spPr>
          <a:xfrm>
            <a:off x="391994" y="1391183"/>
            <a:ext cx="18929736" cy="830997"/>
          </a:xfrm>
          <a:prstGeom prst="rect">
            <a:avLst/>
          </a:prstGeom>
          <a:noFill/>
        </p:spPr>
        <p:txBody>
          <a:bodyPr wrap="square" rtlCol="0">
            <a:spAutoFit/>
          </a:bodyPr>
          <a:lstStyle/>
          <a:p>
            <a:r>
              <a:rPr lang="en-GB" sz="2400" b="1"/>
              <a:t>DESCRIPTION</a:t>
            </a:r>
          </a:p>
          <a:p>
            <a:endParaRPr lang="en-GB" sz="2400"/>
          </a:p>
        </p:txBody>
      </p:sp>
      <p:sp>
        <p:nvSpPr>
          <p:cNvPr id="25" name="Rectangle 24">
            <a:extLst>
              <a:ext uri="{FF2B5EF4-FFF2-40B4-BE49-F238E27FC236}">
                <a16:creationId xmlns:a16="http://schemas.microsoft.com/office/drawing/2014/main" id="{D60FEB19-83FF-45CB-BC9E-B7BCD08E7EA5}"/>
              </a:ext>
            </a:extLst>
          </p:cNvPr>
          <p:cNvSpPr/>
          <p:nvPr userDrawn="1"/>
        </p:nvSpPr>
        <p:spPr>
          <a:xfrm>
            <a:off x="19338330" y="1137498"/>
            <a:ext cx="5045672" cy="2336668"/>
          </a:xfrm>
          <a:prstGeom prst="rect">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600"/>
          </a:p>
        </p:txBody>
      </p:sp>
      <p:grpSp>
        <p:nvGrpSpPr>
          <p:cNvPr id="27" name="Group 26">
            <a:extLst>
              <a:ext uri="{FF2B5EF4-FFF2-40B4-BE49-F238E27FC236}">
                <a16:creationId xmlns:a16="http://schemas.microsoft.com/office/drawing/2014/main" id="{37AC1D33-28DE-4267-AECA-E276F06FD1F6}"/>
              </a:ext>
            </a:extLst>
          </p:cNvPr>
          <p:cNvGrpSpPr/>
          <p:nvPr userDrawn="1"/>
        </p:nvGrpSpPr>
        <p:grpSpPr>
          <a:xfrm>
            <a:off x="19824584" y="1433577"/>
            <a:ext cx="970108" cy="1335010"/>
            <a:chOff x="8852116" y="593421"/>
            <a:chExt cx="431818" cy="594245"/>
          </a:xfrm>
          <a:effectLst>
            <a:outerShdw blurRad="50800" dist="38100" dir="2700000" algn="tl" rotWithShape="0">
              <a:prstClr val="black">
                <a:alpha val="40000"/>
              </a:prstClr>
            </a:outerShdw>
          </a:effectLst>
        </p:grpSpPr>
        <p:sp>
          <p:nvSpPr>
            <p:cNvPr id="28" name="Freeform 483">
              <a:extLst>
                <a:ext uri="{FF2B5EF4-FFF2-40B4-BE49-F238E27FC236}">
                  <a16:creationId xmlns:a16="http://schemas.microsoft.com/office/drawing/2014/main" id="{B5F0D06D-7A0A-4DC7-8126-E4AC3EF40CF5}"/>
                </a:ext>
              </a:extLst>
            </p:cNvPr>
            <p:cNvSpPr>
              <a:spLocks noChangeArrowheads="1"/>
            </p:cNvSpPr>
            <p:nvPr/>
          </p:nvSpPr>
          <p:spPr bwMode="auto">
            <a:xfrm>
              <a:off x="8889752" y="593421"/>
              <a:ext cx="356547" cy="186197"/>
            </a:xfrm>
            <a:custGeom>
              <a:avLst/>
              <a:gdLst>
                <a:gd name="T0" fmla="*/ 612 w 793"/>
                <a:gd name="T1" fmla="*/ 413 h 414"/>
                <a:gd name="T2" fmla="*/ 612 w 793"/>
                <a:gd name="T3" fmla="*/ 320 h 414"/>
                <a:gd name="T4" fmla="*/ 626 w 793"/>
                <a:gd name="T5" fmla="*/ 306 h 414"/>
                <a:gd name="T6" fmla="*/ 776 w 793"/>
                <a:gd name="T7" fmla="*/ 306 h 414"/>
                <a:gd name="T8" fmla="*/ 790 w 793"/>
                <a:gd name="T9" fmla="*/ 296 h 414"/>
                <a:gd name="T10" fmla="*/ 785 w 793"/>
                <a:gd name="T11" fmla="*/ 280 h 414"/>
                <a:gd name="T12" fmla="*/ 413 w 793"/>
                <a:gd name="T13" fmla="*/ 7 h 414"/>
                <a:gd name="T14" fmla="*/ 379 w 793"/>
                <a:gd name="T15" fmla="*/ 7 h 414"/>
                <a:gd name="T16" fmla="*/ 7 w 793"/>
                <a:gd name="T17" fmla="*/ 280 h 414"/>
                <a:gd name="T18" fmla="*/ 2 w 793"/>
                <a:gd name="T19" fmla="*/ 296 h 414"/>
                <a:gd name="T20" fmla="*/ 16 w 793"/>
                <a:gd name="T21" fmla="*/ 306 h 414"/>
                <a:gd name="T22" fmla="*/ 166 w 793"/>
                <a:gd name="T23" fmla="*/ 306 h 414"/>
                <a:gd name="T24" fmla="*/ 180 w 793"/>
                <a:gd name="T25" fmla="*/ 320 h 414"/>
                <a:gd name="T26" fmla="*/ 180 w 793"/>
                <a:gd name="T27" fmla="*/ 413 h 4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793" h="414">
                  <a:moveTo>
                    <a:pt x="612" y="413"/>
                  </a:moveTo>
                  <a:cubicBezTo>
                    <a:pt x="612" y="382"/>
                    <a:pt x="612" y="351"/>
                    <a:pt x="612" y="320"/>
                  </a:cubicBezTo>
                  <a:cubicBezTo>
                    <a:pt x="612" y="312"/>
                    <a:pt x="618" y="306"/>
                    <a:pt x="626" y="306"/>
                  </a:cubicBezTo>
                  <a:cubicBezTo>
                    <a:pt x="676" y="306"/>
                    <a:pt x="726" y="306"/>
                    <a:pt x="776" y="306"/>
                  </a:cubicBezTo>
                  <a:cubicBezTo>
                    <a:pt x="782" y="306"/>
                    <a:pt x="788" y="302"/>
                    <a:pt x="790" y="296"/>
                  </a:cubicBezTo>
                  <a:cubicBezTo>
                    <a:pt x="792" y="290"/>
                    <a:pt x="790" y="284"/>
                    <a:pt x="785" y="280"/>
                  </a:cubicBezTo>
                  <a:cubicBezTo>
                    <a:pt x="661" y="189"/>
                    <a:pt x="537" y="98"/>
                    <a:pt x="413" y="7"/>
                  </a:cubicBezTo>
                  <a:cubicBezTo>
                    <a:pt x="403" y="0"/>
                    <a:pt x="389" y="0"/>
                    <a:pt x="379" y="7"/>
                  </a:cubicBezTo>
                  <a:cubicBezTo>
                    <a:pt x="255" y="98"/>
                    <a:pt x="131" y="189"/>
                    <a:pt x="7" y="280"/>
                  </a:cubicBezTo>
                  <a:cubicBezTo>
                    <a:pt x="3" y="284"/>
                    <a:pt x="0" y="290"/>
                    <a:pt x="2" y="296"/>
                  </a:cubicBezTo>
                  <a:cubicBezTo>
                    <a:pt x="3" y="302"/>
                    <a:pt x="10" y="306"/>
                    <a:pt x="16" y="306"/>
                  </a:cubicBezTo>
                  <a:cubicBezTo>
                    <a:pt x="66" y="306"/>
                    <a:pt x="116" y="306"/>
                    <a:pt x="166" y="306"/>
                  </a:cubicBezTo>
                  <a:cubicBezTo>
                    <a:pt x="174" y="306"/>
                    <a:pt x="180" y="312"/>
                    <a:pt x="180" y="320"/>
                  </a:cubicBezTo>
                  <a:cubicBezTo>
                    <a:pt x="180" y="351"/>
                    <a:pt x="180" y="382"/>
                    <a:pt x="180" y="413"/>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29" name="Freeform 484">
              <a:extLst>
                <a:ext uri="{FF2B5EF4-FFF2-40B4-BE49-F238E27FC236}">
                  <a16:creationId xmlns:a16="http://schemas.microsoft.com/office/drawing/2014/main" id="{3FB37720-E2EB-4C1B-86CB-25D60CDCA011}"/>
                </a:ext>
              </a:extLst>
            </p:cNvPr>
            <p:cNvSpPr>
              <a:spLocks noChangeArrowheads="1"/>
            </p:cNvSpPr>
            <p:nvPr/>
          </p:nvSpPr>
          <p:spPr bwMode="auto">
            <a:xfrm>
              <a:off x="8852116" y="755848"/>
              <a:ext cx="431818" cy="431818"/>
            </a:xfrm>
            <a:custGeom>
              <a:avLst/>
              <a:gdLst>
                <a:gd name="T0" fmla="*/ 960 w 961"/>
                <a:gd name="T1" fmla="*/ 479 h 960"/>
                <a:gd name="T2" fmla="*/ 896 w 961"/>
                <a:gd name="T3" fmla="*/ 719 h 960"/>
                <a:gd name="T4" fmla="*/ 720 w 961"/>
                <a:gd name="T5" fmla="*/ 895 h 960"/>
                <a:gd name="T6" fmla="*/ 480 w 961"/>
                <a:gd name="T7" fmla="*/ 959 h 960"/>
                <a:gd name="T8" fmla="*/ 240 w 961"/>
                <a:gd name="T9" fmla="*/ 895 h 960"/>
                <a:gd name="T10" fmla="*/ 65 w 961"/>
                <a:gd name="T11" fmla="*/ 719 h 960"/>
                <a:gd name="T12" fmla="*/ 0 w 961"/>
                <a:gd name="T13" fmla="*/ 479 h 960"/>
                <a:gd name="T14" fmla="*/ 65 w 961"/>
                <a:gd name="T15" fmla="*/ 240 h 960"/>
                <a:gd name="T16" fmla="*/ 240 w 961"/>
                <a:gd name="T17" fmla="*/ 64 h 960"/>
                <a:gd name="T18" fmla="*/ 480 w 961"/>
                <a:gd name="T19" fmla="*/ 0 h 960"/>
                <a:gd name="T20" fmla="*/ 720 w 961"/>
                <a:gd name="T21" fmla="*/ 64 h 960"/>
                <a:gd name="T22" fmla="*/ 896 w 961"/>
                <a:gd name="T23" fmla="*/ 240 h 960"/>
                <a:gd name="T24" fmla="*/ 960 w 961"/>
                <a:gd name="T25" fmla="*/ 479 h 9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961" h="960">
                  <a:moveTo>
                    <a:pt x="960" y="479"/>
                  </a:moveTo>
                  <a:cubicBezTo>
                    <a:pt x="960" y="568"/>
                    <a:pt x="940" y="642"/>
                    <a:pt x="896" y="719"/>
                  </a:cubicBezTo>
                  <a:cubicBezTo>
                    <a:pt x="851" y="795"/>
                    <a:pt x="796" y="851"/>
                    <a:pt x="720" y="895"/>
                  </a:cubicBezTo>
                  <a:cubicBezTo>
                    <a:pt x="644" y="939"/>
                    <a:pt x="568" y="959"/>
                    <a:pt x="480" y="959"/>
                  </a:cubicBezTo>
                  <a:cubicBezTo>
                    <a:pt x="392" y="959"/>
                    <a:pt x="316" y="939"/>
                    <a:pt x="240" y="895"/>
                  </a:cubicBezTo>
                  <a:cubicBezTo>
                    <a:pt x="163" y="851"/>
                    <a:pt x="109" y="795"/>
                    <a:pt x="65" y="719"/>
                  </a:cubicBezTo>
                  <a:cubicBezTo>
                    <a:pt x="20" y="642"/>
                    <a:pt x="0" y="567"/>
                    <a:pt x="0" y="479"/>
                  </a:cubicBezTo>
                  <a:cubicBezTo>
                    <a:pt x="0" y="390"/>
                    <a:pt x="20" y="316"/>
                    <a:pt x="65" y="240"/>
                  </a:cubicBezTo>
                  <a:cubicBezTo>
                    <a:pt x="109" y="163"/>
                    <a:pt x="163" y="108"/>
                    <a:pt x="240" y="64"/>
                  </a:cubicBezTo>
                  <a:cubicBezTo>
                    <a:pt x="316" y="20"/>
                    <a:pt x="392" y="0"/>
                    <a:pt x="480" y="0"/>
                  </a:cubicBezTo>
                  <a:cubicBezTo>
                    <a:pt x="568" y="0"/>
                    <a:pt x="644" y="20"/>
                    <a:pt x="720" y="64"/>
                  </a:cubicBezTo>
                  <a:cubicBezTo>
                    <a:pt x="796" y="108"/>
                    <a:pt x="851" y="163"/>
                    <a:pt x="896" y="240"/>
                  </a:cubicBezTo>
                  <a:cubicBezTo>
                    <a:pt x="940" y="316"/>
                    <a:pt x="960" y="391"/>
                    <a:pt x="960" y="479"/>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sz="3600">
                <a:solidFill>
                  <a:schemeClr val="bg1"/>
                </a:solidFill>
              </a:endParaRPr>
            </a:p>
          </p:txBody>
        </p:sp>
        <p:sp>
          <p:nvSpPr>
            <p:cNvPr id="30" name="Freeform 485">
              <a:extLst>
                <a:ext uri="{FF2B5EF4-FFF2-40B4-BE49-F238E27FC236}">
                  <a16:creationId xmlns:a16="http://schemas.microsoft.com/office/drawing/2014/main" id="{E250C8C6-E646-40CD-990E-41AD3DBFF04A}"/>
                </a:ext>
              </a:extLst>
            </p:cNvPr>
            <p:cNvSpPr>
              <a:spLocks noChangeArrowheads="1"/>
            </p:cNvSpPr>
            <p:nvPr/>
          </p:nvSpPr>
          <p:spPr bwMode="auto">
            <a:xfrm>
              <a:off x="9093776" y="969776"/>
              <a:ext cx="99041" cy="1980"/>
            </a:xfrm>
            <a:custGeom>
              <a:avLst/>
              <a:gdLst>
                <a:gd name="T0" fmla="*/ 0 w 219"/>
                <a:gd name="T1" fmla="*/ 0 h 1"/>
                <a:gd name="T2" fmla="*/ 218 w 219"/>
                <a:gd name="T3" fmla="*/ 0 h 1"/>
              </a:gdLst>
              <a:ahLst/>
              <a:cxnLst>
                <a:cxn ang="0">
                  <a:pos x="T0" y="T1"/>
                </a:cxn>
                <a:cxn ang="0">
                  <a:pos x="T2" y="T3"/>
                </a:cxn>
              </a:cxnLst>
              <a:rect l="0" t="0" r="r" b="b"/>
              <a:pathLst>
                <a:path w="219" h="1">
                  <a:moveTo>
                    <a:pt x="0" y="0"/>
                  </a:moveTo>
                  <a:cubicBezTo>
                    <a:pt x="72" y="0"/>
                    <a:pt x="145" y="0"/>
                    <a:pt x="218"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31" name="Freeform 486">
              <a:extLst>
                <a:ext uri="{FF2B5EF4-FFF2-40B4-BE49-F238E27FC236}">
                  <a16:creationId xmlns:a16="http://schemas.microsoft.com/office/drawing/2014/main" id="{FB083B1C-AD2A-4817-83FE-99AB4B1C2D57}"/>
                </a:ext>
              </a:extLst>
            </p:cNvPr>
            <p:cNvSpPr>
              <a:spLocks noChangeArrowheads="1"/>
            </p:cNvSpPr>
            <p:nvPr/>
          </p:nvSpPr>
          <p:spPr bwMode="auto">
            <a:xfrm>
              <a:off x="9068026" y="898467"/>
              <a:ext cx="1980" cy="47540"/>
            </a:xfrm>
            <a:custGeom>
              <a:avLst/>
              <a:gdLst>
                <a:gd name="T0" fmla="*/ 0 w 1"/>
                <a:gd name="T1" fmla="*/ 106 h 107"/>
                <a:gd name="T2" fmla="*/ 0 w 1"/>
                <a:gd name="T3" fmla="*/ 0 h 107"/>
              </a:gdLst>
              <a:ahLst/>
              <a:cxnLst>
                <a:cxn ang="0">
                  <a:pos x="T0" y="T1"/>
                </a:cxn>
                <a:cxn ang="0">
                  <a:pos x="T2" y="T3"/>
                </a:cxn>
              </a:cxnLst>
              <a:rect l="0" t="0" r="r" b="b"/>
              <a:pathLst>
                <a:path w="1" h="107">
                  <a:moveTo>
                    <a:pt x="0" y="106"/>
                  </a:moveTo>
                  <a:cubicBezTo>
                    <a:pt x="0" y="70"/>
                    <a:pt x="0" y="35"/>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32" name="Freeform 487">
              <a:extLst>
                <a:ext uri="{FF2B5EF4-FFF2-40B4-BE49-F238E27FC236}">
                  <a16:creationId xmlns:a16="http://schemas.microsoft.com/office/drawing/2014/main" id="{9D1F4D11-F3E0-47A5-92DA-64B41155C0B2}"/>
                </a:ext>
              </a:extLst>
            </p:cNvPr>
            <p:cNvSpPr>
              <a:spLocks noChangeArrowheads="1"/>
            </p:cNvSpPr>
            <p:nvPr/>
          </p:nvSpPr>
          <p:spPr bwMode="auto">
            <a:xfrm>
              <a:off x="9042274" y="946006"/>
              <a:ext cx="51501" cy="51501"/>
            </a:xfrm>
            <a:custGeom>
              <a:avLst/>
              <a:gdLst>
                <a:gd name="T0" fmla="*/ 113 w 114"/>
                <a:gd name="T1" fmla="*/ 56 h 114"/>
                <a:gd name="T2" fmla="*/ 105 w 114"/>
                <a:gd name="T3" fmla="*/ 85 h 114"/>
                <a:gd name="T4" fmla="*/ 84 w 114"/>
                <a:gd name="T5" fmla="*/ 105 h 114"/>
                <a:gd name="T6" fmla="*/ 56 w 114"/>
                <a:gd name="T7" fmla="*/ 113 h 114"/>
                <a:gd name="T8" fmla="*/ 28 w 114"/>
                <a:gd name="T9" fmla="*/ 105 h 114"/>
                <a:gd name="T10" fmla="*/ 7 w 114"/>
                <a:gd name="T11" fmla="*/ 85 h 114"/>
                <a:gd name="T12" fmla="*/ 0 w 114"/>
                <a:gd name="T13" fmla="*/ 56 h 114"/>
                <a:gd name="T14" fmla="*/ 7 w 114"/>
                <a:gd name="T15" fmla="*/ 28 h 114"/>
                <a:gd name="T16" fmla="*/ 28 w 114"/>
                <a:gd name="T17" fmla="*/ 8 h 114"/>
                <a:gd name="T18" fmla="*/ 56 w 114"/>
                <a:gd name="T19" fmla="*/ 0 h 114"/>
                <a:gd name="T20" fmla="*/ 84 w 114"/>
                <a:gd name="T21" fmla="*/ 8 h 114"/>
                <a:gd name="T22" fmla="*/ 105 w 114"/>
                <a:gd name="T23" fmla="*/ 28 h 114"/>
                <a:gd name="T24" fmla="*/ 113 w 114"/>
                <a:gd name="T25" fmla="*/ 56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14" h="114">
                  <a:moveTo>
                    <a:pt x="113" y="56"/>
                  </a:moveTo>
                  <a:cubicBezTo>
                    <a:pt x="113" y="67"/>
                    <a:pt x="110" y="76"/>
                    <a:pt x="105" y="85"/>
                  </a:cubicBezTo>
                  <a:cubicBezTo>
                    <a:pt x="100" y="94"/>
                    <a:pt x="93" y="99"/>
                    <a:pt x="84" y="105"/>
                  </a:cubicBezTo>
                  <a:cubicBezTo>
                    <a:pt x="75" y="110"/>
                    <a:pt x="66" y="113"/>
                    <a:pt x="56" y="113"/>
                  </a:cubicBezTo>
                  <a:cubicBezTo>
                    <a:pt x="45" y="113"/>
                    <a:pt x="37" y="110"/>
                    <a:pt x="28" y="105"/>
                  </a:cubicBezTo>
                  <a:cubicBezTo>
                    <a:pt x="19" y="99"/>
                    <a:pt x="12" y="94"/>
                    <a:pt x="7" y="85"/>
                  </a:cubicBezTo>
                  <a:cubicBezTo>
                    <a:pt x="2" y="76"/>
                    <a:pt x="0" y="66"/>
                    <a:pt x="0" y="56"/>
                  </a:cubicBezTo>
                  <a:cubicBezTo>
                    <a:pt x="0" y="45"/>
                    <a:pt x="2" y="37"/>
                    <a:pt x="7" y="28"/>
                  </a:cubicBezTo>
                  <a:cubicBezTo>
                    <a:pt x="12" y="19"/>
                    <a:pt x="19" y="13"/>
                    <a:pt x="28" y="8"/>
                  </a:cubicBezTo>
                  <a:cubicBezTo>
                    <a:pt x="37" y="2"/>
                    <a:pt x="46" y="0"/>
                    <a:pt x="56" y="0"/>
                  </a:cubicBezTo>
                  <a:cubicBezTo>
                    <a:pt x="67" y="0"/>
                    <a:pt x="75" y="2"/>
                    <a:pt x="84" y="8"/>
                  </a:cubicBezTo>
                  <a:cubicBezTo>
                    <a:pt x="93" y="13"/>
                    <a:pt x="100" y="19"/>
                    <a:pt x="105" y="28"/>
                  </a:cubicBezTo>
                  <a:cubicBezTo>
                    <a:pt x="110" y="37"/>
                    <a:pt x="113" y="46"/>
                    <a:pt x="113" y="56"/>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sz="3600">
                <a:solidFill>
                  <a:schemeClr val="bg1"/>
                </a:solidFill>
              </a:endParaRPr>
            </a:p>
          </p:txBody>
        </p:sp>
        <p:sp>
          <p:nvSpPr>
            <p:cNvPr id="33" name="Freeform 488">
              <a:extLst>
                <a:ext uri="{FF2B5EF4-FFF2-40B4-BE49-F238E27FC236}">
                  <a16:creationId xmlns:a16="http://schemas.microsoft.com/office/drawing/2014/main" id="{D5BBBE63-E846-4154-959D-975F5CAB3900}"/>
                </a:ext>
              </a:extLst>
            </p:cNvPr>
            <p:cNvSpPr>
              <a:spLocks noChangeArrowheads="1"/>
            </p:cNvSpPr>
            <p:nvPr/>
          </p:nvSpPr>
          <p:spPr bwMode="auto">
            <a:xfrm>
              <a:off x="8903617" y="805368"/>
              <a:ext cx="330797" cy="328816"/>
            </a:xfrm>
            <a:custGeom>
              <a:avLst/>
              <a:gdLst>
                <a:gd name="T0" fmla="*/ 734 w 735"/>
                <a:gd name="T1" fmla="*/ 366 h 734"/>
                <a:gd name="T2" fmla="*/ 685 w 735"/>
                <a:gd name="T3" fmla="*/ 550 h 734"/>
                <a:gd name="T4" fmla="*/ 551 w 735"/>
                <a:gd name="T5" fmla="*/ 684 h 734"/>
                <a:gd name="T6" fmla="*/ 367 w 735"/>
                <a:gd name="T7" fmla="*/ 733 h 734"/>
                <a:gd name="T8" fmla="*/ 184 w 735"/>
                <a:gd name="T9" fmla="*/ 684 h 734"/>
                <a:gd name="T10" fmla="*/ 49 w 735"/>
                <a:gd name="T11" fmla="*/ 550 h 734"/>
                <a:gd name="T12" fmla="*/ 0 w 735"/>
                <a:gd name="T13" fmla="*/ 366 h 734"/>
                <a:gd name="T14" fmla="*/ 49 w 735"/>
                <a:gd name="T15" fmla="*/ 183 h 734"/>
                <a:gd name="T16" fmla="*/ 184 w 735"/>
                <a:gd name="T17" fmla="*/ 49 h 734"/>
                <a:gd name="T18" fmla="*/ 367 w 735"/>
                <a:gd name="T19" fmla="*/ 0 h 734"/>
                <a:gd name="T20" fmla="*/ 551 w 735"/>
                <a:gd name="T21" fmla="*/ 49 h 734"/>
                <a:gd name="T22" fmla="*/ 685 w 735"/>
                <a:gd name="T23" fmla="*/ 183 h 734"/>
                <a:gd name="T24" fmla="*/ 734 w 735"/>
                <a:gd name="T25" fmla="*/ 366 h 7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35" h="734">
                  <a:moveTo>
                    <a:pt x="734" y="366"/>
                  </a:moveTo>
                  <a:cubicBezTo>
                    <a:pt x="734" y="434"/>
                    <a:pt x="719" y="491"/>
                    <a:pt x="685" y="550"/>
                  </a:cubicBezTo>
                  <a:cubicBezTo>
                    <a:pt x="651" y="608"/>
                    <a:pt x="609" y="650"/>
                    <a:pt x="551" y="684"/>
                  </a:cubicBezTo>
                  <a:cubicBezTo>
                    <a:pt x="492" y="718"/>
                    <a:pt x="434" y="733"/>
                    <a:pt x="367" y="733"/>
                  </a:cubicBezTo>
                  <a:cubicBezTo>
                    <a:pt x="299" y="733"/>
                    <a:pt x="242" y="718"/>
                    <a:pt x="184" y="684"/>
                  </a:cubicBezTo>
                  <a:cubicBezTo>
                    <a:pt x="125" y="650"/>
                    <a:pt x="82" y="608"/>
                    <a:pt x="49" y="550"/>
                  </a:cubicBezTo>
                  <a:cubicBezTo>
                    <a:pt x="15" y="491"/>
                    <a:pt x="0" y="433"/>
                    <a:pt x="0" y="366"/>
                  </a:cubicBezTo>
                  <a:cubicBezTo>
                    <a:pt x="0" y="298"/>
                    <a:pt x="15" y="241"/>
                    <a:pt x="49" y="183"/>
                  </a:cubicBezTo>
                  <a:cubicBezTo>
                    <a:pt x="82" y="124"/>
                    <a:pt x="125" y="83"/>
                    <a:pt x="184" y="49"/>
                  </a:cubicBezTo>
                  <a:cubicBezTo>
                    <a:pt x="242" y="15"/>
                    <a:pt x="300" y="0"/>
                    <a:pt x="367" y="0"/>
                  </a:cubicBezTo>
                  <a:cubicBezTo>
                    <a:pt x="435" y="0"/>
                    <a:pt x="492" y="15"/>
                    <a:pt x="551" y="49"/>
                  </a:cubicBezTo>
                  <a:cubicBezTo>
                    <a:pt x="609" y="83"/>
                    <a:pt x="651" y="124"/>
                    <a:pt x="685" y="183"/>
                  </a:cubicBezTo>
                  <a:cubicBezTo>
                    <a:pt x="719" y="241"/>
                    <a:pt x="734" y="299"/>
                    <a:pt x="734" y="366"/>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sz="3600">
                <a:solidFill>
                  <a:schemeClr val="bg1"/>
                </a:solidFill>
              </a:endParaRPr>
            </a:p>
          </p:txBody>
        </p:sp>
        <p:sp>
          <p:nvSpPr>
            <p:cNvPr id="34" name="Freeform 489">
              <a:extLst>
                <a:ext uri="{FF2B5EF4-FFF2-40B4-BE49-F238E27FC236}">
                  <a16:creationId xmlns:a16="http://schemas.microsoft.com/office/drawing/2014/main" id="{FB6FE389-EE66-4A6A-9E2E-9C93C6D3EA6D}"/>
                </a:ext>
              </a:extLst>
            </p:cNvPr>
            <p:cNvSpPr>
              <a:spLocks noChangeArrowheads="1"/>
            </p:cNvSpPr>
            <p:nvPr/>
          </p:nvSpPr>
          <p:spPr bwMode="auto">
            <a:xfrm>
              <a:off x="9068026" y="843004"/>
              <a:ext cx="1980" cy="13865"/>
            </a:xfrm>
            <a:custGeom>
              <a:avLst/>
              <a:gdLst>
                <a:gd name="T0" fmla="*/ 0 w 1"/>
                <a:gd name="T1" fmla="*/ 28 h 29"/>
                <a:gd name="T2" fmla="*/ 0 w 1"/>
                <a:gd name="T3" fmla="*/ 0 h 29"/>
              </a:gdLst>
              <a:ahLst/>
              <a:cxnLst>
                <a:cxn ang="0">
                  <a:pos x="T0" y="T1"/>
                </a:cxn>
                <a:cxn ang="0">
                  <a:pos x="T2" y="T3"/>
                </a:cxn>
              </a:cxnLst>
              <a:rect l="0" t="0" r="r" b="b"/>
              <a:pathLst>
                <a:path w="1" h="29">
                  <a:moveTo>
                    <a:pt x="0" y="28"/>
                  </a:moveTo>
                  <a:cubicBezTo>
                    <a:pt x="0" y="18"/>
                    <a:pt x="0" y="9"/>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35" name="Freeform 490">
              <a:extLst>
                <a:ext uri="{FF2B5EF4-FFF2-40B4-BE49-F238E27FC236}">
                  <a16:creationId xmlns:a16="http://schemas.microsoft.com/office/drawing/2014/main" id="{B719E170-46CE-4FC6-B852-61CA8A441FB4}"/>
                </a:ext>
              </a:extLst>
            </p:cNvPr>
            <p:cNvSpPr>
              <a:spLocks noChangeArrowheads="1"/>
            </p:cNvSpPr>
            <p:nvPr/>
          </p:nvSpPr>
          <p:spPr bwMode="auto">
            <a:xfrm>
              <a:off x="9068026" y="1084664"/>
              <a:ext cx="1980" cy="13865"/>
            </a:xfrm>
            <a:custGeom>
              <a:avLst/>
              <a:gdLst>
                <a:gd name="T0" fmla="*/ 0 w 1"/>
                <a:gd name="T1" fmla="*/ 29 h 30"/>
                <a:gd name="T2" fmla="*/ 0 w 1"/>
                <a:gd name="T3" fmla="*/ 0 h 30"/>
              </a:gdLst>
              <a:ahLst/>
              <a:cxnLst>
                <a:cxn ang="0">
                  <a:pos x="T0" y="T1"/>
                </a:cxn>
                <a:cxn ang="0">
                  <a:pos x="T2" y="T3"/>
                </a:cxn>
              </a:cxnLst>
              <a:rect l="0" t="0" r="r" b="b"/>
              <a:pathLst>
                <a:path w="1" h="30">
                  <a:moveTo>
                    <a:pt x="0" y="29"/>
                  </a:moveTo>
                  <a:cubicBezTo>
                    <a:pt x="0" y="19"/>
                    <a:pt x="0" y="9"/>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36" name="Freeform 491">
              <a:extLst>
                <a:ext uri="{FF2B5EF4-FFF2-40B4-BE49-F238E27FC236}">
                  <a16:creationId xmlns:a16="http://schemas.microsoft.com/office/drawing/2014/main" id="{2258B39D-1162-4297-9772-1A6BB8BE18FD}"/>
                </a:ext>
              </a:extLst>
            </p:cNvPr>
            <p:cNvSpPr>
              <a:spLocks noChangeArrowheads="1"/>
            </p:cNvSpPr>
            <p:nvPr/>
          </p:nvSpPr>
          <p:spPr bwMode="auto">
            <a:xfrm>
              <a:off x="8941253" y="969776"/>
              <a:ext cx="13865" cy="1980"/>
            </a:xfrm>
            <a:custGeom>
              <a:avLst/>
              <a:gdLst>
                <a:gd name="T0" fmla="*/ 28 w 29"/>
                <a:gd name="T1" fmla="*/ 0 h 1"/>
                <a:gd name="T2" fmla="*/ 0 w 29"/>
                <a:gd name="T3" fmla="*/ 0 h 1"/>
              </a:gdLst>
              <a:ahLst/>
              <a:cxnLst>
                <a:cxn ang="0">
                  <a:pos x="T0" y="T1"/>
                </a:cxn>
                <a:cxn ang="0">
                  <a:pos x="T2" y="T3"/>
                </a:cxn>
              </a:cxnLst>
              <a:rect l="0" t="0" r="r" b="b"/>
              <a:pathLst>
                <a:path w="29" h="1">
                  <a:moveTo>
                    <a:pt x="28" y="0"/>
                  </a:moveTo>
                  <a:cubicBezTo>
                    <a:pt x="19" y="0"/>
                    <a:pt x="9" y="0"/>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37" name="Freeform 492">
              <a:extLst>
                <a:ext uri="{FF2B5EF4-FFF2-40B4-BE49-F238E27FC236}">
                  <a16:creationId xmlns:a16="http://schemas.microsoft.com/office/drawing/2014/main" id="{E5BE5008-DDB0-4E75-8974-6105DD702F19}"/>
                </a:ext>
              </a:extLst>
            </p:cNvPr>
            <p:cNvSpPr>
              <a:spLocks noChangeArrowheads="1"/>
            </p:cNvSpPr>
            <p:nvPr/>
          </p:nvSpPr>
          <p:spPr bwMode="auto">
            <a:xfrm>
              <a:off x="9004639" y="860831"/>
              <a:ext cx="5942" cy="11885"/>
            </a:xfrm>
            <a:custGeom>
              <a:avLst/>
              <a:gdLst>
                <a:gd name="T0" fmla="*/ 14 w 15"/>
                <a:gd name="T1" fmla="*/ 25 h 26"/>
                <a:gd name="T2" fmla="*/ 0 w 15"/>
                <a:gd name="T3" fmla="*/ 0 h 26"/>
              </a:gdLst>
              <a:ahLst/>
              <a:cxnLst>
                <a:cxn ang="0">
                  <a:pos x="T0" y="T1"/>
                </a:cxn>
                <a:cxn ang="0">
                  <a:pos x="T2" y="T3"/>
                </a:cxn>
              </a:cxnLst>
              <a:rect l="0" t="0" r="r" b="b"/>
              <a:pathLst>
                <a:path w="15" h="26">
                  <a:moveTo>
                    <a:pt x="14" y="25"/>
                  </a:moveTo>
                  <a:cubicBezTo>
                    <a:pt x="9" y="16"/>
                    <a:pt x="5" y="8"/>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38" name="Freeform 493">
              <a:extLst>
                <a:ext uri="{FF2B5EF4-FFF2-40B4-BE49-F238E27FC236}">
                  <a16:creationId xmlns:a16="http://schemas.microsoft.com/office/drawing/2014/main" id="{09834015-67A7-4B09-A7A0-21E04AB84521}"/>
                </a:ext>
              </a:extLst>
            </p:cNvPr>
            <p:cNvSpPr>
              <a:spLocks noChangeArrowheads="1"/>
            </p:cNvSpPr>
            <p:nvPr/>
          </p:nvSpPr>
          <p:spPr bwMode="auto">
            <a:xfrm>
              <a:off x="9125469" y="1068817"/>
              <a:ext cx="5943" cy="11885"/>
            </a:xfrm>
            <a:custGeom>
              <a:avLst/>
              <a:gdLst>
                <a:gd name="T0" fmla="*/ 14 w 15"/>
                <a:gd name="T1" fmla="*/ 25 h 26"/>
                <a:gd name="T2" fmla="*/ 0 w 15"/>
                <a:gd name="T3" fmla="*/ 0 h 26"/>
              </a:gdLst>
              <a:ahLst/>
              <a:cxnLst>
                <a:cxn ang="0">
                  <a:pos x="T0" y="T1"/>
                </a:cxn>
                <a:cxn ang="0">
                  <a:pos x="T2" y="T3"/>
                </a:cxn>
              </a:cxnLst>
              <a:rect l="0" t="0" r="r" b="b"/>
              <a:pathLst>
                <a:path w="15" h="26">
                  <a:moveTo>
                    <a:pt x="14" y="25"/>
                  </a:moveTo>
                  <a:cubicBezTo>
                    <a:pt x="9" y="16"/>
                    <a:pt x="4" y="8"/>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39" name="Freeform 494">
              <a:extLst>
                <a:ext uri="{FF2B5EF4-FFF2-40B4-BE49-F238E27FC236}">
                  <a16:creationId xmlns:a16="http://schemas.microsoft.com/office/drawing/2014/main" id="{72A75E7C-3C53-4D66-88B9-59F852CA0521}"/>
                </a:ext>
              </a:extLst>
            </p:cNvPr>
            <p:cNvSpPr>
              <a:spLocks noChangeArrowheads="1"/>
            </p:cNvSpPr>
            <p:nvPr/>
          </p:nvSpPr>
          <p:spPr bwMode="auto">
            <a:xfrm>
              <a:off x="8957100" y="1027219"/>
              <a:ext cx="11885" cy="7923"/>
            </a:xfrm>
            <a:custGeom>
              <a:avLst/>
              <a:gdLst>
                <a:gd name="T0" fmla="*/ 24 w 25"/>
                <a:gd name="T1" fmla="*/ 0 h 16"/>
                <a:gd name="T2" fmla="*/ 0 w 25"/>
                <a:gd name="T3" fmla="*/ 15 h 16"/>
              </a:gdLst>
              <a:ahLst/>
              <a:cxnLst>
                <a:cxn ang="0">
                  <a:pos x="T0" y="T1"/>
                </a:cxn>
                <a:cxn ang="0">
                  <a:pos x="T2" y="T3"/>
                </a:cxn>
              </a:cxnLst>
              <a:rect l="0" t="0" r="r" b="b"/>
              <a:pathLst>
                <a:path w="25" h="16">
                  <a:moveTo>
                    <a:pt x="24" y="0"/>
                  </a:moveTo>
                  <a:cubicBezTo>
                    <a:pt x="16" y="5"/>
                    <a:pt x="8" y="10"/>
                    <a:pt x="0" y="15"/>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40" name="Freeform 495">
              <a:extLst>
                <a:ext uri="{FF2B5EF4-FFF2-40B4-BE49-F238E27FC236}">
                  <a16:creationId xmlns:a16="http://schemas.microsoft.com/office/drawing/2014/main" id="{90E4CB1D-83CD-45E8-BF68-693CD9B2E110}"/>
                </a:ext>
              </a:extLst>
            </p:cNvPr>
            <p:cNvSpPr>
              <a:spLocks noChangeArrowheads="1"/>
            </p:cNvSpPr>
            <p:nvPr/>
          </p:nvSpPr>
          <p:spPr bwMode="auto">
            <a:xfrm>
              <a:off x="8957100" y="906390"/>
              <a:ext cx="11885" cy="5942"/>
            </a:xfrm>
            <a:custGeom>
              <a:avLst/>
              <a:gdLst>
                <a:gd name="T0" fmla="*/ 24 w 25"/>
                <a:gd name="T1" fmla="*/ 14 h 15"/>
                <a:gd name="T2" fmla="*/ 0 w 25"/>
                <a:gd name="T3" fmla="*/ 0 h 15"/>
              </a:gdLst>
              <a:ahLst/>
              <a:cxnLst>
                <a:cxn ang="0">
                  <a:pos x="T0" y="T1"/>
                </a:cxn>
                <a:cxn ang="0">
                  <a:pos x="T2" y="T3"/>
                </a:cxn>
              </a:cxnLst>
              <a:rect l="0" t="0" r="r" b="b"/>
              <a:pathLst>
                <a:path w="25" h="15">
                  <a:moveTo>
                    <a:pt x="24" y="14"/>
                  </a:moveTo>
                  <a:cubicBezTo>
                    <a:pt x="16" y="9"/>
                    <a:pt x="8" y="4"/>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41" name="Freeform 497">
              <a:extLst>
                <a:ext uri="{FF2B5EF4-FFF2-40B4-BE49-F238E27FC236}">
                  <a16:creationId xmlns:a16="http://schemas.microsoft.com/office/drawing/2014/main" id="{9A3222BC-AF78-46B3-9939-BF05AF121060}"/>
                </a:ext>
              </a:extLst>
            </p:cNvPr>
            <p:cNvSpPr>
              <a:spLocks noChangeArrowheads="1"/>
            </p:cNvSpPr>
            <p:nvPr/>
          </p:nvSpPr>
          <p:spPr bwMode="auto">
            <a:xfrm>
              <a:off x="9167066" y="906390"/>
              <a:ext cx="11885" cy="5942"/>
            </a:xfrm>
            <a:custGeom>
              <a:avLst/>
              <a:gdLst>
                <a:gd name="T0" fmla="*/ 0 w 26"/>
                <a:gd name="T1" fmla="*/ 14 h 15"/>
                <a:gd name="T2" fmla="*/ 25 w 26"/>
                <a:gd name="T3" fmla="*/ 0 h 15"/>
              </a:gdLst>
              <a:ahLst/>
              <a:cxnLst>
                <a:cxn ang="0">
                  <a:pos x="T0" y="T1"/>
                </a:cxn>
                <a:cxn ang="0">
                  <a:pos x="T2" y="T3"/>
                </a:cxn>
              </a:cxnLst>
              <a:rect l="0" t="0" r="r" b="b"/>
              <a:pathLst>
                <a:path w="26" h="15">
                  <a:moveTo>
                    <a:pt x="0" y="14"/>
                  </a:moveTo>
                  <a:cubicBezTo>
                    <a:pt x="8" y="9"/>
                    <a:pt x="16" y="4"/>
                    <a:pt x="25"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42" name="Freeform 498">
              <a:extLst>
                <a:ext uri="{FF2B5EF4-FFF2-40B4-BE49-F238E27FC236}">
                  <a16:creationId xmlns:a16="http://schemas.microsoft.com/office/drawing/2014/main" id="{58425F11-1BDA-4AD0-87B9-BB200C5D91E7}"/>
                </a:ext>
              </a:extLst>
            </p:cNvPr>
            <p:cNvSpPr>
              <a:spLocks noChangeArrowheads="1"/>
            </p:cNvSpPr>
            <p:nvPr/>
          </p:nvSpPr>
          <p:spPr bwMode="auto">
            <a:xfrm>
              <a:off x="9167066" y="1027219"/>
              <a:ext cx="11885" cy="7923"/>
            </a:xfrm>
            <a:custGeom>
              <a:avLst/>
              <a:gdLst>
                <a:gd name="T0" fmla="*/ 25 w 26"/>
                <a:gd name="T1" fmla="*/ 15 h 16"/>
                <a:gd name="T2" fmla="*/ 0 w 26"/>
                <a:gd name="T3" fmla="*/ 0 h 16"/>
              </a:gdLst>
              <a:ahLst/>
              <a:cxnLst>
                <a:cxn ang="0">
                  <a:pos x="T0" y="T1"/>
                </a:cxn>
                <a:cxn ang="0">
                  <a:pos x="T2" y="T3"/>
                </a:cxn>
              </a:cxnLst>
              <a:rect l="0" t="0" r="r" b="b"/>
              <a:pathLst>
                <a:path w="26" h="16">
                  <a:moveTo>
                    <a:pt x="25" y="15"/>
                  </a:moveTo>
                  <a:cubicBezTo>
                    <a:pt x="16" y="10"/>
                    <a:pt x="8" y="5"/>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43" name="Freeform 499">
              <a:extLst>
                <a:ext uri="{FF2B5EF4-FFF2-40B4-BE49-F238E27FC236}">
                  <a16:creationId xmlns:a16="http://schemas.microsoft.com/office/drawing/2014/main" id="{8E05DDFE-05C2-4D1B-98BC-6BAE23052671}"/>
                </a:ext>
              </a:extLst>
            </p:cNvPr>
            <p:cNvSpPr>
              <a:spLocks noChangeArrowheads="1"/>
            </p:cNvSpPr>
            <p:nvPr/>
          </p:nvSpPr>
          <p:spPr bwMode="auto">
            <a:xfrm>
              <a:off x="9004639" y="1068817"/>
              <a:ext cx="5942" cy="11885"/>
            </a:xfrm>
            <a:custGeom>
              <a:avLst/>
              <a:gdLst>
                <a:gd name="T0" fmla="*/ 14 w 15"/>
                <a:gd name="T1" fmla="*/ 0 h 26"/>
                <a:gd name="T2" fmla="*/ 0 w 15"/>
                <a:gd name="T3" fmla="*/ 25 h 26"/>
              </a:gdLst>
              <a:ahLst/>
              <a:cxnLst>
                <a:cxn ang="0">
                  <a:pos x="T0" y="T1"/>
                </a:cxn>
                <a:cxn ang="0">
                  <a:pos x="T2" y="T3"/>
                </a:cxn>
              </a:cxnLst>
              <a:rect l="0" t="0" r="r" b="b"/>
              <a:pathLst>
                <a:path w="15" h="26">
                  <a:moveTo>
                    <a:pt x="14" y="0"/>
                  </a:moveTo>
                  <a:cubicBezTo>
                    <a:pt x="9" y="8"/>
                    <a:pt x="5" y="16"/>
                    <a:pt x="0" y="25"/>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44" name="Freeform 500">
              <a:extLst>
                <a:ext uri="{FF2B5EF4-FFF2-40B4-BE49-F238E27FC236}">
                  <a16:creationId xmlns:a16="http://schemas.microsoft.com/office/drawing/2014/main" id="{3FB01653-A392-42E0-9BE2-41C05E16AA25}"/>
                </a:ext>
              </a:extLst>
            </p:cNvPr>
            <p:cNvSpPr>
              <a:spLocks noChangeArrowheads="1"/>
            </p:cNvSpPr>
            <p:nvPr/>
          </p:nvSpPr>
          <p:spPr bwMode="auto">
            <a:xfrm>
              <a:off x="9125469" y="860831"/>
              <a:ext cx="5943" cy="11885"/>
            </a:xfrm>
            <a:custGeom>
              <a:avLst/>
              <a:gdLst>
                <a:gd name="T0" fmla="*/ 14 w 15"/>
                <a:gd name="T1" fmla="*/ 0 h 26"/>
                <a:gd name="T2" fmla="*/ 0 w 15"/>
                <a:gd name="T3" fmla="*/ 25 h 26"/>
              </a:gdLst>
              <a:ahLst/>
              <a:cxnLst>
                <a:cxn ang="0">
                  <a:pos x="T0" y="T1"/>
                </a:cxn>
                <a:cxn ang="0">
                  <a:pos x="T2" y="T3"/>
                </a:cxn>
              </a:cxnLst>
              <a:rect l="0" t="0" r="r" b="b"/>
              <a:pathLst>
                <a:path w="15" h="26">
                  <a:moveTo>
                    <a:pt x="14" y="0"/>
                  </a:moveTo>
                  <a:cubicBezTo>
                    <a:pt x="9" y="8"/>
                    <a:pt x="4" y="16"/>
                    <a:pt x="0" y="25"/>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grpSp>
      <p:sp>
        <p:nvSpPr>
          <p:cNvPr id="45" name="TextBox 44">
            <a:extLst>
              <a:ext uri="{FF2B5EF4-FFF2-40B4-BE49-F238E27FC236}">
                <a16:creationId xmlns:a16="http://schemas.microsoft.com/office/drawing/2014/main" id="{92293C7C-AED3-47B9-B315-F3249471E1B1}"/>
              </a:ext>
            </a:extLst>
          </p:cNvPr>
          <p:cNvSpPr txBox="1"/>
          <p:nvPr userDrawn="1"/>
        </p:nvSpPr>
        <p:spPr>
          <a:xfrm>
            <a:off x="391994" y="5947245"/>
            <a:ext cx="13677516" cy="461665"/>
          </a:xfrm>
          <a:prstGeom prst="rect">
            <a:avLst/>
          </a:prstGeom>
          <a:noFill/>
        </p:spPr>
        <p:txBody>
          <a:bodyPr wrap="square" rtlCol="0">
            <a:spAutoFit/>
          </a:bodyPr>
          <a:lstStyle/>
          <a:p>
            <a:r>
              <a:rPr lang="en-GB" sz="2400" b="1"/>
              <a:t>ENVIRONMENTS</a:t>
            </a:r>
          </a:p>
        </p:txBody>
      </p:sp>
      <p:sp>
        <p:nvSpPr>
          <p:cNvPr id="48" name="Rectangle 47">
            <a:extLst>
              <a:ext uri="{FF2B5EF4-FFF2-40B4-BE49-F238E27FC236}">
                <a16:creationId xmlns:a16="http://schemas.microsoft.com/office/drawing/2014/main" id="{2564E4B6-1999-4019-8324-0CBE2B1EFA9B}"/>
              </a:ext>
            </a:extLst>
          </p:cNvPr>
          <p:cNvSpPr/>
          <p:nvPr userDrawn="1"/>
        </p:nvSpPr>
        <p:spPr>
          <a:xfrm>
            <a:off x="1" y="263906"/>
            <a:ext cx="4871258" cy="848456"/>
          </a:xfrm>
          <a:prstGeom prst="rect">
            <a:avLst/>
          </a:prstGeom>
          <a:solidFill>
            <a:schemeClr val="accent5">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4000"/>
          </a:p>
        </p:txBody>
      </p:sp>
      <p:sp>
        <p:nvSpPr>
          <p:cNvPr id="50" name="TextBox 49">
            <a:extLst>
              <a:ext uri="{FF2B5EF4-FFF2-40B4-BE49-F238E27FC236}">
                <a16:creationId xmlns:a16="http://schemas.microsoft.com/office/drawing/2014/main" id="{C0CBA648-4538-43C3-A70C-141F4EA6D228}"/>
              </a:ext>
            </a:extLst>
          </p:cNvPr>
          <p:cNvSpPr txBox="1"/>
          <p:nvPr userDrawn="1"/>
        </p:nvSpPr>
        <p:spPr>
          <a:xfrm>
            <a:off x="19808469" y="2845527"/>
            <a:ext cx="1002342" cy="461665"/>
          </a:xfrm>
          <a:prstGeom prst="rect">
            <a:avLst/>
          </a:prstGeom>
          <a:noFill/>
        </p:spPr>
        <p:txBody>
          <a:bodyPr wrap="square" rtlCol="0">
            <a:spAutoFit/>
          </a:bodyPr>
          <a:lstStyle/>
          <a:p>
            <a:pPr algn="r"/>
            <a:r>
              <a:rPr lang="en-GB" sz="2400" b="1">
                <a:solidFill>
                  <a:schemeClr val="bg1"/>
                </a:solidFill>
              </a:rPr>
              <a:t>SLA</a:t>
            </a:r>
          </a:p>
        </p:txBody>
      </p:sp>
      <p:sp>
        <p:nvSpPr>
          <p:cNvPr id="55" name="Rectangle 54">
            <a:extLst>
              <a:ext uri="{FF2B5EF4-FFF2-40B4-BE49-F238E27FC236}">
                <a16:creationId xmlns:a16="http://schemas.microsoft.com/office/drawing/2014/main" id="{B0CDC1FF-DC03-4FF5-9148-4E63C82481B5}"/>
              </a:ext>
            </a:extLst>
          </p:cNvPr>
          <p:cNvSpPr/>
          <p:nvPr userDrawn="1"/>
        </p:nvSpPr>
        <p:spPr>
          <a:xfrm>
            <a:off x="14653549" y="3474168"/>
            <a:ext cx="9730450" cy="5084664"/>
          </a:xfrm>
          <a:prstGeom prst="rect">
            <a:avLst/>
          </a:prstGeom>
          <a:solidFill>
            <a:srgbClr val="D8EB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600"/>
          </a:p>
        </p:txBody>
      </p:sp>
      <p:grpSp>
        <p:nvGrpSpPr>
          <p:cNvPr id="56" name="Group 55">
            <a:extLst>
              <a:ext uri="{FF2B5EF4-FFF2-40B4-BE49-F238E27FC236}">
                <a16:creationId xmlns:a16="http://schemas.microsoft.com/office/drawing/2014/main" id="{5F8277F1-9589-42A0-941C-8DECE7E7FEB8}"/>
              </a:ext>
            </a:extLst>
          </p:cNvPr>
          <p:cNvGrpSpPr/>
          <p:nvPr userDrawn="1"/>
        </p:nvGrpSpPr>
        <p:grpSpPr>
          <a:xfrm>
            <a:off x="15380206" y="7453657"/>
            <a:ext cx="709436" cy="674754"/>
            <a:chOff x="2899462" y="3986801"/>
            <a:chExt cx="446638" cy="424803"/>
          </a:xfrm>
        </p:grpSpPr>
        <p:sp>
          <p:nvSpPr>
            <p:cNvPr id="57" name="Freeform 50">
              <a:extLst>
                <a:ext uri="{FF2B5EF4-FFF2-40B4-BE49-F238E27FC236}">
                  <a16:creationId xmlns:a16="http://schemas.microsoft.com/office/drawing/2014/main" id="{8B2A3A71-B67F-4941-9ED9-9FD5E504BF12}"/>
                </a:ext>
              </a:extLst>
            </p:cNvPr>
            <p:cNvSpPr>
              <a:spLocks noChangeArrowheads="1"/>
            </p:cNvSpPr>
            <p:nvPr/>
          </p:nvSpPr>
          <p:spPr bwMode="auto">
            <a:xfrm>
              <a:off x="2899462" y="3986801"/>
              <a:ext cx="446638" cy="190565"/>
            </a:xfrm>
            <a:custGeom>
              <a:avLst/>
              <a:gdLst>
                <a:gd name="T0" fmla="*/ 496 w 992"/>
                <a:gd name="T1" fmla="*/ 422 h 423"/>
                <a:gd name="T2" fmla="*/ 991 w 992"/>
                <a:gd name="T3" fmla="*/ 211 h 423"/>
                <a:gd name="T4" fmla="*/ 496 w 992"/>
                <a:gd name="T5" fmla="*/ 0 h 423"/>
                <a:gd name="T6" fmla="*/ 0 w 992"/>
                <a:gd name="T7" fmla="*/ 211 h 423"/>
                <a:gd name="T8" fmla="*/ 496 w 992"/>
                <a:gd name="T9" fmla="*/ 422 h 423"/>
              </a:gdLst>
              <a:ahLst/>
              <a:cxnLst>
                <a:cxn ang="0">
                  <a:pos x="T0" y="T1"/>
                </a:cxn>
                <a:cxn ang="0">
                  <a:pos x="T2" y="T3"/>
                </a:cxn>
                <a:cxn ang="0">
                  <a:pos x="T4" y="T5"/>
                </a:cxn>
                <a:cxn ang="0">
                  <a:pos x="T6" y="T7"/>
                </a:cxn>
                <a:cxn ang="0">
                  <a:pos x="T8" y="T9"/>
                </a:cxn>
              </a:cxnLst>
              <a:rect l="0" t="0" r="r" b="b"/>
              <a:pathLst>
                <a:path w="992" h="423">
                  <a:moveTo>
                    <a:pt x="496" y="422"/>
                  </a:moveTo>
                  <a:cubicBezTo>
                    <a:pt x="769" y="422"/>
                    <a:pt x="991" y="327"/>
                    <a:pt x="991" y="211"/>
                  </a:cubicBezTo>
                  <a:cubicBezTo>
                    <a:pt x="991" y="95"/>
                    <a:pt x="769" y="0"/>
                    <a:pt x="496" y="0"/>
                  </a:cubicBezTo>
                  <a:cubicBezTo>
                    <a:pt x="222" y="0"/>
                    <a:pt x="0" y="95"/>
                    <a:pt x="0" y="211"/>
                  </a:cubicBezTo>
                  <a:cubicBezTo>
                    <a:pt x="0" y="327"/>
                    <a:pt x="222" y="422"/>
                    <a:pt x="496" y="422"/>
                  </a:cubicBezTo>
                </a:path>
              </a:pathLst>
            </a:custGeom>
            <a:noFill/>
            <a:ln w="12700"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sz="3600"/>
            </a:p>
          </p:txBody>
        </p:sp>
        <p:sp>
          <p:nvSpPr>
            <p:cNvPr id="58" name="Freeform 51">
              <a:extLst>
                <a:ext uri="{FF2B5EF4-FFF2-40B4-BE49-F238E27FC236}">
                  <a16:creationId xmlns:a16="http://schemas.microsoft.com/office/drawing/2014/main" id="{B596B805-FC2A-416C-B0AC-3EE7EEDC8220}"/>
                </a:ext>
              </a:extLst>
            </p:cNvPr>
            <p:cNvSpPr>
              <a:spLocks noChangeArrowheads="1"/>
            </p:cNvSpPr>
            <p:nvPr/>
          </p:nvSpPr>
          <p:spPr bwMode="auto">
            <a:xfrm>
              <a:off x="3056282" y="4058263"/>
              <a:ext cx="134984" cy="45656"/>
            </a:xfrm>
            <a:custGeom>
              <a:avLst/>
              <a:gdLst>
                <a:gd name="T0" fmla="*/ 149 w 298"/>
                <a:gd name="T1" fmla="*/ 99 h 100"/>
                <a:gd name="T2" fmla="*/ 297 w 298"/>
                <a:gd name="T3" fmla="*/ 50 h 100"/>
                <a:gd name="T4" fmla="*/ 149 w 298"/>
                <a:gd name="T5" fmla="*/ 0 h 100"/>
                <a:gd name="T6" fmla="*/ 0 w 298"/>
                <a:gd name="T7" fmla="*/ 50 h 100"/>
                <a:gd name="T8" fmla="*/ 149 w 298"/>
                <a:gd name="T9" fmla="*/ 99 h 100"/>
              </a:gdLst>
              <a:ahLst/>
              <a:cxnLst>
                <a:cxn ang="0">
                  <a:pos x="T0" y="T1"/>
                </a:cxn>
                <a:cxn ang="0">
                  <a:pos x="T2" y="T3"/>
                </a:cxn>
                <a:cxn ang="0">
                  <a:pos x="T4" y="T5"/>
                </a:cxn>
                <a:cxn ang="0">
                  <a:pos x="T6" y="T7"/>
                </a:cxn>
                <a:cxn ang="0">
                  <a:pos x="T8" y="T9"/>
                </a:cxn>
              </a:cxnLst>
              <a:rect l="0" t="0" r="r" b="b"/>
              <a:pathLst>
                <a:path w="298" h="100">
                  <a:moveTo>
                    <a:pt x="149" y="99"/>
                  </a:moveTo>
                  <a:cubicBezTo>
                    <a:pt x="231" y="99"/>
                    <a:pt x="297" y="77"/>
                    <a:pt x="297" y="50"/>
                  </a:cubicBezTo>
                  <a:cubicBezTo>
                    <a:pt x="297" y="23"/>
                    <a:pt x="231" y="0"/>
                    <a:pt x="149" y="0"/>
                  </a:cubicBezTo>
                  <a:cubicBezTo>
                    <a:pt x="67" y="0"/>
                    <a:pt x="0" y="23"/>
                    <a:pt x="0" y="50"/>
                  </a:cubicBezTo>
                  <a:cubicBezTo>
                    <a:pt x="0" y="77"/>
                    <a:pt x="67" y="99"/>
                    <a:pt x="149" y="99"/>
                  </a:cubicBezTo>
                </a:path>
              </a:pathLst>
            </a:custGeom>
            <a:noFill/>
            <a:ln w="12700"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sz="3600"/>
            </a:p>
          </p:txBody>
        </p:sp>
        <p:sp>
          <p:nvSpPr>
            <p:cNvPr id="59" name="Freeform 52">
              <a:extLst>
                <a:ext uri="{FF2B5EF4-FFF2-40B4-BE49-F238E27FC236}">
                  <a16:creationId xmlns:a16="http://schemas.microsoft.com/office/drawing/2014/main" id="{1E9A2A6F-5BD3-4E51-B0DE-C44E2F62F914}"/>
                </a:ext>
              </a:extLst>
            </p:cNvPr>
            <p:cNvSpPr>
              <a:spLocks noChangeArrowheads="1"/>
            </p:cNvSpPr>
            <p:nvPr/>
          </p:nvSpPr>
          <p:spPr bwMode="auto">
            <a:xfrm>
              <a:off x="2899462" y="4119799"/>
              <a:ext cx="446638" cy="134984"/>
            </a:xfrm>
            <a:custGeom>
              <a:avLst/>
              <a:gdLst>
                <a:gd name="T0" fmla="*/ 44 w 992"/>
                <a:gd name="T1" fmla="*/ 0 h 298"/>
                <a:gd name="T2" fmla="*/ 0 w 992"/>
                <a:gd name="T3" fmla="*/ 86 h 298"/>
                <a:gd name="T4" fmla="*/ 496 w 992"/>
                <a:gd name="T5" fmla="*/ 297 h 298"/>
                <a:gd name="T6" fmla="*/ 991 w 992"/>
                <a:gd name="T7" fmla="*/ 86 h 298"/>
                <a:gd name="T8" fmla="*/ 947 w 992"/>
                <a:gd name="T9" fmla="*/ 0 h 298"/>
              </a:gdLst>
              <a:ahLst/>
              <a:cxnLst>
                <a:cxn ang="0">
                  <a:pos x="T0" y="T1"/>
                </a:cxn>
                <a:cxn ang="0">
                  <a:pos x="T2" y="T3"/>
                </a:cxn>
                <a:cxn ang="0">
                  <a:pos x="T4" y="T5"/>
                </a:cxn>
                <a:cxn ang="0">
                  <a:pos x="T6" y="T7"/>
                </a:cxn>
                <a:cxn ang="0">
                  <a:pos x="T8" y="T9"/>
                </a:cxn>
              </a:cxnLst>
              <a:rect l="0" t="0" r="r" b="b"/>
              <a:pathLst>
                <a:path w="992" h="298">
                  <a:moveTo>
                    <a:pt x="44" y="0"/>
                  </a:moveTo>
                  <a:cubicBezTo>
                    <a:pt x="16" y="26"/>
                    <a:pt x="0" y="55"/>
                    <a:pt x="0" y="86"/>
                  </a:cubicBezTo>
                  <a:cubicBezTo>
                    <a:pt x="0" y="203"/>
                    <a:pt x="222" y="297"/>
                    <a:pt x="496" y="297"/>
                  </a:cubicBezTo>
                  <a:cubicBezTo>
                    <a:pt x="769" y="297"/>
                    <a:pt x="991" y="203"/>
                    <a:pt x="991" y="86"/>
                  </a:cubicBezTo>
                  <a:cubicBezTo>
                    <a:pt x="991" y="55"/>
                    <a:pt x="975" y="26"/>
                    <a:pt x="947" y="0"/>
                  </a:cubicBezTo>
                </a:path>
              </a:pathLst>
            </a:custGeom>
            <a:noFill/>
            <a:ln w="12700"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p>
          </p:txBody>
        </p:sp>
        <p:sp>
          <p:nvSpPr>
            <p:cNvPr id="60" name="Freeform 53">
              <a:extLst>
                <a:ext uri="{FF2B5EF4-FFF2-40B4-BE49-F238E27FC236}">
                  <a16:creationId xmlns:a16="http://schemas.microsoft.com/office/drawing/2014/main" id="{CFC29199-B0C0-4562-A3A0-C1E67A4DEB2B}"/>
                </a:ext>
              </a:extLst>
            </p:cNvPr>
            <p:cNvSpPr>
              <a:spLocks noChangeArrowheads="1"/>
            </p:cNvSpPr>
            <p:nvPr/>
          </p:nvSpPr>
          <p:spPr bwMode="auto">
            <a:xfrm>
              <a:off x="2899462" y="4197217"/>
              <a:ext cx="446638" cy="134984"/>
            </a:xfrm>
            <a:custGeom>
              <a:avLst/>
              <a:gdLst>
                <a:gd name="T0" fmla="*/ 44 w 992"/>
                <a:gd name="T1" fmla="*/ 0 h 298"/>
                <a:gd name="T2" fmla="*/ 0 w 992"/>
                <a:gd name="T3" fmla="*/ 87 h 298"/>
                <a:gd name="T4" fmla="*/ 496 w 992"/>
                <a:gd name="T5" fmla="*/ 297 h 298"/>
                <a:gd name="T6" fmla="*/ 991 w 992"/>
                <a:gd name="T7" fmla="*/ 87 h 298"/>
                <a:gd name="T8" fmla="*/ 947 w 992"/>
                <a:gd name="T9" fmla="*/ 0 h 298"/>
              </a:gdLst>
              <a:ahLst/>
              <a:cxnLst>
                <a:cxn ang="0">
                  <a:pos x="T0" y="T1"/>
                </a:cxn>
                <a:cxn ang="0">
                  <a:pos x="T2" y="T3"/>
                </a:cxn>
                <a:cxn ang="0">
                  <a:pos x="T4" y="T5"/>
                </a:cxn>
                <a:cxn ang="0">
                  <a:pos x="T6" y="T7"/>
                </a:cxn>
                <a:cxn ang="0">
                  <a:pos x="T8" y="T9"/>
                </a:cxn>
              </a:cxnLst>
              <a:rect l="0" t="0" r="r" b="b"/>
              <a:pathLst>
                <a:path w="992" h="298">
                  <a:moveTo>
                    <a:pt x="44" y="0"/>
                  </a:moveTo>
                  <a:cubicBezTo>
                    <a:pt x="16" y="27"/>
                    <a:pt x="0" y="56"/>
                    <a:pt x="0" y="87"/>
                  </a:cubicBezTo>
                  <a:cubicBezTo>
                    <a:pt x="0" y="203"/>
                    <a:pt x="222" y="297"/>
                    <a:pt x="496" y="297"/>
                  </a:cubicBezTo>
                  <a:cubicBezTo>
                    <a:pt x="769" y="297"/>
                    <a:pt x="991" y="203"/>
                    <a:pt x="991" y="87"/>
                  </a:cubicBezTo>
                  <a:cubicBezTo>
                    <a:pt x="991" y="56"/>
                    <a:pt x="975" y="27"/>
                    <a:pt x="947" y="0"/>
                  </a:cubicBezTo>
                </a:path>
              </a:pathLst>
            </a:custGeom>
            <a:noFill/>
            <a:ln w="12700"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p>
          </p:txBody>
        </p:sp>
        <p:sp>
          <p:nvSpPr>
            <p:cNvPr id="61" name="Freeform 54">
              <a:extLst>
                <a:ext uri="{FF2B5EF4-FFF2-40B4-BE49-F238E27FC236}">
                  <a16:creationId xmlns:a16="http://schemas.microsoft.com/office/drawing/2014/main" id="{F7D5F134-FE4A-4512-A34D-DA1B36F80642}"/>
                </a:ext>
              </a:extLst>
            </p:cNvPr>
            <p:cNvSpPr>
              <a:spLocks noChangeArrowheads="1"/>
            </p:cNvSpPr>
            <p:nvPr/>
          </p:nvSpPr>
          <p:spPr bwMode="auto">
            <a:xfrm>
              <a:off x="2899462" y="4276620"/>
              <a:ext cx="446638" cy="134984"/>
            </a:xfrm>
            <a:custGeom>
              <a:avLst/>
              <a:gdLst>
                <a:gd name="T0" fmla="*/ 44 w 992"/>
                <a:gd name="T1" fmla="*/ 0 h 298"/>
                <a:gd name="T2" fmla="*/ 0 w 992"/>
                <a:gd name="T3" fmla="*/ 86 h 298"/>
                <a:gd name="T4" fmla="*/ 496 w 992"/>
                <a:gd name="T5" fmla="*/ 297 h 298"/>
                <a:gd name="T6" fmla="*/ 991 w 992"/>
                <a:gd name="T7" fmla="*/ 86 h 298"/>
                <a:gd name="T8" fmla="*/ 947 w 992"/>
                <a:gd name="T9" fmla="*/ 0 h 298"/>
              </a:gdLst>
              <a:ahLst/>
              <a:cxnLst>
                <a:cxn ang="0">
                  <a:pos x="T0" y="T1"/>
                </a:cxn>
                <a:cxn ang="0">
                  <a:pos x="T2" y="T3"/>
                </a:cxn>
                <a:cxn ang="0">
                  <a:pos x="T4" y="T5"/>
                </a:cxn>
                <a:cxn ang="0">
                  <a:pos x="T6" y="T7"/>
                </a:cxn>
                <a:cxn ang="0">
                  <a:pos x="T8" y="T9"/>
                </a:cxn>
              </a:cxnLst>
              <a:rect l="0" t="0" r="r" b="b"/>
              <a:pathLst>
                <a:path w="992" h="298">
                  <a:moveTo>
                    <a:pt x="44" y="0"/>
                  </a:moveTo>
                  <a:cubicBezTo>
                    <a:pt x="16" y="26"/>
                    <a:pt x="0" y="55"/>
                    <a:pt x="0" y="86"/>
                  </a:cubicBezTo>
                  <a:cubicBezTo>
                    <a:pt x="0" y="203"/>
                    <a:pt x="222" y="297"/>
                    <a:pt x="496" y="297"/>
                  </a:cubicBezTo>
                  <a:cubicBezTo>
                    <a:pt x="769" y="297"/>
                    <a:pt x="991" y="203"/>
                    <a:pt x="991" y="86"/>
                  </a:cubicBezTo>
                  <a:cubicBezTo>
                    <a:pt x="991" y="55"/>
                    <a:pt x="975" y="26"/>
                    <a:pt x="947" y="0"/>
                  </a:cubicBezTo>
                </a:path>
              </a:pathLst>
            </a:custGeom>
            <a:noFill/>
            <a:ln w="12700"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p>
          </p:txBody>
        </p:sp>
      </p:grpSp>
      <p:grpSp>
        <p:nvGrpSpPr>
          <p:cNvPr id="62" name="Group 61">
            <a:extLst>
              <a:ext uri="{FF2B5EF4-FFF2-40B4-BE49-F238E27FC236}">
                <a16:creationId xmlns:a16="http://schemas.microsoft.com/office/drawing/2014/main" id="{45D2D09C-CCD3-46C4-ADF8-378AC0A2535D}"/>
              </a:ext>
            </a:extLst>
          </p:cNvPr>
          <p:cNvGrpSpPr/>
          <p:nvPr userDrawn="1"/>
        </p:nvGrpSpPr>
        <p:grpSpPr>
          <a:xfrm>
            <a:off x="15414891" y="5971293"/>
            <a:ext cx="640070" cy="655834"/>
            <a:chOff x="8866544" y="2345158"/>
            <a:chExt cx="402967" cy="412892"/>
          </a:xfrm>
        </p:grpSpPr>
        <p:sp>
          <p:nvSpPr>
            <p:cNvPr id="63" name="Freeform 88">
              <a:extLst>
                <a:ext uri="{FF2B5EF4-FFF2-40B4-BE49-F238E27FC236}">
                  <a16:creationId xmlns:a16="http://schemas.microsoft.com/office/drawing/2014/main" id="{1B96C5CE-0AFE-4399-8400-DA69FDD369E1}"/>
                </a:ext>
              </a:extLst>
            </p:cNvPr>
            <p:cNvSpPr>
              <a:spLocks noChangeArrowheads="1"/>
            </p:cNvSpPr>
            <p:nvPr/>
          </p:nvSpPr>
          <p:spPr bwMode="auto">
            <a:xfrm>
              <a:off x="8866544" y="2400739"/>
              <a:ext cx="402967" cy="55582"/>
            </a:xfrm>
            <a:custGeom>
              <a:avLst/>
              <a:gdLst>
                <a:gd name="T0" fmla="*/ 0 w 893"/>
                <a:gd name="T1" fmla="*/ 0 h 125"/>
                <a:gd name="T2" fmla="*/ 446 w 893"/>
                <a:gd name="T3" fmla="*/ 124 h 125"/>
                <a:gd name="T4" fmla="*/ 892 w 893"/>
                <a:gd name="T5" fmla="*/ 0 h 125"/>
              </a:gdLst>
              <a:ahLst/>
              <a:cxnLst>
                <a:cxn ang="0">
                  <a:pos x="T0" y="T1"/>
                </a:cxn>
                <a:cxn ang="0">
                  <a:pos x="T2" y="T3"/>
                </a:cxn>
                <a:cxn ang="0">
                  <a:pos x="T4" y="T5"/>
                </a:cxn>
              </a:cxnLst>
              <a:rect l="0" t="0" r="r" b="b"/>
              <a:pathLst>
                <a:path w="893" h="125">
                  <a:moveTo>
                    <a:pt x="0" y="0"/>
                  </a:moveTo>
                  <a:cubicBezTo>
                    <a:pt x="0" y="69"/>
                    <a:pt x="200" y="124"/>
                    <a:pt x="446" y="124"/>
                  </a:cubicBezTo>
                  <a:cubicBezTo>
                    <a:pt x="693" y="124"/>
                    <a:pt x="892" y="69"/>
                    <a:pt x="892" y="0"/>
                  </a:cubicBezTo>
                </a:path>
              </a:pathLst>
            </a:custGeom>
            <a:noFill/>
            <a:ln w="12700"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p>
          </p:txBody>
        </p:sp>
        <p:sp>
          <p:nvSpPr>
            <p:cNvPr id="64" name="Freeform 89">
              <a:extLst>
                <a:ext uri="{FF2B5EF4-FFF2-40B4-BE49-F238E27FC236}">
                  <a16:creationId xmlns:a16="http://schemas.microsoft.com/office/drawing/2014/main" id="{8F37E960-9AD1-4536-B891-DE521473E555}"/>
                </a:ext>
              </a:extLst>
            </p:cNvPr>
            <p:cNvSpPr>
              <a:spLocks noChangeArrowheads="1"/>
            </p:cNvSpPr>
            <p:nvPr/>
          </p:nvSpPr>
          <p:spPr bwMode="auto">
            <a:xfrm>
              <a:off x="8866544" y="2499992"/>
              <a:ext cx="402967" cy="55582"/>
            </a:xfrm>
            <a:custGeom>
              <a:avLst/>
              <a:gdLst>
                <a:gd name="T0" fmla="*/ 0 w 893"/>
                <a:gd name="T1" fmla="*/ 0 h 125"/>
                <a:gd name="T2" fmla="*/ 446 w 893"/>
                <a:gd name="T3" fmla="*/ 124 h 125"/>
                <a:gd name="T4" fmla="*/ 892 w 893"/>
                <a:gd name="T5" fmla="*/ 0 h 125"/>
              </a:gdLst>
              <a:ahLst/>
              <a:cxnLst>
                <a:cxn ang="0">
                  <a:pos x="T0" y="T1"/>
                </a:cxn>
                <a:cxn ang="0">
                  <a:pos x="T2" y="T3"/>
                </a:cxn>
                <a:cxn ang="0">
                  <a:pos x="T4" y="T5"/>
                </a:cxn>
              </a:cxnLst>
              <a:rect l="0" t="0" r="r" b="b"/>
              <a:pathLst>
                <a:path w="893" h="125">
                  <a:moveTo>
                    <a:pt x="0" y="0"/>
                  </a:moveTo>
                  <a:cubicBezTo>
                    <a:pt x="0" y="69"/>
                    <a:pt x="200" y="124"/>
                    <a:pt x="446" y="124"/>
                  </a:cubicBezTo>
                  <a:cubicBezTo>
                    <a:pt x="693" y="124"/>
                    <a:pt x="892" y="69"/>
                    <a:pt x="892" y="0"/>
                  </a:cubicBezTo>
                </a:path>
              </a:pathLst>
            </a:custGeom>
            <a:noFill/>
            <a:ln w="12700"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p>
          </p:txBody>
        </p:sp>
        <p:sp>
          <p:nvSpPr>
            <p:cNvPr id="65" name="Freeform 90">
              <a:extLst>
                <a:ext uri="{FF2B5EF4-FFF2-40B4-BE49-F238E27FC236}">
                  <a16:creationId xmlns:a16="http://schemas.microsoft.com/office/drawing/2014/main" id="{41F16239-177A-435C-BEA6-D9B81F12BB64}"/>
                </a:ext>
              </a:extLst>
            </p:cNvPr>
            <p:cNvSpPr>
              <a:spLocks noChangeArrowheads="1"/>
            </p:cNvSpPr>
            <p:nvPr/>
          </p:nvSpPr>
          <p:spPr bwMode="auto">
            <a:xfrm>
              <a:off x="8866544" y="2601231"/>
              <a:ext cx="402967" cy="55582"/>
            </a:xfrm>
            <a:custGeom>
              <a:avLst/>
              <a:gdLst>
                <a:gd name="T0" fmla="*/ 0 w 893"/>
                <a:gd name="T1" fmla="*/ 0 h 125"/>
                <a:gd name="T2" fmla="*/ 446 w 893"/>
                <a:gd name="T3" fmla="*/ 124 h 125"/>
                <a:gd name="T4" fmla="*/ 892 w 893"/>
                <a:gd name="T5" fmla="*/ 0 h 125"/>
              </a:gdLst>
              <a:ahLst/>
              <a:cxnLst>
                <a:cxn ang="0">
                  <a:pos x="T0" y="T1"/>
                </a:cxn>
                <a:cxn ang="0">
                  <a:pos x="T2" y="T3"/>
                </a:cxn>
                <a:cxn ang="0">
                  <a:pos x="T4" y="T5"/>
                </a:cxn>
              </a:cxnLst>
              <a:rect l="0" t="0" r="r" b="b"/>
              <a:pathLst>
                <a:path w="893" h="125">
                  <a:moveTo>
                    <a:pt x="0" y="0"/>
                  </a:moveTo>
                  <a:cubicBezTo>
                    <a:pt x="0" y="69"/>
                    <a:pt x="200" y="124"/>
                    <a:pt x="446" y="124"/>
                  </a:cubicBezTo>
                  <a:cubicBezTo>
                    <a:pt x="693" y="124"/>
                    <a:pt x="892" y="69"/>
                    <a:pt x="892" y="0"/>
                  </a:cubicBezTo>
                </a:path>
              </a:pathLst>
            </a:custGeom>
            <a:noFill/>
            <a:ln w="12700"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p>
          </p:txBody>
        </p:sp>
        <p:sp>
          <p:nvSpPr>
            <p:cNvPr id="66" name="Freeform 91">
              <a:extLst>
                <a:ext uri="{FF2B5EF4-FFF2-40B4-BE49-F238E27FC236}">
                  <a16:creationId xmlns:a16="http://schemas.microsoft.com/office/drawing/2014/main" id="{6C670908-1D3D-459A-9002-889E9DE41E14}"/>
                </a:ext>
              </a:extLst>
            </p:cNvPr>
            <p:cNvSpPr>
              <a:spLocks noChangeArrowheads="1"/>
            </p:cNvSpPr>
            <p:nvPr/>
          </p:nvSpPr>
          <p:spPr bwMode="auto">
            <a:xfrm>
              <a:off x="8866544" y="2345158"/>
              <a:ext cx="402967" cy="412892"/>
            </a:xfrm>
            <a:custGeom>
              <a:avLst/>
              <a:gdLst>
                <a:gd name="T0" fmla="*/ 446 w 893"/>
                <a:gd name="T1" fmla="*/ 0 h 917"/>
                <a:gd name="T2" fmla="*/ 0 w 893"/>
                <a:gd name="T3" fmla="*/ 123 h 917"/>
                <a:gd name="T4" fmla="*/ 0 w 893"/>
                <a:gd name="T5" fmla="*/ 792 h 917"/>
                <a:gd name="T6" fmla="*/ 446 w 893"/>
                <a:gd name="T7" fmla="*/ 916 h 917"/>
                <a:gd name="T8" fmla="*/ 892 w 893"/>
                <a:gd name="T9" fmla="*/ 792 h 917"/>
                <a:gd name="T10" fmla="*/ 892 w 893"/>
                <a:gd name="T11" fmla="*/ 123 h 917"/>
                <a:gd name="T12" fmla="*/ 446 w 893"/>
                <a:gd name="T13" fmla="*/ 0 h 917"/>
              </a:gdLst>
              <a:ahLst/>
              <a:cxnLst>
                <a:cxn ang="0">
                  <a:pos x="T0" y="T1"/>
                </a:cxn>
                <a:cxn ang="0">
                  <a:pos x="T2" y="T3"/>
                </a:cxn>
                <a:cxn ang="0">
                  <a:pos x="T4" y="T5"/>
                </a:cxn>
                <a:cxn ang="0">
                  <a:pos x="T6" y="T7"/>
                </a:cxn>
                <a:cxn ang="0">
                  <a:pos x="T8" y="T9"/>
                </a:cxn>
                <a:cxn ang="0">
                  <a:pos x="T10" y="T11"/>
                </a:cxn>
                <a:cxn ang="0">
                  <a:pos x="T12" y="T13"/>
                </a:cxn>
              </a:cxnLst>
              <a:rect l="0" t="0" r="r" b="b"/>
              <a:pathLst>
                <a:path w="893" h="917">
                  <a:moveTo>
                    <a:pt x="446" y="0"/>
                  </a:moveTo>
                  <a:cubicBezTo>
                    <a:pt x="200" y="0"/>
                    <a:pt x="0" y="55"/>
                    <a:pt x="0" y="123"/>
                  </a:cubicBezTo>
                  <a:cubicBezTo>
                    <a:pt x="0" y="346"/>
                    <a:pt x="0" y="569"/>
                    <a:pt x="0" y="792"/>
                  </a:cubicBezTo>
                  <a:cubicBezTo>
                    <a:pt x="0" y="861"/>
                    <a:pt x="200" y="916"/>
                    <a:pt x="446" y="916"/>
                  </a:cubicBezTo>
                  <a:cubicBezTo>
                    <a:pt x="693" y="916"/>
                    <a:pt x="892" y="861"/>
                    <a:pt x="892" y="792"/>
                  </a:cubicBezTo>
                  <a:cubicBezTo>
                    <a:pt x="892" y="569"/>
                    <a:pt x="892" y="346"/>
                    <a:pt x="892" y="123"/>
                  </a:cubicBezTo>
                  <a:cubicBezTo>
                    <a:pt x="892" y="55"/>
                    <a:pt x="693" y="0"/>
                    <a:pt x="446" y="0"/>
                  </a:cubicBezTo>
                </a:path>
              </a:pathLst>
            </a:custGeom>
            <a:noFill/>
            <a:ln w="12700"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sz="3600"/>
            </a:p>
          </p:txBody>
        </p:sp>
      </p:grpSp>
      <p:grpSp>
        <p:nvGrpSpPr>
          <p:cNvPr id="67" name="Group 66">
            <a:extLst>
              <a:ext uri="{FF2B5EF4-FFF2-40B4-BE49-F238E27FC236}">
                <a16:creationId xmlns:a16="http://schemas.microsoft.com/office/drawing/2014/main" id="{9BD5A7BF-91ED-4FB5-B275-6EA4BA544375}"/>
              </a:ext>
            </a:extLst>
          </p:cNvPr>
          <p:cNvGrpSpPr/>
          <p:nvPr userDrawn="1"/>
        </p:nvGrpSpPr>
        <p:grpSpPr>
          <a:xfrm>
            <a:off x="15375477" y="4530374"/>
            <a:ext cx="718898" cy="649528"/>
            <a:chOff x="10823810" y="5630428"/>
            <a:chExt cx="452594" cy="408922"/>
          </a:xfrm>
        </p:grpSpPr>
        <p:sp>
          <p:nvSpPr>
            <p:cNvPr id="68" name="Freeform 293">
              <a:extLst>
                <a:ext uri="{FF2B5EF4-FFF2-40B4-BE49-F238E27FC236}">
                  <a16:creationId xmlns:a16="http://schemas.microsoft.com/office/drawing/2014/main" id="{CD8D5090-2FA9-4CA3-AE56-80794C679D2A}"/>
                </a:ext>
              </a:extLst>
            </p:cNvPr>
            <p:cNvSpPr>
              <a:spLocks noChangeArrowheads="1"/>
            </p:cNvSpPr>
            <p:nvPr/>
          </p:nvSpPr>
          <p:spPr bwMode="auto">
            <a:xfrm>
              <a:off x="10998495" y="5630428"/>
              <a:ext cx="101239" cy="101237"/>
            </a:xfrm>
            <a:custGeom>
              <a:avLst/>
              <a:gdLst>
                <a:gd name="T0" fmla="*/ 226 w 227"/>
                <a:gd name="T1" fmla="*/ 113 h 227"/>
                <a:gd name="T2" fmla="*/ 211 w 227"/>
                <a:gd name="T3" fmla="*/ 170 h 227"/>
                <a:gd name="T4" fmla="*/ 169 w 227"/>
                <a:gd name="T5" fmla="*/ 211 h 227"/>
                <a:gd name="T6" fmla="*/ 113 w 227"/>
                <a:gd name="T7" fmla="*/ 226 h 227"/>
                <a:gd name="T8" fmla="*/ 56 w 227"/>
                <a:gd name="T9" fmla="*/ 211 h 227"/>
                <a:gd name="T10" fmla="*/ 15 w 227"/>
                <a:gd name="T11" fmla="*/ 170 h 227"/>
                <a:gd name="T12" fmla="*/ 0 w 227"/>
                <a:gd name="T13" fmla="*/ 113 h 227"/>
                <a:gd name="T14" fmla="*/ 15 w 227"/>
                <a:gd name="T15" fmla="*/ 57 h 227"/>
                <a:gd name="T16" fmla="*/ 56 w 227"/>
                <a:gd name="T17" fmla="*/ 16 h 227"/>
                <a:gd name="T18" fmla="*/ 113 w 227"/>
                <a:gd name="T19" fmla="*/ 0 h 227"/>
                <a:gd name="T20" fmla="*/ 169 w 227"/>
                <a:gd name="T21" fmla="*/ 16 h 227"/>
                <a:gd name="T22" fmla="*/ 211 w 227"/>
                <a:gd name="T23" fmla="*/ 57 h 227"/>
                <a:gd name="T24" fmla="*/ 226 w 227"/>
                <a:gd name="T25" fmla="*/ 113 h 2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227" h="227">
                  <a:moveTo>
                    <a:pt x="226" y="113"/>
                  </a:moveTo>
                  <a:cubicBezTo>
                    <a:pt x="226" y="134"/>
                    <a:pt x="222" y="152"/>
                    <a:pt x="211" y="170"/>
                  </a:cubicBezTo>
                  <a:cubicBezTo>
                    <a:pt x="201" y="188"/>
                    <a:pt x="187" y="201"/>
                    <a:pt x="169" y="211"/>
                  </a:cubicBezTo>
                  <a:cubicBezTo>
                    <a:pt x="151" y="221"/>
                    <a:pt x="134" y="226"/>
                    <a:pt x="113" y="226"/>
                  </a:cubicBezTo>
                  <a:cubicBezTo>
                    <a:pt x="92" y="226"/>
                    <a:pt x="74" y="221"/>
                    <a:pt x="56" y="211"/>
                  </a:cubicBezTo>
                  <a:cubicBezTo>
                    <a:pt x="39" y="201"/>
                    <a:pt x="26" y="188"/>
                    <a:pt x="15" y="170"/>
                  </a:cubicBezTo>
                  <a:cubicBezTo>
                    <a:pt x="5" y="152"/>
                    <a:pt x="0" y="134"/>
                    <a:pt x="0" y="113"/>
                  </a:cubicBezTo>
                  <a:cubicBezTo>
                    <a:pt x="0" y="93"/>
                    <a:pt x="5" y="75"/>
                    <a:pt x="15" y="57"/>
                  </a:cubicBezTo>
                  <a:cubicBezTo>
                    <a:pt x="26" y="39"/>
                    <a:pt x="39" y="27"/>
                    <a:pt x="56" y="16"/>
                  </a:cubicBezTo>
                  <a:cubicBezTo>
                    <a:pt x="74" y="6"/>
                    <a:pt x="92" y="0"/>
                    <a:pt x="113" y="0"/>
                  </a:cubicBezTo>
                  <a:cubicBezTo>
                    <a:pt x="134" y="0"/>
                    <a:pt x="151" y="6"/>
                    <a:pt x="169" y="16"/>
                  </a:cubicBezTo>
                  <a:cubicBezTo>
                    <a:pt x="187" y="27"/>
                    <a:pt x="201" y="39"/>
                    <a:pt x="211" y="57"/>
                  </a:cubicBezTo>
                  <a:cubicBezTo>
                    <a:pt x="222" y="75"/>
                    <a:pt x="226" y="93"/>
                    <a:pt x="226" y="113"/>
                  </a:cubicBezTo>
                </a:path>
              </a:pathLst>
            </a:custGeom>
            <a:noFill/>
            <a:ln w="12700"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sz="3600"/>
            </a:p>
          </p:txBody>
        </p:sp>
        <p:sp>
          <p:nvSpPr>
            <p:cNvPr id="69" name="Freeform 294">
              <a:extLst>
                <a:ext uri="{FF2B5EF4-FFF2-40B4-BE49-F238E27FC236}">
                  <a16:creationId xmlns:a16="http://schemas.microsoft.com/office/drawing/2014/main" id="{99999A3F-FEB1-4617-A3C9-B3097BED8B50}"/>
                </a:ext>
              </a:extLst>
            </p:cNvPr>
            <p:cNvSpPr>
              <a:spLocks noChangeArrowheads="1"/>
            </p:cNvSpPr>
            <p:nvPr/>
          </p:nvSpPr>
          <p:spPr bwMode="auto">
            <a:xfrm>
              <a:off x="10950854" y="5731666"/>
              <a:ext cx="198506" cy="77418"/>
            </a:xfrm>
            <a:custGeom>
              <a:avLst/>
              <a:gdLst>
                <a:gd name="T0" fmla="*/ 438 w 439"/>
                <a:gd name="T1" fmla="*/ 170 h 171"/>
                <a:gd name="T2" fmla="*/ 219 w 439"/>
                <a:gd name="T3" fmla="*/ 0 h 171"/>
                <a:gd name="T4" fmla="*/ 0 w 439"/>
                <a:gd name="T5" fmla="*/ 170 h 171"/>
              </a:gdLst>
              <a:ahLst/>
              <a:cxnLst>
                <a:cxn ang="0">
                  <a:pos x="T0" y="T1"/>
                </a:cxn>
                <a:cxn ang="0">
                  <a:pos x="T2" y="T3"/>
                </a:cxn>
                <a:cxn ang="0">
                  <a:pos x="T4" y="T5"/>
                </a:cxn>
              </a:cxnLst>
              <a:rect l="0" t="0" r="r" b="b"/>
              <a:pathLst>
                <a:path w="439" h="171">
                  <a:moveTo>
                    <a:pt x="438" y="170"/>
                  </a:moveTo>
                  <a:cubicBezTo>
                    <a:pt x="413" y="72"/>
                    <a:pt x="324" y="0"/>
                    <a:pt x="219" y="0"/>
                  </a:cubicBezTo>
                  <a:cubicBezTo>
                    <a:pt x="114" y="0"/>
                    <a:pt x="25" y="72"/>
                    <a:pt x="0" y="170"/>
                  </a:cubicBezTo>
                </a:path>
              </a:pathLst>
            </a:custGeom>
            <a:noFill/>
            <a:ln w="12700" cap="rnd">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p>
          </p:txBody>
        </p:sp>
        <p:sp>
          <p:nvSpPr>
            <p:cNvPr id="70" name="Freeform 295">
              <a:extLst>
                <a:ext uri="{FF2B5EF4-FFF2-40B4-BE49-F238E27FC236}">
                  <a16:creationId xmlns:a16="http://schemas.microsoft.com/office/drawing/2014/main" id="{D3EB1F70-5437-4747-96FE-751D427471D9}"/>
                </a:ext>
              </a:extLst>
            </p:cNvPr>
            <p:cNvSpPr>
              <a:spLocks noChangeArrowheads="1"/>
            </p:cNvSpPr>
            <p:nvPr/>
          </p:nvSpPr>
          <p:spPr bwMode="auto">
            <a:xfrm>
              <a:off x="11125539" y="5858709"/>
              <a:ext cx="101239" cy="101239"/>
            </a:xfrm>
            <a:custGeom>
              <a:avLst/>
              <a:gdLst>
                <a:gd name="T0" fmla="*/ 226 w 227"/>
                <a:gd name="T1" fmla="*/ 113 h 227"/>
                <a:gd name="T2" fmla="*/ 211 w 227"/>
                <a:gd name="T3" fmla="*/ 170 h 227"/>
                <a:gd name="T4" fmla="*/ 170 w 227"/>
                <a:gd name="T5" fmla="*/ 211 h 227"/>
                <a:gd name="T6" fmla="*/ 113 w 227"/>
                <a:gd name="T7" fmla="*/ 226 h 227"/>
                <a:gd name="T8" fmla="*/ 57 w 227"/>
                <a:gd name="T9" fmla="*/ 211 h 227"/>
                <a:gd name="T10" fmla="*/ 15 w 227"/>
                <a:gd name="T11" fmla="*/ 170 h 227"/>
                <a:gd name="T12" fmla="*/ 0 w 227"/>
                <a:gd name="T13" fmla="*/ 113 h 227"/>
                <a:gd name="T14" fmla="*/ 15 w 227"/>
                <a:gd name="T15" fmla="*/ 57 h 227"/>
                <a:gd name="T16" fmla="*/ 57 w 227"/>
                <a:gd name="T17" fmla="*/ 16 h 227"/>
                <a:gd name="T18" fmla="*/ 113 w 227"/>
                <a:gd name="T19" fmla="*/ 0 h 227"/>
                <a:gd name="T20" fmla="*/ 170 w 227"/>
                <a:gd name="T21" fmla="*/ 16 h 227"/>
                <a:gd name="T22" fmla="*/ 211 w 227"/>
                <a:gd name="T23" fmla="*/ 57 h 227"/>
                <a:gd name="T24" fmla="*/ 226 w 227"/>
                <a:gd name="T25" fmla="*/ 113 h 2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227" h="227">
                  <a:moveTo>
                    <a:pt x="226" y="113"/>
                  </a:moveTo>
                  <a:cubicBezTo>
                    <a:pt x="226" y="134"/>
                    <a:pt x="221" y="152"/>
                    <a:pt x="211" y="170"/>
                  </a:cubicBezTo>
                  <a:cubicBezTo>
                    <a:pt x="201" y="188"/>
                    <a:pt x="188" y="201"/>
                    <a:pt x="170" y="211"/>
                  </a:cubicBezTo>
                  <a:cubicBezTo>
                    <a:pt x="152" y="221"/>
                    <a:pt x="134" y="226"/>
                    <a:pt x="113" y="226"/>
                  </a:cubicBezTo>
                  <a:cubicBezTo>
                    <a:pt x="92" y="226"/>
                    <a:pt x="75" y="221"/>
                    <a:pt x="57" y="211"/>
                  </a:cubicBezTo>
                  <a:cubicBezTo>
                    <a:pt x="39" y="201"/>
                    <a:pt x="26" y="188"/>
                    <a:pt x="15" y="170"/>
                  </a:cubicBezTo>
                  <a:cubicBezTo>
                    <a:pt x="5" y="152"/>
                    <a:pt x="0" y="134"/>
                    <a:pt x="0" y="113"/>
                  </a:cubicBezTo>
                  <a:cubicBezTo>
                    <a:pt x="0" y="92"/>
                    <a:pt x="5" y="75"/>
                    <a:pt x="15" y="57"/>
                  </a:cubicBezTo>
                  <a:cubicBezTo>
                    <a:pt x="26" y="39"/>
                    <a:pt x="39" y="27"/>
                    <a:pt x="57" y="16"/>
                  </a:cubicBezTo>
                  <a:cubicBezTo>
                    <a:pt x="75" y="6"/>
                    <a:pt x="92" y="0"/>
                    <a:pt x="113" y="0"/>
                  </a:cubicBezTo>
                  <a:cubicBezTo>
                    <a:pt x="134" y="0"/>
                    <a:pt x="152" y="6"/>
                    <a:pt x="170" y="16"/>
                  </a:cubicBezTo>
                  <a:cubicBezTo>
                    <a:pt x="188" y="27"/>
                    <a:pt x="201" y="39"/>
                    <a:pt x="211" y="57"/>
                  </a:cubicBezTo>
                  <a:cubicBezTo>
                    <a:pt x="221" y="75"/>
                    <a:pt x="226" y="92"/>
                    <a:pt x="226" y="113"/>
                  </a:cubicBezTo>
                </a:path>
              </a:pathLst>
            </a:custGeom>
            <a:noFill/>
            <a:ln w="12700"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sz="3600"/>
            </a:p>
          </p:txBody>
        </p:sp>
        <p:sp>
          <p:nvSpPr>
            <p:cNvPr id="71" name="Freeform 296">
              <a:extLst>
                <a:ext uri="{FF2B5EF4-FFF2-40B4-BE49-F238E27FC236}">
                  <a16:creationId xmlns:a16="http://schemas.microsoft.com/office/drawing/2014/main" id="{690BEF4B-77B3-42A2-BA1E-B57022D3FB16}"/>
                </a:ext>
              </a:extLst>
            </p:cNvPr>
            <p:cNvSpPr>
              <a:spLocks noChangeArrowheads="1"/>
            </p:cNvSpPr>
            <p:nvPr/>
          </p:nvSpPr>
          <p:spPr bwMode="auto">
            <a:xfrm>
              <a:off x="11077898" y="5961932"/>
              <a:ext cx="198506" cy="77418"/>
            </a:xfrm>
            <a:custGeom>
              <a:avLst/>
              <a:gdLst>
                <a:gd name="T0" fmla="*/ 438 w 439"/>
                <a:gd name="T1" fmla="*/ 169 h 170"/>
                <a:gd name="T2" fmla="*/ 219 w 439"/>
                <a:gd name="T3" fmla="*/ 0 h 170"/>
                <a:gd name="T4" fmla="*/ 0 w 439"/>
                <a:gd name="T5" fmla="*/ 169 h 170"/>
              </a:gdLst>
              <a:ahLst/>
              <a:cxnLst>
                <a:cxn ang="0">
                  <a:pos x="T0" y="T1"/>
                </a:cxn>
                <a:cxn ang="0">
                  <a:pos x="T2" y="T3"/>
                </a:cxn>
                <a:cxn ang="0">
                  <a:pos x="T4" y="T5"/>
                </a:cxn>
              </a:cxnLst>
              <a:rect l="0" t="0" r="r" b="b"/>
              <a:pathLst>
                <a:path w="439" h="170">
                  <a:moveTo>
                    <a:pt x="438" y="169"/>
                  </a:moveTo>
                  <a:cubicBezTo>
                    <a:pt x="413" y="72"/>
                    <a:pt x="324" y="0"/>
                    <a:pt x="219" y="0"/>
                  </a:cubicBezTo>
                  <a:cubicBezTo>
                    <a:pt x="114" y="0"/>
                    <a:pt x="26" y="72"/>
                    <a:pt x="0" y="169"/>
                  </a:cubicBezTo>
                </a:path>
              </a:pathLst>
            </a:custGeom>
            <a:noFill/>
            <a:ln w="12700" cap="rnd">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p>
          </p:txBody>
        </p:sp>
        <p:sp>
          <p:nvSpPr>
            <p:cNvPr id="72" name="Freeform 297">
              <a:extLst>
                <a:ext uri="{FF2B5EF4-FFF2-40B4-BE49-F238E27FC236}">
                  <a16:creationId xmlns:a16="http://schemas.microsoft.com/office/drawing/2014/main" id="{A9359B28-D57A-438E-A4F1-2BA0A663C957}"/>
                </a:ext>
              </a:extLst>
            </p:cNvPr>
            <p:cNvSpPr>
              <a:spLocks noChangeArrowheads="1"/>
            </p:cNvSpPr>
            <p:nvPr/>
          </p:nvSpPr>
          <p:spPr bwMode="auto">
            <a:xfrm>
              <a:off x="10871452" y="5858709"/>
              <a:ext cx="101239" cy="101239"/>
            </a:xfrm>
            <a:custGeom>
              <a:avLst/>
              <a:gdLst>
                <a:gd name="T0" fmla="*/ 226 w 227"/>
                <a:gd name="T1" fmla="*/ 113 h 227"/>
                <a:gd name="T2" fmla="*/ 210 w 227"/>
                <a:gd name="T3" fmla="*/ 170 h 227"/>
                <a:gd name="T4" fmla="*/ 169 w 227"/>
                <a:gd name="T5" fmla="*/ 211 h 227"/>
                <a:gd name="T6" fmla="*/ 113 w 227"/>
                <a:gd name="T7" fmla="*/ 226 h 227"/>
                <a:gd name="T8" fmla="*/ 56 w 227"/>
                <a:gd name="T9" fmla="*/ 211 h 227"/>
                <a:gd name="T10" fmla="*/ 15 w 227"/>
                <a:gd name="T11" fmla="*/ 170 h 227"/>
                <a:gd name="T12" fmla="*/ 0 w 227"/>
                <a:gd name="T13" fmla="*/ 113 h 227"/>
                <a:gd name="T14" fmla="*/ 15 w 227"/>
                <a:gd name="T15" fmla="*/ 57 h 227"/>
                <a:gd name="T16" fmla="*/ 56 w 227"/>
                <a:gd name="T17" fmla="*/ 16 h 227"/>
                <a:gd name="T18" fmla="*/ 113 w 227"/>
                <a:gd name="T19" fmla="*/ 0 h 227"/>
                <a:gd name="T20" fmla="*/ 169 w 227"/>
                <a:gd name="T21" fmla="*/ 16 h 227"/>
                <a:gd name="T22" fmla="*/ 210 w 227"/>
                <a:gd name="T23" fmla="*/ 57 h 227"/>
                <a:gd name="T24" fmla="*/ 226 w 227"/>
                <a:gd name="T25" fmla="*/ 113 h 2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227" h="227">
                  <a:moveTo>
                    <a:pt x="226" y="113"/>
                  </a:moveTo>
                  <a:cubicBezTo>
                    <a:pt x="226" y="134"/>
                    <a:pt x="221" y="152"/>
                    <a:pt x="210" y="170"/>
                  </a:cubicBezTo>
                  <a:cubicBezTo>
                    <a:pt x="200" y="188"/>
                    <a:pt x="187" y="201"/>
                    <a:pt x="169" y="211"/>
                  </a:cubicBezTo>
                  <a:cubicBezTo>
                    <a:pt x="151" y="221"/>
                    <a:pt x="134" y="226"/>
                    <a:pt x="113" y="226"/>
                  </a:cubicBezTo>
                  <a:cubicBezTo>
                    <a:pt x="92" y="226"/>
                    <a:pt x="74" y="221"/>
                    <a:pt x="56" y="211"/>
                  </a:cubicBezTo>
                  <a:cubicBezTo>
                    <a:pt x="38" y="201"/>
                    <a:pt x="25" y="188"/>
                    <a:pt x="15" y="170"/>
                  </a:cubicBezTo>
                  <a:cubicBezTo>
                    <a:pt x="5" y="152"/>
                    <a:pt x="0" y="134"/>
                    <a:pt x="0" y="113"/>
                  </a:cubicBezTo>
                  <a:cubicBezTo>
                    <a:pt x="0" y="92"/>
                    <a:pt x="5" y="75"/>
                    <a:pt x="15" y="57"/>
                  </a:cubicBezTo>
                  <a:cubicBezTo>
                    <a:pt x="25" y="39"/>
                    <a:pt x="38" y="27"/>
                    <a:pt x="56" y="16"/>
                  </a:cubicBezTo>
                  <a:cubicBezTo>
                    <a:pt x="74" y="6"/>
                    <a:pt x="92" y="0"/>
                    <a:pt x="113" y="0"/>
                  </a:cubicBezTo>
                  <a:cubicBezTo>
                    <a:pt x="134" y="0"/>
                    <a:pt x="151" y="6"/>
                    <a:pt x="169" y="16"/>
                  </a:cubicBezTo>
                  <a:cubicBezTo>
                    <a:pt x="187" y="27"/>
                    <a:pt x="200" y="39"/>
                    <a:pt x="210" y="57"/>
                  </a:cubicBezTo>
                  <a:cubicBezTo>
                    <a:pt x="221" y="75"/>
                    <a:pt x="226" y="92"/>
                    <a:pt x="226" y="113"/>
                  </a:cubicBezTo>
                </a:path>
              </a:pathLst>
            </a:custGeom>
            <a:noFill/>
            <a:ln w="12700"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sz="3600"/>
            </a:p>
          </p:txBody>
        </p:sp>
        <p:sp>
          <p:nvSpPr>
            <p:cNvPr id="73" name="Freeform 298">
              <a:extLst>
                <a:ext uri="{FF2B5EF4-FFF2-40B4-BE49-F238E27FC236}">
                  <a16:creationId xmlns:a16="http://schemas.microsoft.com/office/drawing/2014/main" id="{9189CF91-AED3-47B7-8C20-15CEC74E9810}"/>
                </a:ext>
              </a:extLst>
            </p:cNvPr>
            <p:cNvSpPr>
              <a:spLocks noChangeArrowheads="1"/>
            </p:cNvSpPr>
            <p:nvPr/>
          </p:nvSpPr>
          <p:spPr bwMode="auto">
            <a:xfrm>
              <a:off x="10823810" y="5961932"/>
              <a:ext cx="196521" cy="77418"/>
            </a:xfrm>
            <a:custGeom>
              <a:avLst/>
              <a:gdLst>
                <a:gd name="T0" fmla="*/ 437 w 438"/>
                <a:gd name="T1" fmla="*/ 169 h 170"/>
                <a:gd name="T2" fmla="*/ 219 w 438"/>
                <a:gd name="T3" fmla="*/ 0 h 170"/>
                <a:gd name="T4" fmla="*/ 0 w 438"/>
                <a:gd name="T5" fmla="*/ 169 h 170"/>
              </a:gdLst>
              <a:ahLst/>
              <a:cxnLst>
                <a:cxn ang="0">
                  <a:pos x="T0" y="T1"/>
                </a:cxn>
                <a:cxn ang="0">
                  <a:pos x="T2" y="T3"/>
                </a:cxn>
                <a:cxn ang="0">
                  <a:pos x="T4" y="T5"/>
                </a:cxn>
              </a:cxnLst>
              <a:rect l="0" t="0" r="r" b="b"/>
              <a:pathLst>
                <a:path w="438" h="170">
                  <a:moveTo>
                    <a:pt x="437" y="169"/>
                  </a:moveTo>
                  <a:cubicBezTo>
                    <a:pt x="412" y="72"/>
                    <a:pt x="324" y="0"/>
                    <a:pt x="219" y="0"/>
                  </a:cubicBezTo>
                  <a:cubicBezTo>
                    <a:pt x="114" y="0"/>
                    <a:pt x="25" y="72"/>
                    <a:pt x="0" y="169"/>
                  </a:cubicBezTo>
                </a:path>
              </a:pathLst>
            </a:custGeom>
            <a:noFill/>
            <a:ln w="12700" cap="rnd">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p>
          </p:txBody>
        </p:sp>
      </p:grpSp>
      <p:sp>
        <p:nvSpPr>
          <p:cNvPr id="74" name="TextBox 73">
            <a:extLst>
              <a:ext uri="{FF2B5EF4-FFF2-40B4-BE49-F238E27FC236}">
                <a16:creationId xmlns:a16="http://schemas.microsoft.com/office/drawing/2014/main" id="{0CDE86CF-42E6-48B1-8475-F9B94CA60AE2}"/>
              </a:ext>
            </a:extLst>
          </p:cNvPr>
          <p:cNvSpPr txBox="1"/>
          <p:nvPr userDrawn="1"/>
        </p:nvSpPr>
        <p:spPr>
          <a:xfrm>
            <a:off x="14694287" y="3549957"/>
            <a:ext cx="3550346" cy="461665"/>
          </a:xfrm>
          <a:prstGeom prst="rect">
            <a:avLst/>
          </a:prstGeom>
          <a:noFill/>
        </p:spPr>
        <p:txBody>
          <a:bodyPr wrap="square" rtlCol="0">
            <a:spAutoFit/>
          </a:bodyPr>
          <a:lstStyle/>
          <a:p>
            <a:pPr algn="l"/>
            <a:r>
              <a:rPr lang="en-GB" sz="2400" b="1" cap="all">
                <a:solidFill>
                  <a:srgbClr val="404040"/>
                </a:solidFill>
              </a:rPr>
              <a:t>Application Stats</a:t>
            </a:r>
          </a:p>
        </p:txBody>
      </p:sp>
      <p:sp>
        <p:nvSpPr>
          <p:cNvPr id="79" name="Rectangle 78">
            <a:extLst>
              <a:ext uri="{FF2B5EF4-FFF2-40B4-BE49-F238E27FC236}">
                <a16:creationId xmlns:a16="http://schemas.microsoft.com/office/drawing/2014/main" id="{DA69B30A-756E-4234-804A-485CC9472BF2}"/>
              </a:ext>
            </a:extLst>
          </p:cNvPr>
          <p:cNvSpPr/>
          <p:nvPr userDrawn="1"/>
        </p:nvSpPr>
        <p:spPr>
          <a:xfrm>
            <a:off x="14653551" y="8520844"/>
            <a:ext cx="9730450" cy="5195156"/>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lIns="216000" tIns="180000" rtlCol="0" anchor="t"/>
          <a:lstStyle/>
          <a:p>
            <a:r>
              <a:rPr lang="en-GB" sz="2400" b="1">
                <a:solidFill>
                  <a:schemeClr val="bg1"/>
                </a:solidFill>
              </a:rPr>
              <a:t>MIGRATION CONSIDERATIONS</a:t>
            </a:r>
          </a:p>
        </p:txBody>
      </p:sp>
      <p:grpSp>
        <p:nvGrpSpPr>
          <p:cNvPr id="82" name="Group 81">
            <a:extLst>
              <a:ext uri="{FF2B5EF4-FFF2-40B4-BE49-F238E27FC236}">
                <a16:creationId xmlns:a16="http://schemas.microsoft.com/office/drawing/2014/main" id="{941F8BA7-D9D3-4FA0-B176-F6C839211B60}"/>
              </a:ext>
            </a:extLst>
          </p:cNvPr>
          <p:cNvGrpSpPr/>
          <p:nvPr userDrawn="1"/>
        </p:nvGrpSpPr>
        <p:grpSpPr>
          <a:xfrm>
            <a:off x="6940146" y="3"/>
            <a:ext cx="10748992" cy="1455226"/>
            <a:chOff x="3470073" y="1"/>
            <a:chExt cx="5374496" cy="727613"/>
          </a:xfrm>
        </p:grpSpPr>
        <p:sp>
          <p:nvSpPr>
            <p:cNvPr id="83" name="Rectangle 82">
              <a:extLst>
                <a:ext uri="{FF2B5EF4-FFF2-40B4-BE49-F238E27FC236}">
                  <a16:creationId xmlns:a16="http://schemas.microsoft.com/office/drawing/2014/main" id="{0AA578D5-2473-4A18-BA4E-4D08029B9CF7}"/>
                </a:ext>
              </a:extLst>
            </p:cNvPr>
            <p:cNvSpPr/>
            <p:nvPr/>
          </p:nvSpPr>
          <p:spPr>
            <a:xfrm>
              <a:off x="5262385" y="1"/>
              <a:ext cx="1791092" cy="292230"/>
            </a:xfrm>
            <a:prstGeom prst="rect">
              <a:avLst/>
            </a:prstGeom>
            <a:solidFill>
              <a:schemeClr val="accent2"/>
            </a:solid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200" b="1" cap="all"/>
                <a:t>Scope</a:t>
              </a:r>
            </a:p>
          </p:txBody>
        </p:sp>
        <p:sp>
          <p:nvSpPr>
            <p:cNvPr id="84" name="Rectangle 83">
              <a:extLst>
                <a:ext uri="{FF2B5EF4-FFF2-40B4-BE49-F238E27FC236}">
                  <a16:creationId xmlns:a16="http://schemas.microsoft.com/office/drawing/2014/main" id="{66B790FE-DD54-41E7-B7C5-5E87BF6859B4}"/>
                </a:ext>
              </a:extLst>
            </p:cNvPr>
            <p:cNvSpPr/>
            <p:nvPr/>
          </p:nvSpPr>
          <p:spPr>
            <a:xfrm>
              <a:off x="7053477" y="1"/>
              <a:ext cx="1791092" cy="292230"/>
            </a:xfrm>
            <a:prstGeom prst="rect">
              <a:avLst/>
            </a:prstGeom>
            <a:solidFill>
              <a:schemeClr val="accent2"/>
            </a:solid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200" b="1" cap="all"/>
                <a:t>Strategy</a:t>
              </a:r>
            </a:p>
          </p:txBody>
        </p:sp>
        <p:sp>
          <p:nvSpPr>
            <p:cNvPr id="85" name="Rectangle 84">
              <a:extLst>
                <a:ext uri="{FF2B5EF4-FFF2-40B4-BE49-F238E27FC236}">
                  <a16:creationId xmlns:a16="http://schemas.microsoft.com/office/drawing/2014/main" id="{E0CBF8BF-B5D9-4D62-9948-65EAB5E0CA3F}"/>
                </a:ext>
              </a:extLst>
            </p:cNvPr>
            <p:cNvSpPr/>
            <p:nvPr/>
          </p:nvSpPr>
          <p:spPr>
            <a:xfrm>
              <a:off x="5262386" y="291261"/>
              <a:ext cx="1789060" cy="436353"/>
            </a:xfrm>
            <a:prstGeom prst="rect">
              <a:avLst/>
            </a:prstGeom>
            <a:solidFill>
              <a:schemeClr val="bg1"/>
            </a:solid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400" b="1">
                <a:solidFill>
                  <a:schemeClr val="tx1"/>
                </a:solidFill>
              </a:endParaRPr>
            </a:p>
          </p:txBody>
        </p:sp>
        <p:sp>
          <p:nvSpPr>
            <p:cNvPr id="86" name="Rectangle 85">
              <a:extLst>
                <a:ext uri="{FF2B5EF4-FFF2-40B4-BE49-F238E27FC236}">
                  <a16:creationId xmlns:a16="http://schemas.microsoft.com/office/drawing/2014/main" id="{02A8E6DB-6318-4433-B645-5C27E2621E72}"/>
                </a:ext>
              </a:extLst>
            </p:cNvPr>
            <p:cNvSpPr/>
            <p:nvPr/>
          </p:nvSpPr>
          <p:spPr>
            <a:xfrm>
              <a:off x="7053477" y="291261"/>
              <a:ext cx="1784031" cy="436353"/>
            </a:xfrm>
            <a:prstGeom prst="rect">
              <a:avLst/>
            </a:prstGeom>
            <a:solidFill>
              <a:schemeClr val="bg1"/>
            </a:solid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400">
                <a:solidFill>
                  <a:schemeClr val="tx1"/>
                </a:solidFill>
              </a:endParaRPr>
            </a:p>
          </p:txBody>
        </p:sp>
        <p:sp>
          <p:nvSpPr>
            <p:cNvPr id="87" name="Rectangle 86">
              <a:extLst>
                <a:ext uri="{FF2B5EF4-FFF2-40B4-BE49-F238E27FC236}">
                  <a16:creationId xmlns:a16="http://schemas.microsoft.com/office/drawing/2014/main" id="{34E1E051-077F-4A58-AA8D-035F451093BB}"/>
                </a:ext>
              </a:extLst>
            </p:cNvPr>
            <p:cNvSpPr/>
            <p:nvPr/>
          </p:nvSpPr>
          <p:spPr>
            <a:xfrm>
              <a:off x="3470073" y="1"/>
              <a:ext cx="1791092" cy="292230"/>
            </a:xfrm>
            <a:prstGeom prst="rect">
              <a:avLst/>
            </a:prstGeom>
            <a:solidFill>
              <a:schemeClr val="accent2"/>
            </a:solid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200" b="1" cap="all"/>
                <a:t>Classification</a:t>
              </a:r>
            </a:p>
          </p:txBody>
        </p:sp>
        <p:sp>
          <p:nvSpPr>
            <p:cNvPr id="88" name="Rectangle 87">
              <a:extLst>
                <a:ext uri="{FF2B5EF4-FFF2-40B4-BE49-F238E27FC236}">
                  <a16:creationId xmlns:a16="http://schemas.microsoft.com/office/drawing/2014/main" id="{FD664E14-CFFF-46F2-9BD5-D0CE96F7202F}"/>
                </a:ext>
              </a:extLst>
            </p:cNvPr>
            <p:cNvSpPr/>
            <p:nvPr/>
          </p:nvSpPr>
          <p:spPr>
            <a:xfrm>
              <a:off x="3470074" y="291261"/>
              <a:ext cx="1789060" cy="436353"/>
            </a:xfrm>
            <a:prstGeom prst="rect">
              <a:avLst/>
            </a:prstGeom>
            <a:solidFill>
              <a:schemeClr val="bg1"/>
            </a:solid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400" b="1">
                <a:solidFill>
                  <a:schemeClr val="tx1"/>
                </a:solidFill>
              </a:endParaRPr>
            </a:p>
          </p:txBody>
        </p:sp>
      </p:grpSp>
      <p:sp>
        <p:nvSpPr>
          <p:cNvPr id="4" name="Slide Number Placeholder 3">
            <a:extLst>
              <a:ext uri="{FF2B5EF4-FFF2-40B4-BE49-F238E27FC236}">
                <a16:creationId xmlns:a16="http://schemas.microsoft.com/office/drawing/2014/main" id="{A82870D3-B21C-6F49-A89A-D8B3AEF5AC9C}"/>
              </a:ext>
            </a:extLst>
          </p:cNvPr>
          <p:cNvSpPr>
            <a:spLocks noGrp="1"/>
          </p:cNvSpPr>
          <p:nvPr>
            <p:ph type="sldNum" sz="quarter" idx="11"/>
          </p:nvPr>
        </p:nvSpPr>
        <p:spPr/>
        <p:txBody>
          <a:bodyPr/>
          <a:lstStyle/>
          <a:p>
            <a:fld id="{762E77F0-FB5B-4E8E-9BC9-34F14560A017}" type="slidenum">
              <a:rPr lang="en-US" smtClean="0"/>
              <a:pPr/>
              <a:t>‹#›</a:t>
            </a:fld>
            <a:endParaRPr lang="en-US"/>
          </a:p>
        </p:txBody>
      </p:sp>
    </p:spTree>
    <p:extLst>
      <p:ext uri="{BB962C8B-B14F-4D97-AF65-F5344CB8AC3E}">
        <p14:creationId xmlns:p14="http://schemas.microsoft.com/office/powerpoint/2010/main" val="1194152686"/>
      </p:ext>
    </p:extLst>
  </p:cSld>
  <p:clrMapOvr>
    <a:masterClrMapping/>
  </p:clrMapOvr>
</p:sldLayout>
</file>

<file path=ppt/slideLayouts/slideLayout247.xml><?xml version="1.0" encoding="utf-8"?>
<p:sldLayout xmlns:a="http://schemas.openxmlformats.org/drawingml/2006/main" xmlns:r="http://schemas.openxmlformats.org/officeDocument/2006/relationships" xmlns:p="http://schemas.openxmlformats.org/presentationml/2006/main" showMasterSp="0" preserve="1" userDrawn="1">
  <p:cSld name="2_Blank">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3F9E8279-BFE3-42FA-89A5-BD1779547B5B}"/>
              </a:ext>
            </a:extLst>
          </p:cNvPr>
          <p:cNvPicPr>
            <a:picLocks noChangeAspect="1"/>
          </p:cNvPicPr>
          <p:nvPr userDrawn="1"/>
        </p:nvPicPr>
        <p:blipFill>
          <a:blip r:embed="rId2"/>
          <a:stretch>
            <a:fillRect/>
          </a:stretch>
        </p:blipFill>
        <p:spPr>
          <a:xfrm>
            <a:off x="655811" y="12594565"/>
            <a:ext cx="2966510" cy="922174"/>
          </a:xfrm>
          <a:prstGeom prst="rect">
            <a:avLst/>
          </a:prstGeom>
        </p:spPr>
      </p:pic>
      <p:sp>
        <p:nvSpPr>
          <p:cNvPr id="4" name="Slide Number Placeholder 3">
            <a:extLst>
              <a:ext uri="{FF2B5EF4-FFF2-40B4-BE49-F238E27FC236}">
                <a16:creationId xmlns:a16="http://schemas.microsoft.com/office/drawing/2014/main" id="{A82870D3-B21C-6F49-A89A-D8B3AEF5AC9C}"/>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5" name="Rectangle 74">
            <a:extLst>
              <a:ext uri="{FF2B5EF4-FFF2-40B4-BE49-F238E27FC236}">
                <a16:creationId xmlns:a16="http://schemas.microsoft.com/office/drawing/2014/main" id="{7F3240E7-B1A4-4D69-97AF-98E251F2B598}"/>
              </a:ext>
            </a:extLst>
          </p:cNvPr>
          <p:cNvSpPr/>
          <p:nvPr userDrawn="1"/>
        </p:nvSpPr>
        <p:spPr>
          <a:xfrm>
            <a:off x="146304" y="970122"/>
            <a:ext cx="13935456" cy="11491276"/>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600"/>
          </a:p>
        </p:txBody>
      </p:sp>
      <p:sp>
        <p:nvSpPr>
          <p:cNvPr id="77" name="Rectangle 76">
            <a:extLst>
              <a:ext uri="{FF2B5EF4-FFF2-40B4-BE49-F238E27FC236}">
                <a16:creationId xmlns:a16="http://schemas.microsoft.com/office/drawing/2014/main" id="{41986F08-B57F-49AA-A79F-3B83ABFBE0E9}"/>
              </a:ext>
            </a:extLst>
          </p:cNvPr>
          <p:cNvSpPr/>
          <p:nvPr/>
        </p:nvSpPr>
        <p:spPr>
          <a:xfrm>
            <a:off x="312380" y="1112363"/>
            <a:ext cx="7070104" cy="11189290"/>
          </a:xfrm>
          <a:prstGeom prst="rect">
            <a:avLst/>
          </a:prstGeom>
          <a:solidFill>
            <a:schemeClr val="bg2"/>
          </a:solidFill>
          <a:ln>
            <a:solidFill>
              <a:schemeClr val="accent5">
                <a:lumMod val="25000"/>
              </a:schemeClr>
            </a:solidFill>
          </a:ln>
        </p:spPr>
        <p:style>
          <a:lnRef idx="2">
            <a:schemeClr val="accent1">
              <a:shade val="50000"/>
            </a:schemeClr>
          </a:lnRef>
          <a:fillRef idx="1">
            <a:schemeClr val="accent1"/>
          </a:fillRef>
          <a:effectRef idx="0">
            <a:schemeClr val="accent1"/>
          </a:effectRef>
          <a:fontRef idx="minor">
            <a:schemeClr val="lt1"/>
          </a:fontRef>
        </p:style>
        <p:txBody>
          <a:bodyPr lIns="360000" tIns="180000" bIns="180000" rtlCol="0" anchor="t"/>
          <a:lstStyle/>
          <a:p>
            <a:pPr>
              <a:spcAft>
                <a:spcPts val="600"/>
              </a:spcAft>
            </a:pPr>
            <a:r>
              <a:rPr lang="en-GB" sz="2800" b="1">
                <a:solidFill>
                  <a:schemeClr val="bg1"/>
                </a:solidFill>
              </a:rPr>
              <a:t>Application</a:t>
            </a:r>
          </a:p>
        </p:txBody>
      </p:sp>
      <p:sp>
        <p:nvSpPr>
          <p:cNvPr id="48" name="Rectangle 47">
            <a:extLst>
              <a:ext uri="{FF2B5EF4-FFF2-40B4-BE49-F238E27FC236}">
                <a16:creationId xmlns:a16="http://schemas.microsoft.com/office/drawing/2014/main" id="{2564E4B6-1999-4019-8324-0CBE2B1EFA9B}"/>
              </a:ext>
            </a:extLst>
          </p:cNvPr>
          <p:cNvSpPr/>
          <p:nvPr userDrawn="1"/>
        </p:nvSpPr>
        <p:spPr>
          <a:xfrm>
            <a:off x="1" y="263906"/>
            <a:ext cx="4472294" cy="848456"/>
          </a:xfrm>
          <a:prstGeom prst="rect">
            <a:avLst/>
          </a:prstGeom>
          <a:solidFill>
            <a:schemeClr val="accent5">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4000"/>
          </a:p>
        </p:txBody>
      </p:sp>
    </p:spTree>
    <p:extLst>
      <p:ext uri="{BB962C8B-B14F-4D97-AF65-F5344CB8AC3E}">
        <p14:creationId xmlns:p14="http://schemas.microsoft.com/office/powerpoint/2010/main" val="1381634556"/>
      </p:ext>
    </p:extLst>
  </p:cSld>
  <p:clrMapOvr>
    <a:masterClrMapping/>
  </p:clrMapOvr>
</p:sldLayout>
</file>

<file path=ppt/slideLayouts/slideLayout248.xml><?xml version="1.0" encoding="utf-8"?>
<p:sldLayout xmlns:a="http://schemas.openxmlformats.org/drawingml/2006/main" xmlns:r="http://schemas.openxmlformats.org/officeDocument/2006/relationships" xmlns:p="http://schemas.openxmlformats.org/presentationml/2006/main" showMasterSp="0" preserve="1" userDrawn="1">
  <p:cSld name="Wide Layout Single Column">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a:xfrm>
            <a:off x="8382000" y="13000317"/>
            <a:ext cx="5746892" cy="486410"/>
          </a:xfrm>
        </p:spPr>
        <p:txBody>
          <a:bodyPr lIns="18288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6724559"/>
            <a:ext cx="7183198"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6"/>
            <a:ext cx="7217706" cy="5292124"/>
          </a:xfrm>
        </p:spPr>
        <p:txBody>
          <a:bodyPr/>
          <a:lstStyle/>
          <a:p>
            <a:r>
              <a:rPr lang="en-US"/>
              <a:t>Click to edit Master title style</a:t>
            </a:r>
          </a:p>
        </p:txBody>
      </p:sp>
      <p:cxnSp>
        <p:nvCxnSpPr>
          <p:cNvPr id="8" name="Straight Connector 7">
            <a:extLst>
              <a:ext uri="{FF2B5EF4-FFF2-40B4-BE49-F238E27FC236}">
                <a16:creationId xmlns:a16="http://schemas.microsoft.com/office/drawing/2014/main" id="{F957024A-18DC-E948-83FF-954BAEFA54C4}"/>
              </a:ext>
            </a:extLst>
          </p:cNvPr>
          <p:cNvCxnSpPr>
            <a:cxnSpLocks/>
          </p:cNvCxnSpPr>
          <p:nvPr userDrawn="1"/>
        </p:nvCxnSpPr>
        <p:spPr>
          <a:xfrm>
            <a:off x="8382000" y="0"/>
            <a:ext cx="0" cy="13716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11" name="Text Placeholder 2">
            <a:extLst>
              <a:ext uri="{FF2B5EF4-FFF2-40B4-BE49-F238E27FC236}">
                <a16:creationId xmlns:a16="http://schemas.microsoft.com/office/drawing/2014/main" id="{9F9C88D5-EA56-4ED2-8CB6-44F2BBA4023F}"/>
              </a:ext>
            </a:extLst>
          </p:cNvPr>
          <p:cNvSpPr>
            <a:spLocks noGrp="1"/>
          </p:cNvSpPr>
          <p:nvPr>
            <p:ph idx="1"/>
          </p:nvPr>
        </p:nvSpPr>
        <p:spPr>
          <a:xfrm>
            <a:off x="8382000" y="624971"/>
            <a:ext cx="15255604" cy="12350774"/>
          </a:xfrm>
          <a:prstGeom prst="rect">
            <a:avLst/>
          </a:prstGeom>
        </p:spPr>
        <p:txBody>
          <a:bodyPr vert="horz" lIns="18288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Picture 11">
            <a:extLst>
              <a:ext uri="{FF2B5EF4-FFF2-40B4-BE49-F238E27FC236}">
                <a16:creationId xmlns:a16="http://schemas.microsoft.com/office/drawing/2014/main" id="{DDE50C59-4891-4B61-861D-AFDDCDDDBC49}"/>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2554843926"/>
      </p:ext>
    </p:extLst>
  </p:cSld>
  <p:clrMapOvr>
    <a:masterClrMapping/>
  </p:clrMapOvr>
</p:sldLayout>
</file>

<file path=ppt/slideLayouts/slideLayout249.xml><?xml version="1.0" encoding="utf-8"?>
<p:sldLayout xmlns:a="http://schemas.openxmlformats.org/drawingml/2006/main" xmlns:r="http://schemas.openxmlformats.org/officeDocument/2006/relationships" xmlns:p="http://schemas.openxmlformats.org/presentationml/2006/main" showMasterSp="0" preserve="1" userDrawn="1">
  <p:cSld name="Image Slide 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smtClean="0"/>
            </a:lvl1pPr>
          </a:lstStyle>
          <a:p>
            <a:pPr marR="0" lvl="0" fontAlgn="auto">
              <a:buSzTx/>
              <a:tabLst/>
            </a:pPr>
            <a:r>
              <a:rPr lang="en-US"/>
              <a:t>Click icon in the center of box to add picture</a:t>
            </a:r>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lstStyle>
            <a:lvl1pPr>
              <a:defRPr/>
            </a:lvl1pPr>
          </a:lstStyle>
          <a:p>
            <a:r>
              <a:rPr lang="en-US"/>
              <a:t>Click to edit Master title style</a:t>
            </a:r>
          </a:p>
        </p:txBody>
      </p:sp>
      <p:sp>
        <p:nvSpPr>
          <p:cNvPr id="10" name="Footer Placeholder 2">
            <a:extLst>
              <a:ext uri="{FF2B5EF4-FFF2-40B4-BE49-F238E27FC236}">
                <a16:creationId xmlns:a16="http://schemas.microsoft.com/office/drawing/2014/main" id="{7073E864-1AAE-4F30-B18C-AC7366759B29}"/>
              </a:ext>
            </a:extLst>
          </p:cNvPr>
          <p:cNvSpPr>
            <a:spLocks noGrp="1"/>
          </p:cNvSpPr>
          <p:nvPr>
            <p:ph type="ftr" sz="quarter" idx="10"/>
          </p:nvPr>
        </p:nvSpPr>
        <p:spPr>
          <a:xfrm>
            <a:off x="6477000" y="13000317"/>
            <a:ext cx="5518292" cy="486410"/>
          </a:xfrm>
        </p:spPr>
        <p:txBody>
          <a:bodyPr/>
          <a:lstStyle>
            <a:lvl1pPr>
              <a:defRPr>
                <a:solidFill>
                  <a:schemeClr val="bg1"/>
                </a:solidFill>
              </a:defRPr>
            </a:lvl1pPr>
          </a:lstStyle>
          <a:p>
            <a:endParaRPr lang="en-US"/>
          </a:p>
        </p:txBody>
      </p:sp>
      <p:sp>
        <p:nvSpPr>
          <p:cNvPr id="11" name="Text Placeholder 8">
            <a:extLst>
              <a:ext uri="{FF2B5EF4-FFF2-40B4-BE49-F238E27FC236}">
                <a16:creationId xmlns:a16="http://schemas.microsoft.com/office/drawing/2014/main" id="{08C770D2-29E4-4980-89B5-2CADCAA9838F}"/>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Picture 8">
            <a:extLst>
              <a:ext uri="{FF2B5EF4-FFF2-40B4-BE49-F238E27FC236}">
                <a16:creationId xmlns:a16="http://schemas.microsoft.com/office/drawing/2014/main" id="{A82C6687-F817-452E-A9E5-14021D46A7D9}"/>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1016381359"/>
      </p:ext>
    </p:extLst>
  </p:cSld>
  <p:clrMapOvr>
    <a:masterClrMapping/>
  </p:clrMapOvr>
</p:sldLayout>
</file>

<file path=ppt/slideLayouts/slideLayout250.xml><?xml version="1.0" encoding="utf-8"?>
<p:sldLayout xmlns:a="http://schemas.openxmlformats.org/drawingml/2006/main" xmlns:r="http://schemas.openxmlformats.org/officeDocument/2006/relationships" xmlns:p="http://schemas.openxmlformats.org/presentationml/2006/main" showMasterSp="0" preserve="1" userDrawn="1">
  <p:cSld name="Image Slide 2">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a:xfrm>
            <a:off x="6477000" y="13000317"/>
            <a:ext cx="5647832" cy="486410"/>
          </a:xfrm>
        </p:spPr>
        <p:txBody>
          <a:bodyPr lIns="182880"/>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tx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lstStyle>
            <a:lvl1pPr>
              <a:defRPr/>
            </a:lvl1pPr>
          </a:lstStyle>
          <a:p>
            <a:r>
              <a:rPr lang="en-US"/>
              <a:t>Click to edit Master title style</a:t>
            </a:r>
          </a:p>
        </p:txBody>
      </p:sp>
      <p:sp>
        <p:nvSpPr>
          <p:cNvPr id="11" name="Text Placeholder 8">
            <a:extLst>
              <a:ext uri="{FF2B5EF4-FFF2-40B4-BE49-F238E27FC236}">
                <a16:creationId xmlns:a16="http://schemas.microsoft.com/office/drawing/2014/main" id="{D6F74E0A-AB80-4D15-9EF8-AC6BAA371DF2}"/>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2">
            <a:extLst>
              <a:ext uri="{FF2B5EF4-FFF2-40B4-BE49-F238E27FC236}">
                <a16:creationId xmlns:a16="http://schemas.microsoft.com/office/drawing/2014/main" id="{FD053F94-CE8F-4987-AA33-DA71ADDB4BC1}"/>
              </a:ext>
            </a:extLst>
          </p:cNvPr>
          <p:cNvSpPr>
            <a:spLocks noGrp="1"/>
          </p:cNvSpPr>
          <p:nvPr>
            <p:ph idx="1"/>
          </p:nvPr>
        </p:nvSpPr>
        <p:spPr>
          <a:xfrm>
            <a:off x="17945102" y="624971"/>
            <a:ext cx="5715000" cy="12350774"/>
          </a:xfrm>
          <a:prstGeom prst="rect">
            <a:avLst/>
          </a:prstGeom>
        </p:spPr>
        <p:txBody>
          <a:bodyPr vert="horz" lIns="18288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Picture 11">
            <a:extLst>
              <a:ext uri="{FF2B5EF4-FFF2-40B4-BE49-F238E27FC236}">
                <a16:creationId xmlns:a16="http://schemas.microsoft.com/office/drawing/2014/main" id="{CD43B523-15C5-4B07-814A-A20877C99FBE}"/>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197099140"/>
      </p:ext>
    </p:extLst>
  </p:cSld>
  <p:clrMapOvr>
    <a:masterClrMapping/>
  </p:clrMapOvr>
</p:sldLayout>
</file>

<file path=ppt/slideLayouts/slideLayout251.xml><?xml version="1.0" encoding="utf-8"?>
<p:sldLayout xmlns:a="http://schemas.openxmlformats.org/drawingml/2006/main" xmlns:r="http://schemas.openxmlformats.org/officeDocument/2006/relationships" xmlns:p="http://schemas.openxmlformats.org/presentationml/2006/main" showMasterSp="0" preserve="1" userDrawn="1">
  <p:cSld name="Image Slide 3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lvl1pPr>
              <a:defRPr>
                <a:solidFill>
                  <a:schemeClr val="tx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8"/>
            <a:ext cx="11142008" cy="1215424"/>
          </a:xfrm>
        </p:spPr>
        <p:txBody>
          <a:bodyPr/>
          <a:lstStyle>
            <a:lvl1pPr>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5"/>
            <a:ext cx="11115598" cy="5944302"/>
          </a:xfrm>
        </p:spPr>
        <p:txBody>
          <a:bodyPr lIns="0"/>
          <a:lstStyle>
            <a:lvl1pPr>
              <a:defRPr/>
            </a:lvl1pPr>
            <a:lvl2pPr>
              <a:defRPr/>
            </a:lvl2pPr>
            <a:lvl3pPr>
              <a:defRPr/>
            </a:lvl3pPr>
            <a:lvl4pPr>
              <a:defRPr/>
            </a:lvl4pPr>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9" name="Picture 8">
            <a:extLst>
              <a:ext uri="{FF2B5EF4-FFF2-40B4-BE49-F238E27FC236}">
                <a16:creationId xmlns:a16="http://schemas.microsoft.com/office/drawing/2014/main" id="{D6BEBB49-959A-4EB0-A47F-63B63FBBE2B3}"/>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218836922"/>
      </p:ext>
    </p:extLst>
  </p:cSld>
  <p:clrMapOvr>
    <a:masterClrMapping/>
  </p:clrMapOvr>
</p:sldLayout>
</file>

<file path=ppt/slideLayouts/slideLayout252.xml><?xml version="1.0" encoding="utf-8"?>
<p:sldLayout xmlns:a="http://schemas.openxmlformats.org/drawingml/2006/main" xmlns:r="http://schemas.openxmlformats.org/officeDocument/2006/relationships" xmlns:p="http://schemas.openxmlformats.org/presentationml/2006/main" showMasterSp="0" preserve="1" userDrawn="1">
  <p:cSld name="Image Slide 3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lvl1pPr>
              <a:defRPr>
                <a:solidFill>
                  <a:schemeClr val="tx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3062106"/>
          </a:xfrm>
        </p:spPr>
        <p:txBody>
          <a:bodyPr/>
          <a:lstStyle>
            <a:lvl1pPr>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7"/>
            <a:ext cx="11115598" cy="5944302"/>
          </a:xfrm>
        </p:spPr>
        <p:txBody>
          <a:bodyPr l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8">
            <a:extLst>
              <a:ext uri="{FF2B5EF4-FFF2-40B4-BE49-F238E27FC236}">
                <a16:creationId xmlns:a16="http://schemas.microsoft.com/office/drawing/2014/main" id="{7E2CAB91-DDF9-42DE-8B4B-CC01A9F5884C}"/>
              </a:ext>
            </a:extLst>
          </p:cNvPr>
          <p:cNvSpPr>
            <a:spLocks noGrp="1"/>
          </p:cNvSpPr>
          <p:nvPr>
            <p:ph type="body" sz="quarter" idx="13" hasCustomPrompt="1"/>
          </p:nvPr>
        </p:nvSpPr>
        <p:spPr>
          <a:xfrm>
            <a:off x="688979" y="1752605"/>
            <a:ext cx="11122026" cy="139065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Picture 8">
            <a:extLst>
              <a:ext uri="{FF2B5EF4-FFF2-40B4-BE49-F238E27FC236}">
                <a16:creationId xmlns:a16="http://schemas.microsoft.com/office/drawing/2014/main" id="{56D9CD07-5AE1-482F-A618-9E43C9B6026D}"/>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1841225"/>
      </p:ext>
    </p:extLst>
  </p:cSld>
  <p:clrMapOvr>
    <a:masterClrMapping/>
  </p:clrMapOvr>
</p:sldLayout>
</file>

<file path=ppt/slideLayouts/slideLayout253.xml><?xml version="1.0" encoding="utf-8"?>
<p:sldLayout xmlns:a="http://schemas.openxmlformats.org/drawingml/2006/main" xmlns:r="http://schemas.openxmlformats.org/officeDocument/2006/relationships" xmlns:p="http://schemas.openxmlformats.org/presentationml/2006/main" showMasterSp="0" preserve="1" userDrawn="1">
  <p:cSld name="Image Slide 4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lvl1pPr>
              <a:defRPr>
                <a:solidFill>
                  <a:schemeClr val="tx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3062106"/>
          </a:xfrm>
        </p:spPr>
        <p:txBody>
          <a:bodyPr/>
          <a:lstStyle>
            <a:lvl1pPr>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5"/>
            <a:ext cx="5210098" cy="5944302"/>
          </a:xfrm>
        </p:spPr>
        <p:txBody>
          <a:bodyPr l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6C63B45C-B418-7748-8927-54F5E6F9FA61}"/>
              </a:ext>
            </a:extLst>
          </p:cNvPr>
          <p:cNvSpPr>
            <a:spLocks noGrp="1"/>
          </p:cNvSpPr>
          <p:nvPr>
            <p:ph type="body" sz="quarter" idx="16"/>
          </p:nvPr>
        </p:nvSpPr>
        <p:spPr>
          <a:xfrm>
            <a:off x="6477000" y="1752604"/>
            <a:ext cx="5333924" cy="5846640"/>
          </a:xfrm>
        </p:spPr>
        <p:txBody>
          <a:bodyPr l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9" name="Picture 8">
            <a:extLst>
              <a:ext uri="{FF2B5EF4-FFF2-40B4-BE49-F238E27FC236}">
                <a16:creationId xmlns:a16="http://schemas.microsoft.com/office/drawing/2014/main" id="{74CDD492-DA90-450D-9611-0AF03FB0F9F3}"/>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687256645"/>
      </p:ext>
    </p:extLst>
  </p:cSld>
  <p:clrMapOvr>
    <a:masterClrMapping/>
  </p:clrMapOvr>
</p:sldLayout>
</file>

<file path=ppt/slideLayouts/slideLayout254.xml><?xml version="1.0" encoding="utf-8"?>
<p:sldLayout xmlns:a="http://schemas.openxmlformats.org/drawingml/2006/main" xmlns:r="http://schemas.openxmlformats.org/officeDocument/2006/relationships" xmlns:p="http://schemas.openxmlformats.org/presentationml/2006/main" showMasterSp="0" preserve="1" userDrawn="1">
  <p:cSld name="Image Slide 4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lvl1pPr>
              <a:defRPr>
                <a:solidFill>
                  <a:schemeClr val="tx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3062106"/>
          </a:xfrm>
        </p:spPr>
        <p:txBody>
          <a:bodyPr/>
          <a:lstStyle>
            <a:lvl1pPr>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7"/>
            <a:ext cx="5210098" cy="5944302"/>
          </a:xfrm>
        </p:spPr>
        <p:txBody>
          <a:bodyPr l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6C63B45C-B418-7748-8927-54F5E6F9FA61}"/>
              </a:ext>
            </a:extLst>
          </p:cNvPr>
          <p:cNvSpPr>
            <a:spLocks noGrp="1"/>
          </p:cNvSpPr>
          <p:nvPr>
            <p:ph type="body" sz="quarter" idx="16"/>
          </p:nvPr>
        </p:nvSpPr>
        <p:spPr>
          <a:xfrm>
            <a:off x="6477000" y="3169804"/>
            <a:ext cx="5333924" cy="5846640"/>
          </a:xfrm>
        </p:spPr>
        <p:txBody>
          <a:bodyPr l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ext Placeholder 8">
            <a:extLst>
              <a:ext uri="{FF2B5EF4-FFF2-40B4-BE49-F238E27FC236}">
                <a16:creationId xmlns:a16="http://schemas.microsoft.com/office/drawing/2014/main" id="{9192A8DF-7DE3-4714-9178-8644E5472F7A}"/>
              </a:ext>
            </a:extLst>
          </p:cNvPr>
          <p:cNvSpPr>
            <a:spLocks noGrp="1"/>
          </p:cNvSpPr>
          <p:nvPr>
            <p:ph type="body" sz="quarter" idx="13" hasCustomPrompt="1"/>
          </p:nvPr>
        </p:nvSpPr>
        <p:spPr>
          <a:xfrm>
            <a:off x="688979" y="1752605"/>
            <a:ext cx="11122026" cy="139065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11" name="Picture 10">
            <a:extLst>
              <a:ext uri="{FF2B5EF4-FFF2-40B4-BE49-F238E27FC236}">
                <a16:creationId xmlns:a16="http://schemas.microsoft.com/office/drawing/2014/main" id="{8E10A35F-A572-41B6-9982-B2D09CD00418}"/>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4176562040"/>
      </p:ext>
    </p:extLst>
  </p:cSld>
  <p:clrMapOvr>
    <a:masterClrMapping/>
  </p:clrMapOvr>
</p:sldLayout>
</file>

<file path=ppt/slideLayouts/slideLayout255.xml><?xml version="1.0" encoding="utf-8"?>
<p:sldLayout xmlns:a="http://schemas.openxmlformats.org/drawingml/2006/main" xmlns:r="http://schemas.openxmlformats.org/officeDocument/2006/relationships" xmlns:p="http://schemas.openxmlformats.org/presentationml/2006/main" showMasterSp="0" preserve="1" userDrawn="1">
  <p:cSld name="1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sz="3600">
                <a:solidFill>
                  <a:schemeClr val="tx1"/>
                </a:solidFill>
              </a:rPr>
              <a:t>Click icon in the center of the slide to add picture</a:t>
            </a:r>
            <a:endParaRPr lang="en-US"/>
          </a:p>
        </p:txBody>
      </p:sp>
      <p:sp>
        <p:nvSpPr>
          <p:cNvPr id="8" name="Text Placeholder 2">
            <a:extLst>
              <a:ext uri="{FF2B5EF4-FFF2-40B4-BE49-F238E27FC236}">
                <a16:creationId xmlns:a16="http://schemas.microsoft.com/office/drawing/2014/main" id="{DE3845FB-10F7-4C99-A1E5-CEB253E259A7}"/>
              </a:ext>
            </a:extLst>
          </p:cNvPr>
          <p:cNvSpPr>
            <a:spLocks noGrp="1"/>
          </p:cNvSpPr>
          <p:nvPr>
            <p:ph idx="1"/>
          </p:nvPr>
        </p:nvSpPr>
        <p:spPr>
          <a:xfrm>
            <a:off x="6477003" y="4800600"/>
            <a:ext cx="5714998" cy="4114800"/>
          </a:xfrm>
          <a:prstGeom prst="rect">
            <a:avLst/>
          </a:prstGeom>
          <a:solidFill>
            <a:schemeClr val="bg1"/>
          </a:solidFill>
        </p:spPr>
        <p:txBody>
          <a:bodyPr vert="horz" lIns="182880" tIns="137160" rIns="18288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bg1"/>
          </a:solidFill>
          <a:ln w="12700">
            <a:noFill/>
          </a:ln>
        </p:spPr>
        <p:txBody>
          <a:bodyPr vert="horz" lIns="182880" tIns="91440" rIns="182880" bIns="155448" rtlCol="0" anchor="t" anchorCtr="0">
            <a:noAutofit/>
          </a:bodyPr>
          <a:lstStyle>
            <a:lvl1pPr>
              <a:defRPr lang="en-US" dirty="0">
                <a:ln w="9525">
                  <a:noFill/>
                </a:ln>
                <a:solidFill>
                  <a:schemeClr val="tx2"/>
                </a:solidFill>
              </a:defRPr>
            </a:lvl1pPr>
          </a:lstStyle>
          <a:p>
            <a:pPr marL="0" lvl="0" indent="0">
              <a:spcAft>
                <a:spcPts val="3000"/>
              </a:spcAft>
              <a:buFont typeface="Arial" panose="020B0604020202020204" pitchFamily="34" charset="0"/>
            </a:pPr>
            <a:r>
              <a:rPr lang="en-US"/>
              <a:t>Click to edit Master title style</a:t>
            </a:r>
          </a:p>
        </p:txBody>
      </p:sp>
      <p:sp>
        <p:nvSpPr>
          <p:cNvPr id="5" name="AutoShape 3">
            <a:extLst>
              <a:ext uri="{FF2B5EF4-FFF2-40B4-BE49-F238E27FC236}">
                <a16:creationId xmlns:a16="http://schemas.microsoft.com/office/drawing/2014/main" id="{69C2AE59-6CA1-45A7-8D89-5A2A716D8833}"/>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sp>
        <p:nvSpPr>
          <p:cNvPr id="7" name="Freeform 5">
            <a:extLst>
              <a:ext uri="{FF2B5EF4-FFF2-40B4-BE49-F238E27FC236}">
                <a16:creationId xmlns:a16="http://schemas.microsoft.com/office/drawing/2014/main" id="{62A334C7-39E0-4BC9-909A-79A06CAC7E86}"/>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1553052778"/>
      </p:ext>
    </p:extLst>
  </p:cSld>
  <p:clrMapOvr>
    <a:masterClrMapping/>
  </p:clrMapOvr>
</p:sldLayout>
</file>

<file path=ppt/slideLayouts/slideLayout256.xml><?xml version="1.0" encoding="utf-8"?>
<p:sldLayout xmlns:a="http://schemas.openxmlformats.org/drawingml/2006/main" xmlns:r="http://schemas.openxmlformats.org/officeDocument/2006/relationships" xmlns:p="http://schemas.openxmlformats.org/presentationml/2006/main" showMasterSp="0" preserve="1" userDrawn="1">
  <p:cSld name="4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75000"/>
            </a:schemeClr>
          </a:solidFill>
        </p:spPr>
        <p:txBody>
          <a:bodyPr vert="horz" lIns="365760" tIns="0" rIns="0" bIns="0" rtlCol="0">
            <a:noAutofit/>
          </a:bodyPr>
          <a:lstStyle>
            <a:lvl1pPr>
              <a:defRPr lang="en-US" noProof="0" dirty="0"/>
            </a:lvl1pPr>
          </a:lstStyle>
          <a:p>
            <a:pPr marR="0" lvl="0" fontAlgn="auto">
              <a:buSzTx/>
              <a:tabLst/>
            </a:pPr>
            <a:r>
              <a:rPr kumimoji="0" lang="en-US" sz="3600" b="0" i="0" u="none" strike="noStrike" kern="1200" cap="none" spc="0" normalizeH="0" baseline="0" noProof="0">
                <a:ln>
                  <a:noFill/>
                </a:ln>
                <a:solidFill>
                  <a:prstClr val="black"/>
                </a:solidFill>
                <a:effectLst/>
                <a:uLnTx/>
                <a:uFillTx/>
                <a:latin typeface="+mn-lt"/>
                <a:ea typeface="+mn-ea"/>
                <a:cs typeface="+mn-cs"/>
              </a:rPr>
              <a:t>Click icon in the center of the slide to add picture</a:t>
            </a:r>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92000" y="731520"/>
            <a:ext cx="5756148" cy="4069080"/>
          </a:xfrm>
          <a:solidFill>
            <a:schemeClr val="bg1"/>
          </a:solidFill>
          <a:ln w="12700">
            <a:noFill/>
          </a:ln>
        </p:spPr>
        <p:txBody>
          <a:bodyPr vert="horz" lIns="182880" tIns="91440" rIns="182880" bIns="155448" rtlCol="0" anchor="t" anchorCtr="0">
            <a:noAutofit/>
          </a:bodyPr>
          <a:lstStyle>
            <a:lvl1pPr>
              <a:defRPr lang="en-US" dirty="0">
                <a:ln w="9525">
                  <a:noFill/>
                </a:ln>
                <a:solidFill>
                  <a:schemeClr val="tx2"/>
                </a:solidFill>
              </a:defRPr>
            </a:lvl1pPr>
          </a:lstStyle>
          <a:p>
            <a:pPr marL="0" lvl="0" indent="0">
              <a:spcAft>
                <a:spcPts val="3000"/>
              </a:spcAft>
              <a:buFont typeface="Arial" panose="020B0604020202020204" pitchFamily="34" charset="0"/>
            </a:pPr>
            <a:r>
              <a:rPr lang="en-US"/>
              <a:t>Click to edit Master title style</a:t>
            </a:r>
          </a:p>
        </p:txBody>
      </p:sp>
      <p:sp>
        <p:nvSpPr>
          <p:cNvPr id="5" name="Content Placeholder 4">
            <a:extLst>
              <a:ext uri="{FF2B5EF4-FFF2-40B4-BE49-F238E27FC236}">
                <a16:creationId xmlns:a16="http://schemas.microsoft.com/office/drawing/2014/main" id="{A1FC5E1F-F93B-45F5-A1E9-06CBE05062C0}"/>
              </a:ext>
            </a:extLst>
          </p:cNvPr>
          <p:cNvSpPr>
            <a:spLocks noGrp="1"/>
          </p:cNvSpPr>
          <p:nvPr>
            <p:ph sz="quarter" idx="13"/>
          </p:nvPr>
        </p:nvSpPr>
        <p:spPr>
          <a:xfrm>
            <a:off x="17945100" y="4800600"/>
            <a:ext cx="5715000" cy="4114800"/>
          </a:xfrm>
          <a:solidFill>
            <a:schemeClr val="bg1"/>
          </a:solidFill>
        </p:spPr>
        <p:txBody>
          <a:bodyPr tIns="137160" rIns="18288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Freeform 5">
            <a:extLst>
              <a:ext uri="{FF2B5EF4-FFF2-40B4-BE49-F238E27FC236}">
                <a16:creationId xmlns:a16="http://schemas.microsoft.com/office/drawing/2014/main" id="{EBA87B6E-F16C-4855-A953-A8C4737FFBD6}"/>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2401234625"/>
      </p:ext>
    </p:extLst>
  </p:cSld>
  <p:clrMapOvr>
    <a:masterClrMapping/>
  </p:clrMapOvr>
</p:sldLayout>
</file>

<file path=ppt/slideLayouts/slideLayout257.xml><?xml version="1.0" encoding="utf-8"?>
<p:sldLayout xmlns:a="http://schemas.openxmlformats.org/drawingml/2006/main" xmlns:r="http://schemas.openxmlformats.org/officeDocument/2006/relationships" xmlns:p="http://schemas.openxmlformats.org/presentationml/2006/main" showMasterSp="0" preserve="1" userDrawn="1">
  <p:cSld name="Callout">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47731692-D7FB-43A5-9242-6381F710CEE4}"/>
              </a:ext>
            </a:extLst>
          </p:cNvPr>
          <p:cNvSpPr/>
          <p:nvPr userDrawn="1"/>
        </p:nvSpPr>
        <p:spPr bwMode="white">
          <a:xfrm>
            <a:off x="17945100" y="0"/>
            <a:ext cx="6438900" cy="13716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8452592" y="621792"/>
            <a:ext cx="5202936" cy="12353544"/>
          </a:xfrm>
        </p:spPr>
        <p:txBody>
          <a:bodyPr vert="horz" lIns="0" tIns="0" rIns="0" bIns="0" rtlCol="0">
            <a:noAutofit/>
          </a:bodyPr>
          <a:lstStyle>
            <a:lvl1pPr marL="0" indent="0">
              <a:lnSpc>
                <a:spcPct val="110000"/>
              </a:lnSpc>
              <a:buNone/>
              <a:defRPr lang="en-US" sz="5200" dirty="0">
                <a:ln w="3175">
                  <a:noFill/>
                </a:ln>
                <a:solidFill>
                  <a:schemeClr val="bg1"/>
                </a:solidFill>
              </a:defRPr>
            </a:lvl1pPr>
          </a:lstStyle>
          <a:p>
            <a:pPr lvl="0" fontAlgn="base">
              <a:spcAft>
                <a:spcPts val="5250"/>
              </a:spcAft>
            </a:pPr>
            <a:r>
              <a:rPr lang="en-US"/>
              <a:t>Additional information if needed</a:t>
            </a:r>
          </a:p>
        </p:txBody>
      </p:sp>
      <p:sp>
        <p:nvSpPr>
          <p:cNvPr id="12" name="Text Placeholder 11">
            <a:extLst>
              <a:ext uri="{FF2B5EF4-FFF2-40B4-BE49-F238E27FC236}">
                <a16:creationId xmlns:a16="http://schemas.microsoft.com/office/drawing/2014/main" id="{C7C1E554-861B-49F4-AA38-891CFFC9B9FC}"/>
              </a:ext>
            </a:extLst>
          </p:cNvPr>
          <p:cNvSpPr>
            <a:spLocks noGrp="1"/>
          </p:cNvSpPr>
          <p:nvPr>
            <p:ph type="body" sz="quarter" idx="14" hasCustomPrompt="1"/>
          </p:nvPr>
        </p:nvSpPr>
        <p:spPr>
          <a:xfrm>
            <a:off x="723903" y="400053"/>
            <a:ext cx="16935450" cy="9505950"/>
          </a:xfrm>
        </p:spPr>
        <p:txBody>
          <a:bodyPr lIns="0"/>
          <a:lstStyle>
            <a:lvl1pPr marL="0" indent="0">
              <a:buFont typeface="Arial" panose="020B0604020202020204" pitchFamily="34" charset="0"/>
              <a:buNone/>
              <a:defRPr lang="en-US" sz="13400" kern="1200" dirty="0">
                <a:ln w="38100">
                  <a:noFill/>
                </a:ln>
                <a:solidFill>
                  <a:srgbClr val="EB0000"/>
                </a:solidFill>
                <a:latin typeface="+mj-lt"/>
                <a:ea typeface="+mj-ea"/>
                <a:cs typeface="+mj-cs"/>
              </a:defRPr>
            </a:lvl1pPr>
          </a:lstStyle>
          <a:p>
            <a:pPr marL="285750" lvl="0" indent="-285750" fontAlgn="b">
              <a:lnSpc>
                <a:spcPct val="112000"/>
              </a:lnSpc>
              <a:spcBef>
                <a:spcPct val="0"/>
              </a:spcBef>
            </a:pPr>
            <a:r>
              <a:rPr lang="en-US"/>
              <a:t>Callout slide</a:t>
            </a:r>
          </a:p>
        </p:txBody>
      </p:sp>
      <p:pic>
        <p:nvPicPr>
          <p:cNvPr id="11" name="Picture 10">
            <a:extLst>
              <a:ext uri="{FF2B5EF4-FFF2-40B4-BE49-F238E27FC236}">
                <a16:creationId xmlns:a16="http://schemas.microsoft.com/office/drawing/2014/main" id="{D4434CB0-2D97-49C4-9549-325F9A985CA1}"/>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3319155189"/>
      </p:ext>
    </p:extLst>
  </p:cSld>
  <p:clrMapOvr>
    <a:masterClrMapping/>
  </p:clrMapOvr>
</p:sldLayout>
</file>

<file path=ppt/slideLayouts/slideLayout258.xml><?xml version="1.0" encoding="utf-8"?>
<p:sldLayout xmlns:a="http://schemas.openxmlformats.org/drawingml/2006/main" xmlns:r="http://schemas.openxmlformats.org/officeDocument/2006/relationships" xmlns:p="http://schemas.openxmlformats.org/presentationml/2006/main" showMasterSp="0" preserve="1" userDrawn="1">
  <p:cSld name="Quote">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47731692-D7FB-43A5-9242-6381F710CEE4}"/>
              </a:ext>
            </a:extLst>
          </p:cNvPr>
          <p:cNvSpPr/>
          <p:nvPr userDrawn="1"/>
        </p:nvSpPr>
        <p:spPr bwMode="white">
          <a:xfrm>
            <a:off x="17945100" y="0"/>
            <a:ext cx="6438900" cy="13716000"/>
          </a:xfrm>
          <a:prstGeom prst="rect">
            <a:avLst/>
          </a:prstGeom>
          <a:solidFill>
            <a:srgbClr val="EB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8" name="Content Placeholder 7">
            <a:extLst>
              <a:ext uri="{FF2B5EF4-FFF2-40B4-BE49-F238E27FC236}">
                <a16:creationId xmlns:a16="http://schemas.microsoft.com/office/drawing/2014/main" id="{6CA01019-F071-4E1A-99E8-170815F58D79}"/>
              </a:ext>
            </a:extLst>
          </p:cNvPr>
          <p:cNvSpPr>
            <a:spLocks noGrp="1"/>
          </p:cNvSpPr>
          <p:nvPr>
            <p:ph sz="quarter" idx="15" hasCustomPrompt="1"/>
          </p:nvPr>
        </p:nvSpPr>
        <p:spPr>
          <a:xfrm>
            <a:off x="18440399" y="628652"/>
            <a:ext cx="5238750" cy="12344400"/>
          </a:xfrm>
        </p:spPr>
        <p:txBody>
          <a:bodyPr lIns="0"/>
          <a:lstStyle>
            <a:lvl1pPr marL="0" indent="0">
              <a:lnSpc>
                <a:spcPct val="110000"/>
              </a:lnSpc>
              <a:buNone/>
              <a:defRPr sz="5200">
                <a:solidFill>
                  <a:schemeClr val="bg1"/>
                </a:solidFill>
              </a:defRPr>
            </a:lvl1pPr>
            <a:lvl2pPr marL="566736" indent="0">
              <a:buNone/>
              <a:defRPr sz="5200">
                <a:solidFill>
                  <a:schemeClr val="bg1"/>
                </a:solidFill>
              </a:defRPr>
            </a:lvl2pPr>
            <a:lvl3pPr marL="1133474" indent="0">
              <a:buNone/>
              <a:defRPr sz="5200">
                <a:solidFill>
                  <a:schemeClr val="bg1"/>
                </a:solidFill>
              </a:defRPr>
            </a:lvl3pPr>
            <a:lvl4pPr marL="1700212" indent="0">
              <a:buNone/>
              <a:defRPr sz="5200">
                <a:solidFill>
                  <a:schemeClr val="bg1"/>
                </a:solidFill>
              </a:defRPr>
            </a:lvl4pPr>
            <a:lvl5pPr marL="2266950" indent="0">
              <a:buNone/>
              <a:defRPr sz="5200">
                <a:solidFill>
                  <a:schemeClr val="bg1"/>
                </a:solidFill>
              </a:defRPr>
            </a:lvl5pPr>
          </a:lstStyle>
          <a:p>
            <a:pPr lvl="0"/>
            <a:r>
              <a:rPr lang="en-US"/>
              <a:t>Additional information if needed</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hasCustomPrompt="1"/>
          </p:nvPr>
        </p:nvSpPr>
        <p:spPr>
          <a:xfrm>
            <a:off x="585219" y="393192"/>
            <a:ext cx="17192098" cy="10488628"/>
          </a:xfrm>
          <a:ln w="12700">
            <a:noFill/>
          </a:ln>
        </p:spPr>
        <p:txBody>
          <a:bodyPr vert="horz" lIns="0" tIns="0" rIns="0" bIns="0" rtlCol="0" anchor="t" anchorCtr="0">
            <a:noAutofit/>
          </a:bodyPr>
          <a:lstStyle>
            <a:lvl1pPr marL="0" indent="0">
              <a:buNone/>
              <a:defRPr lang="en-US" sz="13400" i="1" dirty="0">
                <a:ln w="38100">
                  <a:noFill/>
                </a:ln>
                <a:solidFill>
                  <a:srgbClr val="EB0000"/>
                </a:solidFill>
                <a:latin typeface="+mj-lt"/>
                <a:ea typeface="+mj-ea"/>
                <a:cs typeface="+mj-cs"/>
              </a:defRPr>
            </a:lvl1pPr>
          </a:lstStyle>
          <a:p>
            <a:pPr marL="285750" lvl="0" indent="-285750" fontAlgn="b">
              <a:lnSpc>
                <a:spcPct val="112000"/>
              </a:lnSpc>
              <a:spcBef>
                <a:spcPct val="0"/>
              </a:spcBef>
            </a:pPr>
            <a:r>
              <a:rPr lang="en-US"/>
              <a:t>“Quote” slide</a:t>
            </a:r>
          </a:p>
        </p:txBody>
      </p:sp>
      <p:sp>
        <p:nvSpPr>
          <p:cNvPr id="6" name="Text Placeholder 5">
            <a:extLst>
              <a:ext uri="{FF2B5EF4-FFF2-40B4-BE49-F238E27FC236}">
                <a16:creationId xmlns:a16="http://schemas.microsoft.com/office/drawing/2014/main" id="{3044BCD3-75F2-9749-A1BD-AE47F442AD56}"/>
              </a:ext>
            </a:extLst>
          </p:cNvPr>
          <p:cNvSpPr>
            <a:spLocks noGrp="1"/>
          </p:cNvSpPr>
          <p:nvPr>
            <p:ph type="body" sz="quarter" idx="14" hasCustomPrompt="1"/>
          </p:nvPr>
        </p:nvSpPr>
        <p:spPr>
          <a:xfrm>
            <a:off x="690774" y="10814036"/>
            <a:ext cx="17106900" cy="800100"/>
          </a:xfrm>
        </p:spPr>
        <p:txBody>
          <a:bodyPr vert="horz" lIns="0" tIns="0" rIns="0" bIns="0" rtlCol="0">
            <a:noAutofit/>
          </a:bodyPr>
          <a:lstStyle>
            <a:lvl1pPr marL="0" indent="0">
              <a:buNone/>
              <a:defRPr lang="en-US" sz="3600" smtClean="0">
                <a:solidFill>
                  <a:schemeClr val="tx1"/>
                </a:solidFill>
              </a:defRPr>
            </a:lvl1pPr>
            <a:lvl2pPr>
              <a:defRPr lang="en-US" smtClean="0"/>
            </a:lvl2pPr>
            <a:lvl3pPr>
              <a:defRPr lang="en-US" smtClean="0"/>
            </a:lvl3pPr>
            <a:lvl4pPr>
              <a:defRPr lang="en-US" smtClean="0"/>
            </a:lvl4pPr>
            <a:lvl5pPr>
              <a:defRPr lang="en-US"/>
            </a:lvl5pPr>
          </a:lstStyle>
          <a:p>
            <a:pPr marL="285750" lvl="0" indent="-285750"/>
            <a:r>
              <a:rPr lang="en-US"/>
              <a:t>Quote Source (Name)</a:t>
            </a:r>
          </a:p>
        </p:txBody>
      </p:sp>
      <p:pic>
        <p:nvPicPr>
          <p:cNvPr id="9" name="Picture 8">
            <a:extLst>
              <a:ext uri="{FF2B5EF4-FFF2-40B4-BE49-F238E27FC236}">
                <a16:creationId xmlns:a16="http://schemas.microsoft.com/office/drawing/2014/main" id="{841E7A66-D870-4C1E-9E6E-1A17919A41F5}"/>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2632352101"/>
      </p:ext>
    </p:extLst>
  </p:cSld>
  <p:clrMapOvr>
    <a:masterClrMapping/>
  </p:clrMapOvr>
</p:sldLayout>
</file>

<file path=ppt/slideLayouts/slideLayout259.xml><?xml version="1.0" encoding="utf-8"?>
<p:sldLayout xmlns:a="http://schemas.openxmlformats.org/drawingml/2006/main" xmlns:r="http://schemas.openxmlformats.org/officeDocument/2006/relationships" xmlns:p="http://schemas.openxmlformats.org/presentationml/2006/main" showMasterSp="0" preserve="1" userDrawn="1">
  <p:cSld name="Single Column - Re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lvl1pPr>
              <a:defRPr>
                <a:solidFill>
                  <a:schemeClr val="bg1"/>
                </a:solidFill>
              </a:defRPr>
            </a:lvl1pPr>
          </a:lstStyle>
          <a:p>
            <a:r>
              <a:rPr lang="en-US"/>
              <a:t>Click to edit Master title style</a:t>
            </a:r>
          </a:p>
        </p:txBody>
      </p:sp>
      <p:sp>
        <p:nvSpPr>
          <p:cNvPr id="10" name="Freeform 5">
            <a:extLst>
              <a:ext uri="{FF2B5EF4-FFF2-40B4-BE49-F238E27FC236}">
                <a16:creationId xmlns:a16="http://schemas.microsoft.com/office/drawing/2014/main" id="{E1422F4A-F341-4586-A8F8-46D4C7276617}"/>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4027834419"/>
      </p:ext>
    </p:extLst>
  </p:cSld>
  <p:clrMapOvr>
    <a:masterClrMapping/>
  </p:clrMapOvr>
</p:sldLayout>
</file>

<file path=ppt/slideLayouts/slideLayout260.xml><?xml version="1.0" encoding="utf-8"?>
<p:sldLayout xmlns:a="http://schemas.openxmlformats.org/drawingml/2006/main" xmlns:r="http://schemas.openxmlformats.org/officeDocument/2006/relationships" xmlns:p="http://schemas.openxmlformats.org/presentationml/2006/main" showMasterSp="0" preserve="1" userDrawn="1">
  <p:cSld name="Three Quarters Image Slide">
    <p:bg>
      <p:bgPr>
        <a:solidFill>
          <a:srgbClr val="EB0000"/>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6ADF87FB-085E-4952-9CFB-477310A66959}"/>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9" name="Freeform 5">
            <a:extLst>
              <a:ext uri="{FF2B5EF4-FFF2-40B4-BE49-F238E27FC236}">
                <a16:creationId xmlns:a16="http://schemas.microsoft.com/office/drawing/2014/main" id="{B5845AAA-BED0-4398-B713-72768175EACE}"/>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2595423907"/>
      </p:ext>
    </p:extLst>
  </p:cSld>
  <p:clrMapOvr>
    <a:masterClrMapping/>
  </p:clrMapOvr>
</p:sldLayout>
</file>

<file path=ppt/slideLayouts/slideLayout261.xml><?xml version="1.0" encoding="utf-8"?>
<p:sldLayout xmlns:a="http://schemas.openxmlformats.org/drawingml/2006/main" xmlns:r="http://schemas.openxmlformats.org/officeDocument/2006/relationships" xmlns:p="http://schemas.openxmlformats.org/presentationml/2006/main" showMasterSp="0" preserve="1" userDrawn="1">
  <p:cSld name="1/4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12192000" cy="6858000"/>
          </a:xfrm>
          <a:prstGeom prst="rect">
            <a:avLst/>
          </a:prstGeom>
          <a:solidFill>
            <a:srgbClr val="EB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5" y="539496"/>
            <a:ext cx="10377006" cy="4695892"/>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bwMode="white">
          <a:xfrm>
            <a:off x="12188952" y="0"/>
            <a:ext cx="12188952" cy="6858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785812"/>
          </a:xfrm>
          <a:ln>
            <a:noFill/>
          </a:ln>
        </p:spPr>
        <p:txBody>
          <a:bodyPr vert="horz" lIns="0" tIns="0" rIns="0" bIns="0" rtlCol="0">
            <a:no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82481" y="7127210"/>
            <a:ext cx="5216526" cy="786384"/>
          </a:xfrm>
        </p:spPr>
        <p:txBody>
          <a:bodyPr vert="horz" lIns="0" tIns="0" rIns="0" bIns="0" rtlCol="0">
            <a:noAutofit/>
          </a:bodyPr>
          <a:lstStyle>
            <a:lvl1pPr marL="0" indent="0">
              <a:buNone/>
              <a:defRPr lang="en-US" sz="38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8405" y="7127210"/>
            <a:ext cx="5216614" cy="786384"/>
          </a:xfrm>
        </p:spPr>
        <p:txBody>
          <a:bodyPr vert="horz" lIns="0" tIns="0" rIns="0" bIns="0" rtlCol="0">
            <a:noAutofit/>
          </a:bodyPr>
          <a:lstStyle>
            <a:lvl1pPr marL="0" indent="0">
              <a:buNone/>
              <a:defRPr lang="en-US" sz="38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52406" y="7127210"/>
            <a:ext cx="5216644" cy="786384"/>
          </a:xfrm>
        </p:spPr>
        <p:txBody>
          <a:bodyPr vert="horz" lIns="0" tIns="0" rIns="0" bIns="0" rtlCol="0">
            <a:noAutofit/>
          </a:bodyPr>
          <a:lstStyle>
            <a:lvl1pPr marL="0" indent="0">
              <a:buNone/>
              <a:defRPr lang="en-US" sz="3800">
                <a:ln w="3175">
                  <a:noFill/>
                </a:ln>
                <a:solidFill>
                  <a:schemeClr val="tx2"/>
                </a:solidFill>
              </a:defRPr>
            </a:lvl1pPr>
          </a:lstStyle>
          <a:p>
            <a:pPr lvl="0" fontAlgn="base"/>
            <a:r>
              <a:rPr lang="en-US"/>
              <a:t>Column Header 4</a:t>
            </a:r>
          </a:p>
        </p:txBody>
      </p:sp>
      <p:sp>
        <p:nvSpPr>
          <p:cNvPr id="17" name="Text Placeholder 6">
            <a:extLst>
              <a:ext uri="{FF2B5EF4-FFF2-40B4-BE49-F238E27FC236}">
                <a16:creationId xmlns:a16="http://schemas.microsoft.com/office/drawing/2014/main" id="{F1BE4CE4-FD45-443A-BF63-DD30D8352F18}"/>
              </a:ext>
            </a:extLst>
          </p:cNvPr>
          <p:cNvSpPr>
            <a:spLocks noGrp="1"/>
          </p:cNvSpPr>
          <p:nvPr>
            <p:ph type="body" sz="quarter" idx="21"/>
          </p:nvPr>
        </p:nvSpPr>
        <p:spPr>
          <a:xfrm>
            <a:off x="696292" y="7822154"/>
            <a:ext cx="5208456" cy="4743988"/>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9" name="Text Placeholder 27">
            <a:extLst>
              <a:ext uri="{FF2B5EF4-FFF2-40B4-BE49-F238E27FC236}">
                <a16:creationId xmlns:a16="http://schemas.microsoft.com/office/drawing/2014/main" id="{9E9A9093-0FB5-474B-89ED-A35D3811588C}"/>
              </a:ext>
            </a:extLst>
          </p:cNvPr>
          <p:cNvSpPr>
            <a:spLocks noGrp="1"/>
          </p:cNvSpPr>
          <p:nvPr>
            <p:ph type="body" sz="quarter" idx="22"/>
          </p:nvPr>
        </p:nvSpPr>
        <p:spPr>
          <a:xfrm>
            <a:off x="6482478" y="7822157"/>
            <a:ext cx="5211048" cy="4743474"/>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0" name="Text Placeholder 29">
            <a:extLst>
              <a:ext uri="{FF2B5EF4-FFF2-40B4-BE49-F238E27FC236}">
                <a16:creationId xmlns:a16="http://schemas.microsoft.com/office/drawing/2014/main" id="{FF042C6C-A711-46C7-BA08-D7D1DBA5B436}"/>
              </a:ext>
            </a:extLst>
          </p:cNvPr>
          <p:cNvSpPr>
            <a:spLocks noGrp="1"/>
          </p:cNvSpPr>
          <p:nvPr>
            <p:ph type="body" sz="quarter" idx="23"/>
          </p:nvPr>
        </p:nvSpPr>
        <p:spPr>
          <a:xfrm>
            <a:off x="12198409" y="7822157"/>
            <a:ext cx="5209338" cy="4743474"/>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1" name="Text Placeholder 31">
            <a:extLst>
              <a:ext uri="{FF2B5EF4-FFF2-40B4-BE49-F238E27FC236}">
                <a16:creationId xmlns:a16="http://schemas.microsoft.com/office/drawing/2014/main" id="{E0D4AA41-1DA9-4674-8804-6E312BE2AEE4}"/>
              </a:ext>
            </a:extLst>
          </p:cNvPr>
          <p:cNvSpPr>
            <a:spLocks noGrp="1"/>
          </p:cNvSpPr>
          <p:nvPr>
            <p:ph type="body" sz="quarter" idx="24"/>
          </p:nvPr>
        </p:nvSpPr>
        <p:spPr>
          <a:xfrm>
            <a:off x="17952409" y="7822157"/>
            <a:ext cx="5209338" cy="4743474"/>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23" name="Picture 22">
            <a:extLst>
              <a:ext uri="{FF2B5EF4-FFF2-40B4-BE49-F238E27FC236}">
                <a16:creationId xmlns:a16="http://schemas.microsoft.com/office/drawing/2014/main" id="{A5EF6E62-49B7-4648-BD94-6E22AA138C49}"/>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2077659975"/>
      </p:ext>
    </p:extLst>
  </p:cSld>
  <p:clrMapOvr>
    <a:masterClrMapping/>
  </p:clrMapOvr>
</p:sldLayout>
</file>

<file path=ppt/slideLayouts/slideLayout262.xml><?xml version="1.0" encoding="utf-8"?>
<p:sldLayout xmlns:a="http://schemas.openxmlformats.org/drawingml/2006/main" xmlns:r="http://schemas.openxmlformats.org/officeDocument/2006/relationships" xmlns:p="http://schemas.openxmlformats.org/presentationml/2006/main" showMasterSp="0" preserve="1" userDrawn="1">
  <p:cSld name="1/6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12192000" cy="3810000"/>
          </a:xfrm>
          <a:prstGeom prst="rect">
            <a:avLst/>
          </a:prstGeom>
          <a:solidFill>
            <a:srgbClr val="EB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2" y="539496"/>
            <a:ext cx="11295888" cy="3270504"/>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7088108"/>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bwMode="white">
          <a:xfrm>
            <a:off x="12188952" y="2"/>
            <a:ext cx="12195048" cy="3810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785812"/>
          </a:xfrm>
        </p:spPr>
        <p:txBody>
          <a:bodyPr vert="horz" lIns="0" tIns="0" rIns="0" bIns="0" rtlCol="0">
            <a:no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786384"/>
          </a:xfrm>
        </p:spPr>
        <p:txBody>
          <a:bodyPr vert="horz" lIns="0" tIns="0" rIns="0" bIns="0" rtlCol="0">
            <a:noAutofit/>
          </a:bodyPr>
          <a:lstStyle>
            <a:lvl1pPr marL="0" indent="0">
              <a:buNone/>
              <a:defRPr lang="en-US" sz="38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786384"/>
          </a:xfrm>
        </p:spPr>
        <p:txBody>
          <a:bodyPr vert="horz" lIns="0" tIns="0" rIns="0" bIns="0" rtlCol="0">
            <a:noAutofit/>
          </a:bodyPr>
          <a:lstStyle>
            <a:lvl1pPr marL="0" indent="0">
              <a:buNone/>
              <a:defRPr lang="en-US" sz="38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786384"/>
          </a:xfrm>
        </p:spPr>
        <p:txBody>
          <a:bodyPr vert="horz" lIns="0" tIns="0" rIns="0" bIns="0" rtlCol="0">
            <a:noAutofit/>
          </a:bodyPr>
          <a:lstStyle>
            <a:lvl1pPr marL="0" indent="0">
              <a:buNone/>
              <a:defRPr lang="en-US" sz="3800">
                <a:ln w="3175">
                  <a:noFill/>
                </a:ln>
                <a:solidFill>
                  <a:schemeClr val="tx2"/>
                </a:solidFill>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3"/>
            <a:ext cx="521104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7" name="Picture 16">
            <a:extLst>
              <a:ext uri="{FF2B5EF4-FFF2-40B4-BE49-F238E27FC236}">
                <a16:creationId xmlns:a16="http://schemas.microsoft.com/office/drawing/2014/main" id="{003C9149-C5DE-41D7-AA30-BF91FED573C2}"/>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3241336799"/>
      </p:ext>
    </p:extLst>
  </p:cSld>
  <p:clrMapOvr>
    <a:masterClrMapping/>
  </p:clrMapOvr>
</p:sldLayout>
</file>

<file path=ppt/slideLayouts/slideLayout263.xml><?xml version="1.0" encoding="utf-8"?>
<p:sldLayout xmlns:a="http://schemas.openxmlformats.org/drawingml/2006/main" xmlns:r="http://schemas.openxmlformats.org/officeDocument/2006/relationships" xmlns:p="http://schemas.openxmlformats.org/presentationml/2006/main" showMasterSp="0" preserve="1" userDrawn="1">
  <p:cSld name="Half Image Slide">
    <p:bg>
      <p:bgPr>
        <a:solidFill>
          <a:srgbClr val="EB0000"/>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2" y="3685032"/>
            <a:ext cx="11120928" cy="2276856"/>
          </a:xfrm>
        </p:spPr>
        <p:txBody>
          <a:bodyPr vert="horz" lIns="0" tIns="0" rIns="0" bIns="0" rtlCol="0">
            <a:noAutofit/>
          </a:bodyPr>
          <a:lstStyle>
            <a:lvl1pPr marL="22226" indent="-22226" algn="l">
              <a:buFontTx/>
              <a:buNone/>
              <a:tabLst/>
              <a:defRPr lang="en-US" sz="3800" dirty="0">
                <a:ln w="3175">
                  <a:noFill/>
                </a:ln>
                <a:solidFill>
                  <a:schemeClr val="bg1"/>
                </a:solidFill>
              </a:defRPr>
            </a:lvl1pPr>
          </a:lstStyle>
          <a:p>
            <a:pPr marL="285750" lvl="0" indent="-285750" fontAlgn="base"/>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3062106"/>
          </a:xfrm>
        </p:spPr>
        <p:txBody>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695324" y="6759577"/>
            <a:ext cx="11115676" cy="5737226"/>
          </a:xfrm>
        </p:spPr>
        <p:txBody>
          <a:bodyPr lIns="0"/>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sp>
        <p:nvSpPr>
          <p:cNvPr id="12" name="Freeform 5">
            <a:extLst>
              <a:ext uri="{FF2B5EF4-FFF2-40B4-BE49-F238E27FC236}">
                <a16:creationId xmlns:a16="http://schemas.microsoft.com/office/drawing/2014/main" id="{D54D659C-D8FD-4F93-8C77-B8A55AFB2AE7}"/>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2334872985"/>
      </p:ext>
    </p:extLst>
  </p:cSld>
  <p:clrMapOvr>
    <a:masterClrMapping/>
  </p:clrMapOvr>
</p:sldLayout>
</file>

<file path=ppt/slideLayouts/slideLayout264.xml><?xml version="1.0" encoding="utf-8"?>
<p:sldLayout xmlns:a="http://schemas.openxmlformats.org/drawingml/2006/main" xmlns:r="http://schemas.openxmlformats.org/officeDocument/2006/relationships" xmlns:p="http://schemas.openxmlformats.org/presentationml/2006/main" showMasterSp="0" preserve="1" userDrawn="1">
  <p:cSld name="Half Image Slide 2">
    <p:bg>
      <p:bgPr>
        <a:solidFill>
          <a:srgbClr val="EB0000"/>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2539172" y="3685032"/>
            <a:ext cx="11120928" cy="2276856"/>
          </a:xfrm>
        </p:spPr>
        <p:txBody>
          <a:bodyPr vert="horz" lIns="0" tIns="0" rIns="0" bIns="0" rtlCol="0">
            <a:no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12518092" y="537179"/>
            <a:ext cx="11142008" cy="3062106"/>
          </a:xfrm>
        </p:spPr>
        <p:txBody>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12544424" y="6759577"/>
            <a:ext cx="11115676" cy="5737226"/>
          </a:xfrm>
        </p:spPr>
        <p:txBody>
          <a:bodyPr lIns="0"/>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Footer Placeholder 1">
            <a:extLst>
              <a:ext uri="{FF2B5EF4-FFF2-40B4-BE49-F238E27FC236}">
                <a16:creationId xmlns:a16="http://schemas.microsoft.com/office/drawing/2014/main" id="{D6180987-34BC-BB49-BF99-2ACD33B56FF7}"/>
              </a:ext>
            </a:extLst>
          </p:cNvPr>
          <p:cNvSpPr>
            <a:spLocks noGrp="1"/>
          </p:cNvSpPr>
          <p:nvPr>
            <p:ph type="ftr" sz="quarter" idx="16"/>
          </p:nvPr>
        </p:nvSpPr>
        <p:spPr/>
        <p:txBody>
          <a:bodyPr/>
          <a:lstStyle>
            <a:lvl1pPr>
              <a:defRPr>
                <a:solidFill>
                  <a:schemeClr val="bg1"/>
                </a:solidFill>
              </a:defRPr>
            </a:lvl1pPr>
          </a:lstStyle>
          <a:p>
            <a:endParaRPr lang="en-US"/>
          </a:p>
        </p:txBody>
      </p:sp>
      <p:sp>
        <p:nvSpPr>
          <p:cNvPr id="11" name="Freeform 5">
            <a:extLst>
              <a:ext uri="{FF2B5EF4-FFF2-40B4-BE49-F238E27FC236}">
                <a16:creationId xmlns:a16="http://schemas.microsoft.com/office/drawing/2014/main" id="{E2A96162-D306-4576-A5C2-48AEDBC2AE86}"/>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1814256617"/>
      </p:ext>
    </p:extLst>
  </p:cSld>
  <p:clrMapOvr>
    <a:masterClrMapping/>
  </p:clrMapOvr>
</p:sldLayout>
</file>

<file path=ppt/slideLayouts/slideLayout265.xml><?xml version="1.0" encoding="utf-8"?>
<p:sldLayout xmlns:a="http://schemas.openxmlformats.org/drawingml/2006/main" xmlns:r="http://schemas.openxmlformats.org/officeDocument/2006/relationships" xmlns:p="http://schemas.openxmlformats.org/presentationml/2006/main" showMasterSp="0" preserve="1" userDrawn="1">
  <p:cSld name="Half Image Slide 3">
    <p:bg>
      <p:bgPr>
        <a:solidFill>
          <a:srgbClr val="EB0000"/>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4" y="3685032"/>
            <a:ext cx="5215428" cy="2276856"/>
          </a:xfrm>
        </p:spPr>
        <p:txBody>
          <a:bodyPr vert="horz" lIns="0" tIns="0" rIns="0" bIns="0" rtlCol="0">
            <a:no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18453100" y="621792"/>
            <a:ext cx="5207000" cy="12353544"/>
          </a:xfrm>
        </p:spPr>
        <p:txBody>
          <a:bodyPr vert="horz" lIns="0" tIns="0" rIns="0" bIns="0" rtlCol="0">
            <a:noAutofit/>
          </a:bodyPr>
          <a:lstStyle>
            <a:lvl1pPr marL="285750" marR="0" indent="-285750"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smtClean="0">
                <a:solidFill>
                  <a:schemeClr val="bg1"/>
                </a:solidFill>
              </a:defRPr>
            </a:lvl1pPr>
            <a:lvl2pPr marL="857250" marR="0" indent="-290514"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dirty="0" smtClean="0">
                <a:solidFill>
                  <a:schemeClr val="bg1"/>
                </a:solidFill>
              </a:defRPr>
            </a:lvl2pPr>
            <a:lvl3pPr marL="1428750" marR="0" indent="-295276"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dirty="0" smtClean="0">
                <a:solidFill>
                  <a:schemeClr val="bg1"/>
                </a:solidFill>
              </a:defRPr>
            </a:lvl3pPr>
            <a:lvl4pPr marL="2000250" marR="0" indent="-300038"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dirty="0" smtClean="0">
                <a:solidFill>
                  <a:schemeClr val="bg1"/>
                </a:solidFill>
              </a:defRPr>
            </a:lvl4pPr>
            <a:lvl5pPr marL="2571750" marR="0" indent="-304800"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dirty="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lstStyle>
            <a:lvl1pPr>
              <a:defRPr>
                <a:ln w="9525">
                  <a:noFill/>
                </a:ln>
                <a:solidFill>
                  <a:schemeClr val="bg1"/>
                </a:solidFill>
              </a:defRPr>
            </a:lvl1pPr>
          </a:lstStyle>
          <a:p>
            <a:r>
              <a:rPr lang="en-US"/>
              <a:t>Click to edit Master title style</a:t>
            </a:r>
          </a:p>
        </p:txBody>
      </p:sp>
      <p:sp>
        <p:nvSpPr>
          <p:cNvPr id="10" name="Freeform 5">
            <a:extLst>
              <a:ext uri="{FF2B5EF4-FFF2-40B4-BE49-F238E27FC236}">
                <a16:creationId xmlns:a16="http://schemas.microsoft.com/office/drawing/2014/main" id="{DE5BFC79-186A-4929-B2E7-4CC5D37CF893}"/>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2075859536"/>
      </p:ext>
    </p:extLst>
  </p:cSld>
  <p:clrMapOvr>
    <a:masterClrMapping/>
  </p:clrMapOvr>
</p:sldLayout>
</file>

<file path=ppt/slideLayouts/slideLayout266.xml><?xml version="1.0" encoding="utf-8"?>
<p:sldLayout xmlns:a="http://schemas.openxmlformats.org/drawingml/2006/main" xmlns:r="http://schemas.openxmlformats.org/officeDocument/2006/relationships" xmlns:p="http://schemas.openxmlformats.org/presentationml/2006/main" showMasterSp="0" preserve="1" userDrawn="1">
  <p:cSld name="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slide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tx2"/>
          </a:solidFill>
          <a:ln w="12700">
            <a:noFill/>
          </a:ln>
        </p:spPr>
        <p:txBody>
          <a:bodyPr vert="horz" lIns="182880" tIns="91440" rIns="182880"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
        <p:nvSpPr>
          <p:cNvPr id="10" name="Content Placeholder 4">
            <a:extLst>
              <a:ext uri="{FF2B5EF4-FFF2-40B4-BE49-F238E27FC236}">
                <a16:creationId xmlns:a16="http://schemas.microsoft.com/office/drawing/2014/main" id="{31751B68-E87A-4B97-835D-658C3BACD65D}"/>
              </a:ext>
            </a:extLst>
          </p:cNvPr>
          <p:cNvSpPr>
            <a:spLocks noGrp="1"/>
          </p:cNvSpPr>
          <p:nvPr>
            <p:ph sz="quarter" idx="13"/>
          </p:nvPr>
        </p:nvSpPr>
        <p:spPr>
          <a:xfrm>
            <a:off x="6477000" y="4800600"/>
            <a:ext cx="5715000" cy="4114800"/>
          </a:xfrm>
          <a:solidFill>
            <a:schemeClr val="bg1"/>
          </a:solidFill>
        </p:spPr>
        <p:txBody>
          <a:bodyPr tIns="137160" rIns="18288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Freeform 5">
            <a:extLst>
              <a:ext uri="{FF2B5EF4-FFF2-40B4-BE49-F238E27FC236}">
                <a16:creationId xmlns:a16="http://schemas.microsoft.com/office/drawing/2014/main" id="{2943A067-BA21-420F-B462-83F14269CE4A}"/>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656471372"/>
      </p:ext>
    </p:extLst>
  </p:cSld>
  <p:clrMapOvr>
    <a:masterClrMapping/>
  </p:clrMapOvr>
</p:sldLayout>
</file>

<file path=ppt/slideLayouts/slideLayout267.xml><?xml version="1.0" encoding="utf-8"?>
<p:sldLayout xmlns:a="http://schemas.openxmlformats.org/drawingml/2006/main" xmlns:r="http://schemas.openxmlformats.org/officeDocument/2006/relationships" xmlns:p="http://schemas.openxmlformats.org/presentationml/2006/main" showMasterSp="0" preserve="1" userDrawn="1">
  <p:cSld name="5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8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slide to add picture</a:t>
            </a:r>
          </a:p>
          <a:p>
            <a:endParaRPr lang="en-US"/>
          </a:p>
          <a:p>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88952" y="731520"/>
            <a:ext cx="5756148" cy="4069080"/>
          </a:xfrm>
          <a:solidFill>
            <a:schemeClr val="tx2"/>
          </a:solidFill>
          <a:ln w="12700">
            <a:noFill/>
          </a:ln>
        </p:spPr>
        <p:txBody>
          <a:bodyPr vert="horz" lIns="182880" tIns="91440" rIns="182880"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
        <p:nvSpPr>
          <p:cNvPr id="10" name="Content Placeholder 4">
            <a:extLst>
              <a:ext uri="{FF2B5EF4-FFF2-40B4-BE49-F238E27FC236}">
                <a16:creationId xmlns:a16="http://schemas.microsoft.com/office/drawing/2014/main" id="{53601784-4D78-4579-A49D-1EDD743CA563}"/>
              </a:ext>
            </a:extLst>
          </p:cNvPr>
          <p:cNvSpPr>
            <a:spLocks noGrp="1"/>
          </p:cNvSpPr>
          <p:nvPr>
            <p:ph sz="quarter" idx="13"/>
          </p:nvPr>
        </p:nvSpPr>
        <p:spPr>
          <a:xfrm>
            <a:off x="17945100" y="4800600"/>
            <a:ext cx="5715000" cy="4114800"/>
          </a:xfrm>
          <a:solidFill>
            <a:schemeClr val="bg1"/>
          </a:solidFill>
        </p:spPr>
        <p:txBody>
          <a:bodyPr tIns="137160" rIns="18288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Freeform 5">
            <a:extLst>
              <a:ext uri="{FF2B5EF4-FFF2-40B4-BE49-F238E27FC236}">
                <a16:creationId xmlns:a16="http://schemas.microsoft.com/office/drawing/2014/main" id="{D263A39B-32BF-4C6F-BD0D-5E8D082789DB}"/>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751463114"/>
      </p:ext>
    </p:extLst>
  </p:cSld>
  <p:clrMapOvr>
    <a:masterClrMapping/>
  </p:clrMapOvr>
</p:sldLayout>
</file>

<file path=ppt/slideLayouts/slideLayout268.xml><?xml version="1.0" encoding="utf-8"?>
<p:sldLayout xmlns:a="http://schemas.openxmlformats.org/drawingml/2006/main" xmlns:r="http://schemas.openxmlformats.org/officeDocument/2006/relationships" xmlns:p="http://schemas.openxmlformats.org/presentationml/2006/main" showMasterSp="0" preserve="1" userDrawn="1">
  <p:cSld name="Single Column - Purpl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lvl1pPr>
              <a:defRPr>
                <a:solidFill>
                  <a:schemeClr val="bg1"/>
                </a:solidFill>
              </a:defRPr>
            </a:lvl1pPr>
          </a:lstStyle>
          <a:p>
            <a:r>
              <a:rPr lang="en-US"/>
              <a:t>Click to edit Master title style</a:t>
            </a:r>
          </a:p>
        </p:txBody>
      </p:sp>
      <p:sp>
        <p:nvSpPr>
          <p:cNvPr id="10" name="Freeform 5">
            <a:extLst>
              <a:ext uri="{FF2B5EF4-FFF2-40B4-BE49-F238E27FC236}">
                <a16:creationId xmlns:a16="http://schemas.microsoft.com/office/drawing/2014/main" id="{B4752C1F-6E8C-435A-BAC0-434144BBAEC8}"/>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2001993295"/>
      </p:ext>
    </p:extLst>
  </p:cSld>
  <p:clrMapOvr>
    <a:masterClrMapping/>
  </p:clrMapOvr>
</p:sldLayout>
</file>

<file path=ppt/slideLayouts/slideLayout269.xml><?xml version="1.0" encoding="utf-8"?>
<p:sldLayout xmlns:a="http://schemas.openxmlformats.org/drawingml/2006/main" xmlns:r="http://schemas.openxmlformats.org/officeDocument/2006/relationships" xmlns:p="http://schemas.openxmlformats.org/presentationml/2006/main" showMasterSp="0" preserve="1" userDrawn="1">
  <p:cSld name="1_Three Quarters Image Slide">
    <p:bg>
      <p:bgPr>
        <a:solidFill>
          <a:schemeClr val="accent2"/>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974D1DD3-642B-4C79-A73C-241B70A94F6C}"/>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9" name="Freeform 5">
            <a:extLst>
              <a:ext uri="{FF2B5EF4-FFF2-40B4-BE49-F238E27FC236}">
                <a16:creationId xmlns:a16="http://schemas.microsoft.com/office/drawing/2014/main" id="{E62B4C78-B914-4446-A66F-140BF3BF0639}"/>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4289192943"/>
      </p:ext>
    </p:extLst>
  </p:cSld>
  <p:clrMapOvr>
    <a:masterClrMapping/>
  </p:clrMapOvr>
</p:sldLayout>
</file>

<file path=ppt/slideLayouts/slideLayout270.xml><?xml version="1.0" encoding="utf-8"?>
<p:sldLayout xmlns:a="http://schemas.openxmlformats.org/drawingml/2006/main" xmlns:r="http://schemas.openxmlformats.org/officeDocument/2006/relationships" xmlns:p="http://schemas.openxmlformats.org/presentationml/2006/main" showMasterSp="0" preserve="1" userDrawn="1">
  <p:cSld name="1_1/4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12192000"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5" y="539496"/>
            <a:ext cx="10377006" cy="4695892"/>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7823205"/>
            <a:ext cx="5208456" cy="5103714"/>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bwMode="white">
          <a:xfrm>
            <a:off x="12188952" y="0"/>
            <a:ext cx="12188952" cy="6858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785812"/>
          </a:xfrm>
        </p:spPr>
        <p:txBody>
          <a:bodyPr vert="horz" lIns="0" tIns="0" rIns="0" bIns="0" rtlCol="0">
            <a:no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7127210"/>
            <a:ext cx="5216526" cy="786384"/>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7127210"/>
            <a:ext cx="5216614" cy="786384"/>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7127210"/>
            <a:ext cx="5216644" cy="786384"/>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80" y="7805568"/>
            <a:ext cx="521104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7822154"/>
            <a:ext cx="520933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7822154"/>
            <a:ext cx="520933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Freeform 5">
            <a:extLst>
              <a:ext uri="{FF2B5EF4-FFF2-40B4-BE49-F238E27FC236}">
                <a16:creationId xmlns:a16="http://schemas.microsoft.com/office/drawing/2014/main" id="{BE21847E-13F4-4E38-8691-D656AF93AA4A}"/>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tx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1873922581"/>
      </p:ext>
    </p:extLst>
  </p:cSld>
  <p:clrMapOvr>
    <a:masterClrMapping/>
  </p:clrMapOvr>
</p:sldLayout>
</file>

<file path=ppt/slideLayouts/slideLayout271.xml><?xml version="1.0" encoding="utf-8"?>
<p:sldLayout xmlns:a="http://schemas.openxmlformats.org/drawingml/2006/main" xmlns:r="http://schemas.openxmlformats.org/officeDocument/2006/relationships" xmlns:p="http://schemas.openxmlformats.org/presentationml/2006/main" showMasterSp="0" preserve="1" userDrawn="1">
  <p:cSld name="1_1/6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12192000" cy="3810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2" y="539496"/>
            <a:ext cx="11295888" cy="3270504"/>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7088108"/>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bwMode="white">
          <a:xfrm>
            <a:off x="12188952" y="2"/>
            <a:ext cx="12195048" cy="3810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785812"/>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786384"/>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786384"/>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786384"/>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3"/>
            <a:ext cx="521104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Freeform 5">
            <a:extLst>
              <a:ext uri="{FF2B5EF4-FFF2-40B4-BE49-F238E27FC236}">
                <a16:creationId xmlns:a16="http://schemas.microsoft.com/office/drawing/2014/main" id="{22BED7DB-D222-46CF-9B99-F1C631E2EF7F}"/>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tx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2902213455"/>
      </p:ext>
    </p:extLst>
  </p:cSld>
  <p:clrMapOvr>
    <a:masterClrMapping/>
  </p:clrMapOvr>
</p:sldLayout>
</file>

<file path=ppt/slideLayouts/slideLayout272.xml><?xml version="1.0" encoding="utf-8"?>
<p:sldLayout xmlns:a="http://schemas.openxmlformats.org/drawingml/2006/main" xmlns:r="http://schemas.openxmlformats.org/officeDocument/2006/relationships" xmlns:p="http://schemas.openxmlformats.org/presentationml/2006/main" showMasterSp="0" preserve="1" userDrawn="1">
  <p:cSld name="2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slide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accent2"/>
          </a:solidFill>
          <a:ln w="12700">
            <a:noFill/>
          </a:ln>
        </p:spPr>
        <p:txBody>
          <a:bodyPr vert="horz" lIns="182880" tIns="91440" rIns="182880"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
        <p:nvSpPr>
          <p:cNvPr id="10" name="Content Placeholder 4">
            <a:extLst>
              <a:ext uri="{FF2B5EF4-FFF2-40B4-BE49-F238E27FC236}">
                <a16:creationId xmlns:a16="http://schemas.microsoft.com/office/drawing/2014/main" id="{6A2D20C4-66D0-4CE2-8BD3-9DDCFA49A2E1}"/>
              </a:ext>
            </a:extLst>
          </p:cNvPr>
          <p:cNvSpPr>
            <a:spLocks noGrp="1"/>
          </p:cNvSpPr>
          <p:nvPr>
            <p:ph sz="quarter" idx="13"/>
          </p:nvPr>
        </p:nvSpPr>
        <p:spPr>
          <a:xfrm>
            <a:off x="6477000" y="4800600"/>
            <a:ext cx="5715000" cy="4114800"/>
          </a:xfrm>
          <a:solidFill>
            <a:schemeClr val="bg1"/>
          </a:solidFill>
        </p:spPr>
        <p:txBody>
          <a:bodyPr tIns="137160" rIns="18288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Freeform 5">
            <a:extLst>
              <a:ext uri="{FF2B5EF4-FFF2-40B4-BE49-F238E27FC236}">
                <a16:creationId xmlns:a16="http://schemas.microsoft.com/office/drawing/2014/main" id="{31A78552-D992-4658-BA5E-E928AC9D8C8B}"/>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1821704872"/>
      </p:ext>
    </p:extLst>
  </p:cSld>
  <p:clrMapOvr>
    <a:masterClrMapping/>
  </p:clrMapOvr>
</p:sldLayout>
</file>

<file path=ppt/slideLayouts/slideLayout273.xml><?xml version="1.0" encoding="utf-8"?>
<p:sldLayout xmlns:a="http://schemas.openxmlformats.org/drawingml/2006/main" xmlns:r="http://schemas.openxmlformats.org/officeDocument/2006/relationships" xmlns:p="http://schemas.openxmlformats.org/presentationml/2006/main" showMasterSp="0" preserve="1" userDrawn="1">
  <p:cSld name="6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slide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92000" y="731520"/>
            <a:ext cx="5756148" cy="4069080"/>
          </a:xfrm>
          <a:solidFill>
            <a:schemeClr val="accent2"/>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
        <p:nvSpPr>
          <p:cNvPr id="10" name="Content Placeholder 4">
            <a:extLst>
              <a:ext uri="{FF2B5EF4-FFF2-40B4-BE49-F238E27FC236}">
                <a16:creationId xmlns:a16="http://schemas.microsoft.com/office/drawing/2014/main" id="{01DF4AB6-0CA0-4F6F-A402-D64FFDDB2FD6}"/>
              </a:ext>
            </a:extLst>
          </p:cNvPr>
          <p:cNvSpPr>
            <a:spLocks noGrp="1"/>
          </p:cNvSpPr>
          <p:nvPr>
            <p:ph sz="quarter" idx="13"/>
          </p:nvPr>
        </p:nvSpPr>
        <p:spPr>
          <a:xfrm>
            <a:off x="17945100" y="4800600"/>
            <a:ext cx="5715000" cy="4114800"/>
          </a:xfrm>
          <a:solidFill>
            <a:schemeClr val="bg1"/>
          </a:solidFill>
        </p:spPr>
        <p:txBody>
          <a:bodyPr tIns="137160" rIns="18288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Freeform 5">
            <a:extLst>
              <a:ext uri="{FF2B5EF4-FFF2-40B4-BE49-F238E27FC236}">
                <a16:creationId xmlns:a16="http://schemas.microsoft.com/office/drawing/2014/main" id="{7AB3128C-224A-4FCF-B9C8-5AC4ED524CB1}"/>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3064527129"/>
      </p:ext>
    </p:extLst>
  </p:cSld>
  <p:clrMapOvr>
    <a:masterClrMapping/>
  </p:clrMapOvr>
</p:sldLayout>
</file>

<file path=ppt/slideLayouts/slideLayout274.xml><?xml version="1.0" encoding="utf-8"?>
<p:sldLayout xmlns:a="http://schemas.openxmlformats.org/drawingml/2006/main" xmlns:r="http://schemas.openxmlformats.org/officeDocument/2006/relationships" xmlns:p="http://schemas.openxmlformats.org/presentationml/2006/main" showMasterSp="0" preserve="1" userDrawn="1">
  <p:cSld name="Single Column - Blu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lvl1pPr>
              <a:defRPr>
                <a:solidFill>
                  <a:schemeClr val="bg1"/>
                </a:solidFill>
              </a:defRPr>
            </a:lvl1pPr>
          </a:lstStyle>
          <a:p>
            <a:r>
              <a:rPr lang="en-US"/>
              <a:t>Click to edit Master title style</a:t>
            </a:r>
          </a:p>
        </p:txBody>
      </p:sp>
      <p:sp>
        <p:nvSpPr>
          <p:cNvPr id="10" name="Text Placeholder 2">
            <a:extLst>
              <a:ext uri="{FF2B5EF4-FFF2-40B4-BE49-F238E27FC236}">
                <a16:creationId xmlns:a16="http://schemas.microsoft.com/office/drawing/2014/main" id="{D4D50CFA-DD46-479A-871F-605CCAC6B671}"/>
              </a:ext>
            </a:extLst>
          </p:cNvPr>
          <p:cNvSpPr>
            <a:spLocks noGrp="1"/>
          </p:cNvSpPr>
          <p:nvPr>
            <p:ph idx="1"/>
          </p:nvPr>
        </p:nvSpPr>
        <p:spPr>
          <a:xfrm>
            <a:off x="6477003" y="624971"/>
            <a:ext cx="17160602" cy="12350774"/>
          </a:xfrm>
          <a:prstGeom prst="rect">
            <a:avLst/>
          </a:prstGeom>
        </p:spPr>
        <p:txBody>
          <a:bodyPr vert="horz" lIns="18288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Freeform 5">
            <a:extLst>
              <a:ext uri="{FF2B5EF4-FFF2-40B4-BE49-F238E27FC236}">
                <a16:creationId xmlns:a16="http://schemas.microsoft.com/office/drawing/2014/main" id="{9805233A-26E2-42B0-A929-15D77E5D60AD}"/>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2102442860"/>
      </p:ext>
    </p:extLst>
  </p:cSld>
  <p:clrMapOvr>
    <a:masterClrMapping/>
  </p:clrMapOvr>
</p:sldLayout>
</file>

<file path=ppt/slideLayouts/slideLayout275.xml><?xml version="1.0" encoding="utf-8"?>
<p:sldLayout xmlns:a="http://schemas.openxmlformats.org/drawingml/2006/main" xmlns:r="http://schemas.openxmlformats.org/officeDocument/2006/relationships" xmlns:p="http://schemas.openxmlformats.org/presentationml/2006/main" showMasterSp="0" preserve="1" userDrawn="1">
  <p:cSld name="2_Three Quarters Image Slide">
    <p:bg>
      <p:bgPr>
        <a:solidFill>
          <a:schemeClr val="accent4"/>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1AB88C6D-9DCE-4D28-A76A-5515295E496A}"/>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9" name="Freeform 5">
            <a:extLst>
              <a:ext uri="{FF2B5EF4-FFF2-40B4-BE49-F238E27FC236}">
                <a16:creationId xmlns:a16="http://schemas.microsoft.com/office/drawing/2014/main" id="{2462C2CF-31F5-416E-BCB4-4A82A49459DE}"/>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1034607325"/>
      </p:ext>
    </p:extLst>
  </p:cSld>
  <p:clrMapOvr>
    <a:masterClrMapping/>
  </p:clrMapOvr>
</p:sldLayout>
</file>

<file path=ppt/slideLayouts/slideLayout276.xml><?xml version="1.0" encoding="utf-8"?>
<p:sldLayout xmlns:a="http://schemas.openxmlformats.org/drawingml/2006/main" xmlns:r="http://schemas.openxmlformats.org/officeDocument/2006/relationships" xmlns:p="http://schemas.openxmlformats.org/presentationml/2006/main" showMasterSp="0" preserve="1" userDrawn="1">
  <p:cSld name="2_1/4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1219200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5" y="539496"/>
            <a:ext cx="10377006" cy="4695892"/>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7823205"/>
            <a:ext cx="5208456" cy="5103714"/>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bwMode="white">
          <a:xfrm>
            <a:off x="12188952" y="0"/>
            <a:ext cx="12188952" cy="6858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785812"/>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7127210"/>
            <a:ext cx="5216526" cy="786384"/>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7127210"/>
            <a:ext cx="5064874" cy="786384"/>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7127210"/>
            <a:ext cx="5216644" cy="786384"/>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7822154"/>
            <a:ext cx="521104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7822154"/>
            <a:ext cx="5057810"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7822154"/>
            <a:ext cx="520933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Freeform 5">
            <a:extLst>
              <a:ext uri="{FF2B5EF4-FFF2-40B4-BE49-F238E27FC236}">
                <a16:creationId xmlns:a16="http://schemas.microsoft.com/office/drawing/2014/main" id="{79D19EE4-D3FD-46BD-90D3-24A8C4336495}"/>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tx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970595080"/>
      </p:ext>
    </p:extLst>
  </p:cSld>
  <p:clrMapOvr>
    <a:masterClrMapping/>
  </p:clrMapOvr>
</p:sldLayout>
</file>

<file path=ppt/slideLayouts/slideLayout277.xml><?xml version="1.0" encoding="utf-8"?>
<p:sldLayout xmlns:a="http://schemas.openxmlformats.org/drawingml/2006/main" xmlns:r="http://schemas.openxmlformats.org/officeDocument/2006/relationships" xmlns:p="http://schemas.openxmlformats.org/presentationml/2006/main" showMasterSp="0" preserve="1" userDrawn="1">
  <p:cSld name="2_1/6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12192000" cy="3810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2" y="539496"/>
            <a:ext cx="11295888" cy="3270504"/>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7088108"/>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bwMode="white">
          <a:xfrm>
            <a:off x="12188952" y="2"/>
            <a:ext cx="12195048" cy="3810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785812"/>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786384"/>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786384"/>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786384"/>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3"/>
            <a:ext cx="521104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Freeform 5">
            <a:extLst>
              <a:ext uri="{FF2B5EF4-FFF2-40B4-BE49-F238E27FC236}">
                <a16:creationId xmlns:a16="http://schemas.microsoft.com/office/drawing/2014/main" id="{8FBD6D32-C64B-4DE4-BF37-7CF847BA88C8}"/>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tx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3400645100"/>
      </p:ext>
    </p:extLst>
  </p:cSld>
  <p:clrMapOvr>
    <a:masterClrMapping/>
  </p:clrMapOvr>
</p:sldLayout>
</file>

<file path=ppt/slideLayouts/slideLayout278.xml><?xml version="1.0" encoding="utf-8"?>
<p:sldLayout xmlns:a="http://schemas.openxmlformats.org/drawingml/2006/main" xmlns:r="http://schemas.openxmlformats.org/officeDocument/2006/relationships" xmlns:p="http://schemas.openxmlformats.org/presentationml/2006/main" showMasterSp="0" preserve="1" userDrawn="1">
  <p:cSld name="3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to add picture</a:t>
            </a:r>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accent4"/>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
        <p:nvSpPr>
          <p:cNvPr id="10" name="Content Placeholder 4">
            <a:extLst>
              <a:ext uri="{FF2B5EF4-FFF2-40B4-BE49-F238E27FC236}">
                <a16:creationId xmlns:a16="http://schemas.microsoft.com/office/drawing/2014/main" id="{B3DF85A6-1AD2-4BCB-AAB5-75DBE64F6165}"/>
              </a:ext>
            </a:extLst>
          </p:cNvPr>
          <p:cNvSpPr>
            <a:spLocks noGrp="1"/>
          </p:cNvSpPr>
          <p:nvPr>
            <p:ph sz="quarter" idx="13"/>
          </p:nvPr>
        </p:nvSpPr>
        <p:spPr>
          <a:xfrm>
            <a:off x="6477000" y="4800600"/>
            <a:ext cx="5715000" cy="4114800"/>
          </a:xfrm>
          <a:solidFill>
            <a:schemeClr val="bg1"/>
          </a:solidFill>
        </p:spPr>
        <p:txBody>
          <a:bodyPr tIns="137160" rIns="18288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Freeform 5">
            <a:extLst>
              <a:ext uri="{FF2B5EF4-FFF2-40B4-BE49-F238E27FC236}">
                <a16:creationId xmlns:a16="http://schemas.microsoft.com/office/drawing/2014/main" id="{95EB7D96-D7B0-4CDD-8226-A5B6926114B1}"/>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82664935"/>
      </p:ext>
    </p:extLst>
  </p:cSld>
  <p:clrMapOvr>
    <a:masterClrMapping/>
  </p:clrMapOvr>
</p:sldLayout>
</file>

<file path=ppt/slideLayouts/slideLayout279.xml><?xml version="1.0" encoding="utf-8"?>
<p:sldLayout xmlns:a="http://schemas.openxmlformats.org/drawingml/2006/main" xmlns:r="http://schemas.openxmlformats.org/officeDocument/2006/relationships" xmlns:p="http://schemas.openxmlformats.org/presentationml/2006/main" showMasterSp="0" preserve="1" userDrawn="1">
  <p:cSld name="7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to add picture</a:t>
            </a:r>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88952" y="731520"/>
            <a:ext cx="5756148" cy="4069080"/>
          </a:xfrm>
          <a:solidFill>
            <a:schemeClr val="accent4"/>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
        <p:nvSpPr>
          <p:cNvPr id="10" name="Content Placeholder 4">
            <a:extLst>
              <a:ext uri="{FF2B5EF4-FFF2-40B4-BE49-F238E27FC236}">
                <a16:creationId xmlns:a16="http://schemas.microsoft.com/office/drawing/2014/main" id="{DE114E42-B9CD-419F-AF34-28A5B96009CA}"/>
              </a:ext>
            </a:extLst>
          </p:cNvPr>
          <p:cNvSpPr>
            <a:spLocks noGrp="1"/>
          </p:cNvSpPr>
          <p:nvPr>
            <p:ph sz="quarter" idx="13"/>
          </p:nvPr>
        </p:nvSpPr>
        <p:spPr>
          <a:xfrm>
            <a:off x="17945100" y="4800600"/>
            <a:ext cx="5715000" cy="4114800"/>
          </a:xfrm>
          <a:solidFill>
            <a:schemeClr val="bg1"/>
          </a:solidFill>
        </p:spPr>
        <p:txBody>
          <a:bodyPr tIns="137160" rIns="18288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Freeform 5">
            <a:extLst>
              <a:ext uri="{FF2B5EF4-FFF2-40B4-BE49-F238E27FC236}">
                <a16:creationId xmlns:a16="http://schemas.microsoft.com/office/drawing/2014/main" id="{58B04D86-084D-4319-96B9-CA48FBCF4170}"/>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4284184690"/>
      </p:ext>
    </p:extLst>
  </p:cSld>
  <p:clrMapOvr>
    <a:masterClrMapping/>
  </p:clrMapOvr>
</p:sldLayout>
</file>

<file path=ppt/slideLayouts/slideLayout280.xml><?xml version="1.0" encoding="utf-8"?>
<p:sldLayout xmlns:a="http://schemas.openxmlformats.org/drawingml/2006/main" xmlns:r="http://schemas.openxmlformats.org/officeDocument/2006/relationships" xmlns:p="http://schemas.openxmlformats.org/presentationml/2006/main" showMasterSp="0" type="tx">
  <p:cSld name="White Blank No Logo">
    <p:spTree>
      <p:nvGrpSpPr>
        <p:cNvPr id="1" name=""/>
        <p:cNvGrpSpPr/>
        <p:nvPr/>
      </p:nvGrpSpPr>
      <p:grpSpPr>
        <a:xfrm>
          <a:off x="0" y="0"/>
          <a:ext cx="0" cy="0"/>
          <a:chOff x="0" y="0"/>
          <a:chExt cx="0" cy="0"/>
        </a:xfrm>
      </p:grpSpPr>
      <p:sp>
        <p:nvSpPr>
          <p:cNvPr id="877" name="Rectangle"/>
          <p:cNvSpPr/>
          <p:nvPr/>
        </p:nvSpPr>
        <p:spPr>
          <a:xfrm>
            <a:off x="-1343783" y="-1"/>
            <a:ext cx="1119822" cy="537826"/>
          </a:xfrm>
          <a:prstGeom prst="rect">
            <a:avLst/>
          </a:prstGeom>
          <a:solidFill>
            <a:srgbClr val="C40022"/>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78" name="Rectangle"/>
          <p:cNvSpPr/>
          <p:nvPr/>
        </p:nvSpPr>
        <p:spPr>
          <a:xfrm>
            <a:off x="-1343783" y="537825"/>
            <a:ext cx="1119822" cy="537826"/>
          </a:xfrm>
          <a:prstGeom prst="rect">
            <a:avLst/>
          </a:prstGeom>
          <a:solidFill>
            <a:srgbClr val="9C000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79" name="Rectangle"/>
          <p:cNvSpPr/>
          <p:nvPr/>
        </p:nvSpPr>
        <p:spPr>
          <a:xfrm>
            <a:off x="-1343783" y="1075649"/>
            <a:ext cx="1119822" cy="537826"/>
          </a:xfrm>
          <a:prstGeom prst="rect">
            <a:avLst/>
          </a:prstGeom>
          <a:solidFill>
            <a:srgbClr val="74000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80" name="Rectangle"/>
          <p:cNvSpPr/>
          <p:nvPr/>
        </p:nvSpPr>
        <p:spPr>
          <a:xfrm>
            <a:off x="-1343783" y="1613473"/>
            <a:ext cx="1119822" cy="537826"/>
          </a:xfrm>
          <a:prstGeom prst="rect">
            <a:avLst/>
          </a:prstGeom>
          <a:solidFill>
            <a:srgbClr val="C4C8CE"/>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81" name="Rectangle"/>
          <p:cNvSpPr/>
          <p:nvPr/>
        </p:nvSpPr>
        <p:spPr>
          <a:xfrm>
            <a:off x="-1343783" y="2151297"/>
            <a:ext cx="1119822" cy="537826"/>
          </a:xfrm>
          <a:prstGeom prst="rect">
            <a:avLst/>
          </a:prstGeom>
          <a:solidFill>
            <a:srgbClr val="6A6E74"/>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82" name="Rectangle"/>
          <p:cNvSpPr/>
          <p:nvPr/>
        </p:nvSpPr>
        <p:spPr>
          <a:xfrm>
            <a:off x="-1343783" y="2689121"/>
            <a:ext cx="1119822" cy="537826"/>
          </a:xfrm>
          <a:prstGeom prst="rect">
            <a:avLst/>
          </a:prstGeom>
          <a:solidFill>
            <a:srgbClr val="383C42"/>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83" name="Rectangle"/>
          <p:cNvSpPr/>
          <p:nvPr/>
        </p:nvSpPr>
        <p:spPr>
          <a:xfrm>
            <a:off x="-1343783" y="3226945"/>
            <a:ext cx="1119822" cy="537826"/>
          </a:xfrm>
          <a:prstGeom prst="rect">
            <a:avLst/>
          </a:prstGeom>
          <a:solidFill>
            <a:srgbClr val="1AE9EF"/>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84" name="Rectangle"/>
          <p:cNvSpPr/>
          <p:nvPr/>
        </p:nvSpPr>
        <p:spPr>
          <a:xfrm>
            <a:off x="-1343783" y="3764769"/>
            <a:ext cx="1119822" cy="537826"/>
          </a:xfrm>
          <a:prstGeom prst="rect">
            <a:avLst/>
          </a:prstGeom>
          <a:solidFill>
            <a:srgbClr val="0DCFD9"/>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85" name="Rectangle"/>
          <p:cNvSpPr/>
          <p:nvPr/>
        </p:nvSpPr>
        <p:spPr>
          <a:xfrm>
            <a:off x="-1343783" y="4302593"/>
            <a:ext cx="1119822" cy="537826"/>
          </a:xfrm>
          <a:prstGeom prst="rect">
            <a:avLst/>
          </a:prstGeom>
          <a:solidFill>
            <a:srgbClr val="00B4C3"/>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86" name="Rectangle"/>
          <p:cNvSpPr/>
          <p:nvPr/>
        </p:nvSpPr>
        <p:spPr>
          <a:xfrm>
            <a:off x="-1343783" y="4840417"/>
            <a:ext cx="1119822" cy="537826"/>
          </a:xfrm>
          <a:prstGeom prst="rect">
            <a:avLst/>
          </a:prstGeom>
          <a:solidFill>
            <a:srgbClr val="F6B10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87" name="Rectangle"/>
          <p:cNvSpPr/>
          <p:nvPr/>
        </p:nvSpPr>
        <p:spPr>
          <a:xfrm>
            <a:off x="-1343783" y="5378241"/>
            <a:ext cx="1119822" cy="537826"/>
          </a:xfrm>
          <a:prstGeom prst="rect">
            <a:avLst/>
          </a:prstGeom>
          <a:solidFill>
            <a:srgbClr val="F69D0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88" name="Rectangle"/>
          <p:cNvSpPr/>
          <p:nvPr/>
        </p:nvSpPr>
        <p:spPr>
          <a:xfrm>
            <a:off x="-1343783" y="5916065"/>
            <a:ext cx="1119822" cy="537826"/>
          </a:xfrm>
          <a:prstGeom prst="rect">
            <a:avLst/>
          </a:prstGeom>
          <a:solidFill>
            <a:srgbClr val="F6890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89" name="Rectangle"/>
          <p:cNvSpPr/>
          <p:nvPr/>
        </p:nvSpPr>
        <p:spPr>
          <a:xfrm>
            <a:off x="-1343783" y="6453889"/>
            <a:ext cx="1119822" cy="537826"/>
          </a:xfrm>
          <a:prstGeom prst="rect">
            <a:avLst/>
          </a:prstGeom>
          <a:solidFill>
            <a:srgbClr val="969CE6"/>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90" name="Rectangle"/>
          <p:cNvSpPr/>
          <p:nvPr/>
        </p:nvSpPr>
        <p:spPr>
          <a:xfrm>
            <a:off x="-1343787" y="6991713"/>
            <a:ext cx="1119822" cy="537826"/>
          </a:xfrm>
          <a:prstGeom prst="rect">
            <a:avLst/>
          </a:prstGeom>
          <a:solidFill>
            <a:srgbClr val="8A8BD4"/>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91" name="Rectangle"/>
          <p:cNvSpPr/>
          <p:nvPr/>
        </p:nvSpPr>
        <p:spPr>
          <a:xfrm>
            <a:off x="-1343787" y="7529537"/>
            <a:ext cx="1119822" cy="537826"/>
          </a:xfrm>
          <a:prstGeom prst="rect">
            <a:avLst/>
          </a:prstGeom>
          <a:solidFill>
            <a:srgbClr val="7D79C3"/>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92" name="Rectangle"/>
          <p:cNvSpPr/>
          <p:nvPr/>
        </p:nvSpPr>
        <p:spPr>
          <a:xfrm>
            <a:off x="-1343783" y="8067361"/>
            <a:ext cx="1119822" cy="537826"/>
          </a:xfrm>
          <a:prstGeom prst="rect">
            <a:avLst/>
          </a:prstGeom>
          <a:solidFill>
            <a:srgbClr val="88CD78"/>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93" name="Rectangle"/>
          <p:cNvSpPr/>
          <p:nvPr/>
        </p:nvSpPr>
        <p:spPr>
          <a:xfrm>
            <a:off x="-1343787" y="8605185"/>
            <a:ext cx="1119822" cy="537826"/>
          </a:xfrm>
          <a:prstGeom prst="rect">
            <a:avLst/>
          </a:prstGeom>
          <a:solidFill>
            <a:srgbClr val="74B964"/>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94" name="Rectangle"/>
          <p:cNvSpPr/>
          <p:nvPr/>
        </p:nvSpPr>
        <p:spPr>
          <a:xfrm>
            <a:off x="-1343787" y="9143009"/>
            <a:ext cx="1119822" cy="537826"/>
          </a:xfrm>
          <a:prstGeom prst="rect">
            <a:avLst/>
          </a:prstGeom>
          <a:solidFill>
            <a:srgbClr val="60A55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95" name="Rectangle"/>
          <p:cNvSpPr/>
          <p:nvPr/>
        </p:nvSpPr>
        <p:spPr>
          <a:xfrm>
            <a:off x="24769783" y="-1"/>
            <a:ext cx="1119822" cy="537826"/>
          </a:xfrm>
          <a:prstGeom prst="rect">
            <a:avLst/>
          </a:prstGeom>
          <a:solidFill>
            <a:srgbClr val="C40022"/>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96" name="Rectangle"/>
          <p:cNvSpPr/>
          <p:nvPr/>
        </p:nvSpPr>
        <p:spPr>
          <a:xfrm>
            <a:off x="24769781" y="537825"/>
            <a:ext cx="1119822" cy="537826"/>
          </a:xfrm>
          <a:prstGeom prst="rect">
            <a:avLst/>
          </a:prstGeom>
          <a:solidFill>
            <a:srgbClr val="B0000E"/>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97" name="Rectangle"/>
          <p:cNvSpPr/>
          <p:nvPr/>
        </p:nvSpPr>
        <p:spPr>
          <a:xfrm>
            <a:off x="24769781" y="1075649"/>
            <a:ext cx="1119822" cy="537826"/>
          </a:xfrm>
          <a:prstGeom prst="rect">
            <a:avLst/>
          </a:prstGeom>
          <a:solidFill>
            <a:srgbClr val="9C000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98" name="Rectangle"/>
          <p:cNvSpPr/>
          <p:nvPr/>
        </p:nvSpPr>
        <p:spPr>
          <a:xfrm>
            <a:off x="24769783" y="1613473"/>
            <a:ext cx="1119822" cy="537826"/>
          </a:xfrm>
          <a:prstGeom prst="rect">
            <a:avLst/>
          </a:prstGeom>
          <a:solidFill>
            <a:srgbClr val="88000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99" name="Rectangle"/>
          <p:cNvSpPr/>
          <p:nvPr/>
        </p:nvSpPr>
        <p:spPr>
          <a:xfrm>
            <a:off x="24769781" y="2151297"/>
            <a:ext cx="1119822" cy="537826"/>
          </a:xfrm>
          <a:prstGeom prst="rect">
            <a:avLst/>
          </a:prstGeom>
          <a:solidFill>
            <a:srgbClr val="74000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00" name="Rectangle"/>
          <p:cNvSpPr/>
          <p:nvPr/>
        </p:nvSpPr>
        <p:spPr>
          <a:xfrm>
            <a:off x="24769781" y="2689121"/>
            <a:ext cx="1119822" cy="537826"/>
          </a:xfrm>
          <a:prstGeom prst="rect">
            <a:avLst/>
          </a:prstGeom>
          <a:solidFill>
            <a:srgbClr val="ECF0F6"/>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01" name="Rectangle"/>
          <p:cNvSpPr/>
          <p:nvPr/>
        </p:nvSpPr>
        <p:spPr>
          <a:xfrm>
            <a:off x="24769781" y="3226945"/>
            <a:ext cx="1119822" cy="537826"/>
          </a:xfrm>
          <a:prstGeom prst="rect">
            <a:avLst/>
          </a:prstGeom>
          <a:solidFill>
            <a:srgbClr val="D8DCE2"/>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02" name="Rectangle"/>
          <p:cNvSpPr/>
          <p:nvPr/>
        </p:nvSpPr>
        <p:spPr>
          <a:xfrm>
            <a:off x="24769781" y="3764769"/>
            <a:ext cx="1119822" cy="537826"/>
          </a:xfrm>
          <a:prstGeom prst="rect">
            <a:avLst/>
          </a:prstGeom>
          <a:solidFill>
            <a:srgbClr val="C4C8CE"/>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03" name="Rectangle"/>
          <p:cNvSpPr/>
          <p:nvPr/>
        </p:nvSpPr>
        <p:spPr>
          <a:xfrm>
            <a:off x="24769781" y="4302593"/>
            <a:ext cx="1119822" cy="537826"/>
          </a:xfrm>
          <a:prstGeom prst="rect">
            <a:avLst/>
          </a:prstGeom>
          <a:solidFill>
            <a:srgbClr val="BABEC4"/>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04" name="Rectangle"/>
          <p:cNvSpPr/>
          <p:nvPr/>
        </p:nvSpPr>
        <p:spPr>
          <a:xfrm>
            <a:off x="24769781" y="4840417"/>
            <a:ext cx="1119822" cy="537826"/>
          </a:xfrm>
          <a:prstGeom prst="rect">
            <a:avLst/>
          </a:prstGeom>
          <a:solidFill>
            <a:srgbClr val="A6AAB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05" name="Rectangle"/>
          <p:cNvSpPr/>
          <p:nvPr/>
        </p:nvSpPr>
        <p:spPr>
          <a:xfrm>
            <a:off x="24769781" y="5378241"/>
            <a:ext cx="1119822" cy="537826"/>
          </a:xfrm>
          <a:prstGeom prst="rect">
            <a:avLst/>
          </a:prstGeom>
          <a:solidFill>
            <a:srgbClr val="92969C"/>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06" name="Rectangle"/>
          <p:cNvSpPr/>
          <p:nvPr/>
        </p:nvSpPr>
        <p:spPr>
          <a:xfrm>
            <a:off x="24769781" y="5916065"/>
            <a:ext cx="1119822" cy="537826"/>
          </a:xfrm>
          <a:prstGeom prst="rect">
            <a:avLst/>
          </a:prstGeom>
          <a:solidFill>
            <a:srgbClr val="7E8288"/>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07" name="Rectangle"/>
          <p:cNvSpPr/>
          <p:nvPr/>
        </p:nvSpPr>
        <p:spPr>
          <a:xfrm>
            <a:off x="24769781" y="6453889"/>
            <a:ext cx="1119822" cy="537826"/>
          </a:xfrm>
          <a:prstGeom prst="rect">
            <a:avLst/>
          </a:prstGeom>
          <a:solidFill>
            <a:srgbClr val="6A6E74"/>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08" name="Rectangle"/>
          <p:cNvSpPr/>
          <p:nvPr/>
        </p:nvSpPr>
        <p:spPr>
          <a:xfrm>
            <a:off x="24769779" y="6991713"/>
            <a:ext cx="1119822" cy="537826"/>
          </a:xfrm>
          <a:prstGeom prst="rect">
            <a:avLst/>
          </a:prstGeom>
          <a:solidFill>
            <a:srgbClr val="565A6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09" name="Rectangle"/>
          <p:cNvSpPr/>
          <p:nvPr/>
        </p:nvSpPr>
        <p:spPr>
          <a:xfrm>
            <a:off x="24769779" y="7529537"/>
            <a:ext cx="1119822" cy="537826"/>
          </a:xfrm>
          <a:prstGeom prst="rect">
            <a:avLst/>
          </a:prstGeom>
          <a:solidFill>
            <a:srgbClr val="42464C"/>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10" name="Rectangle"/>
          <p:cNvSpPr/>
          <p:nvPr/>
        </p:nvSpPr>
        <p:spPr>
          <a:xfrm>
            <a:off x="24769781" y="8067361"/>
            <a:ext cx="1119822" cy="537826"/>
          </a:xfrm>
          <a:prstGeom prst="rect">
            <a:avLst/>
          </a:prstGeom>
          <a:solidFill>
            <a:srgbClr val="383C42"/>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11" name="Rectangle"/>
          <p:cNvSpPr/>
          <p:nvPr/>
        </p:nvSpPr>
        <p:spPr>
          <a:xfrm>
            <a:off x="24769779" y="8605185"/>
            <a:ext cx="1119822" cy="537826"/>
          </a:xfrm>
          <a:prstGeom prst="rect">
            <a:avLst/>
          </a:prstGeom>
          <a:solidFill>
            <a:srgbClr val="2E3238"/>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12" name="Rectangle"/>
          <p:cNvSpPr/>
          <p:nvPr/>
        </p:nvSpPr>
        <p:spPr>
          <a:xfrm>
            <a:off x="24769779" y="9143009"/>
            <a:ext cx="1119822" cy="537826"/>
          </a:xfrm>
          <a:prstGeom prst="rect">
            <a:avLst/>
          </a:prstGeom>
          <a:solidFill>
            <a:srgbClr val="24282E"/>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13" name="Rectangle"/>
          <p:cNvSpPr/>
          <p:nvPr/>
        </p:nvSpPr>
        <p:spPr>
          <a:xfrm>
            <a:off x="24769777" y="9680833"/>
            <a:ext cx="1119822" cy="537826"/>
          </a:xfrm>
          <a:prstGeom prst="rect">
            <a:avLst/>
          </a:prstGeom>
          <a:solidFill>
            <a:srgbClr val="1A1E24"/>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14" name="Rectangle"/>
          <p:cNvSpPr/>
          <p:nvPr/>
        </p:nvSpPr>
        <p:spPr>
          <a:xfrm>
            <a:off x="24769777" y="10218657"/>
            <a:ext cx="1119822" cy="537826"/>
          </a:xfrm>
          <a:prstGeom prst="rect">
            <a:avLst/>
          </a:prstGeom>
          <a:solidFill>
            <a:srgbClr val="10141A"/>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15" name="Rectangle"/>
          <p:cNvSpPr/>
          <p:nvPr/>
        </p:nvSpPr>
        <p:spPr>
          <a:xfrm>
            <a:off x="24769779" y="10756481"/>
            <a:ext cx="1119822" cy="537826"/>
          </a:xfrm>
          <a:prstGeom prst="rect">
            <a:avLst/>
          </a:prstGeom>
          <a:solidFill>
            <a:srgbClr val="060A1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16" name="Rectangle"/>
          <p:cNvSpPr/>
          <p:nvPr/>
        </p:nvSpPr>
        <p:spPr>
          <a:xfrm>
            <a:off x="24769777" y="11294305"/>
            <a:ext cx="1119822" cy="537826"/>
          </a:xfrm>
          <a:prstGeom prst="rect">
            <a:avLst/>
          </a:prstGeom>
          <a:solidFill>
            <a:srgbClr val="FFFFFF"/>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17" name="Rectangle"/>
          <p:cNvSpPr/>
          <p:nvPr/>
        </p:nvSpPr>
        <p:spPr>
          <a:xfrm>
            <a:off x="24769779" y="11832129"/>
            <a:ext cx="1119822" cy="537826"/>
          </a:xfrm>
          <a:prstGeom prst="rect">
            <a:avLst/>
          </a:prstGeom>
          <a:solidFill>
            <a:srgbClr val="00000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18" name="Slide Number"/>
          <p:cNvSpPr txBox="1">
            <a:spLocks noGrp="1"/>
          </p:cNvSpPr>
          <p:nvPr>
            <p:ph type="sldNum" sz="quarter" idx="2"/>
          </p:nvPr>
        </p:nvSpPr>
        <p:spPr>
          <a:prstGeom prst="rect">
            <a:avLst/>
          </a:prstGeom>
        </p:spPr>
        <p:txBody>
          <a:bodyPr/>
          <a:lstStyle/>
          <a:p>
            <a:fld id="{86CB4B4D-7CA3-9044-876B-883B54F8677D}" type="slidenum">
              <a:t>‹#›</a:t>
            </a:fld>
            <a:endParaRPr/>
          </a:p>
        </p:txBody>
      </p:sp>
      <p:sp>
        <p:nvSpPr>
          <p:cNvPr id="919" name="Footer"/>
          <p:cNvSpPr txBox="1">
            <a:spLocks noGrp="1"/>
          </p:cNvSpPr>
          <p:nvPr>
            <p:ph type="body" sz="quarter" idx="13"/>
          </p:nvPr>
        </p:nvSpPr>
        <p:spPr>
          <a:xfrm>
            <a:off x="1727200" y="12807441"/>
            <a:ext cx="6210696" cy="276998"/>
          </a:xfrm>
          <a:prstGeom prst="rect">
            <a:avLst/>
          </a:prstGeom>
        </p:spPr>
        <p:txBody>
          <a:bodyPr>
            <a:spAutoFit/>
          </a:bodyPr>
          <a:lstStyle>
            <a:lvl1pPr marL="0" indent="0" defTabSz="1828892">
              <a:lnSpc>
                <a:spcPct val="100000"/>
              </a:lnSpc>
              <a:spcBef>
                <a:spcPts val="0"/>
              </a:spcBef>
              <a:buClrTx/>
              <a:buSzTx/>
              <a:buFontTx/>
              <a:buNone/>
              <a:defRPr sz="1800" b="1" spc="92">
                <a:solidFill>
                  <a:srgbClr val="9CA0A6"/>
                </a:solidFill>
              </a:defRPr>
            </a:lvl1pPr>
          </a:lstStyle>
          <a:p>
            <a:r>
              <a:t>Footer</a:t>
            </a:r>
          </a:p>
        </p:txBody>
      </p:sp>
    </p:spTree>
    <p:extLst>
      <p:ext uri="{BB962C8B-B14F-4D97-AF65-F5344CB8AC3E}">
        <p14:creationId xmlns:p14="http://schemas.microsoft.com/office/powerpoint/2010/main" val="2621715949"/>
      </p:ext>
    </p:extLst>
  </p:cSld>
  <p:clrMapOvr>
    <a:masterClrMapping/>
  </p:clrMapOvr>
  <p:transition spd="med"/>
</p:sldLayout>
</file>

<file path=ppt/slideLayouts/slideLayout281.xml><?xml version="1.0" encoding="utf-8"?>
<p:sldLayout xmlns:a="http://schemas.openxmlformats.org/drawingml/2006/main" xmlns:r="http://schemas.openxmlformats.org/officeDocument/2006/relationships" xmlns:p="http://schemas.openxmlformats.org/presentationml/2006/main" preserve="1" userDrawn="1">
  <p:cSld name="Single Column - Simpl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80F77ED-A2A4-4EFE-8DC0-C63FB58288D9}"/>
              </a:ext>
            </a:extLst>
          </p:cNvPr>
          <p:cNvSpPr/>
          <p:nvPr userDrawn="1"/>
        </p:nvSpPr>
        <p:spPr>
          <a:xfrm>
            <a:off x="6164826" y="0"/>
            <a:ext cx="56044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1752600"/>
            <a:ext cx="22936200" cy="11222736"/>
          </a:xfrm>
        </p:spPr>
        <p:txBody>
          <a:bodyPr vert="horz" lIns="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8"/>
            <a:ext cx="22991108" cy="1215424"/>
          </a:xfrm>
        </p:spPr>
        <p:txBody>
          <a:bodyPr/>
          <a:lstStyle/>
          <a:p>
            <a:r>
              <a:rPr lang="en-US"/>
              <a:t>Click to edit Master title style</a:t>
            </a:r>
          </a:p>
        </p:txBody>
      </p:sp>
    </p:spTree>
    <p:extLst>
      <p:ext uri="{BB962C8B-B14F-4D97-AF65-F5344CB8AC3E}">
        <p14:creationId xmlns:p14="http://schemas.microsoft.com/office/powerpoint/2010/main" val="1941911613"/>
      </p:ext>
    </p:extLst>
  </p:cSld>
  <p:clrMapOvr>
    <a:masterClrMapping/>
  </p:clrMapOvr>
</p:sldLayout>
</file>

<file path=ppt/slideLayouts/slideLayout282.xml><?xml version="1.0" encoding="utf-8"?>
<p:sldLayout xmlns:a="http://schemas.openxmlformats.org/drawingml/2006/main" xmlns:r="http://schemas.openxmlformats.org/officeDocument/2006/relationships" xmlns:p="http://schemas.openxmlformats.org/presentationml/2006/main" preserve="1" userDrawn="1">
  <p:cSld name="Single Column - Simple with Sub">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80F77ED-A2A4-4EFE-8DC0-C63FB58288D9}"/>
              </a:ext>
            </a:extLst>
          </p:cNvPr>
          <p:cNvSpPr/>
          <p:nvPr userDrawn="1"/>
        </p:nvSpPr>
        <p:spPr>
          <a:xfrm>
            <a:off x="6164826" y="0"/>
            <a:ext cx="56044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0"/>
            <a:ext cx="22936200" cy="10194036"/>
          </a:xfrm>
        </p:spPr>
        <p:txBody>
          <a:bodyPr vert="horz" lIns="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1752602"/>
            <a:ext cx="22971126" cy="102870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8"/>
            <a:ext cx="22991108" cy="1215424"/>
          </a:xfrm>
        </p:spPr>
        <p:txBody>
          <a:bodyPr/>
          <a:lstStyle/>
          <a:p>
            <a:r>
              <a:rPr lang="en-US"/>
              <a:t>Click to edit Master title style</a:t>
            </a:r>
          </a:p>
        </p:txBody>
      </p:sp>
    </p:spTree>
    <p:extLst>
      <p:ext uri="{BB962C8B-B14F-4D97-AF65-F5344CB8AC3E}">
        <p14:creationId xmlns:p14="http://schemas.microsoft.com/office/powerpoint/2010/main" val="3999888055"/>
      </p:ext>
    </p:extLst>
  </p:cSld>
  <p:clrMapOvr>
    <a:masterClrMapping/>
  </p:clrMapOvr>
</p:sldLayout>
</file>

<file path=ppt/slideLayouts/slideLayout283.xml><?xml version="1.0" encoding="utf-8"?>
<p:sldLayout xmlns:a="http://schemas.openxmlformats.org/drawingml/2006/main" xmlns:r="http://schemas.openxmlformats.org/officeDocument/2006/relationships" xmlns:p="http://schemas.openxmlformats.org/presentationml/2006/main" preserve="1" userDrawn="1">
  <p:cSld name="Single Column">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p>
            <a:r>
              <a:rPr lang="en-US"/>
              <a:t>Click to edit Master title style</a:t>
            </a:r>
          </a:p>
        </p:txBody>
      </p:sp>
    </p:spTree>
    <p:extLst>
      <p:ext uri="{BB962C8B-B14F-4D97-AF65-F5344CB8AC3E}">
        <p14:creationId xmlns:p14="http://schemas.microsoft.com/office/powerpoint/2010/main" val="3102298794"/>
      </p:ext>
    </p:extLst>
  </p:cSld>
  <p:clrMapOvr>
    <a:masterClrMapping/>
  </p:clrMapOvr>
</p:sldLayout>
</file>

<file path=ppt/slideLayouts/slideLayout284.xml><?xml version="1.0" encoding="utf-8"?>
<p:sldLayout xmlns:a="http://schemas.openxmlformats.org/drawingml/2006/main" xmlns:r="http://schemas.openxmlformats.org/officeDocument/2006/relationships" xmlns:p="http://schemas.openxmlformats.org/presentationml/2006/main" preserve="1" userDrawn="1">
  <p:cSld name="Double Column">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6296"/>
            <a:ext cx="7315200" cy="12353544"/>
          </a:xfrm>
        </p:spPr>
        <p:txBody>
          <a:bodyPr vert="horz" lIns="18288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5803" y="3685032"/>
            <a:ext cx="5236506" cy="2276856"/>
          </a:xfrm>
        </p:spPr>
        <p:txBody>
          <a:bodyPr vert="horz" lIns="0" tIns="0" rIns="0" bIns="0" rtlCol="0">
            <a:noAutofit/>
          </a:bodyPr>
          <a:lstStyle>
            <a:lvl1pPr>
              <a:defRPr lang="en-US" sz="3750" dirty="0">
                <a:ln w="3175">
                  <a:noFill/>
                </a:ln>
              </a:defRPr>
            </a:lvl1pPr>
          </a:lstStyle>
          <a:p>
            <a:pPr marL="0" lvl="0" indent="0" fontAlgn="base">
              <a:buNone/>
            </a:pPr>
            <a:r>
              <a:rPr lang="en-US"/>
              <a:t>Subtitle or callout if needed, all titles and subtitles are sentence case </a:t>
            </a:r>
          </a:p>
        </p:txBody>
      </p:sp>
      <p:sp>
        <p:nvSpPr>
          <p:cNvPr id="6" name="Text Placeholder 5">
            <a:extLst>
              <a:ext uri="{FF2B5EF4-FFF2-40B4-BE49-F238E27FC236}">
                <a16:creationId xmlns:a16="http://schemas.microsoft.com/office/drawing/2014/main" id="{808F5F46-46D7-FC41-96C7-36DEC6BD8687}"/>
              </a:ext>
            </a:extLst>
          </p:cNvPr>
          <p:cNvSpPr>
            <a:spLocks noGrp="1"/>
          </p:cNvSpPr>
          <p:nvPr>
            <p:ph type="body" sz="quarter" idx="14"/>
          </p:nvPr>
        </p:nvSpPr>
        <p:spPr>
          <a:xfrm>
            <a:off x="16040100" y="624968"/>
            <a:ext cx="7618984" cy="12353544"/>
          </a:xfrm>
        </p:spPr>
        <p:txBody>
          <a:bodyPr vert="horz" lIns="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5" name="Title 4">
            <a:extLst>
              <a:ext uri="{FF2B5EF4-FFF2-40B4-BE49-F238E27FC236}">
                <a16:creationId xmlns:a16="http://schemas.microsoft.com/office/drawing/2014/main" id="{9E8E5F5F-E11E-C44F-B488-CB35674682B5}"/>
              </a:ext>
            </a:extLst>
          </p:cNvPr>
          <p:cNvSpPr>
            <a:spLocks noGrp="1"/>
          </p:cNvSpPr>
          <p:nvPr>
            <p:ph type="title"/>
          </p:nvPr>
        </p:nvSpPr>
        <p:spPr/>
        <p:txBody>
          <a:bodyPr/>
          <a:lstStyle>
            <a:lvl1pPr>
              <a:defRPr/>
            </a:lvl1pPr>
          </a:lstStyle>
          <a:p>
            <a:r>
              <a:rPr lang="en-US"/>
              <a:t>Click to edit Master title style</a:t>
            </a:r>
          </a:p>
        </p:txBody>
      </p:sp>
      <p:sp>
        <p:nvSpPr>
          <p:cNvPr id="10" name="Footer Placeholder 9">
            <a:extLst>
              <a:ext uri="{FF2B5EF4-FFF2-40B4-BE49-F238E27FC236}">
                <a16:creationId xmlns:a16="http://schemas.microsoft.com/office/drawing/2014/main" id="{7F500EC3-B56F-D543-A50F-942AF23525BB}"/>
              </a:ext>
            </a:extLst>
          </p:cNvPr>
          <p:cNvSpPr>
            <a:spLocks noGrp="1"/>
          </p:cNvSpPr>
          <p:nvPr>
            <p:ph type="ftr" sz="quarter" idx="15"/>
          </p:nvPr>
        </p:nvSpPr>
        <p:spPr/>
        <p:txBody>
          <a:bodyPr lIns="365760"/>
          <a:lstStyle/>
          <a:p>
            <a:endParaRPr lang="en-US"/>
          </a:p>
        </p:txBody>
      </p:sp>
    </p:spTree>
    <p:extLst>
      <p:ext uri="{BB962C8B-B14F-4D97-AF65-F5344CB8AC3E}">
        <p14:creationId xmlns:p14="http://schemas.microsoft.com/office/powerpoint/2010/main" val="2029628577"/>
      </p:ext>
    </p:extLst>
  </p:cSld>
  <p:clrMapOvr>
    <a:masterClrMapping/>
  </p:clrMapOvr>
</p:sldLayout>
</file>

<file path=ppt/slideLayouts/slideLayout285.xml><?xml version="1.0" encoding="utf-8"?>
<p:sldLayout xmlns:a="http://schemas.openxmlformats.org/drawingml/2006/main" xmlns:r="http://schemas.openxmlformats.org/officeDocument/2006/relationships" xmlns:p="http://schemas.openxmlformats.org/presentationml/2006/main" preserve="1" userDrawn="1">
  <p:cSld name="Chart Slide">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6" name="Chart Placeholder 5">
            <a:extLst>
              <a:ext uri="{FF2B5EF4-FFF2-40B4-BE49-F238E27FC236}">
                <a16:creationId xmlns:a16="http://schemas.microsoft.com/office/drawing/2014/main" id="{D15CAE43-FFC5-5941-A364-DB8503717B41}"/>
              </a:ext>
            </a:extLst>
          </p:cNvPr>
          <p:cNvSpPr>
            <a:spLocks noGrp="1"/>
          </p:cNvSpPr>
          <p:nvPr>
            <p:ph type="chart" sz="quarter" idx="14"/>
          </p:nvPr>
        </p:nvSpPr>
        <p:spPr>
          <a:xfrm>
            <a:off x="6305550" y="4833410"/>
            <a:ext cx="17183100" cy="8158692"/>
          </a:xfrm>
        </p:spPr>
        <p:txBody>
          <a:bodyPr/>
          <a:lstStyle/>
          <a:p>
            <a:r>
              <a:rPr lang="en-US"/>
              <a:t>Click icon to add chart</a:t>
            </a:r>
          </a:p>
        </p:txBody>
      </p:sp>
      <p:sp>
        <p:nvSpPr>
          <p:cNvPr id="5" name="Title 4">
            <a:extLst>
              <a:ext uri="{FF2B5EF4-FFF2-40B4-BE49-F238E27FC236}">
                <a16:creationId xmlns:a16="http://schemas.microsoft.com/office/drawing/2014/main" id="{1A166DE4-81E7-7D4A-A206-F89CC138B7CD}"/>
              </a:ext>
            </a:extLst>
          </p:cNvPr>
          <p:cNvSpPr>
            <a:spLocks noGrp="1"/>
          </p:cNvSpPr>
          <p:nvPr>
            <p:ph type="title" hasCustomPrompt="1"/>
          </p:nvPr>
        </p:nvSpPr>
        <p:spPr/>
        <p:txBody>
          <a:bodyPr/>
          <a:lstStyle/>
          <a:p>
            <a:r>
              <a:rPr lang="en-US"/>
              <a:t>Chart Slide</a:t>
            </a:r>
          </a:p>
        </p:txBody>
      </p:sp>
      <p:sp>
        <p:nvSpPr>
          <p:cNvPr id="12" name="Text Placeholder 8">
            <a:extLst>
              <a:ext uri="{FF2B5EF4-FFF2-40B4-BE49-F238E27FC236}">
                <a16:creationId xmlns:a16="http://schemas.microsoft.com/office/drawing/2014/main" id="{02EECDEE-456F-4A15-A4FE-4CA2F60E0059}"/>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6">
            <a:extLst>
              <a:ext uri="{FF2B5EF4-FFF2-40B4-BE49-F238E27FC236}">
                <a16:creationId xmlns:a16="http://schemas.microsoft.com/office/drawing/2014/main" id="{0DE29CAF-37DB-469A-A4BC-F015B5D92449}"/>
              </a:ext>
            </a:extLst>
          </p:cNvPr>
          <p:cNvSpPr>
            <a:spLocks noGrp="1"/>
          </p:cNvSpPr>
          <p:nvPr>
            <p:ph type="body" sz="quarter" idx="15"/>
          </p:nvPr>
        </p:nvSpPr>
        <p:spPr>
          <a:xfrm>
            <a:off x="6477000" y="621792"/>
            <a:ext cx="17160240" cy="2937320"/>
          </a:xfrm>
        </p:spPr>
        <p:txBody>
          <a:bodyPr lIns="18288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Tree>
    <p:extLst>
      <p:ext uri="{BB962C8B-B14F-4D97-AF65-F5344CB8AC3E}">
        <p14:creationId xmlns:p14="http://schemas.microsoft.com/office/powerpoint/2010/main" val="1733527831"/>
      </p:ext>
    </p:extLst>
  </p:cSld>
  <p:clrMapOvr>
    <a:masterClrMapping/>
  </p:clrMapOvr>
</p:sldLayout>
</file>

<file path=ppt/slideLayouts/slideLayout286.xml><?xml version="1.0" encoding="utf-8"?>
<p:sldLayout xmlns:a="http://schemas.openxmlformats.org/drawingml/2006/main" xmlns:r="http://schemas.openxmlformats.org/officeDocument/2006/relationships" xmlns:p="http://schemas.openxmlformats.org/presentationml/2006/main" preserve="1" userDrawn="1">
  <p:cSld name="Table Slide">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2937320"/>
          </a:xfrm>
        </p:spPr>
        <p:txBody>
          <a:bodyPr lIns="18288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5" name="Title 4">
            <a:extLst>
              <a:ext uri="{FF2B5EF4-FFF2-40B4-BE49-F238E27FC236}">
                <a16:creationId xmlns:a16="http://schemas.microsoft.com/office/drawing/2014/main" id="{D0602A0A-DA97-1949-83C0-5E92A6974F6F}"/>
              </a:ext>
            </a:extLst>
          </p:cNvPr>
          <p:cNvSpPr>
            <a:spLocks noGrp="1"/>
          </p:cNvSpPr>
          <p:nvPr>
            <p:ph type="title" hasCustomPrompt="1"/>
          </p:nvPr>
        </p:nvSpPr>
        <p:spPr/>
        <p:txBody>
          <a:bodyPr/>
          <a:lstStyle/>
          <a:p>
            <a:r>
              <a:rPr lang="en-US"/>
              <a:t>Table Slide</a:t>
            </a:r>
          </a:p>
        </p:txBody>
      </p:sp>
      <p:sp>
        <p:nvSpPr>
          <p:cNvPr id="10" name="Text Placeholder 8">
            <a:extLst>
              <a:ext uri="{FF2B5EF4-FFF2-40B4-BE49-F238E27FC236}">
                <a16:creationId xmlns:a16="http://schemas.microsoft.com/office/drawing/2014/main" id="{FD34CAF5-D592-42FD-80B2-8B57E60C9A88}"/>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Tree>
    <p:extLst>
      <p:ext uri="{BB962C8B-B14F-4D97-AF65-F5344CB8AC3E}">
        <p14:creationId xmlns:p14="http://schemas.microsoft.com/office/powerpoint/2010/main" val="4196148558"/>
      </p:ext>
    </p:extLst>
  </p:cSld>
  <p:clrMapOvr>
    <a:masterClrMapping/>
  </p:clrMapOvr>
</p:sldLayout>
</file>

<file path=ppt/slideLayouts/slideLayout287.xml><?xml version="1.0" encoding="utf-8"?>
<p:sldLayout xmlns:a="http://schemas.openxmlformats.org/drawingml/2006/main" xmlns:r="http://schemas.openxmlformats.org/officeDocument/2006/relationships" xmlns:p="http://schemas.openxmlformats.org/presentationml/2006/main" showMasterSp="0" preserve="1" userDrawn="1">
  <p:cSld name="Blank">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1215424"/>
          </a:xfrm>
        </p:spPr>
        <p:txBody>
          <a:bodyPr/>
          <a:lstStyle/>
          <a:p>
            <a:r>
              <a:rPr lang="en-US"/>
              <a:t>Click to edit Master title style</a:t>
            </a:r>
          </a:p>
        </p:txBody>
      </p:sp>
      <p:sp>
        <p:nvSpPr>
          <p:cNvPr id="3" name="Footer Placeholder 2">
            <a:extLst>
              <a:ext uri="{FF2B5EF4-FFF2-40B4-BE49-F238E27FC236}">
                <a16:creationId xmlns:a16="http://schemas.microsoft.com/office/drawing/2014/main" id="{476EBF41-6E4F-CC45-9467-0CE6DA4A5B1A}"/>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A82870D3-B21C-6F49-A89A-D8B3AEF5AC9C}"/>
              </a:ext>
            </a:extLst>
          </p:cNvPr>
          <p:cNvSpPr>
            <a:spLocks noGrp="1"/>
          </p:cNvSpPr>
          <p:nvPr>
            <p:ph type="sldNum" sz="quarter" idx="11"/>
          </p:nvPr>
        </p:nvSpPr>
        <p:spPr/>
        <p:txBody>
          <a:bodyPr/>
          <a:lstStyle/>
          <a:p>
            <a:fld id="{762E77F0-FB5B-4E8E-9BC9-34F14560A017}" type="slidenum">
              <a:rPr lang="en-US" smtClean="0"/>
              <a:pPr/>
              <a:t>‹#›</a:t>
            </a:fld>
            <a:endParaRPr lang="en-US"/>
          </a:p>
        </p:txBody>
      </p:sp>
      <p:pic>
        <p:nvPicPr>
          <p:cNvPr id="6" name="Picture 5">
            <a:extLst>
              <a:ext uri="{FF2B5EF4-FFF2-40B4-BE49-F238E27FC236}">
                <a16:creationId xmlns:a16="http://schemas.microsoft.com/office/drawing/2014/main" id="{520484D5-16DE-4712-B129-D2A66A2FCE22}"/>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3726587640"/>
      </p:ext>
    </p:extLst>
  </p:cSld>
  <p:clrMapOvr>
    <a:masterClrMapping/>
  </p:clrMapOvr>
</p:sldLayout>
</file>

<file path=ppt/slideLayouts/slideLayout288.xml><?xml version="1.0" encoding="utf-8"?>
<p:sldLayout xmlns:a="http://schemas.openxmlformats.org/drawingml/2006/main" xmlns:r="http://schemas.openxmlformats.org/officeDocument/2006/relationships" xmlns:p="http://schemas.openxmlformats.org/presentationml/2006/main" showMasterSp="0" preserve="1" userDrawn="1">
  <p:cSld name="Wide Layout Single Column">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a:xfrm>
            <a:off x="8382000" y="13000317"/>
            <a:ext cx="5746892" cy="486410"/>
          </a:xfrm>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8382000" y="621792"/>
            <a:ext cx="15255240" cy="12353544"/>
          </a:xfrm>
        </p:spPr>
        <p:txBody>
          <a:bodyPr vert="horz" lIns="18288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sz="3200" dirty="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sz="3200" dirty="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sz="3200" dirty="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sz="3200" dirty="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sz="3200" dirty="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6724559"/>
            <a:ext cx="7183198" cy="2280490"/>
          </a:xfrm>
        </p:spPr>
        <p:txBody>
          <a:bodyPr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6"/>
            <a:ext cx="7217706" cy="5292124"/>
          </a:xfrm>
        </p:spPr>
        <p:txBody>
          <a:bodyPr/>
          <a:lstStyle/>
          <a:p>
            <a:r>
              <a:rPr lang="en-US"/>
              <a:t>Click to edit Master title style</a:t>
            </a:r>
          </a:p>
        </p:txBody>
      </p:sp>
      <p:cxnSp>
        <p:nvCxnSpPr>
          <p:cNvPr id="8" name="Straight Connector 7">
            <a:extLst>
              <a:ext uri="{FF2B5EF4-FFF2-40B4-BE49-F238E27FC236}">
                <a16:creationId xmlns:a16="http://schemas.microsoft.com/office/drawing/2014/main" id="{F957024A-18DC-E948-83FF-954BAEFA54C4}"/>
              </a:ext>
            </a:extLst>
          </p:cNvPr>
          <p:cNvCxnSpPr>
            <a:cxnSpLocks/>
          </p:cNvCxnSpPr>
          <p:nvPr userDrawn="1"/>
        </p:nvCxnSpPr>
        <p:spPr>
          <a:xfrm>
            <a:off x="8382000" y="186418"/>
            <a:ext cx="0" cy="13716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pic>
        <p:nvPicPr>
          <p:cNvPr id="11" name="Picture 10">
            <a:extLst>
              <a:ext uri="{FF2B5EF4-FFF2-40B4-BE49-F238E27FC236}">
                <a16:creationId xmlns:a16="http://schemas.microsoft.com/office/drawing/2014/main" id="{B8DEF417-431A-4C33-8A76-58BBE129E967}"/>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2904482127"/>
      </p:ext>
    </p:extLst>
  </p:cSld>
  <p:clrMapOvr>
    <a:masterClrMapping/>
  </p:clrMapOvr>
</p:sldLayout>
</file>

<file path=ppt/slideLayouts/slideLayout289.xml><?xml version="1.0" encoding="utf-8"?>
<p:sldLayout xmlns:a="http://schemas.openxmlformats.org/drawingml/2006/main" xmlns:r="http://schemas.openxmlformats.org/officeDocument/2006/relationships" xmlns:p="http://schemas.openxmlformats.org/presentationml/2006/main" showMasterSp="0" preserve="1" userDrawn="1">
  <p:cSld name="Image Slide 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6477000" y="0"/>
            <a:ext cx="17907000" cy="13716000"/>
          </a:xfrm>
          <a:solidFill>
            <a:schemeClr val="bg1">
              <a:lumMod val="75000"/>
            </a:schemeClr>
          </a:solidFill>
        </p:spPr>
        <p:txBody>
          <a:bodyPr vert="horz" lIns="365760" tIns="0" rIns="0" bIns="0" rtlCol="0">
            <a:noAutofit/>
          </a:bodyPr>
          <a:lstStyle>
            <a:lvl1pPr>
              <a:defRPr lang="en-US" dirty="0" smtClean="0"/>
            </a:lvl1pPr>
          </a:lstStyle>
          <a:p>
            <a:pPr marR="0" lvl="0" fontAlgn="auto">
              <a:buSzTx/>
              <a:tabLst/>
            </a:pPr>
            <a:r>
              <a:rPr lang="en-US"/>
              <a:t>Click icon in the center of box to add picture</a:t>
            </a:r>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lstStyle>
            <a:lvl1pPr>
              <a:defRPr/>
            </a:lvl1pPr>
          </a:lstStyle>
          <a:p>
            <a:r>
              <a:rPr lang="en-US"/>
              <a:t>Click to edit Master title style</a:t>
            </a:r>
          </a:p>
        </p:txBody>
      </p:sp>
      <p:sp>
        <p:nvSpPr>
          <p:cNvPr id="10" name="Footer Placeholder 2">
            <a:extLst>
              <a:ext uri="{FF2B5EF4-FFF2-40B4-BE49-F238E27FC236}">
                <a16:creationId xmlns:a16="http://schemas.microsoft.com/office/drawing/2014/main" id="{7073E864-1AAE-4F30-B18C-AC7366759B29}"/>
              </a:ext>
            </a:extLst>
          </p:cNvPr>
          <p:cNvSpPr>
            <a:spLocks noGrp="1"/>
          </p:cNvSpPr>
          <p:nvPr>
            <p:ph type="ftr" sz="quarter" idx="10"/>
          </p:nvPr>
        </p:nvSpPr>
        <p:spPr>
          <a:xfrm>
            <a:off x="6477000" y="13000317"/>
            <a:ext cx="5518292" cy="486410"/>
          </a:xfrm>
        </p:spPr>
        <p:txBody>
          <a:bodyPr/>
          <a:lstStyle>
            <a:lvl1pPr>
              <a:defRPr>
                <a:solidFill>
                  <a:schemeClr val="bg1"/>
                </a:solidFill>
              </a:defRPr>
            </a:lvl1pPr>
          </a:lstStyle>
          <a:p>
            <a:endParaRPr lang="en-US"/>
          </a:p>
        </p:txBody>
      </p:sp>
      <p:sp>
        <p:nvSpPr>
          <p:cNvPr id="11" name="Text Placeholder 8">
            <a:extLst>
              <a:ext uri="{FF2B5EF4-FFF2-40B4-BE49-F238E27FC236}">
                <a16:creationId xmlns:a16="http://schemas.microsoft.com/office/drawing/2014/main" id="{08C770D2-29E4-4980-89B5-2CADCAA9838F}"/>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Picture 8">
            <a:extLst>
              <a:ext uri="{FF2B5EF4-FFF2-40B4-BE49-F238E27FC236}">
                <a16:creationId xmlns:a16="http://schemas.microsoft.com/office/drawing/2014/main" id="{E01928CC-EE62-4CC7-B7D1-1F8AD45338D2}"/>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2924993476"/>
      </p:ext>
    </p:extLst>
  </p:cSld>
  <p:clrMapOvr>
    <a:masterClrMapping/>
  </p:clrMapOvr>
</p:sldLayout>
</file>

<file path=ppt/slideLayouts/slideLayout290.xml><?xml version="1.0" encoding="utf-8"?>
<p:sldLayout xmlns:a="http://schemas.openxmlformats.org/drawingml/2006/main" xmlns:r="http://schemas.openxmlformats.org/officeDocument/2006/relationships" xmlns:p="http://schemas.openxmlformats.org/presentationml/2006/main" showMasterSp="0" preserve="1" userDrawn="1">
  <p:cSld name="Image Slide 2">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a:xfrm>
            <a:off x="6477000" y="13000317"/>
            <a:ext cx="5647832" cy="486410"/>
          </a:xfrm>
        </p:spPr>
        <p:txBody>
          <a:bodyPr lIns="365760"/>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tx1"/>
                </a:solidFill>
              </a:defRPr>
            </a:lvl1p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17945100" y="621792"/>
            <a:ext cx="5715000" cy="12353544"/>
          </a:xfrm>
        </p:spPr>
        <p:txBody>
          <a:bodyPr vert="horz" lIns="18288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smtClean="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smtClean="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smtClean="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smtClean="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lstStyle>
            <a:lvl1pPr>
              <a:defRPr/>
            </a:lvl1pPr>
          </a:lstStyle>
          <a:p>
            <a:r>
              <a:rPr lang="en-US"/>
              <a:t>Click to edit Master title style</a:t>
            </a:r>
          </a:p>
        </p:txBody>
      </p:sp>
      <p:sp>
        <p:nvSpPr>
          <p:cNvPr id="11" name="Text Placeholder 8">
            <a:extLst>
              <a:ext uri="{FF2B5EF4-FFF2-40B4-BE49-F238E27FC236}">
                <a16:creationId xmlns:a16="http://schemas.microsoft.com/office/drawing/2014/main" id="{D6F74E0A-AB80-4D15-9EF8-AC6BAA371DF2}"/>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Picture 8">
            <a:extLst>
              <a:ext uri="{FF2B5EF4-FFF2-40B4-BE49-F238E27FC236}">
                <a16:creationId xmlns:a16="http://schemas.microsoft.com/office/drawing/2014/main" id="{88492984-4EB5-4E4A-8FC1-E5337341B709}"/>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983498633"/>
      </p:ext>
    </p:extLst>
  </p:cSld>
  <p:clrMapOvr>
    <a:masterClrMapping/>
  </p:clrMapOvr>
</p:sldLayout>
</file>

<file path=ppt/slideLayouts/slideLayout291.xml><?xml version="1.0" encoding="utf-8"?>
<p:sldLayout xmlns:a="http://schemas.openxmlformats.org/drawingml/2006/main" xmlns:r="http://schemas.openxmlformats.org/officeDocument/2006/relationships" xmlns:p="http://schemas.openxmlformats.org/presentationml/2006/main" showMasterSp="0" preserve="1" userDrawn="1">
  <p:cSld name="Image Slide 3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lvl1pPr>
              <a:defRPr>
                <a:solidFill>
                  <a:schemeClr val="tx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8"/>
            <a:ext cx="11142008" cy="1215424"/>
          </a:xfrm>
        </p:spPr>
        <p:txBody>
          <a:bodyPr/>
          <a:lstStyle>
            <a:lvl1pPr>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5"/>
            <a:ext cx="11115598" cy="5944302"/>
          </a:xfrm>
        </p:spPr>
        <p:txBody>
          <a:bodyPr lIns="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pic>
        <p:nvPicPr>
          <p:cNvPr id="9" name="Picture 8">
            <a:extLst>
              <a:ext uri="{FF2B5EF4-FFF2-40B4-BE49-F238E27FC236}">
                <a16:creationId xmlns:a16="http://schemas.microsoft.com/office/drawing/2014/main" id="{BC7F59C7-6089-4A74-BCED-ACDC9A78027F}"/>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176216599"/>
      </p:ext>
    </p:extLst>
  </p:cSld>
  <p:clrMapOvr>
    <a:masterClrMapping/>
  </p:clrMapOvr>
</p:sldLayout>
</file>

<file path=ppt/slideLayouts/slideLayout292.xml><?xml version="1.0" encoding="utf-8"?>
<p:sldLayout xmlns:a="http://schemas.openxmlformats.org/drawingml/2006/main" xmlns:r="http://schemas.openxmlformats.org/officeDocument/2006/relationships" xmlns:p="http://schemas.openxmlformats.org/presentationml/2006/main" showMasterSp="0" preserve="1" userDrawn="1">
  <p:cSld name="Image Slide 3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lvl1pPr>
              <a:defRPr>
                <a:solidFill>
                  <a:schemeClr val="tx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3062106"/>
          </a:xfrm>
        </p:spPr>
        <p:txBody>
          <a:bodyPr/>
          <a:lstStyle>
            <a:lvl1pPr>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7"/>
            <a:ext cx="11115598" cy="5944302"/>
          </a:xfrm>
        </p:spPr>
        <p:txBody>
          <a:bodyPr lIns="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8">
            <a:extLst>
              <a:ext uri="{FF2B5EF4-FFF2-40B4-BE49-F238E27FC236}">
                <a16:creationId xmlns:a16="http://schemas.microsoft.com/office/drawing/2014/main" id="{7E2CAB91-DDF9-42DE-8B4B-CC01A9F5884C}"/>
              </a:ext>
            </a:extLst>
          </p:cNvPr>
          <p:cNvSpPr>
            <a:spLocks noGrp="1"/>
          </p:cNvSpPr>
          <p:nvPr>
            <p:ph type="body" sz="quarter" idx="13" hasCustomPrompt="1"/>
          </p:nvPr>
        </p:nvSpPr>
        <p:spPr>
          <a:xfrm>
            <a:off x="688979" y="1752605"/>
            <a:ext cx="11122026" cy="139065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Picture 8">
            <a:extLst>
              <a:ext uri="{FF2B5EF4-FFF2-40B4-BE49-F238E27FC236}">
                <a16:creationId xmlns:a16="http://schemas.microsoft.com/office/drawing/2014/main" id="{CB6528F4-B103-418F-B114-1DFE38B86E27}"/>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3337416727"/>
      </p:ext>
    </p:extLst>
  </p:cSld>
  <p:clrMapOvr>
    <a:masterClrMapping/>
  </p:clrMapOvr>
</p:sldLayout>
</file>

<file path=ppt/slideLayouts/slideLayout293.xml><?xml version="1.0" encoding="utf-8"?>
<p:sldLayout xmlns:a="http://schemas.openxmlformats.org/drawingml/2006/main" xmlns:r="http://schemas.openxmlformats.org/officeDocument/2006/relationships" xmlns:p="http://schemas.openxmlformats.org/presentationml/2006/main" showMasterSp="0" preserve="1" userDrawn="1">
  <p:cSld name="Image Slide 4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lvl1pPr>
              <a:defRPr>
                <a:solidFill>
                  <a:schemeClr val="tx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3062106"/>
          </a:xfrm>
        </p:spPr>
        <p:txBody>
          <a:bodyPr/>
          <a:lstStyle>
            <a:lvl1pPr>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5"/>
            <a:ext cx="5210098" cy="5944302"/>
          </a:xfrm>
        </p:spPr>
        <p:txBody>
          <a:bodyPr lIns="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6C63B45C-B418-7748-8927-54F5E6F9FA61}"/>
              </a:ext>
            </a:extLst>
          </p:cNvPr>
          <p:cNvSpPr>
            <a:spLocks noGrp="1"/>
          </p:cNvSpPr>
          <p:nvPr>
            <p:ph type="body" sz="quarter" idx="16"/>
          </p:nvPr>
        </p:nvSpPr>
        <p:spPr>
          <a:xfrm>
            <a:off x="6477000" y="1752604"/>
            <a:ext cx="5333924" cy="5846640"/>
          </a:xfrm>
        </p:spPr>
        <p:txBody>
          <a:bodyPr lIns="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pic>
        <p:nvPicPr>
          <p:cNvPr id="9" name="Picture 8">
            <a:extLst>
              <a:ext uri="{FF2B5EF4-FFF2-40B4-BE49-F238E27FC236}">
                <a16:creationId xmlns:a16="http://schemas.microsoft.com/office/drawing/2014/main" id="{EA4E166B-520B-45F4-AEB1-079C224DD278}"/>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2607067566"/>
      </p:ext>
    </p:extLst>
  </p:cSld>
  <p:clrMapOvr>
    <a:masterClrMapping/>
  </p:clrMapOvr>
</p:sldLayout>
</file>

<file path=ppt/slideLayouts/slideLayout294.xml><?xml version="1.0" encoding="utf-8"?>
<p:sldLayout xmlns:a="http://schemas.openxmlformats.org/drawingml/2006/main" xmlns:r="http://schemas.openxmlformats.org/officeDocument/2006/relationships" xmlns:p="http://schemas.openxmlformats.org/presentationml/2006/main" showMasterSp="0" preserve="1" userDrawn="1">
  <p:cSld name="Image Slide 4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lvl1pPr>
              <a:defRPr>
                <a:solidFill>
                  <a:schemeClr val="tx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3062106"/>
          </a:xfrm>
        </p:spPr>
        <p:txBody>
          <a:bodyPr/>
          <a:lstStyle>
            <a:lvl1pPr>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7"/>
            <a:ext cx="5210098" cy="5944302"/>
          </a:xfrm>
        </p:spPr>
        <p:txBody>
          <a:bodyPr lIns="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6C63B45C-B418-7748-8927-54F5E6F9FA61}"/>
              </a:ext>
            </a:extLst>
          </p:cNvPr>
          <p:cNvSpPr>
            <a:spLocks noGrp="1"/>
          </p:cNvSpPr>
          <p:nvPr>
            <p:ph type="body" sz="quarter" idx="16"/>
          </p:nvPr>
        </p:nvSpPr>
        <p:spPr>
          <a:xfrm>
            <a:off x="6477000" y="3169804"/>
            <a:ext cx="5333924" cy="5846640"/>
          </a:xfrm>
        </p:spPr>
        <p:txBody>
          <a:bodyPr lIns="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ext Placeholder 8">
            <a:extLst>
              <a:ext uri="{FF2B5EF4-FFF2-40B4-BE49-F238E27FC236}">
                <a16:creationId xmlns:a16="http://schemas.microsoft.com/office/drawing/2014/main" id="{9192A8DF-7DE3-4714-9178-8644E5472F7A}"/>
              </a:ext>
            </a:extLst>
          </p:cNvPr>
          <p:cNvSpPr>
            <a:spLocks noGrp="1"/>
          </p:cNvSpPr>
          <p:nvPr>
            <p:ph type="body" sz="quarter" idx="13" hasCustomPrompt="1"/>
          </p:nvPr>
        </p:nvSpPr>
        <p:spPr>
          <a:xfrm>
            <a:off x="688979" y="1752605"/>
            <a:ext cx="11122026" cy="139065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11" name="Picture 10">
            <a:extLst>
              <a:ext uri="{FF2B5EF4-FFF2-40B4-BE49-F238E27FC236}">
                <a16:creationId xmlns:a16="http://schemas.microsoft.com/office/drawing/2014/main" id="{8D8E05D2-F04D-41D8-8B79-A72C6B5BB816}"/>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892527221"/>
      </p:ext>
    </p:extLst>
  </p:cSld>
  <p:clrMapOvr>
    <a:masterClrMapping/>
  </p:clrMapOvr>
</p:sldLayout>
</file>

<file path=ppt/slideLayouts/slideLayout295.xml><?xml version="1.0" encoding="utf-8"?>
<p:sldLayout xmlns:a="http://schemas.openxmlformats.org/drawingml/2006/main" xmlns:r="http://schemas.openxmlformats.org/officeDocument/2006/relationships" xmlns:p="http://schemas.openxmlformats.org/presentationml/2006/main" showMasterSp="0" preserve="1" userDrawn="1">
  <p:cSld name="1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sz="3600">
                <a:solidFill>
                  <a:schemeClr val="tx1"/>
                </a:solidFill>
              </a:rPr>
              <a:t>Click icon in the center of the slide to add picture</a:t>
            </a:r>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6477000"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20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20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20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20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20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bg1"/>
          </a:solidFill>
          <a:ln w="12700">
            <a:noFill/>
          </a:ln>
        </p:spPr>
        <p:txBody>
          <a:bodyPr vert="horz" lIns="228600" tIns="155448" rIns="329184" bIns="155448" rtlCol="0" anchor="t" anchorCtr="0">
            <a:noAutofit/>
          </a:bodyPr>
          <a:lstStyle>
            <a:lvl1pPr>
              <a:defRPr lang="en-US" dirty="0">
                <a:ln w="9525">
                  <a:noFill/>
                </a:ln>
                <a:solidFill>
                  <a:schemeClr val="tx2"/>
                </a:solidFill>
              </a:defRPr>
            </a:lvl1pPr>
          </a:lstStyle>
          <a:p>
            <a:pPr marL="0" lvl="0" indent="0">
              <a:spcAft>
                <a:spcPts val="3000"/>
              </a:spcAft>
              <a:buFont typeface="Arial" panose="020B0604020202020204" pitchFamily="34" charset="0"/>
            </a:pPr>
            <a:r>
              <a:rPr lang="en-US"/>
              <a:t>Click to edit Master title style</a:t>
            </a:r>
          </a:p>
        </p:txBody>
      </p:sp>
      <p:sp>
        <p:nvSpPr>
          <p:cNvPr id="8" name="Freeform 5">
            <a:extLst>
              <a:ext uri="{FF2B5EF4-FFF2-40B4-BE49-F238E27FC236}">
                <a16:creationId xmlns:a16="http://schemas.microsoft.com/office/drawing/2014/main" id="{902A831D-23BF-4C78-BD6E-375B8EEC1865}"/>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3919947300"/>
      </p:ext>
    </p:extLst>
  </p:cSld>
  <p:clrMapOvr>
    <a:masterClrMapping/>
  </p:clrMapOvr>
</p:sldLayout>
</file>

<file path=ppt/slideLayouts/slideLayout296.xml><?xml version="1.0" encoding="utf-8"?>
<p:sldLayout xmlns:a="http://schemas.openxmlformats.org/drawingml/2006/main" xmlns:r="http://schemas.openxmlformats.org/officeDocument/2006/relationships" xmlns:p="http://schemas.openxmlformats.org/presentationml/2006/main" showMasterSp="0" preserve="1" userDrawn="1">
  <p:cSld name="4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a:xfrm>
            <a:off x="0" y="0"/>
            <a:ext cx="24387048" cy="13716000"/>
          </a:xfrm>
          <a:solidFill>
            <a:schemeClr val="bg1">
              <a:lumMod val="75000"/>
            </a:schemeClr>
          </a:solidFill>
        </p:spPr>
        <p:txBody>
          <a:bodyPr vert="horz" lIns="365760" tIns="0" rIns="0" bIns="0" rtlCol="0">
            <a:noAutofit/>
          </a:bodyPr>
          <a:lstStyle>
            <a:lvl1pPr>
              <a:defRPr lang="en-US" noProof="0" dirty="0"/>
            </a:lvl1pPr>
          </a:lstStyle>
          <a:p>
            <a:pPr marR="0" lvl="0" fontAlgn="auto">
              <a:buSzTx/>
              <a:tabLst/>
            </a:pPr>
            <a:r>
              <a:rPr kumimoji="0" lang="en-US" sz="3600" b="0" i="0" u="none" strike="noStrike" kern="1200" cap="none" spc="0" normalizeH="0" baseline="0" noProof="0">
                <a:ln>
                  <a:noFill/>
                </a:ln>
                <a:solidFill>
                  <a:prstClr val="black"/>
                </a:solidFill>
                <a:effectLst/>
                <a:uLnTx/>
                <a:uFillTx/>
                <a:latin typeface="+mn-lt"/>
                <a:ea typeface="+mn-ea"/>
                <a:cs typeface="+mn-cs"/>
              </a:rPr>
              <a:t>Click icon in the center of the slide to add picture</a:t>
            </a:r>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17948148"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92000" y="731520"/>
            <a:ext cx="5756148" cy="4069080"/>
          </a:xfrm>
          <a:solidFill>
            <a:schemeClr val="bg1"/>
          </a:solidFill>
          <a:ln w="12700">
            <a:noFill/>
          </a:ln>
        </p:spPr>
        <p:txBody>
          <a:bodyPr vert="horz" lIns="228600" tIns="155448" rIns="329184" bIns="155448" rtlCol="0" anchor="t" anchorCtr="0">
            <a:noAutofit/>
          </a:bodyPr>
          <a:lstStyle>
            <a:lvl1pPr>
              <a:defRPr lang="en-US" dirty="0">
                <a:ln w="9525">
                  <a:noFill/>
                </a:ln>
                <a:solidFill>
                  <a:schemeClr val="tx2"/>
                </a:solidFill>
              </a:defRPr>
            </a:lvl1pPr>
          </a:lstStyle>
          <a:p>
            <a:pPr marL="0" lvl="0" indent="0">
              <a:spcAft>
                <a:spcPts val="3000"/>
              </a:spcAft>
              <a:buFont typeface="Arial" panose="020B0604020202020204" pitchFamily="34" charset="0"/>
            </a:pPr>
            <a:r>
              <a:rPr lang="en-US"/>
              <a:t>Click to edit Master title style</a:t>
            </a:r>
          </a:p>
        </p:txBody>
      </p:sp>
      <p:sp>
        <p:nvSpPr>
          <p:cNvPr id="8" name="Freeform 5">
            <a:extLst>
              <a:ext uri="{FF2B5EF4-FFF2-40B4-BE49-F238E27FC236}">
                <a16:creationId xmlns:a16="http://schemas.microsoft.com/office/drawing/2014/main" id="{A48484F5-F9A7-49D4-82F2-F109C6EDA029}"/>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1092987072"/>
      </p:ext>
    </p:extLst>
  </p:cSld>
  <p:clrMapOvr>
    <a:masterClrMapping/>
  </p:clrMapOvr>
</p:sldLayout>
</file>

<file path=ppt/slideLayouts/slideLayout297.xml><?xml version="1.0" encoding="utf-8"?>
<p:sldLayout xmlns:a="http://schemas.openxmlformats.org/drawingml/2006/main" xmlns:r="http://schemas.openxmlformats.org/officeDocument/2006/relationships" xmlns:p="http://schemas.openxmlformats.org/presentationml/2006/main" showMasterSp="0" preserve="1" userDrawn="1">
  <p:cSld name="Callout">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47731692-D7FB-43A5-9242-6381F710CEE4}"/>
              </a:ext>
            </a:extLst>
          </p:cNvPr>
          <p:cNvSpPr/>
          <p:nvPr userDrawn="1"/>
        </p:nvSpPr>
        <p:spPr>
          <a:xfrm>
            <a:off x="17945100" y="0"/>
            <a:ext cx="6438900" cy="13716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8452592" y="621792"/>
            <a:ext cx="5202936" cy="12353544"/>
          </a:xfrm>
        </p:spPr>
        <p:txBody>
          <a:bodyPr vert="horz" lIns="0" tIns="0" rIns="0" bIns="0" rtlCol="0">
            <a:noAutofit/>
          </a:bodyPr>
          <a:lstStyle>
            <a:lvl1pPr>
              <a:lnSpc>
                <a:spcPct val="110000"/>
              </a:lnSpc>
              <a:defRPr lang="en-US" sz="5250" dirty="0">
                <a:ln w="3175">
                  <a:noFill/>
                </a:ln>
                <a:solidFill>
                  <a:schemeClr val="bg1"/>
                </a:solidFill>
              </a:defRPr>
            </a:lvl1pPr>
          </a:lstStyle>
          <a:p>
            <a:pPr lvl="0" fontAlgn="base">
              <a:spcAft>
                <a:spcPts val="5250"/>
              </a:spcAft>
            </a:pPr>
            <a:r>
              <a:rPr lang="en-US"/>
              <a:t>Additional information if needed</a:t>
            </a:r>
          </a:p>
        </p:txBody>
      </p:sp>
      <p:sp>
        <p:nvSpPr>
          <p:cNvPr id="12" name="Text Placeholder 11">
            <a:extLst>
              <a:ext uri="{FF2B5EF4-FFF2-40B4-BE49-F238E27FC236}">
                <a16:creationId xmlns:a16="http://schemas.microsoft.com/office/drawing/2014/main" id="{C7C1E554-861B-49F4-AA38-891CFFC9B9FC}"/>
              </a:ext>
            </a:extLst>
          </p:cNvPr>
          <p:cNvSpPr>
            <a:spLocks noGrp="1"/>
          </p:cNvSpPr>
          <p:nvPr>
            <p:ph type="body" sz="quarter" idx="14" hasCustomPrompt="1"/>
          </p:nvPr>
        </p:nvSpPr>
        <p:spPr>
          <a:xfrm>
            <a:off x="723903" y="400053"/>
            <a:ext cx="16935450" cy="9505950"/>
          </a:xfrm>
        </p:spPr>
        <p:txBody>
          <a:bodyPr lIns="0"/>
          <a:lstStyle>
            <a:lvl1pPr marL="0" indent="0">
              <a:buFont typeface="Arial" panose="020B0604020202020204" pitchFamily="34" charset="0"/>
              <a:buNone/>
              <a:defRPr lang="en-US" sz="13500" kern="1200" dirty="0">
                <a:ln w="38100">
                  <a:noFill/>
                </a:ln>
                <a:solidFill>
                  <a:srgbClr val="EB0000"/>
                </a:solidFill>
                <a:latin typeface="+mj-lt"/>
                <a:ea typeface="+mj-ea"/>
                <a:cs typeface="+mj-cs"/>
              </a:defRPr>
            </a:lvl1pPr>
          </a:lstStyle>
          <a:p>
            <a:pPr marL="285750" lvl="0" indent="-285750" fontAlgn="b">
              <a:lnSpc>
                <a:spcPct val="112000"/>
              </a:lnSpc>
              <a:spcBef>
                <a:spcPct val="0"/>
              </a:spcBef>
            </a:pPr>
            <a:r>
              <a:rPr lang="en-US"/>
              <a:t>Callout slide</a:t>
            </a:r>
          </a:p>
        </p:txBody>
      </p:sp>
      <p:pic>
        <p:nvPicPr>
          <p:cNvPr id="8" name="Picture 7">
            <a:extLst>
              <a:ext uri="{FF2B5EF4-FFF2-40B4-BE49-F238E27FC236}">
                <a16:creationId xmlns:a16="http://schemas.microsoft.com/office/drawing/2014/main" id="{D0FEDF07-2F82-420C-94A2-62D6554BEA1B}"/>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1724868432"/>
      </p:ext>
    </p:extLst>
  </p:cSld>
  <p:clrMapOvr>
    <a:masterClrMapping/>
  </p:clrMapOvr>
</p:sldLayout>
</file>

<file path=ppt/slideLayouts/slideLayout298.xml><?xml version="1.0" encoding="utf-8"?>
<p:sldLayout xmlns:a="http://schemas.openxmlformats.org/drawingml/2006/main" xmlns:r="http://schemas.openxmlformats.org/officeDocument/2006/relationships" xmlns:p="http://schemas.openxmlformats.org/presentationml/2006/main" showMasterSp="0" preserve="1" userDrawn="1">
  <p:cSld name="Quote">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47731692-D7FB-43A5-9242-6381F710CEE4}"/>
              </a:ext>
            </a:extLst>
          </p:cNvPr>
          <p:cNvSpPr/>
          <p:nvPr userDrawn="1"/>
        </p:nvSpPr>
        <p:spPr>
          <a:xfrm>
            <a:off x="17945100" y="0"/>
            <a:ext cx="6438900" cy="13716000"/>
          </a:xfrm>
          <a:prstGeom prst="rect">
            <a:avLst/>
          </a:prstGeom>
          <a:solidFill>
            <a:srgbClr val="EB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hasCustomPrompt="1"/>
          </p:nvPr>
        </p:nvSpPr>
        <p:spPr>
          <a:xfrm>
            <a:off x="585219" y="393192"/>
            <a:ext cx="17192098" cy="10488628"/>
          </a:xfrm>
          <a:ln w="12700">
            <a:noFill/>
          </a:ln>
        </p:spPr>
        <p:txBody>
          <a:bodyPr vert="horz" lIns="0" tIns="0" rIns="0" bIns="0" rtlCol="0" anchor="t" anchorCtr="0">
            <a:noAutofit/>
          </a:bodyPr>
          <a:lstStyle>
            <a:lvl1pPr marL="0" indent="0">
              <a:buNone/>
              <a:defRPr lang="en-US" sz="13500" i="1" dirty="0">
                <a:ln w="38100">
                  <a:noFill/>
                </a:ln>
                <a:solidFill>
                  <a:srgbClr val="EB0000"/>
                </a:solidFill>
                <a:latin typeface="+mj-lt"/>
                <a:ea typeface="+mj-ea"/>
                <a:cs typeface="+mj-cs"/>
              </a:defRPr>
            </a:lvl1pPr>
          </a:lstStyle>
          <a:p>
            <a:pPr marL="285750" lvl="0" indent="-285750" fontAlgn="b">
              <a:lnSpc>
                <a:spcPct val="112000"/>
              </a:lnSpc>
              <a:spcBef>
                <a:spcPct val="0"/>
              </a:spcBef>
            </a:pPr>
            <a:r>
              <a:rPr lang="en-US"/>
              <a:t>“Quote” slide</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8452592" y="621792"/>
            <a:ext cx="5202936" cy="12353544"/>
          </a:xfrm>
        </p:spPr>
        <p:txBody>
          <a:bodyPr vert="horz" lIns="0" tIns="0" rIns="0" bIns="0" rtlCol="0">
            <a:noAutofit/>
          </a:bodyPr>
          <a:lstStyle>
            <a:lvl1pPr>
              <a:lnSpc>
                <a:spcPct val="110000"/>
              </a:lnSpc>
              <a:spcBef>
                <a:spcPts val="0"/>
              </a:spcBef>
              <a:spcAft>
                <a:spcPts val="5250"/>
              </a:spcAft>
              <a:defRPr lang="en-US" sz="5250" dirty="0">
                <a:ln w="3175">
                  <a:noFill/>
                </a:ln>
                <a:solidFill>
                  <a:schemeClr val="bg1"/>
                </a:solidFill>
              </a:defRPr>
            </a:lvl1pPr>
          </a:lstStyle>
          <a:p>
            <a:pPr marL="0" lvl="0" indent="0" fontAlgn="base">
              <a:lnSpc>
                <a:spcPct val="100000"/>
              </a:lnSpc>
              <a:buNone/>
            </a:pPr>
            <a:r>
              <a:rPr lang="en-US"/>
              <a:t>Additional information if needed</a:t>
            </a:r>
          </a:p>
        </p:txBody>
      </p:sp>
      <p:sp>
        <p:nvSpPr>
          <p:cNvPr id="6" name="Text Placeholder 5">
            <a:extLst>
              <a:ext uri="{FF2B5EF4-FFF2-40B4-BE49-F238E27FC236}">
                <a16:creationId xmlns:a16="http://schemas.microsoft.com/office/drawing/2014/main" id="{3044BCD3-75F2-9749-A1BD-AE47F442AD56}"/>
              </a:ext>
            </a:extLst>
          </p:cNvPr>
          <p:cNvSpPr>
            <a:spLocks noGrp="1"/>
          </p:cNvSpPr>
          <p:nvPr>
            <p:ph type="body" sz="quarter" idx="14" hasCustomPrompt="1"/>
          </p:nvPr>
        </p:nvSpPr>
        <p:spPr>
          <a:xfrm>
            <a:off x="690774" y="10814036"/>
            <a:ext cx="17106900" cy="800100"/>
          </a:xfrm>
        </p:spPr>
        <p:txBody>
          <a:bodyPr vert="horz" lIns="0" tIns="0" rIns="0" bIns="0" rtlCol="0">
            <a:noAutofit/>
          </a:bodyPr>
          <a:lstStyle>
            <a:lvl1pPr marL="0" indent="0">
              <a:buNone/>
              <a:defRPr lang="en-US" sz="3750" smtClean="0">
                <a:solidFill>
                  <a:schemeClr val="tx1"/>
                </a:solidFill>
              </a:defRPr>
            </a:lvl1pPr>
            <a:lvl2pPr>
              <a:defRPr lang="en-US" smtClean="0"/>
            </a:lvl2pPr>
            <a:lvl3pPr>
              <a:defRPr lang="en-US" smtClean="0"/>
            </a:lvl3pPr>
            <a:lvl4pPr>
              <a:defRPr lang="en-US" smtClean="0"/>
            </a:lvl4pPr>
            <a:lvl5pPr>
              <a:defRPr lang="en-US"/>
            </a:lvl5pPr>
          </a:lstStyle>
          <a:p>
            <a:pPr marL="285750" lvl="0" indent="-285750"/>
            <a:r>
              <a:rPr lang="en-US"/>
              <a:t>Quote Source (Name)</a:t>
            </a:r>
          </a:p>
        </p:txBody>
      </p:sp>
      <p:pic>
        <p:nvPicPr>
          <p:cNvPr id="11" name="Picture 10">
            <a:extLst>
              <a:ext uri="{FF2B5EF4-FFF2-40B4-BE49-F238E27FC236}">
                <a16:creationId xmlns:a16="http://schemas.microsoft.com/office/drawing/2014/main" id="{02FA3E51-7126-49BB-AEEB-D6ADD15D3E1A}"/>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4085870639"/>
      </p:ext>
    </p:extLst>
  </p:cSld>
  <p:clrMapOvr>
    <a:masterClrMapping/>
  </p:clrMapOvr>
</p:sldLayout>
</file>

<file path=ppt/slideLayouts/slideLayout299.xml><?xml version="1.0" encoding="utf-8"?>
<p:sldLayout xmlns:a="http://schemas.openxmlformats.org/drawingml/2006/main" xmlns:r="http://schemas.openxmlformats.org/officeDocument/2006/relationships" xmlns:p="http://schemas.openxmlformats.org/presentationml/2006/main" showMasterSp="0" preserve="1" userDrawn="1">
  <p:cSld name="Single Column - Re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a:xfrm>
            <a:off x="0" y="0"/>
            <a:ext cx="6477000" cy="13716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lvl1pPr>
              <a:defRPr>
                <a:solidFill>
                  <a:schemeClr val="bg1"/>
                </a:solidFill>
              </a:defRPr>
            </a:lvl1pPr>
          </a:lstStyle>
          <a:p>
            <a:r>
              <a:rPr lang="en-US"/>
              <a:t>Click to edit Master title style</a:t>
            </a:r>
          </a:p>
        </p:txBody>
      </p:sp>
      <p:sp>
        <p:nvSpPr>
          <p:cNvPr id="10" name="Freeform 5">
            <a:extLst>
              <a:ext uri="{FF2B5EF4-FFF2-40B4-BE49-F238E27FC236}">
                <a16:creationId xmlns:a16="http://schemas.microsoft.com/office/drawing/2014/main" id="{1CF5BF08-9925-43E8-91A6-E1D67778F479}"/>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631771848"/>
      </p:ext>
    </p:extLst>
  </p:cSld>
  <p:clrMapOvr>
    <a:masterClrMapping/>
  </p:clrMapOvr>
</p:sldLayout>
</file>

<file path=ppt/slideLayouts/slideLayout300.xml><?xml version="1.0" encoding="utf-8"?>
<p:sldLayout xmlns:a="http://schemas.openxmlformats.org/drawingml/2006/main" xmlns:r="http://schemas.openxmlformats.org/officeDocument/2006/relationships" xmlns:p="http://schemas.openxmlformats.org/presentationml/2006/main" showMasterSp="0" preserve="1" userDrawn="1">
  <p:cSld name="Three Quarters Image Slide">
    <p:bg>
      <p:bgPr>
        <a:solidFill>
          <a:srgbClr val="EB0000"/>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6ADF87FB-085E-4952-9CFB-477310A66959}"/>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9" name="Freeform 5">
            <a:extLst>
              <a:ext uri="{FF2B5EF4-FFF2-40B4-BE49-F238E27FC236}">
                <a16:creationId xmlns:a16="http://schemas.microsoft.com/office/drawing/2014/main" id="{5F9DE99E-8802-4D87-A0BB-5C0BED023606}"/>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2116165800"/>
      </p:ext>
    </p:extLst>
  </p:cSld>
  <p:clrMapOvr>
    <a:masterClrMapping/>
  </p:clrMapOvr>
</p:sldLayout>
</file>

<file path=ppt/slideLayouts/slideLayout301.xml><?xml version="1.0" encoding="utf-8"?>
<p:sldLayout xmlns:a="http://schemas.openxmlformats.org/drawingml/2006/main" xmlns:r="http://schemas.openxmlformats.org/officeDocument/2006/relationships" xmlns:p="http://schemas.openxmlformats.org/presentationml/2006/main" showMasterSp="0" preserve="1" userDrawn="1">
  <p:cSld name="1/4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a:xfrm>
            <a:off x="0" y="0"/>
            <a:ext cx="12192000" cy="6858000"/>
          </a:xfrm>
          <a:prstGeom prst="rect">
            <a:avLst/>
          </a:prstGeom>
          <a:solidFill>
            <a:srgbClr val="EB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5" y="539496"/>
            <a:ext cx="10377006" cy="4695892"/>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a:xfrm>
            <a:off x="12188952" y="0"/>
            <a:ext cx="12188952" cy="6858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785812"/>
          </a:xfrm>
        </p:spPr>
        <p:txBody>
          <a:bodyPr vert="horz" lIns="0" tIns="0" rIns="0" bIns="0" rtlCol="0">
            <a:noAutofit/>
          </a:bodyPr>
          <a:lstStyle>
            <a:lvl1pPr marL="0" indent="0">
              <a:buNone/>
              <a:defRPr lang="en-US" sz="3750">
                <a:ln w="3175">
                  <a:noFill/>
                </a:ln>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82481" y="7127210"/>
            <a:ext cx="5216526" cy="786384"/>
          </a:xfrm>
        </p:spPr>
        <p:txBody>
          <a:bodyPr vert="horz" lIns="0" tIns="0" rIns="0" bIns="0" rtlCol="0">
            <a:noAutofit/>
          </a:bodyPr>
          <a:lstStyle>
            <a:lvl1pPr marL="0" indent="0">
              <a:buNone/>
              <a:defRPr lang="en-US" sz="3750">
                <a:ln w="3175">
                  <a:noFill/>
                </a:ln>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8405" y="7127210"/>
            <a:ext cx="5216614" cy="786384"/>
          </a:xfrm>
        </p:spPr>
        <p:txBody>
          <a:bodyPr vert="horz" lIns="0" tIns="0" rIns="0" bIns="0" rtlCol="0">
            <a:noAutofit/>
          </a:bodyPr>
          <a:lstStyle>
            <a:lvl1pPr marL="0" indent="0">
              <a:buNone/>
              <a:defRPr lang="en-US" sz="3750">
                <a:ln w="3175">
                  <a:noFill/>
                </a:ln>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52406" y="7127210"/>
            <a:ext cx="5216644" cy="786384"/>
          </a:xfrm>
        </p:spPr>
        <p:txBody>
          <a:bodyPr vert="horz" lIns="0" tIns="0" rIns="0" bIns="0" rtlCol="0">
            <a:noAutofit/>
          </a:bodyPr>
          <a:lstStyle>
            <a:lvl1pPr marL="0" indent="0">
              <a:buNone/>
              <a:defRPr lang="en-US" sz="3750">
                <a:ln w="3175">
                  <a:noFill/>
                </a:ln>
              </a:defRPr>
            </a:lvl1pPr>
          </a:lstStyle>
          <a:p>
            <a:pPr lvl="0" fontAlgn="base"/>
            <a:r>
              <a:rPr lang="en-US"/>
              <a:t>Column Header 4</a:t>
            </a:r>
          </a:p>
        </p:txBody>
      </p:sp>
      <p:sp>
        <p:nvSpPr>
          <p:cNvPr id="17" name="Text Placeholder 6">
            <a:extLst>
              <a:ext uri="{FF2B5EF4-FFF2-40B4-BE49-F238E27FC236}">
                <a16:creationId xmlns:a16="http://schemas.microsoft.com/office/drawing/2014/main" id="{F1BE4CE4-FD45-443A-BF63-DD30D8352F18}"/>
              </a:ext>
            </a:extLst>
          </p:cNvPr>
          <p:cNvSpPr>
            <a:spLocks noGrp="1"/>
          </p:cNvSpPr>
          <p:nvPr>
            <p:ph type="body" sz="quarter" idx="21"/>
          </p:nvPr>
        </p:nvSpPr>
        <p:spPr>
          <a:xfrm>
            <a:off x="696292" y="7822154"/>
            <a:ext cx="5208456" cy="4743988"/>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9" name="Text Placeholder 27">
            <a:extLst>
              <a:ext uri="{FF2B5EF4-FFF2-40B4-BE49-F238E27FC236}">
                <a16:creationId xmlns:a16="http://schemas.microsoft.com/office/drawing/2014/main" id="{9E9A9093-0FB5-474B-89ED-A35D3811588C}"/>
              </a:ext>
            </a:extLst>
          </p:cNvPr>
          <p:cNvSpPr>
            <a:spLocks noGrp="1"/>
          </p:cNvSpPr>
          <p:nvPr>
            <p:ph type="body" sz="quarter" idx="22"/>
          </p:nvPr>
        </p:nvSpPr>
        <p:spPr>
          <a:xfrm>
            <a:off x="6482478" y="7822157"/>
            <a:ext cx="5211048" cy="4743474"/>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20" name="Text Placeholder 29">
            <a:extLst>
              <a:ext uri="{FF2B5EF4-FFF2-40B4-BE49-F238E27FC236}">
                <a16:creationId xmlns:a16="http://schemas.microsoft.com/office/drawing/2014/main" id="{FF042C6C-A711-46C7-BA08-D7D1DBA5B436}"/>
              </a:ext>
            </a:extLst>
          </p:cNvPr>
          <p:cNvSpPr>
            <a:spLocks noGrp="1"/>
          </p:cNvSpPr>
          <p:nvPr>
            <p:ph type="body" sz="quarter" idx="23"/>
          </p:nvPr>
        </p:nvSpPr>
        <p:spPr>
          <a:xfrm>
            <a:off x="12198409" y="7822157"/>
            <a:ext cx="5209338" cy="4743474"/>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21" name="Text Placeholder 31">
            <a:extLst>
              <a:ext uri="{FF2B5EF4-FFF2-40B4-BE49-F238E27FC236}">
                <a16:creationId xmlns:a16="http://schemas.microsoft.com/office/drawing/2014/main" id="{E0D4AA41-1DA9-4674-8804-6E312BE2AEE4}"/>
              </a:ext>
            </a:extLst>
          </p:cNvPr>
          <p:cNvSpPr>
            <a:spLocks noGrp="1"/>
          </p:cNvSpPr>
          <p:nvPr>
            <p:ph type="body" sz="quarter" idx="24"/>
          </p:nvPr>
        </p:nvSpPr>
        <p:spPr>
          <a:xfrm>
            <a:off x="17952409" y="7822157"/>
            <a:ext cx="5209338" cy="4743474"/>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pic>
        <p:nvPicPr>
          <p:cNvPr id="23" name="Picture 22">
            <a:extLst>
              <a:ext uri="{FF2B5EF4-FFF2-40B4-BE49-F238E27FC236}">
                <a16:creationId xmlns:a16="http://schemas.microsoft.com/office/drawing/2014/main" id="{2B13526F-D661-4B4D-A012-B0B4FA8383A3}"/>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406916790"/>
      </p:ext>
    </p:extLst>
  </p:cSld>
  <p:clrMapOvr>
    <a:masterClrMapping/>
  </p:clrMapOvr>
</p:sldLayout>
</file>

<file path=ppt/slideLayouts/slideLayout302.xml><?xml version="1.0" encoding="utf-8"?>
<p:sldLayout xmlns:a="http://schemas.openxmlformats.org/drawingml/2006/main" xmlns:r="http://schemas.openxmlformats.org/officeDocument/2006/relationships" xmlns:p="http://schemas.openxmlformats.org/presentationml/2006/main" showMasterSp="0" preserve="1" userDrawn="1">
  <p:cSld name="1/6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a:xfrm>
            <a:off x="0" y="2"/>
            <a:ext cx="12192000" cy="3810000"/>
          </a:xfrm>
          <a:prstGeom prst="rect">
            <a:avLst/>
          </a:prstGeom>
          <a:solidFill>
            <a:srgbClr val="EB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2" y="539496"/>
            <a:ext cx="11295888" cy="3270504"/>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7088108"/>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a:xfrm>
            <a:off x="12188952" y="2"/>
            <a:ext cx="12195048" cy="3810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785812"/>
          </a:xfrm>
        </p:spPr>
        <p:txBody>
          <a:bodyPr vert="horz" lIns="0" tIns="0" rIns="0" bIns="0" rtlCol="0">
            <a:noAutofit/>
          </a:bodyPr>
          <a:lstStyle>
            <a:lvl1pPr marL="0" indent="0">
              <a:buNone/>
              <a:defRPr lang="en-US" sz="3750">
                <a:ln w="3175">
                  <a:noFill/>
                </a:ln>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786384"/>
          </a:xfrm>
        </p:spPr>
        <p:txBody>
          <a:bodyPr vert="horz" lIns="0" tIns="0" rIns="0" bIns="0" rtlCol="0">
            <a:noAutofit/>
          </a:bodyPr>
          <a:lstStyle>
            <a:lvl1pPr marL="0" indent="0">
              <a:buNone/>
              <a:defRPr lang="en-US" sz="3750">
                <a:ln w="3175">
                  <a:noFill/>
                </a:ln>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786384"/>
          </a:xfrm>
        </p:spPr>
        <p:txBody>
          <a:bodyPr vert="horz" lIns="0" tIns="0" rIns="0" bIns="0" rtlCol="0">
            <a:noAutofit/>
          </a:bodyPr>
          <a:lstStyle>
            <a:lvl1pPr marL="0" indent="0">
              <a:buNone/>
              <a:defRPr lang="en-US" sz="3750">
                <a:ln w="3175">
                  <a:noFill/>
                </a:ln>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786384"/>
          </a:xfrm>
        </p:spPr>
        <p:txBody>
          <a:bodyPr vert="horz" lIns="0" tIns="0" rIns="0" bIns="0" rtlCol="0">
            <a:noAutofit/>
          </a:bodyPr>
          <a:lstStyle>
            <a:lvl1pPr marL="0" indent="0">
              <a:buNone/>
              <a:defRPr lang="en-US" sz="3750">
                <a:ln w="3175">
                  <a:noFill/>
                </a:ln>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3"/>
            <a:ext cx="521104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pic>
        <p:nvPicPr>
          <p:cNvPr id="17" name="Picture 16">
            <a:extLst>
              <a:ext uri="{FF2B5EF4-FFF2-40B4-BE49-F238E27FC236}">
                <a16:creationId xmlns:a16="http://schemas.microsoft.com/office/drawing/2014/main" id="{F0D9B8CA-A228-4CA4-90F2-2C16B5B6429C}"/>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1709906992"/>
      </p:ext>
    </p:extLst>
  </p:cSld>
  <p:clrMapOvr>
    <a:masterClrMapping/>
  </p:clrMapOvr>
</p:sldLayout>
</file>

<file path=ppt/slideLayouts/slideLayout303.xml><?xml version="1.0" encoding="utf-8"?>
<p:sldLayout xmlns:a="http://schemas.openxmlformats.org/drawingml/2006/main" xmlns:r="http://schemas.openxmlformats.org/officeDocument/2006/relationships" xmlns:p="http://schemas.openxmlformats.org/presentationml/2006/main" showMasterSp="0" preserve="1" userDrawn="1">
  <p:cSld name="Half Image Slide">
    <p:bg>
      <p:bgPr>
        <a:solidFill>
          <a:srgbClr val="EB0000"/>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2" y="3685032"/>
            <a:ext cx="11120928" cy="2276856"/>
          </a:xfrm>
        </p:spPr>
        <p:txBody>
          <a:bodyPr vert="horz" lIns="0" tIns="0" rIns="0" bIns="0" rtlCol="0">
            <a:noAutofit/>
          </a:bodyPr>
          <a:lstStyle>
            <a:lvl1pPr>
              <a:defRPr lang="en-US" sz="375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3062106"/>
          </a:xfrm>
        </p:spPr>
        <p:txBody>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695324" y="6759577"/>
            <a:ext cx="11115676" cy="5737226"/>
          </a:xfrm>
        </p:spPr>
        <p:txBody>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Freeform 5">
            <a:extLst>
              <a:ext uri="{FF2B5EF4-FFF2-40B4-BE49-F238E27FC236}">
                <a16:creationId xmlns:a16="http://schemas.microsoft.com/office/drawing/2014/main" id="{08B903AE-3FEF-49ED-A049-44973DCE9826}"/>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3412120298"/>
      </p:ext>
    </p:extLst>
  </p:cSld>
  <p:clrMapOvr>
    <a:masterClrMapping/>
  </p:clrMapOvr>
</p:sldLayout>
</file>

<file path=ppt/slideLayouts/slideLayout304.xml><?xml version="1.0" encoding="utf-8"?>
<p:sldLayout xmlns:a="http://schemas.openxmlformats.org/drawingml/2006/main" xmlns:r="http://schemas.openxmlformats.org/officeDocument/2006/relationships" xmlns:p="http://schemas.openxmlformats.org/presentationml/2006/main" showMasterSp="0" preserve="1" userDrawn="1">
  <p:cSld name="Half Image Slide 2">
    <p:bg>
      <p:bgPr>
        <a:solidFill>
          <a:srgbClr val="EB0000"/>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2539172" y="3685032"/>
            <a:ext cx="11120928" cy="2276856"/>
          </a:xfrm>
        </p:spPr>
        <p:txBody>
          <a:bodyPr vert="horz" lIns="0" tIns="0" rIns="0" bIns="0" rtlCol="0">
            <a:noAutofit/>
          </a:bodyPr>
          <a:lstStyle>
            <a:lvl1pPr>
              <a:defRPr lang="en-US" sz="375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12518092" y="537179"/>
            <a:ext cx="11142008" cy="3062106"/>
          </a:xfrm>
        </p:spPr>
        <p:txBody>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12544424" y="6759577"/>
            <a:ext cx="11115676" cy="5737226"/>
          </a:xfrm>
        </p:spPr>
        <p:txBody>
          <a:bodyPr lIns="0"/>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Footer Placeholder 1">
            <a:extLst>
              <a:ext uri="{FF2B5EF4-FFF2-40B4-BE49-F238E27FC236}">
                <a16:creationId xmlns:a16="http://schemas.microsoft.com/office/drawing/2014/main" id="{D6180987-34BC-BB49-BF99-2ACD33B56FF7}"/>
              </a:ext>
            </a:extLst>
          </p:cNvPr>
          <p:cNvSpPr>
            <a:spLocks noGrp="1"/>
          </p:cNvSpPr>
          <p:nvPr>
            <p:ph type="ftr" sz="quarter" idx="16"/>
          </p:nvPr>
        </p:nvSpPr>
        <p:spPr/>
        <p:txBody>
          <a:bodyPr/>
          <a:lstStyle>
            <a:lvl1pPr>
              <a:defRPr>
                <a:solidFill>
                  <a:schemeClr val="bg1"/>
                </a:solidFill>
              </a:defRPr>
            </a:lvl1pPr>
          </a:lstStyle>
          <a:p>
            <a:endParaRPr lang="en-US"/>
          </a:p>
        </p:txBody>
      </p:sp>
      <p:sp>
        <p:nvSpPr>
          <p:cNvPr id="10" name="Freeform 5">
            <a:extLst>
              <a:ext uri="{FF2B5EF4-FFF2-40B4-BE49-F238E27FC236}">
                <a16:creationId xmlns:a16="http://schemas.microsoft.com/office/drawing/2014/main" id="{EEF1AFAF-2421-493C-806B-2FBA1427BDA3}"/>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813404183"/>
      </p:ext>
    </p:extLst>
  </p:cSld>
  <p:clrMapOvr>
    <a:masterClrMapping/>
  </p:clrMapOvr>
</p:sldLayout>
</file>

<file path=ppt/slideLayouts/slideLayout305.xml><?xml version="1.0" encoding="utf-8"?>
<p:sldLayout xmlns:a="http://schemas.openxmlformats.org/drawingml/2006/main" xmlns:r="http://schemas.openxmlformats.org/officeDocument/2006/relationships" xmlns:p="http://schemas.openxmlformats.org/presentationml/2006/main" showMasterSp="0" preserve="1" userDrawn="1">
  <p:cSld name="Half Image Slide 3">
    <p:bg>
      <p:bgPr>
        <a:solidFill>
          <a:srgbClr val="EB0000"/>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4" y="3685032"/>
            <a:ext cx="5215428" cy="2276856"/>
          </a:xfrm>
        </p:spPr>
        <p:txBody>
          <a:bodyPr vert="horz" lIns="0" tIns="0" rIns="0" bIns="0" rtlCol="0">
            <a:noAutofit/>
          </a:bodyPr>
          <a:lstStyle>
            <a:lvl1pPr>
              <a:defRPr lang="en-US" sz="375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18453100" y="621792"/>
            <a:ext cx="5207000" cy="12353544"/>
          </a:xfrm>
        </p:spPr>
        <p:txBody>
          <a:bodyPr vert="horz" lIns="0" tIns="0" rIns="0" bIns="0" rtlCol="0">
            <a:noAutofit/>
          </a:bodyPr>
          <a:lstStyle>
            <a:lvl1pPr marL="285750" marR="0" indent="-285750"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smtClean="0">
                <a:solidFill>
                  <a:schemeClr val="bg1"/>
                </a:solidFill>
              </a:defRPr>
            </a:lvl1pPr>
            <a:lvl2pPr marL="857250" marR="0" indent="-290514"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dirty="0" smtClean="0">
                <a:solidFill>
                  <a:schemeClr val="bg1"/>
                </a:solidFill>
              </a:defRPr>
            </a:lvl2pPr>
            <a:lvl3pPr marL="1428750" marR="0" indent="-295276"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dirty="0" smtClean="0">
                <a:solidFill>
                  <a:schemeClr val="bg1"/>
                </a:solidFill>
              </a:defRPr>
            </a:lvl3pPr>
            <a:lvl4pPr marL="2000250" marR="0" indent="-300038"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dirty="0" smtClean="0">
                <a:solidFill>
                  <a:schemeClr val="bg1"/>
                </a:solidFill>
              </a:defRPr>
            </a:lvl4pPr>
            <a:lvl5pPr marL="2571750" marR="0" indent="-304800"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dirty="0">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lstStyle>
            <a:lvl1pPr>
              <a:defRPr>
                <a:ln w="9525">
                  <a:noFill/>
                </a:ln>
                <a:solidFill>
                  <a:schemeClr val="bg1"/>
                </a:solidFill>
              </a:defRPr>
            </a:lvl1pPr>
          </a:lstStyle>
          <a:p>
            <a:r>
              <a:rPr lang="en-US"/>
              <a:t>Click to edit Master title style</a:t>
            </a:r>
          </a:p>
        </p:txBody>
      </p:sp>
      <p:sp>
        <p:nvSpPr>
          <p:cNvPr id="10" name="Freeform 5">
            <a:extLst>
              <a:ext uri="{FF2B5EF4-FFF2-40B4-BE49-F238E27FC236}">
                <a16:creationId xmlns:a16="http://schemas.microsoft.com/office/drawing/2014/main" id="{711BF3AF-6E43-4A1A-A814-8C52B1AE48FE}"/>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1373892066"/>
      </p:ext>
    </p:extLst>
  </p:cSld>
  <p:clrMapOvr>
    <a:masterClrMapping/>
  </p:clrMapOvr>
</p:sldLayout>
</file>

<file path=ppt/slideLayouts/slideLayout306.xml><?xml version="1.0" encoding="utf-8"?>
<p:sldLayout xmlns:a="http://schemas.openxmlformats.org/drawingml/2006/main" xmlns:r="http://schemas.openxmlformats.org/officeDocument/2006/relationships" xmlns:p="http://schemas.openxmlformats.org/presentationml/2006/main" showMasterSp="0" preserve="1" userDrawn="1">
  <p:cSld name="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slide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6477000"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tx2"/>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
        <p:nvSpPr>
          <p:cNvPr id="8" name="Freeform 5">
            <a:extLst>
              <a:ext uri="{FF2B5EF4-FFF2-40B4-BE49-F238E27FC236}">
                <a16:creationId xmlns:a16="http://schemas.microsoft.com/office/drawing/2014/main" id="{D610A9BD-424B-4759-89B6-9AB73E4DF3F4}"/>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402335749"/>
      </p:ext>
    </p:extLst>
  </p:cSld>
  <p:clrMapOvr>
    <a:masterClrMapping/>
  </p:clrMapOvr>
</p:sldLayout>
</file>

<file path=ppt/slideLayouts/slideLayout307.xml><?xml version="1.0" encoding="utf-8"?>
<p:sldLayout xmlns:a="http://schemas.openxmlformats.org/drawingml/2006/main" xmlns:r="http://schemas.openxmlformats.org/officeDocument/2006/relationships" xmlns:p="http://schemas.openxmlformats.org/presentationml/2006/main" showMasterSp="0" preserve="1" userDrawn="1">
  <p:cSld name="5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a:xfrm>
            <a:off x="0" y="0"/>
            <a:ext cx="24387048" cy="13716000"/>
          </a:xfrm>
          <a:solidFill>
            <a:schemeClr val="bg1">
              <a:lumMod val="8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slide to add picture</a:t>
            </a:r>
          </a:p>
          <a:p>
            <a:endParaRPr lang="en-US"/>
          </a:p>
          <a:p>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17945100"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88952" y="731520"/>
            <a:ext cx="5756148" cy="4069080"/>
          </a:xfrm>
          <a:solidFill>
            <a:schemeClr val="tx2"/>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
        <p:nvSpPr>
          <p:cNvPr id="8" name="Freeform 5">
            <a:extLst>
              <a:ext uri="{FF2B5EF4-FFF2-40B4-BE49-F238E27FC236}">
                <a16:creationId xmlns:a16="http://schemas.microsoft.com/office/drawing/2014/main" id="{6AEAE3CF-1B66-42CE-B82A-9BBD9C08CDD5}"/>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311115513"/>
      </p:ext>
    </p:extLst>
  </p:cSld>
  <p:clrMapOvr>
    <a:masterClrMapping/>
  </p:clrMapOvr>
</p:sldLayout>
</file>

<file path=ppt/slideLayouts/slideLayout308.xml><?xml version="1.0" encoding="utf-8"?>
<p:sldLayout xmlns:a="http://schemas.openxmlformats.org/drawingml/2006/main" xmlns:r="http://schemas.openxmlformats.org/officeDocument/2006/relationships" xmlns:p="http://schemas.openxmlformats.org/presentationml/2006/main" showMasterSp="0" preserve="1" userDrawn="1">
  <p:cSld name="Single Column - Purpl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a:xfrm>
            <a:off x="0" y="0"/>
            <a:ext cx="6477000" cy="13716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lvl1pPr>
              <a:defRPr>
                <a:solidFill>
                  <a:schemeClr val="bg1"/>
                </a:solidFill>
              </a:defRPr>
            </a:lvl1pPr>
          </a:lstStyle>
          <a:p>
            <a:r>
              <a:rPr lang="en-US"/>
              <a:t>Click to edit Master title style</a:t>
            </a:r>
          </a:p>
        </p:txBody>
      </p:sp>
      <p:sp>
        <p:nvSpPr>
          <p:cNvPr id="10" name="Freeform 5">
            <a:extLst>
              <a:ext uri="{FF2B5EF4-FFF2-40B4-BE49-F238E27FC236}">
                <a16:creationId xmlns:a16="http://schemas.microsoft.com/office/drawing/2014/main" id="{59CA273E-354C-4099-BD3B-72488E3AD774}"/>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3234847319"/>
      </p:ext>
    </p:extLst>
  </p:cSld>
  <p:clrMapOvr>
    <a:masterClrMapping/>
  </p:clrMapOvr>
</p:sldLayout>
</file>

<file path=ppt/slideLayouts/slideLayout309.xml><?xml version="1.0" encoding="utf-8"?>
<p:sldLayout xmlns:a="http://schemas.openxmlformats.org/drawingml/2006/main" xmlns:r="http://schemas.openxmlformats.org/officeDocument/2006/relationships" xmlns:p="http://schemas.openxmlformats.org/presentationml/2006/main" showMasterSp="0" preserve="1" userDrawn="1">
  <p:cSld name="1_Three Quarters Image Slide">
    <p:bg>
      <p:bgPr>
        <a:solidFill>
          <a:schemeClr val="accent2"/>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974D1DD3-642B-4C79-A73C-241B70A94F6C}"/>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9" name="Freeform 5">
            <a:extLst>
              <a:ext uri="{FF2B5EF4-FFF2-40B4-BE49-F238E27FC236}">
                <a16:creationId xmlns:a16="http://schemas.microsoft.com/office/drawing/2014/main" id="{54D08F3D-D744-4759-9D4C-A7E7BDF5AF3A}"/>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2734553733"/>
      </p:ext>
    </p:extLst>
  </p:cSld>
  <p:clrMapOvr>
    <a:masterClrMapping/>
  </p:clrMapOvr>
</p:sldLayout>
</file>

<file path=ppt/slideLayouts/slideLayout310.xml><?xml version="1.0" encoding="utf-8"?>
<p:sldLayout xmlns:a="http://schemas.openxmlformats.org/drawingml/2006/main" xmlns:r="http://schemas.openxmlformats.org/officeDocument/2006/relationships" xmlns:p="http://schemas.openxmlformats.org/presentationml/2006/main" showMasterSp="0" preserve="1" userDrawn="1">
  <p:cSld name="1_1/4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a:xfrm>
            <a:off x="0" y="0"/>
            <a:ext cx="12192000"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5" y="539496"/>
            <a:ext cx="10377006" cy="4695892"/>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7823205"/>
            <a:ext cx="5208456" cy="5103714"/>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a:xfrm>
            <a:off x="12188952" y="0"/>
            <a:ext cx="12188952" cy="6858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785812"/>
          </a:xfrm>
        </p:spPr>
        <p:txBody>
          <a:bodyPr vert="horz" lIns="0" tIns="0" rIns="0" bIns="0" rtlCol="0">
            <a:noAutofit/>
          </a:bodyPr>
          <a:lstStyle>
            <a:lvl1pPr marL="0" indent="0">
              <a:buNone/>
              <a:defRPr lang="en-US" sz="3750">
                <a:ln w="3175">
                  <a:noFill/>
                </a:ln>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7127210"/>
            <a:ext cx="5216526" cy="786384"/>
          </a:xfrm>
        </p:spPr>
        <p:txBody>
          <a:bodyPr vert="horz" lIns="0" tIns="0" rIns="0" bIns="0" rtlCol="0">
            <a:noAutofit/>
          </a:bodyPr>
          <a:lstStyle>
            <a:lvl1pPr marL="0" indent="0">
              <a:buNone/>
              <a:defRPr lang="en-US" sz="3750">
                <a:ln w="3175">
                  <a:noFill/>
                </a:ln>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7127210"/>
            <a:ext cx="5216614" cy="786384"/>
          </a:xfrm>
        </p:spPr>
        <p:txBody>
          <a:bodyPr vert="horz" lIns="0" tIns="0" rIns="0" bIns="0" rtlCol="0">
            <a:noAutofit/>
          </a:bodyPr>
          <a:lstStyle>
            <a:lvl1pPr marL="0" indent="0">
              <a:buNone/>
              <a:defRPr lang="en-US" sz="3750">
                <a:ln w="3175">
                  <a:noFill/>
                </a:ln>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7127210"/>
            <a:ext cx="5216644" cy="786384"/>
          </a:xfrm>
        </p:spPr>
        <p:txBody>
          <a:bodyPr vert="horz" lIns="0" tIns="0" rIns="0" bIns="0" rtlCol="0">
            <a:noAutofit/>
          </a:bodyPr>
          <a:lstStyle>
            <a:lvl1pPr marL="0" indent="0">
              <a:buNone/>
              <a:defRPr lang="en-US" sz="3750">
                <a:ln w="3175">
                  <a:noFill/>
                </a:ln>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7822154"/>
            <a:ext cx="521104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7822154"/>
            <a:ext cx="520933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7822154"/>
            <a:ext cx="520933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pic>
        <p:nvPicPr>
          <p:cNvPr id="17" name="Picture 16">
            <a:extLst>
              <a:ext uri="{FF2B5EF4-FFF2-40B4-BE49-F238E27FC236}">
                <a16:creationId xmlns:a16="http://schemas.microsoft.com/office/drawing/2014/main" id="{884C8F79-7DA2-4E9F-9651-417DF832F3EB}"/>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148537765"/>
      </p:ext>
    </p:extLst>
  </p:cSld>
  <p:clrMapOvr>
    <a:masterClrMapping/>
  </p:clrMapOvr>
</p:sldLayout>
</file>

<file path=ppt/slideLayouts/slideLayout311.xml><?xml version="1.0" encoding="utf-8"?>
<p:sldLayout xmlns:a="http://schemas.openxmlformats.org/drawingml/2006/main" xmlns:r="http://schemas.openxmlformats.org/officeDocument/2006/relationships" xmlns:p="http://schemas.openxmlformats.org/presentationml/2006/main" showMasterSp="0" preserve="1" userDrawn="1">
  <p:cSld name="1_1/6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a:xfrm>
            <a:off x="0" y="2"/>
            <a:ext cx="12192000" cy="3810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2" y="539496"/>
            <a:ext cx="11295888" cy="3270504"/>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7088108"/>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a:xfrm>
            <a:off x="12188952" y="2"/>
            <a:ext cx="12195048" cy="3810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785812"/>
          </a:xfrm>
        </p:spPr>
        <p:txBody>
          <a:bodyPr vert="horz" lIns="0" tIns="0" rIns="0" bIns="0" rtlCol="0">
            <a:noAutofit/>
          </a:bodyPr>
          <a:lstStyle>
            <a:lvl1pPr marL="0" indent="0">
              <a:buNone/>
              <a:defRPr lang="en-US" sz="3750">
                <a:ln w="3175">
                  <a:noFill/>
                </a:ln>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786384"/>
          </a:xfrm>
        </p:spPr>
        <p:txBody>
          <a:bodyPr vert="horz" lIns="0" tIns="0" rIns="0" bIns="0" rtlCol="0">
            <a:noAutofit/>
          </a:bodyPr>
          <a:lstStyle>
            <a:lvl1pPr marL="0" indent="0">
              <a:buNone/>
              <a:defRPr lang="en-US" sz="3750">
                <a:ln w="3175">
                  <a:noFill/>
                </a:ln>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786384"/>
          </a:xfrm>
        </p:spPr>
        <p:txBody>
          <a:bodyPr vert="horz" lIns="0" tIns="0" rIns="0" bIns="0" rtlCol="0">
            <a:noAutofit/>
          </a:bodyPr>
          <a:lstStyle>
            <a:lvl1pPr marL="0" indent="0">
              <a:buNone/>
              <a:defRPr lang="en-US" sz="3750">
                <a:ln w="3175">
                  <a:noFill/>
                </a:ln>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786384"/>
          </a:xfrm>
        </p:spPr>
        <p:txBody>
          <a:bodyPr vert="horz" lIns="0" tIns="0" rIns="0" bIns="0" rtlCol="0">
            <a:noAutofit/>
          </a:bodyPr>
          <a:lstStyle>
            <a:lvl1pPr marL="0" indent="0">
              <a:buNone/>
              <a:defRPr lang="en-US" sz="3750">
                <a:ln w="3175">
                  <a:noFill/>
                </a:ln>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3"/>
            <a:ext cx="521104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pic>
        <p:nvPicPr>
          <p:cNvPr id="17" name="Picture 16">
            <a:extLst>
              <a:ext uri="{FF2B5EF4-FFF2-40B4-BE49-F238E27FC236}">
                <a16:creationId xmlns:a16="http://schemas.microsoft.com/office/drawing/2014/main" id="{72744DCE-C3CF-495F-9AEF-B2E276524D61}"/>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2332980980"/>
      </p:ext>
    </p:extLst>
  </p:cSld>
  <p:clrMapOvr>
    <a:masterClrMapping/>
  </p:clrMapOvr>
</p:sldLayout>
</file>

<file path=ppt/slideLayouts/slideLayout312.xml><?xml version="1.0" encoding="utf-8"?>
<p:sldLayout xmlns:a="http://schemas.openxmlformats.org/drawingml/2006/main" xmlns:r="http://schemas.openxmlformats.org/officeDocument/2006/relationships" xmlns:p="http://schemas.openxmlformats.org/presentationml/2006/main" showMasterSp="0" preserve="1" userDrawn="1">
  <p:cSld name="2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slide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6477000"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accent2"/>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
        <p:nvSpPr>
          <p:cNvPr id="8" name="Freeform 5">
            <a:extLst>
              <a:ext uri="{FF2B5EF4-FFF2-40B4-BE49-F238E27FC236}">
                <a16:creationId xmlns:a16="http://schemas.microsoft.com/office/drawing/2014/main" id="{89F7D717-4240-48F3-A18B-094446C56461}"/>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772623861"/>
      </p:ext>
    </p:extLst>
  </p:cSld>
  <p:clrMapOvr>
    <a:masterClrMapping/>
  </p:clrMapOvr>
</p:sldLayout>
</file>

<file path=ppt/slideLayouts/slideLayout313.xml><?xml version="1.0" encoding="utf-8"?>
<p:sldLayout xmlns:a="http://schemas.openxmlformats.org/drawingml/2006/main" xmlns:r="http://schemas.openxmlformats.org/officeDocument/2006/relationships" xmlns:p="http://schemas.openxmlformats.org/presentationml/2006/main" showMasterSp="0" preserve="1" userDrawn="1">
  <p:cSld name="6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slide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17948148"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92000" y="731520"/>
            <a:ext cx="5756148" cy="4069080"/>
          </a:xfrm>
          <a:solidFill>
            <a:schemeClr val="accent2"/>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
        <p:nvSpPr>
          <p:cNvPr id="8" name="Freeform 5">
            <a:extLst>
              <a:ext uri="{FF2B5EF4-FFF2-40B4-BE49-F238E27FC236}">
                <a16:creationId xmlns:a16="http://schemas.microsoft.com/office/drawing/2014/main" id="{6D1DE763-0A5C-4E6C-ADAD-63E5D4EE154C}"/>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1738351611"/>
      </p:ext>
    </p:extLst>
  </p:cSld>
  <p:clrMapOvr>
    <a:masterClrMapping/>
  </p:clrMapOvr>
</p:sldLayout>
</file>

<file path=ppt/slideLayouts/slideLayout314.xml><?xml version="1.0" encoding="utf-8"?>
<p:sldLayout xmlns:a="http://schemas.openxmlformats.org/drawingml/2006/main" xmlns:r="http://schemas.openxmlformats.org/officeDocument/2006/relationships" xmlns:p="http://schemas.openxmlformats.org/presentationml/2006/main" showMasterSp="0" preserve="1" userDrawn="1">
  <p:cSld name="Single Column - Blu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a:xfrm>
            <a:off x="0" y="0"/>
            <a:ext cx="6477000" cy="13716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lvl1pPr>
              <a:defRPr>
                <a:solidFill>
                  <a:schemeClr val="bg1"/>
                </a:solidFill>
              </a:defRPr>
            </a:lvl1pPr>
          </a:lstStyle>
          <a:p>
            <a:r>
              <a:rPr lang="en-US"/>
              <a:t>Click to edit Master title style</a:t>
            </a:r>
          </a:p>
        </p:txBody>
      </p:sp>
      <p:sp>
        <p:nvSpPr>
          <p:cNvPr id="10" name="Freeform 5">
            <a:extLst>
              <a:ext uri="{FF2B5EF4-FFF2-40B4-BE49-F238E27FC236}">
                <a16:creationId xmlns:a16="http://schemas.microsoft.com/office/drawing/2014/main" id="{7B94E043-64BC-4ABE-8DF4-6F0A6FC91FC4}"/>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2401431139"/>
      </p:ext>
    </p:extLst>
  </p:cSld>
  <p:clrMapOvr>
    <a:masterClrMapping/>
  </p:clrMapOvr>
</p:sldLayout>
</file>

<file path=ppt/slideLayouts/slideLayout315.xml><?xml version="1.0" encoding="utf-8"?>
<p:sldLayout xmlns:a="http://schemas.openxmlformats.org/drawingml/2006/main" xmlns:r="http://schemas.openxmlformats.org/officeDocument/2006/relationships" xmlns:p="http://schemas.openxmlformats.org/presentationml/2006/main" showMasterSp="0" preserve="1" userDrawn="1">
  <p:cSld name="2_Three Quarters Image Slide">
    <p:bg>
      <p:bgPr>
        <a:solidFill>
          <a:schemeClr val="accent4"/>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1AB88C6D-9DCE-4D28-A76A-5515295E496A}"/>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9" name="Freeform 5">
            <a:extLst>
              <a:ext uri="{FF2B5EF4-FFF2-40B4-BE49-F238E27FC236}">
                <a16:creationId xmlns:a16="http://schemas.microsoft.com/office/drawing/2014/main" id="{EE3A5068-5C28-48D0-BF5E-93FA41F4EF5F}"/>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2256995403"/>
      </p:ext>
    </p:extLst>
  </p:cSld>
  <p:clrMapOvr>
    <a:masterClrMapping/>
  </p:clrMapOvr>
</p:sldLayout>
</file>

<file path=ppt/slideLayouts/slideLayout316.xml><?xml version="1.0" encoding="utf-8"?>
<p:sldLayout xmlns:a="http://schemas.openxmlformats.org/drawingml/2006/main" xmlns:r="http://schemas.openxmlformats.org/officeDocument/2006/relationships" xmlns:p="http://schemas.openxmlformats.org/presentationml/2006/main" showMasterSp="0" preserve="1" userDrawn="1">
  <p:cSld name="2_1/4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a:xfrm>
            <a:off x="0" y="0"/>
            <a:ext cx="1219200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5" y="539496"/>
            <a:ext cx="10377006" cy="4695892"/>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7823205"/>
            <a:ext cx="5208456" cy="5103714"/>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a:xfrm>
            <a:off x="12188952" y="0"/>
            <a:ext cx="12188952" cy="6858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785812"/>
          </a:xfrm>
        </p:spPr>
        <p:txBody>
          <a:bodyPr vert="horz" lIns="0" tIns="0" rIns="0" bIns="0" rtlCol="0">
            <a:noAutofit/>
          </a:bodyPr>
          <a:lstStyle>
            <a:lvl1pPr marL="0" indent="0">
              <a:buNone/>
              <a:defRPr lang="en-US" sz="3750">
                <a:ln w="3175">
                  <a:noFill/>
                </a:ln>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7127210"/>
            <a:ext cx="5216526" cy="786384"/>
          </a:xfrm>
        </p:spPr>
        <p:txBody>
          <a:bodyPr vert="horz" lIns="0" tIns="0" rIns="0" bIns="0" rtlCol="0">
            <a:noAutofit/>
          </a:bodyPr>
          <a:lstStyle>
            <a:lvl1pPr marL="0" indent="0">
              <a:buNone/>
              <a:defRPr lang="en-US" sz="3750">
                <a:ln w="3175">
                  <a:noFill/>
                </a:ln>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7127210"/>
            <a:ext cx="5064874" cy="786384"/>
          </a:xfrm>
        </p:spPr>
        <p:txBody>
          <a:bodyPr vert="horz" lIns="0" tIns="0" rIns="0" bIns="0" rtlCol="0">
            <a:noAutofit/>
          </a:bodyPr>
          <a:lstStyle>
            <a:lvl1pPr marL="0" indent="0">
              <a:buNone/>
              <a:defRPr lang="en-US" sz="3750">
                <a:ln w="3175">
                  <a:noFill/>
                </a:ln>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7127210"/>
            <a:ext cx="5216644" cy="786384"/>
          </a:xfrm>
        </p:spPr>
        <p:txBody>
          <a:bodyPr vert="horz" lIns="0" tIns="0" rIns="0" bIns="0" rtlCol="0">
            <a:noAutofit/>
          </a:bodyPr>
          <a:lstStyle>
            <a:lvl1pPr marL="0" indent="0">
              <a:buNone/>
              <a:defRPr lang="en-US" sz="3750">
                <a:ln w="3175">
                  <a:noFill/>
                </a:ln>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7822154"/>
            <a:ext cx="521104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7822154"/>
            <a:ext cx="5057810"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7822154"/>
            <a:ext cx="520933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pic>
        <p:nvPicPr>
          <p:cNvPr id="17" name="Picture 16">
            <a:extLst>
              <a:ext uri="{FF2B5EF4-FFF2-40B4-BE49-F238E27FC236}">
                <a16:creationId xmlns:a16="http://schemas.microsoft.com/office/drawing/2014/main" id="{B1C3CAD3-1CA7-493E-9AD3-8B0C1BB152BC}"/>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3325598195"/>
      </p:ext>
    </p:extLst>
  </p:cSld>
  <p:clrMapOvr>
    <a:masterClrMapping/>
  </p:clrMapOvr>
</p:sldLayout>
</file>

<file path=ppt/slideLayouts/slideLayout317.xml><?xml version="1.0" encoding="utf-8"?>
<p:sldLayout xmlns:a="http://schemas.openxmlformats.org/drawingml/2006/main" xmlns:r="http://schemas.openxmlformats.org/officeDocument/2006/relationships" xmlns:p="http://schemas.openxmlformats.org/presentationml/2006/main" showMasterSp="0" preserve="1" userDrawn="1">
  <p:cSld name="2_1/6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a:xfrm>
            <a:off x="0" y="2"/>
            <a:ext cx="12192000" cy="3810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2" y="539496"/>
            <a:ext cx="11295888" cy="3270504"/>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7088108"/>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a:xfrm>
            <a:off x="12188952" y="2"/>
            <a:ext cx="12195048" cy="3810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785812"/>
          </a:xfrm>
        </p:spPr>
        <p:txBody>
          <a:bodyPr vert="horz" lIns="0" tIns="0" rIns="0" bIns="0" rtlCol="0">
            <a:noAutofit/>
          </a:bodyPr>
          <a:lstStyle>
            <a:lvl1pPr marL="0" indent="0">
              <a:buNone/>
              <a:defRPr lang="en-US" sz="3750">
                <a:ln w="3175">
                  <a:noFill/>
                </a:ln>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786384"/>
          </a:xfrm>
        </p:spPr>
        <p:txBody>
          <a:bodyPr vert="horz" lIns="0" tIns="0" rIns="0" bIns="0" rtlCol="0">
            <a:noAutofit/>
          </a:bodyPr>
          <a:lstStyle>
            <a:lvl1pPr marL="0" indent="0">
              <a:buNone/>
              <a:defRPr lang="en-US" sz="3750">
                <a:ln w="3175">
                  <a:noFill/>
                </a:ln>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786384"/>
          </a:xfrm>
        </p:spPr>
        <p:txBody>
          <a:bodyPr vert="horz" lIns="0" tIns="0" rIns="0" bIns="0" rtlCol="0">
            <a:noAutofit/>
          </a:bodyPr>
          <a:lstStyle>
            <a:lvl1pPr marL="0" indent="0">
              <a:buNone/>
              <a:defRPr lang="en-US" sz="3750">
                <a:ln w="3175">
                  <a:noFill/>
                </a:ln>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786384"/>
          </a:xfrm>
        </p:spPr>
        <p:txBody>
          <a:bodyPr vert="horz" lIns="0" tIns="0" rIns="0" bIns="0" rtlCol="0">
            <a:noAutofit/>
          </a:bodyPr>
          <a:lstStyle>
            <a:lvl1pPr marL="0" indent="0">
              <a:buNone/>
              <a:defRPr lang="en-US" sz="3750">
                <a:ln w="3175">
                  <a:noFill/>
                </a:ln>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3"/>
            <a:ext cx="521104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pic>
        <p:nvPicPr>
          <p:cNvPr id="17" name="Picture 16">
            <a:extLst>
              <a:ext uri="{FF2B5EF4-FFF2-40B4-BE49-F238E27FC236}">
                <a16:creationId xmlns:a16="http://schemas.microsoft.com/office/drawing/2014/main" id="{D849D188-5CF7-40B4-9CE3-E8F2826430CB}"/>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927252139"/>
      </p:ext>
    </p:extLst>
  </p:cSld>
  <p:clrMapOvr>
    <a:masterClrMapping/>
  </p:clrMapOvr>
</p:sldLayout>
</file>

<file path=ppt/slideLayouts/slideLayout318.xml><?xml version="1.0" encoding="utf-8"?>
<p:sldLayout xmlns:a="http://schemas.openxmlformats.org/drawingml/2006/main" xmlns:r="http://schemas.openxmlformats.org/officeDocument/2006/relationships" xmlns:p="http://schemas.openxmlformats.org/presentationml/2006/main" showMasterSp="0" preserve="1" userDrawn="1">
  <p:cSld name="3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p:nvPr>
        </p:nvSpPr>
        <p:spPr>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to add picture</a:t>
            </a:r>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6477000"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accent4"/>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
        <p:nvSpPr>
          <p:cNvPr id="8" name="Freeform 5">
            <a:extLst>
              <a:ext uri="{FF2B5EF4-FFF2-40B4-BE49-F238E27FC236}">
                <a16:creationId xmlns:a16="http://schemas.microsoft.com/office/drawing/2014/main" id="{CB8122EE-77B3-4D25-9D8E-8FB52B3C2AC9}"/>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3558177388"/>
      </p:ext>
    </p:extLst>
  </p:cSld>
  <p:clrMapOvr>
    <a:masterClrMapping/>
  </p:clrMapOvr>
</p:sldLayout>
</file>

<file path=ppt/slideLayouts/slideLayout319.xml><?xml version="1.0" encoding="utf-8"?>
<p:sldLayout xmlns:a="http://schemas.openxmlformats.org/drawingml/2006/main" xmlns:r="http://schemas.openxmlformats.org/officeDocument/2006/relationships" xmlns:p="http://schemas.openxmlformats.org/presentationml/2006/main" showMasterSp="0" preserve="1" userDrawn="1">
  <p:cSld name="7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p:nvPr>
        </p:nvSpPr>
        <p:spPr>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to add picture</a:t>
            </a:r>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17945100"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88952" y="731520"/>
            <a:ext cx="5756148" cy="4069080"/>
          </a:xfrm>
          <a:solidFill>
            <a:schemeClr val="accent4"/>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
        <p:nvSpPr>
          <p:cNvPr id="8" name="Freeform 5">
            <a:extLst>
              <a:ext uri="{FF2B5EF4-FFF2-40B4-BE49-F238E27FC236}">
                <a16:creationId xmlns:a16="http://schemas.microsoft.com/office/drawing/2014/main" id="{A0457777-0493-42E3-8F48-152CCF754CBB}"/>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3026652323"/>
      </p:ext>
    </p:extLst>
  </p:cSld>
  <p:clrMapOvr>
    <a:masterClrMapping/>
  </p:clrMapOvr>
</p:sldLayout>
</file>

<file path=ppt/slideLayouts/slideLayout320.xml><?xml version="1.0" encoding="utf-8"?>
<p:sldLayout xmlns:a="http://schemas.openxmlformats.org/drawingml/2006/main" xmlns:r="http://schemas.openxmlformats.org/officeDocument/2006/relationships" xmlns:p="http://schemas.openxmlformats.org/presentationml/2006/main" showMasterSp="0" userDrawn="1">
  <p:cSld name="Title Slide 3">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649224" y="557784"/>
            <a:ext cx="11542776" cy="4315968"/>
          </a:xfrm>
        </p:spPr>
        <p:txBody>
          <a:bodyPr anchor="b" anchorCtr="0">
            <a:noAutofit/>
          </a:bodyPr>
          <a:lstStyle>
            <a:lvl1pPr algn="l" fontAlgn="b">
              <a:lnSpc>
                <a:spcPct val="112000"/>
              </a:lnSpc>
              <a:defRPr sz="9000">
                <a:ln w="9525">
                  <a:noFill/>
                </a:ln>
                <a:solidFill>
                  <a:srgbClr val="EB0000"/>
                </a:solidFill>
              </a:defRPr>
            </a:lvl1pPr>
          </a:lstStyle>
          <a:p>
            <a:r>
              <a:rPr lang="en-US"/>
              <a:t>Title with</a:t>
            </a:r>
            <a:br>
              <a:rPr lang="en-US"/>
            </a:br>
            <a:r>
              <a:rPr lang="en-US"/>
              <a:t>multiple lines</a:t>
            </a:r>
            <a:br>
              <a:rPr lang="en-US"/>
            </a:br>
            <a:r>
              <a:rPr lang="en-US"/>
              <a:t>here</a:t>
            </a:r>
          </a:p>
        </p:txBody>
      </p:sp>
      <p:sp>
        <p:nvSpPr>
          <p:cNvPr id="3" name="Subtitle 2"/>
          <p:cNvSpPr>
            <a:spLocks noGrp="1"/>
          </p:cNvSpPr>
          <p:nvPr>
            <p:ph type="subTitle" idx="1" hasCustomPrompt="1"/>
          </p:nvPr>
        </p:nvSpPr>
        <p:spPr>
          <a:xfrm>
            <a:off x="676656" y="5029203"/>
            <a:ext cx="11515344" cy="2306638"/>
          </a:xfrm>
        </p:spPr>
        <p:txBody>
          <a:bodyPr vert="horz" lIns="0" tIns="0" rIns="0" bIns="0" rtlCol="0" anchor="t">
            <a:noAutofit/>
          </a:bodyPr>
          <a:lstStyle>
            <a:lvl1pPr marL="0" indent="0">
              <a:buNone/>
              <a:defRPr lang="en-US" sz="5250" dirty="0">
                <a:ln>
                  <a:noFill/>
                </a:ln>
              </a:defRPr>
            </a:lvl1pPr>
          </a:lstStyle>
          <a:p>
            <a:pPr lvl="0"/>
            <a:r>
              <a:rPr lang="en-US"/>
              <a:t>Date/subtitle goes here</a:t>
            </a:r>
          </a:p>
        </p:txBody>
      </p:sp>
      <p:sp>
        <p:nvSpPr>
          <p:cNvPr id="17" name="Text Placeholder 16">
            <a:extLst>
              <a:ext uri="{FF2B5EF4-FFF2-40B4-BE49-F238E27FC236}">
                <a16:creationId xmlns:a16="http://schemas.microsoft.com/office/drawing/2014/main" id="{53F3D094-8507-4675-9425-D7CCB291279A}"/>
              </a:ext>
            </a:extLst>
          </p:cNvPr>
          <p:cNvSpPr>
            <a:spLocks noGrp="1"/>
          </p:cNvSpPr>
          <p:nvPr>
            <p:ph type="body" sz="quarter" idx="10" hasCustomPrompt="1"/>
          </p:nvPr>
        </p:nvSpPr>
        <p:spPr>
          <a:xfrm>
            <a:off x="694944" y="9802371"/>
            <a:ext cx="11497056" cy="1581150"/>
          </a:xfrm>
        </p:spPr>
        <p:txBody>
          <a:bodyPr/>
          <a:lstStyle>
            <a:lvl1pPr marL="0" indent="0">
              <a:spcBef>
                <a:spcPts val="0"/>
              </a:spcBef>
              <a:buNone/>
              <a:defRPr/>
            </a:lvl1pPr>
          </a:lstStyle>
          <a:p>
            <a:pPr lvl="0"/>
            <a:r>
              <a:rPr lang="en-US"/>
              <a:t>Name goes here</a:t>
            </a:r>
            <a:br>
              <a:rPr lang="en-US"/>
            </a:br>
            <a:r>
              <a:rPr lang="en-US"/>
              <a:t>Position goes here</a:t>
            </a:r>
          </a:p>
        </p:txBody>
      </p:sp>
      <p:sp>
        <p:nvSpPr>
          <p:cNvPr id="8" name="Freeform: Shape 13">
            <a:extLst>
              <a:ext uri="{FF2B5EF4-FFF2-40B4-BE49-F238E27FC236}">
                <a16:creationId xmlns:a16="http://schemas.microsoft.com/office/drawing/2014/main" id="{9F557C70-FE77-1840-9176-02291FB36A72}"/>
              </a:ext>
            </a:extLst>
          </p:cNvPr>
          <p:cNvSpPr/>
          <p:nvPr userDrawn="1"/>
        </p:nvSpPr>
        <p:spPr>
          <a:xfrm>
            <a:off x="14157962" y="3"/>
            <a:ext cx="10226040" cy="13719262"/>
          </a:xfrm>
          <a:custGeom>
            <a:avLst/>
            <a:gdLst>
              <a:gd name="connsiteX0" fmla="*/ 2570684 w 10226039"/>
              <a:gd name="connsiteY0" fmla="*/ 0 h 13719261"/>
              <a:gd name="connsiteX1" fmla="*/ 6040601 w 10226039"/>
              <a:gd name="connsiteY1" fmla="*/ 0 h 13719261"/>
              <a:gd name="connsiteX2" fmla="*/ 5489003 w 10226039"/>
              <a:gd name="connsiteY2" fmla="*/ 2946777 h 13719261"/>
              <a:gd name="connsiteX3" fmla="*/ 8422727 w 10226039"/>
              <a:gd name="connsiteY3" fmla="*/ 44613 h 13719261"/>
              <a:gd name="connsiteX4" fmla="*/ 8543311 w 10226039"/>
              <a:gd name="connsiteY4" fmla="*/ 0 h 13719261"/>
              <a:gd name="connsiteX5" fmla="*/ 10226039 w 10226039"/>
              <a:gd name="connsiteY5" fmla="*/ 0 h 13719261"/>
              <a:gd name="connsiteX6" fmla="*/ 10226039 w 10226039"/>
              <a:gd name="connsiteY6" fmla="*/ 3726234 h 13719261"/>
              <a:gd name="connsiteX7" fmla="*/ 10218619 w 10226039"/>
              <a:gd name="connsiteY7" fmla="*/ 3765852 h 13719261"/>
              <a:gd name="connsiteX8" fmla="*/ 5004857 w 10226039"/>
              <a:gd name="connsiteY8" fmla="*/ 8040537 h 13719261"/>
              <a:gd name="connsiteX9" fmla="*/ 3940763 w 10226039"/>
              <a:gd name="connsiteY9" fmla="*/ 13719261 h 13719261"/>
              <a:gd name="connsiteX10" fmla="*/ 0 w 10226039"/>
              <a:gd name="connsiteY10" fmla="*/ 13719261 h 137192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0226039" h="13719261">
                <a:moveTo>
                  <a:pt x="2570684" y="0"/>
                </a:moveTo>
                <a:lnTo>
                  <a:pt x="6040601" y="0"/>
                </a:lnTo>
                <a:lnTo>
                  <a:pt x="5489003" y="2946777"/>
                </a:lnTo>
                <a:cubicBezTo>
                  <a:pt x="6058449" y="1630922"/>
                  <a:pt x="7116933" y="587408"/>
                  <a:pt x="8422727" y="44613"/>
                </a:cubicBezTo>
                <a:lnTo>
                  <a:pt x="8543311" y="0"/>
                </a:lnTo>
                <a:lnTo>
                  <a:pt x="10226039" y="0"/>
                </a:lnTo>
                <a:lnTo>
                  <a:pt x="10226039" y="3726234"/>
                </a:lnTo>
                <a:lnTo>
                  <a:pt x="10218619" y="3765852"/>
                </a:lnTo>
                <a:cubicBezTo>
                  <a:pt x="7524903" y="3351926"/>
                  <a:pt x="5632205" y="4691887"/>
                  <a:pt x="5004857" y="8040537"/>
                </a:cubicBezTo>
                <a:lnTo>
                  <a:pt x="3940763" y="13719261"/>
                </a:lnTo>
                <a:lnTo>
                  <a:pt x="0" y="13719261"/>
                </a:lnTo>
                <a:close/>
              </a:path>
            </a:pathLst>
          </a:custGeom>
          <a:gradFill>
            <a:gsLst>
              <a:gs pos="0">
                <a:schemeClr val="tx2"/>
              </a:gs>
              <a:gs pos="100000">
                <a:schemeClr val="accent4"/>
              </a:gs>
              <a:gs pos="50000">
                <a:schemeClr val="accent2"/>
              </a:gs>
            </a:gsLst>
            <a:lin ang="5400000" scaled="1"/>
          </a:gradFill>
          <a:ln w="12537" cap="flat">
            <a:noFill/>
            <a:prstDash val="solid"/>
            <a:miter/>
          </a:ln>
        </p:spPr>
        <p:txBody>
          <a:bodyPr wrap="square" rtlCol="0" anchor="ctr">
            <a:noAutofit/>
          </a:bodyPr>
          <a:lstStyle/>
          <a:p>
            <a:endParaRPr lang="en-US" sz="900"/>
          </a:p>
        </p:txBody>
      </p:sp>
      <p:sp>
        <p:nvSpPr>
          <p:cNvPr id="7" name="TextBox 6">
            <a:extLst>
              <a:ext uri="{FF2B5EF4-FFF2-40B4-BE49-F238E27FC236}">
                <a16:creationId xmlns:a16="http://schemas.microsoft.com/office/drawing/2014/main" id="{8E86A58D-A8F4-7A42-B2E2-D3E6C32D02EC}"/>
              </a:ext>
            </a:extLst>
          </p:cNvPr>
          <p:cNvSpPr txBox="1"/>
          <p:nvPr userDrawn="1"/>
        </p:nvSpPr>
        <p:spPr>
          <a:xfrm>
            <a:off x="18162739" y="13162003"/>
            <a:ext cx="2430050" cy="461665"/>
          </a:xfrm>
          <a:prstGeom prst="rect">
            <a:avLst/>
          </a:prstGeom>
          <a:noFill/>
        </p:spPr>
        <p:txBody>
          <a:bodyPr wrap="square" rtlCol="0">
            <a:spAutoFit/>
          </a:bodyPr>
          <a:lstStyle/>
          <a:p>
            <a:pPr algn="l"/>
            <a:r>
              <a:rPr lang="en-US" sz="2400">
                <a:solidFill>
                  <a:schemeClr val="accent4"/>
                </a:solidFill>
              </a:rPr>
              <a:t>TM</a:t>
            </a:r>
          </a:p>
        </p:txBody>
      </p:sp>
      <p:pic>
        <p:nvPicPr>
          <p:cNvPr id="9" name="Picture 8">
            <a:extLst>
              <a:ext uri="{FF2B5EF4-FFF2-40B4-BE49-F238E27FC236}">
                <a16:creationId xmlns:a16="http://schemas.microsoft.com/office/drawing/2014/main" id="{B18C2F85-53AD-4385-86D2-047DFF3E103B}"/>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194016414"/>
      </p:ext>
    </p:extLst>
  </p:cSld>
  <p:clrMapOvr>
    <a:masterClrMapping/>
  </p:clrMapOvr>
</p:sldLayout>
</file>

<file path=ppt/slideLayouts/slideLayout321.xml><?xml version="1.0" encoding="utf-8"?>
<p:sldLayout xmlns:a="http://schemas.openxmlformats.org/drawingml/2006/main" xmlns:r="http://schemas.openxmlformats.org/officeDocument/2006/relationships" xmlns:p="http://schemas.openxmlformats.org/presentationml/2006/main" preserve="1" userDrawn="1">
  <p:cSld name="1_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1"/>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p>
            <a:r>
              <a:rPr lang="en-US"/>
              <a:t>Click to edit Master title style</a:t>
            </a:r>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097403756"/>
      </p:ext>
    </p:extLst>
  </p:cSld>
  <p:clrMapOvr>
    <a:masterClrMapping/>
  </p:clrMapOvr>
</p:sldLayout>
</file>

<file path=ppt/slideLayouts/slideLayout322.xml><?xml version="1.0" encoding="utf-8"?>
<p:sldLayout xmlns:a="http://schemas.openxmlformats.org/drawingml/2006/main" xmlns:r="http://schemas.openxmlformats.org/officeDocument/2006/relationships" xmlns:p="http://schemas.openxmlformats.org/presentationml/2006/main" showMasterSp="0" preserve="1" userDrawn="1">
  <p:cSld name="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1"/>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lvl1pPr>
              <a:defRPr>
                <a:solidFill>
                  <a:schemeClr val="tx1"/>
                </a:solidFill>
              </a:defRPr>
            </a:lvl1pPr>
          </a:lstStyle>
          <a:p>
            <a:r>
              <a:rPr lang="en-US"/>
              <a:t>Click to edit Master title style</a:t>
            </a:r>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3" name="Graphic 2">
            <a:extLst>
              <a:ext uri="{FF2B5EF4-FFF2-40B4-BE49-F238E27FC236}">
                <a16:creationId xmlns:a16="http://schemas.microsoft.com/office/drawing/2014/main" id="{00D83E88-A286-BF1F-719B-20F1C44734C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cxnSp>
        <p:nvCxnSpPr>
          <p:cNvPr id="2" name="Straight Connector 1">
            <a:extLst>
              <a:ext uri="{FF2B5EF4-FFF2-40B4-BE49-F238E27FC236}">
                <a16:creationId xmlns:a16="http://schemas.microsoft.com/office/drawing/2014/main" id="{9720D620-A98D-8E56-CDB8-0DC6E5725E42}"/>
              </a:ext>
            </a:extLst>
          </p:cNvPr>
          <p:cNvCxnSpPr>
            <a:cxnSpLocks/>
          </p:cNvCxnSpPr>
          <p:nvPr userDrawn="1"/>
        </p:nvCxnSpPr>
        <p:spPr>
          <a:xfrm flipV="1">
            <a:off x="0" y="2151390"/>
            <a:ext cx="24384000" cy="1478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5319641"/>
      </p:ext>
    </p:extLst>
  </p:cSld>
  <p:clrMapOvr>
    <a:masterClrMapping/>
  </p:clrMapOvr>
</p:sldLayout>
</file>

<file path=ppt/slideLayouts/slideLayout323.xml><?xml version="1.0" encoding="utf-8"?>
<p:sldLayout xmlns:a="http://schemas.openxmlformats.org/drawingml/2006/main" xmlns:r="http://schemas.openxmlformats.org/officeDocument/2006/relationships" xmlns:p="http://schemas.openxmlformats.org/presentationml/2006/main" preserve="1" userDrawn="1">
  <p:cSld name="Single column Simple - with subhead">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3739563"/>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p>
            <a:r>
              <a:rPr lang="en-US"/>
              <a:t>Click to edit Master title style</a:t>
            </a:r>
          </a:p>
        </p:txBody>
      </p:sp>
      <p:sp>
        <p:nvSpPr>
          <p:cNvPr id="8" name="Footer Placeholder 4">
            <a:extLst>
              <a:ext uri="{FF2B5EF4-FFF2-40B4-BE49-F238E27FC236}">
                <a16:creationId xmlns:a16="http://schemas.microsoft.com/office/drawing/2014/main" id="{674407F1-A2F8-A84F-8E52-03F123F4BEF5}"/>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C88CD766-7446-9844-8381-BB1A5421A8C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
        <p:nvSpPr>
          <p:cNvPr id="3" name="Text Placeholder 2">
            <a:extLst>
              <a:ext uri="{FF2B5EF4-FFF2-40B4-BE49-F238E27FC236}">
                <a16:creationId xmlns:a16="http://schemas.microsoft.com/office/drawing/2014/main" id="{3D5AAC42-935B-0E18-6CAC-AB1A022B59F1}"/>
              </a:ext>
            </a:extLst>
          </p:cNvPr>
          <p:cNvSpPr>
            <a:spLocks noGrp="1"/>
          </p:cNvSpPr>
          <p:nvPr>
            <p:ph type="body" sz="quarter" idx="13" hasCustomPrompt="1"/>
          </p:nvPr>
        </p:nvSpPr>
        <p:spPr>
          <a:xfrm>
            <a:off x="341756" y="2781300"/>
            <a:ext cx="22936200" cy="584776"/>
          </a:xfrm>
        </p:spPr>
        <p:txBody>
          <a:bodyPr/>
          <a:lstStyle>
            <a:lvl1pPr marL="0" indent="0">
              <a:buNone/>
              <a:defRPr sz="3800" b="1"/>
            </a:lvl1pPr>
            <a:lvl2pPr marL="566736" indent="0">
              <a:buNone/>
              <a:defRPr/>
            </a:lvl2pPr>
          </a:lstStyle>
          <a:p>
            <a:r>
              <a:rPr lang="en-US"/>
              <a:t>Subtitle or callout if needed, all titles and subtitles are sentence case </a:t>
            </a:r>
          </a:p>
        </p:txBody>
      </p:sp>
    </p:spTree>
    <p:extLst>
      <p:ext uri="{BB962C8B-B14F-4D97-AF65-F5344CB8AC3E}">
        <p14:creationId xmlns:p14="http://schemas.microsoft.com/office/powerpoint/2010/main" val="698166794"/>
      </p:ext>
    </p:extLst>
  </p:cSld>
  <p:clrMapOvr>
    <a:masterClrMapping/>
  </p:clrMapOvr>
</p:sldLayout>
</file>

<file path=ppt/slideLayouts/slideLayout324.xml><?xml version="1.0" encoding="utf-8"?>
<p:sldLayout xmlns:a="http://schemas.openxmlformats.org/drawingml/2006/main" xmlns:r="http://schemas.openxmlformats.org/officeDocument/2006/relationships" xmlns:p="http://schemas.openxmlformats.org/presentationml/2006/main" showMasterSp="0" preserve="1" userDrawn="1">
  <p:cSld name="Title Only">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7F38F25E-FF38-834D-521D-D61E09DDD2AB}"/>
              </a:ext>
            </a:extLst>
          </p:cNvPr>
          <p:cNvGrpSpPr/>
          <p:nvPr userDrawn="1"/>
        </p:nvGrpSpPr>
        <p:grpSpPr>
          <a:xfrm>
            <a:off x="1" y="-4805"/>
            <a:ext cx="25334686" cy="2199366"/>
            <a:chOff x="0" y="-2403"/>
            <a:chExt cx="12667343" cy="1099683"/>
          </a:xfrm>
        </p:grpSpPr>
        <p:sp>
          <p:nvSpPr>
            <p:cNvPr id="7" name="Rectangle 6">
              <a:extLst>
                <a:ext uri="{FF2B5EF4-FFF2-40B4-BE49-F238E27FC236}">
                  <a16:creationId xmlns:a16="http://schemas.microsoft.com/office/drawing/2014/main" id="{7051444A-8DCA-DDB2-763E-349707F988F2}"/>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10" name="Picture 9">
              <a:extLst>
                <a:ext uri="{FF2B5EF4-FFF2-40B4-BE49-F238E27FC236}">
                  <a16:creationId xmlns:a16="http://schemas.microsoft.com/office/drawing/2014/main" id="{528A3E14-429A-2111-9034-26AFC851FE02}"/>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086"/>
          </a:xfrm>
        </p:spPr>
        <p:txBody>
          <a:body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784595506"/>
      </p:ext>
    </p:extLst>
  </p:cSld>
  <p:clrMapOvr>
    <a:masterClrMapping/>
  </p:clrMapOvr>
</p:sldLayout>
</file>

<file path=ppt/slideLayouts/slideLayout325.xml><?xml version="1.0" encoding="utf-8"?>
<p:sldLayout xmlns:a="http://schemas.openxmlformats.org/drawingml/2006/main" xmlns:r="http://schemas.openxmlformats.org/officeDocument/2006/relationships" xmlns:p="http://schemas.openxmlformats.org/presentationml/2006/main" showMasterSp="0" preserve="1" userDrawn="1">
  <p:cSld name="2_Title Only">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7F38F25E-FF38-834D-521D-D61E09DDD2AB}"/>
              </a:ext>
            </a:extLst>
          </p:cNvPr>
          <p:cNvGrpSpPr/>
          <p:nvPr userDrawn="1"/>
        </p:nvGrpSpPr>
        <p:grpSpPr>
          <a:xfrm>
            <a:off x="-7462156" y="-4805"/>
            <a:ext cx="31846156" cy="2199366"/>
            <a:chOff x="-3731078" y="-2403"/>
            <a:chExt cx="15923078" cy="1099683"/>
          </a:xfrm>
        </p:grpSpPr>
        <p:sp>
          <p:nvSpPr>
            <p:cNvPr id="7" name="Rectangle 6">
              <a:extLst>
                <a:ext uri="{FF2B5EF4-FFF2-40B4-BE49-F238E27FC236}">
                  <a16:creationId xmlns:a16="http://schemas.microsoft.com/office/drawing/2014/main" id="{7051444A-8DCA-DDB2-763E-349707F988F2}"/>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10" name="Picture 9">
              <a:extLst>
                <a:ext uri="{FF2B5EF4-FFF2-40B4-BE49-F238E27FC236}">
                  <a16:creationId xmlns:a16="http://schemas.microsoft.com/office/drawing/2014/main" id="{528A3E14-429A-2111-9034-26AFC851FE02}"/>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3731078" y="-2403"/>
              <a:ext cx="8580301" cy="1097280"/>
            </a:xfrm>
            <a:prstGeom prst="rect">
              <a:avLst/>
            </a:prstGeom>
          </p:spPr>
        </p:pic>
      </p:grpSp>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086"/>
          </a:xfrm>
        </p:spPr>
        <p:txBody>
          <a:body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164494257"/>
      </p:ext>
    </p:extLst>
  </p:cSld>
  <p:clrMapOvr>
    <a:masterClrMapping/>
  </p:clrMapOvr>
</p:sldLayout>
</file>

<file path=ppt/slideLayouts/slideLayout326.xml><?xml version="1.0" encoding="utf-8"?>
<p:sldLayout xmlns:a="http://schemas.openxmlformats.org/drawingml/2006/main" xmlns:r="http://schemas.openxmlformats.org/officeDocument/2006/relationships" xmlns:p="http://schemas.openxmlformats.org/presentationml/2006/main" showMasterSp="0" preserve="1" userDrawn="1">
  <p:cSld name="1_Title Only">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7F38F25E-FF38-834D-521D-D61E09DDD2AB}"/>
              </a:ext>
            </a:extLst>
          </p:cNvPr>
          <p:cNvGrpSpPr/>
          <p:nvPr userDrawn="1"/>
        </p:nvGrpSpPr>
        <p:grpSpPr>
          <a:xfrm>
            <a:off x="2" y="-4805"/>
            <a:ext cx="21433536" cy="1394694"/>
            <a:chOff x="0" y="-2403"/>
            <a:chExt cx="12667343" cy="1099683"/>
          </a:xfrm>
        </p:grpSpPr>
        <p:sp>
          <p:nvSpPr>
            <p:cNvPr id="7" name="Rectangle 6">
              <a:extLst>
                <a:ext uri="{FF2B5EF4-FFF2-40B4-BE49-F238E27FC236}">
                  <a16:creationId xmlns:a16="http://schemas.microsoft.com/office/drawing/2014/main" id="{7051444A-8DCA-DDB2-763E-349707F988F2}"/>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10" name="Picture 9">
              <a:extLst>
                <a:ext uri="{FF2B5EF4-FFF2-40B4-BE49-F238E27FC236}">
                  <a16:creationId xmlns:a16="http://schemas.microsoft.com/office/drawing/2014/main" id="{528A3E14-429A-2111-9034-26AFC851FE02}"/>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086"/>
          </a:xfrm>
        </p:spPr>
        <p:txBody>
          <a:body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444557356"/>
      </p:ext>
    </p:extLst>
  </p:cSld>
  <p:clrMapOvr>
    <a:masterClrMapping/>
  </p:clrMapOvr>
</p:sldLayout>
</file>

<file path=ppt/slideLayouts/slideLayout327.xml><?xml version="1.0" encoding="utf-8"?>
<p:sldLayout xmlns:a="http://schemas.openxmlformats.org/drawingml/2006/main" xmlns:r="http://schemas.openxmlformats.org/officeDocument/2006/relationships" xmlns:p="http://schemas.openxmlformats.org/presentationml/2006/main" showMasterSp="0" preserve="1" userDrawn="1">
  <p:cSld name="Title Only_2 lin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BBF274A9-9392-1E6D-7D16-896285565278}"/>
              </a:ext>
            </a:extLst>
          </p:cNvPr>
          <p:cNvSpPr/>
          <p:nvPr userDrawn="1"/>
        </p:nvSpPr>
        <p:spPr>
          <a:xfrm>
            <a:off x="0" y="0"/>
            <a:ext cx="24384000" cy="308008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4" name="Picture 3">
            <a:extLst>
              <a:ext uri="{FF2B5EF4-FFF2-40B4-BE49-F238E27FC236}">
                <a16:creationId xmlns:a16="http://schemas.microsoft.com/office/drawing/2014/main" id="{4F67146D-3C58-F6B2-201A-B16919DBC4A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8203113" y="-16457"/>
            <a:ext cx="17160602" cy="3096542"/>
          </a:xfrm>
          <a:prstGeom prst="rect">
            <a:avLst/>
          </a:prstGeom>
        </p:spPr>
      </p:pic>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086"/>
          </a:xfrm>
        </p:spPr>
        <p:txBody>
          <a:body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793923412"/>
      </p:ext>
    </p:extLst>
  </p:cSld>
  <p:clrMapOvr>
    <a:masterClrMapping/>
  </p:clrMapOvr>
</p:sldLayout>
</file>

<file path=ppt/slideLayouts/slideLayout328.xml><?xml version="1.0" encoding="utf-8"?>
<p:sldLayout xmlns:a="http://schemas.openxmlformats.org/drawingml/2006/main" xmlns:r="http://schemas.openxmlformats.org/officeDocument/2006/relationships" xmlns:p="http://schemas.openxmlformats.org/presentationml/2006/main" showMasterSp="0" preserve="1" userDrawn="1">
  <p:cSld name="Blank">
    <p:spTree>
      <p:nvGrpSpPr>
        <p:cNvPr id="1" name=""/>
        <p:cNvGrpSpPr/>
        <p:nvPr/>
      </p:nvGrpSpPr>
      <p:grpSpPr>
        <a:xfrm>
          <a:off x="0" y="0"/>
          <a:ext cx="0" cy="0"/>
          <a:chOff x="0" y="0"/>
          <a:chExt cx="0" cy="0"/>
        </a:xfrm>
      </p:grpSpPr>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853701106"/>
      </p:ext>
    </p:extLst>
  </p:cSld>
  <p:clrMapOvr>
    <a:masterClrMapping/>
  </p:clrMapOvr>
</p:sldLayout>
</file>

<file path=ppt/slideLayouts/slideLayout329.xml><?xml version="1.0" encoding="utf-8"?>
<p:sldLayout xmlns:a="http://schemas.openxmlformats.org/drawingml/2006/main" xmlns:r="http://schemas.openxmlformats.org/officeDocument/2006/relationships" xmlns:p="http://schemas.openxmlformats.org/presentationml/2006/main" preserve="1" userDrawn="1">
  <p:cSld name="Single Column">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5"/>
            <a:ext cx="17160240" cy="3488134"/>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10728346" cy="968086"/>
          </a:xfrm>
        </p:spPr>
        <p:txBody>
          <a:bodyPr wrap="square">
            <a:spAutoFit/>
          </a:bodyPr>
          <a:lstStyle/>
          <a:p>
            <a:r>
              <a:rPr lang="en-US"/>
              <a:t>Click to edit Master title style</a:t>
            </a:r>
          </a:p>
        </p:txBody>
      </p:sp>
      <p:sp>
        <p:nvSpPr>
          <p:cNvPr id="8" name="Footer Placeholder 4">
            <a:extLst>
              <a:ext uri="{FF2B5EF4-FFF2-40B4-BE49-F238E27FC236}">
                <a16:creationId xmlns:a16="http://schemas.microsoft.com/office/drawing/2014/main" id="{7D4F1EC5-6BB8-4049-A825-325656113ED2}"/>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E7854F2A-2BBB-9446-B185-6215C140A16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292731566"/>
      </p:ext>
    </p:extLst>
  </p:cSld>
  <p:clrMapOvr>
    <a:masterClrMapping/>
  </p:clrMapOvr>
</p:sldLayout>
</file>

<file path=ppt/slideLayouts/slideLayout330.xml><?xml version="1.0" encoding="utf-8"?>
<p:sldLayout xmlns:a="http://schemas.openxmlformats.org/drawingml/2006/main" xmlns:r="http://schemas.openxmlformats.org/officeDocument/2006/relationships" xmlns:p="http://schemas.openxmlformats.org/presentationml/2006/main" preserve="1" userDrawn="1">
  <p:cSld name="Double Column">
    <p:spTree>
      <p:nvGrpSpPr>
        <p:cNvPr id="1" name=""/>
        <p:cNvGrpSpPr/>
        <p:nvPr/>
      </p:nvGrpSpPr>
      <p:grpSpPr>
        <a:xfrm>
          <a:off x="0" y="0"/>
          <a:ext cx="0" cy="0"/>
          <a:chOff x="0" y="0"/>
          <a:chExt cx="0" cy="0"/>
        </a:xfrm>
      </p:grpSpPr>
      <p:sp>
        <p:nvSpPr>
          <p:cNvPr id="8" name="Text Placeholder 2">
            <a:extLst>
              <a:ext uri="{FF2B5EF4-FFF2-40B4-BE49-F238E27FC236}">
                <a16:creationId xmlns:a16="http://schemas.microsoft.com/office/drawing/2014/main" id="{A08EE2D0-C5F7-40AF-BD24-47EFB4DD9E34}"/>
              </a:ext>
            </a:extLst>
          </p:cNvPr>
          <p:cNvSpPr>
            <a:spLocks noGrp="1"/>
          </p:cNvSpPr>
          <p:nvPr>
            <p:ph idx="1"/>
          </p:nvPr>
        </p:nvSpPr>
        <p:spPr>
          <a:xfrm>
            <a:off x="16059154" y="2777165"/>
            <a:ext cx="7600948" cy="3488134"/>
          </a:xfrm>
          <a:prstGeom prst="rect">
            <a:avLst/>
          </a:prstGeom>
        </p:spPr>
        <p:txBody>
          <a:bodyPr vert="horz"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5"/>
            <a:ext cx="7315200" cy="3488134"/>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5800" y="2777164"/>
            <a:ext cx="5468112" cy="2339102"/>
          </a:xfrm>
        </p:spPr>
        <p:txBody>
          <a:bodyPr vert="horz" lIns="0" tIns="0" rIns="0" bIns="0" rtlCol="0">
            <a:spAutoFit/>
          </a:bodyPr>
          <a:lstStyle>
            <a:lvl1pPr>
              <a:defRPr lang="en-US" sz="3800" dirty="0">
                <a:ln w="3175">
                  <a:noFill/>
                </a:ln>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9E8E5F5F-E11E-C44F-B488-CB35674682B5}"/>
              </a:ext>
            </a:extLst>
          </p:cNvPr>
          <p:cNvSpPr>
            <a:spLocks noGrp="1"/>
          </p:cNvSpPr>
          <p:nvPr>
            <p:ph type="title"/>
          </p:nvPr>
        </p:nvSpPr>
        <p:spPr/>
        <p:txBody>
          <a:bodyPr>
            <a:spAutoFit/>
          </a:bodyPr>
          <a:lstStyle>
            <a:lvl1pPr>
              <a:defRPr/>
            </a:lvl1pPr>
          </a:lstStyle>
          <a:p>
            <a:r>
              <a:rPr lang="en-US"/>
              <a:t>Click to edit Master title style</a:t>
            </a:r>
          </a:p>
        </p:txBody>
      </p:sp>
      <p:sp>
        <p:nvSpPr>
          <p:cNvPr id="11" name="Footer Placeholder 4">
            <a:extLst>
              <a:ext uri="{FF2B5EF4-FFF2-40B4-BE49-F238E27FC236}">
                <a16:creationId xmlns:a16="http://schemas.microsoft.com/office/drawing/2014/main" id="{BD398495-5CA8-A54C-9A38-9431C227BC1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2" name="Slide Number Placeholder 5">
            <a:extLst>
              <a:ext uri="{FF2B5EF4-FFF2-40B4-BE49-F238E27FC236}">
                <a16:creationId xmlns:a16="http://schemas.microsoft.com/office/drawing/2014/main" id="{A111FE5C-B17D-C948-BFCC-6ED5E14CB16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cxnSp>
        <p:nvCxnSpPr>
          <p:cNvPr id="10" name="Straight Connector 9">
            <a:extLst>
              <a:ext uri="{FF2B5EF4-FFF2-40B4-BE49-F238E27FC236}">
                <a16:creationId xmlns:a16="http://schemas.microsoft.com/office/drawing/2014/main" id="{A44C8227-D505-9341-8E5C-224832E8A51F}"/>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22594616"/>
      </p:ext>
    </p:extLst>
  </p:cSld>
  <p:clrMapOvr>
    <a:masterClrMapping/>
  </p:clrMapOvr>
</p:sldLayout>
</file>

<file path=ppt/slideLayouts/slideLayout331.xml><?xml version="1.0" encoding="utf-8"?>
<p:sldLayout xmlns:a="http://schemas.openxmlformats.org/drawingml/2006/main" xmlns:r="http://schemas.openxmlformats.org/officeDocument/2006/relationships" xmlns:p="http://schemas.openxmlformats.org/presentationml/2006/main" preserve="1" userDrawn="1">
  <p:cSld name="Chart Slide">
    <p:spTree>
      <p:nvGrpSpPr>
        <p:cNvPr id="1" name=""/>
        <p:cNvGrpSpPr/>
        <p:nvPr/>
      </p:nvGrpSpPr>
      <p:grpSpPr>
        <a:xfrm>
          <a:off x="0" y="0"/>
          <a:ext cx="0" cy="0"/>
          <a:chOff x="0" y="0"/>
          <a:chExt cx="0" cy="0"/>
        </a:xfrm>
      </p:grpSpPr>
      <p:sp>
        <p:nvSpPr>
          <p:cNvPr id="6" name="Chart Placeholder 5">
            <a:extLst>
              <a:ext uri="{FF2B5EF4-FFF2-40B4-BE49-F238E27FC236}">
                <a16:creationId xmlns:a16="http://schemas.microsoft.com/office/drawing/2014/main" id="{D15CAE43-FFC5-5941-A364-DB8503717B41}"/>
              </a:ext>
            </a:extLst>
          </p:cNvPr>
          <p:cNvSpPr>
            <a:spLocks noGrp="1"/>
          </p:cNvSpPr>
          <p:nvPr>
            <p:ph type="chart" sz="quarter" idx="14"/>
          </p:nvPr>
        </p:nvSpPr>
        <p:spPr>
          <a:xfrm>
            <a:off x="6454140" y="7086755"/>
            <a:ext cx="17183100" cy="553998"/>
          </a:xfrm>
        </p:spPr>
        <p:txBody>
          <a:bodyPr>
            <a:spAutoFit/>
          </a:bodyPr>
          <a:lstStyle/>
          <a:p>
            <a:r>
              <a:rPr lang="en-US"/>
              <a:t>Click icon to add chart</a:t>
            </a:r>
          </a:p>
        </p:txBody>
      </p:sp>
      <p:sp>
        <p:nvSpPr>
          <p:cNvPr id="5" name="Title 4">
            <a:extLst>
              <a:ext uri="{FF2B5EF4-FFF2-40B4-BE49-F238E27FC236}">
                <a16:creationId xmlns:a16="http://schemas.microsoft.com/office/drawing/2014/main" id="{1A166DE4-81E7-7D4A-A206-F89CC138B7CD}"/>
              </a:ext>
            </a:extLst>
          </p:cNvPr>
          <p:cNvSpPr>
            <a:spLocks noGrp="1"/>
          </p:cNvSpPr>
          <p:nvPr>
            <p:ph type="title" hasCustomPrompt="1"/>
          </p:nvPr>
        </p:nvSpPr>
        <p:spPr>
          <a:xfrm>
            <a:off x="668995" y="537179"/>
            <a:ext cx="5466338" cy="968086"/>
          </a:xfrm>
        </p:spPr>
        <p:txBody>
          <a:bodyPr>
            <a:spAutoFit/>
          </a:bodyPr>
          <a:lstStyle/>
          <a:p>
            <a:r>
              <a:rPr lang="en-US"/>
              <a:t>Chart Slide</a:t>
            </a:r>
          </a:p>
        </p:txBody>
      </p:sp>
      <p:sp>
        <p:nvSpPr>
          <p:cNvPr id="12" name="Text Placeholder 8">
            <a:extLst>
              <a:ext uri="{FF2B5EF4-FFF2-40B4-BE49-F238E27FC236}">
                <a16:creationId xmlns:a16="http://schemas.microsoft.com/office/drawing/2014/main" id="{02EECDEE-456F-4A15-A4FE-4CA2F60E0059}"/>
              </a:ext>
            </a:extLst>
          </p:cNvPr>
          <p:cNvSpPr>
            <a:spLocks noGrp="1"/>
          </p:cNvSpPr>
          <p:nvPr>
            <p:ph type="body" sz="quarter" idx="13" hasCustomPrompt="1"/>
          </p:nvPr>
        </p:nvSpPr>
        <p:spPr>
          <a:xfrm>
            <a:off x="688972" y="2777165"/>
            <a:ext cx="5468112"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6">
            <a:extLst>
              <a:ext uri="{FF2B5EF4-FFF2-40B4-BE49-F238E27FC236}">
                <a16:creationId xmlns:a16="http://schemas.microsoft.com/office/drawing/2014/main" id="{0DE29CAF-37DB-469A-A4BC-F015B5D92449}"/>
              </a:ext>
            </a:extLst>
          </p:cNvPr>
          <p:cNvSpPr>
            <a:spLocks noGrp="1"/>
          </p:cNvSpPr>
          <p:nvPr>
            <p:ph type="body" sz="quarter" idx="15"/>
          </p:nvPr>
        </p:nvSpPr>
        <p:spPr>
          <a:xfrm>
            <a:off x="6477000" y="2777164"/>
            <a:ext cx="17160240" cy="3488134"/>
          </a:xfrm>
        </p:spPr>
        <p:txBody>
          <a:bodyPr lIns="18288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8" name="Footer Placeholder 4">
            <a:extLst>
              <a:ext uri="{FF2B5EF4-FFF2-40B4-BE49-F238E27FC236}">
                <a16:creationId xmlns:a16="http://schemas.microsoft.com/office/drawing/2014/main" id="{6814554E-586D-8349-951F-737144ECEFFB}"/>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AED0D651-E967-D846-AE30-12C061B6AD3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cxnSp>
        <p:nvCxnSpPr>
          <p:cNvPr id="11" name="Straight Connector 10">
            <a:extLst>
              <a:ext uri="{FF2B5EF4-FFF2-40B4-BE49-F238E27FC236}">
                <a16:creationId xmlns:a16="http://schemas.microsoft.com/office/drawing/2014/main" id="{675D0394-D778-4C4A-B92A-6E09A7B88B9A}"/>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6585485"/>
      </p:ext>
    </p:extLst>
  </p:cSld>
  <p:clrMapOvr>
    <a:masterClrMapping/>
  </p:clrMapOvr>
</p:sldLayout>
</file>

<file path=ppt/slideLayouts/slideLayout332.xml><?xml version="1.0" encoding="utf-8"?>
<p:sldLayout xmlns:a="http://schemas.openxmlformats.org/drawingml/2006/main" xmlns:r="http://schemas.openxmlformats.org/officeDocument/2006/relationships" xmlns:p="http://schemas.openxmlformats.org/presentationml/2006/main" preserve="1" userDrawn="1">
  <p:cSld name="Table Slid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4"/>
            <a:ext cx="17160240" cy="3488134"/>
          </a:xfrm>
        </p:spPr>
        <p:txBody>
          <a:bodyPr lIns="18288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5" name="Title 4">
            <a:extLst>
              <a:ext uri="{FF2B5EF4-FFF2-40B4-BE49-F238E27FC236}">
                <a16:creationId xmlns:a16="http://schemas.microsoft.com/office/drawing/2014/main" id="{D0602A0A-DA97-1949-83C0-5E92A6974F6F}"/>
              </a:ext>
            </a:extLst>
          </p:cNvPr>
          <p:cNvSpPr>
            <a:spLocks noGrp="1"/>
          </p:cNvSpPr>
          <p:nvPr>
            <p:ph type="title" hasCustomPrompt="1"/>
          </p:nvPr>
        </p:nvSpPr>
        <p:spPr>
          <a:xfrm>
            <a:off x="668995" y="537179"/>
            <a:ext cx="5466338" cy="968086"/>
          </a:xfrm>
        </p:spPr>
        <p:txBody>
          <a:bodyPr>
            <a:spAutoFit/>
          </a:bodyPr>
          <a:lstStyle/>
          <a:p>
            <a:r>
              <a:rPr lang="en-US"/>
              <a:t>Table Slide</a:t>
            </a:r>
          </a:p>
        </p:txBody>
      </p:sp>
      <p:sp>
        <p:nvSpPr>
          <p:cNvPr id="10" name="Text Placeholder 8">
            <a:extLst>
              <a:ext uri="{FF2B5EF4-FFF2-40B4-BE49-F238E27FC236}">
                <a16:creationId xmlns:a16="http://schemas.microsoft.com/office/drawing/2014/main" id="{FD34CAF5-D592-42FD-80B2-8B57E60C9A88}"/>
              </a:ext>
            </a:extLst>
          </p:cNvPr>
          <p:cNvSpPr>
            <a:spLocks noGrp="1"/>
          </p:cNvSpPr>
          <p:nvPr>
            <p:ph type="body" sz="quarter" idx="13" hasCustomPrompt="1"/>
          </p:nvPr>
        </p:nvSpPr>
        <p:spPr>
          <a:xfrm>
            <a:off x="688972" y="2777165"/>
            <a:ext cx="5468112"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8" name="Footer Placeholder 4">
            <a:extLst>
              <a:ext uri="{FF2B5EF4-FFF2-40B4-BE49-F238E27FC236}">
                <a16:creationId xmlns:a16="http://schemas.microsoft.com/office/drawing/2014/main" id="{D53B314B-9934-844F-8E14-6C502D2AE42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3CFD438D-CA4D-3A43-9B82-E14EC033B7C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730815182"/>
      </p:ext>
    </p:extLst>
  </p:cSld>
  <p:clrMapOvr>
    <a:masterClrMapping/>
  </p:clrMapOvr>
</p:sldLayout>
</file>

<file path=ppt/slideLayouts/slideLayout333.xml><?xml version="1.0" encoding="utf-8"?>
<p:sldLayout xmlns:a="http://schemas.openxmlformats.org/drawingml/2006/main" xmlns:r="http://schemas.openxmlformats.org/officeDocument/2006/relationships" xmlns:p="http://schemas.openxmlformats.org/presentationml/2006/main" showMasterSp="0" preserve="1" userDrawn="1">
  <p:cSld name="Wide Layout Single Column">
    <p:spTree>
      <p:nvGrpSpPr>
        <p:cNvPr id="1" name=""/>
        <p:cNvGrpSpPr/>
        <p:nvPr/>
      </p:nvGrpSpPr>
      <p:grpSpPr>
        <a:xfrm>
          <a:off x="0" y="0"/>
          <a:ext cx="0" cy="0"/>
          <a:chOff x="0" y="0"/>
          <a:chExt cx="0" cy="0"/>
        </a:xfrm>
      </p:grpSpPr>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6724559"/>
            <a:ext cx="7183198" cy="1754326"/>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6"/>
            <a:ext cx="7217706" cy="2017604"/>
          </a:xfrm>
        </p:spPr>
        <p:txBody>
          <a:bodyPr>
            <a:spAutoFit/>
          </a:bodyPr>
          <a:lstStyle>
            <a:lvl1pPr>
              <a:defRPr>
                <a:solidFill>
                  <a:schemeClr val="tx1"/>
                </a:solidFill>
              </a:defRPr>
            </a:lvl1pPr>
          </a:lstStyle>
          <a:p>
            <a:r>
              <a:rPr lang="en-US"/>
              <a:t>Click to edit Master title style</a:t>
            </a:r>
          </a:p>
        </p:txBody>
      </p:sp>
      <p:cxnSp>
        <p:nvCxnSpPr>
          <p:cNvPr id="8" name="Straight Connector 7">
            <a:extLst>
              <a:ext uri="{FF2B5EF4-FFF2-40B4-BE49-F238E27FC236}">
                <a16:creationId xmlns:a16="http://schemas.microsoft.com/office/drawing/2014/main" id="{F957024A-18DC-E948-83FF-954BAEFA54C4}"/>
              </a:ext>
            </a:extLst>
          </p:cNvPr>
          <p:cNvCxnSpPr>
            <a:cxnSpLocks/>
          </p:cNvCxnSpPr>
          <p:nvPr userDrawn="1"/>
        </p:nvCxnSpPr>
        <p:spPr>
          <a:xfrm>
            <a:off x="8382000" y="0"/>
            <a:ext cx="0" cy="13716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11" name="Text Placeholder 2">
            <a:extLst>
              <a:ext uri="{FF2B5EF4-FFF2-40B4-BE49-F238E27FC236}">
                <a16:creationId xmlns:a16="http://schemas.microsoft.com/office/drawing/2014/main" id="{9F9C88D5-EA56-4ED2-8CB6-44F2BBA4023F}"/>
              </a:ext>
            </a:extLst>
          </p:cNvPr>
          <p:cNvSpPr>
            <a:spLocks noGrp="1"/>
          </p:cNvSpPr>
          <p:nvPr>
            <p:ph idx="1"/>
          </p:nvPr>
        </p:nvSpPr>
        <p:spPr>
          <a:xfrm>
            <a:off x="8382000" y="624971"/>
            <a:ext cx="15255604" cy="3488134"/>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BD6CB0B8-ED09-5144-8406-07EDCA221F9D}"/>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2AD6F17-DC4F-CE4D-A30F-37972705D1EB}"/>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5F1A3402-461B-144B-A624-EADA6F4A5FE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669327586"/>
      </p:ext>
    </p:extLst>
  </p:cSld>
  <p:clrMapOvr>
    <a:masterClrMapping/>
  </p:clrMapOvr>
</p:sldLayout>
</file>

<file path=ppt/slideLayouts/slideLayout334.xml><?xml version="1.0" encoding="utf-8"?>
<p:sldLayout xmlns:a="http://schemas.openxmlformats.org/drawingml/2006/main" xmlns:r="http://schemas.openxmlformats.org/officeDocument/2006/relationships" xmlns:p="http://schemas.openxmlformats.org/presentationml/2006/main" showMasterSp="0" preserve="1" userDrawn="1">
  <p:cSld name="Image Slide 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smtClean="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spAutoFit/>
          </a:bodyPr>
          <a:lstStyle>
            <a:lvl1pPr>
              <a:defRPr>
                <a:solidFill>
                  <a:schemeClr val="tx1"/>
                </a:solidFill>
              </a:defRPr>
            </a:lvl1pPr>
          </a:lstStyle>
          <a:p>
            <a:r>
              <a:rPr lang="en-US"/>
              <a:t>Click to edit Master title style</a:t>
            </a:r>
          </a:p>
        </p:txBody>
      </p:sp>
      <p:sp>
        <p:nvSpPr>
          <p:cNvPr id="11" name="Text Placeholder 8">
            <a:extLst>
              <a:ext uri="{FF2B5EF4-FFF2-40B4-BE49-F238E27FC236}">
                <a16:creationId xmlns:a16="http://schemas.microsoft.com/office/drawing/2014/main" id="{08C770D2-29E4-4980-89B5-2CADCAA9838F}"/>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1201D0FE-A135-6A46-ABB9-BBF42B08B05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A428A25E-B962-BD41-AC5A-2B7F8C365999}"/>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0" name="Slide Number Placeholder 5">
            <a:extLst>
              <a:ext uri="{FF2B5EF4-FFF2-40B4-BE49-F238E27FC236}">
                <a16:creationId xmlns:a16="http://schemas.microsoft.com/office/drawing/2014/main" id="{5A8BC5D7-A295-2344-8AAD-7A638D124615}"/>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852116063"/>
      </p:ext>
    </p:extLst>
  </p:cSld>
  <p:clrMapOvr>
    <a:masterClrMapping/>
  </p:clrMapOvr>
</p:sldLayout>
</file>

<file path=ppt/slideLayouts/slideLayout335.xml><?xml version="1.0" encoding="utf-8"?>
<p:sldLayout xmlns:a="http://schemas.openxmlformats.org/drawingml/2006/main" xmlns:r="http://schemas.openxmlformats.org/officeDocument/2006/relationships" xmlns:p="http://schemas.openxmlformats.org/presentationml/2006/main" showMasterSp="0" preserve="1" userDrawn="1">
  <p:cSld name="Image Slide 2">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spAutoFit/>
          </a:bodyPr>
          <a:lstStyle>
            <a:lvl1pPr>
              <a:defRPr>
                <a:solidFill>
                  <a:schemeClr val="tx1"/>
                </a:solidFill>
              </a:defRPr>
            </a:lvl1pPr>
          </a:lstStyle>
          <a:p>
            <a:r>
              <a:rPr lang="en-US"/>
              <a:t>Click to edit Master title style</a:t>
            </a:r>
          </a:p>
        </p:txBody>
      </p:sp>
      <p:sp>
        <p:nvSpPr>
          <p:cNvPr id="11" name="Text Placeholder 8">
            <a:extLst>
              <a:ext uri="{FF2B5EF4-FFF2-40B4-BE49-F238E27FC236}">
                <a16:creationId xmlns:a16="http://schemas.microsoft.com/office/drawing/2014/main" id="{D6F74E0A-AB80-4D15-9EF8-AC6BAA371DF2}"/>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2">
            <a:extLst>
              <a:ext uri="{FF2B5EF4-FFF2-40B4-BE49-F238E27FC236}">
                <a16:creationId xmlns:a16="http://schemas.microsoft.com/office/drawing/2014/main" id="{FD053F94-CE8F-4987-AA33-DA71ADDB4BC1}"/>
              </a:ext>
            </a:extLst>
          </p:cNvPr>
          <p:cNvSpPr>
            <a:spLocks noGrp="1"/>
          </p:cNvSpPr>
          <p:nvPr>
            <p:ph idx="1"/>
          </p:nvPr>
        </p:nvSpPr>
        <p:spPr>
          <a:xfrm>
            <a:off x="17945102" y="624970"/>
            <a:ext cx="5715000" cy="4042132"/>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2D21F748-F78B-AA44-87E0-992F504FBC08}"/>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69668EDE-1295-9546-ABA0-27E4B7F5041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361D0353-9518-CE4F-AEC9-0A3AD47D4590}"/>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851913183"/>
      </p:ext>
    </p:extLst>
  </p:cSld>
  <p:clrMapOvr>
    <a:masterClrMapping/>
  </p:clrMapOvr>
</p:sldLayout>
</file>

<file path=ppt/slideLayouts/slideLayout336.xml><?xml version="1.0" encoding="utf-8"?>
<p:sldLayout xmlns:a="http://schemas.openxmlformats.org/drawingml/2006/main" xmlns:r="http://schemas.openxmlformats.org/officeDocument/2006/relationships" xmlns:p="http://schemas.openxmlformats.org/presentationml/2006/main" showMasterSp="0" preserve="1" userDrawn="1">
  <p:cSld name="Image Slide 3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lstStyle>
            <a:lvl1pPr>
              <a:defRPr>
                <a:solidFill>
                  <a:schemeClr val="tx1"/>
                </a:solidFill>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5"/>
            <a:ext cx="11115598" cy="3488134"/>
          </a:xfrm>
        </p:spPr>
        <p:txBody>
          <a:bodyPr lIns="0">
            <a:spAutoFit/>
          </a:bodyPr>
          <a:lstStyle>
            <a:lvl1pPr>
              <a:defRPr/>
            </a:lvl1pPr>
            <a:lvl2pPr>
              <a:defRPr/>
            </a:lvl2pPr>
            <a:lvl3pPr>
              <a:defRPr/>
            </a:lvl3pPr>
            <a:lvl4pPr>
              <a:defRPr/>
            </a:lvl4pPr>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9" name="Graphic 8">
            <a:extLst>
              <a:ext uri="{FF2B5EF4-FFF2-40B4-BE49-F238E27FC236}">
                <a16:creationId xmlns:a16="http://schemas.microsoft.com/office/drawing/2014/main" id="{59F508EA-9B74-CF42-99A9-ABCDB2E9903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35545590-189E-BE41-BDD7-DCC3999A6EDF}"/>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1D0045EB-86A1-6D46-873D-E4EC1E9D359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081560070"/>
      </p:ext>
    </p:extLst>
  </p:cSld>
  <p:clrMapOvr>
    <a:masterClrMapping/>
  </p:clrMapOvr>
</p:sldLayout>
</file>

<file path=ppt/slideLayouts/slideLayout337.xml><?xml version="1.0" encoding="utf-8"?>
<p:sldLayout xmlns:a="http://schemas.openxmlformats.org/drawingml/2006/main" xmlns:r="http://schemas.openxmlformats.org/officeDocument/2006/relationships" xmlns:p="http://schemas.openxmlformats.org/presentationml/2006/main" showMasterSp="0" preserve="1" userDrawn="1">
  <p:cSld name="Image Slide 3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solidFill>
                  <a:schemeClr val="tx1"/>
                </a:solidFill>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7"/>
            <a:ext cx="11115598" cy="3488134"/>
          </a:xfrm>
        </p:spPr>
        <p:txBody>
          <a:bodyPr lIns="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8">
            <a:extLst>
              <a:ext uri="{FF2B5EF4-FFF2-40B4-BE49-F238E27FC236}">
                <a16:creationId xmlns:a16="http://schemas.microsoft.com/office/drawing/2014/main" id="{7E2CAB91-DDF9-42DE-8B4B-CC01A9F5884C}"/>
              </a:ext>
            </a:extLst>
          </p:cNvPr>
          <p:cNvSpPr>
            <a:spLocks noGrp="1"/>
          </p:cNvSpPr>
          <p:nvPr>
            <p:ph type="body" sz="quarter" idx="13" hasCustomPrompt="1"/>
          </p:nvPr>
        </p:nvSpPr>
        <p:spPr>
          <a:xfrm>
            <a:off x="688979" y="1752605"/>
            <a:ext cx="11122026" cy="1169550"/>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9C7DEFAB-97E6-284D-BD67-FB08386B5E6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2DA1221E-A67C-744E-9C4B-331BEF727F33}"/>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D46CF78B-534F-E345-BE6A-BED63A26C73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173197743"/>
      </p:ext>
    </p:extLst>
  </p:cSld>
  <p:clrMapOvr>
    <a:masterClrMapping/>
  </p:clrMapOvr>
</p:sldLayout>
</file>

<file path=ppt/slideLayouts/slideLayout338.xml><?xml version="1.0" encoding="utf-8"?>
<p:sldLayout xmlns:a="http://schemas.openxmlformats.org/drawingml/2006/main" xmlns:r="http://schemas.openxmlformats.org/officeDocument/2006/relationships" xmlns:p="http://schemas.openxmlformats.org/presentationml/2006/main" showMasterSp="0" preserve="1" userDrawn="1">
  <p:cSld name="1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sz="3600">
                <a:solidFill>
                  <a:schemeClr val="tx1"/>
                </a:solidFill>
              </a:rPr>
              <a:t>Click icon in the center of the slide to add picture</a:t>
            </a:r>
            <a:endParaRPr lang="en-US"/>
          </a:p>
        </p:txBody>
      </p:sp>
      <p:sp>
        <p:nvSpPr>
          <p:cNvPr id="8" name="Text Placeholder 2">
            <a:extLst>
              <a:ext uri="{FF2B5EF4-FFF2-40B4-BE49-F238E27FC236}">
                <a16:creationId xmlns:a16="http://schemas.microsoft.com/office/drawing/2014/main" id="{DE3845FB-10F7-4C99-A1E5-CEB253E259A7}"/>
              </a:ext>
            </a:extLst>
          </p:cNvPr>
          <p:cNvSpPr>
            <a:spLocks noGrp="1"/>
          </p:cNvSpPr>
          <p:nvPr>
            <p:ph idx="1"/>
          </p:nvPr>
        </p:nvSpPr>
        <p:spPr>
          <a:xfrm>
            <a:off x="6477003" y="4800600"/>
            <a:ext cx="5714998" cy="4114800"/>
          </a:xfrm>
          <a:prstGeom prst="rect">
            <a:avLst/>
          </a:prstGeom>
          <a:solidFill>
            <a:schemeClr val="bg1"/>
          </a:solidFill>
        </p:spPr>
        <p:txBody>
          <a:bodyPr vert="horz" lIns="182880" tIns="137160" rIns="18288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bg1"/>
          </a:solidFill>
          <a:ln w="12700">
            <a:noFill/>
          </a:ln>
        </p:spPr>
        <p:txBody>
          <a:bodyPr vert="horz" lIns="182880" tIns="91440" rIns="182880" bIns="155448" rtlCol="0" anchor="t" anchorCtr="0">
            <a:noAutofit/>
          </a:bodyPr>
          <a:lstStyle>
            <a:lvl1pPr>
              <a:defRPr lang="en-US" dirty="0">
                <a:ln w="9525">
                  <a:noFill/>
                </a:ln>
                <a:solidFill>
                  <a:schemeClr val="tx1"/>
                </a:solidFill>
              </a:defRPr>
            </a:lvl1pPr>
          </a:lstStyle>
          <a:p>
            <a:pPr marL="0" lvl="0" indent="0">
              <a:spcAft>
                <a:spcPts val="3000"/>
              </a:spcAft>
              <a:buFont typeface="Arial" panose="020B0604020202020204" pitchFamily="34" charset="0"/>
            </a:pPr>
            <a:r>
              <a:rPr lang="en-US"/>
              <a:t>Click to edit Master title style</a:t>
            </a:r>
          </a:p>
        </p:txBody>
      </p:sp>
      <p:sp>
        <p:nvSpPr>
          <p:cNvPr id="5" name="AutoShape 3">
            <a:extLst>
              <a:ext uri="{FF2B5EF4-FFF2-40B4-BE49-F238E27FC236}">
                <a16:creationId xmlns:a16="http://schemas.microsoft.com/office/drawing/2014/main" id="{69C2AE59-6CA1-45A7-8D89-5A2A716D8833}"/>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0" name="Graphic 9">
            <a:extLst>
              <a:ext uri="{FF2B5EF4-FFF2-40B4-BE49-F238E27FC236}">
                <a16:creationId xmlns:a16="http://schemas.microsoft.com/office/drawing/2014/main" id="{D97CAA73-BE46-614E-9C41-8AF7FB50184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A4D9BADF-324E-5B4F-A422-61F7145DA2D8}"/>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700835EC-3A47-8644-806F-A3840BA3472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547016744"/>
      </p:ext>
    </p:extLst>
  </p:cSld>
  <p:clrMapOvr>
    <a:masterClrMapping/>
  </p:clrMapOvr>
</p:sldLayout>
</file>

<file path=ppt/slideLayouts/slideLayout339.xml><?xml version="1.0" encoding="utf-8"?>
<p:sldLayout xmlns:a="http://schemas.openxmlformats.org/drawingml/2006/main" xmlns:r="http://schemas.openxmlformats.org/officeDocument/2006/relationships" xmlns:p="http://schemas.openxmlformats.org/presentationml/2006/main" showMasterSp="0" preserve="1" userDrawn="1">
  <p:cSld name="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pic>
        <p:nvPicPr>
          <p:cNvPr id="4" name="Picture 3">
            <a:extLst>
              <a:ext uri="{FF2B5EF4-FFF2-40B4-BE49-F238E27FC236}">
                <a16:creationId xmlns:a16="http://schemas.microsoft.com/office/drawing/2014/main" id="{DC3D7A00-2891-24B2-ED6C-5B28CC4847A3}"/>
              </a:ext>
            </a:extLst>
          </p:cNvPr>
          <p:cNvPicPr>
            <a:picLocks noChangeAspect="1"/>
          </p:cNvPicPr>
          <p:nvPr userDrawn="1"/>
        </p:nvPicPr>
        <p:blipFill>
          <a:blip r:embed="rId2"/>
          <a:stretch>
            <a:fillRect/>
          </a:stretch>
        </p:blipFill>
        <p:spPr>
          <a:xfrm>
            <a:off x="0" y="4419600"/>
            <a:ext cx="6477000" cy="9296400"/>
          </a:xfrm>
          <a:prstGeom prst="rect">
            <a:avLst/>
          </a:prstGeom>
        </p:spPr>
      </p:pic>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518027071"/>
      </p:ext>
    </p:extLst>
  </p:cSld>
  <p:clrMapOvr>
    <a:masterClrMapping/>
  </p:clrMapOvr>
</p:sldLayout>
</file>

<file path=ppt/slideLayouts/slideLayout340.xml><?xml version="1.0" encoding="utf-8"?>
<p:sldLayout xmlns:a="http://schemas.openxmlformats.org/drawingml/2006/main" xmlns:r="http://schemas.openxmlformats.org/officeDocument/2006/relationships" xmlns:p="http://schemas.openxmlformats.org/presentationml/2006/main" showMasterSp="0" preserve="1" userDrawn="1">
  <p:cSld name="1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4" name="Picture 3">
            <a:extLst>
              <a:ext uri="{FF2B5EF4-FFF2-40B4-BE49-F238E27FC236}">
                <a16:creationId xmlns:a16="http://schemas.microsoft.com/office/drawing/2014/main" id="{80CA3236-00EC-F44A-FE12-1CA61956F0E7}"/>
              </a:ext>
            </a:extLst>
          </p:cNvPr>
          <p:cNvPicPr>
            <a:picLocks noChangeAspect="1"/>
          </p:cNvPicPr>
          <p:nvPr userDrawn="1"/>
        </p:nvPicPr>
        <p:blipFill>
          <a:blip r:embed="rId3"/>
          <a:stretch>
            <a:fillRect/>
          </a:stretch>
        </p:blipFill>
        <p:spPr>
          <a:xfrm>
            <a:off x="0" y="9491472"/>
            <a:ext cx="6452388" cy="4224528"/>
          </a:xfrm>
          <a:prstGeom prst="rect">
            <a:avLst/>
          </a:prstGeom>
        </p:spPr>
      </p:pic>
    </p:spTree>
    <p:extLst>
      <p:ext uri="{BB962C8B-B14F-4D97-AF65-F5344CB8AC3E}">
        <p14:creationId xmlns:p14="http://schemas.microsoft.com/office/powerpoint/2010/main" val="2787700942"/>
      </p:ext>
    </p:extLst>
  </p:cSld>
  <p:clrMapOvr>
    <a:masterClrMapping/>
  </p:clrMapOvr>
</p:sldLayout>
</file>

<file path=ppt/slideLayouts/slideLayout341.xml><?xml version="1.0" encoding="utf-8"?>
<p:sldLayout xmlns:a="http://schemas.openxmlformats.org/drawingml/2006/main" xmlns:r="http://schemas.openxmlformats.org/officeDocument/2006/relationships" xmlns:p="http://schemas.openxmlformats.org/presentationml/2006/main" showMasterSp="0" preserve="1" userDrawn="1">
  <p:cSld name="2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flipH="1">
            <a:off x="6477000" y="0"/>
            <a:ext cx="1790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pic>
        <p:nvPicPr>
          <p:cNvPr id="6" name="Picture 5">
            <a:extLst>
              <a:ext uri="{FF2B5EF4-FFF2-40B4-BE49-F238E27FC236}">
                <a16:creationId xmlns:a16="http://schemas.microsoft.com/office/drawing/2014/main" id="{33331F37-F452-DCB3-4411-C1A01ACA6086}"/>
              </a:ext>
            </a:extLst>
          </p:cNvPr>
          <p:cNvPicPr>
            <a:picLocks noChangeAspect="1"/>
          </p:cNvPicPr>
          <p:nvPr userDrawn="1"/>
        </p:nvPicPr>
        <p:blipFill>
          <a:blip r:embed="rId2"/>
          <a:stretch>
            <a:fillRect/>
          </a:stretch>
        </p:blipFill>
        <p:spPr>
          <a:xfrm>
            <a:off x="6477000" y="3505200"/>
            <a:ext cx="15595600" cy="1021080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tx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195084789"/>
      </p:ext>
    </p:extLst>
  </p:cSld>
  <p:clrMapOvr>
    <a:masterClrMapping/>
  </p:clrMapOvr>
</p:sldLayout>
</file>

<file path=ppt/slideLayouts/slideLayout342.xml><?xml version="1.0" encoding="utf-8"?>
<p:sldLayout xmlns:a="http://schemas.openxmlformats.org/drawingml/2006/main" xmlns:r="http://schemas.openxmlformats.org/officeDocument/2006/relationships" xmlns:p="http://schemas.openxmlformats.org/presentationml/2006/main" showMasterSp="0" preserve="1" userDrawn="1">
  <p:cSld name="Three Quarters Image Slide">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275A4A0-E19C-C4F8-98F8-140F87325D35}"/>
              </a:ext>
            </a:extLst>
          </p:cNvPr>
          <p:cNvPicPr>
            <a:picLocks noChangeAspect="1"/>
          </p:cNvPicPr>
          <p:nvPr userDrawn="1"/>
        </p:nvPicPr>
        <p:blipFill>
          <a:blip r:embed="rId2"/>
          <a:stretch>
            <a:fillRect/>
          </a:stretch>
        </p:blipFill>
        <p:spPr>
          <a:xfrm>
            <a:off x="1828801" y="1561559"/>
            <a:ext cx="4661586" cy="12154442"/>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spAutoFit/>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6ADF87FB-085E-4952-9CFB-477310A66959}"/>
              </a:ext>
            </a:extLst>
          </p:cNvPr>
          <p:cNvSpPr>
            <a:spLocks noGrp="1"/>
          </p:cNvSpPr>
          <p:nvPr>
            <p:ph type="body" sz="quarter" idx="13" hasCustomPrompt="1"/>
          </p:nvPr>
        </p:nvSpPr>
        <p:spPr>
          <a:xfrm>
            <a:off x="688976" y="3687499"/>
            <a:ext cx="3621768" cy="2923878"/>
          </a:xfrm>
        </p:spPr>
        <p:txBody>
          <a:bodyPr wrap="square"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35F2CBC9-A0AF-2443-B4F3-88F00DA34117}"/>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EA2D8B16-7E02-9445-B5E1-B56444A338A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58296D2F-477C-6447-A70C-6F56CD3959A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542028793"/>
      </p:ext>
    </p:extLst>
  </p:cSld>
  <p:clrMapOvr>
    <a:masterClrMapping/>
  </p:clrMapOvr>
</p:sldLayout>
</file>

<file path=ppt/slideLayouts/slideLayout343.xml><?xml version="1.0" encoding="utf-8"?>
<p:sldLayout xmlns:a="http://schemas.openxmlformats.org/drawingml/2006/main" xmlns:r="http://schemas.openxmlformats.org/officeDocument/2006/relationships" xmlns:p="http://schemas.openxmlformats.org/presentationml/2006/main" showMasterSp="0" preserve="1" userDrawn="1">
  <p:cSld name="1/2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24384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6" y="539496"/>
            <a:ext cx="5814964" cy="2017604"/>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584776"/>
          </a:xfrm>
          <a:ln>
            <a:noFill/>
          </a:ln>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82481" y="7127210"/>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8405" y="7127210"/>
            <a:ext cx="521661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52406" y="7127210"/>
            <a:ext cx="521664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4</a:t>
            </a:r>
          </a:p>
        </p:txBody>
      </p:sp>
      <p:sp>
        <p:nvSpPr>
          <p:cNvPr id="17" name="Text Placeholder 6">
            <a:extLst>
              <a:ext uri="{FF2B5EF4-FFF2-40B4-BE49-F238E27FC236}">
                <a16:creationId xmlns:a16="http://schemas.microsoft.com/office/drawing/2014/main" id="{F1BE4CE4-FD45-443A-BF63-DD30D8352F18}"/>
              </a:ext>
            </a:extLst>
          </p:cNvPr>
          <p:cNvSpPr>
            <a:spLocks noGrp="1"/>
          </p:cNvSpPr>
          <p:nvPr>
            <p:ph type="body" sz="quarter" idx="21"/>
          </p:nvPr>
        </p:nvSpPr>
        <p:spPr>
          <a:xfrm>
            <a:off x="696292" y="7822154"/>
            <a:ext cx="5208456"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19" name="Text Placeholder 27">
            <a:extLst>
              <a:ext uri="{FF2B5EF4-FFF2-40B4-BE49-F238E27FC236}">
                <a16:creationId xmlns:a16="http://schemas.microsoft.com/office/drawing/2014/main" id="{9E9A9093-0FB5-474B-89ED-A35D3811588C}"/>
              </a:ext>
            </a:extLst>
          </p:cNvPr>
          <p:cNvSpPr>
            <a:spLocks noGrp="1"/>
          </p:cNvSpPr>
          <p:nvPr>
            <p:ph type="body" sz="quarter" idx="22"/>
          </p:nvPr>
        </p:nvSpPr>
        <p:spPr>
          <a:xfrm>
            <a:off x="6482478" y="7822156"/>
            <a:ext cx="521104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20" name="Text Placeholder 29">
            <a:extLst>
              <a:ext uri="{FF2B5EF4-FFF2-40B4-BE49-F238E27FC236}">
                <a16:creationId xmlns:a16="http://schemas.microsoft.com/office/drawing/2014/main" id="{FF042C6C-A711-46C7-BA08-D7D1DBA5B436}"/>
              </a:ext>
            </a:extLst>
          </p:cNvPr>
          <p:cNvSpPr>
            <a:spLocks noGrp="1"/>
          </p:cNvSpPr>
          <p:nvPr>
            <p:ph type="body" sz="quarter" idx="23"/>
          </p:nvPr>
        </p:nvSpPr>
        <p:spPr>
          <a:xfrm>
            <a:off x="12198409" y="7822156"/>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21" name="Text Placeholder 31">
            <a:extLst>
              <a:ext uri="{FF2B5EF4-FFF2-40B4-BE49-F238E27FC236}">
                <a16:creationId xmlns:a16="http://schemas.microsoft.com/office/drawing/2014/main" id="{E0D4AA41-1DA9-4674-8804-6E312BE2AEE4}"/>
              </a:ext>
            </a:extLst>
          </p:cNvPr>
          <p:cNvSpPr>
            <a:spLocks noGrp="1"/>
          </p:cNvSpPr>
          <p:nvPr>
            <p:ph type="body" sz="quarter" idx="24"/>
          </p:nvPr>
        </p:nvSpPr>
        <p:spPr>
          <a:xfrm>
            <a:off x="17952409" y="7822156"/>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3514427" y="0"/>
            <a:ext cx="20869574" cy="6858000"/>
          </a:xfrm>
          <a:prstGeom prst="rect">
            <a:avLst/>
          </a:prstGeom>
        </p:spPr>
      </p:pic>
    </p:spTree>
    <p:extLst>
      <p:ext uri="{BB962C8B-B14F-4D97-AF65-F5344CB8AC3E}">
        <p14:creationId xmlns:p14="http://schemas.microsoft.com/office/powerpoint/2010/main" val="4114927504"/>
      </p:ext>
    </p:extLst>
  </p:cSld>
  <p:clrMapOvr>
    <a:masterClrMapping/>
  </p:clrMapOvr>
</p:sldLayout>
</file>

<file path=ppt/slideLayouts/slideLayout344.xml><?xml version="1.0" encoding="utf-8"?>
<p:sldLayout xmlns:a="http://schemas.openxmlformats.org/drawingml/2006/main" xmlns:r="http://schemas.openxmlformats.org/officeDocument/2006/relationships" xmlns:p="http://schemas.openxmlformats.org/presentationml/2006/main" showMasterSp="0" preserve="1" userDrawn="1">
  <p:cSld name="1/2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24384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6" y="539496"/>
            <a:ext cx="5814964" cy="2017604"/>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3514427" y="0"/>
            <a:ext cx="20869574" cy="6858000"/>
          </a:xfrm>
          <a:prstGeom prst="rect">
            <a:avLst/>
          </a:prstGeom>
        </p:spPr>
      </p:pic>
    </p:spTree>
    <p:extLst>
      <p:ext uri="{BB962C8B-B14F-4D97-AF65-F5344CB8AC3E}">
        <p14:creationId xmlns:p14="http://schemas.microsoft.com/office/powerpoint/2010/main" val="2691079024"/>
      </p:ext>
    </p:extLst>
  </p:cSld>
  <p:clrMapOvr>
    <a:masterClrMapping/>
  </p:clrMapOvr>
</p:sldLayout>
</file>

<file path=ppt/slideLayouts/slideLayout345.xml><?xml version="1.0" encoding="utf-8"?>
<p:sldLayout xmlns:a="http://schemas.openxmlformats.org/drawingml/2006/main" xmlns:r="http://schemas.openxmlformats.org/officeDocument/2006/relationships" xmlns:p="http://schemas.openxmlformats.org/presentationml/2006/main" showMasterSp="0" preserve="1" userDrawn="1">
  <p:cSld name="1/4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24384000" cy="381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3" y="539496"/>
            <a:ext cx="6484402" cy="2017604"/>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2"/>
            <a:ext cx="521104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2"/>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2"/>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9" name="Picture 8">
            <a:extLst>
              <a:ext uri="{FF2B5EF4-FFF2-40B4-BE49-F238E27FC236}">
                <a16:creationId xmlns:a16="http://schemas.microsoft.com/office/drawing/2014/main" id="{18F9BD06-D191-BDCC-0EAC-42370967C2BC}"/>
              </a:ext>
            </a:extLst>
          </p:cNvPr>
          <p:cNvPicPr>
            <a:picLocks noChangeAspect="1"/>
          </p:cNvPicPr>
          <p:nvPr userDrawn="1"/>
        </p:nvPicPr>
        <p:blipFill>
          <a:blip r:embed="rId3"/>
          <a:stretch>
            <a:fillRect/>
          </a:stretch>
        </p:blipFill>
        <p:spPr>
          <a:xfrm rot="10800000">
            <a:off x="7848600" y="0"/>
            <a:ext cx="16535400" cy="3810000"/>
          </a:xfrm>
          <a:prstGeom prst="rect">
            <a:avLst/>
          </a:prstGeom>
        </p:spPr>
      </p:pic>
    </p:spTree>
    <p:extLst>
      <p:ext uri="{BB962C8B-B14F-4D97-AF65-F5344CB8AC3E}">
        <p14:creationId xmlns:p14="http://schemas.microsoft.com/office/powerpoint/2010/main" val="3101520019"/>
      </p:ext>
    </p:extLst>
  </p:cSld>
  <p:clrMapOvr>
    <a:masterClrMapping/>
  </p:clrMapOvr>
</p:sldLayout>
</file>

<file path=ppt/slideLayouts/slideLayout346.xml><?xml version="1.0" encoding="utf-8"?>
<p:sldLayout xmlns:a="http://schemas.openxmlformats.org/drawingml/2006/main" xmlns:r="http://schemas.openxmlformats.org/officeDocument/2006/relationships" xmlns:p="http://schemas.openxmlformats.org/presentationml/2006/main" showMasterSp="0" preserve="1" userDrawn="1">
  <p:cSld name="1/4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24384000" cy="381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3" y="539496"/>
            <a:ext cx="6484402" cy="2017604"/>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3" name="Picture 2">
            <a:extLst>
              <a:ext uri="{FF2B5EF4-FFF2-40B4-BE49-F238E27FC236}">
                <a16:creationId xmlns:a16="http://schemas.microsoft.com/office/drawing/2014/main" id="{C7C982CA-A7CF-7C04-1CB1-C8824A257D5C}"/>
              </a:ext>
            </a:extLst>
          </p:cNvPr>
          <p:cNvPicPr>
            <a:picLocks noChangeAspect="1"/>
          </p:cNvPicPr>
          <p:nvPr userDrawn="1"/>
        </p:nvPicPr>
        <p:blipFill>
          <a:blip r:embed="rId3"/>
          <a:stretch>
            <a:fillRect/>
          </a:stretch>
        </p:blipFill>
        <p:spPr>
          <a:xfrm rot="10800000">
            <a:off x="7848600" y="0"/>
            <a:ext cx="16535400" cy="3810000"/>
          </a:xfrm>
          <a:prstGeom prst="rect">
            <a:avLst/>
          </a:prstGeom>
        </p:spPr>
      </p:pic>
    </p:spTree>
    <p:extLst>
      <p:ext uri="{BB962C8B-B14F-4D97-AF65-F5344CB8AC3E}">
        <p14:creationId xmlns:p14="http://schemas.microsoft.com/office/powerpoint/2010/main" val="3216712293"/>
      </p:ext>
    </p:extLst>
  </p:cSld>
  <p:clrMapOvr>
    <a:masterClrMapping/>
  </p:clrMapOvr>
</p:sldLayout>
</file>

<file path=ppt/slideLayouts/slideLayout347.xml><?xml version="1.0" encoding="utf-8"?>
<p:sldLayout xmlns:a="http://schemas.openxmlformats.org/drawingml/2006/main" xmlns:r="http://schemas.openxmlformats.org/officeDocument/2006/relationships" xmlns:p="http://schemas.openxmlformats.org/presentationml/2006/main" showMasterSp="0" preserve="1" userDrawn="1">
  <p:cSld name="Half Image Slide">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5AE153A-C27C-ED1B-A797-B1AF88EB49A5}"/>
              </a:ext>
            </a:extLst>
          </p:cNvPr>
          <p:cNvPicPr>
            <a:picLocks noChangeAspect="1"/>
          </p:cNvPicPr>
          <p:nvPr userDrawn="1"/>
        </p:nvPicPr>
        <p:blipFill>
          <a:blip r:embed="rId2"/>
          <a:stretch>
            <a:fillRect/>
          </a:stretch>
        </p:blipFill>
        <p:spPr>
          <a:xfrm flipH="1">
            <a:off x="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2" y="3685032"/>
            <a:ext cx="11120928" cy="1169551"/>
          </a:xfrm>
        </p:spPr>
        <p:txBody>
          <a:bodyPr vert="horz" lIns="0" tIns="0" rIns="0" bIns="0" rtlCol="0">
            <a:spAutoFit/>
          </a:bodyPr>
          <a:lstStyle>
            <a:lvl1pPr marL="22226" indent="-22226" algn="l">
              <a:buFontTx/>
              <a:buNone/>
              <a:tabLst/>
              <a:defRPr lang="en-US" sz="3800" dirty="0">
                <a:ln w="3175">
                  <a:noFill/>
                </a:ln>
                <a:solidFill>
                  <a:schemeClr val="bg1"/>
                </a:solidFill>
              </a:defRPr>
            </a:lvl1pPr>
          </a:lstStyle>
          <a:p>
            <a:pPr marL="285750" lvl="0" indent="-285750" fontAlgn="base"/>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695324" y="6759577"/>
            <a:ext cx="11115676" cy="3488134"/>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158268933"/>
      </p:ext>
    </p:extLst>
  </p:cSld>
  <p:clrMapOvr>
    <a:masterClrMapping/>
  </p:clrMapOvr>
</p:sldLayout>
</file>

<file path=ppt/slideLayouts/slideLayout348.xml><?xml version="1.0" encoding="utf-8"?>
<p:sldLayout xmlns:a="http://schemas.openxmlformats.org/drawingml/2006/main" xmlns:r="http://schemas.openxmlformats.org/officeDocument/2006/relationships" xmlns:p="http://schemas.openxmlformats.org/presentationml/2006/main" showMasterSp="0" preserve="1" userDrawn="1">
  <p:cSld name="Half Image Slide - CLEAN">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16E9DF5-DA4D-AF41-F284-D6545E66BD73}"/>
              </a:ext>
            </a:extLst>
          </p:cNvPr>
          <p:cNvPicPr>
            <a:picLocks noChangeAspect="1"/>
          </p:cNvPicPr>
          <p:nvPr userDrawn="1"/>
        </p:nvPicPr>
        <p:blipFill>
          <a:blip r:embed="rId2"/>
          <a:stretch>
            <a:fillRect/>
          </a:stretch>
        </p:blipFill>
        <p:spPr>
          <a:xfrm flipH="1">
            <a:off x="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82767621"/>
      </p:ext>
    </p:extLst>
  </p:cSld>
  <p:clrMapOvr>
    <a:masterClrMapping/>
  </p:clrMapOvr>
</p:sldLayout>
</file>

<file path=ppt/slideLayouts/slideLayout349.xml><?xml version="1.0" encoding="utf-8"?>
<p:sldLayout xmlns:a="http://schemas.openxmlformats.org/drawingml/2006/main" xmlns:r="http://schemas.openxmlformats.org/officeDocument/2006/relationships" xmlns:p="http://schemas.openxmlformats.org/presentationml/2006/main" showMasterSp="0" preserve="1" userDrawn="1">
  <p:cSld name="Half Image Slide 2">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21FBB69-2B1F-1005-8EB3-A8CA021F7215}"/>
              </a:ext>
            </a:extLst>
          </p:cNvPr>
          <p:cNvPicPr>
            <a:picLocks noChangeAspect="1"/>
          </p:cNvPicPr>
          <p:nvPr userDrawn="1"/>
        </p:nvPicPr>
        <p:blipFill>
          <a:blip r:embed="rId2"/>
          <a:stretch>
            <a:fillRect/>
          </a:stretch>
        </p:blipFill>
        <p:spPr>
          <a:xfrm>
            <a:off x="2024380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pic>
        <p:nvPicPr>
          <p:cNvPr id="11" name="Graphic 10">
            <a:extLst>
              <a:ext uri="{FF2B5EF4-FFF2-40B4-BE49-F238E27FC236}">
                <a16:creationId xmlns:a16="http://schemas.microsoft.com/office/drawing/2014/main" id="{560D37C1-D211-7745-B68E-02001098F85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2539172" y="3685032"/>
            <a:ext cx="11120928" cy="1169551"/>
          </a:xfrm>
        </p:spPr>
        <p:txBody>
          <a:bodyPr vert="horz" lIns="0" tIns="0" rIns="0" bIns="0" rtlCol="0">
            <a:sp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125180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12544424" y="6759577"/>
            <a:ext cx="11115676" cy="3488134"/>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Footer Placeholder 4">
            <a:extLst>
              <a:ext uri="{FF2B5EF4-FFF2-40B4-BE49-F238E27FC236}">
                <a16:creationId xmlns:a16="http://schemas.microsoft.com/office/drawing/2014/main" id="{030F3032-5515-C84F-A5D0-90898242F86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FEAC8327-2A21-3A42-BA7B-F64F4DEAA72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83645595"/>
      </p:ext>
    </p:extLst>
  </p:cSld>
  <p:clrMapOvr>
    <a:masterClrMapping/>
  </p:clrMapOvr>
</p:sldLayout>
</file>

<file path=ppt/slideLayouts/slideLayout350.xml><?xml version="1.0" encoding="utf-8"?>
<p:sldLayout xmlns:a="http://schemas.openxmlformats.org/drawingml/2006/main" xmlns:r="http://schemas.openxmlformats.org/officeDocument/2006/relationships" xmlns:p="http://schemas.openxmlformats.org/presentationml/2006/main" showMasterSp="0" preserve="1" userDrawn="1">
  <p:cSld name="Half Image Slide 3">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7E79AC3-2DC9-96CB-4501-666928E88325}"/>
              </a:ext>
            </a:extLst>
          </p:cNvPr>
          <p:cNvPicPr>
            <a:picLocks noChangeAspect="1"/>
          </p:cNvPicPr>
          <p:nvPr userDrawn="1"/>
        </p:nvPicPr>
        <p:blipFill>
          <a:blip r:embed="rId2"/>
          <a:stretch>
            <a:fillRect/>
          </a:stretch>
        </p:blipFill>
        <p:spPr>
          <a:xfrm>
            <a:off x="1219200" y="0"/>
            <a:ext cx="23164800" cy="13716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4" y="3685032"/>
            <a:ext cx="5215428" cy="2339102"/>
          </a:xfrm>
        </p:spPr>
        <p:txBody>
          <a:bodyPr vert="horz" lIns="0" tIns="0" rIns="0" bIns="0" rtlCol="0">
            <a:sp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18453100" y="621792"/>
            <a:ext cx="5207000" cy="4042132"/>
          </a:xfrm>
        </p:spPr>
        <p:txBody>
          <a:bodyPr vert="horz" lIns="0" tIns="0" rIns="0" bIns="0" rtlCol="0">
            <a:spAutoFit/>
          </a:bodyPr>
          <a:lstStyle>
            <a:lvl1pPr marL="285750" marR="0" indent="-285750"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smtClean="0">
                <a:solidFill>
                  <a:schemeClr val="bg1"/>
                </a:solidFill>
              </a:defRPr>
            </a:lvl1pPr>
            <a:lvl2pPr marL="857250" marR="0" indent="-290514"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2pPr>
            <a:lvl3pPr marL="1428750" marR="0" indent="-295276"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3pPr>
            <a:lvl4pPr marL="2000250" marR="0" indent="-300038"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4pPr>
            <a:lvl5pPr marL="2571750" marR="0" indent="-304800"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spAutoFit/>
          </a:bodyPr>
          <a:lstStyle>
            <a:lvl1pPr>
              <a:defRPr>
                <a:ln w="9525">
                  <a:noFill/>
                </a:ln>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38317098-BF10-BA42-A3E5-65C0634430A9}"/>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B4D4954A-7D78-384F-A44A-7BC1E849140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49BE3EAB-DEA7-184A-90BB-B4E1E574417C}"/>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067192974"/>
      </p:ext>
    </p:extLst>
  </p:cSld>
  <p:clrMapOvr>
    <a:masterClrMapping/>
  </p:clrMapOvr>
</p:sldLayout>
</file>

<file path=ppt/slideLayouts/slideLayout351.xml><?xml version="1.0" encoding="utf-8"?>
<p:sldLayout xmlns:a="http://schemas.openxmlformats.org/drawingml/2006/main" xmlns:r="http://schemas.openxmlformats.org/officeDocument/2006/relationships" xmlns:p="http://schemas.openxmlformats.org/presentationml/2006/main" showMasterSp="0" userDrawn="1">
  <p:cSld name="1_Breaker">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ACB8DA39-5EB3-C1BA-D804-706D71953C1A}"/>
              </a:ext>
            </a:extLst>
          </p:cNvPr>
          <p:cNvPicPr>
            <a:picLocks noChangeAspect="1"/>
          </p:cNvPicPr>
          <p:nvPr userDrawn="1"/>
        </p:nvPicPr>
        <p:blipFill>
          <a:blip r:embed="rId2"/>
          <a:stretch>
            <a:fillRect/>
          </a:stretch>
        </p:blipFill>
        <p:spPr>
          <a:xfrm flipH="1">
            <a:off x="0" y="0"/>
            <a:ext cx="14909800" cy="12547600"/>
          </a:xfrm>
          <a:prstGeom prst="rect">
            <a:avLst/>
          </a:prstGeom>
        </p:spPr>
      </p:pic>
      <p:pic>
        <p:nvPicPr>
          <p:cNvPr id="35" name="Graphic 34">
            <a:extLst>
              <a:ext uri="{FF2B5EF4-FFF2-40B4-BE49-F238E27FC236}">
                <a16:creationId xmlns:a16="http://schemas.microsoft.com/office/drawing/2014/main" id="{B740DB18-FB40-8A40-9C99-C82E37F311C5}"/>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14183359" y="2227766"/>
            <a:ext cx="10200642" cy="4485136"/>
          </a:xfrm>
          <a:prstGeom prst="rect">
            <a:avLst/>
          </a:prstGeom>
          <a:noFill/>
          <a:ln>
            <a:noFill/>
          </a:ln>
        </p:spPr>
        <p:txBody>
          <a:bodyPr vert="horz" lIns="0" tIns="0" rIns="0" bIns="0" rtlCol="0" anchor="b">
            <a:noAutofit/>
          </a:bodyPr>
          <a:lstStyle>
            <a:lvl1pPr marL="0" indent="0" fontAlgn="base">
              <a:lnSpc>
                <a:spcPct val="100000"/>
              </a:lnSpc>
              <a:spcBef>
                <a:spcPts val="0"/>
              </a:spcBef>
              <a:buNone/>
              <a:defRPr lang="en-US" sz="7600" kern="1200" dirty="0" smtClean="0">
                <a:ln w="3175">
                  <a:noFill/>
                </a:ln>
                <a:solidFill>
                  <a:schemeClr val="bg1"/>
                </a:solidFill>
                <a:latin typeface="+mj-lt"/>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14218285" y="6858001"/>
            <a:ext cx="10168718" cy="615554"/>
          </a:xfrm>
          <a:prstGeom prst="rect">
            <a:avLst/>
          </a:prstGeom>
        </p:spPr>
        <p:txBody>
          <a:bodyPr vert="horz" wrap="square" lIns="0" tIns="0" rIns="0" bIns="0" rtlCol="0" anchor="t">
            <a:spAutoFit/>
          </a:bodyPr>
          <a:lstStyle>
            <a:lvl1pPr marL="0" indent="0">
              <a:buNone/>
              <a:defRPr lang="en-US" sz="4000" dirty="0">
                <a:ln>
                  <a:noFill/>
                </a:ln>
                <a:solidFill>
                  <a:schemeClr val="bg1"/>
                </a:solidFill>
              </a:defRPr>
            </a:lvl1pPr>
          </a:lstStyle>
          <a:p>
            <a:pPr lvl="0"/>
            <a:r>
              <a:rPr lang="en-US"/>
              <a:t>All titles/subtitles are sentence case</a:t>
            </a:r>
          </a:p>
        </p:txBody>
      </p:sp>
      <p:sp>
        <p:nvSpPr>
          <p:cNvPr id="3" name="Graphic 2">
            <a:extLst>
              <a:ext uri="{FF2B5EF4-FFF2-40B4-BE49-F238E27FC236}">
                <a16:creationId xmlns:a16="http://schemas.microsoft.com/office/drawing/2014/main" id="{7EF60E61-AA73-8D8E-6D66-BA84E61610FC}"/>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2077900692"/>
      </p:ext>
    </p:extLst>
  </p:cSld>
  <p:clrMapOvr>
    <a:masterClrMapping/>
  </p:clrMapOvr>
</p:sldLayout>
</file>

<file path=ppt/slideLayouts/slideLayout352.xml><?xml version="1.0" encoding="utf-8"?>
<p:sldLayout xmlns:a="http://schemas.openxmlformats.org/drawingml/2006/main" xmlns:r="http://schemas.openxmlformats.org/officeDocument/2006/relationships" xmlns:p="http://schemas.openxmlformats.org/presentationml/2006/main" showMasterSp="0" userDrawn="1">
  <p:cSld name="Thank you UK">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9FFCA8B3-607E-EB86-6B92-3EC70005FC99}"/>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2592" y="621792"/>
            <a:ext cx="5193792" cy="916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marL="0" algn="l" defTabSz="457200" rtl="0" eaLnBrk="1" latinLnBrk="0" hangingPunct="1">
              <a:lnSpc>
                <a:spcPct val="110000"/>
              </a:lnSpc>
              <a:spcBef>
                <a:spcPts val="600"/>
              </a:spcBef>
              <a:spcAft>
                <a:spcPts val="600"/>
              </a:spcAft>
            </a:pPr>
            <a:r>
              <a:rPr lang="en-US" sz="3000" b="1" kern="1200">
                <a:solidFill>
                  <a:schemeClr val="tx1"/>
                </a:solidFill>
                <a:latin typeface="+mn-lt"/>
                <a:ea typeface="+mn-ea"/>
                <a:cs typeface="+mn-cs"/>
              </a:rPr>
              <a:t>Rackspace Technology</a:t>
            </a:r>
          </a:p>
          <a:p>
            <a:pPr marL="0" algn="l" defTabSz="457200" rtl="0" eaLnBrk="1" latinLnBrk="0" hangingPunct="1">
              <a:lnSpc>
                <a:spcPct val="110000"/>
              </a:lnSpc>
              <a:spcBef>
                <a:spcPts val="600"/>
              </a:spcBef>
              <a:spcAft>
                <a:spcPts val="600"/>
              </a:spcAft>
            </a:pPr>
            <a:r>
              <a:rPr lang="en-US" sz="3000" kern="1200">
                <a:solidFill>
                  <a:schemeClr val="tx1"/>
                </a:solidFill>
                <a:latin typeface="+mn-lt"/>
                <a:ea typeface="+mn-ea"/>
                <a:cs typeface="+mn-cs"/>
              </a:rPr>
              <a:t>Unit 2, 6 Millington Road</a:t>
            </a:r>
            <a:br>
              <a:rPr lang="en-US" sz="3000" kern="1200">
                <a:solidFill>
                  <a:schemeClr val="tx1"/>
                </a:solidFill>
                <a:latin typeface="+mn-lt"/>
                <a:ea typeface="+mn-ea"/>
                <a:cs typeface="+mn-cs"/>
              </a:rPr>
            </a:br>
            <a:r>
              <a:rPr lang="en-US" sz="3000" kern="1200">
                <a:solidFill>
                  <a:schemeClr val="tx1"/>
                </a:solidFill>
                <a:latin typeface="+mn-lt"/>
                <a:ea typeface="+mn-ea"/>
                <a:cs typeface="+mn-cs"/>
              </a:rPr>
              <a:t>Hayes, Middlesex </a:t>
            </a:r>
            <a:br>
              <a:rPr lang="en-US" sz="3000" kern="1200">
                <a:solidFill>
                  <a:schemeClr val="tx1"/>
                </a:solidFill>
                <a:latin typeface="+mn-lt"/>
                <a:ea typeface="+mn-ea"/>
                <a:cs typeface="+mn-cs"/>
              </a:rPr>
            </a:br>
            <a:r>
              <a:rPr lang="en-US" sz="3000" kern="1200">
                <a:solidFill>
                  <a:schemeClr val="tx1"/>
                </a:solidFill>
                <a:latin typeface="+mn-lt"/>
                <a:ea typeface="+mn-ea"/>
                <a:cs typeface="+mn-cs"/>
              </a:rPr>
              <a:t>UB3 4AZ</a:t>
            </a:r>
          </a:p>
          <a:p>
            <a:pPr>
              <a:lnSpc>
                <a:spcPct val="110000"/>
              </a:lnSpc>
              <a:spcBef>
                <a:spcPts val="600"/>
              </a:spcBef>
              <a:spcAft>
                <a:spcPts val="600"/>
              </a:spcAft>
            </a:pPr>
            <a:r>
              <a:rPr lang="en-US" sz="3000">
                <a:solidFill>
                  <a:schemeClr val="tx1"/>
                </a:solidFill>
              </a:rPr>
              <a:t>U.K. sales: 0800 988 0100  </a:t>
            </a:r>
            <a:br>
              <a:rPr lang="en-US" sz="3000">
                <a:solidFill>
                  <a:schemeClr val="tx1"/>
                </a:solidFill>
              </a:rPr>
            </a:br>
            <a:r>
              <a:rPr lang="en-US" sz="3000">
                <a:solidFill>
                  <a:schemeClr val="tx1"/>
                </a:solidFill>
              </a:rPr>
              <a:t>U.K. support: 0800 988 0300   </a:t>
            </a:r>
          </a:p>
          <a:p>
            <a:pPr marL="0" algn="l" defTabSz="457200" rtl="0" eaLnBrk="1" latinLnBrk="0" hangingPunct="1">
              <a:lnSpc>
                <a:spcPct val="110000"/>
              </a:lnSpc>
              <a:spcBef>
                <a:spcPts val="600"/>
              </a:spcBef>
              <a:spcAft>
                <a:spcPts val="3600"/>
              </a:spcAft>
            </a:pPr>
            <a:r>
              <a:rPr lang="en-US" sz="3000" b="1" kern="1200" cap="none">
                <a:solidFill>
                  <a:schemeClr val="tx1"/>
                </a:solidFill>
                <a:latin typeface="+mn-lt"/>
                <a:ea typeface="+mn-ea"/>
                <a:cs typeface="+mn-cs"/>
              </a:rPr>
              <a:t>www.rackspace.co.uk</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mn-lt"/>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and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endParaRPr lang="en-US" sz="1400" cap="none" baseline="0">
              <a:solidFill>
                <a:schemeClr val="tx1"/>
              </a:solidFill>
            </a:endParaRPr>
          </a:p>
          <a:p>
            <a:pPr>
              <a:spcBef>
                <a:spcPts val="600"/>
              </a:spcBef>
              <a:spcAft>
                <a:spcPts val="600"/>
              </a:spcAft>
            </a:pPr>
            <a:endParaRPr lang="en-US" sz="900">
              <a:solidFill>
                <a:schemeClr val="tx1"/>
              </a:solidFill>
            </a:endParaRPr>
          </a:p>
        </p:txBody>
      </p:sp>
      <p:pic>
        <p:nvPicPr>
          <p:cNvPr id="6" name="Graphic 5">
            <a:extLst>
              <a:ext uri="{FF2B5EF4-FFF2-40B4-BE49-F238E27FC236}">
                <a16:creationId xmlns:a16="http://schemas.microsoft.com/office/drawing/2014/main" id="{7C797846-2FE7-1F4B-A5B0-CC5DA49A249B}"/>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8" name="Title 1">
            <a:extLst>
              <a:ext uri="{FF2B5EF4-FFF2-40B4-BE49-F238E27FC236}">
                <a16:creationId xmlns:a16="http://schemas.microsoft.com/office/drawing/2014/main" id="{A5CD6002-EFB6-8A46-9A72-06D0A61799C8}"/>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kern="1200">
                <a:ln w="9525">
                  <a:noFill/>
                </a:ln>
                <a:solidFill>
                  <a:schemeClr val="bg1"/>
                </a:solidFill>
                <a:latin typeface="+mj-lt"/>
                <a:ea typeface="+mj-ea"/>
                <a:cs typeface="+mj-cs"/>
              </a:rPr>
              <a:t>Thank you</a:t>
            </a:r>
          </a:p>
        </p:txBody>
      </p:sp>
      <p:sp>
        <p:nvSpPr>
          <p:cNvPr id="5" name="Graphic 2">
            <a:extLst>
              <a:ext uri="{FF2B5EF4-FFF2-40B4-BE49-F238E27FC236}">
                <a16:creationId xmlns:a16="http://schemas.microsoft.com/office/drawing/2014/main" id="{9EFADF9F-D78A-35D2-A20F-2DD7BA53DB69}"/>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234299317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53.xml><?xml version="1.0" encoding="utf-8"?>
<p:sldLayout xmlns:a="http://schemas.openxmlformats.org/drawingml/2006/main" xmlns:r="http://schemas.openxmlformats.org/officeDocument/2006/relationships" xmlns:p="http://schemas.openxmlformats.org/presentationml/2006/main" preserve="1" userDrawn="1">
  <p:cSld name="1_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1"/>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p>
            <a:r>
              <a:rPr lang="en-US"/>
              <a:t>Click to edit Master title style</a:t>
            </a:r>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959338555"/>
      </p:ext>
    </p:extLst>
  </p:cSld>
  <p:clrMapOvr>
    <a:masterClrMapping/>
  </p:clrMapOvr>
</p:sldLayout>
</file>

<file path=ppt/slideLayouts/slideLayout354.xml><?xml version="1.0" encoding="utf-8"?>
<p:sldLayout xmlns:a="http://schemas.openxmlformats.org/drawingml/2006/main" xmlns:r="http://schemas.openxmlformats.org/officeDocument/2006/relationships" xmlns:p="http://schemas.openxmlformats.org/presentationml/2006/main" showMasterSp="0" preserve="1" userDrawn="1">
  <p:cSld name="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1"/>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lvl1pPr>
              <a:defRPr>
                <a:solidFill>
                  <a:schemeClr val="tx1"/>
                </a:solidFill>
              </a:defRPr>
            </a:lvl1pPr>
          </a:lstStyle>
          <a:p>
            <a:r>
              <a:rPr lang="en-US"/>
              <a:t>Click to edit Master title style</a:t>
            </a:r>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3" name="Graphic 2">
            <a:extLst>
              <a:ext uri="{FF2B5EF4-FFF2-40B4-BE49-F238E27FC236}">
                <a16:creationId xmlns:a16="http://schemas.microsoft.com/office/drawing/2014/main" id="{00D83E88-A286-BF1F-719B-20F1C44734C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cxnSp>
        <p:nvCxnSpPr>
          <p:cNvPr id="2" name="Straight Connector 1">
            <a:extLst>
              <a:ext uri="{FF2B5EF4-FFF2-40B4-BE49-F238E27FC236}">
                <a16:creationId xmlns:a16="http://schemas.microsoft.com/office/drawing/2014/main" id="{9720D620-A98D-8E56-CDB8-0DC6E5725E42}"/>
              </a:ext>
            </a:extLst>
          </p:cNvPr>
          <p:cNvCxnSpPr>
            <a:cxnSpLocks/>
          </p:cNvCxnSpPr>
          <p:nvPr userDrawn="1"/>
        </p:nvCxnSpPr>
        <p:spPr>
          <a:xfrm flipV="1">
            <a:off x="0" y="2151390"/>
            <a:ext cx="24384000" cy="1478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40877093"/>
      </p:ext>
    </p:extLst>
  </p:cSld>
  <p:clrMapOvr>
    <a:masterClrMapping/>
  </p:clrMapOvr>
</p:sldLayout>
</file>

<file path=ppt/slideLayouts/slideLayout355.xml><?xml version="1.0" encoding="utf-8"?>
<p:sldLayout xmlns:a="http://schemas.openxmlformats.org/drawingml/2006/main" xmlns:r="http://schemas.openxmlformats.org/officeDocument/2006/relationships" xmlns:p="http://schemas.openxmlformats.org/presentationml/2006/main" preserve="1" userDrawn="1">
  <p:cSld name="Single column Simple - with subhead">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3739563"/>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p>
            <a:r>
              <a:rPr lang="en-US"/>
              <a:t>Click to edit Master title style</a:t>
            </a:r>
          </a:p>
        </p:txBody>
      </p:sp>
      <p:sp>
        <p:nvSpPr>
          <p:cNvPr id="8" name="Footer Placeholder 4">
            <a:extLst>
              <a:ext uri="{FF2B5EF4-FFF2-40B4-BE49-F238E27FC236}">
                <a16:creationId xmlns:a16="http://schemas.microsoft.com/office/drawing/2014/main" id="{674407F1-A2F8-A84F-8E52-03F123F4BEF5}"/>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C88CD766-7446-9844-8381-BB1A5421A8C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
        <p:nvSpPr>
          <p:cNvPr id="3" name="Text Placeholder 2">
            <a:extLst>
              <a:ext uri="{FF2B5EF4-FFF2-40B4-BE49-F238E27FC236}">
                <a16:creationId xmlns:a16="http://schemas.microsoft.com/office/drawing/2014/main" id="{3D5AAC42-935B-0E18-6CAC-AB1A022B59F1}"/>
              </a:ext>
            </a:extLst>
          </p:cNvPr>
          <p:cNvSpPr>
            <a:spLocks noGrp="1"/>
          </p:cNvSpPr>
          <p:nvPr>
            <p:ph type="body" sz="quarter" idx="13" hasCustomPrompt="1"/>
          </p:nvPr>
        </p:nvSpPr>
        <p:spPr>
          <a:xfrm>
            <a:off x="341756" y="2781300"/>
            <a:ext cx="22936200" cy="584776"/>
          </a:xfrm>
        </p:spPr>
        <p:txBody>
          <a:bodyPr/>
          <a:lstStyle>
            <a:lvl1pPr marL="0" indent="0">
              <a:buNone/>
              <a:defRPr sz="3800" b="1"/>
            </a:lvl1pPr>
            <a:lvl2pPr marL="566736" indent="0">
              <a:buNone/>
              <a:defRPr/>
            </a:lvl2pPr>
          </a:lstStyle>
          <a:p>
            <a:r>
              <a:rPr lang="en-US"/>
              <a:t>Subtitle or callout if needed, all titles and subtitles are sentence case </a:t>
            </a:r>
          </a:p>
        </p:txBody>
      </p:sp>
    </p:spTree>
    <p:extLst>
      <p:ext uri="{BB962C8B-B14F-4D97-AF65-F5344CB8AC3E}">
        <p14:creationId xmlns:p14="http://schemas.microsoft.com/office/powerpoint/2010/main" val="2903036756"/>
      </p:ext>
    </p:extLst>
  </p:cSld>
  <p:clrMapOvr>
    <a:masterClrMapping/>
  </p:clrMapOvr>
</p:sldLayout>
</file>

<file path=ppt/slideLayouts/slideLayout356.xml><?xml version="1.0" encoding="utf-8"?>
<p:sldLayout xmlns:a="http://schemas.openxmlformats.org/drawingml/2006/main" xmlns:r="http://schemas.openxmlformats.org/officeDocument/2006/relationships" xmlns:p="http://schemas.openxmlformats.org/presentationml/2006/main" showMasterSp="0" preserve="1" userDrawn="1">
  <p:cSld name="Title Only">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7F38F25E-FF38-834D-521D-D61E09DDD2AB}"/>
              </a:ext>
            </a:extLst>
          </p:cNvPr>
          <p:cNvGrpSpPr/>
          <p:nvPr userDrawn="1"/>
        </p:nvGrpSpPr>
        <p:grpSpPr>
          <a:xfrm>
            <a:off x="1" y="-4805"/>
            <a:ext cx="25334686" cy="2199366"/>
            <a:chOff x="0" y="-2403"/>
            <a:chExt cx="12667343" cy="1099683"/>
          </a:xfrm>
        </p:grpSpPr>
        <p:sp>
          <p:nvSpPr>
            <p:cNvPr id="7" name="Rectangle 6">
              <a:extLst>
                <a:ext uri="{FF2B5EF4-FFF2-40B4-BE49-F238E27FC236}">
                  <a16:creationId xmlns:a16="http://schemas.microsoft.com/office/drawing/2014/main" id="{7051444A-8DCA-DDB2-763E-349707F988F2}"/>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10" name="Picture 9">
              <a:extLst>
                <a:ext uri="{FF2B5EF4-FFF2-40B4-BE49-F238E27FC236}">
                  <a16:creationId xmlns:a16="http://schemas.microsoft.com/office/drawing/2014/main" id="{528A3E14-429A-2111-9034-26AFC851FE02}"/>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150"/>
          </a:xfrm>
        </p:spPr>
        <p:txBody>
          <a:body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130874459"/>
      </p:ext>
    </p:extLst>
  </p:cSld>
  <p:clrMapOvr>
    <a:masterClrMapping/>
  </p:clrMapOvr>
</p:sldLayout>
</file>

<file path=ppt/slideLayouts/slideLayout357.xml><?xml version="1.0" encoding="utf-8"?>
<p:sldLayout xmlns:a="http://schemas.openxmlformats.org/drawingml/2006/main" xmlns:r="http://schemas.openxmlformats.org/officeDocument/2006/relationships" xmlns:p="http://schemas.openxmlformats.org/presentationml/2006/main" showMasterSp="0" preserve="1" userDrawn="1">
  <p:cSld name="Title Only_2 lin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BBF274A9-9392-1E6D-7D16-896285565278}"/>
              </a:ext>
            </a:extLst>
          </p:cNvPr>
          <p:cNvSpPr/>
          <p:nvPr userDrawn="1"/>
        </p:nvSpPr>
        <p:spPr>
          <a:xfrm>
            <a:off x="0" y="0"/>
            <a:ext cx="24384000" cy="308008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4" name="Picture 3">
            <a:extLst>
              <a:ext uri="{FF2B5EF4-FFF2-40B4-BE49-F238E27FC236}">
                <a16:creationId xmlns:a16="http://schemas.microsoft.com/office/drawing/2014/main" id="{4F67146D-3C58-F6B2-201A-B16919DBC4A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8203113" y="-16457"/>
            <a:ext cx="17160602" cy="3096542"/>
          </a:xfrm>
          <a:prstGeom prst="rect">
            <a:avLst/>
          </a:prstGeom>
        </p:spPr>
      </p:pic>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150"/>
          </a:xfrm>
        </p:spPr>
        <p:txBody>
          <a:body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502484887"/>
      </p:ext>
    </p:extLst>
  </p:cSld>
  <p:clrMapOvr>
    <a:masterClrMapping/>
  </p:clrMapOvr>
</p:sldLayout>
</file>

<file path=ppt/slideLayouts/slideLayout358.xml><?xml version="1.0" encoding="utf-8"?>
<p:sldLayout xmlns:a="http://schemas.openxmlformats.org/drawingml/2006/main" xmlns:r="http://schemas.openxmlformats.org/officeDocument/2006/relationships" xmlns:p="http://schemas.openxmlformats.org/presentationml/2006/main" showMasterSp="0" preserve="1" userDrawn="1">
  <p:cSld name="Blank">
    <p:spTree>
      <p:nvGrpSpPr>
        <p:cNvPr id="1" name=""/>
        <p:cNvGrpSpPr/>
        <p:nvPr/>
      </p:nvGrpSpPr>
      <p:grpSpPr>
        <a:xfrm>
          <a:off x="0" y="0"/>
          <a:ext cx="0" cy="0"/>
          <a:chOff x="0" y="0"/>
          <a:chExt cx="0" cy="0"/>
        </a:xfrm>
      </p:grpSpPr>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247559096"/>
      </p:ext>
    </p:extLst>
  </p:cSld>
  <p:clrMapOvr>
    <a:masterClrMapping/>
  </p:clrMapOvr>
</p:sldLayout>
</file>

<file path=ppt/slideLayouts/slideLayout359.xml><?xml version="1.0" encoding="utf-8"?>
<p:sldLayout xmlns:a="http://schemas.openxmlformats.org/drawingml/2006/main" xmlns:r="http://schemas.openxmlformats.org/officeDocument/2006/relationships" xmlns:p="http://schemas.openxmlformats.org/presentationml/2006/main" preserve="1" userDrawn="1">
  <p:cSld name="Single Column">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5"/>
            <a:ext cx="17160240" cy="3488134"/>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10728346" cy="968086"/>
          </a:xfrm>
        </p:spPr>
        <p:txBody>
          <a:bodyPr wrap="square">
            <a:spAutoFit/>
          </a:bodyPr>
          <a:lstStyle/>
          <a:p>
            <a:r>
              <a:rPr lang="en-US"/>
              <a:t>Click to edit Master title style</a:t>
            </a:r>
          </a:p>
        </p:txBody>
      </p:sp>
      <p:sp>
        <p:nvSpPr>
          <p:cNvPr id="8" name="Footer Placeholder 4">
            <a:extLst>
              <a:ext uri="{FF2B5EF4-FFF2-40B4-BE49-F238E27FC236}">
                <a16:creationId xmlns:a16="http://schemas.microsoft.com/office/drawing/2014/main" id="{7D4F1EC5-6BB8-4049-A825-325656113ED2}"/>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E7854F2A-2BBB-9446-B185-6215C140A16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89723646"/>
      </p:ext>
    </p:extLst>
  </p:cSld>
  <p:clrMapOvr>
    <a:masterClrMapping/>
  </p:clrMapOvr>
</p:sldLayout>
</file>

<file path=ppt/slideLayouts/slideLayout360.xml><?xml version="1.0" encoding="utf-8"?>
<p:sldLayout xmlns:a="http://schemas.openxmlformats.org/drawingml/2006/main" xmlns:r="http://schemas.openxmlformats.org/officeDocument/2006/relationships" xmlns:p="http://schemas.openxmlformats.org/presentationml/2006/main" preserve="1" userDrawn="1">
  <p:cSld name="Double Column">
    <p:spTree>
      <p:nvGrpSpPr>
        <p:cNvPr id="1" name=""/>
        <p:cNvGrpSpPr/>
        <p:nvPr/>
      </p:nvGrpSpPr>
      <p:grpSpPr>
        <a:xfrm>
          <a:off x="0" y="0"/>
          <a:ext cx="0" cy="0"/>
          <a:chOff x="0" y="0"/>
          <a:chExt cx="0" cy="0"/>
        </a:xfrm>
      </p:grpSpPr>
      <p:sp>
        <p:nvSpPr>
          <p:cNvPr id="8" name="Text Placeholder 2">
            <a:extLst>
              <a:ext uri="{FF2B5EF4-FFF2-40B4-BE49-F238E27FC236}">
                <a16:creationId xmlns:a16="http://schemas.microsoft.com/office/drawing/2014/main" id="{A08EE2D0-C5F7-40AF-BD24-47EFB4DD9E34}"/>
              </a:ext>
            </a:extLst>
          </p:cNvPr>
          <p:cNvSpPr>
            <a:spLocks noGrp="1"/>
          </p:cNvSpPr>
          <p:nvPr>
            <p:ph idx="1"/>
          </p:nvPr>
        </p:nvSpPr>
        <p:spPr>
          <a:xfrm>
            <a:off x="16059154" y="2777165"/>
            <a:ext cx="7600948" cy="3488134"/>
          </a:xfrm>
          <a:prstGeom prst="rect">
            <a:avLst/>
          </a:prstGeom>
        </p:spPr>
        <p:txBody>
          <a:bodyPr vert="horz"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5"/>
            <a:ext cx="7315200" cy="3488134"/>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5800" y="2777164"/>
            <a:ext cx="5468112" cy="2339102"/>
          </a:xfrm>
        </p:spPr>
        <p:txBody>
          <a:bodyPr vert="horz" lIns="0" tIns="0" rIns="0" bIns="0" rtlCol="0">
            <a:spAutoFit/>
          </a:bodyPr>
          <a:lstStyle>
            <a:lvl1pPr>
              <a:defRPr lang="en-US" sz="3800" dirty="0">
                <a:ln w="3175">
                  <a:noFill/>
                </a:ln>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9E8E5F5F-E11E-C44F-B488-CB35674682B5}"/>
              </a:ext>
            </a:extLst>
          </p:cNvPr>
          <p:cNvSpPr>
            <a:spLocks noGrp="1"/>
          </p:cNvSpPr>
          <p:nvPr>
            <p:ph type="title"/>
          </p:nvPr>
        </p:nvSpPr>
        <p:spPr/>
        <p:txBody>
          <a:bodyPr>
            <a:spAutoFit/>
          </a:bodyPr>
          <a:lstStyle>
            <a:lvl1pPr>
              <a:defRPr/>
            </a:lvl1pPr>
          </a:lstStyle>
          <a:p>
            <a:r>
              <a:rPr lang="en-US"/>
              <a:t>Click to edit Master title style</a:t>
            </a:r>
          </a:p>
        </p:txBody>
      </p:sp>
      <p:sp>
        <p:nvSpPr>
          <p:cNvPr id="11" name="Footer Placeholder 4">
            <a:extLst>
              <a:ext uri="{FF2B5EF4-FFF2-40B4-BE49-F238E27FC236}">
                <a16:creationId xmlns:a16="http://schemas.microsoft.com/office/drawing/2014/main" id="{BD398495-5CA8-A54C-9A38-9431C227BC1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2" name="Slide Number Placeholder 5">
            <a:extLst>
              <a:ext uri="{FF2B5EF4-FFF2-40B4-BE49-F238E27FC236}">
                <a16:creationId xmlns:a16="http://schemas.microsoft.com/office/drawing/2014/main" id="{A111FE5C-B17D-C948-BFCC-6ED5E14CB16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cxnSp>
        <p:nvCxnSpPr>
          <p:cNvPr id="10" name="Straight Connector 9">
            <a:extLst>
              <a:ext uri="{FF2B5EF4-FFF2-40B4-BE49-F238E27FC236}">
                <a16:creationId xmlns:a16="http://schemas.microsoft.com/office/drawing/2014/main" id="{A44C8227-D505-9341-8E5C-224832E8A51F}"/>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72652136"/>
      </p:ext>
    </p:extLst>
  </p:cSld>
  <p:clrMapOvr>
    <a:masterClrMapping/>
  </p:clrMapOvr>
</p:sldLayout>
</file>

<file path=ppt/slideLayouts/slideLayout361.xml><?xml version="1.0" encoding="utf-8"?>
<p:sldLayout xmlns:a="http://schemas.openxmlformats.org/drawingml/2006/main" xmlns:r="http://schemas.openxmlformats.org/officeDocument/2006/relationships" xmlns:p="http://schemas.openxmlformats.org/presentationml/2006/main" preserve="1" userDrawn="1">
  <p:cSld name="Chart Slide">
    <p:spTree>
      <p:nvGrpSpPr>
        <p:cNvPr id="1" name=""/>
        <p:cNvGrpSpPr/>
        <p:nvPr/>
      </p:nvGrpSpPr>
      <p:grpSpPr>
        <a:xfrm>
          <a:off x="0" y="0"/>
          <a:ext cx="0" cy="0"/>
          <a:chOff x="0" y="0"/>
          <a:chExt cx="0" cy="0"/>
        </a:xfrm>
      </p:grpSpPr>
      <p:sp>
        <p:nvSpPr>
          <p:cNvPr id="6" name="Chart Placeholder 5">
            <a:extLst>
              <a:ext uri="{FF2B5EF4-FFF2-40B4-BE49-F238E27FC236}">
                <a16:creationId xmlns:a16="http://schemas.microsoft.com/office/drawing/2014/main" id="{D15CAE43-FFC5-5941-A364-DB8503717B41}"/>
              </a:ext>
            </a:extLst>
          </p:cNvPr>
          <p:cNvSpPr>
            <a:spLocks noGrp="1"/>
          </p:cNvSpPr>
          <p:nvPr>
            <p:ph type="chart" sz="quarter" idx="14"/>
          </p:nvPr>
        </p:nvSpPr>
        <p:spPr>
          <a:xfrm>
            <a:off x="6454140" y="7086755"/>
            <a:ext cx="17183100" cy="553998"/>
          </a:xfrm>
        </p:spPr>
        <p:txBody>
          <a:bodyPr>
            <a:spAutoFit/>
          </a:bodyPr>
          <a:lstStyle/>
          <a:p>
            <a:r>
              <a:rPr lang="en-US"/>
              <a:t>Click icon to add chart</a:t>
            </a:r>
          </a:p>
        </p:txBody>
      </p:sp>
      <p:sp>
        <p:nvSpPr>
          <p:cNvPr id="5" name="Title 4">
            <a:extLst>
              <a:ext uri="{FF2B5EF4-FFF2-40B4-BE49-F238E27FC236}">
                <a16:creationId xmlns:a16="http://schemas.microsoft.com/office/drawing/2014/main" id="{1A166DE4-81E7-7D4A-A206-F89CC138B7CD}"/>
              </a:ext>
            </a:extLst>
          </p:cNvPr>
          <p:cNvSpPr>
            <a:spLocks noGrp="1"/>
          </p:cNvSpPr>
          <p:nvPr>
            <p:ph type="title" hasCustomPrompt="1"/>
          </p:nvPr>
        </p:nvSpPr>
        <p:spPr>
          <a:xfrm>
            <a:off x="668995" y="537179"/>
            <a:ext cx="5466338" cy="968086"/>
          </a:xfrm>
        </p:spPr>
        <p:txBody>
          <a:bodyPr>
            <a:spAutoFit/>
          </a:bodyPr>
          <a:lstStyle/>
          <a:p>
            <a:r>
              <a:rPr lang="en-US"/>
              <a:t>Chart Slide</a:t>
            </a:r>
          </a:p>
        </p:txBody>
      </p:sp>
      <p:sp>
        <p:nvSpPr>
          <p:cNvPr id="12" name="Text Placeholder 8">
            <a:extLst>
              <a:ext uri="{FF2B5EF4-FFF2-40B4-BE49-F238E27FC236}">
                <a16:creationId xmlns:a16="http://schemas.microsoft.com/office/drawing/2014/main" id="{02EECDEE-456F-4A15-A4FE-4CA2F60E0059}"/>
              </a:ext>
            </a:extLst>
          </p:cNvPr>
          <p:cNvSpPr>
            <a:spLocks noGrp="1"/>
          </p:cNvSpPr>
          <p:nvPr>
            <p:ph type="body" sz="quarter" idx="13" hasCustomPrompt="1"/>
          </p:nvPr>
        </p:nvSpPr>
        <p:spPr>
          <a:xfrm>
            <a:off x="688972" y="2777165"/>
            <a:ext cx="5468112"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6">
            <a:extLst>
              <a:ext uri="{FF2B5EF4-FFF2-40B4-BE49-F238E27FC236}">
                <a16:creationId xmlns:a16="http://schemas.microsoft.com/office/drawing/2014/main" id="{0DE29CAF-37DB-469A-A4BC-F015B5D92449}"/>
              </a:ext>
            </a:extLst>
          </p:cNvPr>
          <p:cNvSpPr>
            <a:spLocks noGrp="1"/>
          </p:cNvSpPr>
          <p:nvPr>
            <p:ph type="body" sz="quarter" idx="15"/>
          </p:nvPr>
        </p:nvSpPr>
        <p:spPr>
          <a:xfrm>
            <a:off x="6477000" y="2777164"/>
            <a:ext cx="17160240" cy="3488134"/>
          </a:xfrm>
        </p:spPr>
        <p:txBody>
          <a:bodyPr lIns="18288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8" name="Footer Placeholder 4">
            <a:extLst>
              <a:ext uri="{FF2B5EF4-FFF2-40B4-BE49-F238E27FC236}">
                <a16:creationId xmlns:a16="http://schemas.microsoft.com/office/drawing/2014/main" id="{6814554E-586D-8349-951F-737144ECEFFB}"/>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AED0D651-E967-D846-AE30-12C061B6AD3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cxnSp>
        <p:nvCxnSpPr>
          <p:cNvPr id="11" name="Straight Connector 10">
            <a:extLst>
              <a:ext uri="{FF2B5EF4-FFF2-40B4-BE49-F238E27FC236}">
                <a16:creationId xmlns:a16="http://schemas.microsoft.com/office/drawing/2014/main" id="{675D0394-D778-4C4A-B92A-6E09A7B88B9A}"/>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43738115"/>
      </p:ext>
    </p:extLst>
  </p:cSld>
  <p:clrMapOvr>
    <a:masterClrMapping/>
  </p:clrMapOvr>
</p:sldLayout>
</file>

<file path=ppt/slideLayouts/slideLayout362.xml><?xml version="1.0" encoding="utf-8"?>
<p:sldLayout xmlns:a="http://schemas.openxmlformats.org/drawingml/2006/main" xmlns:r="http://schemas.openxmlformats.org/officeDocument/2006/relationships" xmlns:p="http://schemas.openxmlformats.org/presentationml/2006/main" preserve="1" userDrawn="1">
  <p:cSld name="Table Slid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4"/>
            <a:ext cx="17160240" cy="3488134"/>
          </a:xfrm>
        </p:spPr>
        <p:txBody>
          <a:bodyPr lIns="18288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5" name="Title 4">
            <a:extLst>
              <a:ext uri="{FF2B5EF4-FFF2-40B4-BE49-F238E27FC236}">
                <a16:creationId xmlns:a16="http://schemas.microsoft.com/office/drawing/2014/main" id="{D0602A0A-DA97-1949-83C0-5E92A6974F6F}"/>
              </a:ext>
            </a:extLst>
          </p:cNvPr>
          <p:cNvSpPr>
            <a:spLocks noGrp="1"/>
          </p:cNvSpPr>
          <p:nvPr>
            <p:ph type="title" hasCustomPrompt="1"/>
          </p:nvPr>
        </p:nvSpPr>
        <p:spPr>
          <a:xfrm>
            <a:off x="668995" y="537179"/>
            <a:ext cx="5466338" cy="968086"/>
          </a:xfrm>
        </p:spPr>
        <p:txBody>
          <a:bodyPr>
            <a:spAutoFit/>
          </a:bodyPr>
          <a:lstStyle/>
          <a:p>
            <a:r>
              <a:rPr lang="en-US"/>
              <a:t>Table Slide</a:t>
            </a:r>
          </a:p>
        </p:txBody>
      </p:sp>
      <p:sp>
        <p:nvSpPr>
          <p:cNvPr id="10" name="Text Placeholder 8">
            <a:extLst>
              <a:ext uri="{FF2B5EF4-FFF2-40B4-BE49-F238E27FC236}">
                <a16:creationId xmlns:a16="http://schemas.microsoft.com/office/drawing/2014/main" id="{FD34CAF5-D592-42FD-80B2-8B57E60C9A88}"/>
              </a:ext>
            </a:extLst>
          </p:cNvPr>
          <p:cNvSpPr>
            <a:spLocks noGrp="1"/>
          </p:cNvSpPr>
          <p:nvPr>
            <p:ph type="body" sz="quarter" idx="13" hasCustomPrompt="1"/>
          </p:nvPr>
        </p:nvSpPr>
        <p:spPr>
          <a:xfrm>
            <a:off x="688972" y="2777165"/>
            <a:ext cx="5468112"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8" name="Footer Placeholder 4">
            <a:extLst>
              <a:ext uri="{FF2B5EF4-FFF2-40B4-BE49-F238E27FC236}">
                <a16:creationId xmlns:a16="http://schemas.microsoft.com/office/drawing/2014/main" id="{D53B314B-9934-844F-8E14-6C502D2AE42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3CFD438D-CA4D-3A43-9B82-E14EC033B7C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898237865"/>
      </p:ext>
    </p:extLst>
  </p:cSld>
  <p:clrMapOvr>
    <a:masterClrMapping/>
  </p:clrMapOvr>
</p:sldLayout>
</file>

<file path=ppt/slideLayouts/slideLayout363.xml><?xml version="1.0" encoding="utf-8"?>
<p:sldLayout xmlns:a="http://schemas.openxmlformats.org/drawingml/2006/main" xmlns:r="http://schemas.openxmlformats.org/officeDocument/2006/relationships" xmlns:p="http://schemas.openxmlformats.org/presentationml/2006/main" showMasterSp="0" preserve="1" userDrawn="1">
  <p:cSld name="Wide Layout Single Column">
    <p:spTree>
      <p:nvGrpSpPr>
        <p:cNvPr id="1" name=""/>
        <p:cNvGrpSpPr/>
        <p:nvPr/>
      </p:nvGrpSpPr>
      <p:grpSpPr>
        <a:xfrm>
          <a:off x="0" y="0"/>
          <a:ext cx="0" cy="0"/>
          <a:chOff x="0" y="0"/>
          <a:chExt cx="0" cy="0"/>
        </a:xfrm>
      </p:grpSpPr>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6724559"/>
            <a:ext cx="7183198" cy="1754326"/>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6"/>
            <a:ext cx="7217706" cy="2017604"/>
          </a:xfrm>
        </p:spPr>
        <p:txBody>
          <a:bodyPr>
            <a:spAutoFit/>
          </a:bodyPr>
          <a:lstStyle>
            <a:lvl1pPr>
              <a:defRPr>
                <a:solidFill>
                  <a:schemeClr val="tx1"/>
                </a:solidFill>
              </a:defRPr>
            </a:lvl1pPr>
          </a:lstStyle>
          <a:p>
            <a:r>
              <a:rPr lang="en-US"/>
              <a:t>Click to edit Master title style</a:t>
            </a:r>
          </a:p>
        </p:txBody>
      </p:sp>
      <p:cxnSp>
        <p:nvCxnSpPr>
          <p:cNvPr id="8" name="Straight Connector 7">
            <a:extLst>
              <a:ext uri="{FF2B5EF4-FFF2-40B4-BE49-F238E27FC236}">
                <a16:creationId xmlns:a16="http://schemas.microsoft.com/office/drawing/2014/main" id="{F957024A-18DC-E948-83FF-954BAEFA54C4}"/>
              </a:ext>
            </a:extLst>
          </p:cNvPr>
          <p:cNvCxnSpPr>
            <a:cxnSpLocks/>
          </p:cNvCxnSpPr>
          <p:nvPr userDrawn="1"/>
        </p:nvCxnSpPr>
        <p:spPr>
          <a:xfrm>
            <a:off x="8382000" y="0"/>
            <a:ext cx="0" cy="13716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11" name="Text Placeholder 2">
            <a:extLst>
              <a:ext uri="{FF2B5EF4-FFF2-40B4-BE49-F238E27FC236}">
                <a16:creationId xmlns:a16="http://schemas.microsoft.com/office/drawing/2014/main" id="{9F9C88D5-EA56-4ED2-8CB6-44F2BBA4023F}"/>
              </a:ext>
            </a:extLst>
          </p:cNvPr>
          <p:cNvSpPr>
            <a:spLocks noGrp="1"/>
          </p:cNvSpPr>
          <p:nvPr>
            <p:ph idx="1"/>
          </p:nvPr>
        </p:nvSpPr>
        <p:spPr>
          <a:xfrm>
            <a:off x="8382000" y="624971"/>
            <a:ext cx="15255604" cy="3488134"/>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BD6CB0B8-ED09-5144-8406-07EDCA221F9D}"/>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2AD6F17-DC4F-CE4D-A30F-37972705D1EB}"/>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5F1A3402-461B-144B-A624-EADA6F4A5FE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044839741"/>
      </p:ext>
    </p:extLst>
  </p:cSld>
  <p:clrMapOvr>
    <a:masterClrMapping/>
  </p:clrMapOvr>
</p:sldLayout>
</file>

<file path=ppt/slideLayouts/slideLayout364.xml><?xml version="1.0" encoding="utf-8"?>
<p:sldLayout xmlns:a="http://schemas.openxmlformats.org/drawingml/2006/main" xmlns:r="http://schemas.openxmlformats.org/officeDocument/2006/relationships" xmlns:p="http://schemas.openxmlformats.org/presentationml/2006/main" showMasterSp="0" preserve="1" userDrawn="1">
  <p:cSld name="Image Slide 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smtClean="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spAutoFit/>
          </a:bodyPr>
          <a:lstStyle>
            <a:lvl1pPr>
              <a:defRPr>
                <a:solidFill>
                  <a:schemeClr val="tx1"/>
                </a:solidFill>
              </a:defRPr>
            </a:lvl1pPr>
          </a:lstStyle>
          <a:p>
            <a:r>
              <a:rPr lang="en-US"/>
              <a:t>Click to edit Master title style</a:t>
            </a:r>
          </a:p>
        </p:txBody>
      </p:sp>
      <p:sp>
        <p:nvSpPr>
          <p:cNvPr id="11" name="Text Placeholder 8">
            <a:extLst>
              <a:ext uri="{FF2B5EF4-FFF2-40B4-BE49-F238E27FC236}">
                <a16:creationId xmlns:a16="http://schemas.microsoft.com/office/drawing/2014/main" id="{08C770D2-29E4-4980-89B5-2CADCAA9838F}"/>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1201D0FE-A135-6A46-ABB9-BBF42B08B05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A428A25E-B962-BD41-AC5A-2B7F8C365999}"/>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0" name="Slide Number Placeholder 5">
            <a:extLst>
              <a:ext uri="{FF2B5EF4-FFF2-40B4-BE49-F238E27FC236}">
                <a16:creationId xmlns:a16="http://schemas.microsoft.com/office/drawing/2014/main" id="{5A8BC5D7-A295-2344-8AAD-7A638D124615}"/>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677104041"/>
      </p:ext>
    </p:extLst>
  </p:cSld>
  <p:clrMapOvr>
    <a:masterClrMapping/>
  </p:clrMapOvr>
</p:sldLayout>
</file>

<file path=ppt/slideLayouts/slideLayout365.xml><?xml version="1.0" encoding="utf-8"?>
<p:sldLayout xmlns:a="http://schemas.openxmlformats.org/drawingml/2006/main" xmlns:r="http://schemas.openxmlformats.org/officeDocument/2006/relationships" xmlns:p="http://schemas.openxmlformats.org/presentationml/2006/main" showMasterSp="0" preserve="1" userDrawn="1">
  <p:cSld name="Image Slide 2">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spAutoFit/>
          </a:bodyPr>
          <a:lstStyle>
            <a:lvl1pPr>
              <a:defRPr>
                <a:solidFill>
                  <a:schemeClr val="tx1"/>
                </a:solidFill>
              </a:defRPr>
            </a:lvl1pPr>
          </a:lstStyle>
          <a:p>
            <a:r>
              <a:rPr lang="en-US"/>
              <a:t>Click to edit Master title style</a:t>
            </a:r>
          </a:p>
        </p:txBody>
      </p:sp>
      <p:sp>
        <p:nvSpPr>
          <p:cNvPr id="11" name="Text Placeholder 8">
            <a:extLst>
              <a:ext uri="{FF2B5EF4-FFF2-40B4-BE49-F238E27FC236}">
                <a16:creationId xmlns:a16="http://schemas.microsoft.com/office/drawing/2014/main" id="{D6F74E0A-AB80-4D15-9EF8-AC6BAA371DF2}"/>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2">
            <a:extLst>
              <a:ext uri="{FF2B5EF4-FFF2-40B4-BE49-F238E27FC236}">
                <a16:creationId xmlns:a16="http://schemas.microsoft.com/office/drawing/2014/main" id="{FD053F94-CE8F-4987-AA33-DA71ADDB4BC1}"/>
              </a:ext>
            </a:extLst>
          </p:cNvPr>
          <p:cNvSpPr>
            <a:spLocks noGrp="1"/>
          </p:cNvSpPr>
          <p:nvPr>
            <p:ph idx="1"/>
          </p:nvPr>
        </p:nvSpPr>
        <p:spPr>
          <a:xfrm>
            <a:off x="17945102" y="624970"/>
            <a:ext cx="5715000" cy="4042132"/>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2D21F748-F78B-AA44-87E0-992F504FBC08}"/>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69668EDE-1295-9546-ABA0-27E4B7F5041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361D0353-9518-CE4F-AEC9-0A3AD47D4590}"/>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41643546"/>
      </p:ext>
    </p:extLst>
  </p:cSld>
  <p:clrMapOvr>
    <a:masterClrMapping/>
  </p:clrMapOvr>
</p:sldLayout>
</file>

<file path=ppt/slideLayouts/slideLayout366.xml><?xml version="1.0" encoding="utf-8"?>
<p:sldLayout xmlns:a="http://schemas.openxmlformats.org/drawingml/2006/main" xmlns:r="http://schemas.openxmlformats.org/officeDocument/2006/relationships" xmlns:p="http://schemas.openxmlformats.org/presentationml/2006/main" showMasterSp="0" preserve="1" userDrawn="1">
  <p:cSld name="Image Slide 3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lstStyle>
            <a:lvl1pPr>
              <a:defRPr>
                <a:solidFill>
                  <a:schemeClr val="tx1"/>
                </a:solidFill>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5"/>
            <a:ext cx="11115598" cy="3488134"/>
          </a:xfrm>
        </p:spPr>
        <p:txBody>
          <a:bodyPr lIns="0">
            <a:spAutoFit/>
          </a:bodyPr>
          <a:lstStyle>
            <a:lvl1pPr>
              <a:defRPr/>
            </a:lvl1pPr>
            <a:lvl2pPr>
              <a:defRPr/>
            </a:lvl2pPr>
            <a:lvl3pPr>
              <a:defRPr/>
            </a:lvl3pPr>
            <a:lvl4pPr>
              <a:defRPr/>
            </a:lvl4pPr>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9" name="Graphic 8">
            <a:extLst>
              <a:ext uri="{FF2B5EF4-FFF2-40B4-BE49-F238E27FC236}">
                <a16:creationId xmlns:a16="http://schemas.microsoft.com/office/drawing/2014/main" id="{59F508EA-9B74-CF42-99A9-ABCDB2E9903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35545590-189E-BE41-BDD7-DCC3999A6EDF}"/>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1D0045EB-86A1-6D46-873D-E4EC1E9D359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74398072"/>
      </p:ext>
    </p:extLst>
  </p:cSld>
  <p:clrMapOvr>
    <a:masterClrMapping/>
  </p:clrMapOvr>
</p:sldLayout>
</file>

<file path=ppt/slideLayouts/slideLayout367.xml><?xml version="1.0" encoding="utf-8"?>
<p:sldLayout xmlns:a="http://schemas.openxmlformats.org/drawingml/2006/main" xmlns:r="http://schemas.openxmlformats.org/officeDocument/2006/relationships" xmlns:p="http://schemas.openxmlformats.org/presentationml/2006/main" showMasterSp="0" preserve="1" userDrawn="1">
  <p:cSld name="Image Slide 3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solidFill>
                  <a:schemeClr val="tx1"/>
                </a:solidFill>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7"/>
            <a:ext cx="11115598" cy="3488134"/>
          </a:xfrm>
        </p:spPr>
        <p:txBody>
          <a:bodyPr lIns="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8">
            <a:extLst>
              <a:ext uri="{FF2B5EF4-FFF2-40B4-BE49-F238E27FC236}">
                <a16:creationId xmlns:a16="http://schemas.microsoft.com/office/drawing/2014/main" id="{7E2CAB91-DDF9-42DE-8B4B-CC01A9F5884C}"/>
              </a:ext>
            </a:extLst>
          </p:cNvPr>
          <p:cNvSpPr>
            <a:spLocks noGrp="1"/>
          </p:cNvSpPr>
          <p:nvPr>
            <p:ph type="body" sz="quarter" idx="13" hasCustomPrompt="1"/>
          </p:nvPr>
        </p:nvSpPr>
        <p:spPr>
          <a:xfrm>
            <a:off x="688979" y="1752605"/>
            <a:ext cx="11122026" cy="1169550"/>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9C7DEFAB-97E6-284D-BD67-FB08386B5E6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2DA1221E-A67C-744E-9C4B-331BEF727F33}"/>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D46CF78B-534F-E345-BE6A-BED63A26C73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845338246"/>
      </p:ext>
    </p:extLst>
  </p:cSld>
  <p:clrMapOvr>
    <a:masterClrMapping/>
  </p:clrMapOvr>
</p:sldLayout>
</file>

<file path=ppt/slideLayouts/slideLayout368.xml><?xml version="1.0" encoding="utf-8"?>
<p:sldLayout xmlns:a="http://schemas.openxmlformats.org/drawingml/2006/main" xmlns:r="http://schemas.openxmlformats.org/officeDocument/2006/relationships" xmlns:p="http://schemas.openxmlformats.org/presentationml/2006/main" showMasterSp="0" preserve="1" userDrawn="1">
  <p:cSld name="1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sz="3600">
                <a:solidFill>
                  <a:schemeClr val="tx1"/>
                </a:solidFill>
              </a:rPr>
              <a:t>Click icon in the center of the slide to add picture</a:t>
            </a:r>
            <a:endParaRPr lang="en-US"/>
          </a:p>
        </p:txBody>
      </p:sp>
      <p:sp>
        <p:nvSpPr>
          <p:cNvPr id="8" name="Text Placeholder 2">
            <a:extLst>
              <a:ext uri="{FF2B5EF4-FFF2-40B4-BE49-F238E27FC236}">
                <a16:creationId xmlns:a16="http://schemas.microsoft.com/office/drawing/2014/main" id="{DE3845FB-10F7-4C99-A1E5-CEB253E259A7}"/>
              </a:ext>
            </a:extLst>
          </p:cNvPr>
          <p:cNvSpPr>
            <a:spLocks noGrp="1"/>
          </p:cNvSpPr>
          <p:nvPr>
            <p:ph idx="1"/>
          </p:nvPr>
        </p:nvSpPr>
        <p:spPr>
          <a:xfrm>
            <a:off x="6477003" y="4800600"/>
            <a:ext cx="5714998" cy="4114800"/>
          </a:xfrm>
          <a:prstGeom prst="rect">
            <a:avLst/>
          </a:prstGeom>
          <a:solidFill>
            <a:schemeClr val="bg1"/>
          </a:solidFill>
        </p:spPr>
        <p:txBody>
          <a:bodyPr vert="horz" lIns="182880" tIns="137160" rIns="18288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bg1"/>
          </a:solidFill>
          <a:ln w="12700">
            <a:noFill/>
          </a:ln>
        </p:spPr>
        <p:txBody>
          <a:bodyPr vert="horz" lIns="182880" tIns="91440" rIns="182880" bIns="155448" rtlCol="0" anchor="t" anchorCtr="0">
            <a:noAutofit/>
          </a:bodyPr>
          <a:lstStyle>
            <a:lvl1pPr>
              <a:defRPr lang="en-US" dirty="0">
                <a:ln w="9525">
                  <a:noFill/>
                </a:ln>
                <a:solidFill>
                  <a:schemeClr val="tx1"/>
                </a:solidFill>
              </a:defRPr>
            </a:lvl1pPr>
          </a:lstStyle>
          <a:p>
            <a:pPr marL="0" lvl="0" indent="0">
              <a:spcAft>
                <a:spcPts val="3000"/>
              </a:spcAft>
              <a:buFont typeface="Arial" panose="020B0604020202020204" pitchFamily="34" charset="0"/>
            </a:pPr>
            <a:r>
              <a:rPr lang="en-US"/>
              <a:t>Click to edit Master title style</a:t>
            </a:r>
          </a:p>
        </p:txBody>
      </p:sp>
      <p:sp>
        <p:nvSpPr>
          <p:cNvPr id="5" name="AutoShape 3">
            <a:extLst>
              <a:ext uri="{FF2B5EF4-FFF2-40B4-BE49-F238E27FC236}">
                <a16:creationId xmlns:a16="http://schemas.microsoft.com/office/drawing/2014/main" id="{69C2AE59-6CA1-45A7-8D89-5A2A716D8833}"/>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0" name="Graphic 9">
            <a:extLst>
              <a:ext uri="{FF2B5EF4-FFF2-40B4-BE49-F238E27FC236}">
                <a16:creationId xmlns:a16="http://schemas.microsoft.com/office/drawing/2014/main" id="{D97CAA73-BE46-614E-9C41-8AF7FB50184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A4D9BADF-324E-5B4F-A422-61F7145DA2D8}"/>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700835EC-3A47-8644-806F-A3840BA3472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994182183"/>
      </p:ext>
    </p:extLst>
  </p:cSld>
  <p:clrMapOvr>
    <a:masterClrMapping/>
  </p:clrMapOvr>
</p:sldLayout>
</file>

<file path=ppt/slideLayouts/slideLayout369.xml><?xml version="1.0" encoding="utf-8"?>
<p:sldLayout xmlns:a="http://schemas.openxmlformats.org/drawingml/2006/main" xmlns:r="http://schemas.openxmlformats.org/officeDocument/2006/relationships" xmlns:p="http://schemas.openxmlformats.org/presentationml/2006/main" showMasterSp="0" preserve="1" userDrawn="1">
  <p:cSld name="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pic>
        <p:nvPicPr>
          <p:cNvPr id="4" name="Picture 3">
            <a:extLst>
              <a:ext uri="{FF2B5EF4-FFF2-40B4-BE49-F238E27FC236}">
                <a16:creationId xmlns:a16="http://schemas.microsoft.com/office/drawing/2014/main" id="{DC3D7A00-2891-24B2-ED6C-5B28CC4847A3}"/>
              </a:ext>
            </a:extLst>
          </p:cNvPr>
          <p:cNvPicPr>
            <a:picLocks noChangeAspect="1"/>
          </p:cNvPicPr>
          <p:nvPr userDrawn="1"/>
        </p:nvPicPr>
        <p:blipFill>
          <a:blip r:embed="rId2"/>
          <a:stretch>
            <a:fillRect/>
          </a:stretch>
        </p:blipFill>
        <p:spPr>
          <a:xfrm>
            <a:off x="0" y="4419600"/>
            <a:ext cx="6477000" cy="9296400"/>
          </a:xfrm>
          <a:prstGeom prst="rect">
            <a:avLst/>
          </a:prstGeom>
        </p:spPr>
      </p:pic>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651279751"/>
      </p:ext>
    </p:extLst>
  </p:cSld>
  <p:clrMapOvr>
    <a:masterClrMapping/>
  </p:clrMapOvr>
</p:sldLayout>
</file>

<file path=ppt/slideLayouts/slideLayout370.xml><?xml version="1.0" encoding="utf-8"?>
<p:sldLayout xmlns:a="http://schemas.openxmlformats.org/drawingml/2006/main" xmlns:r="http://schemas.openxmlformats.org/officeDocument/2006/relationships" xmlns:p="http://schemas.openxmlformats.org/presentationml/2006/main" showMasterSp="0" preserve="1" userDrawn="1">
  <p:cSld name="1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4" name="Picture 3">
            <a:extLst>
              <a:ext uri="{FF2B5EF4-FFF2-40B4-BE49-F238E27FC236}">
                <a16:creationId xmlns:a16="http://schemas.microsoft.com/office/drawing/2014/main" id="{80CA3236-00EC-F44A-FE12-1CA61956F0E7}"/>
              </a:ext>
            </a:extLst>
          </p:cNvPr>
          <p:cNvPicPr>
            <a:picLocks noChangeAspect="1"/>
          </p:cNvPicPr>
          <p:nvPr userDrawn="1"/>
        </p:nvPicPr>
        <p:blipFill>
          <a:blip r:embed="rId3"/>
          <a:stretch>
            <a:fillRect/>
          </a:stretch>
        </p:blipFill>
        <p:spPr>
          <a:xfrm>
            <a:off x="0" y="9491472"/>
            <a:ext cx="6452388" cy="4224528"/>
          </a:xfrm>
          <a:prstGeom prst="rect">
            <a:avLst/>
          </a:prstGeom>
        </p:spPr>
      </p:pic>
    </p:spTree>
    <p:extLst>
      <p:ext uri="{BB962C8B-B14F-4D97-AF65-F5344CB8AC3E}">
        <p14:creationId xmlns:p14="http://schemas.microsoft.com/office/powerpoint/2010/main" val="2715976591"/>
      </p:ext>
    </p:extLst>
  </p:cSld>
  <p:clrMapOvr>
    <a:masterClrMapping/>
  </p:clrMapOvr>
</p:sldLayout>
</file>

<file path=ppt/slideLayouts/slideLayout371.xml><?xml version="1.0" encoding="utf-8"?>
<p:sldLayout xmlns:a="http://schemas.openxmlformats.org/drawingml/2006/main" xmlns:r="http://schemas.openxmlformats.org/officeDocument/2006/relationships" xmlns:p="http://schemas.openxmlformats.org/presentationml/2006/main" showMasterSp="0" preserve="1" userDrawn="1">
  <p:cSld name="2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flipH="1">
            <a:off x="6477000" y="0"/>
            <a:ext cx="1790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pic>
        <p:nvPicPr>
          <p:cNvPr id="6" name="Picture 5">
            <a:extLst>
              <a:ext uri="{FF2B5EF4-FFF2-40B4-BE49-F238E27FC236}">
                <a16:creationId xmlns:a16="http://schemas.microsoft.com/office/drawing/2014/main" id="{33331F37-F452-DCB3-4411-C1A01ACA6086}"/>
              </a:ext>
            </a:extLst>
          </p:cNvPr>
          <p:cNvPicPr>
            <a:picLocks noChangeAspect="1"/>
          </p:cNvPicPr>
          <p:nvPr userDrawn="1"/>
        </p:nvPicPr>
        <p:blipFill>
          <a:blip r:embed="rId2"/>
          <a:stretch>
            <a:fillRect/>
          </a:stretch>
        </p:blipFill>
        <p:spPr>
          <a:xfrm>
            <a:off x="6477000" y="3505200"/>
            <a:ext cx="15595600" cy="1021080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tx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403269356"/>
      </p:ext>
    </p:extLst>
  </p:cSld>
  <p:clrMapOvr>
    <a:masterClrMapping/>
  </p:clrMapOvr>
</p:sldLayout>
</file>

<file path=ppt/slideLayouts/slideLayout372.xml><?xml version="1.0" encoding="utf-8"?>
<p:sldLayout xmlns:a="http://schemas.openxmlformats.org/drawingml/2006/main" xmlns:r="http://schemas.openxmlformats.org/officeDocument/2006/relationships" xmlns:p="http://schemas.openxmlformats.org/presentationml/2006/main" showMasterSp="0" preserve="1" userDrawn="1">
  <p:cSld name="Three Quarters Image Slide">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275A4A0-E19C-C4F8-98F8-140F87325D35}"/>
              </a:ext>
            </a:extLst>
          </p:cNvPr>
          <p:cNvPicPr>
            <a:picLocks noChangeAspect="1"/>
          </p:cNvPicPr>
          <p:nvPr userDrawn="1"/>
        </p:nvPicPr>
        <p:blipFill>
          <a:blip r:embed="rId2"/>
          <a:stretch>
            <a:fillRect/>
          </a:stretch>
        </p:blipFill>
        <p:spPr>
          <a:xfrm>
            <a:off x="1828801" y="1561559"/>
            <a:ext cx="4661586" cy="12154442"/>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spAutoFit/>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6ADF87FB-085E-4952-9CFB-477310A66959}"/>
              </a:ext>
            </a:extLst>
          </p:cNvPr>
          <p:cNvSpPr>
            <a:spLocks noGrp="1"/>
          </p:cNvSpPr>
          <p:nvPr>
            <p:ph type="body" sz="quarter" idx="13" hasCustomPrompt="1"/>
          </p:nvPr>
        </p:nvSpPr>
        <p:spPr>
          <a:xfrm>
            <a:off x="688976" y="3687499"/>
            <a:ext cx="3621768" cy="2923878"/>
          </a:xfrm>
        </p:spPr>
        <p:txBody>
          <a:bodyPr wrap="square"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35F2CBC9-A0AF-2443-B4F3-88F00DA34117}"/>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EA2D8B16-7E02-9445-B5E1-B56444A338A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58296D2F-477C-6447-A70C-6F56CD3959A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765265906"/>
      </p:ext>
    </p:extLst>
  </p:cSld>
  <p:clrMapOvr>
    <a:masterClrMapping/>
  </p:clrMapOvr>
</p:sldLayout>
</file>

<file path=ppt/slideLayouts/slideLayout373.xml><?xml version="1.0" encoding="utf-8"?>
<p:sldLayout xmlns:a="http://schemas.openxmlformats.org/drawingml/2006/main" xmlns:r="http://schemas.openxmlformats.org/officeDocument/2006/relationships" xmlns:p="http://schemas.openxmlformats.org/presentationml/2006/main" showMasterSp="0" preserve="1" userDrawn="1">
  <p:cSld name="1/2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24384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6" y="539496"/>
            <a:ext cx="5814964"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584776"/>
          </a:xfrm>
          <a:ln>
            <a:noFill/>
          </a:ln>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82481" y="7127210"/>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8405" y="7127210"/>
            <a:ext cx="521661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52406" y="7127210"/>
            <a:ext cx="521664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4</a:t>
            </a:r>
          </a:p>
        </p:txBody>
      </p:sp>
      <p:sp>
        <p:nvSpPr>
          <p:cNvPr id="17" name="Text Placeholder 6">
            <a:extLst>
              <a:ext uri="{FF2B5EF4-FFF2-40B4-BE49-F238E27FC236}">
                <a16:creationId xmlns:a16="http://schemas.microsoft.com/office/drawing/2014/main" id="{F1BE4CE4-FD45-443A-BF63-DD30D8352F18}"/>
              </a:ext>
            </a:extLst>
          </p:cNvPr>
          <p:cNvSpPr>
            <a:spLocks noGrp="1"/>
          </p:cNvSpPr>
          <p:nvPr>
            <p:ph type="body" sz="quarter" idx="21"/>
          </p:nvPr>
        </p:nvSpPr>
        <p:spPr>
          <a:xfrm>
            <a:off x="696292" y="7822154"/>
            <a:ext cx="5208456"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19" name="Text Placeholder 27">
            <a:extLst>
              <a:ext uri="{FF2B5EF4-FFF2-40B4-BE49-F238E27FC236}">
                <a16:creationId xmlns:a16="http://schemas.microsoft.com/office/drawing/2014/main" id="{9E9A9093-0FB5-474B-89ED-A35D3811588C}"/>
              </a:ext>
            </a:extLst>
          </p:cNvPr>
          <p:cNvSpPr>
            <a:spLocks noGrp="1"/>
          </p:cNvSpPr>
          <p:nvPr>
            <p:ph type="body" sz="quarter" idx="22"/>
          </p:nvPr>
        </p:nvSpPr>
        <p:spPr>
          <a:xfrm>
            <a:off x="6482478" y="7822156"/>
            <a:ext cx="521104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20" name="Text Placeholder 29">
            <a:extLst>
              <a:ext uri="{FF2B5EF4-FFF2-40B4-BE49-F238E27FC236}">
                <a16:creationId xmlns:a16="http://schemas.microsoft.com/office/drawing/2014/main" id="{FF042C6C-A711-46C7-BA08-D7D1DBA5B436}"/>
              </a:ext>
            </a:extLst>
          </p:cNvPr>
          <p:cNvSpPr>
            <a:spLocks noGrp="1"/>
          </p:cNvSpPr>
          <p:nvPr>
            <p:ph type="body" sz="quarter" idx="23"/>
          </p:nvPr>
        </p:nvSpPr>
        <p:spPr>
          <a:xfrm>
            <a:off x="12198409" y="7822156"/>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21" name="Text Placeholder 31">
            <a:extLst>
              <a:ext uri="{FF2B5EF4-FFF2-40B4-BE49-F238E27FC236}">
                <a16:creationId xmlns:a16="http://schemas.microsoft.com/office/drawing/2014/main" id="{E0D4AA41-1DA9-4674-8804-6E312BE2AEE4}"/>
              </a:ext>
            </a:extLst>
          </p:cNvPr>
          <p:cNvSpPr>
            <a:spLocks noGrp="1"/>
          </p:cNvSpPr>
          <p:nvPr>
            <p:ph type="body" sz="quarter" idx="24"/>
          </p:nvPr>
        </p:nvSpPr>
        <p:spPr>
          <a:xfrm>
            <a:off x="17952409" y="7822156"/>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3514427" y="0"/>
            <a:ext cx="20869574" cy="6858000"/>
          </a:xfrm>
          <a:prstGeom prst="rect">
            <a:avLst/>
          </a:prstGeom>
        </p:spPr>
      </p:pic>
    </p:spTree>
    <p:extLst>
      <p:ext uri="{BB962C8B-B14F-4D97-AF65-F5344CB8AC3E}">
        <p14:creationId xmlns:p14="http://schemas.microsoft.com/office/powerpoint/2010/main" val="413042128"/>
      </p:ext>
    </p:extLst>
  </p:cSld>
  <p:clrMapOvr>
    <a:masterClrMapping/>
  </p:clrMapOvr>
</p:sldLayout>
</file>

<file path=ppt/slideLayouts/slideLayout374.xml><?xml version="1.0" encoding="utf-8"?>
<p:sldLayout xmlns:a="http://schemas.openxmlformats.org/drawingml/2006/main" xmlns:r="http://schemas.openxmlformats.org/officeDocument/2006/relationships" xmlns:p="http://schemas.openxmlformats.org/presentationml/2006/main" showMasterSp="0" preserve="1" userDrawn="1">
  <p:cSld name="1/2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24384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6" y="539496"/>
            <a:ext cx="5814964"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3514427" y="0"/>
            <a:ext cx="20869574" cy="6858000"/>
          </a:xfrm>
          <a:prstGeom prst="rect">
            <a:avLst/>
          </a:prstGeom>
        </p:spPr>
      </p:pic>
    </p:spTree>
    <p:extLst>
      <p:ext uri="{BB962C8B-B14F-4D97-AF65-F5344CB8AC3E}">
        <p14:creationId xmlns:p14="http://schemas.microsoft.com/office/powerpoint/2010/main" val="3141875463"/>
      </p:ext>
    </p:extLst>
  </p:cSld>
  <p:clrMapOvr>
    <a:masterClrMapping/>
  </p:clrMapOvr>
</p:sldLayout>
</file>

<file path=ppt/slideLayouts/slideLayout375.xml><?xml version="1.0" encoding="utf-8"?>
<p:sldLayout xmlns:a="http://schemas.openxmlformats.org/drawingml/2006/main" xmlns:r="http://schemas.openxmlformats.org/officeDocument/2006/relationships" xmlns:p="http://schemas.openxmlformats.org/presentationml/2006/main" showMasterSp="0" preserve="1" userDrawn="1">
  <p:cSld name="1/4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24384000" cy="381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3" y="539496"/>
            <a:ext cx="6484402"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2"/>
            <a:ext cx="521104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2"/>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2"/>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9" name="Picture 8">
            <a:extLst>
              <a:ext uri="{FF2B5EF4-FFF2-40B4-BE49-F238E27FC236}">
                <a16:creationId xmlns:a16="http://schemas.microsoft.com/office/drawing/2014/main" id="{18F9BD06-D191-BDCC-0EAC-42370967C2BC}"/>
              </a:ext>
            </a:extLst>
          </p:cNvPr>
          <p:cNvPicPr>
            <a:picLocks noChangeAspect="1"/>
          </p:cNvPicPr>
          <p:nvPr userDrawn="1"/>
        </p:nvPicPr>
        <p:blipFill>
          <a:blip r:embed="rId3"/>
          <a:stretch>
            <a:fillRect/>
          </a:stretch>
        </p:blipFill>
        <p:spPr>
          <a:xfrm rot="10800000">
            <a:off x="7848600" y="0"/>
            <a:ext cx="16535400" cy="3810000"/>
          </a:xfrm>
          <a:prstGeom prst="rect">
            <a:avLst/>
          </a:prstGeom>
        </p:spPr>
      </p:pic>
    </p:spTree>
    <p:extLst>
      <p:ext uri="{BB962C8B-B14F-4D97-AF65-F5344CB8AC3E}">
        <p14:creationId xmlns:p14="http://schemas.microsoft.com/office/powerpoint/2010/main" val="2854702488"/>
      </p:ext>
    </p:extLst>
  </p:cSld>
  <p:clrMapOvr>
    <a:masterClrMapping/>
  </p:clrMapOvr>
</p:sldLayout>
</file>

<file path=ppt/slideLayouts/slideLayout376.xml><?xml version="1.0" encoding="utf-8"?>
<p:sldLayout xmlns:a="http://schemas.openxmlformats.org/drawingml/2006/main" xmlns:r="http://schemas.openxmlformats.org/officeDocument/2006/relationships" xmlns:p="http://schemas.openxmlformats.org/presentationml/2006/main" showMasterSp="0" preserve="1" userDrawn="1">
  <p:cSld name="1/4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24384000" cy="381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3" y="539496"/>
            <a:ext cx="6484402"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3" name="Picture 2">
            <a:extLst>
              <a:ext uri="{FF2B5EF4-FFF2-40B4-BE49-F238E27FC236}">
                <a16:creationId xmlns:a16="http://schemas.microsoft.com/office/drawing/2014/main" id="{C7C982CA-A7CF-7C04-1CB1-C8824A257D5C}"/>
              </a:ext>
            </a:extLst>
          </p:cNvPr>
          <p:cNvPicPr>
            <a:picLocks noChangeAspect="1"/>
          </p:cNvPicPr>
          <p:nvPr userDrawn="1"/>
        </p:nvPicPr>
        <p:blipFill>
          <a:blip r:embed="rId3"/>
          <a:stretch>
            <a:fillRect/>
          </a:stretch>
        </p:blipFill>
        <p:spPr>
          <a:xfrm rot="10800000">
            <a:off x="7848600" y="0"/>
            <a:ext cx="16535400" cy="3810000"/>
          </a:xfrm>
          <a:prstGeom prst="rect">
            <a:avLst/>
          </a:prstGeom>
        </p:spPr>
      </p:pic>
    </p:spTree>
    <p:extLst>
      <p:ext uri="{BB962C8B-B14F-4D97-AF65-F5344CB8AC3E}">
        <p14:creationId xmlns:p14="http://schemas.microsoft.com/office/powerpoint/2010/main" val="4271625791"/>
      </p:ext>
    </p:extLst>
  </p:cSld>
  <p:clrMapOvr>
    <a:masterClrMapping/>
  </p:clrMapOvr>
</p:sldLayout>
</file>

<file path=ppt/slideLayouts/slideLayout377.xml><?xml version="1.0" encoding="utf-8"?>
<p:sldLayout xmlns:a="http://schemas.openxmlformats.org/drawingml/2006/main" xmlns:r="http://schemas.openxmlformats.org/officeDocument/2006/relationships" xmlns:p="http://schemas.openxmlformats.org/presentationml/2006/main" showMasterSp="0" preserve="1" userDrawn="1">
  <p:cSld name="Half Image Slide">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5AE153A-C27C-ED1B-A797-B1AF88EB49A5}"/>
              </a:ext>
            </a:extLst>
          </p:cNvPr>
          <p:cNvPicPr>
            <a:picLocks noChangeAspect="1"/>
          </p:cNvPicPr>
          <p:nvPr userDrawn="1"/>
        </p:nvPicPr>
        <p:blipFill>
          <a:blip r:embed="rId2"/>
          <a:stretch>
            <a:fillRect/>
          </a:stretch>
        </p:blipFill>
        <p:spPr>
          <a:xfrm flipH="1">
            <a:off x="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2" y="3685032"/>
            <a:ext cx="11120928" cy="1169551"/>
          </a:xfrm>
        </p:spPr>
        <p:txBody>
          <a:bodyPr vert="horz" lIns="0" tIns="0" rIns="0" bIns="0" rtlCol="0">
            <a:spAutoFit/>
          </a:bodyPr>
          <a:lstStyle>
            <a:lvl1pPr marL="22226" indent="-22226" algn="l">
              <a:buFontTx/>
              <a:buNone/>
              <a:tabLst/>
              <a:defRPr lang="en-US" sz="3800" dirty="0">
                <a:ln w="3175">
                  <a:noFill/>
                </a:ln>
                <a:solidFill>
                  <a:schemeClr val="bg1"/>
                </a:solidFill>
              </a:defRPr>
            </a:lvl1pPr>
          </a:lstStyle>
          <a:p>
            <a:pPr marL="285750" lvl="0" indent="-285750" fontAlgn="base"/>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695324" y="6759577"/>
            <a:ext cx="11115676" cy="3488134"/>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758459224"/>
      </p:ext>
    </p:extLst>
  </p:cSld>
  <p:clrMapOvr>
    <a:masterClrMapping/>
  </p:clrMapOvr>
</p:sldLayout>
</file>

<file path=ppt/slideLayouts/slideLayout378.xml><?xml version="1.0" encoding="utf-8"?>
<p:sldLayout xmlns:a="http://schemas.openxmlformats.org/drawingml/2006/main" xmlns:r="http://schemas.openxmlformats.org/officeDocument/2006/relationships" xmlns:p="http://schemas.openxmlformats.org/presentationml/2006/main" showMasterSp="0" preserve="1" userDrawn="1">
  <p:cSld name="Half Image Slide - CLEAN">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16E9DF5-DA4D-AF41-F284-D6545E66BD73}"/>
              </a:ext>
            </a:extLst>
          </p:cNvPr>
          <p:cNvPicPr>
            <a:picLocks noChangeAspect="1"/>
          </p:cNvPicPr>
          <p:nvPr userDrawn="1"/>
        </p:nvPicPr>
        <p:blipFill>
          <a:blip r:embed="rId2"/>
          <a:stretch>
            <a:fillRect/>
          </a:stretch>
        </p:blipFill>
        <p:spPr>
          <a:xfrm flipH="1">
            <a:off x="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476389408"/>
      </p:ext>
    </p:extLst>
  </p:cSld>
  <p:clrMapOvr>
    <a:masterClrMapping/>
  </p:clrMapOvr>
</p:sldLayout>
</file>

<file path=ppt/slideLayouts/slideLayout379.xml><?xml version="1.0" encoding="utf-8"?>
<p:sldLayout xmlns:a="http://schemas.openxmlformats.org/drawingml/2006/main" xmlns:r="http://schemas.openxmlformats.org/officeDocument/2006/relationships" xmlns:p="http://schemas.openxmlformats.org/presentationml/2006/main" showMasterSp="0" preserve="1" userDrawn="1">
  <p:cSld name="Half Image Slide 2">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21FBB69-2B1F-1005-8EB3-A8CA021F7215}"/>
              </a:ext>
            </a:extLst>
          </p:cNvPr>
          <p:cNvPicPr>
            <a:picLocks noChangeAspect="1"/>
          </p:cNvPicPr>
          <p:nvPr userDrawn="1"/>
        </p:nvPicPr>
        <p:blipFill>
          <a:blip r:embed="rId2"/>
          <a:stretch>
            <a:fillRect/>
          </a:stretch>
        </p:blipFill>
        <p:spPr>
          <a:xfrm>
            <a:off x="2024380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pic>
        <p:nvPicPr>
          <p:cNvPr id="11" name="Graphic 10">
            <a:extLst>
              <a:ext uri="{FF2B5EF4-FFF2-40B4-BE49-F238E27FC236}">
                <a16:creationId xmlns:a16="http://schemas.microsoft.com/office/drawing/2014/main" id="{560D37C1-D211-7745-B68E-02001098F85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2539172" y="3685032"/>
            <a:ext cx="11120928" cy="1169551"/>
          </a:xfrm>
        </p:spPr>
        <p:txBody>
          <a:bodyPr vert="horz" lIns="0" tIns="0" rIns="0" bIns="0" rtlCol="0">
            <a:sp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125180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12544424" y="6759577"/>
            <a:ext cx="11115676" cy="3488134"/>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Footer Placeholder 4">
            <a:extLst>
              <a:ext uri="{FF2B5EF4-FFF2-40B4-BE49-F238E27FC236}">
                <a16:creationId xmlns:a16="http://schemas.microsoft.com/office/drawing/2014/main" id="{030F3032-5515-C84F-A5D0-90898242F86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FEAC8327-2A21-3A42-BA7B-F64F4DEAA72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725339421"/>
      </p:ext>
    </p:extLst>
  </p:cSld>
  <p:clrMapOvr>
    <a:masterClrMapping/>
  </p:clrMapOvr>
</p:sldLayout>
</file>

<file path=ppt/slideLayouts/slideLayout380.xml><?xml version="1.0" encoding="utf-8"?>
<p:sldLayout xmlns:a="http://schemas.openxmlformats.org/drawingml/2006/main" xmlns:r="http://schemas.openxmlformats.org/officeDocument/2006/relationships" xmlns:p="http://schemas.openxmlformats.org/presentationml/2006/main" showMasterSp="0" preserve="1" userDrawn="1">
  <p:cSld name="Half Image Slide 3">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7E79AC3-2DC9-96CB-4501-666928E88325}"/>
              </a:ext>
            </a:extLst>
          </p:cNvPr>
          <p:cNvPicPr>
            <a:picLocks noChangeAspect="1"/>
          </p:cNvPicPr>
          <p:nvPr userDrawn="1"/>
        </p:nvPicPr>
        <p:blipFill>
          <a:blip r:embed="rId2"/>
          <a:stretch>
            <a:fillRect/>
          </a:stretch>
        </p:blipFill>
        <p:spPr>
          <a:xfrm>
            <a:off x="1219200" y="0"/>
            <a:ext cx="23164800" cy="13716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4" y="3685032"/>
            <a:ext cx="5215428" cy="2339102"/>
          </a:xfrm>
        </p:spPr>
        <p:txBody>
          <a:bodyPr vert="horz" lIns="0" tIns="0" rIns="0" bIns="0" rtlCol="0">
            <a:sp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18453100" y="621792"/>
            <a:ext cx="5207000" cy="4042132"/>
          </a:xfrm>
        </p:spPr>
        <p:txBody>
          <a:bodyPr vert="horz" lIns="0" tIns="0" rIns="0" bIns="0" rtlCol="0">
            <a:spAutoFit/>
          </a:bodyPr>
          <a:lstStyle>
            <a:lvl1pPr marL="285750" marR="0" indent="-285750"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smtClean="0">
                <a:solidFill>
                  <a:schemeClr val="bg1"/>
                </a:solidFill>
              </a:defRPr>
            </a:lvl1pPr>
            <a:lvl2pPr marL="857250" marR="0" indent="-290514"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2pPr>
            <a:lvl3pPr marL="1428750" marR="0" indent="-295276"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3pPr>
            <a:lvl4pPr marL="2000250" marR="0" indent="-300038"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4pPr>
            <a:lvl5pPr marL="2571750" marR="0" indent="-304800"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spAutoFit/>
          </a:bodyPr>
          <a:lstStyle>
            <a:lvl1pPr>
              <a:defRPr>
                <a:ln w="9525">
                  <a:noFill/>
                </a:ln>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38317098-BF10-BA42-A3E5-65C0634430A9}"/>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B4D4954A-7D78-384F-A44A-7BC1E849140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49BE3EAB-DEA7-184A-90BB-B4E1E574417C}"/>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752554931"/>
      </p:ext>
    </p:extLst>
  </p:cSld>
  <p:clrMapOvr>
    <a:masterClrMapping/>
  </p:clrMapOvr>
</p:sldLayout>
</file>

<file path=ppt/slideLayouts/slideLayout381.xml><?xml version="1.0" encoding="utf-8"?>
<p:sldLayout xmlns:a="http://schemas.openxmlformats.org/drawingml/2006/main" xmlns:r="http://schemas.openxmlformats.org/officeDocument/2006/relationships" xmlns:p="http://schemas.openxmlformats.org/presentationml/2006/main" showMasterSp="0" userDrawn="1">
  <p:cSld name="Breaker">
    <p:bg>
      <p:bgPr>
        <a:solidFill>
          <a:srgbClr val="EB0000"/>
        </a:solidFill>
        <a:effectLst/>
      </p:bgPr>
    </p:bg>
    <p:spTree>
      <p:nvGrpSpPr>
        <p:cNvPr id="1" name=""/>
        <p:cNvGrpSpPr/>
        <p:nvPr/>
      </p:nvGrpSpPr>
      <p:grpSpPr>
        <a:xfrm>
          <a:off x="0" y="0"/>
          <a:ext cx="0" cy="0"/>
          <a:chOff x="0" y="0"/>
          <a:chExt cx="0" cy="0"/>
        </a:xfrm>
      </p:grpSpPr>
      <p:sp>
        <p:nvSpPr>
          <p:cNvPr id="2" name="Do not remove" hidden="1">
            <a:extLst>
              <a:ext uri="{FF2B5EF4-FFF2-40B4-BE49-F238E27FC236}">
                <a16:creationId xmlns:a16="http://schemas.microsoft.com/office/drawing/2014/main" id="{043DE420-8D0F-08AC-8010-59FF6CB700A5}"/>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tx2"/>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723901" y="653291"/>
            <a:ext cx="11160126" cy="4200146"/>
          </a:xfrm>
          <a:noFill/>
          <a:ln>
            <a:noFill/>
          </a:ln>
        </p:spPr>
        <p:txBody>
          <a:bodyPr vert="horz" lIns="0" tIns="0" rIns="0" bIns="0" rtlCol="0" anchor="b">
            <a:noAutofit/>
          </a:bodyPr>
          <a:lstStyle>
            <a:lvl1pPr marL="0" indent="0" fontAlgn="base">
              <a:lnSpc>
                <a:spcPct val="112000"/>
              </a:lnSpc>
              <a:spcBef>
                <a:spcPts val="0"/>
              </a:spcBef>
              <a:buNone/>
              <a:defRPr lang="en-US" sz="9000" kern="1200" dirty="0" smtClean="0">
                <a:ln w="3175">
                  <a:noFill/>
                </a:ln>
                <a:solidFill>
                  <a:schemeClr val="bg1"/>
                </a:solidFill>
                <a:latin typeface="+mj-lt"/>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758826" y="4998536"/>
            <a:ext cx="11125200" cy="1627188"/>
          </a:xfrm>
        </p:spPr>
        <p:txBody>
          <a:bodyPr vert="horz" lIns="0" tIns="0" rIns="0" bIns="0" rtlCol="0" anchor="t">
            <a:noAutofit/>
          </a:bodyPr>
          <a:lstStyle>
            <a:lvl1pPr marL="0" indent="0">
              <a:buNone/>
              <a:defRPr lang="en-US" sz="5200" dirty="0">
                <a:ln>
                  <a:noFill/>
                </a:ln>
                <a:solidFill>
                  <a:schemeClr val="bg1"/>
                </a:solidFill>
              </a:defRPr>
            </a:lvl1pPr>
          </a:lstStyle>
          <a:p>
            <a:pPr lvl="0"/>
            <a:r>
              <a:rPr lang="en-US"/>
              <a:t>All titles/subtitles are sentence case</a:t>
            </a:r>
          </a:p>
        </p:txBody>
      </p:sp>
      <p:sp>
        <p:nvSpPr>
          <p:cNvPr id="6" name="Freeform 5">
            <a:extLst>
              <a:ext uri="{FF2B5EF4-FFF2-40B4-BE49-F238E27FC236}">
                <a16:creationId xmlns:a16="http://schemas.microsoft.com/office/drawing/2014/main" id="{B96AE158-57F3-42F7-BA5B-F9CAC8029C8B}"/>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pic>
        <p:nvPicPr>
          <p:cNvPr id="11" name="Graphic 10">
            <a:extLst>
              <a:ext uri="{FF2B5EF4-FFF2-40B4-BE49-F238E27FC236}">
                <a16:creationId xmlns:a16="http://schemas.microsoft.com/office/drawing/2014/main" id="{E2097F27-DC5D-B0F0-CE35-0D1889844CE1}"/>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9159050" y="11386529"/>
            <a:ext cx="4567724" cy="2058482"/>
          </a:xfrm>
          <a:prstGeom prst="rect">
            <a:avLst/>
          </a:prstGeom>
        </p:spPr>
      </p:pic>
    </p:spTree>
    <p:extLst>
      <p:ext uri="{BB962C8B-B14F-4D97-AF65-F5344CB8AC3E}">
        <p14:creationId xmlns:p14="http://schemas.microsoft.com/office/powerpoint/2010/main" val="3962912488"/>
      </p:ext>
    </p:extLst>
  </p:cSld>
  <p:clrMapOvr>
    <a:masterClrMapping/>
  </p:clrMapOvr>
</p:sldLayout>
</file>

<file path=ppt/slideLayouts/slideLayout382.xml><?xml version="1.0" encoding="utf-8"?>
<p:sldLayout xmlns:a="http://schemas.openxmlformats.org/drawingml/2006/main" xmlns:r="http://schemas.openxmlformats.org/officeDocument/2006/relationships" xmlns:p="http://schemas.openxmlformats.org/presentationml/2006/main" showMasterSp="0" userDrawn="1">
  <p:cSld name="6_Single Column - Clouds">
    <p:spTree>
      <p:nvGrpSpPr>
        <p:cNvPr id="1" name=""/>
        <p:cNvGrpSpPr/>
        <p:nvPr/>
      </p:nvGrpSpPr>
      <p:grpSpPr>
        <a:xfrm>
          <a:off x="0" y="0"/>
          <a:ext cx="0" cy="0"/>
          <a:chOff x="0" y="0"/>
          <a:chExt cx="0" cy="0"/>
        </a:xfrm>
      </p:grpSpPr>
      <p:sp>
        <p:nvSpPr>
          <p:cNvPr id="3" name="Do not remove" hidden="1">
            <a:extLst>
              <a:ext uri="{FF2B5EF4-FFF2-40B4-BE49-F238E27FC236}">
                <a16:creationId xmlns:a16="http://schemas.microsoft.com/office/drawing/2014/main" id="{5A1D9BC3-452F-9EA4-DF34-837D316BE2C0}"/>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tx2"/>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12192000" cy="13716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b="0" i="0">
                <a:latin typeface="Fira Sans Light" panose="020B0403050000020004" pitchFamily="34" charset="0"/>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b="0" i="0">
                <a:latin typeface="Fira Sans Light" panose="020B0403050000020004" pitchFamily="34" charset="0"/>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b="0" i="0">
                <a:latin typeface="Fira Sans Light" panose="020B0403050000020004" pitchFamily="34" charset="0"/>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b="0" i="0">
                <a:latin typeface="Fira Sans Light" panose="020B0403050000020004" pitchFamily="34" charset="0"/>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b="0" i="0">
                <a:latin typeface="Fira Sans Light" panose="020B0403050000020004" pitchFamily="34" charset="0"/>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b="0" i="0" kern="1200" dirty="0">
                <a:ln w="3175">
                  <a:noFill/>
                </a:ln>
                <a:solidFill>
                  <a:schemeClr val="bg1"/>
                </a:solidFill>
                <a:latin typeface="Fira Sans Medium" panose="020B0503050000020004" pitchFamily="34" charset="0"/>
                <a:ea typeface="Fira Sans Medium" panose="020B0503050000020004" pitchFamily="34" charset="0"/>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66569142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slideLayout" Target="../slideLayouts/slideLayout35.xml"/><Relationship Id="rId36" Type="http://schemas.openxmlformats.org/officeDocument/2006/relationships/slideLayout" Target="../slideLayouts/slideLayout36.xml"/><Relationship Id="rId37" Type="http://schemas.openxmlformats.org/officeDocument/2006/relationships/slideLayout" Target="../slideLayouts/slideLayout37.xml"/><Relationship Id="rId38" Type="http://schemas.openxmlformats.org/officeDocument/2006/relationships/slideLayout" Target="../slideLayouts/slideLayout38.xml"/><Relationship Id="rId39" Type="http://schemas.openxmlformats.org/officeDocument/2006/relationships/slideLayout" Target="../slideLayouts/slideLayout39.xml"/><Relationship Id="rId40" Type="http://schemas.openxmlformats.org/officeDocument/2006/relationships/slideLayout" Target="../slideLayouts/slideLayout40.xml"/><Relationship Id="rId41" Type="http://schemas.openxmlformats.org/officeDocument/2006/relationships/slideLayout" Target="../slideLayouts/slideLayout41.xml"/><Relationship Id="rId42" Type="http://schemas.openxmlformats.org/officeDocument/2006/relationships/slideLayout" Target="../slideLayouts/slideLayout42.xml"/><Relationship Id="rId43" Type="http://schemas.openxmlformats.org/officeDocument/2006/relationships/slideLayout" Target="../slideLayouts/slideLayout43.xml"/><Relationship Id="rId44" Type="http://schemas.openxmlformats.org/officeDocument/2006/relationships/theme" Target="../theme/theme1.xml"/><Relationship Id="rId45" Type="http://schemas.openxmlformats.org/officeDocument/2006/relationships/image" Target="../media/image1.svg"/><Relationship Id="rId46" Type="http://schemas.openxmlformats.org/officeDocument/2006/relationships/image" Target="../media/image2.pn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44.xml"/><Relationship Id="rId2" Type="http://schemas.openxmlformats.org/officeDocument/2006/relationships/slideLayout" Target="../slideLayouts/slideLayout45.xml"/><Relationship Id="rId3" Type="http://schemas.openxmlformats.org/officeDocument/2006/relationships/slideLayout" Target="../slideLayouts/slideLayout46.xml"/><Relationship Id="rId4" Type="http://schemas.openxmlformats.org/officeDocument/2006/relationships/slideLayout" Target="../slideLayouts/slideLayout47.xml"/><Relationship Id="rId5" Type="http://schemas.openxmlformats.org/officeDocument/2006/relationships/slideLayout" Target="../slideLayouts/slideLayout48.xml"/><Relationship Id="rId6" Type="http://schemas.openxmlformats.org/officeDocument/2006/relationships/slideLayout" Target="../slideLayouts/slideLayout49.xml"/><Relationship Id="rId7" Type="http://schemas.openxmlformats.org/officeDocument/2006/relationships/slideLayout" Target="../slideLayouts/slideLayout50.xml"/><Relationship Id="rId8" Type="http://schemas.openxmlformats.org/officeDocument/2006/relationships/slideLayout" Target="../slideLayouts/slideLayout51.xml"/><Relationship Id="rId9" Type="http://schemas.openxmlformats.org/officeDocument/2006/relationships/slideLayout" Target="../slideLayouts/slideLayout52.xml"/><Relationship Id="rId10" Type="http://schemas.openxmlformats.org/officeDocument/2006/relationships/slideLayout" Target="../slideLayouts/slideLayout53.xml"/><Relationship Id="rId11" Type="http://schemas.openxmlformats.org/officeDocument/2006/relationships/slideLayout" Target="../slideLayouts/slideLayout54.xml"/><Relationship Id="rId12" Type="http://schemas.openxmlformats.org/officeDocument/2006/relationships/slideLayout" Target="../slideLayouts/slideLayout55.xml"/><Relationship Id="rId13" Type="http://schemas.openxmlformats.org/officeDocument/2006/relationships/slideLayout" Target="../slideLayouts/slideLayout56.xml"/><Relationship Id="rId14" Type="http://schemas.openxmlformats.org/officeDocument/2006/relationships/theme" Target="../theme/theme2.xml"/><Relationship Id="rId15" Type="http://schemas.openxmlformats.org/officeDocument/2006/relationships/image" Target="../media/image15.svg"/></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57.xml"/><Relationship Id="rId2" Type="http://schemas.openxmlformats.org/officeDocument/2006/relationships/slideLayout" Target="../slideLayouts/slideLayout58.xml"/><Relationship Id="rId3" Type="http://schemas.openxmlformats.org/officeDocument/2006/relationships/slideLayout" Target="../slideLayouts/slideLayout59.xml"/><Relationship Id="rId4" Type="http://schemas.openxmlformats.org/officeDocument/2006/relationships/slideLayout" Target="../slideLayouts/slideLayout60.xml"/><Relationship Id="rId5" Type="http://schemas.openxmlformats.org/officeDocument/2006/relationships/slideLayout" Target="../slideLayouts/slideLayout61.xml"/><Relationship Id="rId6" Type="http://schemas.openxmlformats.org/officeDocument/2006/relationships/slideLayout" Target="../slideLayouts/slideLayout62.xml"/><Relationship Id="rId7" Type="http://schemas.openxmlformats.org/officeDocument/2006/relationships/slideLayout" Target="../slideLayouts/slideLayout63.xml"/><Relationship Id="rId8" Type="http://schemas.openxmlformats.org/officeDocument/2006/relationships/slideLayout" Target="../slideLayouts/slideLayout64.xml"/><Relationship Id="rId9" Type="http://schemas.openxmlformats.org/officeDocument/2006/relationships/slideLayout" Target="../slideLayouts/slideLayout65.xml"/><Relationship Id="rId10" Type="http://schemas.openxmlformats.org/officeDocument/2006/relationships/slideLayout" Target="../slideLayouts/slideLayout66.xml"/><Relationship Id="rId11" Type="http://schemas.openxmlformats.org/officeDocument/2006/relationships/slideLayout" Target="../slideLayouts/slideLayout67.xml"/><Relationship Id="rId12" Type="http://schemas.openxmlformats.org/officeDocument/2006/relationships/slideLayout" Target="../slideLayouts/slideLayout68.xml"/><Relationship Id="rId13" Type="http://schemas.openxmlformats.org/officeDocument/2006/relationships/slideLayout" Target="../slideLayouts/slideLayout69.xml"/><Relationship Id="rId14" Type="http://schemas.openxmlformats.org/officeDocument/2006/relationships/slideLayout" Target="../slideLayouts/slideLayout70.xml"/><Relationship Id="rId15" Type="http://schemas.openxmlformats.org/officeDocument/2006/relationships/slideLayout" Target="../slideLayouts/slideLayout71.xml"/><Relationship Id="rId16" Type="http://schemas.openxmlformats.org/officeDocument/2006/relationships/slideLayout" Target="../slideLayouts/slideLayout72.xml"/><Relationship Id="rId17" Type="http://schemas.openxmlformats.org/officeDocument/2006/relationships/slideLayout" Target="../slideLayouts/slideLayout73.xml"/><Relationship Id="rId18" Type="http://schemas.openxmlformats.org/officeDocument/2006/relationships/slideLayout" Target="../slideLayouts/slideLayout74.xml"/><Relationship Id="rId19" Type="http://schemas.openxmlformats.org/officeDocument/2006/relationships/slideLayout" Target="../slideLayouts/slideLayout75.xml"/><Relationship Id="rId20" Type="http://schemas.openxmlformats.org/officeDocument/2006/relationships/slideLayout" Target="../slideLayouts/slideLayout76.xml"/><Relationship Id="rId21" Type="http://schemas.openxmlformats.org/officeDocument/2006/relationships/slideLayout" Target="../slideLayouts/slideLayout77.xml"/><Relationship Id="rId22" Type="http://schemas.openxmlformats.org/officeDocument/2006/relationships/slideLayout" Target="../slideLayouts/slideLayout78.xml"/><Relationship Id="rId23" Type="http://schemas.openxmlformats.org/officeDocument/2006/relationships/slideLayout" Target="../slideLayouts/slideLayout79.xml"/><Relationship Id="rId24" Type="http://schemas.openxmlformats.org/officeDocument/2006/relationships/slideLayout" Target="../slideLayouts/slideLayout80.xml"/><Relationship Id="rId25" Type="http://schemas.openxmlformats.org/officeDocument/2006/relationships/slideLayout" Target="../slideLayouts/slideLayout81.xml"/><Relationship Id="rId26" Type="http://schemas.openxmlformats.org/officeDocument/2006/relationships/theme" Target="../theme/theme3.xml"/><Relationship Id="rId27" Type="http://schemas.openxmlformats.org/officeDocument/2006/relationships/image" Target="../media/image12.svg"/></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82.xml"/><Relationship Id="rId2" Type="http://schemas.openxmlformats.org/officeDocument/2006/relationships/slideLayout" Target="../slideLayouts/slideLayout83.xml"/><Relationship Id="rId3" Type="http://schemas.openxmlformats.org/officeDocument/2006/relationships/slideLayout" Target="../slideLayouts/slideLayout84.xml"/><Relationship Id="rId4" Type="http://schemas.openxmlformats.org/officeDocument/2006/relationships/slideLayout" Target="../slideLayouts/slideLayout85.xml"/><Relationship Id="rId5" Type="http://schemas.openxmlformats.org/officeDocument/2006/relationships/slideLayout" Target="../slideLayouts/slideLayout86.xml"/><Relationship Id="rId6" Type="http://schemas.openxmlformats.org/officeDocument/2006/relationships/slideLayout" Target="../slideLayouts/slideLayout87.xml"/><Relationship Id="rId7" Type="http://schemas.openxmlformats.org/officeDocument/2006/relationships/slideLayout" Target="../slideLayouts/slideLayout88.xml"/><Relationship Id="rId8" Type="http://schemas.openxmlformats.org/officeDocument/2006/relationships/slideLayout" Target="../slideLayouts/slideLayout89.xml"/><Relationship Id="rId9" Type="http://schemas.openxmlformats.org/officeDocument/2006/relationships/slideLayout" Target="../slideLayouts/slideLayout90.xml"/><Relationship Id="rId10" Type="http://schemas.openxmlformats.org/officeDocument/2006/relationships/slideLayout" Target="../slideLayouts/slideLayout91.xml"/><Relationship Id="rId11" Type="http://schemas.openxmlformats.org/officeDocument/2006/relationships/slideLayout" Target="../slideLayouts/slideLayout92.xml"/><Relationship Id="rId12" Type="http://schemas.openxmlformats.org/officeDocument/2006/relationships/slideLayout" Target="../slideLayouts/slideLayout93.xml"/><Relationship Id="rId13" Type="http://schemas.openxmlformats.org/officeDocument/2006/relationships/slideLayout" Target="../slideLayouts/slideLayout94.xml"/><Relationship Id="rId14" Type="http://schemas.openxmlformats.org/officeDocument/2006/relationships/slideLayout" Target="../slideLayouts/slideLayout95.xml"/><Relationship Id="rId15" Type="http://schemas.openxmlformats.org/officeDocument/2006/relationships/slideLayout" Target="../slideLayouts/slideLayout96.xml"/><Relationship Id="rId16" Type="http://schemas.openxmlformats.org/officeDocument/2006/relationships/slideLayout" Target="../slideLayouts/slideLayout97.xml"/><Relationship Id="rId17" Type="http://schemas.openxmlformats.org/officeDocument/2006/relationships/slideLayout" Target="../slideLayouts/slideLayout98.xml"/><Relationship Id="rId18" Type="http://schemas.openxmlformats.org/officeDocument/2006/relationships/slideLayout" Target="../slideLayouts/slideLayout99.xml"/><Relationship Id="rId19" Type="http://schemas.openxmlformats.org/officeDocument/2006/relationships/slideLayout" Target="../slideLayouts/slideLayout100.xml"/><Relationship Id="rId20" Type="http://schemas.openxmlformats.org/officeDocument/2006/relationships/slideLayout" Target="../slideLayouts/slideLayout101.xml"/><Relationship Id="rId21" Type="http://schemas.openxmlformats.org/officeDocument/2006/relationships/slideLayout" Target="../slideLayouts/slideLayout102.xml"/><Relationship Id="rId22" Type="http://schemas.openxmlformats.org/officeDocument/2006/relationships/slideLayout" Target="../slideLayouts/slideLayout103.xml"/><Relationship Id="rId23" Type="http://schemas.openxmlformats.org/officeDocument/2006/relationships/slideLayout" Target="../slideLayouts/slideLayout104.xml"/><Relationship Id="rId24" Type="http://schemas.openxmlformats.org/officeDocument/2006/relationships/slideLayout" Target="../slideLayouts/slideLayout105.xml"/><Relationship Id="rId25" Type="http://schemas.openxmlformats.org/officeDocument/2006/relationships/slideLayout" Target="../slideLayouts/slideLayout106.xml"/><Relationship Id="rId26" Type="http://schemas.openxmlformats.org/officeDocument/2006/relationships/slideLayout" Target="../slideLayouts/slideLayout107.xml"/><Relationship Id="rId27" Type="http://schemas.openxmlformats.org/officeDocument/2006/relationships/slideLayout" Target="../slideLayouts/slideLayout108.xml"/><Relationship Id="rId28" Type="http://schemas.openxmlformats.org/officeDocument/2006/relationships/slideLayout" Target="../slideLayouts/slideLayout109.xml"/><Relationship Id="rId29" Type="http://schemas.openxmlformats.org/officeDocument/2006/relationships/slideLayout" Target="../slideLayouts/slideLayout110.xml"/><Relationship Id="rId30" Type="http://schemas.openxmlformats.org/officeDocument/2006/relationships/theme" Target="../theme/theme4.xml"/><Relationship Id="rId31" Type="http://schemas.openxmlformats.org/officeDocument/2006/relationships/image" Target="../media/image1.svg"/><Relationship Id="rId32" Type="http://schemas.openxmlformats.org/officeDocument/2006/relationships/image" Target="../media/image2.png"/></Relationships>
</file>

<file path=ppt/slideMasters/_rels/slideMaster5.xml.rels><?xml version='1.0' encoding='UTF-8' standalone='yes'?>
<Relationships xmlns="http://schemas.openxmlformats.org/package/2006/relationships"><Relationship Id="rId1" Type="http://schemas.openxmlformats.org/officeDocument/2006/relationships/slideLayout" Target="../slideLayouts/slideLayout111.xml"/><Relationship Id="rId2" Type="http://schemas.openxmlformats.org/officeDocument/2006/relationships/slideLayout" Target="../slideLayouts/slideLayout112.xml"/><Relationship Id="rId3" Type="http://schemas.openxmlformats.org/officeDocument/2006/relationships/slideLayout" Target="../slideLayouts/slideLayout113.xml"/><Relationship Id="rId4" Type="http://schemas.openxmlformats.org/officeDocument/2006/relationships/slideLayout" Target="../slideLayouts/slideLayout114.xml"/><Relationship Id="rId5" Type="http://schemas.openxmlformats.org/officeDocument/2006/relationships/slideLayout" Target="../slideLayouts/slideLayout115.xml"/><Relationship Id="rId6" Type="http://schemas.openxmlformats.org/officeDocument/2006/relationships/slideLayout" Target="../slideLayouts/slideLayout116.xml"/><Relationship Id="rId7" Type="http://schemas.openxmlformats.org/officeDocument/2006/relationships/slideLayout" Target="../slideLayouts/slideLayout117.xml"/><Relationship Id="rId8" Type="http://schemas.openxmlformats.org/officeDocument/2006/relationships/slideLayout" Target="../slideLayouts/slideLayout118.xml"/><Relationship Id="rId9" Type="http://schemas.openxmlformats.org/officeDocument/2006/relationships/slideLayout" Target="../slideLayouts/slideLayout119.xml"/><Relationship Id="rId10" Type="http://schemas.openxmlformats.org/officeDocument/2006/relationships/slideLayout" Target="../slideLayouts/slideLayout120.xml"/><Relationship Id="rId11" Type="http://schemas.openxmlformats.org/officeDocument/2006/relationships/slideLayout" Target="../slideLayouts/slideLayout121.xml"/><Relationship Id="rId12" Type="http://schemas.openxmlformats.org/officeDocument/2006/relationships/slideLayout" Target="../slideLayouts/slideLayout122.xml"/><Relationship Id="rId13" Type="http://schemas.openxmlformats.org/officeDocument/2006/relationships/slideLayout" Target="../slideLayouts/slideLayout123.xml"/><Relationship Id="rId14" Type="http://schemas.openxmlformats.org/officeDocument/2006/relationships/slideLayout" Target="../slideLayouts/slideLayout124.xml"/><Relationship Id="rId15" Type="http://schemas.openxmlformats.org/officeDocument/2006/relationships/slideLayout" Target="../slideLayouts/slideLayout125.xml"/><Relationship Id="rId16" Type="http://schemas.openxmlformats.org/officeDocument/2006/relationships/slideLayout" Target="../slideLayouts/slideLayout126.xml"/><Relationship Id="rId17" Type="http://schemas.openxmlformats.org/officeDocument/2006/relationships/slideLayout" Target="../slideLayouts/slideLayout127.xml"/><Relationship Id="rId18" Type="http://schemas.openxmlformats.org/officeDocument/2006/relationships/slideLayout" Target="../slideLayouts/slideLayout128.xml"/><Relationship Id="rId19" Type="http://schemas.openxmlformats.org/officeDocument/2006/relationships/slideLayout" Target="../slideLayouts/slideLayout129.xml"/><Relationship Id="rId20" Type="http://schemas.openxmlformats.org/officeDocument/2006/relationships/slideLayout" Target="../slideLayouts/slideLayout130.xml"/><Relationship Id="rId21" Type="http://schemas.openxmlformats.org/officeDocument/2006/relationships/slideLayout" Target="../slideLayouts/slideLayout131.xml"/><Relationship Id="rId22" Type="http://schemas.openxmlformats.org/officeDocument/2006/relationships/slideLayout" Target="../slideLayouts/slideLayout132.xml"/><Relationship Id="rId23" Type="http://schemas.openxmlformats.org/officeDocument/2006/relationships/slideLayout" Target="../slideLayouts/slideLayout133.xml"/><Relationship Id="rId24" Type="http://schemas.openxmlformats.org/officeDocument/2006/relationships/slideLayout" Target="../slideLayouts/slideLayout134.xml"/><Relationship Id="rId25" Type="http://schemas.openxmlformats.org/officeDocument/2006/relationships/slideLayout" Target="../slideLayouts/slideLayout135.xml"/><Relationship Id="rId26" Type="http://schemas.openxmlformats.org/officeDocument/2006/relationships/slideLayout" Target="../slideLayouts/slideLayout136.xml"/><Relationship Id="rId27" Type="http://schemas.openxmlformats.org/officeDocument/2006/relationships/slideLayout" Target="../slideLayouts/slideLayout137.xml"/><Relationship Id="rId28" Type="http://schemas.openxmlformats.org/officeDocument/2006/relationships/slideLayout" Target="../slideLayouts/slideLayout138.xml"/><Relationship Id="rId29" Type="http://schemas.openxmlformats.org/officeDocument/2006/relationships/theme" Target="../theme/theme5.xml"/><Relationship Id="rId30" Type="http://schemas.openxmlformats.org/officeDocument/2006/relationships/image" Target="../media/image1.svg"/><Relationship Id="rId31" Type="http://schemas.openxmlformats.org/officeDocument/2006/relationships/image" Target="../media/image2.png"/></Relationships>
</file>

<file path=ppt/slideMasters/_rels/slideMaster6.xml.rels><?xml version='1.0' encoding='UTF-8' standalone='yes'?>
<Relationships xmlns="http://schemas.openxmlformats.org/package/2006/relationships"><Relationship Id="rId1" Type="http://schemas.openxmlformats.org/officeDocument/2006/relationships/slideLayout" Target="../slideLayouts/slideLayout139.xml"/><Relationship Id="rId2" Type="http://schemas.openxmlformats.org/officeDocument/2006/relationships/slideLayout" Target="../slideLayouts/slideLayout140.xml"/><Relationship Id="rId3" Type="http://schemas.openxmlformats.org/officeDocument/2006/relationships/slideLayout" Target="../slideLayouts/slideLayout141.xml"/><Relationship Id="rId4" Type="http://schemas.openxmlformats.org/officeDocument/2006/relationships/slideLayout" Target="../slideLayouts/slideLayout142.xml"/><Relationship Id="rId5" Type="http://schemas.openxmlformats.org/officeDocument/2006/relationships/slideLayout" Target="../slideLayouts/slideLayout143.xml"/><Relationship Id="rId6" Type="http://schemas.openxmlformats.org/officeDocument/2006/relationships/slideLayout" Target="../slideLayouts/slideLayout144.xml"/><Relationship Id="rId7" Type="http://schemas.openxmlformats.org/officeDocument/2006/relationships/slideLayout" Target="../slideLayouts/slideLayout145.xml"/><Relationship Id="rId8" Type="http://schemas.openxmlformats.org/officeDocument/2006/relationships/slideLayout" Target="../slideLayouts/slideLayout146.xml"/><Relationship Id="rId9" Type="http://schemas.openxmlformats.org/officeDocument/2006/relationships/slideLayout" Target="../slideLayouts/slideLayout147.xml"/><Relationship Id="rId10" Type="http://schemas.openxmlformats.org/officeDocument/2006/relationships/slideLayout" Target="../slideLayouts/slideLayout148.xml"/><Relationship Id="rId11" Type="http://schemas.openxmlformats.org/officeDocument/2006/relationships/slideLayout" Target="../slideLayouts/slideLayout149.xml"/><Relationship Id="rId12" Type="http://schemas.openxmlformats.org/officeDocument/2006/relationships/slideLayout" Target="../slideLayouts/slideLayout150.xml"/><Relationship Id="rId13" Type="http://schemas.openxmlformats.org/officeDocument/2006/relationships/slideLayout" Target="../slideLayouts/slideLayout151.xml"/><Relationship Id="rId14" Type="http://schemas.openxmlformats.org/officeDocument/2006/relationships/theme" Target="../theme/theme6.xml"/><Relationship Id="rId15" Type="http://schemas.openxmlformats.org/officeDocument/2006/relationships/image" Target="../media/image1.svg"/></Relationships>
</file>

<file path=ppt/slideMasters/_rels/slideMaster7.xml.rels><?xml version='1.0' encoding='UTF-8' standalone='yes'?>
<Relationships xmlns="http://schemas.openxmlformats.org/package/2006/relationships"><Relationship Id="rId1" Type="http://schemas.openxmlformats.org/officeDocument/2006/relationships/slideLayout" Target="../slideLayouts/slideLayout152.xml"/><Relationship Id="rId2" Type="http://schemas.openxmlformats.org/officeDocument/2006/relationships/slideLayout" Target="../slideLayouts/slideLayout153.xml"/><Relationship Id="rId3" Type="http://schemas.openxmlformats.org/officeDocument/2006/relationships/slideLayout" Target="../slideLayouts/slideLayout154.xml"/><Relationship Id="rId4" Type="http://schemas.openxmlformats.org/officeDocument/2006/relationships/slideLayout" Target="../slideLayouts/slideLayout155.xml"/><Relationship Id="rId5" Type="http://schemas.openxmlformats.org/officeDocument/2006/relationships/slideLayout" Target="../slideLayouts/slideLayout156.xml"/><Relationship Id="rId6" Type="http://schemas.openxmlformats.org/officeDocument/2006/relationships/slideLayout" Target="../slideLayouts/slideLayout157.xml"/><Relationship Id="rId7" Type="http://schemas.openxmlformats.org/officeDocument/2006/relationships/slideLayout" Target="../slideLayouts/slideLayout158.xml"/><Relationship Id="rId8" Type="http://schemas.openxmlformats.org/officeDocument/2006/relationships/slideLayout" Target="../slideLayouts/slideLayout159.xml"/><Relationship Id="rId9" Type="http://schemas.openxmlformats.org/officeDocument/2006/relationships/slideLayout" Target="../slideLayouts/slideLayout160.xml"/><Relationship Id="rId10" Type="http://schemas.openxmlformats.org/officeDocument/2006/relationships/slideLayout" Target="../slideLayouts/slideLayout161.xml"/><Relationship Id="rId11" Type="http://schemas.openxmlformats.org/officeDocument/2006/relationships/slideLayout" Target="../slideLayouts/slideLayout162.xml"/><Relationship Id="rId12" Type="http://schemas.openxmlformats.org/officeDocument/2006/relationships/slideLayout" Target="../slideLayouts/slideLayout163.xml"/><Relationship Id="rId13" Type="http://schemas.openxmlformats.org/officeDocument/2006/relationships/slideLayout" Target="../slideLayouts/slideLayout164.xml"/><Relationship Id="rId14" Type="http://schemas.openxmlformats.org/officeDocument/2006/relationships/slideLayout" Target="../slideLayouts/slideLayout165.xml"/><Relationship Id="rId15" Type="http://schemas.openxmlformats.org/officeDocument/2006/relationships/slideLayout" Target="../slideLayouts/slideLayout166.xml"/><Relationship Id="rId16" Type="http://schemas.openxmlformats.org/officeDocument/2006/relationships/slideLayout" Target="../slideLayouts/slideLayout167.xml"/><Relationship Id="rId17" Type="http://schemas.openxmlformats.org/officeDocument/2006/relationships/slideLayout" Target="../slideLayouts/slideLayout168.xml"/><Relationship Id="rId18" Type="http://schemas.openxmlformats.org/officeDocument/2006/relationships/slideLayout" Target="../slideLayouts/slideLayout169.xml"/><Relationship Id="rId19" Type="http://schemas.openxmlformats.org/officeDocument/2006/relationships/slideLayout" Target="../slideLayouts/slideLayout170.xml"/><Relationship Id="rId20" Type="http://schemas.openxmlformats.org/officeDocument/2006/relationships/slideLayout" Target="../slideLayouts/slideLayout171.xml"/><Relationship Id="rId21" Type="http://schemas.openxmlformats.org/officeDocument/2006/relationships/slideLayout" Target="../slideLayouts/slideLayout172.xml"/><Relationship Id="rId22" Type="http://schemas.openxmlformats.org/officeDocument/2006/relationships/slideLayout" Target="../slideLayouts/slideLayout173.xml"/><Relationship Id="rId23" Type="http://schemas.openxmlformats.org/officeDocument/2006/relationships/slideLayout" Target="../slideLayouts/slideLayout174.xml"/><Relationship Id="rId24" Type="http://schemas.openxmlformats.org/officeDocument/2006/relationships/slideLayout" Target="../slideLayouts/slideLayout175.xml"/><Relationship Id="rId25" Type="http://schemas.openxmlformats.org/officeDocument/2006/relationships/slideLayout" Target="../slideLayouts/slideLayout176.xml"/><Relationship Id="rId26" Type="http://schemas.openxmlformats.org/officeDocument/2006/relationships/slideLayout" Target="../slideLayouts/slideLayout177.xml"/><Relationship Id="rId27" Type="http://schemas.openxmlformats.org/officeDocument/2006/relationships/slideLayout" Target="../slideLayouts/slideLayout178.xml"/><Relationship Id="rId28" Type="http://schemas.openxmlformats.org/officeDocument/2006/relationships/slideLayout" Target="../slideLayouts/slideLayout179.xml"/><Relationship Id="rId29" Type="http://schemas.openxmlformats.org/officeDocument/2006/relationships/slideLayout" Target="../slideLayouts/slideLayout180.xml"/><Relationship Id="rId30" Type="http://schemas.openxmlformats.org/officeDocument/2006/relationships/slideLayout" Target="../slideLayouts/slideLayout181.xml"/><Relationship Id="rId31" Type="http://schemas.openxmlformats.org/officeDocument/2006/relationships/slideLayout" Target="../slideLayouts/slideLayout182.xml"/><Relationship Id="rId32" Type="http://schemas.openxmlformats.org/officeDocument/2006/relationships/theme" Target="../theme/theme7.xml"/><Relationship Id="rId33" Type="http://schemas.openxmlformats.org/officeDocument/2006/relationships/image" Target="../media/image1.svg"/><Relationship Id="rId34" Type="http://schemas.openxmlformats.org/officeDocument/2006/relationships/image" Target="../media/image2.png"/></Relationships>
</file>

<file path=ppt/slideMasters/_rels/slideMaster8.xml.rels><?xml version='1.0' encoding='UTF-8' standalone='yes'?>
<Relationships xmlns="http://schemas.openxmlformats.org/package/2006/relationships"><Relationship Id="rId1" Type="http://schemas.openxmlformats.org/officeDocument/2006/relationships/slideLayout" Target="../slideLayouts/slideLayout183.xml"/><Relationship Id="rId2" Type="http://schemas.openxmlformats.org/officeDocument/2006/relationships/slideLayout" Target="../slideLayouts/slideLayout184.xml"/><Relationship Id="rId3" Type="http://schemas.openxmlformats.org/officeDocument/2006/relationships/slideLayout" Target="../slideLayouts/slideLayout185.xml"/><Relationship Id="rId4" Type="http://schemas.openxmlformats.org/officeDocument/2006/relationships/slideLayout" Target="../slideLayouts/slideLayout186.xml"/><Relationship Id="rId5" Type="http://schemas.openxmlformats.org/officeDocument/2006/relationships/slideLayout" Target="../slideLayouts/slideLayout187.xml"/><Relationship Id="rId6" Type="http://schemas.openxmlformats.org/officeDocument/2006/relationships/slideLayout" Target="../slideLayouts/slideLayout188.xml"/><Relationship Id="rId7" Type="http://schemas.openxmlformats.org/officeDocument/2006/relationships/slideLayout" Target="../slideLayouts/slideLayout189.xml"/><Relationship Id="rId8" Type="http://schemas.openxmlformats.org/officeDocument/2006/relationships/slideLayout" Target="../slideLayouts/slideLayout190.xml"/><Relationship Id="rId9" Type="http://schemas.openxmlformats.org/officeDocument/2006/relationships/slideLayout" Target="../slideLayouts/slideLayout191.xml"/><Relationship Id="rId10" Type="http://schemas.openxmlformats.org/officeDocument/2006/relationships/slideLayout" Target="../slideLayouts/slideLayout192.xml"/><Relationship Id="rId11" Type="http://schemas.openxmlformats.org/officeDocument/2006/relationships/slideLayout" Target="../slideLayouts/slideLayout193.xml"/><Relationship Id="rId12" Type="http://schemas.openxmlformats.org/officeDocument/2006/relationships/slideLayout" Target="../slideLayouts/slideLayout194.xml"/><Relationship Id="rId13" Type="http://schemas.openxmlformats.org/officeDocument/2006/relationships/slideLayout" Target="../slideLayouts/slideLayout195.xml"/><Relationship Id="rId14" Type="http://schemas.openxmlformats.org/officeDocument/2006/relationships/slideLayout" Target="../slideLayouts/slideLayout196.xml"/><Relationship Id="rId15" Type="http://schemas.openxmlformats.org/officeDocument/2006/relationships/slideLayout" Target="../slideLayouts/slideLayout197.xml"/><Relationship Id="rId16" Type="http://schemas.openxmlformats.org/officeDocument/2006/relationships/slideLayout" Target="../slideLayouts/slideLayout198.xml"/><Relationship Id="rId17" Type="http://schemas.openxmlformats.org/officeDocument/2006/relationships/theme" Target="../theme/theme8.xml"/><Relationship Id="rId18" Type="http://schemas.openxmlformats.org/officeDocument/2006/relationships/image" Target="../media/image1.svg"/></Relationships>
</file>

<file path=ppt/slideMasters/_rels/slideMaster9.xml.rels><?xml version='1.0' encoding='UTF-8' standalone='yes'?>
<Relationships xmlns="http://schemas.openxmlformats.org/package/2006/relationships"><Relationship Id="rId1" Type="http://schemas.openxmlformats.org/officeDocument/2006/relationships/slideLayout" Target="../slideLayouts/slideLayout199.xml"/><Relationship Id="rId2" Type="http://schemas.openxmlformats.org/officeDocument/2006/relationships/slideLayout" Target="../slideLayouts/slideLayout200.xml"/><Relationship Id="rId3" Type="http://schemas.openxmlformats.org/officeDocument/2006/relationships/slideLayout" Target="../slideLayouts/slideLayout201.xml"/><Relationship Id="rId4" Type="http://schemas.openxmlformats.org/officeDocument/2006/relationships/slideLayout" Target="../slideLayouts/slideLayout202.xml"/><Relationship Id="rId5" Type="http://schemas.openxmlformats.org/officeDocument/2006/relationships/slideLayout" Target="../slideLayouts/slideLayout203.xml"/><Relationship Id="rId6" Type="http://schemas.openxmlformats.org/officeDocument/2006/relationships/slideLayout" Target="../slideLayouts/slideLayout204.xml"/><Relationship Id="rId7" Type="http://schemas.openxmlformats.org/officeDocument/2006/relationships/slideLayout" Target="../slideLayouts/slideLayout205.xml"/><Relationship Id="rId8" Type="http://schemas.openxmlformats.org/officeDocument/2006/relationships/slideLayout" Target="../slideLayouts/slideLayout206.xml"/><Relationship Id="rId9" Type="http://schemas.openxmlformats.org/officeDocument/2006/relationships/slideLayout" Target="../slideLayouts/slideLayout207.xml"/><Relationship Id="rId10" Type="http://schemas.openxmlformats.org/officeDocument/2006/relationships/slideLayout" Target="../slideLayouts/slideLayout208.xml"/><Relationship Id="rId11" Type="http://schemas.openxmlformats.org/officeDocument/2006/relationships/slideLayout" Target="../slideLayouts/slideLayout209.xml"/><Relationship Id="rId12" Type="http://schemas.openxmlformats.org/officeDocument/2006/relationships/slideLayout" Target="../slideLayouts/slideLayout210.xml"/><Relationship Id="rId13" Type="http://schemas.openxmlformats.org/officeDocument/2006/relationships/slideLayout" Target="../slideLayouts/slideLayout211.xml"/><Relationship Id="rId14" Type="http://schemas.openxmlformats.org/officeDocument/2006/relationships/slideLayout" Target="../slideLayouts/slideLayout212.xml"/><Relationship Id="rId15" Type="http://schemas.openxmlformats.org/officeDocument/2006/relationships/slideLayout" Target="../slideLayouts/slideLayout213.xml"/><Relationship Id="rId16" Type="http://schemas.openxmlformats.org/officeDocument/2006/relationships/slideLayout" Target="../slideLayouts/slideLayout214.xml"/><Relationship Id="rId17" Type="http://schemas.openxmlformats.org/officeDocument/2006/relationships/slideLayout" Target="../slideLayouts/slideLayout215.xml"/><Relationship Id="rId18" Type="http://schemas.openxmlformats.org/officeDocument/2006/relationships/slideLayout" Target="../slideLayouts/slideLayout216.xml"/><Relationship Id="rId19" Type="http://schemas.openxmlformats.org/officeDocument/2006/relationships/slideLayout" Target="../slideLayouts/slideLayout217.xml"/><Relationship Id="rId20" Type="http://schemas.openxmlformats.org/officeDocument/2006/relationships/slideLayout" Target="../slideLayouts/slideLayout218.xml"/><Relationship Id="rId21" Type="http://schemas.openxmlformats.org/officeDocument/2006/relationships/slideLayout" Target="../slideLayouts/slideLayout219.xml"/><Relationship Id="rId22" Type="http://schemas.openxmlformats.org/officeDocument/2006/relationships/slideLayout" Target="../slideLayouts/slideLayout220.xml"/><Relationship Id="rId23" Type="http://schemas.openxmlformats.org/officeDocument/2006/relationships/slideLayout" Target="../slideLayouts/slideLayout221.xml"/><Relationship Id="rId24" Type="http://schemas.openxmlformats.org/officeDocument/2006/relationships/slideLayout" Target="../slideLayouts/slideLayout222.xml"/><Relationship Id="rId25" Type="http://schemas.openxmlformats.org/officeDocument/2006/relationships/slideLayout" Target="../slideLayouts/slideLayout223.xml"/><Relationship Id="rId26" Type="http://schemas.openxmlformats.org/officeDocument/2006/relationships/slideLayout" Target="../slideLayouts/slideLayout224.xml"/><Relationship Id="rId27" Type="http://schemas.openxmlformats.org/officeDocument/2006/relationships/slideLayout" Target="../slideLayouts/slideLayout225.xml"/><Relationship Id="rId28" Type="http://schemas.openxmlformats.org/officeDocument/2006/relationships/slideLayout" Target="../slideLayouts/slideLayout226.xml"/><Relationship Id="rId29" Type="http://schemas.openxmlformats.org/officeDocument/2006/relationships/slideLayout" Target="../slideLayouts/slideLayout227.xml"/><Relationship Id="rId30" Type="http://schemas.openxmlformats.org/officeDocument/2006/relationships/slideLayout" Target="../slideLayouts/slideLayout228.xml"/><Relationship Id="rId31" Type="http://schemas.openxmlformats.org/officeDocument/2006/relationships/slideLayout" Target="../slideLayouts/slideLayout229.xml"/><Relationship Id="rId32" Type="http://schemas.openxmlformats.org/officeDocument/2006/relationships/slideLayout" Target="../slideLayouts/slideLayout230.xml"/><Relationship Id="rId33" Type="http://schemas.openxmlformats.org/officeDocument/2006/relationships/slideLayout" Target="../slideLayouts/slideLayout231.xml"/><Relationship Id="rId34" Type="http://schemas.openxmlformats.org/officeDocument/2006/relationships/slideLayout" Target="../slideLayouts/slideLayout232.xml"/><Relationship Id="rId35" Type="http://schemas.openxmlformats.org/officeDocument/2006/relationships/slideLayout" Target="../slideLayouts/slideLayout233.xml"/><Relationship Id="rId36" Type="http://schemas.openxmlformats.org/officeDocument/2006/relationships/slideLayout" Target="../slideLayouts/slideLayout234.xml"/><Relationship Id="rId37" Type="http://schemas.openxmlformats.org/officeDocument/2006/relationships/slideLayout" Target="../slideLayouts/slideLayout235.xml"/><Relationship Id="rId38" Type="http://schemas.openxmlformats.org/officeDocument/2006/relationships/slideLayout" Target="../slideLayouts/slideLayout236.xml"/><Relationship Id="rId39" Type="http://schemas.openxmlformats.org/officeDocument/2006/relationships/slideLayout" Target="../slideLayouts/slideLayout237.xml"/><Relationship Id="rId40" Type="http://schemas.openxmlformats.org/officeDocument/2006/relationships/slideLayout" Target="../slideLayouts/slideLayout238.xml"/><Relationship Id="rId41" Type="http://schemas.openxmlformats.org/officeDocument/2006/relationships/theme" Target="../theme/theme9.xml"/></Relationships>
</file>

<file path=ppt/slideMasters/_rels/slideMaster10.xml.rels><?xml version='1.0' encoding='UTF-8' standalone='yes'?>
<Relationships xmlns="http://schemas.openxmlformats.org/package/2006/relationships"><Relationship Id="rId1" Type="http://schemas.openxmlformats.org/officeDocument/2006/relationships/slideLayout" Target="../slideLayouts/slideLayout239.xml"/><Relationship Id="rId2" Type="http://schemas.openxmlformats.org/officeDocument/2006/relationships/slideLayout" Target="../slideLayouts/slideLayout240.xml"/><Relationship Id="rId3" Type="http://schemas.openxmlformats.org/officeDocument/2006/relationships/slideLayout" Target="../slideLayouts/slideLayout241.xml"/><Relationship Id="rId4" Type="http://schemas.openxmlformats.org/officeDocument/2006/relationships/slideLayout" Target="../slideLayouts/slideLayout242.xml"/><Relationship Id="rId5" Type="http://schemas.openxmlformats.org/officeDocument/2006/relationships/slideLayout" Target="../slideLayouts/slideLayout243.xml"/><Relationship Id="rId6" Type="http://schemas.openxmlformats.org/officeDocument/2006/relationships/slideLayout" Target="../slideLayouts/slideLayout244.xml"/><Relationship Id="rId7" Type="http://schemas.openxmlformats.org/officeDocument/2006/relationships/slideLayout" Target="../slideLayouts/slideLayout245.xml"/><Relationship Id="rId8" Type="http://schemas.openxmlformats.org/officeDocument/2006/relationships/slideLayout" Target="../slideLayouts/slideLayout246.xml"/><Relationship Id="rId9" Type="http://schemas.openxmlformats.org/officeDocument/2006/relationships/slideLayout" Target="../slideLayouts/slideLayout247.xml"/><Relationship Id="rId10" Type="http://schemas.openxmlformats.org/officeDocument/2006/relationships/slideLayout" Target="../slideLayouts/slideLayout248.xml"/><Relationship Id="rId11" Type="http://schemas.openxmlformats.org/officeDocument/2006/relationships/slideLayout" Target="../slideLayouts/slideLayout249.xml"/><Relationship Id="rId12" Type="http://schemas.openxmlformats.org/officeDocument/2006/relationships/slideLayout" Target="../slideLayouts/slideLayout250.xml"/><Relationship Id="rId13" Type="http://schemas.openxmlformats.org/officeDocument/2006/relationships/slideLayout" Target="../slideLayouts/slideLayout251.xml"/><Relationship Id="rId14" Type="http://schemas.openxmlformats.org/officeDocument/2006/relationships/slideLayout" Target="../slideLayouts/slideLayout252.xml"/><Relationship Id="rId15" Type="http://schemas.openxmlformats.org/officeDocument/2006/relationships/slideLayout" Target="../slideLayouts/slideLayout253.xml"/><Relationship Id="rId16" Type="http://schemas.openxmlformats.org/officeDocument/2006/relationships/slideLayout" Target="../slideLayouts/slideLayout254.xml"/><Relationship Id="rId17" Type="http://schemas.openxmlformats.org/officeDocument/2006/relationships/slideLayout" Target="../slideLayouts/slideLayout255.xml"/><Relationship Id="rId18" Type="http://schemas.openxmlformats.org/officeDocument/2006/relationships/slideLayout" Target="../slideLayouts/slideLayout256.xml"/><Relationship Id="rId19" Type="http://schemas.openxmlformats.org/officeDocument/2006/relationships/slideLayout" Target="../slideLayouts/slideLayout257.xml"/><Relationship Id="rId20" Type="http://schemas.openxmlformats.org/officeDocument/2006/relationships/slideLayout" Target="../slideLayouts/slideLayout258.xml"/><Relationship Id="rId21" Type="http://schemas.openxmlformats.org/officeDocument/2006/relationships/slideLayout" Target="../slideLayouts/slideLayout259.xml"/><Relationship Id="rId22" Type="http://schemas.openxmlformats.org/officeDocument/2006/relationships/slideLayout" Target="../slideLayouts/slideLayout260.xml"/><Relationship Id="rId23" Type="http://schemas.openxmlformats.org/officeDocument/2006/relationships/slideLayout" Target="../slideLayouts/slideLayout261.xml"/><Relationship Id="rId24" Type="http://schemas.openxmlformats.org/officeDocument/2006/relationships/slideLayout" Target="../slideLayouts/slideLayout262.xml"/><Relationship Id="rId25" Type="http://schemas.openxmlformats.org/officeDocument/2006/relationships/slideLayout" Target="../slideLayouts/slideLayout263.xml"/><Relationship Id="rId26" Type="http://schemas.openxmlformats.org/officeDocument/2006/relationships/slideLayout" Target="../slideLayouts/slideLayout264.xml"/><Relationship Id="rId27" Type="http://schemas.openxmlformats.org/officeDocument/2006/relationships/slideLayout" Target="../slideLayouts/slideLayout265.xml"/><Relationship Id="rId28" Type="http://schemas.openxmlformats.org/officeDocument/2006/relationships/slideLayout" Target="../slideLayouts/slideLayout266.xml"/><Relationship Id="rId29" Type="http://schemas.openxmlformats.org/officeDocument/2006/relationships/slideLayout" Target="../slideLayouts/slideLayout267.xml"/><Relationship Id="rId30" Type="http://schemas.openxmlformats.org/officeDocument/2006/relationships/slideLayout" Target="../slideLayouts/slideLayout268.xml"/><Relationship Id="rId31" Type="http://schemas.openxmlformats.org/officeDocument/2006/relationships/slideLayout" Target="../slideLayouts/slideLayout269.xml"/><Relationship Id="rId32" Type="http://schemas.openxmlformats.org/officeDocument/2006/relationships/slideLayout" Target="../slideLayouts/slideLayout270.xml"/><Relationship Id="rId33" Type="http://schemas.openxmlformats.org/officeDocument/2006/relationships/slideLayout" Target="../slideLayouts/slideLayout271.xml"/><Relationship Id="rId34" Type="http://schemas.openxmlformats.org/officeDocument/2006/relationships/slideLayout" Target="../slideLayouts/slideLayout272.xml"/><Relationship Id="rId35" Type="http://schemas.openxmlformats.org/officeDocument/2006/relationships/slideLayout" Target="../slideLayouts/slideLayout273.xml"/><Relationship Id="rId36" Type="http://schemas.openxmlformats.org/officeDocument/2006/relationships/slideLayout" Target="../slideLayouts/slideLayout274.xml"/><Relationship Id="rId37" Type="http://schemas.openxmlformats.org/officeDocument/2006/relationships/slideLayout" Target="../slideLayouts/slideLayout275.xml"/><Relationship Id="rId38" Type="http://schemas.openxmlformats.org/officeDocument/2006/relationships/slideLayout" Target="../slideLayouts/slideLayout276.xml"/><Relationship Id="rId39" Type="http://schemas.openxmlformats.org/officeDocument/2006/relationships/slideLayout" Target="../slideLayouts/slideLayout277.xml"/><Relationship Id="rId40" Type="http://schemas.openxmlformats.org/officeDocument/2006/relationships/slideLayout" Target="../slideLayouts/slideLayout278.xml"/><Relationship Id="rId41" Type="http://schemas.openxmlformats.org/officeDocument/2006/relationships/slideLayout" Target="../slideLayouts/slideLayout279.xml"/><Relationship Id="rId42" Type="http://schemas.openxmlformats.org/officeDocument/2006/relationships/slideLayout" Target="../slideLayouts/slideLayout280.xml"/><Relationship Id="rId43" Type="http://schemas.openxmlformats.org/officeDocument/2006/relationships/theme" Target="../theme/theme10.xml"/><Relationship Id="rId44" Type="http://schemas.openxmlformats.org/officeDocument/2006/relationships/image" Target="../media/image14.emf"/></Relationships>
</file>

<file path=ppt/slideMasters/_rels/slideMaster11.xml.rels><?xml version='1.0' encoding='UTF-8' standalone='yes'?>
<Relationships xmlns="http://schemas.openxmlformats.org/package/2006/relationships"><Relationship Id="rId1" Type="http://schemas.openxmlformats.org/officeDocument/2006/relationships/slideLayout" Target="../slideLayouts/slideLayout281.xml"/><Relationship Id="rId2" Type="http://schemas.openxmlformats.org/officeDocument/2006/relationships/slideLayout" Target="../slideLayouts/slideLayout282.xml"/><Relationship Id="rId3" Type="http://schemas.openxmlformats.org/officeDocument/2006/relationships/slideLayout" Target="../slideLayouts/slideLayout283.xml"/><Relationship Id="rId4" Type="http://schemas.openxmlformats.org/officeDocument/2006/relationships/slideLayout" Target="../slideLayouts/slideLayout284.xml"/><Relationship Id="rId5" Type="http://schemas.openxmlformats.org/officeDocument/2006/relationships/slideLayout" Target="../slideLayouts/slideLayout285.xml"/><Relationship Id="rId6" Type="http://schemas.openxmlformats.org/officeDocument/2006/relationships/slideLayout" Target="../slideLayouts/slideLayout286.xml"/><Relationship Id="rId7" Type="http://schemas.openxmlformats.org/officeDocument/2006/relationships/slideLayout" Target="../slideLayouts/slideLayout287.xml"/><Relationship Id="rId8" Type="http://schemas.openxmlformats.org/officeDocument/2006/relationships/slideLayout" Target="../slideLayouts/slideLayout288.xml"/><Relationship Id="rId9" Type="http://schemas.openxmlformats.org/officeDocument/2006/relationships/slideLayout" Target="../slideLayouts/slideLayout289.xml"/><Relationship Id="rId10" Type="http://schemas.openxmlformats.org/officeDocument/2006/relationships/slideLayout" Target="../slideLayouts/slideLayout290.xml"/><Relationship Id="rId11" Type="http://schemas.openxmlformats.org/officeDocument/2006/relationships/slideLayout" Target="../slideLayouts/slideLayout291.xml"/><Relationship Id="rId12" Type="http://schemas.openxmlformats.org/officeDocument/2006/relationships/slideLayout" Target="../slideLayouts/slideLayout292.xml"/><Relationship Id="rId13" Type="http://schemas.openxmlformats.org/officeDocument/2006/relationships/slideLayout" Target="../slideLayouts/slideLayout293.xml"/><Relationship Id="rId14" Type="http://schemas.openxmlformats.org/officeDocument/2006/relationships/slideLayout" Target="../slideLayouts/slideLayout294.xml"/><Relationship Id="rId15" Type="http://schemas.openxmlformats.org/officeDocument/2006/relationships/slideLayout" Target="../slideLayouts/slideLayout295.xml"/><Relationship Id="rId16" Type="http://schemas.openxmlformats.org/officeDocument/2006/relationships/slideLayout" Target="../slideLayouts/slideLayout296.xml"/><Relationship Id="rId17" Type="http://schemas.openxmlformats.org/officeDocument/2006/relationships/slideLayout" Target="../slideLayouts/slideLayout297.xml"/><Relationship Id="rId18" Type="http://schemas.openxmlformats.org/officeDocument/2006/relationships/slideLayout" Target="../slideLayouts/slideLayout298.xml"/><Relationship Id="rId19" Type="http://schemas.openxmlformats.org/officeDocument/2006/relationships/slideLayout" Target="../slideLayouts/slideLayout299.xml"/><Relationship Id="rId20" Type="http://schemas.openxmlformats.org/officeDocument/2006/relationships/slideLayout" Target="../slideLayouts/slideLayout300.xml"/><Relationship Id="rId21" Type="http://schemas.openxmlformats.org/officeDocument/2006/relationships/slideLayout" Target="../slideLayouts/slideLayout301.xml"/><Relationship Id="rId22" Type="http://schemas.openxmlformats.org/officeDocument/2006/relationships/slideLayout" Target="../slideLayouts/slideLayout302.xml"/><Relationship Id="rId23" Type="http://schemas.openxmlformats.org/officeDocument/2006/relationships/slideLayout" Target="../slideLayouts/slideLayout303.xml"/><Relationship Id="rId24" Type="http://schemas.openxmlformats.org/officeDocument/2006/relationships/slideLayout" Target="../slideLayouts/slideLayout304.xml"/><Relationship Id="rId25" Type="http://schemas.openxmlformats.org/officeDocument/2006/relationships/slideLayout" Target="../slideLayouts/slideLayout305.xml"/><Relationship Id="rId26" Type="http://schemas.openxmlformats.org/officeDocument/2006/relationships/slideLayout" Target="../slideLayouts/slideLayout306.xml"/><Relationship Id="rId27" Type="http://schemas.openxmlformats.org/officeDocument/2006/relationships/slideLayout" Target="../slideLayouts/slideLayout307.xml"/><Relationship Id="rId28" Type="http://schemas.openxmlformats.org/officeDocument/2006/relationships/slideLayout" Target="../slideLayouts/slideLayout308.xml"/><Relationship Id="rId29" Type="http://schemas.openxmlformats.org/officeDocument/2006/relationships/slideLayout" Target="../slideLayouts/slideLayout309.xml"/><Relationship Id="rId30" Type="http://schemas.openxmlformats.org/officeDocument/2006/relationships/slideLayout" Target="../slideLayouts/slideLayout310.xml"/><Relationship Id="rId31" Type="http://schemas.openxmlformats.org/officeDocument/2006/relationships/slideLayout" Target="../slideLayouts/slideLayout311.xml"/><Relationship Id="rId32" Type="http://schemas.openxmlformats.org/officeDocument/2006/relationships/slideLayout" Target="../slideLayouts/slideLayout312.xml"/><Relationship Id="rId33" Type="http://schemas.openxmlformats.org/officeDocument/2006/relationships/slideLayout" Target="../slideLayouts/slideLayout313.xml"/><Relationship Id="rId34" Type="http://schemas.openxmlformats.org/officeDocument/2006/relationships/slideLayout" Target="../slideLayouts/slideLayout314.xml"/><Relationship Id="rId35" Type="http://schemas.openxmlformats.org/officeDocument/2006/relationships/slideLayout" Target="../slideLayouts/slideLayout315.xml"/><Relationship Id="rId36" Type="http://schemas.openxmlformats.org/officeDocument/2006/relationships/slideLayout" Target="../slideLayouts/slideLayout316.xml"/><Relationship Id="rId37" Type="http://schemas.openxmlformats.org/officeDocument/2006/relationships/slideLayout" Target="../slideLayouts/slideLayout317.xml"/><Relationship Id="rId38" Type="http://schemas.openxmlformats.org/officeDocument/2006/relationships/slideLayout" Target="../slideLayouts/slideLayout318.xml"/><Relationship Id="rId39" Type="http://schemas.openxmlformats.org/officeDocument/2006/relationships/slideLayout" Target="../slideLayouts/slideLayout319.xml"/><Relationship Id="rId40" Type="http://schemas.openxmlformats.org/officeDocument/2006/relationships/slideLayout" Target="../slideLayouts/slideLayout320.xml"/><Relationship Id="rId41" Type="http://schemas.openxmlformats.org/officeDocument/2006/relationships/theme" Target="../theme/theme11.xml"/><Relationship Id="rId42" Type="http://schemas.openxmlformats.org/officeDocument/2006/relationships/image" Target="../media/image14.emf"/></Relationships>
</file>

<file path=ppt/slideMasters/_rels/slideMaster12.xml.rels><?xml version='1.0' encoding='UTF-8' standalone='yes'?>
<Relationships xmlns="http://schemas.openxmlformats.org/package/2006/relationships"><Relationship Id="rId1" Type="http://schemas.openxmlformats.org/officeDocument/2006/relationships/slideLayout" Target="../slideLayouts/slideLayout321.xml"/><Relationship Id="rId2" Type="http://schemas.openxmlformats.org/officeDocument/2006/relationships/slideLayout" Target="../slideLayouts/slideLayout322.xml"/><Relationship Id="rId3" Type="http://schemas.openxmlformats.org/officeDocument/2006/relationships/slideLayout" Target="../slideLayouts/slideLayout323.xml"/><Relationship Id="rId4" Type="http://schemas.openxmlformats.org/officeDocument/2006/relationships/slideLayout" Target="../slideLayouts/slideLayout324.xml"/><Relationship Id="rId5" Type="http://schemas.openxmlformats.org/officeDocument/2006/relationships/slideLayout" Target="../slideLayouts/slideLayout325.xml"/><Relationship Id="rId6" Type="http://schemas.openxmlformats.org/officeDocument/2006/relationships/slideLayout" Target="../slideLayouts/slideLayout326.xml"/><Relationship Id="rId7" Type="http://schemas.openxmlformats.org/officeDocument/2006/relationships/slideLayout" Target="../slideLayouts/slideLayout327.xml"/><Relationship Id="rId8" Type="http://schemas.openxmlformats.org/officeDocument/2006/relationships/slideLayout" Target="../slideLayouts/slideLayout328.xml"/><Relationship Id="rId9" Type="http://schemas.openxmlformats.org/officeDocument/2006/relationships/slideLayout" Target="../slideLayouts/slideLayout329.xml"/><Relationship Id="rId10" Type="http://schemas.openxmlformats.org/officeDocument/2006/relationships/slideLayout" Target="../slideLayouts/slideLayout330.xml"/><Relationship Id="rId11" Type="http://schemas.openxmlformats.org/officeDocument/2006/relationships/slideLayout" Target="../slideLayouts/slideLayout331.xml"/><Relationship Id="rId12" Type="http://schemas.openxmlformats.org/officeDocument/2006/relationships/slideLayout" Target="../slideLayouts/slideLayout332.xml"/><Relationship Id="rId13" Type="http://schemas.openxmlformats.org/officeDocument/2006/relationships/slideLayout" Target="../slideLayouts/slideLayout333.xml"/><Relationship Id="rId14" Type="http://schemas.openxmlformats.org/officeDocument/2006/relationships/slideLayout" Target="../slideLayouts/slideLayout334.xml"/><Relationship Id="rId15" Type="http://schemas.openxmlformats.org/officeDocument/2006/relationships/slideLayout" Target="../slideLayouts/slideLayout335.xml"/><Relationship Id="rId16" Type="http://schemas.openxmlformats.org/officeDocument/2006/relationships/slideLayout" Target="../slideLayouts/slideLayout336.xml"/><Relationship Id="rId17" Type="http://schemas.openxmlformats.org/officeDocument/2006/relationships/slideLayout" Target="../slideLayouts/slideLayout337.xml"/><Relationship Id="rId18" Type="http://schemas.openxmlformats.org/officeDocument/2006/relationships/slideLayout" Target="../slideLayouts/slideLayout338.xml"/><Relationship Id="rId19" Type="http://schemas.openxmlformats.org/officeDocument/2006/relationships/slideLayout" Target="../slideLayouts/slideLayout339.xml"/><Relationship Id="rId20" Type="http://schemas.openxmlformats.org/officeDocument/2006/relationships/slideLayout" Target="../slideLayouts/slideLayout340.xml"/><Relationship Id="rId21" Type="http://schemas.openxmlformats.org/officeDocument/2006/relationships/slideLayout" Target="../slideLayouts/slideLayout341.xml"/><Relationship Id="rId22" Type="http://schemas.openxmlformats.org/officeDocument/2006/relationships/slideLayout" Target="../slideLayouts/slideLayout342.xml"/><Relationship Id="rId23" Type="http://schemas.openxmlformats.org/officeDocument/2006/relationships/slideLayout" Target="../slideLayouts/slideLayout343.xml"/><Relationship Id="rId24" Type="http://schemas.openxmlformats.org/officeDocument/2006/relationships/slideLayout" Target="../slideLayouts/slideLayout344.xml"/><Relationship Id="rId25" Type="http://schemas.openxmlformats.org/officeDocument/2006/relationships/slideLayout" Target="../slideLayouts/slideLayout345.xml"/><Relationship Id="rId26" Type="http://schemas.openxmlformats.org/officeDocument/2006/relationships/slideLayout" Target="../slideLayouts/slideLayout346.xml"/><Relationship Id="rId27" Type="http://schemas.openxmlformats.org/officeDocument/2006/relationships/slideLayout" Target="../slideLayouts/slideLayout347.xml"/><Relationship Id="rId28" Type="http://schemas.openxmlformats.org/officeDocument/2006/relationships/slideLayout" Target="../slideLayouts/slideLayout348.xml"/><Relationship Id="rId29" Type="http://schemas.openxmlformats.org/officeDocument/2006/relationships/slideLayout" Target="../slideLayouts/slideLayout349.xml"/><Relationship Id="rId30" Type="http://schemas.openxmlformats.org/officeDocument/2006/relationships/slideLayout" Target="../slideLayouts/slideLayout350.xml"/><Relationship Id="rId31" Type="http://schemas.openxmlformats.org/officeDocument/2006/relationships/slideLayout" Target="../slideLayouts/slideLayout351.xml"/><Relationship Id="rId32" Type="http://schemas.openxmlformats.org/officeDocument/2006/relationships/slideLayout" Target="../slideLayouts/slideLayout352.xml"/><Relationship Id="rId33" Type="http://schemas.openxmlformats.org/officeDocument/2006/relationships/theme" Target="../theme/theme12.xml"/><Relationship Id="rId34" Type="http://schemas.openxmlformats.org/officeDocument/2006/relationships/image" Target="../media/image1.svg"/><Relationship Id="rId35" Type="http://schemas.openxmlformats.org/officeDocument/2006/relationships/image" Target="../media/image2.png"/></Relationships>
</file>

<file path=ppt/slideMasters/_rels/slideMaster13.xml.rels><?xml version='1.0' encoding='UTF-8' standalone='yes'?>
<Relationships xmlns="http://schemas.openxmlformats.org/package/2006/relationships"><Relationship Id="rId1" Type="http://schemas.openxmlformats.org/officeDocument/2006/relationships/slideLayout" Target="../slideLayouts/slideLayout353.xml"/><Relationship Id="rId2" Type="http://schemas.openxmlformats.org/officeDocument/2006/relationships/slideLayout" Target="../slideLayouts/slideLayout354.xml"/><Relationship Id="rId3" Type="http://schemas.openxmlformats.org/officeDocument/2006/relationships/slideLayout" Target="../slideLayouts/slideLayout355.xml"/><Relationship Id="rId4" Type="http://schemas.openxmlformats.org/officeDocument/2006/relationships/slideLayout" Target="../slideLayouts/slideLayout356.xml"/><Relationship Id="rId5" Type="http://schemas.openxmlformats.org/officeDocument/2006/relationships/slideLayout" Target="../slideLayouts/slideLayout357.xml"/><Relationship Id="rId6" Type="http://schemas.openxmlformats.org/officeDocument/2006/relationships/slideLayout" Target="../slideLayouts/slideLayout358.xml"/><Relationship Id="rId7" Type="http://schemas.openxmlformats.org/officeDocument/2006/relationships/slideLayout" Target="../slideLayouts/slideLayout359.xml"/><Relationship Id="rId8" Type="http://schemas.openxmlformats.org/officeDocument/2006/relationships/slideLayout" Target="../slideLayouts/slideLayout360.xml"/><Relationship Id="rId9" Type="http://schemas.openxmlformats.org/officeDocument/2006/relationships/slideLayout" Target="../slideLayouts/slideLayout361.xml"/><Relationship Id="rId10" Type="http://schemas.openxmlformats.org/officeDocument/2006/relationships/slideLayout" Target="../slideLayouts/slideLayout362.xml"/><Relationship Id="rId11" Type="http://schemas.openxmlformats.org/officeDocument/2006/relationships/slideLayout" Target="../slideLayouts/slideLayout363.xml"/><Relationship Id="rId12" Type="http://schemas.openxmlformats.org/officeDocument/2006/relationships/slideLayout" Target="../slideLayouts/slideLayout364.xml"/><Relationship Id="rId13" Type="http://schemas.openxmlformats.org/officeDocument/2006/relationships/slideLayout" Target="../slideLayouts/slideLayout365.xml"/><Relationship Id="rId14" Type="http://schemas.openxmlformats.org/officeDocument/2006/relationships/slideLayout" Target="../slideLayouts/slideLayout366.xml"/><Relationship Id="rId15" Type="http://schemas.openxmlformats.org/officeDocument/2006/relationships/slideLayout" Target="../slideLayouts/slideLayout367.xml"/><Relationship Id="rId16" Type="http://schemas.openxmlformats.org/officeDocument/2006/relationships/slideLayout" Target="../slideLayouts/slideLayout368.xml"/><Relationship Id="rId17" Type="http://schemas.openxmlformats.org/officeDocument/2006/relationships/slideLayout" Target="../slideLayouts/slideLayout369.xml"/><Relationship Id="rId18" Type="http://schemas.openxmlformats.org/officeDocument/2006/relationships/slideLayout" Target="../slideLayouts/slideLayout370.xml"/><Relationship Id="rId19" Type="http://schemas.openxmlformats.org/officeDocument/2006/relationships/slideLayout" Target="../slideLayouts/slideLayout371.xml"/><Relationship Id="rId20" Type="http://schemas.openxmlformats.org/officeDocument/2006/relationships/slideLayout" Target="../slideLayouts/slideLayout372.xml"/><Relationship Id="rId21" Type="http://schemas.openxmlformats.org/officeDocument/2006/relationships/slideLayout" Target="../slideLayouts/slideLayout373.xml"/><Relationship Id="rId22" Type="http://schemas.openxmlformats.org/officeDocument/2006/relationships/slideLayout" Target="../slideLayouts/slideLayout374.xml"/><Relationship Id="rId23" Type="http://schemas.openxmlformats.org/officeDocument/2006/relationships/slideLayout" Target="../slideLayouts/slideLayout375.xml"/><Relationship Id="rId24" Type="http://schemas.openxmlformats.org/officeDocument/2006/relationships/slideLayout" Target="../slideLayouts/slideLayout376.xml"/><Relationship Id="rId25" Type="http://schemas.openxmlformats.org/officeDocument/2006/relationships/slideLayout" Target="../slideLayouts/slideLayout377.xml"/><Relationship Id="rId26" Type="http://schemas.openxmlformats.org/officeDocument/2006/relationships/slideLayout" Target="../slideLayouts/slideLayout378.xml"/><Relationship Id="rId27" Type="http://schemas.openxmlformats.org/officeDocument/2006/relationships/slideLayout" Target="../slideLayouts/slideLayout379.xml"/><Relationship Id="rId28" Type="http://schemas.openxmlformats.org/officeDocument/2006/relationships/slideLayout" Target="../slideLayouts/slideLayout380.xml"/><Relationship Id="rId29" Type="http://schemas.openxmlformats.org/officeDocument/2006/relationships/slideLayout" Target="../slideLayouts/slideLayout381.xml"/><Relationship Id="rId30" Type="http://schemas.openxmlformats.org/officeDocument/2006/relationships/slideLayout" Target="../slideLayouts/slideLayout382.xml"/><Relationship Id="rId31" Type="http://schemas.openxmlformats.org/officeDocument/2006/relationships/theme" Target="../theme/theme13.xml"/><Relationship Id="rId32" Type="http://schemas.openxmlformats.org/officeDocument/2006/relationships/image" Target="../media/image1.svg"/><Relationship Id="rId33"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6477003" y="2777164"/>
            <a:ext cx="17160602" cy="3488134"/>
          </a:xfrm>
          <a:prstGeom prst="rect">
            <a:avLst/>
          </a:prstGeom>
        </p:spPr>
        <p:txBody>
          <a:bodyPr vert="horz" lIns="182880" tIns="0" rIns="0" bIns="0" rtlCol="0">
            <a:spAutoFit/>
          </a:body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8" name="Graphic 7">
            <a:extLst>
              <a:ext uri="{FF2B5EF4-FFF2-40B4-BE49-F238E27FC236}">
                <a16:creationId xmlns:a16="http://schemas.microsoft.com/office/drawing/2014/main" id="{C95E05A0-E71F-BF43-B4BD-38F301034068}"/>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45"/>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46C91435-26B4-C74A-8BAF-292D956CE0DF}"/>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1" name="Slide Number Placeholder 5">
            <a:extLst>
              <a:ext uri="{FF2B5EF4-FFF2-40B4-BE49-F238E27FC236}">
                <a16:creationId xmlns:a16="http://schemas.microsoft.com/office/drawing/2014/main" id="{F96E2593-46D0-774F-8813-5D956F8CEA7F}"/>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grpSp>
        <p:nvGrpSpPr>
          <p:cNvPr id="6" name="Group 5">
            <a:extLst>
              <a:ext uri="{FF2B5EF4-FFF2-40B4-BE49-F238E27FC236}">
                <a16:creationId xmlns:a16="http://schemas.microsoft.com/office/drawing/2014/main" id="{7826DB11-539A-2D54-6832-3A322D0E5C56}"/>
              </a:ext>
            </a:extLst>
          </p:cNvPr>
          <p:cNvGrpSpPr/>
          <p:nvPr userDrawn="1"/>
        </p:nvGrpSpPr>
        <p:grpSpPr>
          <a:xfrm>
            <a:off x="1" y="-4805"/>
            <a:ext cx="25334686" cy="2199366"/>
            <a:chOff x="0" y="-2403"/>
            <a:chExt cx="12667343" cy="1099683"/>
          </a:xfrm>
        </p:grpSpPr>
        <p:sp>
          <p:nvSpPr>
            <p:cNvPr id="4" name="Rectangle 3">
              <a:extLst>
                <a:ext uri="{FF2B5EF4-FFF2-40B4-BE49-F238E27FC236}">
                  <a16:creationId xmlns:a16="http://schemas.microsoft.com/office/drawing/2014/main" id="{12682853-E800-7A37-5627-1599E2474ACF}"/>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5" name="Picture 4">
              <a:extLst>
                <a:ext uri="{FF2B5EF4-FFF2-40B4-BE49-F238E27FC236}">
                  <a16:creationId xmlns:a16="http://schemas.microsoft.com/office/drawing/2014/main" id="{8010F62B-25DD-FC98-E2C3-00B9BDF5989B}"/>
                </a:ext>
              </a:extLst>
            </p:cNvPr>
            <p:cNvPicPr>
              <a:picLocks noChangeAspect="1"/>
            </p:cNvPicPr>
            <p:nvPr userDrawn="1"/>
          </p:nvPicPr>
          <p:blipFill rotWithShape="1">
            <a:blip r:embed="rId46"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Placeholder 1"/>
          <p:cNvSpPr>
            <a:spLocks noGrp="1"/>
          </p:cNvSpPr>
          <p:nvPr>
            <p:ph type="title"/>
          </p:nvPr>
        </p:nvSpPr>
        <p:spPr>
          <a:xfrm>
            <a:off x="668994" y="537179"/>
            <a:ext cx="12295892" cy="968086"/>
          </a:xfrm>
          <a:prstGeom prst="rect">
            <a:avLst/>
          </a:prstGeom>
          <a:ln w="12700">
            <a:noFill/>
          </a:ln>
        </p:spPr>
        <p:txBody>
          <a:bodyPr vert="horz" wrap="square" lIns="0" tIns="0" rIns="0" bIns="0" rtlCol="0" anchor="t" anchorCtr="0">
            <a:spAutoFit/>
          </a:bodyPr>
          <a:lstStyle/>
          <a:p>
            <a:r>
              <a:rPr lang="en-US"/>
              <a:t>Click to edit Master title style</a:t>
            </a:r>
          </a:p>
        </p:txBody>
      </p:sp>
    </p:spTree>
    <p:extLst>
      <p:ext uri="{BB962C8B-B14F-4D97-AF65-F5344CB8AC3E}">
        <p14:creationId xmlns:p14="http://schemas.microsoft.com/office/powerpoint/2010/main" val="1558842252"/>
      </p:ext>
    </p:extLst>
  </p:cSld>
  <p:clrMap bg1="lt1" tx1="dk1" bg2="lt2" tx2="dk2" accent1="accent1" accent2="accent2" accent3="accent3" accent4="accent4" accent5="accent5" accent6="accent6" hlink="hlink" folHlink="folHlink"/>
  <p:sldLayoutIdLst>
    <p:sldLayoutId id="2147484074" r:id="rId1"/>
    <p:sldLayoutId id="2147484075" r:id="rId2"/>
    <p:sldLayoutId id="2147484076" r:id="rId3"/>
    <p:sldLayoutId id="2147484077" r:id="rId4"/>
    <p:sldLayoutId id="2147484078" r:id="rId5"/>
    <p:sldLayoutId id="2147484079" r:id="rId6"/>
    <p:sldLayoutId id="2147484080" r:id="rId7"/>
    <p:sldLayoutId id="2147484081" r:id="rId8"/>
    <p:sldLayoutId id="2147484082" r:id="rId9"/>
    <p:sldLayoutId id="2147484083" r:id="rId10"/>
    <p:sldLayoutId id="2147484084" r:id="rId11"/>
    <p:sldLayoutId id="2147484085" r:id="rId12"/>
    <p:sldLayoutId id="2147484086" r:id="rId13"/>
    <p:sldLayoutId id="2147484087" r:id="rId14"/>
    <p:sldLayoutId id="2147484088" r:id="rId15"/>
    <p:sldLayoutId id="2147484089" r:id="rId16"/>
    <p:sldLayoutId id="2147484090" r:id="rId17"/>
    <p:sldLayoutId id="2147484091" r:id="rId18"/>
    <p:sldLayoutId id="2147484092" r:id="rId19"/>
    <p:sldLayoutId id="2147484093" r:id="rId20"/>
    <p:sldLayoutId id="2147484094" r:id="rId21"/>
    <p:sldLayoutId id="2147484095" r:id="rId22"/>
    <p:sldLayoutId id="2147484096" r:id="rId23"/>
    <p:sldLayoutId id="2147484097" r:id="rId24"/>
    <p:sldLayoutId id="2147484098" r:id="rId25"/>
    <p:sldLayoutId id="2147484099" r:id="rId26"/>
    <p:sldLayoutId id="2147484100" r:id="rId27"/>
    <p:sldLayoutId id="2147484101" r:id="rId28"/>
    <p:sldLayoutId id="2147484102" r:id="rId29"/>
    <p:sldLayoutId id="2147484284" r:id="rId30"/>
    <p:sldLayoutId id="2147484465" r:id="rId31"/>
    <p:sldLayoutId id="2147484467" r:id="rId32"/>
    <p:sldLayoutId id="2147484468" r:id="rId33"/>
    <p:sldLayoutId id="2147484469" r:id="rId34"/>
    <p:sldLayoutId id="2147484474" r:id="rId35"/>
    <p:sldLayoutId id="2147484475" r:id="rId36"/>
    <p:sldLayoutId id="2147484476" r:id="rId37"/>
    <p:sldLayoutId id="2147484477" r:id="rId38"/>
    <p:sldLayoutId id="2147484478" r:id="rId39"/>
    <p:sldLayoutId id="2147484480" r:id="rId40"/>
    <p:sldLayoutId id="2147484588" r:id="rId41"/>
    <p:sldLayoutId id="2147484702" r:id="rId42"/>
    <p:sldLayoutId id="2147484769" r:id="rId43"/>
  </p:sldLayoutIdLst>
  <p:hf hdr="0" ftr="0" dt="0"/>
  <p:txStyles>
    <p:titleStyle>
      <a:lvl1pPr algn="l" defTabSz="1828800" rtl="0" eaLnBrk="1" fontAlgn="base" latinLnBrk="0" hangingPunct="1">
        <a:lnSpc>
          <a:spcPct val="110000"/>
        </a:lnSpc>
        <a:spcBef>
          <a:spcPct val="0"/>
        </a:spcBef>
        <a:buNone/>
        <a:defRPr sz="6200" kern="1200">
          <a:ln w="9525">
            <a:noFill/>
          </a:ln>
          <a:solidFill>
            <a:schemeClr val="bg1"/>
          </a:solidFill>
          <a:latin typeface="+mj-lt"/>
          <a:ea typeface="+mj-ea"/>
          <a:cs typeface="+mj-cs"/>
        </a:defRPr>
      </a:lvl1pPr>
    </p:titleStyle>
    <p:body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52">
          <p15:clr>
            <a:srgbClr val="000000"/>
          </p15:clr>
        </p15:guide>
        <p15:guide id="5" orient="horz" pos="228">
          <p15:clr>
            <a:srgbClr val="000000"/>
          </p15:clr>
        </p15:guide>
        <p15:guide id="8" orient="horz" pos="1200">
          <p15:clr>
            <a:srgbClr val="000000"/>
          </p15:clr>
        </p15:guide>
        <p15:guide id="11" orient="horz" pos="2160">
          <p15:clr>
            <a:srgbClr val="000000"/>
          </p15:clr>
        </p15:guide>
        <p15:guide id="14" orient="horz" pos="4092">
          <p15:clr>
            <a:srgbClr val="000000"/>
          </p15:clr>
        </p15:guide>
        <p15:guide id="45" orient="horz" pos="3120">
          <p15:clr>
            <a:srgbClr val="000000"/>
          </p15:clr>
        </p15:guide>
        <p15:guide id="52" pos="2040">
          <p15:clr>
            <a:srgbClr val="000000"/>
          </p15:clr>
        </p15:guide>
        <p15:guide id="55" pos="3840">
          <p15:clr>
            <a:srgbClr val="000000"/>
          </p15:clr>
        </p15:guide>
        <p15:guide id="58" pos="5652">
          <p15:clr>
            <a:srgbClr val="000000"/>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7" name="Graphic 6">
            <a:extLst>
              <a:ext uri="{FF2B5EF4-FFF2-40B4-BE49-F238E27FC236}">
                <a16:creationId xmlns:a16="http://schemas.microsoft.com/office/drawing/2014/main" id="{7531EE93-37B4-654A-9329-82DE10157B0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15"/>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82EB649D-E1E1-3E40-AA99-F9D272BD05A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0FC022FD-C77A-5448-9A3A-A5A3DCD8302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038594422"/>
      </p:ext>
    </p:extLst>
  </p:cSld>
  <p:clrMap bg1="lt1" tx1="dk1" bg2="lt2" tx2="dk2" accent1="accent1" accent2="accent2" accent3="accent3" accent4="accent4" accent5="accent5" accent6="accent6" hlink="hlink" folHlink="folHlink"/>
  <p:sldLayoutIdLst>
    <p:sldLayoutId id="2147484108" r:id="rId1"/>
    <p:sldLayoutId id="2147484109" r:id="rId2"/>
    <p:sldLayoutId id="2147484110" r:id="rId3"/>
    <p:sldLayoutId id="2147484111" r:id="rId4"/>
    <p:sldLayoutId id="2147484112" r:id="rId5"/>
    <p:sldLayoutId id="2147484113" r:id="rId6"/>
    <p:sldLayoutId id="2147484114" r:id="rId7"/>
    <p:sldLayoutId id="2147484115" r:id="rId8"/>
    <p:sldLayoutId id="2147484116" r:id="rId9"/>
    <p:sldLayoutId id="2147484117" r:id="rId10"/>
    <p:sldLayoutId id="2147484118" r:id="rId11"/>
    <p:sldLayoutId id="2147484119" r:id="rId12"/>
    <p:sldLayoutId id="2147484120" r:id="rId13"/>
  </p:sldLayoutIdLst>
  <p:hf hdr="0" ftr="0" dt="0"/>
  <p:txStyles>
    <p:titleStyle>
      <a:lvl1pPr algn="l" defTabSz="1828800" rtl="0" eaLnBrk="1" fontAlgn="base" latinLnBrk="0" hangingPunct="1">
        <a:lnSpc>
          <a:spcPct val="112000"/>
        </a:lnSpc>
        <a:spcBef>
          <a:spcPct val="0"/>
        </a:spcBef>
        <a:buNone/>
        <a:defRPr lang="en-US" sz="9000" kern="1200" dirty="0">
          <a:ln w="9525">
            <a:noFill/>
          </a:ln>
          <a:solidFill>
            <a:schemeClr val="tx2"/>
          </a:solidFill>
          <a:latin typeface="+mj-lt"/>
          <a:ea typeface="+mj-ea"/>
          <a:cs typeface="+mj-cs"/>
        </a:defRPr>
      </a:lvl1pPr>
    </p:titleStyle>
    <p:body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49">
          <p15:clr>
            <a:srgbClr val="000000"/>
          </p15:clr>
        </p15:guide>
        <p15:guide id="5" orient="horz" pos="228">
          <p15:clr>
            <a:srgbClr val="000000"/>
          </p15:clr>
        </p15:guide>
        <p15:guide id="11" orient="horz" pos="3120">
          <p15:clr>
            <a:srgbClr val="000000"/>
          </p15:clr>
        </p15:guide>
        <p15:guide id="14" orient="horz" pos="4092">
          <p15:clr>
            <a:srgbClr val="000000"/>
          </p15:clr>
        </p15:guide>
        <p15:guide id="34" pos="2040">
          <p15:clr>
            <a:srgbClr val="000000"/>
          </p15:clr>
        </p15:guide>
        <p15:guide id="36" pos="3840">
          <p15:clr>
            <a:srgbClr val="000000"/>
          </p15:clr>
        </p15:guide>
        <p15:guide id="38" pos="5652">
          <p15:clr>
            <a:srgbClr val="000000"/>
          </p15:clr>
        </p15:guide>
        <p15:guide id="40" orient="horz" pos="2163">
          <p15:clr>
            <a:srgbClr val="000000"/>
          </p15:clr>
        </p15:guide>
        <p15:guide id="41" orient="horz" pos="1201">
          <p15:clr>
            <a:srgbClr val="000000"/>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rgbClr val="1C1C1C"/>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68995" y="537179"/>
            <a:ext cx="5466338" cy="3062106"/>
          </a:xfrm>
          <a:prstGeom prst="rect">
            <a:avLst/>
          </a:prstGeom>
          <a:ln w="12700">
            <a:noFill/>
          </a:ln>
        </p:spPr>
        <p:txBody>
          <a:bodyPr vert="horz" lIns="0" tIns="0" rIns="0" bIns="0" rtlCol="0" anchor="t" anchorCtr="0">
            <a:noAutofit/>
          </a:bodyPr>
          <a:lstStyle/>
          <a:p>
            <a:r>
              <a:rPr lang="en-US"/>
              <a:t>Click to edit Master title style</a:t>
            </a:r>
          </a:p>
        </p:txBody>
      </p:sp>
      <p:cxnSp>
        <p:nvCxnSpPr>
          <p:cNvPr id="7" name="Straight Connector 6">
            <a:extLst>
              <a:ext uri="{FF2B5EF4-FFF2-40B4-BE49-F238E27FC236}">
                <a16:creationId xmlns:a16="http://schemas.microsoft.com/office/drawing/2014/main" id="{0057071C-1660-4D95-BF58-C9DBC7B98100}"/>
              </a:ext>
            </a:extLst>
          </p:cNvPr>
          <p:cNvCxnSpPr>
            <a:cxnSpLocks/>
          </p:cNvCxnSpPr>
          <p:nvPr userDrawn="1"/>
        </p:nvCxnSpPr>
        <p:spPr>
          <a:xfrm>
            <a:off x="6477000" y="0"/>
            <a:ext cx="0" cy="13716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8" name="Graphic 7">
            <a:extLst>
              <a:ext uri="{FF2B5EF4-FFF2-40B4-BE49-F238E27FC236}">
                <a16:creationId xmlns:a16="http://schemas.microsoft.com/office/drawing/2014/main" id="{C95E05A0-E71F-BF43-B4BD-38F301034068}"/>
              </a:ext>
            </a:extLst>
          </p:cNvPr>
          <p:cNvPicPr>
            <a:picLocks noChangeAspect="1"/>
          </p:cNvPicPr>
          <p:nvPr userDrawn="1"/>
        </p:nvPicPr>
        <p:blipFill>
          <a:blip>
            <a:extLst>
              <a:ext uri="{96DAC541-7B7A-43D3-8B79-37D633B846F1}">
                <asvg:svgBlip xmlns:asvg="http://schemas.microsoft.com/office/drawing/2016/SVG/main" r:embed="rId27"/>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46C91435-26B4-C74A-8BAF-292D956CE0DF}"/>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F96E2593-46D0-774F-8813-5D956F8CEA7F}"/>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
        <p:nvSpPr>
          <p:cNvPr id="9" name="Text Placeholder 2">
            <a:extLst>
              <a:ext uri="{FF2B5EF4-FFF2-40B4-BE49-F238E27FC236}">
                <a16:creationId xmlns:a16="http://schemas.microsoft.com/office/drawing/2014/main" id="{8D79F404-BCB4-4942-A594-6B1E63AEBB15}"/>
              </a:ext>
            </a:extLst>
          </p:cNvPr>
          <p:cNvSpPr>
            <a:spLocks noGrp="1"/>
          </p:cNvSpPr>
          <p:nvPr>
            <p:ph type="body" idx="1"/>
          </p:nvPr>
        </p:nvSpPr>
        <p:spPr>
          <a:xfrm>
            <a:off x="6477003" y="624971"/>
            <a:ext cx="17160602" cy="3488134"/>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505609663"/>
      </p:ext>
    </p:extLst>
  </p:cSld>
  <p:clrMap bg1="lt1" tx1="dk1" bg2="lt2" tx2="dk2" accent1="accent1" accent2="accent2" accent3="accent3" accent4="accent4" accent5="accent5" accent6="accent6" hlink="hlink" folHlink="folHlink"/>
  <p:sldLayoutIdLst>
    <p:sldLayoutId id="2147484164" r:id="rId1"/>
    <p:sldLayoutId id="2147484165" r:id="rId2"/>
    <p:sldLayoutId id="2147484166" r:id="rId3"/>
    <p:sldLayoutId id="2147484167" r:id="rId4"/>
    <p:sldLayoutId id="2147484168" r:id="rId5"/>
    <p:sldLayoutId id="2147484169" r:id="rId6"/>
    <p:sldLayoutId id="2147484170" r:id="rId7"/>
    <p:sldLayoutId id="2147484171" r:id="rId8"/>
    <p:sldLayoutId id="2147484172" r:id="rId9"/>
    <p:sldLayoutId id="2147484173" r:id="rId10"/>
    <p:sldLayoutId id="2147484174" r:id="rId11"/>
    <p:sldLayoutId id="2147484175" r:id="rId12"/>
    <p:sldLayoutId id="2147484176" r:id="rId13"/>
    <p:sldLayoutId id="2147484177" r:id="rId14"/>
    <p:sldLayoutId id="2147484178" r:id="rId15"/>
    <p:sldLayoutId id="2147484179" r:id="rId16"/>
    <p:sldLayoutId id="2147484180" r:id="rId17"/>
    <p:sldLayoutId id="2147484181" r:id="rId18"/>
    <p:sldLayoutId id="2147484182" r:id="rId19"/>
    <p:sldLayoutId id="2147484183" r:id="rId20"/>
    <p:sldLayoutId id="2147484184" r:id="rId21"/>
    <p:sldLayoutId id="2147484185" r:id="rId22"/>
    <p:sldLayoutId id="2147484186" r:id="rId23"/>
    <p:sldLayoutId id="2147484187" r:id="rId24"/>
    <p:sldLayoutId id="2147484188" r:id="rId25"/>
  </p:sldLayoutIdLst>
  <p:hf hdr="0" ftr="0" dt="0"/>
  <p:txStyles>
    <p:titleStyle>
      <a:lvl1pPr algn="l" defTabSz="1828800" rtl="0" eaLnBrk="1" fontAlgn="base" latinLnBrk="0" hangingPunct="1">
        <a:lnSpc>
          <a:spcPct val="110000"/>
        </a:lnSpc>
        <a:spcBef>
          <a:spcPct val="0"/>
        </a:spcBef>
        <a:buNone/>
        <a:defRPr sz="6200" kern="1200">
          <a:ln w="9525">
            <a:noFill/>
          </a:ln>
          <a:solidFill>
            <a:schemeClr val="bg1"/>
          </a:solidFill>
          <a:latin typeface="+mj-lt"/>
          <a:ea typeface="+mj-ea"/>
          <a:cs typeface="+mj-cs"/>
        </a:defRPr>
      </a:lvl1pPr>
    </p:titleStyle>
    <p:bodyStyle>
      <a:lvl1pPr marL="285750" marR="0" indent="-285750"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sz="3600" kern="1200">
          <a:ln>
            <a:noFill/>
          </a:ln>
          <a:solidFill>
            <a:schemeClr val="bg1"/>
          </a:solidFill>
          <a:latin typeface="+mn-lt"/>
          <a:ea typeface="+mn-ea"/>
          <a:cs typeface="+mn-cs"/>
        </a:defRPr>
      </a:lvl1pPr>
      <a:lvl2pPr marL="857250" marR="0" indent="-290514"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sz="3600" kern="1200">
          <a:ln>
            <a:noFill/>
          </a:ln>
          <a:solidFill>
            <a:schemeClr val="bg1"/>
          </a:solidFill>
          <a:latin typeface="+mn-lt"/>
          <a:ea typeface="+mn-ea"/>
          <a:cs typeface="+mn-cs"/>
        </a:defRPr>
      </a:lvl2pPr>
      <a:lvl3pPr marL="1428750" marR="0" indent="-295276"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sz="3600" kern="1200">
          <a:ln>
            <a:noFill/>
          </a:ln>
          <a:solidFill>
            <a:schemeClr val="bg1"/>
          </a:solidFill>
          <a:latin typeface="+mn-lt"/>
          <a:ea typeface="+mn-ea"/>
          <a:cs typeface="+mn-cs"/>
        </a:defRPr>
      </a:lvl3pPr>
      <a:lvl4pPr marL="2000250" marR="0" indent="-300038"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sz="3600" kern="1200">
          <a:ln>
            <a:noFill/>
          </a:ln>
          <a:solidFill>
            <a:schemeClr val="bg1"/>
          </a:solidFill>
          <a:latin typeface="+mn-lt"/>
          <a:ea typeface="+mn-ea"/>
          <a:cs typeface="+mn-cs"/>
        </a:defRPr>
      </a:lvl4pPr>
      <a:lvl5pPr marL="2571750" marR="0" indent="-304800"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sz="3600" kern="1200">
          <a:ln>
            <a:noFill/>
          </a:ln>
          <a:solidFill>
            <a:schemeClr val="bg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52">
          <p15:clr>
            <a:srgbClr val="000000"/>
          </p15:clr>
        </p15:guide>
        <p15:guide id="5" orient="horz" pos="228">
          <p15:clr>
            <a:srgbClr val="000000"/>
          </p15:clr>
        </p15:guide>
        <p15:guide id="8" orient="horz" pos="1200">
          <p15:clr>
            <a:srgbClr val="000000"/>
          </p15:clr>
        </p15:guide>
        <p15:guide id="11" orient="horz" pos="2160">
          <p15:clr>
            <a:srgbClr val="000000"/>
          </p15:clr>
        </p15:guide>
        <p15:guide id="14" orient="horz" pos="4092">
          <p15:clr>
            <a:srgbClr val="000000"/>
          </p15:clr>
        </p15:guide>
        <p15:guide id="45" orient="horz" pos="3120">
          <p15:clr>
            <a:srgbClr val="000000"/>
          </p15:clr>
        </p15:guide>
        <p15:guide id="52" pos="2040">
          <p15:clr>
            <a:srgbClr val="000000"/>
          </p15:clr>
        </p15:guide>
        <p15:guide id="55" pos="3840">
          <p15:clr>
            <a:srgbClr val="000000"/>
          </p15:clr>
        </p15:guide>
        <p15:guide id="58" pos="5652">
          <p15:clr>
            <a:srgbClr val="000000"/>
          </p15:clr>
        </p15:guide>
      </p15:sldGuideLst>
    </p:ext>
  </p:extLst>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6477003" y="2777164"/>
            <a:ext cx="17160602" cy="3488134"/>
          </a:xfrm>
          <a:prstGeom prst="rect">
            <a:avLst/>
          </a:prstGeom>
        </p:spPr>
        <p:txBody>
          <a:bodyPr vert="horz" lIns="182880" tIns="0" rIns="0" bIns="0" rtlCol="0">
            <a:spAutoFit/>
          </a:body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pic>
        <p:nvPicPr>
          <p:cNvPr id="8" name="Graphic 7">
            <a:extLst>
              <a:ext uri="{FF2B5EF4-FFF2-40B4-BE49-F238E27FC236}">
                <a16:creationId xmlns:a16="http://schemas.microsoft.com/office/drawing/2014/main" id="{C95E05A0-E71F-BF43-B4BD-38F301034068}"/>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1"/>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46C91435-26B4-C74A-8BAF-292D956CE0DF}"/>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1" name="Slide Number Placeholder 5">
            <a:extLst>
              <a:ext uri="{FF2B5EF4-FFF2-40B4-BE49-F238E27FC236}">
                <a16:creationId xmlns:a16="http://schemas.microsoft.com/office/drawing/2014/main" id="{F96E2593-46D0-774F-8813-5D956F8CEA7F}"/>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grpSp>
        <p:nvGrpSpPr>
          <p:cNvPr id="6" name="Group 5">
            <a:extLst>
              <a:ext uri="{FF2B5EF4-FFF2-40B4-BE49-F238E27FC236}">
                <a16:creationId xmlns:a16="http://schemas.microsoft.com/office/drawing/2014/main" id="{7826DB11-539A-2D54-6832-3A322D0E5C56}"/>
              </a:ext>
            </a:extLst>
          </p:cNvPr>
          <p:cNvGrpSpPr/>
          <p:nvPr/>
        </p:nvGrpSpPr>
        <p:grpSpPr>
          <a:xfrm>
            <a:off x="1" y="-4805"/>
            <a:ext cx="25334686" cy="2199366"/>
            <a:chOff x="0" y="-2403"/>
            <a:chExt cx="12667343" cy="1099683"/>
          </a:xfrm>
        </p:grpSpPr>
        <p:sp>
          <p:nvSpPr>
            <p:cNvPr id="4" name="Rectangle 3">
              <a:extLst>
                <a:ext uri="{FF2B5EF4-FFF2-40B4-BE49-F238E27FC236}">
                  <a16:creationId xmlns:a16="http://schemas.microsoft.com/office/drawing/2014/main" id="{12682853-E800-7A37-5627-1599E2474ACF}"/>
                </a:ext>
              </a:extLst>
            </p:cNvPr>
            <p:cNvSpPr/>
            <p:nvPr/>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5" name="Picture 4">
              <a:extLst>
                <a:ext uri="{FF2B5EF4-FFF2-40B4-BE49-F238E27FC236}">
                  <a16:creationId xmlns:a16="http://schemas.microsoft.com/office/drawing/2014/main" id="{8010F62B-25DD-FC98-E2C3-00B9BDF5989B}"/>
                </a:ext>
              </a:extLst>
            </p:cNvPr>
            <p:cNvPicPr>
              <a:picLocks noChangeAspect="1"/>
            </p:cNvPicPr>
            <p:nvPr/>
          </p:nvPicPr>
          <p:blipFill rotWithShape="1">
            <a:blip r:embed="rId32"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Placeholder 1"/>
          <p:cNvSpPr>
            <a:spLocks noGrp="1"/>
          </p:cNvSpPr>
          <p:nvPr>
            <p:ph type="title"/>
          </p:nvPr>
        </p:nvSpPr>
        <p:spPr>
          <a:xfrm>
            <a:off x="668994" y="537179"/>
            <a:ext cx="12295892" cy="968086"/>
          </a:xfrm>
          <a:prstGeom prst="rect">
            <a:avLst/>
          </a:prstGeom>
          <a:ln w="12700">
            <a:noFill/>
          </a:ln>
        </p:spPr>
        <p:txBody>
          <a:bodyPr vert="horz" wrap="square" lIns="0" tIns="0" rIns="0" bIns="0" rtlCol="0" anchor="t" anchorCtr="0">
            <a:spAutoFit/>
          </a:bodyPr>
          <a:lstStyle/>
          <a:p>
            <a:r>
              <a:rPr lang="en-GB"/>
              <a:t>Click to edit Master title style</a:t>
            </a:r>
            <a:endParaRPr lang="en-US"/>
          </a:p>
        </p:txBody>
      </p:sp>
    </p:spTree>
    <p:extLst>
      <p:ext uri="{BB962C8B-B14F-4D97-AF65-F5344CB8AC3E}">
        <p14:creationId xmlns:p14="http://schemas.microsoft.com/office/powerpoint/2010/main" val="3385720569"/>
      </p:ext>
    </p:extLst>
  </p:cSld>
  <p:clrMap bg1="lt1" tx1="dk1" bg2="lt2" tx2="dk2" accent1="accent1" accent2="accent2" accent3="accent3" accent4="accent4" accent5="accent5" accent6="accent6" hlink="hlink" folHlink="folHlink"/>
  <p:sldLayoutIdLst>
    <p:sldLayoutId id="2147484376" r:id="rId1"/>
    <p:sldLayoutId id="2147484377" r:id="rId2"/>
    <p:sldLayoutId id="2147484378" r:id="rId3"/>
    <p:sldLayoutId id="2147484379" r:id="rId4"/>
    <p:sldLayoutId id="2147484380" r:id="rId5"/>
    <p:sldLayoutId id="2147484381" r:id="rId6"/>
    <p:sldLayoutId id="2147484382" r:id="rId7"/>
    <p:sldLayoutId id="2147484383" r:id="rId8"/>
    <p:sldLayoutId id="2147484384" r:id="rId9"/>
    <p:sldLayoutId id="2147484385" r:id="rId10"/>
    <p:sldLayoutId id="2147484386" r:id="rId11"/>
    <p:sldLayoutId id="2147484387" r:id="rId12"/>
    <p:sldLayoutId id="2147484388" r:id="rId13"/>
    <p:sldLayoutId id="2147484389" r:id="rId14"/>
    <p:sldLayoutId id="2147484390" r:id="rId15"/>
    <p:sldLayoutId id="2147484391" r:id="rId16"/>
    <p:sldLayoutId id="2147484392" r:id="rId17"/>
    <p:sldLayoutId id="2147484393" r:id="rId18"/>
    <p:sldLayoutId id="2147484394" r:id="rId19"/>
    <p:sldLayoutId id="2147484395" r:id="rId20"/>
    <p:sldLayoutId id="2147484396" r:id="rId21"/>
    <p:sldLayoutId id="2147484397" r:id="rId22"/>
    <p:sldLayoutId id="2147484398" r:id="rId23"/>
    <p:sldLayoutId id="2147484399" r:id="rId24"/>
    <p:sldLayoutId id="2147484400" r:id="rId25"/>
    <p:sldLayoutId id="2147484401" r:id="rId26"/>
    <p:sldLayoutId id="2147484402" r:id="rId27"/>
    <p:sldLayoutId id="2147484403" r:id="rId28"/>
    <p:sldLayoutId id="2147484404" r:id="rId29"/>
  </p:sldLayoutIdLst>
  <p:hf hdr="0" ftr="0" dt="0"/>
  <p:txStyles>
    <p:titleStyle>
      <a:lvl1pPr algn="l" defTabSz="1828800" rtl="0" eaLnBrk="1" fontAlgn="base" latinLnBrk="0" hangingPunct="1">
        <a:lnSpc>
          <a:spcPct val="110000"/>
        </a:lnSpc>
        <a:spcBef>
          <a:spcPct val="0"/>
        </a:spcBef>
        <a:buNone/>
        <a:defRPr sz="6200" kern="1200">
          <a:ln w="9525">
            <a:noFill/>
          </a:ln>
          <a:solidFill>
            <a:schemeClr val="bg1"/>
          </a:solidFill>
          <a:latin typeface="+mj-lt"/>
          <a:ea typeface="+mj-ea"/>
          <a:cs typeface="+mj-cs"/>
        </a:defRPr>
      </a:lvl1pPr>
    </p:titleStyle>
    <p:body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52">
          <p15:clr>
            <a:srgbClr val="000000"/>
          </p15:clr>
        </p15:guide>
        <p15:guide id="5" orient="horz" pos="228">
          <p15:clr>
            <a:srgbClr val="000000"/>
          </p15:clr>
        </p15:guide>
        <p15:guide id="8" orient="horz" pos="1200">
          <p15:clr>
            <a:srgbClr val="000000"/>
          </p15:clr>
        </p15:guide>
        <p15:guide id="11" orient="horz" pos="2160">
          <p15:clr>
            <a:srgbClr val="000000"/>
          </p15:clr>
        </p15:guide>
        <p15:guide id="14" orient="horz" pos="4092">
          <p15:clr>
            <a:srgbClr val="000000"/>
          </p15:clr>
        </p15:guide>
        <p15:guide id="45" orient="horz" pos="3120">
          <p15:clr>
            <a:srgbClr val="000000"/>
          </p15:clr>
        </p15:guide>
        <p15:guide id="52" pos="2040">
          <p15:clr>
            <a:srgbClr val="000000"/>
          </p15:clr>
        </p15:guide>
        <p15:guide id="55" pos="3840">
          <p15:clr>
            <a:srgbClr val="000000"/>
          </p15:clr>
        </p15:guide>
        <p15:guide id="58" pos="5652">
          <p15:clr>
            <a:srgbClr val="000000"/>
          </p15:clr>
        </p15:guide>
      </p15:sldGuideLst>
    </p:ext>
  </p:extLst>
</p:sldMaster>
</file>

<file path=ppt/slideMasters/slideMaster5.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6477003" y="2777164"/>
            <a:ext cx="17160602" cy="3488134"/>
          </a:xfrm>
          <a:prstGeom prst="rect">
            <a:avLst/>
          </a:prstGeom>
        </p:spPr>
        <p:txBody>
          <a:bodyPr vert="horz" lIns="182880" tIns="0" rIns="0" bIns="0" rtlCol="0">
            <a:spAutoFit/>
          </a:body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8" name="Graphic 7">
            <a:extLst>
              <a:ext uri="{FF2B5EF4-FFF2-40B4-BE49-F238E27FC236}">
                <a16:creationId xmlns:a16="http://schemas.microsoft.com/office/drawing/2014/main" id="{C95E05A0-E71F-BF43-B4BD-38F301034068}"/>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0"/>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46C91435-26B4-C74A-8BAF-292D956CE0DF}"/>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1" name="Slide Number Placeholder 5">
            <a:extLst>
              <a:ext uri="{FF2B5EF4-FFF2-40B4-BE49-F238E27FC236}">
                <a16:creationId xmlns:a16="http://schemas.microsoft.com/office/drawing/2014/main" id="{F96E2593-46D0-774F-8813-5D956F8CEA7F}"/>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grpSp>
        <p:nvGrpSpPr>
          <p:cNvPr id="6" name="Group 5">
            <a:extLst>
              <a:ext uri="{FF2B5EF4-FFF2-40B4-BE49-F238E27FC236}">
                <a16:creationId xmlns:a16="http://schemas.microsoft.com/office/drawing/2014/main" id="{7826DB11-539A-2D54-6832-3A322D0E5C56}"/>
              </a:ext>
            </a:extLst>
          </p:cNvPr>
          <p:cNvGrpSpPr/>
          <p:nvPr userDrawn="1"/>
        </p:nvGrpSpPr>
        <p:grpSpPr>
          <a:xfrm>
            <a:off x="1" y="-4805"/>
            <a:ext cx="25334686" cy="2199366"/>
            <a:chOff x="0" y="-2403"/>
            <a:chExt cx="12667343" cy="1099683"/>
          </a:xfrm>
        </p:grpSpPr>
        <p:sp>
          <p:nvSpPr>
            <p:cNvPr id="4" name="Rectangle 3">
              <a:extLst>
                <a:ext uri="{FF2B5EF4-FFF2-40B4-BE49-F238E27FC236}">
                  <a16:creationId xmlns:a16="http://schemas.microsoft.com/office/drawing/2014/main" id="{12682853-E800-7A37-5627-1599E2474ACF}"/>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5" name="Picture 4">
              <a:extLst>
                <a:ext uri="{FF2B5EF4-FFF2-40B4-BE49-F238E27FC236}">
                  <a16:creationId xmlns:a16="http://schemas.microsoft.com/office/drawing/2014/main" id="{8010F62B-25DD-FC98-E2C3-00B9BDF5989B}"/>
                </a:ext>
              </a:extLst>
            </p:cNvPr>
            <p:cNvPicPr>
              <a:picLocks noChangeAspect="1"/>
            </p:cNvPicPr>
            <p:nvPr userDrawn="1"/>
          </p:nvPicPr>
          <p:blipFill rotWithShape="1">
            <a:blip r:embed="rId31"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Placeholder 1"/>
          <p:cNvSpPr>
            <a:spLocks noGrp="1"/>
          </p:cNvSpPr>
          <p:nvPr>
            <p:ph type="title"/>
          </p:nvPr>
        </p:nvSpPr>
        <p:spPr>
          <a:xfrm>
            <a:off x="668994" y="537179"/>
            <a:ext cx="12295892" cy="968086"/>
          </a:xfrm>
          <a:prstGeom prst="rect">
            <a:avLst/>
          </a:prstGeom>
          <a:ln w="12700">
            <a:noFill/>
          </a:ln>
        </p:spPr>
        <p:txBody>
          <a:bodyPr vert="horz" wrap="square" lIns="0" tIns="0" rIns="0" bIns="0" rtlCol="0" anchor="t" anchorCtr="0">
            <a:spAutoFit/>
          </a:bodyPr>
          <a:lstStyle/>
          <a:p>
            <a:r>
              <a:rPr lang="en-US"/>
              <a:t>Click to edit Master title style</a:t>
            </a:r>
          </a:p>
        </p:txBody>
      </p:sp>
    </p:spTree>
    <p:extLst>
      <p:ext uri="{BB962C8B-B14F-4D97-AF65-F5344CB8AC3E}">
        <p14:creationId xmlns:p14="http://schemas.microsoft.com/office/powerpoint/2010/main" val="3364535529"/>
      </p:ext>
    </p:extLst>
  </p:cSld>
  <p:clrMap bg1="lt1" tx1="dk1" bg2="lt2" tx2="dk2" accent1="accent1" accent2="accent2" accent3="accent3" accent4="accent4" accent5="accent5" accent6="accent6" hlink="hlink" folHlink="folHlink"/>
  <p:sldLayoutIdLst>
    <p:sldLayoutId id="2147484406" r:id="rId1"/>
    <p:sldLayoutId id="2147484407" r:id="rId2"/>
    <p:sldLayoutId id="2147484408" r:id="rId3"/>
    <p:sldLayoutId id="2147484409" r:id="rId4"/>
    <p:sldLayoutId id="2147484410" r:id="rId5"/>
    <p:sldLayoutId id="2147484411" r:id="rId6"/>
    <p:sldLayoutId id="2147484412" r:id="rId7"/>
    <p:sldLayoutId id="2147484413" r:id="rId8"/>
    <p:sldLayoutId id="2147484414" r:id="rId9"/>
    <p:sldLayoutId id="2147484415" r:id="rId10"/>
    <p:sldLayoutId id="2147484416" r:id="rId11"/>
    <p:sldLayoutId id="2147484417" r:id="rId12"/>
    <p:sldLayoutId id="2147484418" r:id="rId13"/>
    <p:sldLayoutId id="2147484419" r:id="rId14"/>
    <p:sldLayoutId id="2147484420" r:id="rId15"/>
    <p:sldLayoutId id="2147484421" r:id="rId16"/>
    <p:sldLayoutId id="2147484422" r:id="rId17"/>
    <p:sldLayoutId id="2147484423" r:id="rId18"/>
    <p:sldLayoutId id="2147484424" r:id="rId19"/>
    <p:sldLayoutId id="2147484425" r:id="rId20"/>
    <p:sldLayoutId id="2147484426" r:id="rId21"/>
    <p:sldLayoutId id="2147484427" r:id="rId22"/>
    <p:sldLayoutId id="2147484428" r:id="rId23"/>
    <p:sldLayoutId id="2147484429" r:id="rId24"/>
    <p:sldLayoutId id="2147484430" r:id="rId25"/>
    <p:sldLayoutId id="2147484431" r:id="rId26"/>
    <p:sldLayoutId id="2147484432" r:id="rId27"/>
    <p:sldLayoutId id="2147484433" r:id="rId28"/>
  </p:sldLayoutIdLst>
  <p:hf hdr="0" ftr="0" dt="0"/>
  <p:txStyles>
    <p:titleStyle>
      <a:lvl1pPr algn="l" defTabSz="1828800" rtl="0" eaLnBrk="1" fontAlgn="base" latinLnBrk="0" hangingPunct="1">
        <a:lnSpc>
          <a:spcPct val="110000"/>
        </a:lnSpc>
        <a:spcBef>
          <a:spcPct val="0"/>
        </a:spcBef>
        <a:buNone/>
        <a:defRPr sz="6200" kern="1200">
          <a:ln w="9525">
            <a:noFill/>
          </a:ln>
          <a:solidFill>
            <a:schemeClr val="bg1"/>
          </a:solidFill>
          <a:latin typeface="+mj-lt"/>
          <a:ea typeface="+mj-ea"/>
          <a:cs typeface="+mj-cs"/>
        </a:defRPr>
      </a:lvl1pPr>
    </p:titleStyle>
    <p:body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52">
          <p15:clr>
            <a:srgbClr val="000000"/>
          </p15:clr>
        </p15:guide>
        <p15:guide id="5" orient="horz" pos="228">
          <p15:clr>
            <a:srgbClr val="000000"/>
          </p15:clr>
        </p15:guide>
        <p15:guide id="8" orient="horz" pos="1200">
          <p15:clr>
            <a:srgbClr val="000000"/>
          </p15:clr>
        </p15:guide>
        <p15:guide id="11" orient="horz" pos="2160">
          <p15:clr>
            <a:srgbClr val="000000"/>
          </p15:clr>
        </p15:guide>
        <p15:guide id="14" orient="horz" pos="4092">
          <p15:clr>
            <a:srgbClr val="000000"/>
          </p15:clr>
        </p15:guide>
        <p15:guide id="45" orient="horz" pos="3120">
          <p15:clr>
            <a:srgbClr val="000000"/>
          </p15:clr>
        </p15:guide>
        <p15:guide id="52" pos="2040">
          <p15:clr>
            <a:srgbClr val="000000"/>
          </p15:clr>
        </p15:guide>
        <p15:guide id="55" pos="3840">
          <p15:clr>
            <a:srgbClr val="000000"/>
          </p15:clr>
        </p15:guide>
        <p15:guide id="58" pos="5652">
          <p15:clr>
            <a:srgbClr val="000000"/>
          </p15:clr>
        </p15:guide>
      </p15:sldGuideLst>
    </p:ext>
  </p:extLst>
</p:sldMaster>
</file>

<file path=ppt/slideMasters/slideMaster6.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7" name="Graphic 6">
            <a:extLst>
              <a:ext uri="{FF2B5EF4-FFF2-40B4-BE49-F238E27FC236}">
                <a16:creationId xmlns:a16="http://schemas.microsoft.com/office/drawing/2014/main" id="{7531EE93-37B4-654A-9329-82DE10157B0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15"/>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82EB649D-E1E1-3E40-AA99-F9D272BD05A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0FC022FD-C77A-5448-9A3A-A5A3DCD8302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098295293"/>
      </p:ext>
    </p:extLst>
  </p:cSld>
  <p:clrMap bg1="lt1" tx1="dk1" bg2="lt2" tx2="dk2" accent1="accent1" accent2="accent2" accent3="accent3" accent4="accent4" accent5="accent5" accent6="accent6" hlink="hlink" folHlink="folHlink"/>
  <p:sldLayoutIdLst>
    <p:sldLayoutId id="2147484436" r:id="rId1"/>
    <p:sldLayoutId id="2147484437" r:id="rId2"/>
    <p:sldLayoutId id="2147484438" r:id="rId3"/>
    <p:sldLayoutId id="2147484439" r:id="rId4"/>
    <p:sldLayoutId id="2147484440" r:id="rId5"/>
    <p:sldLayoutId id="2147484441" r:id="rId6"/>
    <p:sldLayoutId id="2147484442" r:id="rId7"/>
    <p:sldLayoutId id="2147484443" r:id="rId8"/>
    <p:sldLayoutId id="2147484444" r:id="rId9"/>
    <p:sldLayoutId id="2147484445" r:id="rId10"/>
    <p:sldLayoutId id="2147484446" r:id="rId11"/>
    <p:sldLayoutId id="2147484447" r:id="rId12"/>
    <p:sldLayoutId id="2147484448" r:id="rId13"/>
  </p:sldLayoutIdLst>
  <p:hf hdr="0" ftr="0" dt="0"/>
  <p:txStyles>
    <p:titleStyle>
      <a:lvl1pPr algn="l" defTabSz="1828800" rtl="0" eaLnBrk="1" fontAlgn="base" latinLnBrk="0" hangingPunct="1">
        <a:lnSpc>
          <a:spcPct val="112000"/>
        </a:lnSpc>
        <a:spcBef>
          <a:spcPct val="0"/>
        </a:spcBef>
        <a:buNone/>
        <a:defRPr lang="en-US" sz="9000" kern="1200" dirty="0">
          <a:ln w="9525">
            <a:noFill/>
          </a:ln>
          <a:solidFill>
            <a:schemeClr val="tx2"/>
          </a:solidFill>
          <a:latin typeface="+mj-lt"/>
          <a:ea typeface="+mj-ea"/>
          <a:cs typeface="+mj-cs"/>
        </a:defRPr>
      </a:lvl1pPr>
    </p:titleStyle>
    <p:body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49">
          <p15:clr>
            <a:srgbClr val="000000"/>
          </p15:clr>
        </p15:guide>
        <p15:guide id="5" orient="horz" pos="228">
          <p15:clr>
            <a:srgbClr val="000000"/>
          </p15:clr>
        </p15:guide>
        <p15:guide id="11" orient="horz" pos="3120">
          <p15:clr>
            <a:srgbClr val="000000"/>
          </p15:clr>
        </p15:guide>
        <p15:guide id="14" orient="horz" pos="4092">
          <p15:clr>
            <a:srgbClr val="000000"/>
          </p15:clr>
        </p15:guide>
        <p15:guide id="34" pos="2040">
          <p15:clr>
            <a:srgbClr val="000000"/>
          </p15:clr>
        </p15:guide>
        <p15:guide id="36" pos="3840">
          <p15:clr>
            <a:srgbClr val="000000"/>
          </p15:clr>
        </p15:guide>
        <p15:guide id="38" pos="5652">
          <p15:clr>
            <a:srgbClr val="000000"/>
          </p15:clr>
        </p15:guide>
        <p15:guide id="40" orient="horz" pos="2163">
          <p15:clr>
            <a:srgbClr val="000000"/>
          </p15:clr>
        </p15:guide>
        <p15:guide id="41" orient="horz" pos="1201">
          <p15:clr>
            <a:srgbClr val="000000"/>
          </p15:clr>
        </p15:guide>
      </p15:sldGuideLst>
    </p:ext>
  </p:extLst>
</p:sldMaster>
</file>

<file path=ppt/slideMasters/slideMaster7.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6477007" y="2777164"/>
            <a:ext cx="17160602" cy="3014608"/>
          </a:xfrm>
          <a:prstGeom prst="rect">
            <a:avLst/>
          </a:prstGeom>
        </p:spPr>
        <p:txBody>
          <a:bodyPr vert="horz" lIns="182880" tIns="0" rIns="0" bIns="0" rtlCol="0">
            <a:spAutoFit/>
          </a:bodyPr>
          <a:lstStyle/>
          <a:p>
            <a:pPr marL="247430" marR="0" lvl="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8" name="Graphic 7">
            <a:extLst>
              <a:ext uri="{FF2B5EF4-FFF2-40B4-BE49-F238E27FC236}">
                <a16:creationId xmlns:a16="http://schemas.microsoft.com/office/drawing/2014/main" id="{C95E05A0-E71F-BF43-B4BD-38F301034068}"/>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3"/>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46C91435-26B4-C74A-8BAF-292D956CE0DF}"/>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11" name="Slide Number Placeholder 5">
            <a:extLst>
              <a:ext uri="{FF2B5EF4-FFF2-40B4-BE49-F238E27FC236}">
                <a16:creationId xmlns:a16="http://schemas.microsoft.com/office/drawing/2014/main" id="{F96E2593-46D0-774F-8813-5D956F8CEA7F}"/>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grpSp>
        <p:nvGrpSpPr>
          <p:cNvPr id="6" name="Group 5">
            <a:extLst>
              <a:ext uri="{FF2B5EF4-FFF2-40B4-BE49-F238E27FC236}">
                <a16:creationId xmlns:a16="http://schemas.microsoft.com/office/drawing/2014/main" id="{7826DB11-539A-2D54-6832-3A322D0E5C56}"/>
              </a:ext>
            </a:extLst>
          </p:cNvPr>
          <p:cNvGrpSpPr/>
          <p:nvPr userDrawn="1"/>
        </p:nvGrpSpPr>
        <p:grpSpPr>
          <a:xfrm>
            <a:off x="5" y="-4803"/>
            <a:ext cx="25334686" cy="2199366"/>
            <a:chOff x="0" y="-2403"/>
            <a:chExt cx="12667343" cy="1099683"/>
          </a:xfrm>
        </p:grpSpPr>
        <p:sp>
          <p:nvSpPr>
            <p:cNvPr id="4" name="Rectangle 3">
              <a:extLst>
                <a:ext uri="{FF2B5EF4-FFF2-40B4-BE49-F238E27FC236}">
                  <a16:creationId xmlns:a16="http://schemas.microsoft.com/office/drawing/2014/main" id="{12682853-E800-7A37-5627-1599E2474ACF}"/>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118"/>
            </a:p>
          </p:txBody>
        </p:sp>
        <p:pic>
          <p:nvPicPr>
            <p:cNvPr id="5" name="Picture 4">
              <a:extLst>
                <a:ext uri="{FF2B5EF4-FFF2-40B4-BE49-F238E27FC236}">
                  <a16:creationId xmlns:a16="http://schemas.microsoft.com/office/drawing/2014/main" id="{8010F62B-25DD-FC98-E2C3-00B9BDF5989B}"/>
                </a:ext>
              </a:extLst>
            </p:cNvPr>
            <p:cNvPicPr>
              <a:picLocks noChangeAspect="1"/>
            </p:cNvPicPr>
            <p:nvPr userDrawn="1"/>
          </p:nvPicPr>
          <p:blipFill rotWithShape="1">
            <a:blip r:embed="rId34"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Placeholder 1"/>
          <p:cNvSpPr>
            <a:spLocks noGrp="1"/>
          </p:cNvSpPr>
          <p:nvPr>
            <p:ph type="title"/>
          </p:nvPr>
        </p:nvSpPr>
        <p:spPr>
          <a:xfrm>
            <a:off x="668994" y="537181"/>
            <a:ext cx="12295892" cy="838270"/>
          </a:xfrm>
          <a:prstGeom prst="rect">
            <a:avLst/>
          </a:prstGeom>
          <a:ln w="12700">
            <a:noFill/>
          </a:ln>
        </p:spPr>
        <p:txBody>
          <a:bodyPr vert="horz" wrap="square" lIns="0" tIns="0" rIns="0" bIns="0" rtlCol="0" anchor="t" anchorCtr="0">
            <a:spAutoFit/>
          </a:bodyPr>
          <a:lstStyle/>
          <a:p>
            <a:r>
              <a:rPr lang="en-US"/>
              <a:t>Click to edit Master title style</a:t>
            </a:r>
          </a:p>
        </p:txBody>
      </p:sp>
    </p:spTree>
    <p:extLst>
      <p:ext uri="{BB962C8B-B14F-4D97-AF65-F5344CB8AC3E}">
        <p14:creationId xmlns:p14="http://schemas.microsoft.com/office/powerpoint/2010/main" val="3238691994"/>
      </p:ext>
    </p:extLst>
  </p:cSld>
  <p:clrMap bg1="lt1" tx1="dk1" bg2="lt2" tx2="dk2" accent1="accent1" accent2="accent2" accent3="accent3" accent4="accent4" accent5="accent5" accent6="accent6" hlink="hlink" folHlink="folHlink"/>
  <p:sldLayoutIdLst>
    <p:sldLayoutId id="2147484482" r:id="rId1"/>
    <p:sldLayoutId id="2147484483" r:id="rId2"/>
    <p:sldLayoutId id="2147484484" r:id="rId3"/>
    <p:sldLayoutId id="2147484485" r:id="rId4"/>
    <p:sldLayoutId id="2147484486" r:id="rId5"/>
    <p:sldLayoutId id="2147484487" r:id="rId6"/>
    <p:sldLayoutId id="2147484488" r:id="rId7"/>
    <p:sldLayoutId id="2147484489" r:id="rId8"/>
    <p:sldLayoutId id="2147484490" r:id="rId9"/>
    <p:sldLayoutId id="2147484491" r:id="rId10"/>
    <p:sldLayoutId id="2147484492" r:id="rId11"/>
    <p:sldLayoutId id="2147484493" r:id="rId12"/>
    <p:sldLayoutId id="2147484494" r:id="rId13"/>
    <p:sldLayoutId id="2147484495" r:id="rId14"/>
    <p:sldLayoutId id="2147484496" r:id="rId15"/>
    <p:sldLayoutId id="2147484497" r:id="rId16"/>
    <p:sldLayoutId id="2147484498" r:id="rId17"/>
    <p:sldLayoutId id="2147484499" r:id="rId18"/>
    <p:sldLayoutId id="2147484500" r:id="rId19"/>
    <p:sldLayoutId id="2147484501" r:id="rId20"/>
    <p:sldLayoutId id="2147484502" r:id="rId21"/>
    <p:sldLayoutId id="2147484503" r:id="rId22"/>
    <p:sldLayoutId id="2147484504" r:id="rId23"/>
    <p:sldLayoutId id="2147484505" r:id="rId24"/>
    <p:sldLayoutId id="2147484506" r:id="rId25"/>
    <p:sldLayoutId id="2147484507" r:id="rId26"/>
    <p:sldLayoutId id="2147484508" r:id="rId27"/>
    <p:sldLayoutId id="2147484509" r:id="rId28"/>
    <p:sldLayoutId id="2147484510" r:id="rId29"/>
    <p:sldLayoutId id="2147484511" r:id="rId30"/>
    <p:sldLayoutId id="2147484512" r:id="rId31"/>
  </p:sldLayoutIdLst>
  <p:hf hdr="0" ftr="0" dt="0"/>
  <p:txStyles>
    <p:titleStyle>
      <a:lvl1pPr algn="l" defTabSz="1583558" rtl="0" eaLnBrk="1" fontAlgn="base" latinLnBrk="0" hangingPunct="1">
        <a:lnSpc>
          <a:spcPct val="110000"/>
        </a:lnSpc>
        <a:spcBef>
          <a:spcPct val="0"/>
        </a:spcBef>
        <a:buNone/>
        <a:defRPr sz="5368" kern="1200">
          <a:ln w="9525">
            <a:noFill/>
          </a:ln>
          <a:solidFill>
            <a:schemeClr val="bg1"/>
          </a:solidFill>
          <a:latin typeface="+mj-lt"/>
          <a:ea typeface="+mj-ea"/>
          <a:cs typeface="+mj-cs"/>
        </a:defRPr>
      </a:lvl1pPr>
    </p:titleStyle>
    <p:bodyStyle>
      <a:lvl1pPr marL="247430" marR="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sz="3118" kern="1200">
          <a:ln>
            <a:noFill/>
          </a:ln>
          <a:solidFill>
            <a:schemeClr val="tx1"/>
          </a:solidFill>
          <a:latin typeface="+mn-lt"/>
          <a:ea typeface="+mn-ea"/>
          <a:cs typeface="+mn-cs"/>
        </a:defRPr>
      </a:lvl1pPr>
      <a:lvl2pPr marL="742292" marR="0" indent="-25155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sz="3118" kern="1200">
          <a:ln>
            <a:noFill/>
          </a:ln>
          <a:solidFill>
            <a:schemeClr val="tx1"/>
          </a:solidFill>
          <a:latin typeface="+mn-lt"/>
          <a:ea typeface="+mn-ea"/>
          <a:cs typeface="+mn-cs"/>
        </a:defRPr>
      </a:lvl2pPr>
      <a:lvl3pPr marL="1237154" marR="0" indent="-25568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sz="3118" kern="1200">
          <a:ln>
            <a:noFill/>
          </a:ln>
          <a:solidFill>
            <a:schemeClr val="tx1"/>
          </a:solidFill>
          <a:latin typeface="+mn-lt"/>
          <a:ea typeface="+mn-ea"/>
          <a:cs typeface="+mn-cs"/>
        </a:defRPr>
      </a:lvl3pPr>
      <a:lvl4pPr marL="1732016" marR="0" indent="-259802"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sz="3118" kern="1200">
          <a:ln>
            <a:noFill/>
          </a:ln>
          <a:solidFill>
            <a:schemeClr val="tx1"/>
          </a:solidFill>
          <a:latin typeface="+mn-lt"/>
          <a:ea typeface="+mn-ea"/>
          <a:cs typeface="+mn-cs"/>
        </a:defRPr>
      </a:lvl4pPr>
      <a:lvl5pPr marL="2226878" marR="0" indent="-26392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sz="3118" kern="1200">
          <a:ln>
            <a:noFill/>
          </a:ln>
          <a:solidFill>
            <a:schemeClr val="tx1"/>
          </a:solidFill>
          <a:latin typeface="+mn-lt"/>
          <a:ea typeface="+mn-ea"/>
          <a:cs typeface="+mn-cs"/>
        </a:defRPr>
      </a:lvl5pPr>
      <a:lvl6pPr marL="4354784" indent="-395890" algn="l" defTabSz="1583558" rtl="0" eaLnBrk="1" latinLnBrk="0" hangingPunct="1">
        <a:lnSpc>
          <a:spcPct val="90000"/>
        </a:lnSpc>
        <a:spcBef>
          <a:spcPts val="866"/>
        </a:spcBef>
        <a:buFont typeface="Arial" panose="020B0604020202020204" pitchFamily="34" charset="0"/>
        <a:buChar char="•"/>
        <a:defRPr sz="3118" kern="1200">
          <a:solidFill>
            <a:schemeClr val="tx1"/>
          </a:solidFill>
          <a:latin typeface="+mn-lt"/>
          <a:ea typeface="+mn-ea"/>
          <a:cs typeface="+mn-cs"/>
        </a:defRPr>
      </a:lvl6pPr>
      <a:lvl7pPr marL="5146564" indent="-395890" algn="l" defTabSz="1583558" rtl="0" eaLnBrk="1" latinLnBrk="0" hangingPunct="1">
        <a:lnSpc>
          <a:spcPct val="90000"/>
        </a:lnSpc>
        <a:spcBef>
          <a:spcPts val="866"/>
        </a:spcBef>
        <a:buFont typeface="Arial" panose="020B0604020202020204" pitchFamily="34" charset="0"/>
        <a:buChar char="•"/>
        <a:defRPr sz="3118" kern="1200">
          <a:solidFill>
            <a:schemeClr val="tx1"/>
          </a:solidFill>
          <a:latin typeface="+mn-lt"/>
          <a:ea typeface="+mn-ea"/>
          <a:cs typeface="+mn-cs"/>
        </a:defRPr>
      </a:lvl7pPr>
      <a:lvl8pPr marL="5938342" indent="-395890" algn="l" defTabSz="1583558" rtl="0" eaLnBrk="1" latinLnBrk="0" hangingPunct="1">
        <a:lnSpc>
          <a:spcPct val="90000"/>
        </a:lnSpc>
        <a:spcBef>
          <a:spcPts val="866"/>
        </a:spcBef>
        <a:buFont typeface="Arial" panose="020B0604020202020204" pitchFamily="34" charset="0"/>
        <a:buChar char="•"/>
        <a:defRPr sz="3118" kern="1200">
          <a:solidFill>
            <a:schemeClr val="tx1"/>
          </a:solidFill>
          <a:latin typeface="+mn-lt"/>
          <a:ea typeface="+mn-ea"/>
          <a:cs typeface="+mn-cs"/>
        </a:defRPr>
      </a:lvl8pPr>
      <a:lvl9pPr marL="6730122" indent="-395890" algn="l" defTabSz="1583558" rtl="0" eaLnBrk="1" latinLnBrk="0" hangingPunct="1">
        <a:lnSpc>
          <a:spcPct val="90000"/>
        </a:lnSpc>
        <a:spcBef>
          <a:spcPts val="866"/>
        </a:spcBef>
        <a:buFont typeface="Arial" panose="020B0604020202020204" pitchFamily="34" charset="0"/>
        <a:buChar char="•"/>
        <a:defRPr sz="3118" kern="1200">
          <a:solidFill>
            <a:schemeClr val="tx1"/>
          </a:solidFill>
          <a:latin typeface="+mn-lt"/>
          <a:ea typeface="+mn-ea"/>
          <a:cs typeface="+mn-cs"/>
        </a:defRPr>
      </a:lvl9pPr>
    </p:bodyStyle>
    <p:otherStyle>
      <a:defPPr>
        <a:defRPr lang="en-US"/>
      </a:defPPr>
      <a:lvl1pPr marL="0" algn="l" defTabSz="1583558" rtl="0" eaLnBrk="1" latinLnBrk="0" hangingPunct="1">
        <a:defRPr sz="3118" kern="1200">
          <a:solidFill>
            <a:schemeClr val="tx1"/>
          </a:solidFill>
          <a:latin typeface="+mn-lt"/>
          <a:ea typeface="+mn-ea"/>
          <a:cs typeface="+mn-cs"/>
        </a:defRPr>
      </a:lvl1pPr>
      <a:lvl2pPr marL="791778" algn="l" defTabSz="1583558" rtl="0" eaLnBrk="1" latinLnBrk="0" hangingPunct="1">
        <a:defRPr sz="3118" kern="1200">
          <a:solidFill>
            <a:schemeClr val="tx1"/>
          </a:solidFill>
          <a:latin typeface="+mn-lt"/>
          <a:ea typeface="+mn-ea"/>
          <a:cs typeface="+mn-cs"/>
        </a:defRPr>
      </a:lvl2pPr>
      <a:lvl3pPr marL="1583558" algn="l" defTabSz="1583558" rtl="0" eaLnBrk="1" latinLnBrk="0" hangingPunct="1">
        <a:defRPr sz="3118" kern="1200">
          <a:solidFill>
            <a:schemeClr val="tx1"/>
          </a:solidFill>
          <a:latin typeface="+mn-lt"/>
          <a:ea typeface="+mn-ea"/>
          <a:cs typeface="+mn-cs"/>
        </a:defRPr>
      </a:lvl3pPr>
      <a:lvl4pPr marL="2375336" algn="l" defTabSz="1583558" rtl="0" eaLnBrk="1" latinLnBrk="0" hangingPunct="1">
        <a:defRPr sz="3118" kern="1200">
          <a:solidFill>
            <a:schemeClr val="tx1"/>
          </a:solidFill>
          <a:latin typeface="+mn-lt"/>
          <a:ea typeface="+mn-ea"/>
          <a:cs typeface="+mn-cs"/>
        </a:defRPr>
      </a:lvl4pPr>
      <a:lvl5pPr marL="3167116" algn="l" defTabSz="1583558" rtl="0" eaLnBrk="1" latinLnBrk="0" hangingPunct="1">
        <a:defRPr sz="3118" kern="1200">
          <a:solidFill>
            <a:schemeClr val="tx1"/>
          </a:solidFill>
          <a:latin typeface="+mn-lt"/>
          <a:ea typeface="+mn-ea"/>
          <a:cs typeface="+mn-cs"/>
        </a:defRPr>
      </a:lvl5pPr>
      <a:lvl6pPr marL="3958894" algn="l" defTabSz="1583558" rtl="0" eaLnBrk="1" latinLnBrk="0" hangingPunct="1">
        <a:defRPr sz="3118" kern="1200">
          <a:solidFill>
            <a:schemeClr val="tx1"/>
          </a:solidFill>
          <a:latin typeface="+mn-lt"/>
          <a:ea typeface="+mn-ea"/>
          <a:cs typeface="+mn-cs"/>
        </a:defRPr>
      </a:lvl6pPr>
      <a:lvl7pPr marL="4750674" algn="l" defTabSz="1583558" rtl="0" eaLnBrk="1" latinLnBrk="0" hangingPunct="1">
        <a:defRPr sz="3118" kern="1200">
          <a:solidFill>
            <a:schemeClr val="tx1"/>
          </a:solidFill>
          <a:latin typeface="+mn-lt"/>
          <a:ea typeface="+mn-ea"/>
          <a:cs typeface="+mn-cs"/>
        </a:defRPr>
      </a:lvl7pPr>
      <a:lvl8pPr marL="5542452" algn="l" defTabSz="1583558" rtl="0" eaLnBrk="1" latinLnBrk="0" hangingPunct="1">
        <a:defRPr sz="3118" kern="1200">
          <a:solidFill>
            <a:schemeClr val="tx1"/>
          </a:solidFill>
          <a:latin typeface="+mn-lt"/>
          <a:ea typeface="+mn-ea"/>
          <a:cs typeface="+mn-cs"/>
        </a:defRPr>
      </a:lvl8pPr>
      <a:lvl9pPr marL="6334232" algn="l" defTabSz="1583558" rtl="0" eaLnBrk="1" latinLnBrk="0" hangingPunct="1">
        <a:defRPr sz="3118"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52">
          <p15:clr>
            <a:srgbClr val="000000"/>
          </p15:clr>
        </p15:guide>
        <p15:guide id="5" orient="horz" pos="263">
          <p15:clr>
            <a:srgbClr val="000000"/>
          </p15:clr>
        </p15:guide>
        <p15:guide id="8" orient="horz" pos="1386">
          <p15:clr>
            <a:srgbClr val="000000"/>
          </p15:clr>
        </p15:guide>
        <p15:guide id="11" orient="horz" pos="2495">
          <p15:clr>
            <a:srgbClr val="000000"/>
          </p15:clr>
        </p15:guide>
        <p15:guide id="14" orient="horz" pos="4726">
          <p15:clr>
            <a:srgbClr val="000000"/>
          </p15:clr>
        </p15:guide>
        <p15:guide id="45" orient="horz" pos="3603">
          <p15:clr>
            <a:srgbClr val="000000"/>
          </p15:clr>
        </p15:guide>
        <p15:guide id="52" pos="2040">
          <p15:clr>
            <a:srgbClr val="000000"/>
          </p15:clr>
        </p15:guide>
        <p15:guide id="55" pos="3840">
          <p15:clr>
            <a:srgbClr val="000000"/>
          </p15:clr>
        </p15:guide>
        <p15:guide id="58" pos="5652">
          <p15:clr>
            <a:srgbClr val="000000"/>
          </p15:clr>
        </p15:guide>
      </p15:sldGuideLst>
    </p:ext>
  </p:extLst>
</p:sldMaster>
</file>

<file path=ppt/slideMasters/slideMaster8.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7" name="Graphic 6">
            <a:extLst>
              <a:ext uri="{FF2B5EF4-FFF2-40B4-BE49-F238E27FC236}">
                <a16:creationId xmlns:a16="http://schemas.microsoft.com/office/drawing/2014/main" id="{7531EE93-37B4-654A-9329-82DE10157B0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18"/>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82EB649D-E1E1-3E40-AA99-F9D272BD05A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b="0" i="0">
                <a:solidFill>
                  <a:schemeClr val="tx1"/>
                </a:solidFill>
                <a:latin typeface="Fira Sans" panose="020B0503050000020004" pitchFamily="34" charset="0"/>
              </a:defRPr>
            </a:lvl1pPr>
          </a:lstStyle>
          <a:p>
            <a:endParaRPr lang="en-US"/>
          </a:p>
        </p:txBody>
      </p:sp>
      <p:sp>
        <p:nvSpPr>
          <p:cNvPr id="10" name="Slide Number Placeholder 5">
            <a:extLst>
              <a:ext uri="{FF2B5EF4-FFF2-40B4-BE49-F238E27FC236}">
                <a16:creationId xmlns:a16="http://schemas.microsoft.com/office/drawing/2014/main" id="{0FC022FD-C77A-5448-9A3A-A5A3DCD8302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b="0" i="0">
                <a:solidFill>
                  <a:schemeClr val="tx1"/>
                </a:solidFill>
                <a:latin typeface="Fira Sans" panose="020B0503050000020004" pitchFamily="34" charset="0"/>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545988467"/>
      </p:ext>
    </p:extLst>
  </p:cSld>
  <p:clrMap bg1="lt1" tx1="dk1" bg2="lt2" tx2="dk2" accent1="accent1" accent2="accent2" accent3="accent3" accent4="accent4" accent5="accent5" accent6="accent6" hlink="hlink" folHlink="folHlink"/>
  <p:sldLayoutIdLst>
    <p:sldLayoutId id="2147484514" r:id="rId1"/>
    <p:sldLayoutId id="2147484515" r:id="rId2"/>
    <p:sldLayoutId id="2147484516" r:id="rId3"/>
    <p:sldLayoutId id="2147484517" r:id="rId4"/>
    <p:sldLayoutId id="2147484518" r:id="rId5"/>
    <p:sldLayoutId id="2147484519" r:id="rId6"/>
    <p:sldLayoutId id="2147484520" r:id="rId7"/>
    <p:sldLayoutId id="2147484521" r:id="rId8"/>
    <p:sldLayoutId id="2147484522" r:id="rId9"/>
    <p:sldLayoutId id="2147484523" r:id="rId10"/>
    <p:sldLayoutId id="2147484524" r:id="rId11"/>
    <p:sldLayoutId id="2147484525" r:id="rId12"/>
    <p:sldLayoutId id="2147484526" r:id="rId13"/>
    <p:sldLayoutId id="2147484527" r:id="rId14"/>
    <p:sldLayoutId id="2147484528" r:id="rId15"/>
    <p:sldLayoutId id="2147484529" r:id="rId16"/>
  </p:sldLayoutIdLst>
  <p:hf hdr="0" ftr="0" dt="0"/>
  <p:txStyles>
    <p:titleStyle>
      <a:lvl1pPr algn="l" defTabSz="1828800" rtl="0" eaLnBrk="1" fontAlgn="base" latinLnBrk="0" hangingPunct="1">
        <a:lnSpc>
          <a:spcPct val="112000"/>
        </a:lnSpc>
        <a:spcBef>
          <a:spcPct val="0"/>
        </a:spcBef>
        <a:buNone/>
        <a:defRPr lang="en-US" sz="9000" kern="1200" dirty="0">
          <a:ln w="9525">
            <a:noFill/>
          </a:ln>
          <a:solidFill>
            <a:schemeClr val="tx2"/>
          </a:solidFill>
          <a:latin typeface="+mj-lt"/>
          <a:ea typeface="+mj-ea"/>
          <a:cs typeface="+mj-cs"/>
        </a:defRPr>
      </a:lvl1pPr>
    </p:titleStyle>
    <p:body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49">
          <p15:clr>
            <a:srgbClr val="000000"/>
          </p15:clr>
        </p15:guide>
        <p15:guide id="5" orient="horz" pos="228">
          <p15:clr>
            <a:srgbClr val="000000"/>
          </p15:clr>
        </p15:guide>
        <p15:guide id="11" orient="horz" pos="3120">
          <p15:clr>
            <a:srgbClr val="000000"/>
          </p15:clr>
        </p15:guide>
        <p15:guide id="14" orient="horz" pos="4092">
          <p15:clr>
            <a:srgbClr val="000000"/>
          </p15:clr>
        </p15:guide>
        <p15:guide id="34" pos="2040">
          <p15:clr>
            <a:srgbClr val="000000"/>
          </p15:clr>
        </p15:guide>
        <p15:guide id="36" pos="3840">
          <p15:clr>
            <a:srgbClr val="000000"/>
          </p15:clr>
        </p15:guide>
        <p15:guide id="38" pos="5652">
          <p15:clr>
            <a:srgbClr val="000000"/>
          </p15:clr>
        </p15:guide>
        <p15:guide id="40" orient="horz" pos="2163">
          <p15:clr>
            <a:srgbClr val="000000"/>
          </p15:clr>
        </p15:guide>
        <p15:guide id="41" orient="horz" pos="1201">
          <p15:clr>
            <a:srgbClr val="000000"/>
          </p15:clr>
        </p15:guide>
      </p15:sldGuideLst>
    </p:ext>
  </p:extLst>
</p:sldMaster>
</file>

<file path=ppt/slideMasters/slideMaster9.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68995" y="537179"/>
            <a:ext cx="5466338" cy="3062106"/>
          </a:xfrm>
          <a:prstGeom prst="rect">
            <a:avLst/>
          </a:prstGeom>
          <a:ln w="12700">
            <a:noFill/>
          </a:ln>
        </p:spPr>
        <p:txBody>
          <a:bodyPr vert="horz" lIns="0" tIns="0" rIns="0" bIns="0" rtlCol="0" anchor="t" anchorCtr="0">
            <a:noAutofit/>
          </a:bodyPr>
          <a:lstStyle/>
          <a:p>
            <a:r>
              <a:rPr lang="en-US"/>
              <a:t>Click to edit Master title style</a:t>
            </a:r>
          </a:p>
        </p:txBody>
      </p:sp>
      <p:sp>
        <p:nvSpPr>
          <p:cNvPr id="3" name="Text Placeholder 2"/>
          <p:cNvSpPr>
            <a:spLocks noGrp="1"/>
          </p:cNvSpPr>
          <p:nvPr>
            <p:ph type="body" idx="1"/>
          </p:nvPr>
        </p:nvSpPr>
        <p:spPr>
          <a:xfrm>
            <a:off x="6477003" y="624971"/>
            <a:ext cx="17160602" cy="12350774"/>
          </a:xfrm>
          <a:prstGeom prst="rect">
            <a:avLst/>
          </a:prstGeom>
        </p:spPr>
        <p:txBody>
          <a:bodyPr vert="horz" lIns="182880" tIns="0" rIns="0" bIns="0" rtlCol="0">
            <a:no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p:cNvSpPr>
            <a:spLocks noGrp="1"/>
          </p:cNvSpPr>
          <p:nvPr>
            <p:ph type="ftr" sz="quarter" idx="3"/>
          </p:nvPr>
        </p:nvSpPr>
        <p:spPr>
          <a:xfrm>
            <a:off x="6477000" y="13000317"/>
            <a:ext cx="5518292" cy="486410"/>
          </a:xfrm>
          <a:prstGeom prst="rect">
            <a:avLst/>
          </a:prstGeom>
        </p:spPr>
        <p:txBody>
          <a:bodyPr vert="horz" lIns="365760" tIns="73152" rIns="91440" bIns="45720" rtlCol="0" anchor="t" anchorCtr="0"/>
          <a:lstStyle>
            <a:lvl1pPr algn="l">
              <a:defRPr sz="1300">
                <a:solidFill>
                  <a:schemeClr val="tx1"/>
                </a:solidFill>
              </a:defRPr>
            </a:lvl1pPr>
          </a:lstStyle>
          <a:p>
            <a:endParaRPr lang="en-US"/>
          </a:p>
        </p:txBody>
      </p:sp>
      <p:sp>
        <p:nvSpPr>
          <p:cNvPr id="6" name="Slide Number Placeholder 5"/>
          <p:cNvSpPr>
            <a:spLocks noGrp="1"/>
          </p:cNvSpPr>
          <p:nvPr>
            <p:ph type="sldNum" sz="quarter" idx="4"/>
          </p:nvPr>
        </p:nvSpPr>
        <p:spPr>
          <a:xfrm>
            <a:off x="22402802" y="12985750"/>
            <a:ext cx="1234804" cy="466344"/>
          </a:xfrm>
          <a:prstGeom prst="rect">
            <a:avLst/>
          </a:prstGeom>
        </p:spPr>
        <p:txBody>
          <a:bodyPr vert="horz" lIns="0" tIns="73152" rIns="0" bIns="45720" rtlCol="0" anchor="t" anchorCtr="0"/>
          <a:lstStyle>
            <a:lvl1pPr algn="r">
              <a:defRPr sz="1300">
                <a:solidFill>
                  <a:schemeClr val="tx1"/>
                </a:solidFill>
              </a:defRPr>
            </a:lvl1pPr>
          </a:lstStyle>
          <a:p>
            <a:fld id="{762E77F0-FB5B-4E8E-9BC9-34F14560A017}" type="slidenum">
              <a:rPr lang="en-US" smtClean="0"/>
              <a:pPr/>
              <a:t>‹#›</a:t>
            </a:fld>
            <a:endParaRPr lang="en-US"/>
          </a:p>
        </p:txBody>
      </p:sp>
      <p:cxnSp>
        <p:nvCxnSpPr>
          <p:cNvPr id="7" name="Straight Connector 6">
            <a:extLst>
              <a:ext uri="{FF2B5EF4-FFF2-40B4-BE49-F238E27FC236}">
                <a16:creationId xmlns:a16="http://schemas.microsoft.com/office/drawing/2014/main" id="{0057071C-1660-4D95-BF58-C9DBC7B98100}"/>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
        <p:nvSpPr>
          <p:cNvPr id="9" name="Freeform 5">
            <a:extLst>
              <a:ext uri="{FF2B5EF4-FFF2-40B4-BE49-F238E27FC236}">
                <a16:creationId xmlns:a16="http://schemas.microsoft.com/office/drawing/2014/main" id="{8FF537FD-1E60-3241-9232-4C8BFB58C4ED}"/>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Tree>
    <p:extLst>
      <p:ext uri="{BB962C8B-B14F-4D97-AF65-F5344CB8AC3E}">
        <p14:creationId xmlns:p14="http://schemas.microsoft.com/office/powerpoint/2010/main" val="1598808063"/>
      </p:ext>
    </p:extLst>
  </p:cSld>
  <p:clrMap bg1="lt1" tx1="dk1" bg2="lt2" tx2="dk2" accent1="accent1" accent2="accent2" accent3="accent3" accent4="accent4" accent5="accent5" accent6="accent6" hlink="hlink" folHlink="folHlink"/>
  <p:sldLayoutIdLst>
    <p:sldLayoutId id="2147484531" r:id="rId1"/>
    <p:sldLayoutId id="2147484532" r:id="rId2"/>
    <p:sldLayoutId id="2147484533" r:id="rId3"/>
    <p:sldLayoutId id="2147484534" r:id="rId4"/>
    <p:sldLayoutId id="2147484535" r:id="rId5"/>
    <p:sldLayoutId id="2147484536" r:id="rId6"/>
    <p:sldLayoutId id="2147484537" r:id="rId7"/>
    <p:sldLayoutId id="2147484538" r:id="rId8"/>
    <p:sldLayoutId id="2147484539" r:id="rId9"/>
    <p:sldLayoutId id="2147484540" r:id="rId10"/>
    <p:sldLayoutId id="2147484541" r:id="rId11"/>
    <p:sldLayoutId id="2147484542" r:id="rId12"/>
    <p:sldLayoutId id="2147484543" r:id="rId13"/>
    <p:sldLayoutId id="2147484544" r:id="rId14"/>
    <p:sldLayoutId id="2147484545" r:id="rId15"/>
    <p:sldLayoutId id="2147484546" r:id="rId16"/>
    <p:sldLayoutId id="2147484547" r:id="rId17"/>
    <p:sldLayoutId id="2147484548" r:id="rId18"/>
    <p:sldLayoutId id="2147484549" r:id="rId19"/>
    <p:sldLayoutId id="2147484550" r:id="rId20"/>
    <p:sldLayoutId id="2147484551" r:id="rId21"/>
    <p:sldLayoutId id="2147484552" r:id="rId22"/>
    <p:sldLayoutId id="2147484553" r:id="rId23"/>
    <p:sldLayoutId id="2147484554" r:id="rId24"/>
    <p:sldLayoutId id="2147484555" r:id="rId25"/>
    <p:sldLayoutId id="2147484556" r:id="rId26"/>
    <p:sldLayoutId id="2147484557" r:id="rId27"/>
    <p:sldLayoutId id="2147484558" r:id="rId28"/>
    <p:sldLayoutId id="2147484559" r:id="rId29"/>
    <p:sldLayoutId id="2147484560" r:id="rId30"/>
    <p:sldLayoutId id="2147484561" r:id="rId31"/>
    <p:sldLayoutId id="2147484562" r:id="rId32"/>
    <p:sldLayoutId id="2147484563" r:id="rId33"/>
    <p:sldLayoutId id="2147484564" r:id="rId34"/>
    <p:sldLayoutId id="2147484565" r:id="rId35"/>
    <p:sldLayoutId id="2147484566" r:id="rId36"/>
    <p:sldLayoutId id="2147484567" r:id="rId37"/>
    <p:sldLayoutId id="2147484568" r:id="rId38"/>
    <p:sldLayoutId id="2147484569" r:id="rId39"/>
    <p:sldLayoutId id="2147484570" r:id="rId40"/>
  </p:sldLayoutIdLst>
  <p:hf hdr="0" ftr="0" dt="0"/>
  <p:txStyles>
    <p:titleStyle>
      <a:lvl1pPr algn="l" defTabSz="1828800" rtl="0" eaLnBrk="1" fontAlgn="base" latinLnBrk="0" hangingPunct="1">
        <a:lnSpc>
          <a:spcPct val="110000"/>
        </a:lnSpc>
        <a:spcBef>
          <a:spcPct val="0"/>
        </a:spcBef>
        <a:buNone/>
        <a:defRPr sz="6250" kern="1200">
          <a:ln w="9525">
            <a:noFill/>
          </a:ln>
          <a:solidFill>
            <a:schemeClr val="tx2"/>
          </a:solidFill>
          <a:latin typeface="+mj-lt"/>
          <a:ea typeface="+mj-ea"/>
          <a:cs typeface="+mj-cs"/>
        </a:defRPr>
      </a:lvl1pPr>
    </p:titleStyle>
    <p:bodyStyle>
      <a:lvl1pPr marL="285750" indent="-285750"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1pPr>
      <a:lvl2pPr marL="857250" indent="-290514"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2pPr>
      <a:lvl3pPr marL="1428750" indent="-295276"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3pPr>
      <a:lvl4pPr marL="2000250" indent="-300038"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4pPr>
      <a:lvl5pPr marL="2571750" indent="-304800"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52">
          <p15:clr>
            <a:srgbClr val="000000"/>
          </p15:clr>
        </p15:guide>
        <p15:guide id="5" orient="horz" pos="228">
          <p15:clr>
            <a:srgbClr val="000000"/>
          </p15:clr>
        </p15:guide>
        <p15:guide id="8" orient="horz" pos="1200">
          <p15:clr>
            <a:srgbClr val="000000"/>
          </p15:clr>
        </p15:guide>
        <p15:guide id="11" orient="horz" pos="2160">
          <p15:clr>
            <a:srgbClr val="000000"/>
          </p15:clr>
        </p15:guide>
        <p15:guide id="14" orient="horz" pos="4092">
          <p15:clr>
            <a:srgbClr val="000000"/>
          </p15:clr>
        </p15:guide>
        <p15:guide id="45" orient="horz" pos="3120">
          <p15:clr>
            <a:srgbClr val="000000"/>
          </p15:clr>
        </p15:guide>
        <p15:guide id="52" pos="2040">
          <p15:clr>
            <a:srgbClr val="000000"/>
          </p15:clr>
        </p15:guide>
        <p15:guide id="55" pos="3840">
          <p15:clr>
            <a:srgbClr val="000000"/>
          </p15:clr>
        </p15:guide>
        <p15:guide id="58" pos="5652">
          <p15:clr>
            <a:srgbClr val="000000"/>
          </p15:clr>
        </p15:guide>
      </p15:sldGuideLst>
    </p:ext>
  </p:extLst>
</p:sldMaster>
</file>

<file path=ppt/slideMasters/slideMaster10.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68995" y="537179"/>
            <a:ext cx="5466338" cy="3062106"/>
          </a:xfrm>
          <a:prstGeom prst="rect">
            <a:avLst/>
          </a:prstGeom>
          <a:ln w="12700">
            <a:noFill/>
          </a:ln>
        </p:spPr>
        <p:txBody>
          <a:bodyPr vert="horz" lIns="0" tIns="0" rIns="0" bIns="0" rtlCol="0" anchor="t" anchorCtr="0">
            <a:noAutofit/>
          </a:bodyPr>
          <a:lstStyle/>
          <a:p>
            <a:r>
              <a:rPr lang="en-US"/>
              <a:t>Click to edit Master title style</a:t>
            </a:r>
          </a:p>
        </p:txBody>
      </p:sp>
      <p:sp>
        <p:nvSpPr>
          <p:cNvPr id="3" name="Text Placeholder 2"/>
          <p:cNvSpPr>
            <a:spLocks noGrp="1"/>
          </p:cNvSpPr>
          <p:nvPr>
            <p:ph type="body" idx="1"/>
          </p:nvPr>
        </p:nvSpPr>
        <p:spPr>
          <a:xfrm>
            <a:off x="6477003" y="624971"/>
            <a:ext cx="17160602" cy="12350774"/>
          </a:xfrm>
          <a:prstGeom prst="rect">
            <a:avLst/>
          </a:prstGeom>
        </p:spPr>
        <p:txBody>
          <a:bodyPr vert="horz" lIns="18288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p:cNvSpPr>
            <a:spLocks noGrp="1"/>
          </p:cNvSpPr>
          <p:nvPr>
            <p:ph type="ftr" sz="quarter" idx="3"/>
          </p:nvPr>
        </p:nvSpPr>
        <p:spPr>
          <a:xfrm>
            <a:off x="6477000" y="13000317"/>
            <a:ext cx="5518292" cy="486410"/>
          </a:xfrm>
          <a:prstGeom prst="rect">
            <a:avLst/>
          </a:prstGeom>
        </p:spPr>
        <p:txBody>
          <a:bodyPr vert="horz" lIns="182880" tIns="73152" rIns="91440" bIns="45720" rtlCol="0" anchor="t" anchorCtr="0"/>
          <a:lstStyle>
            <a:lvl1pPr algn="l">
              <a:defRPr sz="1400">
                <a:solidFill>
                  <a:schemeClr val="tx1"/>
                </a:solidFill>
              </a:defRPr>
            </a:lvl1pPr>
          </a:lstStyle>
          <a:p>
            <a:endParaRPr lang="en-US"/>
          </a:p>
        </p:txBody>
      </p:sp>
      <p:sp>
        <p:nvSpPr>
          <p:cNvPr id="6" name="Slide Number Placeholder 5"/>
          <p:cNvSpPr>
            <a:spLocks noGrp="1"/>
          </p:cNvSpPr>
          <p:nvPr>
            <p:ph type="sldNum" sz="quarter" idx="4"/>
          </p:nvPr>
        </p:nvSpPr>
        <p:spPr>
          <a:xfrm>
            <a:off x="22402802" y="12985750"/>
            <a:ext cx="1234804" cy="466344"/>
          </a:xfrm>
          <a:prstGeom prst="rect">
            <a:avLst/>
          </a:prstGeom>
        </p:spPr>
        <p:txBody>
          <a:bodyPr vert="horz" lIns="0" tIns="73152" rIns="0" bIns="45720" rtlCol="0" anchor="t" anchorCtr="0"/>
          <a:lstStyle>
            <a:lvl1pPr algn="r">
              <a:defRPr sz="1400">
                <a:solidFill>
                  <a:schemeClr val="tx1"/>
                </a:solidFill>
              </a:defRPr>
            </a:lvl1pPr>
          </a:lstStyle>
          <a:p>
            <a:fld id="{762E77F0-FB5B-4E8E-9BC9-34F14560A017}" type="slidenum">
              <a:rPr lang="en-US" smtClean="0"/>
              <a:pPr/>
              <a:t>‹#›</a:t>
            </a:fld>
            <a:endParaRPr lang="en-US"/>
          </a:p>
        </p:txBody>
      </p:sp>
      <p:cxnSp>
        <p:nvCxnSpPr>
          <p:cNvPr id="7" name="Straight Connector 6">
            <a:extLst>
              <a:ext uri="{FF2B5EF4-FFF2-40B4-BE49-F238E27FC236}">
                <a16:creationId xmlns:a16="http://schemas.microsoft.com/office/drawing/2014/main" id="{0057071C-1660-4D95-BF58-C9DBC7B98100}"/>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pic>
        <p:nvPicPr>
          <p:cNvPr id="8" name="Picture 7">
            <a:extLst>
              <a:ext uri="{FF2B5EF4-FFF2-40B4-BE49-F238E27FC236}">
                <a16:creationId xmlns:a16="http://schemas.microsoft.com/office/drawing/2014/main" id="{38FF4373-A3FC-4217-B28A-1614FA7CF9E0}"/>
              </a:ext>
            </a:extLst>
          </p:cNvPr>
          <p:cNvPicPr>
            <a:picLocks noChangeAspect="1"/>
          </p:cNvPicPr>
          <p:nvPr userDrawn="1"/>
        </p:nvPicPr>
        <p:blipFill>
          <a:blip r:embed="rId44"/>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204648709"/>
      </p:ext>
    </p:extLst>
  </p:cSld>
  <p:clrMap bg1="lt1" tx1="dk1" bg2="lt2" tx2="dk2" accent1="accent1" accent2="accent2" accent3="accent3" accent4="accent4" accent5="accent5" accent6="accent6" hlink="hlink" folHlink="folHlink"/>
  <p:sldLayoutIdLst>
    <p:sldLayoutId id="2147484603" r:id="rId1"/>
    <p:sldLayoutId id="2147484604" r:id="rId2"/>
    <p:sldLayoutId id="2147484605" r:id="rId3"/>
    <p:sldLayoutId id="2147484606" r:id="rId4"/>
    <p:sldLayoutId id="2147484607" r:id="rId5"/>
    <p:sldLayoutId id="2147484608" r:id="rId6"/>
    <p:sldLayoutId id="2147484609" r:id="rId7"/>
    <p:sldLayoutId id="2147484610" r:id="rId8"/>
    <p:sldLayoutId id="2147484611" r:id="rId9"/>
    <p:sldLayoutId id="2147484612" r:id="rId10"/>
    <p:sldLayoutId id="2147484613" r:id="rId11"/>
    <p:sldLayoutId id="2147484614" r:id="rId12"/>
    <p:sldLayoutId id="2147484615" r:id="rId13"/>
    <p:sldLayoutId id="2147484616" r:id="rId14"/>
    <p:sldLayoutId id="2147484617" r:id="rId15"/>
    <p:sldLayoutId id="2147484618" r:id="rId16"/>
    <p:sldLayoutId id="2147484619" r:id="rId17"/>
    <p:sldLayoutId id="2147484620" r:id="rId18"/>
    <p:sldLayoutId id="2147484621" r:id="rId19"/>
    <p:sldLayoutId id="2147484622" r:id="rId20"/>
    <p:sldLayoutId id="2147484623" r:id="rId21"/>
    <p:sldLayoutId id="2147484624" r:id="rId22"/>
    <p:sldLayoutId id="2147484625" r:id="rId23"/>
    <p:sldLayoutId id="2147484626" r:id="rId24"/>
    <p:sldLayoutId id="2147484627" r:id="rId25"/>
    <p:sldLayoutId id="2147484628" r:id="rId26"/>
    <p:sldLayoutId id="2147484629" r:id="rId27"/>
    <p:sldLayoutId id="2147484630" r:id="rId28"/>
    <p:sldLayoutId id="2147484631" r:id="rId29"/>
    <p:sldLayoutId id="2147484632" r:id="rId30"/>
    <p:sldLayoutId id="2147484633" r:id="rId31"/>
    <p:sldLayoutId id="2147484634" r:id="rId32"/>
    <p:sldLayoutId id="2147484635" r:id="rId33"/>
    <p:sldLayoutId id="2147484636" r:id="rId34"/>
    <p:sldLayoutId id="2147484637" r:id="rId35"/>
    <p:sldLayoutId id="2147484638" r:id="rId36"/>
    <p:sldLayoutId id="2147484639" r:id="rId37"/>
    <p:sldLayoutId id="2147484640" r:id="rId38"/>
    <p:sldLayoutId id="2147484641" r:id="rId39"/>
    <p:sldLayoutId id="2147484642" r:id="rId40"/>
    <p:sldLayoutId id="2147484643" r:id="rId41"/>
    <p:sldLayoutId id="2147484644" r:id="rId42"/>
  </p:sldLayoutIdLst>
  <p:hf hdr="0" ftr="0" dt="0"/>
  <p:txStyles>
    <p:titleStyle>
      <a:lvl1pPr algn="l" defTabSz="1828800" rtl="0" eaLnBrk="1" fontAlgn="base" latinLnBrk="0" hangingPunct="1">
        <a:lnSpc>
          <a:spcPct val="110000"/>
        </a:lnSpc>
        <a:spcBef>
          <a:spcPct val="0"/>
        </a:spcBef>
        <a:buNone/>
        <a:defRPr sz="6200" kern="1200">
          <a:ln w="9525">
            <a:noFill/>
          </a:ln>
          <a:solidFill>
            <a:schemeClr val="tx2"/>
          </a:solidFill>
          <a:latin typeface="+mj-lt"/>
          <a:ea typeface="+mj-ea"/>
          <a:cs typeface="+mj-cs"/>
        </a:defRPr>
      </a:lvl1pPr>
    </p:titleStyle>
    <p:bodyStyle>
      <a:lvl1pPr marL="285750" indent="-285750"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1pPr>
      <a:lvl2pPr marL="857250" indent="-290514"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2pPr>
      <a:lvl3pPr marL="1428750" indent="-295276"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3pPr>
      <a:lvl4pPr marL="2000250" indent="-300038"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4pPr>
      <a:lvl5pPr marL="2571750" indent="-304800"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52">
          <p15:clr>
            <a:srgbClr val="000000"/>
          </p15:clr>
        </p15:guide>
        <p15:guide id="5" orient="horz" pos="228">
          <p15:clr>
            <a:srgbClr val="000000"/>
          </p15:clr>
        </p15:guide>
        <p15:guide id="8" orient="horz" pos="1200">
          <p15:clr>
            <a:srgbClr val="000000"/>
          </p15:clr>
        </p15:guide>
        <p15:guide id="11" orient="horz" pos="2160">
          <p15:clr>
            <a:srgbClr val="000000"/>
          </p15:clr>
        </p15:guide>
        <p15:guide id="14" orient="horz" pos="4092">
          <p15:clr>
            <a:srgbClr val="000000"/>
          </p15:clr>
        </p15:guide>
        <p15:guide id="45" orient="horz" pos="3120">
          <p15:clr>
            <a:srgbClr val="000000"/>
          </p15:clr>
        </p15:guide>
        <p15:guide id="52" pos="2040">
          <p15:clr>
            <a:srgbClr val="000000"/>
          </p15:clr>
        </p15:guide>
        <p15:guide id="55" pos="3840">
          <p15:clr>
            <a:srgbClr val="000000"/>
          </p15:clr>
        </p15:guide>
        <p15:guide id="58" pos="5652">
          <p15:clr>
            <a:srgbClr val="000000"/>
          </p15:clr>
        </p15:guide>
      </p15:sldGuideLst>
    </p:ext>
  </p:extLst>
</p:sldMaster>
</file>

<file path=ppt/slideMasters/slideMaster1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68995" y="537179"/>
            <a:ext cx="5466338" cy="3062106"/>
          </a:xfrm>
          <a:prstGeom prst="rect">
            <a:avLst/>
          </a:prstGeom>
          <a:ln w="12700">
            <a:noFill/>
          </a:ln>
        </p:spPr>
        <p:txBody>
          <a:bodyPr vert="horz" lIns="0" tIns="0" rIns="0" bIns="0" rtlCol="0" anchor="t" anchorCtr="0">
            <a:noAutofit/>
          </a:bodyPr>
          <a:lstStyle/>
          <a:p>
            <a:r>
              <a:rPr lang="en-US"/>
              <a:t>Click to edit Master title style</a:t>
            </a:r>
          </a:p>
        </p:txBody>
      </p:sp>
      <p:sp>
        <p:nvSpPr>
          <p:cNvPr id="3" name="Text Placeholder 2"/>
          <p:cNvSpPr>
            <a:spLocks noGrp="1"/>
          </p:cNvSpPr>
          <p:nvPr>
            <p:ph type="body" idx="1"/>
          </p:nvPr>
        </p:nvSpPr>
        <p:spPr>
          <a:xfrm>
            <a:off x="6477003" y="624971"/>
            <a:ext cx="17160602" cy="12350774"/>
          </a:xfrm>
          <a:prstGeom prst="rect">
            <a:avLst/>
          </a:prstGeom>
        </p:spPr>
        <p:txBody>
          <a:bodyPr vert="horz" lIns="182880" tIns="0" rIns="0" bIns="0" rtlCol="0">
            <a:no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p:cNvSpPr>
            <a:spLocks noGrp="1"/>
          </p:cNvSpPr>
          <p:nvPr>
            <p:ph type="ftr" sz="quarter" idx="3"/>
          </p:nvPr>
        </p:nvSpPr>
        <p:spPr>
          <a:xfrm>
            <a:off x="6477000" y="13000317"/>
            <a:ext cx="5518292" cy="486410"/>
          </a:xfrm>
          <a:prstGeom prst="rect">
            <a:avLst/>
          </a:prstGeom>
        </p:spPr>
        <p:txBody>
          <a:bodyPr vert="horz" lIns="365760" tIns="73152" rIns="91440" bIns="45720" rtlCol="0" anchor="t" anchorCtr="0"/>
          <a:lstStyle>
            <a:lvl1pPr algn="l">
              <a:defRPr sz="1300">
                <a:solidFill>
                  <a:schemeClr val="tx1"/>
                </a:solidFill>
              </a:defRPr>
            </a:lvl1pPr>
          </a:lstStyle>
          <a:p>
            <a:endParaRPr lang="en-US"/>
          </a:p>
        </p:txBody>
      </p:sp>
      <p:sp>
        <p:nvSpPr>
          <p:cNvPr id="6" name="Slide Number Placeholder 5"/>
          <p:cNvSpPr>
            <a:spLocks noGrp="1"/>
          </p:cNvSpPr>
          <p:nvPr>
            <p:ph type="sldNum" sz="quarter" idx="4"/>
          </p:nvPr>
        </p:nvSpPr>
        <p:spPr>
          <a:xfrm>
            <a:off x="22402802" y="12985750"/>
            <a:ext cx="1234804" cy="466344"/>
          </a:xfrm>
          <a:prstGeom prst="rect">
            <a:avLst/>
          </a:prstGeom>
        </p:spPr>
        <p:txBody>
          <a:bodyPr vert="horz" lIns="0" tIns="73152" rIns="0" bIns="45720" rtlCol="0" anchor="t" anchorCtr="0"/>
          <a:lstStyle>
            <a:lvl1pPr algn="r">
              <a:defRPr sz="1300">
                <a:solidFill>
                  <a:schemeClr val="tx1"/>
                </a:solidFill>
              </a:defRPr>
            </a:lvl1pPr>
          </a:lstStyle>
          <a:p>
            <a:fld id="{762E77F0-FB5B-4E8E-9BC9-34F14560A017}" type="slidenum">
              <a:rPr lang="en-US" smtClean="0"/>
              <a:pPr/>
              <a:t>‹#›</a:t>
            </a:fld>
            <a:endParaRPr lang="en-US"/>
          </a:p>
        </p:txBody>
      </p:sp>
      <p:cxnSp>
        <p:nvCxnSpPr>
          <p:cNvPr id="7" name="Straight Connector 6">
            <a:extLst>
              <a:ext uri="{FF2B5EF4-FFF2-40B4-BE49-F238E27FC236}">
                <a16:creationId xmlns:a16="http://schemas.microsoft.com/office/drawing/2014/main" id="{0057071C-1660-4D95-BF58-C9DBC7B98100}"/>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pic>
        <p:nvPicPr>
          <p:cNvPr id="8" name="Picture 7">
            <a:extLst>
              <a:ext uri="{FF2B5EF4-FFF2-40B4-BE49-F238E27FC236}">
                <a16:creationId xmlns:a16="http://schemas.microsoft.com/office/drawing/2014/main" id="{BBE10CE6-22AB-4783-96FE-2ABCE27F3849}"/>
              </a:ext>
            </a:extLst>
          </p:cNvPr>
          <p:cNvPicPr>
            <a:picLocks noChangeAspect="1"/>
          </p:cNvPicPr>
          <p:nvPr userDrawn="1"/>
        </p:nvPicPr>
        <p:blipFill>
          <a:blip r:embed="rId4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246536896"/>
      </p:ext>
    </p:extLst>
  </p:cSld>
  <p:clrMap bg1="lt1" tx1="dk1" bg2="lt2" tx2="dk2" accent1="accent1" accent2="accent2" accent3="accent3" accent4="accent4" accent5="accent5" accent6="accent6" hlink="hlink" folHlink="folHlink"/>
  <p:sldLayoutIdLst>
    <p:sldLayoutId id="2147484661" r:id="rId1"/>
    <p:sldLayoutId id="2147484662" r:id="rId2"/>
    <p:sldLayoutId id="2147484663" r:id="rId3"/>
    <p:sldLayoutId id="2147484664" r:id="rId4"/>
    <p:sldLayoutId id="2147484665" r:id="rId5"/>
    <p:sldLayoutId id="2147484666" r:id="rId6"/>
    <p:sldLayoutId id="2147484667" r:id="rId7"/>
    <p:sldLayoutId id="2147484668" r:id="rId8"/>
    <p:sldLayoutId id="2147484669" r:id="rId9"/>
    <p:sldLayoutId id="2147484670" r:id="rId10"/>
    <p:sldLayoutId id="2147484671" r:id="rId11"/>
    <p:sldLayoutId id="2147484672" r:id="rId12"/>
    <p:sldLayoutId id="2147484673" r:id="rId13"/>
    <p:sldLayoutId id="2147484674" r:id="rId14"/>
    <p:sldLayoutId id="2147484675" r:id="rId15"/>
    <p:sldLayoutId id="2147484676" r:id="rId16"/>
    <p:sldLayoutId id="2147484677" r:id="rId17"/>
    <p:sldLayoutId id="2147484678" r:id="rId18"/>
    <p:sldLayoutId id="2147484679" r:id="rId19"/>
    <p:sldLayoutId id="2147484680" r:id="rId20"/>
    <p:sldLayoutId id="2147484681" r:id="rId21"/>
    <p:sldLayoutId id="2147484682" r:id="rId22"/>
    <p:sldLayoutId id="2147484683" r:id="rId23"/>
    <p:sldLayoutId id="2147484684" r:id="rId24"/>
    <p:sldLayoutId id="2147484685" r:id="rId25"/>
    <p:sldLayoutId id="2147484686" r:id="rId26"/>
    <p:sldLayoutId id="2147484687" r:id="rId27"/>
    <p:sldLayoutId id="2147484688" r:id="rId28"/>
    <p:sldLayoutId id="2147484689" r:id="rId29"/>
    <p:sldLayoutId id="2147484690" r:id="rId30"/>
    <p:sldLayoutId id="2147484691" r:id="rId31"/>
    <p:sldLayoutId id="2147484692" r:id="rId32"/>
    <p:sldLayoutId id="2147484693" r:id="rId33"/>
    <p:sldLayoutId id="2147484694" r:id="rId34"/>
    <p:sldLayoutId id="2147484695" r:id="rId35"/>
    <p:sldLayoutId id="2147484696" r:id="rId36"/>
    <p:sldLayoutId id="2147484697" r:id="rId37"/>
    <p:sldLayoutId id="2147484698" r:id="rId38"/>
    <p:sldLayoutId id="2147484699" r:id="rId39"/>
    <p:sldLayoutId id="2147484700" r:id="rId40"/>
  </p:sldLayoutIdLst>
  <p:hf hdr="0" ftr="0" dt="0"/>
  <p:txStyles>
    <p:titleStyle>
      <a:lvl1pPr algn="l" defTabSz="1828800" rtl="0" eaLnBrk="1" fontAlgn="base" latinLnBrk="0" hangingPunct="1">
        <a:lnSpc>
          <a:spcPct val="110000"/>
        </a:lnSpc>
        <a:spcBef>
          <a:spcPct val="0"/>
        </a:spcBef>
        <a:buNone/>
        <a:defRPr sz="6250" kern="1200">
          <a:ln w="9525">
            <a:noFill/>
          </a:ln>
          <a:solidFill>
            <a:schemeClr val="tx2"/>
          </a:solidFill>
          <a:latin typeface="+mj-lt"/>
          <a:ea typeface="+mj-ea"/>
          <a:cs typeface="+mj-cs"/>
        </a:defRPr>
      </a:lvl1pPr>
    </p:titleStyle>
    <p:bodyStyle>
      <a:lvl1pPr marL="285750" indent="-285750"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1pPr>
      <a:lvl2pPr marL="857250" indent="-290514"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2pPr>
      <a:lvl3pPr marL="1428750" indent="-295276"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3pPr>
      <a:lvl4pPr marL="2000250" indent="-300038"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4pPr>
      <a:lvl5pPr marL="2571750" indent="-304800"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52">
          <p15:clr>
            <a:srgbClr val="000000"/>
          </p15:clr>
        </p15:guide>
        <p15:guide id="5" orient="horz" pos="228">
          <p15:clr>
            <a:srgbClr val="000000"/>
          </p15:clr>
        </p15:guide>
        <p15:guide id="8" orient="horz" pos="1200">
          <p15:clr>
            <a:srgbClr val="000000"/>
          </p15:clr>
        </p15:guide>
        <p15:guide id="11" orient="horz" pos="2160">
          <p15:clr>
            <a:srgbClr val="000000"/>
          </p15:clr>
        </p15:guide>
        <p15:guide id="14" orient="horz" pos="4092">
          <p15:clr>
            <a:srgbClr val="000000"/>
          </p15:clr>
        </p15:guide>
        <p15:guide id="45" orient="horz" pos="3120">
          <p15:clr>
            <a:srgbClr val="000000"/>
          </p15:clr>
        </p15:guide>
        <p15:guide id="52" pos="2040">
          <p15:clr>
            <a:srgbClr val="000000"/>
          </p15:clr>
        </p15:guide>
        <p15:guide id="55" pos="3840">
          <p15:clr>
            <a:srgbClr val="000000"/>
          </p15:clr>
        </p15:guide>
        <p15:guide id="58" pos="5652">
          <p15:clr>
            <a:srgbClr val="000000"/>
          </p15:clr>
        </p15:guide>
      </p15:sldGuideLst>
    </p:ext>
  </p:extLst>
</p:sldMaster>
</file>

<file path=ppt/slideMasters/slideMaster1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6477003" y="2777164"/>
            <a:ext cx="17160602" cy="3488134"/>
          </a:xfrm>
          <a:prstGeom prst="rect">
            <a:avLst/>
          </a:prstGeom>
        </p:spPr>
        <p:txBody>
          <a:bodyPr vert="horz" lIns="182880" tIns="0" rIns="0" bIns="0" rtlCol="0">
            <a:spAutoFit/>
          </a:body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8" name="Graphic 7">
            <a:extLst>
              <a:ext uri="{FF2B5EF4-FFF2-40B4-BE49-F238E27FC236}">
                <a16:creationId xmlns:a16="http://schemas.microsoft.com/office/drawing/2014/main" id="{C95E05A0-E71F-BF43-B4BD-38F301034068}"/>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4"/>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46C91435-26B4-C74A-8BAF-292D956CE0DF}"/>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1" name="Slide Number Placeholder 5">
            <a:extLst>
              <a:ext uri="{FF2B5EF4-FFF2-40B4-BE49-F238E27FC236}">
                <a16:creationId xmlns:a16="http://schemas.microsoft.com/office/drawing/2014/main" id="{F96E2593-46D0-774F-8813-5D956F8CEA7F}"/>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grpSp>
        <p:nvGrpSpPr>
          <p:cNvPr id="6" name="Group 5">
            <a:extLst>
              <a:ext uri="{FF2B5EF4-FFF2-40B4-BE49-F238E27FC236}">
                <a16:creationId xmlns:a16="http://schemas.microsoft.com/office/drawing/2014/main" id="{7826DB11-539A-2D54-6832-3A322D0E5C56}"/>
              </a:ext>
            </a:extLst>
          </p:cNvPr>
          <p:cNvGrpSpPr/>
          <p:nvPr userDrawn="1"/>
        </p:nvGrpSpPr>
        <p:grpSpPr>
          <a:xfrm>
            <a:off x="1" y="-4805"/>
            <a:ext cx="25334686" cy="2199366"/>
            <a:chOff x="0" y="-2403"/>
            <a:chExt cx="12667343" cy="1099683"/>
          </a:xfrm>
        </p:grpSpPr>
        <p:sp>
          <p:nvSpPr>
            <p:cNvPr id="4" name="Rectangle 3">
              <a:extLst>
                <a:ext uri="{FF2B5EF4-FFF2-40B4-BE49-F238E27FC236}">
                  <a16:creationId xmlns:a16="http://schemas.microsoft.com/office/drawing/2014/main" id="{12682853-E800-7A37-5627-1599E2474ACF}"/>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5" name="Picture 4">
              <a:extLst>
                <a:ext uri="{FF2B5EF4-FFF2-40B4-BE49-F238E27FC236}">
                  <a16:creationId xmlns:a16="http://schemas.microsoft.com/office/drawing/2014/main" id="{8010F62B-25DD-FC98-E2C3-00B9BDF5989B}"/>
                </a:ext>
              </a:extLst>
            </p:cNvPr>
            <p:cNvPicPr>
              <a:picLocks noChangeAspect="1"/>
            </p:cNvPicPr>
            <p:nvPr userDrawn="1"/>
          </p:nvPicPr>
          <p:blipFill rotWithShape="1">
            <a:blip r:embed="rId35"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Placeholder 1"/>
          <p:cNvSpPr>
            <a:spLocks noGrp="1"/>
          </p:cNvSpPr>
          <p:nvPr>
            <p:ph type="title"/>
          </p:nvPr>
        </p:nvSpPr>
        <p:spPr>
          <a:xfrm>
            <a:off x="668994" y="537179"/>
            <a:ext cx="12295892" cy="968086"/>
          </a:xfrm>
          <a:prstGeom prst="rect">
            <a:avLst/>
          </a:prstGeom>
          <a:ln w="12700">
            <a:noFill/>
          </a:ln>
        </p:spPr>
        <p:txBody>
          <a:bodyPr vert="horz" wrap="square" lIns="0" tIns="0" rIns="0" bIns="0" rtlCol="0" anchor="t" anchorCtr="0">
            <a:spAutoFit/>
          </a:bodyPr>
          <a:lstStyle/>
          <a:p>
            <a:r>
              <a:rPr lang="en-US"/>
              <a:t>Click to edit Master title style</a:t>
            </a:r>
          </a:p>
        </p:txBody>
      </p:sp>
    </p:spTree>
    <p:extLst>
      <p:ext uri="{BB962C8B-B14F-4D97-AF65-F5344CB8AC3E}">
        <p14:creationId xmlns:p14="http://schemas.microsoft.com/office/powerpoint/2010/main" val="605982482"/>
      </p:ext>
    </p:extLst>
  </p:cSld>
  <p:clrMap bg1="lt1" tx1="dk1" bg2="lt2" tx2="dk2" accent1="accent1" accent2="accent2" accent3="accent3" accent4="accent4" accent5="accent5" accent6="accent6" hlink="hlink" folHlink="folHlink"/>
  <p:sldLayoutIdLst>
    <p:sldLayoutId id="2147484705" r:id="rId1"/>
    <p:sldLayoutId id="2147484706" r:id="rId2"/>
    <p:sldLayoutId id="2147484707" r:id="rId3"/>
    <p:sldLayoutId id="2147484708" r:id="rId4"/>
    <p:sldLayoutId id="2147484709" r:id="rId5"/>
    <p:sldLayoutId id="2147484710" r:id="rId6"/>
    <p:sldLayoutId id="2147484711" r:id="rId7"/>
    <p:sldLayoutId id="2147484712" r:id="rId8"/>
    <p:sldLayoutId id="2147484713" r:id="rId9"/>
    <p:sldLayoutId id="2147484714" r:id="rId10"/>
    <p:sldLayoutId id="2147484715" r:id="rId11"/>
    <p:sldLayoutId id="2147484716" r:id="rId12"/>
    <p:sldLayoutId id="2147484717" r:id="rId13"/>
    <p:sldLayoutId id="2147484718" r:id="rId14"/>
    <p:sldLayoutId id="2147484719" r:id="rId15"/>
    <p:sldLayoutId id="2147484720" r:id="rId16"/>
    <p:sldLayoutId id="2147484721" r:id="rId17"/>
    <p:sldLayoutId id="2147484722" r:id="rId18"/>
    <p:sldLayoutId id="2147484723" r:id="rId19"/>
    <p:sldLayoutId id="2147484724" r:id="rId20"/>
    <p:sldLayoutId id="2147484725" r:id="rId21"/>
    <p:sldLayoutId id="2147484726" r:id="rId22"/>
    <p:sldLayoutId id="2147484727" r:id="rId23"/>
    <p:sldLayoutId id="2147484728" r:id="rId24"/>
    <p:sldLayoutId id="2147484729" r:id="rId25"/>
    <p:sldLayoutId id="2147484730" r:id="rId26"/>
    <p:sldLayoutId id="2147484731" r:id="rId27"/>
    <p:sldLayoutId id="2147484732" r:id="rId28"/>
    <p:sldLayoutId id="2147484733" r:id="rId29"/>
    <p:sldLayoutId id="2147484734" r:id="rId30"/>
    <p:sldLayoutId id="2147484735" r:id="rId31"/>
    <p:sldLayoutId id="2147484736" r:id="rId32"/>
  </p:sldLayoutIdLst>
  <p:hf hdr="0" ftr="0" dt="0"/>
  <p:txStyles>
    <p:titleStyle>
      <a:lvl1pPr algn="l" defTabSz="1828800" rtl="0" eaLnBrk="1" fontAlgn="base" latinLnBrk="0" hangingPunct="1">
        <a:lnSpc>
          <a:spcPct val="110000"/>
        </a:lnSpc>
        <a:spcBef>
          <a:spcPct val="0"/>
        </a:spcBef>
        <a:buNone/>
        <a:defRPr sz="6200" kern="1200">
          <a:ln w="9525">
            <a:noFill/>
          </a:ln>
          <a:solidFill>
            <a:schemeClr val="bg1"/>
          </a:solidFill>
          <a:latin typeface="+mj-lt"/>
          <a:ea typeface="+mj-ea"/>
          <a:cs typeface="+mj-cs"/>
        </a:defRPr>
      </a:lvl1pPr>
    </p:titleStyle>
    <p:body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52">
          <p15:clr>
            <a:srgbClr val="000000"/>
          </p15:clr>
        </p15:guide>
        <p15:guide id="5" orient="horz" pos="228">
          <p15:clr>
            <a:srgbClr val="000000"/>
          </p15:clr>
        </p15:guide>
        <p15:guide id="8" orient="horz" pos="1200">
          <p15:clr>
            <a:srgbClr val="000000"/>
          </p15:clr>
        </p15:guide>
        <p15:guide id="11" orient="horz" pos="2160">
          <p15:clr>
            <a:srgbClr val="000000"/>
          </p15:clr>
        </p15:guide>
        <p15:guide id="14" orient="horz" pos="4092">
          <p15:clr>
            <a:srgbClr val="000000"/>
          </p15:clr>
        </p15:guide>
        <p15:guide id="45" orient="horz" pos="3120">
          <p15:clr>
            <a:srgbClr val="000000"/>
          </p15:clr>
        </p15:guide>
        <p15:guide id="52" pos="2040">
          <p15:clr>
            <a:srgbClr val="000000"/>
          </p15:clr>
        </p15:guide>
        <p15:guide id="55" pos="3840">
          <p15:clr>
            <a:srgbClr val="000000"/>
          </p15:clr>
        </p15:guide>
        <p15:guide id="58" pos="5652">
          <p15:clr>
            <a:srgbClr val="000000"/>
          </p15:clr>
        </p15:guide>
      </p15:sldGuideLst>
    </p:ext>
  </p:extLst>
</p:sldMaster>
</file>

<file path=ppt/slideMasters/slideMaster1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6477003" y="2777164"/>
            <a:ext cx="17160602" cy="3488134"/>
          </a:xfrm>
          <a:prstGeom prst="rect">
            <a:avLst/>
          </a:prstGeom>
        </p:spPr>
        <p:txBody>
          <a:bodyPr vert="horz" lIns="182880" tIns="0" rIns="0" bIns="0" rtlCol="0">
            <a:spAutoFit/>
          </a:body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8" name="Graphic 7">
            <a:extLst>
              <a:ext uri="{FF2B5EF4-FFF2-40B4-BE49-F238E27FC236}">
                <a16:creationId xmlns:a16="http://schemas.microsoft.com/office/drawing/2014/main" id="{C95E05A0-E71F-BF43-B4BD-38F301034068}"/>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2"/>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46C91435-26B4-C74A-8BAF-292D956CE0DF}"/>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1" name="Slide Number Placeholder 5">
            <a:extLst>
              <a:ext uri="{FF2B5EF4-FFF2-40B4-BE49-F238E27FC236}">
                <a16:creationId xmlns:a16="http://schemas.microsoft.com/office/drawing/2014/main" id="{F96E2593-46D0-774F-8813-5D956F8CEA7F}"/>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grpSp>
        <p:nvGrpSpPr>
          <p:cNvPr id="6" name="Group 5">
            <a:extLst>
              <a:ext uri="{FF2B5EF4-FFF2-40B4-BE49-F238E27FC236}">
                <a16:creationId xmlns:a16="http://schemas.microsoft.com/office/drawing/2014/main" id="{7826DB11-539A-2D54-6832-3A322D0E5C56}"/>
              </a:ext>
            </a:extLst>
          </p:cNvPr>
          <p:cNvGrpSpPr/>
          <p:nvPr userDrawn="1"/>
        </p:nvGrpSpPr>
        <p:grpSpPr>
          <a:xfrm>
            <a:off x="1" y="-4805"/>
            <a:ext cx="25334686" cy="2199366"/>
            <a:chOff x="0" y="-2403"/>
            <a:chExt cx="12667343" cy="1099683"/>
          </a:xfrm>
        </p:grpSpPr>
        <p:sp>
          <p:nvSpPr>
            <p:cNvPr id="4" name="Rectangle 3">
              <a:extLst>
                <a:ext uri="{FF2B5EF4-FFF2-40B4-BE49-F238E27FC236}">
                  <a16:creationId xmlns:a16="http://schemas.microsoft.com/office/drawing/2014/main" id="{12682853-E800-7A37-5627-1599E2474ACF}"/>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5" name="Picture 4">
              <a:extLst>
                <a:ext uri="{FF2B5EF4-FFF2-40B4-BE49-F238E27FC236}">
                  <a16:creationId xmlns:a16="http://schemas.microsoft.com/office/drawing/2014/main" id="{8010F62B-25DD-FC98-E2C3-00B9BDF5989B}"/>
                </a:ext>
              </a:extLst>
            </p:cNvPr>
            <p:cNvPicPr>
              <a:picLocks noChangeAspect="1"/>
            </p:cNvPicPr>
            <p:nvPr userDrawn="1"/>
          </p:nvPicPr>
          <p:blipFill rotWithShape="1">
            <a:blip r:embed="rId33"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Placeholder 1"/>
          <p:cNvSpPr>
            <a:spLocks noGrp="1"/>
          </p:cNvSpPr>
          <p:nvPr>
            <p:ph type="title"/>
          </p:nvPr>
        </p:nvSpPr>
        <p:spPr>
          <a:xfrm>
            <a:off x="668994" y="537179"/>
            <a:ext cx="12295892" cy="968086"/>
          </a:xfrm>
          <a:prstGeom prst="rect">
            <a:avLst/>
          </a:prstGeom>
          <a:ln w="12700">
            <a:noFill/>
          </a:ln>
        </p:spPr>
        <p:txBody>
          <a:bodyPr vert="horz" wrap="square" lIns="0" tIns="0" rIns="0" bIns="0" rtlCol="0" anchor="t" anchorCtr="0">
            <a:spAutoFit/>
          </a:bodyPr>
          <a:lstStyle/>
          <a:p>
            <a:r>
              <a:rPr lang="en-US"/>
              <a:t>Click to edit Master title style</a:t>
            </a:r>
          </a:p>
        </p:txBody>
      </p:sp>
    </p:spTree>
    <p:extLst>
      <p:ext uri="{BB962C8B-B14F-4D97-AF65-F5344CB8AC3E}">
        <p14:creationId xmlns:p14="http://schemas.microsoft.com/office/powerpoint/2010/main" val="730112583"/>
      </p:ext>
    </p:extLst>
  </p:cSld>
  <p:clrMap bg1="lt1" tx1="dk1" bg2="lt2" tx2="dk2" accent1="accent1" accent2="accent2" accent3="accent3" accent4="accent4" accent5="accent5" accent6="accent6" hlink="hlink" folHlink="folHlink"/>
  <p:sldLayoutIdLst>
    <p:sldLayoutId id="2147484739" r:id="rId1"/>
    <p:sldLayoutId id="2147484740" r:id="rId2"/>
    <p:sldLayoutId id="2147484741" r:id="rId3"/>
    <p:sldLayoutId id="2147484742" r:id="rId4"/>
    <p:sldLayoutId id="2147484743" r:id="rId5"/>
    <p:sldLayoutId id="2147484744" r:id="rId6"/>
    <p:sldLayoutId id="2147484745" r:id="rId7"/>
    <p:sldLayoutId id="2147484746" r:id="rId8"/>
    <p:sldLayoutId id="2147484747" r:id="rId9"/>
    <p:sldLayoutId id="2147484748" r:id="rId10"/>
    <p:sldLayoutId id="2147484749" r:id="rId11"/>
    <p:sldLayoutId id="2147484750" r:id="rId12"/>
    <p:sldLayoutId id="2147484751" r:id="rId13"/>
    <p:sldLayoutId id="2147484752" r:id="rId14"/>
    <p:sldLayoutId id="2147484753" r:id="rId15"/>
    <p:sldLayoutId id="2147484754" r:id="rId16"/>
    <p:sldLayoutId id="2147484755" r:id="rId17"/>
    <p:sldLayoutId id="2147484756" r:id="rId18"/>
    <p:sldLayoutId id="2147484757" r:id="rId19"/>
    <p:sldLayoutId id="2147484758" r:id="rId20"/>
    <p:sldLayoutId id="2147484759" r:id="rId21"/>
    <p:sldLayoutId id="2147484760" r:id="rId22"/>
    <p:sldLayoutId id="2147484761" r:id="rId23"/>
    <p:sldLayoutId id="2147484762" r:id="rId24"/>
    <p:sldLayoutId id="2147484763" r:id="rId25"/>
    <p:sldLayoutId id="2147484764" r:id="rId26"/>
    <p:sldLayoutId id="2147484765" r:id="rId27"/>
    <p:sldLayoutId id="2147484766" r:id="rId28"/>
    <p:sldLayoutId id="2147484767" r:id="rId29"/>
    <p:sldLayoutId id="2147484768" r:id="rId30"/>
  </p:sldLayoutIdLst>
  <p:hf hdr="0" ftr="0" dt="0"/>
  <p:txStyles>
    <p:titleStyle>
      <a:lvl1pPr algn="l" defTabSz="1828800" rtl="0" eaLnBrk="1" fontAlgn="base" latinLnBrk="0" hangingPunct="1">
        <a:lnSpc>
          <a:spcPct val="110000"/>
        </a:lnSpc>
        <a:spcBef>
          <a:spcPct val="0"/>
        </a:spcBef>
        <a:buNone/>
        <a:defRPr sz="6200" kern="1200">
          <a:ln w="9525">
            <a:noFill/>
          </a:ln>
          <a:solidFill>
            <a:schemeClr val="bg1"/>
          </a:solidFill>
          <a:latin typeface="+mj-lt"/>
          <a:ea typeface="+mj-ea"/>
          <a:cs typeface="+mj-cs"/>
        </a:defRPr>
      </a:lvl1pPr>
    </p:titleStyle>
    <p:body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52">
          <p15:clr>
            <a:srgbClr val="000000"/>
          </p15:clr>
        </p15:guide>
        <p15:guide id="5" orient="horz" pos="228">
          <p15:clr>
            <a:srgbClr val="000000"/>
          </p15:clr>
        </p15:guide>
        <p15:guide id="8" orient="horz" pos="1200">
          <p15:clr>
            <a:srgbClr val="000000"/>
          </p15:clr>
        </p15:guide>
        <p15:guide id="11" orient="horz" pos="2160">
          <p15:clr>
            <a:srgbClr val="000000"/>
          </p15:clr>
        </p15:guide>
        <p15:guide id="14" orient="horz" pos="4092">
          <p15:clr>
            <a:srgbClr val="000000"/>
          </p15:clr>
        </p15:guide>
        <p15:guide id="45" orient="horz" pos="3120">
          <p15:clr>
            <a:srgbClr val="000000"/>
          </p15:clr>
        </p15:guide>
        <p15:guide id="52" pos="2040">
          <p15:clr>
            <a:srgbClr val="000000"/>
          </p15:clr>
        </p15:guide>
        <p15:guide id="55" pos="3840">
          <p15:clr>
            <a:srgbClr val="000000"/>
          </p15:clr>
        </p15:guide>
        <p15:guide id="58" pos="5652">
          <p15:clr>
            <a:srgbClr val="000000"/>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81.xml"/><Relationship Id="rId2" Type="http://schemas.openxmlformats.org/officeDocument/2006/relationships/notesSlide" Target="../notesSlides/notesSlide1.xml"/><Relationship Id="rId3" Type="http://schemas.openxmlformats.org/officeDocument/2006/relationships/image" Target="../media/image28.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58.xml"/><Relationship Id="rId2" Type="http://schemas.openxmlformats.org/officeDocument/2006/relationships/image" Target="../media/image29.png"/><Relationship Id="rId3" Type="http://schemas.openxmlformats.org/officeDocument/2006/relationships/image" Target="../media/image30.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9.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31.jpe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32.jpe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32.jpe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9.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1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1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1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9.xml"/></Relationships>
</file>

<file path=ppt/slides/_rels/slide14.xml.rels><?xml version='1.0' encoding='UTF-8' standalone='yes'?>
<Relationships xmlns="http://schemas.openxmlformats.org/package/2006/relationships"><Relationship Id="rId1" Type="http://schemas.openxmlformats.org/officeDocument/2006/relationships/tags" Target="../tags/tag5.xml"/><Relationship Id="rId2" Type="http://schemas.openxmlformats.org/officeDocument/2006/relationships/tags" Target="../tags/tag6.xml"/><Relationship Id="rId3" Type="http://schemas.openxmlformats.org/officeDocument/2006/relationships/tags" Target="../tags/tag7.xml"/><Relationship Id="rId4" Type="http://schemas.openxmlformats.org/officeDocument/2006/relationships/tags" Target="../tags/tag8.xml"/><Relationship Id="rId5" Type="http://schemas.openxmlformats.org/officeDocument/2006/relationships/tags" Target="../tags/tag9.xml"/><Relationship Id="rId6" Type="http://schemas.openxmlformats.org/officeDocument/2006/relationships/tags" Target="../tags/tag10.xml"/><Relationship Id="rId7" Type="http://schemas.openxmlformats.org/officeDocument/2006/relationships/tags" Target="../tags/tag11.xml"/><Relationship Id="rId8" Type="http://schemas.openxmlformats.org/officeDocument/2006/relationships/slideLayout" Target="../slideLayouts/slideLayout2.xml"/><Relationship Id="rId9" Type="http://schemas.openxmlformats.org/officeDocument/2006/relationships/notesSlide" Target="../notesSlides/notesSlide6.xml"/><Relationship Id="rId10" Type="http://schemas.openxmlformats.org/officeDocument/2006/relationships/image" Target="../media/image33.png"/><Relationship Id="rId11" Type="http://schemas.openxmlformats.org/officeDocument/2006/relationships/image" Target="../media/image34.sv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35.png"/><Relationship Id="rId4" Type="http://schemas.openxmlformats.org/officeDocument/2006/relationships/image" Target="../media/image36.png"/><Relationship Id="rId5" Type="http://schemas.openxmlformats.org/officeDocument/2006/relationships/image" Target="../media/image37.jpeg"/><Relationship Id="rId6" Type="http://schemas.openxmlformats.org/officeDocument/2006/relationships/image" Target="../media/image38.png"/><Relationship Id="rId7" Type="http://schemas.openxmlformats.org/officeDocument/2006/relationships/image" Target="../media/image39.png"/><Relationship Id="rId8" Type="http://schemas.openxmlformats.org/officeDocument/2006/relationships/image" Target="../media/image40.png"/><Relationship Id="rId9" Type="http://schemas.openxmlformats.org/officeDocument/2006/relationships/image" Target="../media/image41.png"/><Relationship Id="rId10" Type="http://schemas.openxmlformats.org/officeDocument/2006/relationships/image" Target="../media/image42.png"/><Relationship Id="rId11" Type="http://schemas.openxmlformats.org/officeDocument/2006/relationships/image" Target="../media/image43.png"/><Relationship Id="rId12" Type="http://schemas.openxmlformats.org/officeDocument/2006/relationships/image" Target="../media/image44.png"/><Relationship Id="rId13" Type="http://schemas.openxmlformats.org/officeDocument/2006/relationships/image" Target="../media/image45.png"/><Relationship Id="rId14" Type="http://schemas.openxmlformats.org/officeDocument/2006/relationships/image" Target="../media/image46.png"/><Relationship Id="rId15" Type="http://schemas.openxmlformats.org/officeDocument/2006/relationships/image" Target="../media/image47.png"/><Relationship Id="rId16" Type="http://schemas.openxmlformats.org/officeDocument/2006/relationships/image" Target="../media/image48.png"/><Relationship Id="rId17" Type="http://schemas.openxmlformats.org/officeDocument/2006/relationships/image" Target="../media/image49.jpeg"/><Relationship Id="rId18" Type="http://schemas.openxmlformats.org/officeDocument/2006/relationships/image" Target="../media/image50.svg"/><Relationship Id="rId19" Type="http://schemas.openxmlformats.org/officeDocument/2006/relationships/image" Target="../media/image51.png"/><Relationship Id="rId20" Type="http://schemas.openxmlformats.org/officeDocument/2006/relationships/image" Target="../media/image5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53.jpeg"/><Relationship Id="rId4" Type="http://schemas.openxmlformats.org/officeDocument/2006/relationships/image" Target="../media/image54.png"/><Relationship Id="rId5" Type="http://schemas.openxmlformats.org/officeDocument/2006/relationships/image" Target="../media/image55.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1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53.jpe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57.png"/><Relationship Id="rId4" Type="http://schemas.openxmlformats.org/officeDocument/2006/relationships/image" Target="../media/image53.jpeg"/><Relationship Id="rId5" Type="http://schemas.openxmlformats.org/officeDocument/2006/relationships/image" Target="../media/image54.png"/><Relationship Id="rId6" Type="http://schemas.openxmlformats.org/officeDocument/2006/relationships/image" Target="../media/image55.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53.jpeg"/><Relationship Id="rId4" Type="http://schemas.openxmlformats.org/officeDocument/2006/relationships/image" Target="../media/image54.png"/><Relationship Id="rId5" Type="http://schemas.openxmlformats.org/officeDocument/2006/relationships/image" Target="../media/image55.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 Id="rId3" Type="http://schemas.openxmlformats.org/officeDocument/2006/relationships/image" Target="../media/image53.jpe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hyperlink" Target="https://www.computerweekly.com/news/366641533/Azure-customers-up-in-arms-over-full-UK-South-region"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9.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9.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diagramData" Target="../diagrams/data1.xml"/><Relationship Id="rId4" Type="http://schemas.openxmlformats.org/officeDocument/2006/relationships/diagramLayout" Target="../diagrams/layout1.xml"/><Relationship Id="rId5" Type="http://schemas.openxmlformats.org/officeDocument/2006/relationships/diagramQuickStyle" Target="../diagrams/quickStyle1.xml"/><Relationship Id="rId6" Type="http://schemas.openxmlformats.org/officeDocument/2006/relationships/diagramColors" Target="../diagrams/colors1.xml"/><Relationship Id="rId7" Type="http://schemas.microsoft.com/office/2007/relationships/diagramDrawing" Target="../diagrams/drawing1.xml"/><Relationship Id="rId8" Type="http://schemas.openxmlformats.org/officeDocument/2006/relationships/diagramData" Target="../diagrams/data2.xml"/><Relationship Id="rId9" Type="http://schemas.openxmlformats.org/officeDocument/2006/relationships/diagramLayout" Target="../diagrams/layout2.xml"/><Relationship Id="rId10" Type="http://schemas.openxmlformats.org/officeDocument/2006/relationships/diagramQuickStyle" Target="../diagrams/quickStyle2.xml"/><Relationship Id="rId11" Type="http://schemas.openxmlformats.org/officeDocument/2006/relationships/diagramColors" Target="../diagrams/colors2.xml"/><Relationship Id="rId12" Type="http://schemas.microsoft.com/office/2007/relationships/diagramDrawing" Target="../diagrams/drawing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3.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3.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9.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3.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8.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6A52488A-772F-A158-D9F9-3D716FA0E157}"/>
              </a:ext>
            </a:extLst>
          </p:cNvPr>
          <p:cNvSpPr txBox="1">
            <a:spLocks/>
          </p:cNvSpPr>
          <p:nvPr/>
        </p:nvSpPr>
        <p:spPr bwMode="auto">
          <a:xfrm>
            <a:off x="709701" y="8639626"/>
            <a:ext cx="8130819" cy="1472198"/>
          </a:xfrm>
          <a:prstGeom prst="rect">
            <a:avLst/>
          </a:prstGeom>
        </p:spPr>
        <p:txBody>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a:lstStyle>
          <a:p>
            <a:pPr marL="0" indent="0">
              <a:buNone/>
              <a:defRPr/>
            </a:pPr>
            <a:r>
              <a:rPr lang="en-GB" sz="3200" b="1" noProof="0">
                <a:solidFill>
                  <a:schemeClr val="bg1"/>
                </a:solidFill>
                <a:latin typeface="Fira Sans Light" panose="020B0403050000020004" pitchFamily="34" charset="0"/>
              </a:rPr>
              <a:t>Scott Beckford</a:t>
            </a:r>
            <a:endParaRPr lang="en-GB" sz="3200" noProof="0">
              <a:solidFill>
                <a:schemeClr val="bg1"/>
              </a:solidFill>
              <a:latin typeface="Fira Sans Light" panose="020B0403050000020004" pitchFamily="34" charset="0"/>
            </a:endParaRPr>
          </a:p>
          <a:p>
            <a:pPr marL="0" indent="0">
              <a:buNone/>
              <a:defRPr/>
            </a:pPr>
            <a:r>
              <a:rPr lang="en-GB" sz="3200" noProof="0">
                <a:solidFill>
                  <a:schemeClr val="bg1"/>
                </a:solidFill>
                <a:latin typeface="Fira Sans Light" panose="020B0403050000020004" pitchFamily="34" charset="0"/>
              </a:rPr>
              <a:t>Senior Consulting Cloud Architect</a:t>
            </a:r>
          </a:p>
        </p:txBody>
      </p:sp>
      <p:sp>
        <p:nvSpPr>
          <p:cNvPr id="7" name="Text Placeholder 5">
            <a:extLst>
              <a:ext uri="{FF2B5EF4-FFF2-40B4-BE49-F238E27FC236}">
                <a16:creationId xmlns:a16="http://schemas.microsoft.com/office/drawing/2014/main" id="{C025BC2F-6F2A-8421-D263-916FA05BF815}"/>
              </a:ext>
            </a:extLst>
          </p:cNvPr>
          <p:cNvSpPr txBox="1">
            <a:spLocks/>
          </p:cNvSpPr>
          <p:nvPr/>
        </p:nvSpPr>
        <p:spPr bwMode="auto">
          <a:xfrm>
            <a:off x="709702" y="6760251"/>
            <a:ext cx="7334871" cy="1164421"/>
          </a:xfrm>
          <a:prstGeom prst="rect">
            <a:avLst/>
          </a:prstGeom>
        </p:spPr>
        <p:txBody>
          <a:bodyPr wrap="square" lIns="0" tIns="0" rIns="0" bIns="0">
            <a:spAutoFit/>
          </a:bodyPr>
          <a:lstStyle>
            <a:lvl1pPr marL="0" marR="0" indent="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None/>
              <a:tabLst/>
              <a:defRPr sz="3000" kern="1200">
                <a:solidFill>
                  <a:schemeClr val="bg1"/>
                </a:solidFill>
                <a:latin typeface="+mn-lt"/>
                <a:ea typeface="+mn-ea"/>
                <a:cs typeface="+mn-cs"/>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a:lstStyle>
          <a:p>
            <a:pPr>
              <a:defRPr/>
            </a:pPr>
            <a:r>
              <a:rPr lang="en-GB" sz="3200" b="1" noProof="0" dirty="0">
                <a:latin typeface="Fira Sans Light" panose="020B0403050000020004" pitchFamily="34" charset="0"/>
              </a:rPr>
              <a:t>Platform Direction &amp; Path Forward</a:t>
            </a:r>
          </a:p>
          <a:p>
            <a:pPr>
              <a:defRPr/>
            </a:pPr>
            <a:r>
              <a:rPr lang="en-GB" sz="3200" b="1" noProof="0" dirty="0">
                <a:latin typeface="Fira Sans Light" panose="020B0403050000020004" pitchFamily="34" charset="0"/>
              </a:rPr>
              <a:t>April 2026</a:t>
            </a:r>
          </a:p>
        </p:txBody>
      </p:sp>
      <p:sp>
        <p:nvSpPr>
          <p:cNvPr id="8" name="Title 2">
            <a:extLst>
              <a:ext uri="{FF2B5EF4-FFF2-40B4-BE49-F238E27FC236}">
                <a16:creationId xmlns:a16="http://schemas.microsoft.com/office/drawing/2014/main" id="{19B21124-8BEB-7358-0E7A-030BADF717A1}"/>
              </a:ext>
            </a:extLst>
          </p:cNvPr>
          <p:cNvSpPr txBox="1">
            <a:spLocks/>
          </p:cNvSpPr>
          <p:nvPr/>
        </p:nvSpPr>
        <p:spPr>
          <a:xfrm>
            <a:off x="709702" y="4871304"/>
            <a:ext cx="14390042" cy="965970"/>
          </a:xfrm>
          <a:prstGeom prst="rect">
            <a:avLst/>
          </a:prstGeom>
        </p:spPr>
        <p:txBody>
          <a:bodyPr wrap="square" lIns="0" tIns="0" rIns="0" bIns="0" anchor="b" anchorCtr="0">
            <a:spAutoFit/>
          </a:bodyPr>
          <a:lstStyle>
            <a:lvl1pPr algn="l" defTabSz="1828800" rtl="0" eaLnBrk="1" fontAlgn="b" latinLnBrk="0" hangingPunct="1">
              <a:lnSpc>
                <a:spcPct val="112000"/>
              </a:lnSpc>
              <a:spcBef>
                <a:spcPct val="0"/>
              </a:spcBef>
              <a:buNone/>
              <a:defRPr lang="en-US" sz="8000" kern="1200">
                <a:ln w="9525">
                  <a:noFill/>
                </a:ln>
                <a:solidFill>
                  <a:schemeClr val="bg1"/>
                </a:solidFill>
                <a:latin typeface="+mj-lt"/>
                <a:ea typeface="+mj-ea"/>
                <a:cs typeface="+mj-cs"/>
              </a:defRPr>
            </a:lvl1pPr>
          </a:lstStyle>
          <a:p>
            <a:r>
              <a:rPr lang="en-GB" sz="6600" b="1" noProof="0">
                <a:latin typeface="Fira Sans Light" panose="020B0403050000020004" pitchFamily="34" charset="0"/>
              </a:rPr>
              <a:t>Cloud Readiness Assessment – Part 1</a:t>
            </a:r>
          </a:p>
        </p:txBody>
      </p:sp>
      <p:pic>
        <p:nvPicPr>
          <p:cNvPr id="9" name="Picture 4" descr="DMG Media - IAB Europe">
            <a:extLst>
              <a:ext uri="{FF2B5EF4-FFF2-40B4-BE49-F238E27FC236}">
                <a16:creationId xmlns:a16="http://schemas.microsoft.com/office/drawing/2014/main" id="{700D66CA-182B-F0F1-1C12-CBE828762537}"/>
              </a:ext>
            </a:extLst>
          </p:cNvPr>
          <p:cNvPicPr>
            <a:picLocks noChangeAspect="1" noChangeArrowheads="1"/>
          </p:cNvPicPr>
          <p:nvPr/>
        </p:nvPicPr>
        <p:blipFill>
          <a:blip r:embed="rId3">
            <a:alphaModFix/>
            <a:extLst>
              <a:ext uri="{28A0092B-C50C-407E-A947-70E740481C1C}">
                <a14:useLocalDpi xmlns:a14="http://schemas.microsoft.com/office/drawing/2010/main" val="0"/>
              </a:ext>
            </a:extLst>
          </a:blip>
          <a:srcRect t="8496" b="8863"/>
          <a:stretch>
            <a:fillRect/>
          </a:stretch>
        </p:blipFill>
        <p:spPr bwMode="auto">
          <a:xfrm>
            <a:off x="709701" y="1689225"/>
            <a:ext cx="9719469" cy="2259102"/>
          </a:xfrm>
          <a:prstGeom prst="rect">
            <a:avLst/>
          </a:prstGeom>
          <a:solidFill>
            <a:schemeClr val="bg1"/>
          </a:solidFill>
        </p:spPr>
      </p:pic>
    </p:spTree>
    <p:extLst>
      <p:ext uri="{BB962C8B-B14F-4D97-AF65-F5344CB8AC3E}">
        <p14:creationId xmlns:p14="http://schemas.microsoft.com/office/powerpoint/2010/main" val="160731632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726EDFDB-BD69-60F4-89FB-30A57692FBEF}"/>
              </a:ext>
            </a:extLst>
          </p:cNvPr>
          <p:cNvSpPr>
            <a:spLocks noGrp="1"/>
          </p:cNvSpPr>
          <p:nvPr>
            <p:ph type="sldNum" sz="quarter" idx="4"/>
          </p:nvPr>
        </p:nvSpPr>
        <p:spPr/>
        <p:txBody>
          <a:bodyPr/>
          <a:lstStyle/>
          <a:p>
            <a:fld id="{762E77F0-FB5B-4E8E-9BC9-34F14560A017}" type="slidenum">
              <a:rPr lang="en-US" smtClean="0"/>
              <a:pPr/>
              <a:t>2</a:t>
            </a:fld>
            <a:endParaRPr lang="en-US"/>
          </a:p>
        </p:txBody>
      </p:sp>
      <p:pic>
        <p:nvPicPr>
          <p:cNvPr id="4" name="Picture 3">
            <a:extLst>
              <a:ext uri="{FF2B5EF4-FFF2-40B4-BE49-F238E27FC236}">
                <a16:creationId xmlns:a16="http://schemas.microsoft.com/office/drawing/2014/main" id="{E34F1D2A-26F2-22DD-5CF4-61CC7A50E288}"/>
              </a:ext>
            </a:extLst>
          </p:cNvPr>
          <p:cNvPicPr>
            <a:picLocks noChangeAspect="1"/>
          </p:cNvPicPr>
          <p:nvPr/>
        </p:nvPicPr>
        <p:blipFill>
          <a:blip r:embed="rId2"/>
          <a:srcRect l="6957" t="17833" r="17970" b="36167"/>
          <a:stretch>
            <a:fillRect/>
          </a:stretch>
        </p:blipFill>
        <p:spPr>
          <a:xfrm>
            <a:off x="14757991" y="0"/>
            <a:ext cx="9626008" cy="4995746"/>
          </a:xfrm>
          <a:prstGeom prst="rect">
            <a:avLst/>
          </a:prstGeom>
        </p:spPr>
      </p:pic>
      <p:pic>
        <p:nvPicPr>
          <p:cNvPr id="5" name="Picture 4">
            <a:extLst>
              <a:ext uri="{FF2B5EF4-FFF2-40B4-BE49-F238E27FC236}">
                <a16:creationId xmlns:a16="http://schemas.microsoft.com/office/drawing/2014/main" id="{63A98AD6-C3AF-0C42-FECD-EE0FFBD6C218}"/>
              </a:ext>
            </a:extLst>
          </p:cNvPr>
          <p:cNvPicPr>
            <a:picLocks noChangeAspect="1"/>
          </p:cNvPicPr>
          <p:nvPr/>
        </p:nvPicPr>
        <p:blipFill>
          <a:blip r:embed="rId3"/>
          <a:srcRect l="11459" t="1917" r="12499" b="2752"/>
          <a:stretch>
            <a:fillRect/>
          </a:stretch>
        </p:blipFill>
        <p:spPr>
          <a:xfrm>
            <a:off x="14757991" y="4995746"/>
            <a:ext cx="9626009" cy="8720253"/>
          </a:xfrm>
          <a:prstGeom prst="rect">
            <a:avLst/>
          </a:prstGeom>
        </p:spPr>
      </p:pic>
      <p:graphicFrame>
        <p:nvGraphicFramePr>
          <p:cNvPr id="6" name="Table 5">
            <a:extLst>
              <a:ext uri="{FF2B5EF4-FFF2-40B4-BE49-F238E27FC236}">
                <a16:creationId xmlns:a16="http://schemas.microsoft.com/office/drawing/2014/main" id="{5C87A4B2-737F-0A75-51DA-644B7EF6E103}"/>
              </a:ext>
            </a:extLst>
          </p:cNvPr>
          <p:cNvGraphicFramePr>
            <a:graphicFrameLocks noGrp="1"/>
          </p:cNvGraphicFramePr>
          <p:nvPr>
            <p:extLst>
              <p:ext uri="{D42A27DB-BD31-4B8C-83A1-F6EECF244321}">
                <p14:modId xmlns:p14="http://schemas.microsoft.com/office/powerpoint/2010/main" val="4007661067"/>
              </p:ext>
            </p:extLst>
          </p:nvPr>
        </p:nvGraphicFramePr>
        <p:xfrm>
          <a:off x="273680" y="199342"/>
          <a:ext cx="14320144" cy="12419378"/>
        </p:xfrm>
        <a:graphic>
          <a:graphicData uri="http://schemas.openxmlformats.org/drawingml/2006/table">
            <a:tbl>
              <a:tblPr>
                <a:tableStyleId>{3B4B98B0-60AC-42C2-AFA5-B58CD77FA1E5}</a:tableStyleId>
              </a:tblPr>
              <a:tblGrid>
                <a:gridCol w="571857">
                  <a:extLst>
                    <a:ext uri="{9D8B030D-6E8A-4147-A177-3AD203B41FA5}">
                      <a16:colId xmlns:a16="http://schemas.microsoft.com/office/drawing/2014/main" val="1957366712"/>
                    </a:ext>
                  </a:extLst>
                </a:gridCol>
                <a:gridCol w="3922730">
                  <a:extLst>
                    <a:ext uri="{9D8B030D-6E8A-4147-A177-3AD203B41FA5}">
                      <a16:colId xmlns:a16="http://schemas.microsoft.com/office/drawing/2014/main" val="4243764253"/>
                    </a:ext>
                  </a:extLst>
                </a:gridCol>
                <a:gridCol w="4983189">
                  <a:extLst>
                    <a:ext uri="{9D8B030D-6E8A-4147-A177-3AD203B41FA5}">
                      <a16:colId xmlns:a16="http://schemas.microsoft.com/office/drawing/2014/main" val="3095149370"/>
                    </a:ext>
                  </a:extLst>
                </a:gridCol>
                <a:gridCol w="1929853">
                  <a:extLst>
                    <a:ext uri="{9D8B030D-6E8A-4147-A177-3AD203B41FA5}">
                      <a16:colId xmlns:a16="http://schemas.microsoft.com/office/drawing/2014/main" val="4147610941"/>
                    </a:ext>
                  </a:extLst>
                </a:gridCol>
                <a:gridCol w="1208264">
                  <a:extLst>
                    <a:ext uri="{9D8B030D-6E8A-4147-A177-3AD203B41FA5}">
                      <a16:colId xmlns:a16="http://schemas.microsoft.com/office/drawing/2014/main" val="12889543"/>
                    </a:ext>
                  </a:extLst>
                </a:gridCol>
                <a:gridCol w="1704251">
                  <a:extLst>
                    <a:ext uri="{9D8B030D-6E8A-4147-A177-3AD203B41FA5}">
                      <a16:colId xmlns:a16="http://schemas.microsoft.com/office/drawing/2014/main" val="3947205104"/>
                    </a:ext>
                  </a:extLst>
                </a:gridCol>
              </a:tblGrid>
              <a:tr h="717631">
                <a:tc>
                  <a:txBody>
                    <a:bodyPr/>
                    <a:lstStyle/>
                    <a:p>
                      <a:pPr algn="ctr" fontAlgn="b">
                        <a:buNone/>
                      </a:pPr>
                      <a:r>
                        <a:rPr lang="en-GB" sz="2000" b="1" i="0" u="none" strike="noStrike" dirty="0">
                          <a:solidFill>
                            <a:srgbClr val="000000"/>
                          </a:solidFill>
                          <a:effectLst/>
                          <a:latin typeface="Fira Sans" panose="020B0503050000020004" pitchFamily="34" charset="0"/>
                        </a:rPr>
                        <a:t>#</a:t>
                      </a:r>
                    </a:p>
                  </a:txBody>
                  <a:tcPr marL="9525" marR="9525" marT="9525" marB="0" anchor="ctr">
                    <a:lnB w="12700" cap="flat" cmpd="sng" algn="ctr">
                      <a:solidFill>
                        <a:schemeClr val="tx1"/>
                      </a:solidFill>
                      <a:prstDash val="solid"/>
                      <a:round/>
                      <a:headEnd type="none" w="med" len="med"/>
                      <a:tailEnd type="none" w="med" len="med"/>
                    </a:lnB>
                  </a:tcPr>
                </a:tc>
                <a:tc>
                  <a:txBody>
                    <a:bodyPr/>
                    <a:lstStyle/>
                    <a:p>
                      <a:pPr algn="ctr" fontAlgn="b">
                        <a:buNone/>
                      </a:pPr>
                      <a:r>
                        <a:rPr lang="en-GB" sz="2000" b="1" i="0" u="none" strike="noStrike">
                          <a:solidFill>
                            <a:srgbClr val="000000"/>
                          </a:solidFill>
                          <a:effectLst/>
                          <a:latin typeface="Fira Sans" panose="020B0503050000020004" pitchFamily="34" charset="0"/>
                        </a:rPr>
                        <a:t>Agenda Item</a:t>
                      </a:r>
                    </a:p>
                  </a:txBody>
                  <a:tcPr marL="9525" marR="9525" marT="9525" marB="0" anchor="ctr">
                    <a:lnB w="12700" cap="flat" cmpd="sng" algn="ctr">
                      <a:solidFill>
                        <a:schemeClr val="tx1"/>
                      </a:solidFill>
                      <a:prstDash val="solid"/>
                      <a:round/>
                      <a:headEnd type="none" w="med" len="med"/>
                      <a:tailEnd type="none" w="med" len="med"/>
                    </a:lnB>
                  </a:tcPr>
                </a:tc>
                <a:tc>
                  <a:txBody>
                    <a:bodyPr/>
                    <a:lstStyle/>
                    <a:p>
                      <a:pPr algn="ctr" fontAlgn="b">
                        <a:buNone/>
                      </a:pPr>
                      <a:r>
                        <a:rPr lang="en-GB" sz="2000" b="1" i="0" u="none" strike="noStrike">
                          <a:solidFill>
                            <a:srgbClr val="000000"/>
                          </a:solidFill>
                          <a:effectLst/>
                          <a:latin typeface="Fira Sans" panose="020B0503050000020004" pitchFamily="34" charset="0"/>
                        </a:rPr>
                        <a:t>Detail</a:t>
                      </a:r>
                    </a:p>
                  </a:txBody>
                  <a:tcPr marL="9525" marR="9525" marT="9525" marB="0" anchor="ctr">
                    <a:lnB w="12700" cap="flat" cmpd="sng" algn="ctr">
                      <a:solidFill>
                        <a:schemeClr val="tx1"/>
                      </a:solidFill>
                      <a:prstDash val="solid"/>
                      <a:round/>
                      <a:headEnd type="none" w="med" len="med"/>
                      <a:tailEnd type="none" w="med" len="med"/>
                    </a:lnB>
                  </a:tcPr>
                </a:tc>
                <a:tc>
                  <a:txBody>
                    <a:bodyPr/>
                    <a:lstStyle/>
                    <a:p>
                      <a:pPr algn="ctr" fontAlgn="b">
                        <a:buNone/>
                      </a:pPr>
                      <a:r>
                        <a:rPr lang="en-GB" sz="2000" b="1" i="0" u="none" strike="noStrike">
                          <a:solidFill>
                            <a:srgbClr val="000000"/>
                          </a:solidFill>
                          <a:effectLst/>
                          <a:latin typeface="Fira Sans" panose="020B0503050000020004" pitchFamily="34" charset="0"/>
                        </a:rPr>
                        <a:t>Duration</a:t>
                      </a:r>
                    </a:p>
                  </a:txBody>
                  <a:tcPr marL="9525" marR="9525" marT="9525" marB="0" anchor="ctr">
                    <a:lnB w="12700" cap="flat" cmpd="sng" algn="ctr">
                      <a:solidFill>
                        <a:schemeClr val="tx1"/>
                      </a:solidFill>
                      <a:prstDash val="solid"/>
                      <a:round/>
                      <a:headEnd type="none" w="med" len="med"/>
                      <a:tailEnd type="none" w="med" len="med"/>
                    </a:lnB>
                  </a:tcPr>
                </a:tc>
                <a:tc>
                  <a:txBody>
                    <a:bodyPr/>
                    <a:lstStyle/>
                    <a:p>
                      <a:pPr algn="ctr" fontAlgn="b">
                        <a:buNone/>
                      </a:pPr>
                      <a:r>
                        <a:rPr lang="en-GB" sz="2000" b="1" i="0" u="none" strike="noStrike">
                          <a:solidFill>
                            <a:srgbClr val="000000"/>
                          </a:solidFill>
                          <a:effectLst/>
                          <a:latin typeface="Fira Sans" panose="020B0503050000020004" pitchFamily="34" charset="0"/>
                        </a:rPr>
                        <a:t>Start</a:t>
                      </a:r>
                    </a:p>
                  </a:txBody>
                  <a:tcPr marL="9525" marR="9525" marT="9525" marB="0" anchor="ctr">
                    <a:lnB w="12700" cap="flat" cmpd="sng" algn="ctr">
                      <a:solidFill>
                        <a:schemeClr val="tx1"/>
                      </a:solidFill>
                      <a:prstDash val="solid"/>
                      <a:round/>
                      <a:headEnd type="none" w="med" len="med"/>
                      <a:tailEnd type="none" w="med" len="med"/>
                    </a:lnB>
                  </a:tcPr>
                </a:tc>
                <a:tc>
                  <a:txBody>
                    <a:bodyPr/>
                    <a:lstStyle/>
                    <a:p>
                      <a:pPr algn="ctr" fontAlgn="b">
                        <a:buNone/>
                      </a:pPr>
                      <a:r>
                        <a:rPr lang="en-GB" sz="2000" b="1" i="0" u="none" strike="noStrike" dirty="0">
                          <a:solidFill>
                            <a:srgbClr val="000000"/>
                          </a:solidFill>
                          <a:effectLst/>
                          <a:latin typeface="Fira Sans" panose="020B0503050000020004" pitchFamily="34" charset="0"/>
                        </a:rPr>
                        <a:t>Finish</a:t>
                      </a:r>
                    </a:p>
                  </a:txBody>
                  <a:tcPr marL="9525" marR="9525" marT="9525" marB="0" anchor="ct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278823175"/>
                  </a:ext>
                </a:extLst>
              </a:tr>
              <a:tr h="938860">
                <a:tc>
                  <a:txBody>
                    <a:bodyPr/>
                    <a:lstStyle/>
                    <a:p>
                      <a:pPr algn="ctr" fontAlgn="b">
                        <a:buNone/>
                      </a:pPr>
                      <a:r>
                        <a:rPr lang="en-GB" sz="2000" b="0" i="0" u="none" strike="noStrike">
                          <a:solidFill>
                            <a:srgbClr val="000000"/>
                          </a:solidFill>
                          <a:effectLst/>
                          <a:latin typeface="Fira Sans" panose="020B0503050000020004" pitchFamily="34" charset="0"/>
                        </a:rPr>
                        <a:t>1</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GB" sz="2000" b="0" i="0" u="none" strike="noStrike" dirty="0">
                          <a:solidFill>
                            <a:srgbClr val="000000"/>
                          </a:solidFill>
                          <a:effectLst/>
                          <a:latin typeface="Fira Sans" panose="020B0503050000020004" pitchFamily="34" charset="0"/>
                        </a:rPr>
                        <a:t>Executive Summary</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342900" indent="-342900" algn="l" fontAlgn="b">
                        <a:buFont typeface="Arial" panose="020B0604020202020204" pitchFamily="34" charset="0"/>
                        <a:buChar char="•"/>
                      </a:pPr>
                      <a:r>
                        <a:rPr lang="en-GB" sz="2000" b="0" i="0" u="none" strike="noStrike" dirty="0">
                          <a:solidFill>
                            <a:srgbClr val="000000"/>
                          </a:solidFill>
                          <a:effectLst/>
                          <a:latin typeface="Fira Sans" panose="020B0503050000020004" pitchFamily="34" charset="0"/>
                        </a:rPr>
                        <a:t>Key findings </a:t>
                      </a:r>
                    </a:p>
                    <a:p>
                      <a:pPr marL="342900" indent="-342900" algn="l" fontAlgn="b">
                        <a:buFont typeface="Arial" panose="020B0604020202020204" pitchFamily="34" charset="0"/>
                        <a:buChar char="•"/>
                      </a:pPr>
                      <a:r>
                        <a:rPr lang="en-GB" sz="2000" b="0" i="0" u="none" strike="noStrike" dirty="0">
                          <a:solidFill>
                            <a:srgbClr val="000000"/>
                          </a:solidFill>
                          <a:effectLst/>
                          <a:latin typeface="Fira Sans" panose="020B0503050000020004" pitchFamily="34" charset="0"/>
                        </a:rPr>
                        <a:t>Scope and recommendation up front</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GB" sz="2000" b="0" i="0" u="none" strike="noStrike">
                          <a:solidFill>
                            <a:srgbClr val="000000"/>
                          </a:solidFill>
                          <a:effectLst/>
                          <a:latin typeface="Fira Sans" panose="020B0503050000020004" pitchFamily="34" charset="0"/>
                        </a:rPr>
                        <a:t>15 min</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GB" sz="2000" b="0" i="0" u="none" strike="noStrike" dirty="0">
                          <a:solidFill>
                            <a:srgbClr val="000000"/>
                          </a:solidFill>
                          <a:effectLst/>
                          <a:latin typeface="Fira Sans" panose="020B0503050000020004" pitchFamily="34" charset="0"/>
                        </a:rPr>
                        <a:t>0930</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GB" sz="2000" b="0" i="0" u="none" strike="noStrike" dirty="0">
                          <a:solidFill>
                            <a:srgbClr val="000000"/>
                          </a:solidFill>
                          <a:effectLst/>
                          <a:latin typeface="Fira Sans" panose="020B0503050000020004" pitchFamily="34" charset="0"/>
                        </a:rPr>
                        <a:t>0945</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6314335"/>
                  </a:ext>
                </a:extLst>
              </a:tr>
              <a:tr h="1082107">
                <a:tc>
                  <a:txBody>
                    <a:bodyPr/>
                    <a:lstStyle/>
                    <a:p>
                      <a:pPr algn="ctr" fontAlgn="b">
                        <a:buNone/>
                      </a:pPr>
                      <a:r>
                        <a:rPr lang="en-GB" sz="2000" b="0" i="0" u="none" strike="noStrike">
                          <a:solidFill>
                            <a:srgbClr val="000000"/>
                          </a:solidFill>
                          <a:effectLst/>
                          <a:latin typeface="Fira Sans" panose="020B0503050000020004" pitchFamily="34" charset="0"/>
                        </a:rPr>
                        <a:t>2</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GB" sz="2000" b="0" i="0" u="none" strike="noStrike">
                          <a:solidFill>
                            <a:srgbClr val="000000"/>
                          </a:solidFill>
                          <a:effectLst/>
                          <a:latin typeface="Fira Sans" panose="020B0503050000020004" pitchFamily="34" charset="0"/>
                        </a:rPr>
                        <a:t>Why Cloud? Why Now?</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342900" indent="-342900" algn="l" fontAlgn="b">
                        <a:buFont typeface="Arial" panose="020B0604020202020204" pitchFamily="34" charset="0"/>
                        <a:buChar char="•"/>
                      </a:pPr>
                      <a:r>
                        <a:rPr lang="en-GB" sz="2000" b="0" i="0" u="none" strike="noStrike" dirty="0">
                          <a:solidFill>
                            <a:srgbClr val="000000"/>
                          </a:solidFill>
                          <a:effectLst/>
                          <a:latin typeface="Fira Sans" panose="020B0503050000020004" pitchFamily="34" charset="0"/>
                        </a:rPr>
                        <a:t>Business drivers and case for acting now</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GB" sz="2000" b="0" i="0" u="none" strike="noStrike">
                          <a:solidFill>
                            <a:srgbClr val="000000"/>
                          </a:solidFill>
                          <a:effectLst/>
                          <a:latin typeface="Fira Sans" panose="020B0503050000020004" pitchFamily="34" charset="0"/>
                        </a:rPr>
                        <a:t>30 min</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GB" sz="2000" b="0" i="0" u="none" strike="noStrike" dirty="0">
                          <a:solidFill>
                            <a:srgbClr val="000000"/>
                          </a:solidFill>
                          <a:effectLst/>
                          <a:latin typeface="Fira Sans" panose="020B0503050000020004" pitchFamily="34" charset="0"/>
                        </a:rPr>
                        <a:t>0945</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GB" sz="2000" b="0" i="0" u="none" strike="noStrike">
                          <a:solidFill>
                            <a:srgbClr val="000000"/>
                          </a:solidFill>
                          <a:effectLst/>
                          <a:latin typeface="Fira Sans" panose="020B0503050000020004" pitchFamily="34" charset="0"/>
                        </a:rPr>
                        <a:t>1015</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213607903"/>
                  </a:ext>
                </a:extLst>
              </a:tr>
              <a:tr h="1336718">
                <a:tc>
                  <a:txBody>
                    <a:bodyPr/>
                    <a:lstStyle/>
                    <a:p>
                      <a:pPr algn="ctr" fontAlgn="b">
                        <a:buNone/>
                      </a:pPr>
                      <a:r>
                        <a:rPr lang="en-GB" sz="2000" b="0" i="0" u="none" strike="noStrike">
                          <a:solidFill>
                            <a:srgbClr val="000000"/>
                          </a:solidFill>
                          <a:effectLst/>
                          <a:latin typeface="Fira Sans" panose="020B0503050000020004" pitchFamily="34" charset="0"/>
                        </a:rPr>
                        <a:t>3</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GB" sz="2000" b="0" i="0" u="none" strike="noStrike" dirty="0">
                          <a:solidFill>
                            <a:srgbClr val="000000"/>
                          </a:solidFill>
                          <a:effectLst/>
                          <a:latin typeface="Fira Sans" panose="020B0503050000020004" pitchFamily="34" charset="0"/>
                        </a:rPr>
                        <a:t>Your Estate</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342900" indent="-342900" algn="l" fontAlgn="b">
                        <a:buFont typeface="Arial" panose="020B0604020202020204" pitchFamily="34" charset="0"/>
                        <a:buChar char="•"/>
                      </a:pPr>
                      <a:r>
                        <a:rPr lang="en-GB" sz="2000" b="0" i="0" u="none" strike="noStrike" dirty="0">
                          <a:solidFill>
                            <a:srgbClr val="000000"/>
                          </a:solidFill>
                          <a:effectLst/>
                          <a:latin typeface="Fira Sans" panose="020B0503050000020004" pitchFamily="34" charset="0"/>
                        </a:rPr>
                        <a:t>Discovery applications databases</a:t>
                      </a:r>
                    </a:p>
                    <a:p>
                      <a:pPr marL="342900" indent="-342900" algn="l" fontAlgn="b">
                        <a:buFont typeface="Arial" panose="020B0604020202020204" pitchFamily="34" charset="0"/>
                        <a:buChar char="•"/>
                      </a:pPr>
                      <a:r>
                        <a:rPr lang="en-GB" sz="2000" b="0" i="0" u="none" strike="noStrike" dirty="0">
                          <a:solidFill>
                            <a:srgbClr val="000000"/>
                          </a:solidFill>
                          <a:effectLst/>
                          <a:latin typeface="Fira Sans" panose="020B0503050000020004" pitchFamily="34" charset="0"/>
                        </a:rPr>
                        <a:t>Workshops and gaps</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GB" sz="2000" b="0" i="0" u="none" strike="noStrike">
                          <a:solidFill>
                            <a:srgbClr val="000000"/>
                          </a:solidFill>
                          <a:effectLst/>
                          <a:latin typeface="Fira Sans" panose="020B0503050000020004" pitchFamily="34" charset="0"/>
                        </a:rPr>
                        <a:t>30 min</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GB" sz="2000" b="0" i="0" u="none" strike="noStrike">
                          <a:solidFill>
                            <a:srgbClr val="000000"/>
                          </a:solidFill>
                          <a:effectLst/>
                          <a:latin typeface="Fira Sans" panose="020B0503050000020004" pitchFamily="34" charset="0"/>
                        </a:rPr>
                        <a:t>1015</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GB" sz="2000" b="0" i="0" u="none" strike="noStrike">
                          <a:solidFill>
                            <a:srgbClr val="000000"/>
                          </a:solidFill>
                          <a:effectLst/>
                          <a:latin typeface="Fira Sans" panose="020B0503050000020004" pitchFamily="34" charset="0"/>
                        </a:rPr>
                        <a:t>1045</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10376427"/>
                  </a:ext>
                </a:extLst>
              </a:tr>
              <a:tr h="938860">
                <a:tc>
                  <a:txBody>
                    <a:bodyPr/>
                    <a:lstStyle/>
                    <a:p>
                      <a:pPr algn="ctr" fontAlgn="b">
                        <a:buNone/>
                      </a:pPr>
                      <a:r>
                        <a:rPr lang="en-GB" sz="2000" b="0" i="0" u="none" strike="noStrike">
                          <a:solidFill>
                            <a:srgbClr val="000000"/>
                          </a:solidFill>
                          <a:effectLst/>
                          <a:latin typeface="Fira Sans" panose="020B0503050000020004" pitchFamily="34" charset="0"/>
                        </a:rPr>
                        <a:t>4</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GB" sz="2000" b="0" i="0" u="none" strike="noStrike">
                          <a:solidFill>
                            <a:srgbClr val="000000"/>
                          </a:solidFill>
                          <a:effectLst/>
                          <a:latin typeface="Fira Sans" panose="020B0503050000020004" pitchFamily="34" charset="0"/>
                        </a:rPr>
                        <a:t>Cost Comparison</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342900" indent="-342900" algn="l" fontAlgn="b">
                        <a:buFont typeface="Arial" panose="020B0604020202020204" pitchFamily="34" charset="0"/>
                        <a:buChar char="•"/>
                      </a:pPr>
                      <a:r>
                        <a:rPr lang="en-GB" sz="2000" b="0" i="0" u="none" strike="noStrike" dirty="0">
                          <a:solidFill>
                            <a:srgbClr val="000000"/>
                          </a:solidFill>
                          <a:effectLst/>
                          <a:latin typeface="Fira Sans" panose="020B0503050000020004" pitchFamily="34" charset="0"/>
                        </a:rPr>
                        <a:t>Methodology comparison </a:t>
                      </a:r>
                    </a:p>
                    <a:p>
                      <a:pPr marL="342900" indent="-342900" algn="l" fontAlgn="b">
                        <a:buFont typeface="Arial" panose="020B0604020202020204" pitchFamily="34" charset="0"/>
                        <a:buChar char="•"/>
                      </a:pPr>
                      <a:r>
                        <a:rPr lang="en-GB" sz="2000" b="0" i="0" u="none" strike="noStrike" dirty="0">
                          <a:solidFill>
                            <a:srgbClr val="000000"/>
                          </a:solidFill>
                          <a:effectLst/>
                          <a:latin typeface="Fira Sans" panose="020B0503050000020004" pitchFamily="34" charset="0"/>
                        </a:rPr>
                        <a:t>Oracle paths and Complete View</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GB" sz="2000" b="0" i="0" u="none" strike="noStrike">
                          <a:solidFill>
                            <a:srgbClr val="000000"/>
                          </a:solidFill>
                          <a:effectLst/>
                          <a:latin typeface="Fira Sans" panose="020B0503050000020004" pitchFamily="34" charset="0"/>
                        </a:rPr>
                        <a:t>30 min</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GB" sz="2000" b="0" i="0" u="none" strike="noStrike">
                          <a:solidFill>
                            <a:srgbClr val="000000"/>
                          </a:solidFill>
                          <a:effectLst/>
                          <a:latin typeface="Fira Sans" panose="020B0503050000020004" pitchFamily="34" charset="0"/>
                        </a:rPr>
                        <a:t>1045</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GB" sz="2000" b="0" i="0" u="none" strike="noStrike">
                          <a:solidFill>
                            <a:srgbClr val="000000"/>
                          </a:solidFill>
                          <a:effectLst/>
                          <a:latin typeface="Fira Sans" panose="020B0503050000020004" pitchFamily="34" charset="0"/>
                        </a:rPr>
                        <a:t>1115</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62836278"/>
                  </a:ext>
                </a:extLst>
              </a:tr>
              <a:tr h="1336718">
                <a:tc>
                  <a:txBody>
                    <a:bodyPr/>
                    <a:lstStyle/>
                    <a:p>
                      <a:pPr algn="ctr" fontAlgn="b">
                        <a:buNone/>
                      </a:pPr>
                      <a:r>
                        <a:rPr lang="en-GB" sz="2000" b="0" i="0" u="none" strike="noStrike">
                          <a:solidFill>
                            <a:srgbClr val="000000"/>
                          </a:solidFill>
                          <a:effectLst/>
                          <a:latin typeface="Fira Sans" panose="020B0503050000020004" pitchFamily="34" charset="0"/>
                        </a:rPr>
                        <a:t>5</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gridSpan="2">
                  <a:txBody>
                    <a:bodyPr/>
                    <a:lstStyle/>
                    <a:p>
                      <a:pPr algn="ctr" fontAlgn="b">
                        <a:buNone/>
                      </a:pPr>
                      <a:r>
                        <a:rPr lang="en-GB" sz="2000" b="0" i="0" u="none" strike="noStrike" dirty="0">
                          <a:solidFill>
                            <a:srgbClr val="000000"/>
                          </a:solidFill>
                          <a:effectLst/>
                          <a:latin typeface="Fira Sans" panose="020B0503050000020004" pitchFamily="34" charset="0"/>
                        </a:rPr>
                        <a:t>BREAK</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l" fontAlgn="b">
                        <a:buNone/>
                      </a:pPr>
                      <a:endParaRPr lang="en-GB" sz="1100" b="0" i="0" u="none" strike="noStrike" dirty="0">
                        <a:solidFill>
                          <a:srgbClr val="000000"/>
                        </a:solidFill>
                        <a:effectLst/>
                        <a:latin typeface="Aptos Narrow" panose="020B0004020202020204" pitchFamily="34" charset="0"/>
                      </a:endParaRPr>
                    </a:p>
                  </a:txBody>
                  <a:tcPr marL="9525" marR="9525" marT="9525" marB="0" anchor="b">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GB" sz="2000" b="0" i="0" u="none" strike="noStrike">
                          <a:solidFill>
                            <a:srgbClr val="000000"/>
                          </a:solidFill>
                          <a:effectLst/>
                          <a:latin typeface="Fira Sans" panose="020B0503050000020004" pitchFamily="34" charset="0"/>
                        </a:rPr>
                        <a:t>15 min</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GB" sz="2000" b="0" i="0" u="none" strike="noStrike">
                          <a:solidFill>
                            <a:srgbClr val="000000"/>
                          </a:solidFill>
                          <a:effectLst/>
                          <a:latin typeface="Fira Sans" panose="020B0503050000020004" pitchFamily="34" charset="0"/>
                        </a:rPr>
                        <a:t>1115</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GB" sz="2000" b="0" i="0" u="none" strike="noStrike">
                          <a:solidFill>
                            <a:srgbClr val="000000"/>
                          </a:solidFill>
                          <a:effectLst/>
                          <a:latin typeface="Fira Sans" panose="020B0503050000020004" pitchFamily="34" charset="0"/>
                        </a:rPr>
                        <a:t>1130</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93316567"/>
                  </a:ext>
                </a:extLst>
              </a:tr>
              <a:tr h="1156522">
                <a:tc>
                  <a:txBody>
                    <a:bodyPr/>
                    <a:lstStyle/>
                    <a:p>
                      <a:pPr algn="ctr" fontAlgn="b">
                        <a:buNone/>
                      </a:pPr>
                      <a:r>
                        <a:rPr lang="en-GB" sz="2000" b="0" i="0" u="none" strike="noStrike">
                          <a:solidFill>
                            <a:srgbClr val="000000"/>
                          </a:solidFill>
                          <a:effectLst/>
                          <a:latin typeface="Fira Sans" panose="020B0503050000020004" pitchFamily="34" charset="0"/>
                        </a:rPr>
                        <a:t>6</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GB" sz="2000" b="0" i="0" u="none" strike="noStrike">
                          <a:solidFill>
                            <a:srgbClr val="000000"/>
                          </a:solidFill>
                          <a:effectLst/>
                          <a:latin typeface="Fira Sans" panose="020B0503050000020004" pitchFamily="34" charset="0"/>
                        </a:rPr>
                        <a:t>Business &amp; Application Fit</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342900" indent="-342900" algn="l" fontAlgn="b">
                        <a:buFont typeface="Arial" panose="020B0604020202020204" pitchFamily="34" charset="0"/>
                        <a:buChar char="•"/>
                      </a:pPr>
                      <a:r>
                        <a:rPr lang="en-GB" sz="2000" b="0" i="0" u="none" strike="noStrike" dirty="0">
                          <a:solidFill>
                            <a:srgbClr val="000000"/>
                          </a:solidFill>
                          <a:effectLst/>
                          <a:latin typeface="Fira Sans" panose="020B0503050000020004" pitchFamily="34" charset="0"/>
                        </a:rPr>
                        <a:t>Technical constraints cohorts and co-migration groups</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GB" sz="2000" b="0" i="0" u="none" strike="noStrike">
                          <a:solidFill>
                            <a:srgbClr val="000000"/>
                          </a:solidFill>
                          <a:effectLst/>
                          <a:latin typeface="Fira Sans" panose="020B0503050000020004" pitchFamily="34" charset="0"/>
                        </a:rPr>
                        <a:t>15 min</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GB" sz="2000" b="0" i="0" u="none" strike="noStrike">
                          <a:solidFill>
                            <a:srgbClr val="000000"/>
                          </a:solidFill>
                          <a:effectLst/>
                          <a:latin typeface="Fira Sans" panose="020B0503050000020004" pitchFamily="34" charset="0"/>
                        </a:rPr>
                        <a:t>1130</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GB" sz="2000" b="0" i="0" u="none" strike="noStrike">
                          <a:solidFill>
                            <a:srgbClr val="000000"/>
                          </a:solidFill>
                          <a:effectLst/>
                          <a:latin typeface="Fira Sans" panose="020B0503050000020004" pitchFamily="34" charset="0"/>
                        </a:rPr>
                        <a:t>1145</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57907653"/>
                  </a:ext>
                </a:extLst>
              </a:tr>
              <a:tr h="1156522">
                <a:tc>
                  <a:txBody>
                    <a:bodyPr/>
                    <a:lstStyle/>
                    <a:p>
                      <a:pPr algn="ctr" fontAlgn="b">
                        <a:buNone/>
                      </a:pPr>
                      <a:r>
                        <a:rPr lang="en-GB" sz="2000" b="0" i="0" u="none" strike="noStrike">
                          <a:solidFill>
                            <a:srgbClr val="000000"/>
                          </a:solidFill>
                          <a:effectLst/>
                          <a:latin typeface="Fira Sans" panose="020B0503050000020004" pitchFamily="34" charset="0"/>
                        </a:rPr>
                        <a:t>7</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GB" sz="2000" b="0" i="0" u="none" strike="noStrike">
                          <a:solidFill>
                            <a:srgbClr val="000000"/>
                          </a:solidFill>
                          <a:effectLst/>
                          <a:latin typeface="Fira Sans" panose="020B0503050000020004" pitchFamily="34" charset="0"/>
                        </a:rPr>
                        <a:t>Hyperscaler Recommendation</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342900" indent="-342900" algn="l" fontAlgn="b">
                        <a:buFont typeface="Arial" panose="020B0604020202020204" pitchFamily="34" charset="0"/>
                        <a:buChar char="•"/>
                      </a:pPr>
                      <a:r>
                        <a:rPr lang="en-GB" sz="2000" b="0" i="0" u="none" strike="noStrike" dirty="0">
                          <a:solidFill>
                            <a:srgbClr val="000000"/>
                          </a:solidFill>
                          <a:effectLst/>
                          <a:latin typeface="Fira Sans" panose="020B0503050000020004" pitchFamily="34" charset="0"/>
                        </a:rPr>
                        <a:t>Scoring Why AWS platform comparison and decision discussion</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GB" sz="2000" b="0" i="0" u="none" strike="noStrike">
                          <a:solidFill>
                            <a:srgbClr val="000000"/>
                          </a:solidFill>
                          <a:effectLst/>
                          <a:latin typeface="Fira Sans" panose="020B0503050000020004" pitchFamily="34" charset="0"/>
                        </a:rPr>
                        <a:t>30 min</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GB" sz="2000" b="0" i="0" u="none" strike="noStrike">
                          <a:solidFill>
                            <a:srgbClr val="000000"/>
                          </a:solidFill>
                          <a:effectLst/>
                          <a:latin typeface="Fira Sans" panose="020B0503050000020004" pitchFamily="34" charset="0"/>
                        </a:rPr>
                        <a:t>1145</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GB" sz="2000" b="0" i="0" u="none" strike="noStrike">
                          <a:solidFill>
                            <a:srgbClr val="000000"/>
                          </a:solidFill>
                          <a:effectLst/>
                          <a:latin typeface="Fira Sans" panose="020B0503050000020004" pitchFamily="34" charset="0"/>
                        </a:rPr>
                        <a:t>1215</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8302280"/>
                  </a:ext>
                </a:extLst>
              </a:tr>
              <a:tr h="938860">
                <a:tc>
                  <a:txBody>
                    <a:bodyPr/>
                    <a:lstStyle/>
                    <a:p>
                      <a:pPr algn="ctr" fontAlgn="b">
                        <a:buNone/>
                      </a:pPr>
                      <a:r>
                        <a:rPr lang="en-GB" sz="2000" b="0" i="0" u="none" strike="noStrike">
                          <a:solidFill>
                            <a:srgbClr val="000000"/>
                          </a:solidFill>
                          <a:effectLst/>
                          <a:latin typeface="Fira Sans" panose="020B0503050000020004" pitchFamily="34" charset="0"/>
                        </a:rPr>
                        <a:t>8</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GB" sz="2000" b="0" i="0" u="none" strike="noStrike">
                          <a:solidFill>
                            <a:srgbClr val="000000"/>
                          </a:solidFill>
                          <a:effectLst/>
                          <a:latin typeface="Fira Sans" panose="020B0503050000020004" pitchFamily="34" charset="0"/>
                        </a:rPr>
                        <a:t>Customer Readiness</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342900" indent="-342900" algn="l" fontAlgn="b">
                        <a:buFont typeface="Arial" panose="020B0604020202020204" pitchFamily="34" charset="0"/>
                        <a:buChar char="•"/>
                      </a:pPr>
                      <a:r>
                        <a:rPr lang="en-GB" sz="2000" b="0" i="0" u="none" strike="noStrike" dirty="0">
                          <a:solidFill>
                            <a:srgbClr val="000000"/>
                          </a:solidFill>
                          <a:effectLst/>
                          <a:latin typeface="Fira Sans" panose="020B0503050000020004" pitchFamily="34" charset="0"/>
                        </a:rPr>
                        <a:t>Readiness scores and closing the gap</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GB" sz="2000" b="0" i="0" u="none" strike="noStrike" dirty="0">
                          <a:solidFill>
                            <a:srgbClr val="000000"/>
                          </a:solidFill>
                          <a:effectLst/>
                          <a:latin typeface="Fira Sans" panose="020B0503050000020004" pitchFamily="34" charset="0"/>
                        </a:rPr>
                        <a:t>10 min</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GB" sz="2000" b="0" i="0" u="none" strike="noStrike" dirty="0">
                          <a:solidFill>
                            <a:srgbClr val="000000"/>
                          </a:solidFill>
                          <a:effectLst/>
                          <a:latin typeface="Fira Sans" panose="020B0503050000020004" pitchFamily="34" charset="0"/>
                        </a:rPr>
                        <a:t>1215</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GB" sz="2000" b="0" i="0" u="none" strike="noStrike">
                          <a:solidFill>
                            <a:srgbClr val="000000"/>
                          </a:solidFill>
                          <a:effectLst/>
                          <a:latin typeface="Fira Sans" panose="020B0503050000020004" pitchFamily="34" charset="0"/>
                        </a:rPr>
                        <a:t>1225</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32503768"/>
                  </a:ext>
                </a:extLst>
              </a:tr>
              <a:tr h="938860">
                <a:tc>
                  <a:txBody>
                    <a:bodyPr/>
                    <a:lstStyle/>
                    <a:p>
                      <a:pPr algn="ctr" fontAlgn="b">
                        <a:buNone/>
                      </a:pPr>
                      <a:r>
                        <a:rPr lang="en-GB" sz="2000" b="0" i="0" u="none" strike="noStrike">
                          <a:solidFill>
                            <a:srgbClr val="000000"/>
                          </a:solidFill>
                          <a:effectLst/>
                          <a:latin typeface="Fira Sans" panose="020B0503050000020004" pitchFamily="34" charset="0"/>
                        </a:rPr>
                        <a:t>9</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GB" sz="2000" b="0" i="0" u="none" strike="noStrike">
                          <a:solidFill>
                            <a:srgbClr val="000000"/>
                          </a:solidFill>
                          <a:effectLst/>
                          <a:latin typeface="Fira Sans" panose="020B0503050000020004" pitchFamily="34" charset="0"/>
                        </a:rPr>
                        <a:t>Challenges &amp; Opportunities</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342900" indent="-342900" algn="l" fontAlgn="b">
                        <a:buFont typeface="Arial" panose="020B0604020202020204" pitchFamily="34" charset="0"/>
                        <a:buChar char="•"/>
                      </a:pPr>
                      <a:r>
                        <a:rPr lang="en-GB" sz="2000" b="0" i="0" u="none" strike="noStrike" dirty="0">
                          <a:solidFill>
                            <a:srgbClr val="000000"/>
                          </a:solidFill>
                          <a:effectLst/>
                          <a:latin typeface="Fira Sans" panose="020B0503050000020004" pitchFamily="34" charset="0"/>
                        </a:rPr>
                        <a:t>Paired challenges and quantified and strategic opportunities</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GB" sz="2000" b="0" i="0" u="none" strike="noStrike" dirty="0">
                          <a:solidFill>
                            <a:srgbClr val="000000"/>
                          </a:solidFill>
                          <a:effectLst/>
                          <a:latin typeface="Fira Sans" panose="020B0503050000020004" pitchFamily="34" charset="0"/>
                        </a:rPr>
                        <a:t>15 min</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GB" sz="2000" b="0" i="0" u="none" strike="noStrike">
                          <a:solidFill>
                            <a:srgbClr val="000000"/>
                          </a:solidFill>
                          <a:effectLst/>
                          <a:latin typeface="Fira Sans" panose="020B0503050000020004" pitchFamily="34" charset="0"/>
                        </a:rPr>
                        <a:t>1225</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GB" sz="2000" b="0" i="0" u="none" strike="noStrike" dirty="0">
                          <a:solidFill>
                            <a:srgbClr val="000000"/>
                          </a:solidFill>
                          <a:effectLst/>
                          <a:latin typeface="Fira Sans" panose="020B0503050000020004" pitchFamily="34" charset="0"/>
                        </a:rPr>
                        <a:t>1240</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728347825"/>
                  </a:ext>
                </a:extLst>
              </a:tr>
              <a:tr h="938860">
                <a:tc>
                  <a:txBody>
                    <a:bodyPr/>
                    <a:lstStyle/>
                    <a:p>
                      <a:pPr algn="ctr" fontAlgn="b">
                        <a:buNone/>
                      </a:pPr>
                      <a:r>
                        <a:rPr lang="en-GB" sz="2000" b="0" i="0" u="none" strike="noStrike">
                          <a:solidFill>
                            <a:srgbClr val="000000"/>
                          </a:solidFill>
                          <a:effectLst/>
                          <a:latin typeface="Fira Sans" panose="020B0503050000020004" pitchFamily="34" charset="0"/>
                        </a:rPr>
                        <a:t>10</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GB" sz="2000" b="0" i="0" u="none" strike="noStrike">
                          <a:solidFill>
                            <a:srgbClr val="000000"/>
                          </a:solidFill>
                          <a:effectLst/>
                          <a:latin typeface="Fira Sans" panose="020B0503050000020004" pitchFamily="34" charset="0"/>
                        </a:rPr>
                        <a:t>Moving Forward and Part 2</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342900" indent="-342900" algn="l" fontAlgn="b">
                        <a:buFont typeface="Arial" panose="020B0604020202020204" pitchFamily="34" charset="0"/>
                        <a:buChar char="•"/>
                      </a:pPr>
                      <a:r>
                        <a:rPr lang="en-GB" sz="2000" b="0" i="0" u="none" strike="noStrike" dirty="0">
                          <a:solidFill>
                            <a:srgbClr val="000000"/>
                          </a:solidFill>
                          <a:effectLst/>
                          <a:latin typeface="Fira Sans" panose="020B0503050000020004" pitchFamily="34" charset="0"/>
                        </a:rPr>
                        <a:t>Decisions needed </a:t>
                      </a:r>
                    </a:p>
                    <a:p>
                      <a:pPr marL="342900" indent="-342900" algn="l" fontAlgn="b">
                        <a:buFont typeface="Arial" panose="020B0604020202020204" pitchFamily="34" charset="0"/>
                        <a:buChar char="•"/>
                      </a:pPr>
                      <a:r>
                        <a:rPr lang="en-GB" sz="2000" b="0" i="0" u="none" strike="noStrike" dirty="0">
                          <a:solidFill>
                            <a:srgbClr val="000000"/>
                          </a:solidFill>
                          <a:effectLst/>
                          <a:latin typeface="Fira Sans" panose="020B0503050000020004" pitchFamily="34" charset="0"/>
                        </a:rPr>
                        <a:t>Phase 2 scope timeline and </a:t>
                      </a:r>
                      <a:r>
                        <a:rPr lang="en-GB" sz="2000" b="0" i="0" u="none" strike="noStrike" dirty="0" err="1">
                          <a:solidFill>
                            <a:srgbClr val="000000"/>
                          </a:solidFill>
                          <a:effectLst/>
                          <a:latin typeface="Fira Sans" panose="020B0503050000020004" pitchFamily="34" charset="0"/>
                        </a:rPr>
                        <a:t>hyperscaler</a:t>
                      </a:r>
                      <a:r>
                        <a:rPr lang="en-GB" sz="2000" b="0" i="0" u="none" strike="noStrike" dirty="0">
                          <a:solidFill>
                            <a:srgbClr val="000000"/>
                          </a:solidFill>
                          <a:effectLst/>
                          <a:latin typeface="Fira Sans" panose="020B0503050000020004" pitchFamily="34" charset="0"/>
                        </a:rPr>
                        <a:t> guidance</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GB" sz="2000" b="0" i="0" u="none" strike="noStrike">
                          <a:solidFill>
                            <a:srgbClr val="000000"/>
                          </a:solidFill>
                          <a:effectLst/>
                          <a:latin typeface="Fira Sans" panose="020B0503050000020004" pitchFamily="34" charset="0"/>
                        </a:rPr>
                        <a:t>20 min</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GB" sz="2000" b="0" i="0" u="none" strike="noStrike" dirty="0">
                          <a:solidFill>
                            <a:srgbClr val="000000"/>
                          </a:solidFill>
                          <a:effectLst/>
                          <a:latin typeface="Fira Sans" panose="020B0503050000020004" pitchFamily="34" charset="0"/>
                        </a:rPr>
                        <a:t>1240</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GB" sz="2000" b="0" i="0" u="none" strike="noStrike" dirty="0">
                          <a:solidFill>
                            <a:srgbClr val="000000"/>
                          </a:solidFill>
                          <a:effectLst/>
                          <a:latin typeface="Fira Sans" panose="020B0503050000020004" pitchFamily="34" charset="0"/>
                        </a:rPr>
                        <a:t>1300</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52492214"/>
                  </a:ext>
                </a:extLst>
              </a:tr>
              <a:tr h="938860">
                <a:tc>
                  <a:txBody>
                    <a:bodyPr/>
                    <a:lstStyle/>
                    <a:p>
                      <a:pPr algn="ctr" fontAlgn="b">
                        <a:buNone/>
                      </a:pPr>
                      <a:r>
                        <a:rPr lang="en-GB" sz="2000" b="0" i="0" u="none" strike="noStrike">
                          <a:solidFill>
                            <a:srgbClr val="000000"/>
                          </a:solidFill>
                          <a:effectLst/>
                          <a:latin typeface="Fira Sans" panose="020B0503050000020004" pitchFamily="34" charset="0"/>
                        </a:rPr>
                        <a:t>11</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GB" sz="2000" b="0" i="0" u="none" strike="noStrike">
                          <a:solidFill>
                            <a:srgbClr val="000000"/>
                          </a:solidFill>
                          <a:effectLst/>
                          <a:latin typeface="Fira Sans" panose="020B0503050000020004" pitchFamily="34" charset="0"/>
                        </a:rPr>
                        <a:t>Working Discussion</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342900" indent="-342900" algn="l" fontAlgn="b">
                        <a:buFont typeface="Arial" panose="020B0604020202020204" pitchFamily="34" charset="0"/>
                        <a:buChar char="•"/>
                      </a:pPr>
                      <a:r>
                        <a:rPr lang="en-GB" sz="2000" b="0" i="0" u="none" strike="noStrike" dirty="0">
                          <a:solidFill>
                            <a:srgbClr val="000000"/>
                          </a:solidFill>
                          <a:effectLst/>
                          <a:latin typeface="Fira Sans" panose="020B0503050000020004" pitchFamily="34" charset="0"/>
                        </a:rPr>
                        <a:t>Agree platform direction </a:t>
                      </a:r>
                    </a:p>
                    <a:p>
                      <a:pPr marL="342900" indent="-342900" algn="l" fontAlgn="b">
                        <a:buFont typeface="Arial" panose="020B0604020202020204" pitchFamily="34" charset="0"/>
                        <a:buChar char="•"/>
                      </a:pPr>
                      <a:r>
                        <a:rPr lang="en-GB" sz="2000" b="0" i="0" u="none" strike="noStrike" dirty="0">
                          <a:solidFill>
                            <a:srgbClr val="000000"/>
                          </a:solidFill>
                          <a:effectLst/>
                          <a:latin typeface="Fira Sans" panose="020B0503050000020004" pitchFamily="34" charset="0"/>
                        </a:rPr>
                        <a:t>Oracle path and Phase 2 go/no-go</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GB" sz="2000" b="0" i="0" u="none" strike="noStrike">
                          <a:solidFill>
                            <a:srgbClr val="000000"/>
                          </a:solidFill>
                          <a:effectLst/>
                          <a:latin typeface="Fira Sans" panose="020B0503050000020004" pitchFamily="34" charset="0"/>
                        </a:rPr>
                        <a:t>30 min</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GB" sz="2000" b="0" i="0" u="none" strike="noStrike">
                          <a:solidFill>
                            <a:srgbClr val="000000"/>
                          </a:solidFill>
                          <a:effectLst/>
                          <a:latin typeface="Fira Sans" panose="020B0503050000020004" pitchFamily="34" charset="0"/>
                        </a:rPr>
                        <a:t>1300</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GB" sz="2000" b="0" i="0" u="none" strike="noStrike" dirty="0">
                          <a:solidFill>
                            <a:srgbClr val="000000"/>
                          </a:solidFill>
                          <a:effectLst/>
                          <a:latin typeface="Fira Sans" panose="020B0503050000020004" pitchFamily="34" charset="0"/>
                        </a:rPr>
                        <a:t>1330</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69410395"/>
                  </a:ext>
                </a:extLst>
              </a:tr>
            </a:tbl>
          </a:graphicData>
        </a:graphic>
      </p:graphicFrame>
    </p:spTree>
    <p:extLst>
      <p:ext uri="{BB962C8B-B14F-4D97-AF65-F5344CB8AC3E}">
        <p14:creationId xmlns:p14="http://schemas.microsoft.com/office/powerpoint/2010/main" val="3817690726"/>
      </p:ext>
    </p:extLst>
  </p:cSld>
  <p:clrMapOvr>
    <a:masterClrMapping/>
  </p:clrMapOvr>
  <mc:AlternateContent xmlns:mc="http://schemas.openxmlformats.org/markup-compatibility/2006" xmlns:p14="http://schemas.microsoft.com/office/powerpoint/2010/main">
    <mc:Choice Requires="p14">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nodeType="withEffect" p14:presetBounceEnd="50000">
                                      <p:stCondLst>
                                        <p:cond delay="0"/>
                                      </p:stCondLst>
                                      <p:childTnLst>
                                        <p:set>
                                          <p:cBhvr>
                                            <p:cTn id="6" dur="1" fill="hold">
                                              <p:stCondLst>
                                                <p:cond delay="0"/>
                                              </p:stCondLst>
                                            </p:cTn>
                                            <p:tgtEl>
                                              <p:spTgt spid="6"/>
                                            </p:tgtEl>
                                            <p:attrNameLst>
                                              <p:attrName>style.visibility</p:attrName>
                                            </p:attrNameLst>
                                          </p:cBhvr>
                                          <p:to>
                                            <p:strVal val="visible"/>
                                          </p:to>
                                        </p:set>
                                        <p:anim calcmode="lin" valueType="num" p14:bounceEnd="50000">
                                          <p:cBhvr additive="base">
                                            <p:cTn id="7" dur="500" fill="hold"/>
                                            <p:tgtEl>
                                              <p:spTgt spid="6"/>
                                            </p:tgtEl>
                                            <p:attrNameLst>
                                              <p:attrName>ppt_x</p:attrName>
                                            </p:attrNameLst>
                                          </p:cBhvr>
                                          <p:tavLst>
                                            <p:tav tm="0">
                                              <p:val>
                                                <p:strVal val="1+#ppt_w/2"/>
                                              </p:val>
                                            </p:tav>
                                            <p:tav tm="100000">
                                              <p:val>
                                                <p:strVal val="#ppt_x"/>
                                              </p:val>
                                            </p:tav>
                                          </p:tavLst>
                                        </p:anim>
                                        <p:anim calcmode="lin" valueType="num" p14:bounceEnd="50000">
                                          <p:cBhvr additive="base">
                                            <p:cTn id="8" dur="500" fill="hold"/>
                                            <p:tgtEl>
                                              <p:spTgt spid="6"/>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mc:Choice>
    <mc:Fallback xmlns="">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nodeType="withEffect">
                                      <p:stCondLst>
                                        <p:cond delay="0"/>
                                      </p:stCondLst>
                                      <p:childTnLst>
                                        <p:set>
                                          <p:cBhvr>
                                            <p:cTn id="6" dur="1" fill="hold">
                                              <p:stCondLst>
                                                <p:cond delay="0"/>
                                              </p:stCondLst>
                                            </p:cTn>
                                            <p:tgtEl>
                                              <p:spTgt spid="6"/>
                                            </p:tgtEl>
                                            <p:attrNameLst>
                                              <p:attrName>style.visibility</p:attrName>
                                            </p:attrNameLst>
                                          </p:cBhvr>
                                          <p:to>
                                            <p:strVal val="visible"/>
                                          </p:to>
                                        </p:set>
                                        <p:anim calcmode="lin" valueType="num">
                                          <p:cBhvr additive="base">
                                            <p:cTn id="7" dur="500" fill="hold"/>
                                            <p:tgtEl>
                                              <p:spTgt spid="6"/>
                                            </p:tgtEl>
                                            <p:attrNameLst>
                                              <p:attrName>ppt_x</p:attrName>
                                            </p:attrNameLst>
                                          </p:cBhvr>
                                          <p:tavLst>
                                            <p:tav tm="0">
                                              <p:val>
                                                <p:strVal val="1+#ppt_w/2"/>
                                              </p:val>
                                            </p:tav>
                                            <p:tav tm="100000">
                                              <p:val>
                                                <p:strVal val="#ppt_x"/>
                                              </p:val>
                                            </p:tav>
                                          </p:tavLst>
                                        </p:anim>
                                        <p:anim calcmode="lin" valueType="num">
                                          <p:cBhvr additive="base">
                                            <p:cTn id="8" dur="500" fill="hold"/>
                                            <p:tgtEl>
                                              <p:spTgt spid="6"/>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05B76263-DCD2-0B78-B135-9C8C642516C8}"/>
              </a:ext>
            </a:extLst>
          </p:cNvPr>
          <p:cNvSpPr>
            <a:spLocks noGrp="1"/>
          </p:cNvSpPr>
          <p:nvPr>
            <p:ph type="body" sz="quarter" idx="16"/>
          </p:nvPr>
        </p:nvSpPr>
        <p:spPr>
          <a:xfrm>
            <a:off x="6122839" y="3715469"/>
            <a:ext cx="11160126" cy="4200146"/>
          </a:xfrm>
        </p:spPr>
        <p:txBody>
          <a:bodyPr anchor="ctr"/>
          <a:lstStyle/>
          <a:p>
            <a:pPr algn="ctr"/>
            <a:r>
              <a:rPr lang="en-GB" b="1" dirty="0">
                <a:latin typeface="Fira Sans Light" panose="020B0403050000020004" pitchFamily="34" charset="0"/>
              </a:rPr>
              <a:t>Executive Summary</a:t>
            </a:r>
            <a:endParaRPr lang="en-GB" b="1" noProof="0" dirty="0">
              <a:latin typeface="Fira Sans Light" panose="020B0403050000020004" pitchFamily="34" charset="0"/>
            </a:endParaRPr>
          </a:p>
        </p:txBody>
      </p:sp>
    </p:spTree>
    <p:extLst>
      <p:ext uri="{BB962C8B-B14F-4D97-AF65-F5344CB8AC3E}">
        <p14:creationId xmlns:p14="http://schemas.microsoft.com/office/powerpoint/2010/main" val="299707576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E0D3A2-084B-1C0B-557F-2B9B5DFB840E}"/>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D65AD6E4-345D-9699-59E5-18727FB7BC55}"/>
              </a:ext>
            </a:extLst>
          </p:cNvPr>
          <p:cNvSpPr>
            <a:spLocks noGrp="1"/>
          </p:cNvSpPr>
          <p:nvPr>
            <p:ph type="sldNum" sz="quarter" idx="4"/>
          </p:nvPr>
        </p:nvSpPr>
        <p:spPr>
          <a:xfrm>
            <a:off x="22331085" y="13027080"/>
            <a:ext cx="1234804" cy="215444"/>
          </a:xfrm>
        </p:spPr>
        <p:txBody>
          <a:bodyPr/>
          <a:lstStyle/>
          <a:p>
            <a:fld id="{762E77F0-FB5B-4E8E-9BC9-34F14560A017}" type="slidenum">
              <a:rPr lang="en-GB" noProof="0" smtClean="0"/>
              <a:pPr/>
              <a:t>4</a:t>
            </a:fld>
            <a:endParaRPr lang="en-GB" noProof="0"/>
          </a:p>
        </p:txBody>
      </p:sp>
      <p:pic>
        <p:nvPicPr>
          <p:cNvPr id="5" name="Content Placeholder 7" descr="Two business people communicating and sharing">
            <a:extLst>
              <a:ext uri="{FF2B5EF4-FFF2-40B4-BE49-F238E27FC236}">
                <a16:creationId xmlns:a16="http://schemas.microsoft.com/office/drawing/2014/main" id="{DA20ACD7-FFA4-50DE-C432-9A7E01C6601A}"/>
              </a:ext>
            </a:extLst>
          </p:cNvPr>
          <p:cNvPicPr>
            <a:picLocks noChangeAspect="1"/>
          </p:cNvPicPr>
          <p:nvPr/>
        </p:nvPicPr>
        <p:blipFill>
          <a:blip r:embed="rId3"/>
          <a:srcRect l="20785" r="9942" b="-2"/>
          <a:stretch>
            <a:fillRect/>
          </a:stretch>
        </p:blipFill>
        <p:spPr>
          <a:xfrm>
            <a:off x="862164" y="3683266"/>
            <a:ext cx="7333475" cy="7066509"/>
          </a:xfrm>
          <a:prstGeom prst="roundRect">
            <a:avLst/>
          </a:prstGeom>
        </p:spPr>
      </p:pic>
      <p:sp>
        <p:nvSpPr>
          <p:cNvPr id="7" name="TextBox 6">
            <a:extLst>
              <a:ext uri="{FF2B5EF4-FFF2-40B4-BE49-F238E27FC236}">
                <a16:creationId xmlns:a16="http://schemas.microsoft.com/office/drawing/2014/main" id="{0F49FBC7-B939-C8C7-0AFB-C344129424B2}"/>
              </a:ext>
            </a:extLst>
          </p:cNvPr>
          <p:cNvSpPr txBox="1"/>
          <p:nvPr/>
        </p:nvSpPr>
        <p:spPr>
          <a:xfrm>
            <a:off x="9198864" y="3319294"/>
            <a:ext cx="12527280" cy="9110186"/>
          </a:xfrm>
          <a:prstGeom prst="rect">
            <a:avLst/>
          </a:prstGeom>
          <a:noFill/>
        </p:spPr>
        <p:txBody>
          <a:bodyPr wrap="square" rtlCol="0">
            <a:spAutoFit/>
          </a:bodyPr>
          <a:lstStyle/>
          <a:p>
            <a:pPr>
              <a:spcBef>
                <a:spcPts val="2500"/>
              </a:spcBef>
            </a:pPr>
            <a:r>
              <a:rPr lang="en-GB" sz="2400" b="1" dirty="0"/>
              <a:t>What this assessment does</a:t>
            </a:r>
          </a:p>
          <a:p>
            <a:pPr marL="285750" indent="-285750">
              <a:spcBef>
                <a:spcPts val="2500"/>
              </a:spcBef>
              <a:buFont typeface="Arial" panose="020B0604020202020204" pitchFamily="34" charset="0"/>
              <a:buChar char="•"/>
            </a:pPr>
            <a:r>
              <a:rPr lang="en-GB" sz="2400" dirty="0"/>
              <a:t>Provides an evidence‑based view of cloud suitability for the in‑scope estate</a:t>
            </a:r>
          </a:p>
          <a:p>
            <a:pPr marL="285750" indent="-285750">
              <a:spcBef>
                <a:spcPts val="2500"/>
              </a:spcBef>
              <a:buFont typeface="Arial" panose="020B0604020202020204" pitchFamily="34" charset="0"/>
              <a:buChar char="•"/>
            </a:pPr>
            <a:r>
              <a:rPr lang="en-GB" sz="2400" dirty="0"/>
              <a:t>Compares AWS, Azure, and GCP using the same source data and live pricing</a:t>
            </a:r>
          </a:p>
          <a:p>
            <a:pPr marL="285750" indent="-285750">
              <a:spcBef>
                <a:spcPts val="2500"/>
              </a:spcBef>
              <a:buFont typeface="Arial" panose="020B0604020202020204" pitchFamily="34" charset="0"/>
              <a:buChar char="•"/>
            </a:pPr>
            <a:r>
              <a:rPr lang="en-GB" sz="2400" dirty="0"/>
              <a:t>Identifies material technical constraints, cost drivers, and readiness gaps</a:t>
            </a:r>
          </a:p>
          <a:p>
            <a:pPr marL="285750" indent="-285750">
              <a:spcBef>
                <a:spcPts val="2500"/>
              </a:spcBef>
              <a:buFont typeface="Arial" panose="020B0604020202020204" pitchFamily="34" charset="0"/>
              <a:buChar char="•"/>
            </a:pPr>
            <a:r>
              <a:rPr lang="en-GB" sz="2400" dirty="0"/>
              <a:t>Reaches a primary platform recommendation</a:t>
            </a:r>
          </a:p>
          <a:p>
            <a:pPr>
              <a:spcBef>
                <a:spcPts val="2500"/>
              </a:spcBef>
            </a:pPr>
            <a:r>
              <a:rPr lang="en-GB" sz="2400" b="1" dirty="0"/>
              <a:t>What this assessment deliberately does not do</a:t>
            </a:r>
          </a:p>
          <a:p>
            <a:pPr marL="285750" indent="-285750">
              <a:spcBef>
                <a:spcPts val="2500"/>
              </a:spcBef>
              <a:buFont typeface="Arial" panose="020B0604020202020204" pitchFamily="34" charset="0"/>
              <a:buChar char="•"/>
            </a:pPr>
            <a:r>
              <a:rPr lang="en-GB" sz="2400" dirty="0"/>
              <a:t>Estimate migration execution cost or a Year‑1 financial outcome</a:t>
            </a:r>
          </a:p>
          <a:p>
            <a:pPr marL="285750" indent="-285750">
              <a:spcBef>
                <a:spcPts val="2500"/>
              </a:spcBef>
              <a:buFont typeface="Arial" panose="020B0604020202020204" pitchFamily="34" charset="0"/>
              <a:buChar char="•"/>
            </a:pPr>
            <a:r>
              <a:rPr lang="en-GB" sz="2400" dirty="0"/>
              <a:t>Produce a final application‑by‑application migration plan</a:t>
            </a:r>
          </a:p>
          <a:p>
            <a:pPr marL="285750" indent="-285750">
              <a:spcBef>
                <a:spcPts val="2500"/>
              </a:spcBef>
              <a:buFont typeface="Arial" panose="020B0604020202020204" pitchFamily="34" charset="0"/>
              <a:buChar char="•"/>
            </a:pPr>
            <a:r>
              <a:rPr lang="en-GB" sz="2400" dirty="0"/>
              <a:t>Design a landing zone or target security architecture</a:t>
            </a:r>
          </a:p>
          <a:p>
            <a:pPr marL="285750" indent="-285750">
              <a:spcBef>
                <a:spcPts val="2500"/>
              </a:spcBef>
              <a:buFont typeface="Arial" panose="020B0604020202020204" pitchFamily="34" charset="0"/>
              <a:buChar char="•"/>
            </a:pPr>
            <a:r>
              <a:rPr lang="en-GB" sz="2400" dirty="0"/>
              <a:t>Decide long‑term Oracle modernisation</a:t>
            </a:r>
          </a:p>
          <a:p>
            <a:pPr>
              <a:spcBef>
                <a:spcPts val="2500"/>
              </a:spcBef>
            </a:pPr>
            <a:r>
              <a:rPr lang="en-GB" sz="2400" b="1" dirty="0"/>
              <a:t>Why those boundaries matter</a:t>
            </a:r>
          </a:p>
          <a:p>
            <a:pPr marL="285750" indent="-285750">
              <a:spcBef>
                <a:spcPts val="2500"/>
              </a:spcBef>
              <a:buFont typeface="Arial" panose="020B0604020202020204" pitchFamily="34" charset="0"/>
              <a:buChar char="•"/>
            </a:pPr>
            <a:r>
              <a:rPr lang="en-GB" sz="2400" dirty="0"/>
              <a:t>These boundaries let us give you a clear platform direction today without forcing design, cost, or database decisions that belong later.</a:t>
            </a:r>
          </a:p>
          <a:p>
            <a:pPr marL="285750" indent="-285750">
              <a:spcBef>
                <a:spcPts val="2500"/>
              </a:spcBef>
              <a:buFont typeface="Arial" panose="020B0604020202020204" pitchFamily="34" charset="0"/>
              <a:buChar char="•"/>
            </a:pPr>
            <a:r>
              <a:rPr lang="en-GB" sz="2400" dirty="0"/>
              <a:t>Detailed sequencing, design, and planning follow once platform direction is agreed.</a:t>
            </a:r>
            <a:endParaRPr lang="en-US" dirty="0"/>
          </a:p>
        </p:txBody>
      </p:sp>
      <p:sp>
        <p:nvSpPr>
          <p:cNvPr id="10" name="TextBox 9">
            <a:extLst>
              <a:ext uri="{FF2B5EF4-FFF2-40B4-BE49-F238E27FC236}">
                <a16:creationId xmlns:a16="http://schemas.microsoft.com/office/drawing/2014/main" id="{8DB83E1D-32A4-5CC2-01F5-208E0A34306B}"/>
              </a:ext>
            </a:extLst>
          </p:cNvPr>
          <p:cNvSpPr txBox="1"/>
          <p:nvPr/>
        </p:nvSpPr>
        <p:spPr>
          <a:xfrm>
            <a:off x="406009" y="473476"/>
            <a:ext cx="10434267" cy="1046440"/>
          </a:xfrm>
          <a:prstGeom prst="rect">
            <a:avLst/>
          </a:prstGeom>
          <a:noFill/>
        </p:spPr>
        <p:txBody>
          <a:bodyPr wrap="none" rtlCol="0">
            <a:spAutoFit/>
          </a:bodyPr>
          <a:lstStyle/>
          <a:p>
            <a:pPr algn="l"/>
            <a:r>
              <a:rPr lang="en-GB" sz="6200" noProof="0" dirty="0">
                <a:solidFill>
                  <a:srgbClr val="FF0000"/>
                </a:solidFill>
                <a:latin typeface="Fira Sans Light" panose="020B0403050000020004" pitchFamily="34" charset="0"/>
              </a:rPr>
              <a:t>What this assessment covers</a:t>
            </a:r>
          </a:p>
        </p:txBody>
      </p:sp>
    </p:spTree>
    <p:extLst>
      <p:ext uri="{BB962C8B-B14F-4D97-AF65-F5344CB8AC3E}">
        <p14:creationId xmlns:p14="http://schemas.microsoft.com/office/powerpoint/2010/main" val="150113143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EDA296-A97F-D0ED-169B-5C97CF43DF7C}"/>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7AF7E8F2-DFF6-64D7-101B-DE789A633958}"/>
              </a:ext>
            </a:extLst>
          </p:cNvPr>
          <p:cNvSpPr>
            <a:spLocks noGrp="1"/>
          </p:cNvSpPr>
          <p:nvPr>
            <p:ph type="sldNum" sz="quarter" idx="4"/>
          </p:nvPr>
        </p:nvSpPr>
        <p:spPr>
          <a:xfrm>
            <a:off x="22331085" y="13027080"/>
            <a:ext cx="1234804" cy="215444"/>
          </a:xfrm>
        </p:spPr>
        <p:txBody>
          <a:bodyPr/>
          <a:lstStyle/>
          <a:p>
            <a:fld id="{762E77F0-FB5B-4E8E-9BC9-34F14560A017}" type="slidenum">
              <a:rPr lang="en-GB" noProof="0" smtClean="0"/>
              <a:pPr/>
              <a:t>5</a:t>
            </a:fld>
            <a:endParaRPr lang="en-GB" noProof="0"/>
          </a:p>
        </p:txBody>
      </p:sp>
      <p:sp>
        <p:nvSpPr>
          <p:cNvPr id="4" name="TextBox 3">
            <a:extLst>
              <a:ext uri="{FF2B5EF4-FFF2-40B4-BE49-F238E27FC236}">
                <a16:creationId xmlns:a16="http://schemas.microsoft.com/office/drawing/2014/main" id="{01706005-CBDB-2C90-A769-B50096904A82}"/>
              </a:ext>
            </a:extLst>
          </p:cNvPr>
          <p:cNvSpPr txBox="1"/>
          <p:nvPr/>
        </p:nvSpPr>
        <p:spPr>
          <a:xfrm>
            <a:off x="406009" y="473476"/>
            <a:ext cx="5888150" cy="1046440"/>
          </a:xfrm>
          <a:prstGeom prst="rect">
            <a:avLst/>
          </a:prstGeom>
          <a:noFill/>
        </p:spPr>
        <p:txBody>
          <a:bodyPr wrap="none" rtlCol="0">
            <a:spAutoFit/>
          </a:bodyPr>
          <a:lstStyle/>
          <a:p>
            <a:pPr algn="l"/>
            <a:r>
              <a:rPr lang="en-GB" sz="6200" noProof="0" dirty="0">
                <a:solidFill>
                  <a:srgbClr val="FF0000"/>
                </a:solidFill>
                <a:latin typeface="Fira Sans Light" panose="020B0403050000020004" pitchFamily="34" charset="0"/>
              </a:rPr>
              <a:t>Scope Summary</a:t>
            </a:r>
          </a:p>
        </p:txBody>
      </p:sp>
      <p:pic>
        <p:nvPicPr>
          <p:cNvPr id="5" name="Content Placeholder 7" descr="Digital background depicting innovative technologies, data protection Internet technologies. Cloud computing digital concept">
            <a:extLst>
              <a:ext uri="{FF2B5EF4-FFF2-40B4-BE49-F238E27FC236}">
                <a16:creationId xmlns:a16="http://schemas.microsoft.com/office/drawing/2014/main" id="{025F17D5-CA3C-940A-5CD3-3D08A25A9E14}"/>
              </a:ext>
            </a:extLst>
          </p:cNvPr>
          <p:cNvPicPr>
            <a:picLocks noChangeAspect="1"/>
          </p:cNvPicPr>
          <p:nvPr/>
        </p:nvPicPr>
        <p:blipFill>
          <a:blip r:embed="rId3"/>
          <a:srcRect l="18399" r="23225" b="-2"/>
          <a:stretch>
            <a:fillRect/>
          </a:stretch>
        </p:blipFill>
        <p:spPr>
          <a:xfrm>
            <a:off x="669234" y="2902227"/>
            <a:ext cx="7314589" cy="7048311"/>
          </a:xfrm>
          <a:prstGeom prst="roundRect">
            <a:avLst/>
          </a:prstGeom>
        </p:spPr>
      </p:pic>
      <p:sp>
        <p:nvSpPr>
          <p:cNvPr id="6" name="TextBox 5">
            <a:extLst>
              <a:ext uri="{FF2B5EF4-FFF2-40B4-BE49-F238E27FC236}">
                <a16:creationId xmlns:a16="http://schemas.microsoft.com/office/drawing/2014/main" id="{354FA8DB-1B72-3A09-FC03-8E9E1BFA6B72}"/>
              </a:ext>
            </a:extLst>
          </p:cNvPr>
          <p:cNvSpPr txBox="1"/>
          <p:nvPr/>
        </p:nvSpPr>
        <p:spPr>
          <a:xfrm>
            <a:off x="8958167" y="3210231"/>
            <a:ext cx="13990320" cy="6740307"/>
          </a:xfrm>
          <a:prstGeom prst="rect">
            <a:avLst/>
          </a:prstGeom>
          <a:noFill/>
        </p:spPr>
        <p:txBody>
          <a:bodyPr wrap="square" rtlCol="0">
            <a:spAutoFit/>
          </a:bodyPr>
          <a:lstStyle/>
          <a:p>
            <a:r>
              <a:rPr lang="en-GB" sz="3600" b="1" dirty="0"/>
              <a:t>3 datacentres </a:t>
            </a:r>
            <a:r>
              <a:rPr lang="en-GB" sz="3600" dirty="0"/>
              <a:t>Reading, Slough, Sydney</a:t>
            </a:r>
          </a:p>
          <a:p>
            <a:endParaRPr lang="en-GB" sz="3600" dirty="0"/>
          </a:p>
          <a:p>
            <a:r>
              <a:rPr lang="en-GB" sz="3600" b="1" dirty="0"/>
              <a:t>3,038 servers </a:t>
            </a:r>
            <a:r>
              <a:rPr lang="en-GB" sz="3600" dirty="0"/>
              <a:t>discovered and independently priced</a:t>
            </a:r>
          </a:p>
          <a:p>
            <a:endParaRPr lang="en-GB" sz="3600" dirty="0"/>
          </a:p>
          <a:p>
            <a:r>
              <a:rPr lang="en-GB" sz="3600" b="1" dirty="0"/>
              <a:t>39 applications </a:t>
            </a:r>
            <a:r>
              <a:rPr lang="en-GB" sz="3600" dirty="0"/>
              <a:t>profiled across 9 workshops</a:t>
            </a:r>
          </a:p>
          <a:p>
            <a:endParaRPr lang="en-GB" sz="3600" dirty="0"/>
          </a:p>
          <a:p>
            <a:r>
              <a:rPr lang="en-GB" sz="3600" b="1" dirty="0"/>
              <a:t>88 databases </a:t>
            </a:r>
            <a:r>
              <a:rPr lang="en-GB" sz="3600" dirty="0"/>
              <a:t>Oracle and SQL Server assessed</a:t>
            </a:r>
          </a:p>
          <a:p>
            <a:endParaRPr lang="en-GB" sz="3600" dirty="0"/>
          </a:p>
          <a:p>
            <a:r>
              <a:rPr lang="en-GB" sz="3600" b="1" dirty="0"/>
              <a:t>3 clouds </a:t>
            </a:r>
            <a:r>
              <a:rPr lang="en-GB" sz="3600" dirty="0"/>
              <a:t>compared using live pricing APIs</a:t>
            </a:r>
          </a:p>
          <a:p>
            <a:endParaRPr lang="en-GB" sz="3600" b="1" dirty="0"/>
          </a:p>
          <a:p>
            <a:r>
              <a:rPr lang="en-GB" sz="3600" b="1" dirty="0"/>
              <a:t>5 infrastructure types </a:t>
            </a:r>
            <a:r>
              <a:rPr lang="en-GB" sz="3600" dirty="0"/>
              <a:t>VMware, Proxmox, physical, appliance, cloud</a:t>
            </a:r>
          </a:p>
        </p:txBody>
      </p:sp>
    </p:spTree>
    <p:extLst>
      <p:ext uri="{BB962C8B-B14F-4D97-AF65-F5344CB8AC3E}">
        <p14:creationId xmlns:p14="http://schemas.microsoft.com/office/powerpoint/2010/main" val="48384531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F8A508-7446-F91B-2C3E-6812722699AA}"/>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4CB36C3-E41D-02CD-71EB-F5547CE41A5C}"/>
              </a:ext>
            </a:extLst>
          </p:cNvPr>
          <p:cNvSpPr>
            <a:spLocks noGrp="1"/>
          </p:cNvSpPr>
          <p:nvPr>
            <p:ph type="sldNum" sz="quarter" idx="4"/>
          </p:nvPr>
        </p:nvSpPr>
        <p:spPr>
          <a:xfrm>
            <a:off x="22331085" y="13027080"/>
            <a:ext cx="1234804" cy="215444"/>
          </a:xfrm>
        </p:spPr>
        <p:txBody>
          <a:bodyPr/>
          <a:lstStyle/>
          <a:p>
            <a:fld id="{762E77F0-FB5B-4E8E-9BC9-34F14560A017}" type="slidenum">
              <a:rPr lang="en-GB" noProof="0" smtClean="0"/>
              <a:pPr/>
              <a:t>6</a:t>
            </a:fld>
            <a:endParaRPr lang="en-GB" noProof="0"/>
          </a:p>
        </p:txBody>
      </p:sp>
      <p:sp>
        <p:nvSpPr>
          <p:cNvPr id="4" name="TextBox 3">
            <a:extLst>
              <a:ext uri="{FF2B5EF4-FFF2-40B4-BE49-F238E27FC236}">
                <a16:creationId xmlns:a16="http://schemas.microsoft.com/office/drawing/2014/main" id="{19060D72-9180-46BD-B82D-F1C6BC1DAFF1}"/>
              </a:ext>
            </a:extLst>
          </p:cNvPr>
          <p:cNvSpPr txBox="1"/>
          <p:nvPr/>
        </p:nvSpPr>
        <p:spPr>
          <a:xfrm>
            <a:off x="406009" y="473476"/>
            <a:ext cx="4613764" cy="1046440"/>
          </a:xfrm>
          <a:prstGeom prst="rect">
            <a:avLst/>
          </a:prstGeom>
          <a:noFill/>
        </p:spPr>
        <p:txBody>
          <a:bodyPr wrap="none" rtlCol="0">
            <a:spAutoFit/>
          </a:bodyPr>
          <a:lstStyle/>
          <a:p>
            <a:pPr algn="l"/>
            <a:r>
              <a:rPr lang="en-GB" sz="6200" noProof="0" dirty="0">
                <a:solidFill>
                  <a:srgbClr val="FF0000"/>
                </a:solidFill>
                <a:latin typeface="Fira Sans Light" panose="020B0403050000020004" pitchFamily="34" charset="0"/>
              </a:rPr>
              <a:t>Key Findings</a:t>
            </a:r>
          </a:p>
        </p:txBody>
      </p:sp>
      <p:sp>
        <p:nvSpPr>
          <p:cNvPr id="3" name="Content Placeholder 3">
            <a:extLst>
              <a:ext uri="{FF2B5EF4-FFF2-40B4-BE49-F238E27FC236}">
                <a16:creationId xmlns:a16="http://schemas.microsoft.com/office/drawing/2014/main" id="{978A4662-A97E-CABF-4174-13351A59134F}"/>
              </a:ext>
            </a:extLst>
          </p:cNvPr>
          <p:cNvSpPr txBox="1">
            <a:spLocks/>
          </p:cNvSpPr>
          <p:nvPr>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9004852" y="2902227"/>
            <a:ext cx="14709914" cy="9442174"/>
          </a:xfrm>
          <a:prstGeom prst="rect">
            <a:avLst/>
          </a:prstGeom>
        </p:spPr>
        <p:txBody>
          <a:bodyPr>
            <a:normAutofit fontScale="77500" lnSpcReduction="20000"/>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a:lstStyle>
          <a:p>
            <a:pPr marL="0" indent="0">
              <a:spcBef>
                <a:spcPts val="2500"/>
              </a:spcBef>
              <a:buNone/>
            </a:pPr>
            <a:r>
              <a:rPr lang="en-GB" b="1" dirty="0">
                <a:latin typeface="+mj-lt"/>
              </a:rPr>
              <a:t>Doing nothing is no longer a safe or cheap option</a:t>
            </a:r>
          </a:p>
          <a:p>
            <a:pPr marL="0" indent="0">
              <a:spcBef>
                <a:spcPts val="2500"/>
              </a:spcBef>
              <a:buNone/>
            </a:pPr>
            <a:r>
              <a:rPr lang="en-GB" dirty="0">
                <a:latin typeface="+mj-lt"/>
              </a:rPr>
              <a:t>Datacentre leases, VMware licensing changes, and the Microsoft EA all come up for renewal within the next two years. If decisions are delayed, you still end up making commitments - just through renewals rather than by choice.</a:t>
            </a:r>
          </a:p>
          <a:p>
            <a:pPr marL="0" indent="0">
              <a:spcBef>
                <a:spcPts val="2500"/>
              </a:spcBef>
              <a:buNone/>
            </a:pPr>
            <a:r>
              <a:rPr lang="en-GB" b="1" dirty="0">
                <a:latin typeface="+mj-lt"/>
              </a:rPr>
              <a:t>The evidence points to a clear primary cloud direction</a:t>
            </a:r>
          </a:p>
          <a:p>
            <a:pPr marL="0" indent="0">
              <a:spcBef>
                <a:spcPts val="2500"/>
              </a:spcBef>
              <a:buNone/>
            </a:pPr>
            <a:r>
              <a:rPr lang="en-GB" dirty="0">
                <a:latin typeface="+mj-lt"/>
              </a:rPr>
              <a:t>When cost, technical constraints, and operating realities are considered together, AWS is the platform that best fits the estate. GCP is retained where it already delivers clear value, and Azure carries a material cost premium without a matching benefit.</a:t>
            </a:r>
          </a:p>
          <a:p>
            <a:pPr marL="0" indent="0">
              <a:spcBef>
                <a:spcPts val="2500"/>
              </a:spcBef>
              <a:buNone/>
            </a:pPr>
            <a:r>
              <a:rPr lang="en-GB" b="1" dirty="0">
                <a:latin typeface="+mj-lt"/>
              </a:rPr>
              <a:t>Oracle is a major complexity, but not a blocker to deciding the platform</a:t>
            </a:r>
          </a:p>
          <a:p>
            <a:pPr marL="0" indent="0">
              <a:spcBef>
                <a:spcPts val="2500"/>
              </a:spcBef>
              <a:buNone/>
            </a:pPr>
            <a:r>
              <a:rPr lang="en-GB" dirty="0">
                <a:latin typeface="+mj-lt"/>
              </a:rPr>
              <a:t>Oracle behaves broadly the same across all three clouds. It affects migration sequencing and risk, but it does not change which cloud makes sense. That work is deliberately handled in Part 2 rather than being forced now.</a:t>
            </a:r>
          </a:p>
          <a:p>
            <a:pPr marL="0" indent="0">
              <a:spcBef>
                <a:spcPts val="2500"/>
              </a:spcBef>
              <a:buNone/>
            </a:pPr>
            <a:r>
              <a:rPr lang="en-GB" b="1" dirty="0">
                <a:latin typeface="+mj-lt"/>
              </a:rPr>
              <a:t>A defined next step is needed to remove the remaining uncertainty</a:t>
            </a:r>
          </a:p>
          <a:p>
            <a:pPr marL="0" indent="0">
              <a:spcBef>
                <a:spcPts val="2500"/>
              </a:spcBef>
              <a:buNone/>
            </a:pPr>
            <a:r>
              <a:rPr lang="en-GB" dirty="0">
                <a:latin typeface="+mj-lt"/>
              </a:rPr>
              <a:t>Part 2 is the point where application groupings, landing zone design, and a realistic datacentre exit plan are confirmed. It turns assessment findings into a plan you can act on.</a:t>
            </a:r>
            <a:endParaRPr lang="en-US" dirty="0">
              <a:latin typeface="+mj-lt"/>
            </a:endParaRPr>
          </a:p>
        </p:txBody>
      </p:sp>
      <p:pic>
        <p:nvPicPr>
          <p:cNvPr id="5" name="Content Placeholder 7" descr="Digital background depicting innovative technologies, data protection Internet technologies. Cloud computing digital concept">
            <a:extLst>
              <a:ext uri="{FF2B5EF4-FFF2-40B4-BE49-F238E27FC236}">
                <a16:creationId xmlns:a16="http://schemas.microsoft.com/office/drawing/2014/main" id="{968C5F60-8E07-36ED-44D3-FD3D0A3EEA08}"/>
              </a:ext>
            </a:extLst>
          </p:cNvPr>
          <p:cNvPicPr>
            <a:picLocks noChangeAspect="1"/>
          </p:cNvPicPr>
          <p:nvPr/>
        </p:nvPicPr>
        <p:blipFill>
          <a:blip r:embed="rId3"/>
          <a:srcRect l="18399" r="23225" b="-2"/>
          <a:stretch>
            <a:fillRect/>
          </a:stretch>
        </p:blipFill>
        <p:spPr>
          <a:xfrm>
            <a:off x="669234" y="2902227"/>
            <a:ext cx="7314589" cy="7048311"/>
          </a:xfrm>
          <a:prstGeom prst="roundRect">
            <a:avLst/>
          </a:prstGeom>
        </p:spPr>
      </p:pic>
    </p:spTree>
    <p:extLst>
      <p:ext uri="{BB962C8B-B14F-4D97-AF65-F5344CB8AC3E}">
        <p14:creationId xmlns:p14="http://schemas.microsoft.com/office/powerpoint/2010/main" val="26124476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250"/>
                                  </p:stCondLst>
                                  <p:iterate>
                                    <p:tmPct val="10000"/>
                                  </p:iterate>
                                  <p:childTnLst>
                                    <p:set>
                                      <p:cBhvr>
                                        <p:cTn id="6" dur="1" fill="hold">
                                          <p:stCondLst>
                                            <p:cond delay="0"/>
                                          </p:stCondLst>
                                        </p:cTn>
                                        <p:tgtEl>
                                          <p:spTgt spid="3"/>
                                        </p:tgtEl>
                                        <p:attrNameLst>
                                          <p:attrName>style.visibility</p:attrName>
                                        </p:attrNameLst>
                                      </p:cBhvr>
                                      <p:to>
                                        <p:strVal val="visible"/>
                                      </p:to>
                                    </p:set>
                                    <p:animEffect transition="in" filter="fade">
                                      <p:cBhvr>
                                        <p:cTn id="7" dur="250"/>
                                        <p:tgtEl>
                                          <p:spTgt spid="3"/>
                                        </p:tgtEl>
                                      </p:cBhvr>
                                    </p:animEffect>
                                    <p:anim calcmode="lin" valueType="num">
                                      <p:cBhvr>
                                        <p:cTn id="8" dur="250" fill="hold"/>
                                        <p:tgtEl>
                                          <p:spTgt spid="3"/>
                                        </p:tgtEl>
                                        <p:attrNameLst>
                                          <p:attrName>ppt_x</p:attrName>
                                        </p:attrNameLst>
                                      </p:cBhvr>
                                      <p:tavLst>
                                        <p:tav tm="0">
                                          <p:val>
                                            <p:strVal val="#ppt_x"/>
                                          </p:val>
                                        </p:tav>
                                        <p:tav tm="100000">
                                          <p:val>
                                            <p:strVal val="#ppt_x"/>
                                          </p:val>
                                        </p:tav>
                                      </p:tavLst>
                                    </p:anim>
                                    <p:anim calcmode="lin" valueType="num">
                                      <p:cBhvr>
                                        <p:cTn id="9" dur="250" fill="hold"/>
                                        <p:tgtEl>
                                          <p:spTgt spid="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D06FCD-21C8-5969-65EE-03178501240C}"/>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E0ED3138-C58B-9099-47A5-E29757C156ED}"/>
              </a:ext>
            </a:extLst>
          </p:cNvPr>
          <p:cNvSpPr>
            <a:spLocks noGrp="1"/>
          </p:cNvSpPr>
          <p:nvPr>
            <p:ph type="body" sz="quarter" idx="16"/>
          </p:nvPr>
        </p:nvSpPr>
        <p:spPr>
          <a:xfrm>
            <a:off x="6122839" y="3715469"/>
            <a:ext cx="11160126" cy="4200146"/>
          </a:xfrm>
        </p:spPr>
        <p:txBody>
          <a:bodyPr anchor="ctr"/>
          <a:lstStyle/>
          <a:p>
            <a:pPr algn="ctr"/>
            <a:r>
              <a:rPr lang="en-GB" b="1" noProof="0">
                <a:latin typeface="Fira Sans Light" panose="020B0403050000020004" pitchFamily="34" charset="0"/>
              </a:rPr>
              <a:t>Why Cloud?</a:t>
            </a:r>
          </a:p>
          <a:p>
            <a:pPr algn="ctr"/>
            <a:r>
              <a:rPr lang="en-GB" b="1" noProof="0">
                <a:latin typeface="Fira Sans Light" panose="020B0403050000020004" pitchFamily="34" charset="0"/>
              </a:rPr>
              <a:t>Why Now?</a:t>
            </a:r>
          </a:p>
        </p:txBody>
      </p:sp>
    </p:spTree>
    <p:extLst>
      <p:ext uri="{BB962C8B-B14F-4D97-AF65-F5344CB8AC3E}">
        <p14:creationId xmlns:p14="http://schemas.microsoft.com/office/powerpoint/2010/main" val="379570908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656E9E-E38E-76BF-FED2-F97DF72CDAB2}"/>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73383BC3-0BFC-8FF5-0925-CE77135F0DA9}"/>
              </a:ext>
            </a:extLst>
          </p:cNvPr>
          <p:cNvSpPr>
            <a:spLocks noGrp="1"/>
          </p:cNvSpPr>
          <p:nvPr>
            <p:ph type="sldNum" sz="quarter" idx="4"/>
          </p:nvPr>
        </p:nvSpPr>
        <p:spPr>
          <a:xfrm>
            <a:off x="22331085" y="13027080"/>
            <a:ext cx="1234804" cy="215444"/>
          </a:xfrm>
        </p:spPr>
        <p:txBody>
          <a:bodyPr/>
          <a:lstStyle/>
          <a:p>
            <a:fld id="{762E77F0-FB5B-4E8E-9BC9-34F14560A017}" type="slidenum">
              <a:rPr lang="en-GB" noProof="0" smtClean="0"/>
              <a:pPr/>
              <a:t>8</a:t>
            </a:fld>
            <a:endParaRPr lang="en-GB" noProof="0"/>
          </a:p>
        </p:txBody>
      </p:sp>
      <p:sp>
        <p:nvSpPr>
          <p:cNvPr id="4" name="TextBox 3">
            <a:extLst>
              <a:ext uri="{FF2B5EF4-FFF2-40B4-BE49-F238E27FC236}">
                <a16:creationId xmlns:a16="http://schemas.microsoft.com/office/drawing/2014/main" id="{B29C3546-B392-CCE0-32E6-F3A79365E69F}"/>
              </a:ext>
            </a:extLst>
          </p:cNvPr>
          <p:cNvSpPr txBox="1"/>
          <p:nvPr/>
        </p:nvSpPr>
        <p:spPr>
          <a:xfrm>
            <a:off x="406009" y="473476"/>
            <a:ext cx="15971039" cy="1046440"/>
          </a:xfrm>
          <a:prstGeom prst="rect">
            <a:avLst/>
          </a:prstGeom>
          <a:noFill/>
        </p:spPr>
        <p:txBody>
          <a:bodyPr wrap="none" rtlCol="0">
            <a:spAutoFit/>
          </a:bodyPr>
          <a:lstStyle/>
          <a:p>
            <a:pPr algn="l"/>
            <a:r>
              <a:rPr lang="en-GB" sz="6200" noProof="0">
                <a:solidFill>
                  <a:srgbClr val="FF0000"/>
                </a:solidFill>
                <a:latin typeface="Fira Sans Light" panose="020B0403050000020004" pitchFamily="34" charset="0"/>
              </a:rPr>
              <a:t>Cloud Migration Business Drivers - Summary</a:t>
            </a:r>
          </a:p>
        </p:txBody>
      </p:sp>
      <p:grpSp>
        <p:nvGrpSpPr>
          <p:cNvPr id="96" name="Group 95">
            <a:extLst>
              <a:ext uri="{FF2B5EF4-FFF2-40B4-BE49-F238E27FC236}">
                <a16:creationId xmlns:a16="http://schemas.microsoft.com/office/drawing/2014/main" id="{0B42E0C7-EBFE-F550-0E4A-7490EF7EDE86}"/>
              </a:ext>
            </a:extLst>
          </p:cNvPr>
          <p:cNvGrpSpPr/>
          <p:nvPr/>
        </p:nvGrpSpPr>
        <p:grpSpPr>
          <a:xfrm>
            <a:off x="2738047" y="2976610"/>
            <a:ext cx="19017772" cy="8029597"/>
            <a:chOff x="2738047" y="2976610"/>
            <a:chExt cx="19017772" cy="8029597"/>
          </a:xfrm>
        </p:grpSpPr>
        <p:grpSp>
          <p:nvGrpSpPr>
            <p:cNvPr id="89" name="Group 88">
              <a:extLst>
                <a:ext uri="{FF2B5EF4-FFF2-40B4-BE49-F238E27FC236}">
                  <a16:creationId xmlns:a16="http://schemas.microsoft.com/office/drawing/2014/main" id="{10058904-4447-C0B3-2D5F-EEB0E1EDA3A1}"/>
                </a:ext>
              </a:extLst>
            </p:cNvPr>
            <p:cNvGrpSpPr/>
            <p:nvPr/>
          </p:nvGrpSpPr>
          <p:grpSpPr>
            <a:xfrm>
              <a:off x="2738047" y="2976610"/>
              <a:ext cx="19017772" cy="8029597"/>
              <a:chOff x="2738047" y="2976610"/>
              <a:chExt cx="19017772" cy="8029597"/>
            </a:xfrm>
          </p:grpSpPr>
          <p:sp>
            <p:nvSpPr>
              <p:cNvPr id="90" name="Freeform 89">
                <a:extLst>
                  <a:ext uri="{FF2B5EF4-FFF2-40B4-BE49-F238E27FC236}">
                    <a16:creationId xmlns:a16="http://schemas.microsoft.com/office/drawing/2014/main" id="{B9D2DE4F-6EE1-126E-27C8-6D05B04443A2}"/>
                  </a:ext>
                </a:extLst>
              </p:cNvPr>
              <p:cNvSpPr/>
              <p:nvPr/>
            </p:nvSpPr>
            <p:spPr>
              <a:xfrm>
                <a:off x="2738047" y="3670330"/>
                <a:ext cx="19017772" cy="1813612"/>
              </a:xfrm>
              <a:custGeom>
                <a:avLst/>
                <a:gdLst>
                  <a:gd name="csX0" fmla="*/ 0 w 19017772"/>
                  <a:gd name="csY0" fmla="*/ 0 h 1813612"/>
                  <a:gd name="csX1" fmla="*/ 19017772 w 19017772"/>
                  <a:gd name="csY1" fmla="*/ 0 h 1813612"/>
                  <a:gd name="csX2" fmla="*/ 19017772 w 19017772"/>
                  <a:gd name="csY2" fmla="*/ 1813612 h 1813612"/>
                  <a:gd name="csX3" fmla="*/ 0 w 19017772"/>
                  <a:gd name="csY3" fmla="*/ 1813612 h 1813612"/>
                  <a:gd name="csX4" fmla="*/ 0 w 19017772"/>
                  <a:gd name="csY4" fmla="*/ 0 h 1813612"/>
                </a:gdLst>
                <a:ahLst/>
                <a:cxnLst>
                  <a:cxn ang="0">
                    <a:pos x="csX0" y="csY0"/>
                  </a:cxn>
                  <a:cxn ang="0">
                    <a:pos x="csX1" y="csY1"/>
                  </a:cxn>
                  <a:cxn ang="0">
                    <a:pos x="csX2" y="csY2"/>
                  </a:cxn>
                  <a:cxn ang="0">
                    <a:pos x="csX3" y="csY3"/>
                  </a:cxn>
                  <a:cxn ang="0">
                    <a:pos x="csX4" y="csY4"/>
                  </a:cxn>
                </a:cxnLst>
                <a:rect l="l" t="t" r="r" b="b"/>
                <a:pathLst>
                  <a:path w="19017772" h="1813612">
                    <a:moveTo>
                      <a:pt x="0" y="0"/>
                    </a:moveTo>
                    <a:lnTo>
                      <a:pt x="19017772" y="0"/>
                    </a:lnTo>
                    <a:lnTo>
                      <a:pt x="19017772" y="1813612"/>
                    </a:lnTo>
                    <a:lnTo>
                      <a:pt x="0" y="1813612"/>
                    </a:lnTo>
                    <a:lnTo>
                      <a:pt x="0" y="0"/>
                    </a:lnTo>
                    <a:close/>
                  </a:path>
                </a:pathLst>
              </a:custGeom>
            </p:spPr>
            <p:style>
              <a:lnRef idx="2">
                <a:schemeClr val="accent1">
                  <a:hueOff val="0"/>
                  <a:satOff val="0"/>
                  <a:lumOff val="0"/>
                  <a:alphaOff val="0"/>
                </a:schemeClr>
              </a:lnRef>
              <a:fillRef idx="1">
                <a:schemeClr val="lt1">
                  <a:alpha val="90000"/>
                  <a:hueOff val="0"/>
                  <a:satOff val="0"/>
                  <a:lumOff val="0"/>
                  <a:alphaOff val="0"/>
                </a:schemeClr>
              </a:fillRef>
              <a:effectRef idx="0">
                <a:schemeClr val="lt1">
                  <a:alpha val="90000"/>
                  <a:hueOff val="0"/>
                  <a:satOff val="0"/>
                  <a:lumOff val="0"/>
                  <a:alphaOff val="0"/>
                </a:schemeClr>
              </a:effectRef>
              <a:fontRef idx="minor">
                <a:schemeClr val="dk1">
                  <a:hueOff val="0"/>
                  <a:satOff val="0"/>
                  <a:lumOff val="0"/>
                  <a:alphaOff val="0"/>
                </a:schemeClr>
              </a:fontRef>
            </p:style>
            <p:txBody>
              <a:bodyPr spcFirstLastPara="0" vert="horz" wrap="square" lIns="1475990" tIns="978916" rIns="1475990" bIns="284480" numCol="1" spcCol="1270" anchor="t" anchorCtr="0">
                <a:noAutofit/>
              </a:bodyPr>
              <a:lstStyle/>
              <a:p>
                <a:pPr marL="285750" lvl="1" indent="-285750" algn="l" defTabSz="1778000">
                  <a:lnSpc>
                    <a:spcPct val="90000"/>
                  </a:lnSpc>
                  <a:spcBef>
                    <a:spcPct val="0"/>
                  </a:spcBef>
                  <a:spcAft>
                    <a:spcPct val="15000"/>
                  </a:spcAft>
                  <a:buClr>
                    <a:srgbClr val="FF0000"/>
                  </a:buClr>
                  <a:buFont typeface="Arial" panose="020B0604020202020204" pitchFamily="34" charset="0"/>
                  <a:buChar char="•"/>
                </a:pPr>
                <a:r>
                  <a:rPr lang="en-GB" sz="4000" kern="1200" noProof="0">
                    <a:latin typeface="Fira Sans" panose="020B0503050000020004" pitchFamily="34" charset="0"/>
                  </a:rPr>
                  <a:t>Reduce complexity to scale operations and delivery speed</a:t>
                </a:r>
                <a:endParaRPr lang="en-GB" sz="4000" kern="1200" noProof="0"/>
              </a:p>
            </p:txBody>
          </p:sp>
          <p:sp>
            <p:nvSpPr>
              <p:cNvPr id="91" name="Freeform 90">
                <a:extLst>
                  <a:ext uri="{FF2B5EF4-FFF2-40B4-BE49-F238E27FC236}">
                    <a16:creationId xmlns:a16="http://schemas.microsoft.com/office/drawing/2014/main" id="{E7AFEF64-7E46-BE26-B412-E38AF5C1AB6C}"/>
                  </a:ext>
                </a:extLst>
              </p:cNvPr>
              <p:cNvSpPr/>
              <p:nvPr/>
            </p:nvSpPr>
            <p:spPr>
              <a:xfrm>
                <a:off x="3688935" y="2976610"/>
                <a:ext cx="13312440" cy="1387440"/>
              </a:xfrm>
              <a:custGeom>
                <a:avLst/>
                <a:gdLst>
                  <a:gd name="csX0" fmla="*/ 0 w 13312440"/>
                  <a:gd name="csY0" fmla="*/ 231245 h 1387440"/>
                  <a:gd name="csX1" fmla="*/ 231245 w 13312440"/>
                  <a:gd name="csY1" fmla="*/ 0 h 1387440"/>
                  <a:gd name="csX2" fmla="*/ 13081195 w 13312440"/>
                  <a:gd name="csY2" fmla="*/ 0 h 1387440"/>
                  <a:gd name="csX3" fmla="*/ 13312440 w 13312440"/>
                  <a:gd name="csY3" fmla="*/ 231245 h 1387440"/>
                  <a:gd name="csX4" fmla="*/ 13312440 w 13312440"/>
                  <a:gd name="csY4" fmla="*/ 1156195 h 1387440"/>
                  <a:gd name="csX5" fmla="*/ 13081195 w 13312440"/>
                  <a:gd name="csY5" fmla="*/ 1387440 h 1387440"/>
                  <a:gd name="csX6" fmla="*/ 231245 w 13312440"/>
                  <a:gd name="csY6" fmla="*/ 1387440 h 1387440"/>
                  <a:gd name="csX7" fmla="*/ 0 w 13312440"/>
                  <a:gd name="csY7" fmla="*/ 1156195 h 1387440"/>
                  <a:gd name="csX8" fmla="*/ 0 w 13312440"/>
                  <a:gd name="csY8" fmla="*/ 231245 h 138744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3312440" h="1387440">
                    <a:moveTo>
                      <a:pt x="0" y="231245"/>
                    </a:moveTo>
                    <a:cubicBezTo>
                      <a:pt x="0" y="103532"/>
                      <a:pt x="103532" y="0"/>
                      <a:pt x="231245" y="0"/>
                    </a:cubicBezTo>
                    <a:lnTo>
                      <a:pt x="13081195" y="0"/>
                    </a:lnTo>
                    <a:cubicBezTo>
                      <a:pt x="13208908" y="0"/>
                      <a:pt x="13312440" y="103532"/>
                      <a:pt x="13312440" y="231245"/>
                    </a:cubicBezTo>
                    <a:lnTo>
                      <a:pt x="13312440" y="1156195"/>
                    </a:lnTo>
                    <a:cubicBezTo>
                      <a:pt x="13312440" y="1283908"/>
                      <a:pt x="13208908" y="1387440"/>
                      <a:pt x="13081195" y="1387440"/>
                    </a:cubicBezTo>
                    <a:lnTo>
                      <a:pt x="231245" y="1387440"/>
                    </a:lnTo>
                    <a:cubicBezTo>
                      <a:pt x="103532" y="1387440"/>
                      <a:pt x="0" y="1283908"/>
                      <a:pt x="0" y="1156195"/>
                    </a:cubicBezTo>
                    <a:lnTo>
                      <a:pt x="0" y="231245"/>
                    </a:lnTo>
                    <a:close/>
                  </a:path>
                </a:pathLst>
              </a:custGeom>
              <a:solidFill>
                <a:srgbClr val="FF0000"/>
              </a:solidFill>
            </p:spPr>
            <p:style>
              <a:lnRef idx="2">
                <a:schemeClr val="lt1">
                  <a:hueOff val="0"/>
                  <a:satOff val="0"/>
                  <a:lumOff val="0"/>
                  <a:alphaOff val="0"/>
                </a:schemeClr>
              </a:lnRef>
              <a:fillRef idx="1">
                <a:scrgbClr r="0" g="0" b="0"/>
              </a:fillRef>
              <a:effectRef idx="0">
                <a:schemeClr val="accent1">
                  <a:hueOff val="0"/>
                  <a:satOff val="0"/>
                  <a:lumOff val="0"/>
                  <a:alphaOff val="0"/>
                </a:schemeClr>
              </a:effectRef>
              <a:fontRef idx="minor">
                <a:schemeClr val="lt1"/>
              </a:fontRef>
            </p:style>
            <p:txBody>
              <a:bodyPr spcFirstLastPara="0" vert="horz" wrap="square" lIns="570908" tIns="67729" rIns="570908" bIns="67729" numCol="1" spcCol="1270" anchor="ctr" anchorCtr="0">
                <a:noAutofit/>
              </a:bodyPr>
              <a:lstStyle/>
              <a:p>
                <a:pPr marL="0" lvl="0" indent="0" algn="l" defTabSz="1778000">
                  <a:lnSpc>
                    <a:spcPct val="90000"/>
                  </a:lnSpc>
                  <a:spcBef>
                    <a:spcPct val="0"/>
                  </a:spcBef>
                  <a:spcAft>
                    <a:spcPct val="35000"/>
                  </a:spcAft>
                  <a:buClrTx/>
                  <a:buSzTx/>
                  <a:buFontTx/>
                  <a:buNone/>
                </a:pPr>
                <a:r>
                  <a:rPr lang="en-GB" sz="4000" b="1" kern="1200" noProof="0">
                    <a:ln w="9525">
                      <a:noFill/>
                    </a:ln>
                    <a:latin typeface="Fira Sans" panose="020B0503050000020004" pitchFamily="34" charset="0"/>
                  </a:rPr>
                  <a:t>1. Standardisation + Simplification</a:t>
                </a:r>
                <a:endParaRPr lang="en-GB" sz="4000" kern="1200" noProof="0"/>
              </a:p>
            </p:txBody>
          </p:sp>
          <p:sp>
            <p:nvSpPr>
              <p:cNvPr id="92" name="Freeform 91">
                <a:extLst>
                  <a:ext uri="{FF2B5EF4-FFF2-40B4-BE49-F238E27FC236}">
                    <a16:creationId xmlns:a16="http://schemas.microsoft.com/office/drawing/2014/main" id="{D48ACF83-F044-A822-9F47-CBD1CD25A28B}"/>
                  </a:ext>
                </a:extLst>
              </p:cNvPr>
              <p:cNvSpPr/>
              <p:nvPr/>
            </p:nvSpPr>
            <p:spPr>
              <a:xfrm>
                <a:off x="2738047" y="6431463"/>
                <a:ext cx="19017772" cy="1813612"/>
              </a:xfrm>
              <a:custGeom>
                <a:avLst/>
                <a:gdLst>
                  <a:gd name="csX0" fmla="*/ 0 w 19017772"/>
                  <a:gd name="csY0" fmla="*/ 0 h 1813612"/>
                  <a:gd name="csX1" fmla="*/ 19017772 w 19017772"/>
                  <a:gd name="csY1" fmla="*/ 0 h 1813612"/>
                  <a:gd name="csX2" fmla="*/ 19017772 w 19017772"/>
                  <a:gd name="csY2" fmla="*/ 1813612 h 1813612"/>
                  <a:gd name="csX3" fmla="*/ 0 w 19017772"/>
                  <a:gd name="csY3" fmla="*/ 1813612 h 1813612"/>
                  <a:gd name="csX4" fmla="*/ 0 w 19017772"/>
                  <a:gd name="csY4" fmla="*/ 0 h 1813612"/>
                </a:gdLst>
                <a:ahLst/>
                <a:cxnLst>
                  <a:cxn ang="0">
                    <a:pos x="csX0" y="csY0"/>
                  </a:cxn>
                  <a:cxn ang="0">
                    <a:pos x="csX1" y="csY1"/>
                  </a:cxn>
                  <a:cxn ang="0">
                    <a:pos x="csX2" y="csY2"/>
                  </a:cxn>
                  <a:cxn ang="0">
                    <a:pos x="csX3" y="csY3"/>
                  </a:cxn>
                  <a:cxn ang="0">
                    <a:pos x="csX4" y="csY4"/>
                  </a:cxn>
                </a:cxnLst>
                <a:rect l="l" t="t" r="r" b="b"/>
                <a:pathLst>
                  <a:path w="19017772" h="1813612">
                    <a:moveTo>
                      <a:pt x="0" y="0"/>
                    </a:moveTo>
                    <a:lnTo>
                      <a:pt x="19017772" y="0"/>
                    </a:lnTo>
                    <a:lnTo>
                      <a:pt x="19017772" y="1813612"/>
                    </a:lnTo>
                    <a:lnTo>
                      <a:pt x="0" y="1813612"/>
                    </a:lnTo>
                    <a:lnTo>
                      <a:pt x="0" y="0"/>
                    </a:lnTo>
                    <a:close/>
                  </a:path>
                </a:pathLst>
              </a:custGeom>
            </p:spPr>
            <p:style>
              <a:lnRef idx="2">
                <a:schemeClr val="accent1">
                  <a:hueOff val="0"/>
                  <a:satOff val="0"/>
                  <a:lumOff val="0"/>
                  <a:alphaOff val="0"/>
                </a:schemeClr>
              </a:lnRef>
              <a:fillRef idx="1">
                <a:schemeClr val="lt1">
                  <a:alpha val="90000"/>
                  <a:hueOff val="0"/>
                  <a:satOff val="0"/>
                  <a:lumOff val="0"/>
                  <a:alphaOff val="0"/>
                </a:schemeClr>
              </a:fillRef>
              <a:effectRef idx="0">
                <a:schemeClr val="lt1">
                  <a:alpha val="90000"/>
                  <a:hueOff val="0"/>
                  <a:satOff val="0"/>
                  <a:lumOff val="0"/>
                  <a:alphaOff val="0"/>
                </a:schemeClr>
              </a:effectRef>
              <a:fontRef idx="minor">
                <a:schemeClr val="dk1">
                  <a:hueOff val="0"/>
                  <a:satOff val="0"/>
                  <a:lumOff val="0"/>
                  <a:alphaOff val="0"/>
                </a:schemeClr>
              </a:fontRef>
            </p:style>
            <p:txBody>
              <a:bodyPr spcFirstLastPara="0" vert="horz" wrap="square" lIns="1475990" tIns="978916" rIns="1475990" bIns="284480" numCol="1" spcCol="1270" anchor="t" anchorCtr="0">
                <a:noAutofit/>
              </a:bodyPr>
              <a:lstStyle/>
              <a:p>
                <a:pPr marL="285750" lvl="1" indent="-285750" algn="l" defTabSz="1778000">
                  <a:lnSpc>
                    <a:spcPct val="90000"/>
                  </a:lnSpc>
                  <a:spcBef>
                    <a:spcPct val="0"/>
                  </a:spcBef>
                  <a:spcAft>
                    <a:spcPct val="15000"/>
                  </a:spcAft>
                  <a:buClr>
                    <a:schemeClr val="bg2"/>
                  </a:buClr>
                  <a:buChar char="•"/>
                </a:pPr>
                <a:r>
                  <a:rPr lang="en-GB" sz="4000" kern="1200" noProof="0">
                    <a:latin typeface="Fira Sans" panose="020B0503050000020004" pitchFamily="34" charset="0"/>
                  </a:rPr>
                  <a:t>Remove low value work and create credible savings</a:t>
                </a:r>
              </a:p>
            </p:txBody>
          </p:sp>
          <p:sp>
            <p:nvSpPr>
              <p:cNvPr id="93" name="Freeform 92">
                <a:extLst>
                  <a:ext uri="{FF2B5EF4-FFF2-40B4-BE49-F238E27FC236}">
                    <a16:creationId xmlns:a16="http://schemas.microsoft.com/office/drawing/2014/main" id="{9F5F7E60-472F-EAED-17FC-2A021331DB18}"/>
                  </a:ext>
                </a:extLst>
              </p:cNvPr>
              <p:cNvSpPr/>
              <p:nvPr/>
            </p:nvSpPr>
            <p:spPr>
              <a:xfrm>
                <a:off x="3688935" y="5737743"/>
                <a:ext cx="13312440" cy="1387440"/>
              </a:xfrm>
              <a:custGeom>
                <a:avLst/>
                <a:gdLst>
                  <a:gd name="csX0" fmla="*/ 0 w 13312440"/>
                  <a:gd name="csY0" fmla="*/ 231245 h 1387440"/>
                  <a:gd name="csX1" fmla="*/ 231245 w 13312440"/>
                  <a:gd name="csY1" fmla="*/ 0 h 1387440"/>
                  <a:gd name="csX2" fmla="*/ 13081195 w 13312440"/>
                  <a:gd name="csY2" fmla="*/ 0 h 1387440"/>
                  <a:gd name="csX3" fmla="*/ 13312440 w 13312440"/>
                  <a:gd name="csY3" fmla="*/ 231245 h 1387440"/>
                  <a:gd name="csX4" fmla="*/ 13312440 w 13312440"/>
                  <a:gd name="csY4" fmla="*/ 1156195 h 1387440"/>
                  <a:gd name="csX5" fmla="*/ 13081195 w 13312440"/>
                  <a:gd name="csY5" fmla="*/ 1387440 h 1387440"/>
                  <a:gd name="csX6" fmla="*/ 231245 w 13312440"/>
                  <a:gd name="csY6" fmla="*/ 1387440 h 1387440"/>
                  <a:gd name="csX7" fmla="*/ 0 w 13312440"/>
                  <a:gd name="csY7" fmla="*/ 1156195 h 1387440"/>
                  <a:gd name="csX8" fmla="*/ 0 w 13312440"/>
                  <a:gd name="csY8" fmla="*/ 231245 h 138744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3312440" h="1387440">
                    <a:moveTo>
                      <a:pt x="0" y="231245"/>
                    </a:moveTo>
                    <a:cubicBezTo>
                      <a:pt x="0" y="103532"/>
                      <a:pt x="103532" y="0"/>
                      <a:pt x="231245" y="0"/>
                    </a:cubicBezTo>
                    <a:lnTo>
                      <a:pt x="13081195" y="0"/>
                    </a:lnTo>
                    <a:cubicBezTo>
                      <a:pt x="13208908" y="0"/>
                      <a:pt x="13312440" y="103532"/>
                      <a:pt x="13312440" y="231245"/>
                    </a:cubicBezTo>
                    <a:lnTo>
                      <a:pt x="13312440" y="1156195"/>
                    </a:lnTo>
                    <a:cubicBezTo>
                      <a:pt x="13312440" y="1283908"/>
                      <a:pt x="13208908" y="1387440"/>
                      <a:pt x="13081195" y="1387440"/>
                    </a:cubicBezTo>
                    <a:lnTo>
                      <a:pt x="231245" y="1387440"/>
                    </a:lnTo>
                    <a:cubicBezTo>
                      <a:pt x="103532" y="1387440"/>
                      <a:pt x="0" y="1283908"/>
                      <a:pt x="0" y="1156195"/>
                    </a:cubicBezTo>
                    <a:lnTo>
                      <a:pt x="0" y="231245"/>
                    </a:lnTo>
                    <a:close/>
                  </a:path>
                </a:pathLst>
              </a:custGeom>
              <a:solidFill>
                <a:srgbClr val="FF0000"/>
              </a:solidFill>
            </p:spPr>
            <p:style>
              <a:lnRef idx="2">
                <a:schemeClr val="lt1">
                  <a:hueOff val="0"/>
                  <a:satOff val="0"/>
                  <a:lumOff val="0"/>
                  <a:alphaOff val="0"/>
                </a:schemeClr>
              </a:lnRef>
              <a:fillRef idx="1">
                <a:scrgbClr r="0" g="0" b="0"/>
              </a:fillRef>
              <a:effectRef idx="0">
                <a:schemeClr val="accent1">
                  <a:hueOff val="0"/>
                  <a:satOff val="0"/>
                  <a:lumOff val="0"/>
                  <a:alphaOff val="0"/>
                </a:schemeClr>
              </a:effectRef>
              <a:fontRef idx="minor">
                <a:schemeClr val="lt1"/>
              </a:fontRef>
            </p:style>
            <p:txBody>
              <a:bodyPr spcFirstLastPara="0" vert="horz" wrap="square" lIns="570908" tIns="67729" rIns="570908" bIns="67729" numCol="1" spcCol="1270" anchor="ctr" anchorCtr="0">
                <a:noAutofit/>
              </a:bodyPr>
              <a:lstStyle/>
              <a:p>
                <a:pPr marL="0" lvl="0" indent="0" algn="l" defTabSz="1778000">
                  <a:lnSpc>
                    <a:spcPct val="90000"/>
                  </a:lnSpc>
                  <a:spcBef>
                    <a:spcPct val="0"/>
                  </a:spcBef>
                  <a:spcAft>
                    <a:spcPct val="35000"/>
                  </a:spcAft>
                  <a:buClrTx/>
                  <a:buSzTx/>
                  <a:buFontTx/>
                  <a:buNone/>
                </a:pPr>
                <a:r>
                  <a:rPr lang="en-GB" sz="4000" b="1" kern="1200" noProof="0">
                    <a:ln w="9525">
                      <a:noFill/>
                    </a:ln>
                    <a:latin typeface="Fira Sans" panose="020B0503050000020004" pitchFamily="34" charset="0"/>
                  </a:rPr>
                  <a:t>2. Productivity + Cost Optimisation</a:t>
                </a:r>
                <a:endParaRPr lang="en-GB" sz="4000" kern="1200" noProof="0"/>
              </a:p>
            </p:txBody>
          </p:sp>
          <p:sp>
            <p:nvSpPr>
              <p:cNvPr id="94" name="Freeform 93">
                <a:extLst>
                  <a:ext uri="{FF2B5EF4-FFF2-40B4-BE49-F238E27FC236}">
                    <a16:creationId xmlns:a16="http://schemas.microsoft.com/office/drawing/2014/main" id="{40660303-F59B-8CAC-9872-69DCB5A871FA}"/>
                  </a:ext>
                </a:extLst>
              </p:cNvPr>
              <p:cNvSpPr/>
              <p:nvPr/>
            </p:nvSpPr>
            <p:spPr>
              <a:xfrm>
                <a:off x="2738047" y="9192595"/>
                <a:ext cx="19017772" cy="1813612"/>
              </a:xfrm>
              <a:custGeom>
                <a:avLst/>
                <a:gdLst>
                  <a:gd name="csX0" fmla="*/ 0 w 19017772"/>
                  <a:gd name="csY0" fmla="*/ 0 h 1813612"/>
                  <a:gd name="csX1" fmla="*/ 19017772 w 19017772"/>
                  <a:gd name="csY1" fmla="*/ 0 h 1813612"/>
                  <a:gd name="csX2" fmla="*/ 19017772 w 19017772"/>
                  <a:gd name="csY2" fmla="*/ 1813612 h 1813612"/>
                  <a:gd name="csX3" fmla="*/ 0 w 19017772"/>
                  <a:gd name="csY3" fmla="*/ 1813612 h 1813612"/>
                  <a:gd name="csX4" fmla="*/ 0 w 19017772"/>
                  <a:gd name="csY4" fmla="*/ 0 h 1813612"/>
                </a:gdLst>
                <a:ahLst/>
                <a:cxnLst>
                  <a:cxn ang="0">
                    <a:pos x="csX0" y="csY0"/>
                  </a:cxn>
                  <a:cxn ang="0">
                    <a:pos x="csX1" y="csY1"/>
                  </a:cxn>
                  <a:cxn ang="0">
                    <a:pos x="csX2" y="csY2"/>
                  </a:cxn>
                  <a:cxn ang="0">
                    <a:pos x="csX3" y="csY3"/>
                  </a:cxn>
                  <a:cxn ang="0">
                    <a:pos x="csX4" y="csY4"/>
                  </a:cxn>
                </a:cxnLst>
                <a:rect l="l" t="t" r="r" b="b"/>
                <a:pathLst>
                  <a:path w="19017772" h="1813612">
                    <a:moveTo>
                      <a:pt x="0" y="0"/>
                    </a:moveTo>
                    <a:lnTo>
                      <a:pt x="19017772" y="0"/>
                    </a:lnTo>
                    <a:lnTo>
                      <a:pt x="19017772" y="1813612"/>
                    </a:lnTo>
                    <a:lnTo>
                      <a:pt x="0" y="1813612"/>
                    </a:lnTo>
                    <a:lnTo>
                      <a:pt x="0" y="0"/>
                    </a:lnTo>
                    <a:close/>
                  </a:path>
                </a:pathLst>
              </a:custGeom>
            </p:spPr>
            <p:style>
              <a:lnRef idx="2">
                <a:schemeClr val="accent1">
                  <a:hueOff val="0"/>
                  <a:satOff val="0"/>
                  <a:lumOff val="0"/>
                  <a:alphaOff val="0"/>
                </a:schemeClr>
              </a:lnRef>
              <a:fillRef idx="1">
                <a:schemeClr val="lt1">
                  <a:alpha val="90000"/>
                  <a:hueOff val="0"/>
                  <a:satOff val="0"/>
                  <a:lumOff val="0"/>
                  <a:alphaOff val="0"/>
                </a:schemeClr>
              </a:fillRef>
              <a:effectRef idx="0">
                <a:schemeClr val="lt1">
                  <a:alpha val="90000"/>
                  <a:hueOff val="0"/>
                  <a:satOff val="0"/>
                  <a:lumOff val="0"/>
                  <a:alphaOff val="0"/>
                </a:schemeClr>
              </a:effectRef>
              <a:fontRef idx="minor">
                <a:schemeClr val="dk1">
                  <a:hueOff val="0"/>
                  <a:satOff val="0"/>
                  <a:lumOff val="0"/>
                  <a:alphaOff val="0"/>
                </a:schemeClr>
              </a:fontRef>
            </p:style>
            <p:txBody>
              <a:bodyPr spcFirstLastPara="0" vert="horz" wrap="square" lIns="1475990" tIns="978916" rIns="1475990" bIns="284480" numCol="1" spcCol="1270" anchor="t" anchorCtr="0">
                <a:noAutofit/>
              </a:bodyPr>
              <a:lstStyle/>
              <a:p>
                <a:pPr marL="285750" lvl="1" indent="-285750" algn="l" defTabSz="1778000">
                  <a:lnSpc>
                    <a:spcPct val="90000"/>
                  </a:lnSpc>
                  <a:spcBef>
                    <a:spcPct val="0"/>
                  </a:spcBef>
                  <a:spcAft>
                    <a:spcPct val="15000"/>
                  </a:spcAft>
                  <a:buClr>
                    <a:srgbClr val="FF0000"/>
                  </a:buClr>
                  <a:buSzTx/>
                  <a:buFont typeface="Arial" panose="020B0604020202020204" pitchFamily="34" charset="0"/>
                  <a:buChar char="•"/>
                </a:pPr>
                <a:r>
                  <a:rPr lang="en-GB" sz="4000" kern="1200" noProof="0">
                    <a:latin typeface="Fira Sans" panose="020B0503050000020004" pitchFamily="34" charset="0"/>
                  </a:rPr>
                  <a:t>Reduce toil and improve customer experience</a:t>
                </a:r>
                <a:endParaRPr lang="en-GB" sz="4000" kern="1200" noProof="0"/>
              </a:p>
            </p:txBody>
          </p:sp>
          <p:sp>
            <p:nvSpPr>
              <p:cNvPr id="95" name="Freeform 94">
                <a:extLst>
                  <a:ext uri="{FF2B5EF4-FFF2-40B4-BE49-F238E27FC236}">
                    <a16:creationId xmlns:a16="http://schemas.microsoft.com/office/drawing/2014/main" id="{09C54406-E5BA-67F0-2A10-A26380053D2F}"/>
                  </a:ext>
                </a:extLst>
              </p:cNvPr>
              <p:cNvSpPr/>
              <p:nvPr/>
            </p:nvSpPr>
            <p:spPr>
              <a:xfrm>
                <a:off x="3688935" y="8498875"/>
                <a:ext cx="13312440" cy="1387440"/>
              </a:xfrm>
              <a:custGeom>
                <a:avLst/>
                <a:gdLst>
                  <a:gd name="csX0" fmla="*/ 0 w 13312440"/>
                  <a:gd name="csY0" fmla="*/ 231245 h 1387440"/>
                  <a:gd name="csX1" fmla="*/ 231245 w 13312440"/>
                  <a:gd name="csY1" fmla="*/ 0 h 1387440"/>
                  <a:gd name="csX2" fmla="*/ 13081195 w 13312440"/>
                  <a:gd name="csY2" fmla="*/ 0 h 1387440"/>
                  <a:gd name="csX3" fmla="*/ 13312440 w 13312440"/>
                  <a:gd name="csY3" fmla="*/ 231245 h 1387440"/>
                  <a:gd name="csX4" fmla="*/ 13312440 w 13312440"/>
                  <a:gd name="csY4" fmla="*/ 1156195 h 1387440"/>
                  <a:gd name="csX5" fmla="*/ 13081195 w 13312440"/>
                  <a:gd name="csY5" fmla="*/ 1387440 h 1387440"/>
                  <a:gd name="csX6" fmla="*/ 231245 w 13312440"/>
                  <a:gd name="csY6" fmla="*/ 1387440 h 1387440"/>
                  <a:gd name="csX7" fmla="*/ 0 w 13312440"/>
                  <a:gd name="csY7" fmla="*/ 1156195 h 1387440"/>
                  <a:gd name="csX8" fmla="*/ 0 w 13312440"/>
                  <a:gd name="csY8" fmla="*/ 231245 h 138744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3312440" h="1387440">
                    <a:moveTo>
                      <a:pt x="0" y="231245"/>
                    </a:moveTo>
                    <a:cubicBezTo>
                      <a:pt x="0" y="103532"/>
                      <a:pt x="103532" y="0"/>
                      <a:pt x="231245" y="0"/>
                    </a:cubicBezTo>
                    <a:lnTo>
                      <a:pt x="13081195" y="0"/>
                    </a:lnTo>
                    <a:cubicBezTo>
                      <a:pt x="13208908" y="0"/>
                      <a:pt x="13312440" y="103532"/>
                      <a:pt x="13312440" y="231245"/>
                    </a:cubicBezTo>
                    <a:lnTo>
                      <a:pt x="13312440" y="1156195"/>
                    </a:lnTo>
                    <a:cubicBezTo>
                      <a:pt x="13312440" y="1283908"/>
                      <a:pt x="13208908" y="1387440"/>
                      <a:pt x="13081195" y="1387440"/>
                    </a:cubicBezTo>
                    <a:lnTo>
                      <a:pt x="231245" y="1387440"/>
                    </a:lnTo>
                    <a:cubicBezTo>
                      <a:pt x="103532" y="1387440"/>
                      <a:pt x="0" y="1283908"/>
                      <a:pt x="0" y="1156195"/>
                    </a:cubicBezTo>
                    <a:lnTo>
                      <a:pt x="0" y="231245"/>
                    </a:lnTo>
                    <a:close/>
                  </a:path>
                </a:pathLst>
              </a:custGeom>
              <a:solidFill>
                <a:srgbClr val="FF0000"/>
              </a:solidFill>
            </p:spPr>
            <p:style>
              <a:lnRef idx="2">
                <a:schemeClr val="lt1">
                  <a:hueOff val="0"/>
                  <a:satOff val="0"/>
                  <a:lumOff val="0"/>
                  <a:alphaOff val="0"/>
                </a:schemeClr>
              </a:lnRef>
              <a:fillRef idx="1">
                <a:scrgbClr r="0" g="0" b="0"/>
              </a:fillRef>
              <a:effectRef idx="0">
                <a:schemeClr val="accent1">
                  <a:hueOff val="0"/>
                  <a:satOff val="0"/>
                  <a:lumOff val="0"/>
                  <a:alphaOff val="0"/>
                </a:schemeClr>
              </a:effectRef>
              <a:fontRef idx="minor">
                <a:schemeClr val="lt1"/>
              </a:fontRef>
            </p:style>
            <p:txBody>
              <a:bodyPr spcFirstLastPara="0" vert="horz" wrap="square" lIns="570908" tIns="67729" rIns="570908" bIns="67729" numCol="1" spcCol="1270" anchor="ctr" anchorCtr="0">
                <a:noAutofit/>
              </a:bodyPr>
              <a:lstStyle/>
              <a:p>
                <a:pPr marL="0" lvl="0" indent="0" algn="l" defTabSz="1778000">
                  <a:lnSpc>
                    <a:spcPct val="90000"/>
                  </a:lnSpc>
                  <a:spcBef>
                    <a:spcPct val="0"/>
                  </a:spcBef>
                  <a:spcAft>
                    <a:spcPct val="35000"/>
                  </a:spcAft>
                  <a:buClrTx/>
                  <a:buSzTx/>
                  <a:buFontTx/>
                  <a:buNone/>
                </a:pPr>
                <a:r>
                  <a:rPr lang="en-GB" sz="4000" b="1" kern="1200" noProof="0">
                    <a:ln w="9525">
                      <a:noFill/>
                    </a:ln>
                    <a:latin typeface="Fira Sans" panose="020B0503050000020004" pitchFamily="34" charset="0"/>
                  </a:rPr>
                  <a:t>3. Automation + Workflow Optimisation</a:t>
                </a:r>
                <a:endParaRPr lang="en-GB" sz="4000" kern="1200" noProof="0"/>
              </a:p>
            </p:txBody>
          </p:sp>
        </p:grpSp>
        <p:grpSp>
          <p:nvGrpSpPr>
            <p:cNvPr id="6" name="Group 5">
              <a:extLst>
                <a:ext uri="{FF2B5EF4-FFF2-40B4-BE49-F238E27FC236}">
                  <a16:creationId xmlns:a16="http://schemas.microsoft.com/office/drawing/2014/main" id="{154818DD-5338-6E04-A119-FB793B13CA49}"/>
                </a:ext>
              </a:extLst>
            </p:cNvPr>
            <p:cNvGrpSpPr>
              <a:grpSpLocks noChangeAspect="1"/>
            </p:cNvGrpSpPr>
            <p:nvPr/>
          </p:nvGrpSpPr>
          <p:grpSpPr>
            <a:xfrm>
              <a:off x="15756890" y="5888757"/>
              <a:ext cx="1115894" cy="1115893"/>
              <a:chOff x="6686254" y="5435946"/>
              <a:chExt cx="781902" cy="781901"/>
            </a:xfrm>
          </p:grpSpPr>
          <p:sp>
            <p:nvSpPr>
              <p:cNvPr id="7" name="Freeform 137">
                <a:extLst>
                  <a:ext uri="{FF2B5EF4-FFF2-40B4-BE49-F238E27FC236}">
                    <a16:creationId xmlns:a16="http://schemas.microsoft.com/office/drawing/2014/main" id="{E009ADF8-5F9B-00D3-53CB-F00257FF9351}"/>
                  </a:ext>
                </a:extLst>
              </p:cNvPr>
              <p:cNvSpPr>
                <a:spLocks noChangeArrowheads="1"/>
              </p:cNvSpPr>
              <p:nvPr/>
            </p:nvSpPr>
            <p:spPr bwMode="auto">
              <a:xfrm>
                <a:off x="6686254" y="5435946"/>
                <a:ext cx="781902" cy="781901"/>
              </a:xfrm>
              <a:custGeom>
                <a:avLst/>
                <a:gdLst>
                  <a:gd name="T0" fmla="*/ 1467 w 1751"/>
                  <a:gd name="T1" fmla="*/ 1750 h 1751"/>
                  <a:gd name="T2" fmla="*/ 1750 w 1751"/>
                  <a:gd name="T3" fmla="*/ 1468 h 1751"/>
                  <a:gd name="T4" fmla="*/ 1750 w 1751"/>
                  <a:gd name="T5" fmla="*/ 283 h 1751"/>
                  <a:gd name="T6" fmla="*/ 1467 w 1751"/>
                  <a:gd name="T7" fmla="*/ 0 h 1751"/>
                  <a:gd name="T8" fmla="*/ 282 w 1751"/>
                  <a:gd name="T9" fmla="*/ 0 h 1751"/>
                  <a:gd name="T10" fmla="*/ 0 w 1751"/>
                  <a:gd name="T11" fmla="*/ 283 h 1751"/>
                  <a:gd name="T12" fmla="*/ 0 w 1751"/>
                  <a:gd name="T13" fmla="*/ 1468 h 1751"/>
                  <a:gd name="T14" fmla="*/ 282 w 1751"/>
                  <a:gd name="T15" fmla="*/ 1750 h 1751"/>
                  <a:gd name="T16" fmla="*/ 1467 w 1751"/>
                  <a:gd name="T17" fmla="*/ 1750 h 17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751" h="1751">
                    <a:moveTo>
                      <a:pt x="1467" y="1750"/>
                    </a:moveTo>
                    <a:cubicBezTo>
                      <a:pt x="1623" y="1750"/>
                      <a:pt x="1750" y="1623"/>
                      <a:pt x="1750" y="1468"/>
                    </a:cubicBezTo>
                    <a:cubicBezTo>
                      <a:pt x="1750" y="1073"/>
                      <a:pt x="1750" y="678"/>
                      <a:pt x="1750" y="283"/>
                    </a:cubicBezTo>
                    <a:cubicBezTo>
                      <a:pt x="1750" y="127"/>
                      <a:pt x="1623" y="0"/>
                      <a:pt x="1467" y="0"/>
                    </a:cubicBezTo>
                    <a:cubicBezTo>
                      <a:pt x="1072" y="0"/>
                      <a:pt x="677" y="0"/>
                      <a:pt x="282" y="0"/>
                    </a:cubicBezTo>
                    <a:cubicBezTo>
                      <a:pt x="127" y="0"/>
                      <a:pt x="0" y="127"/>
                      <a:pt x="0" y="283"/>
                    </a:cubicBezTo>
                    <a:cubicBezTo>
                      <a:pt x="0" y="678"/>
                      <a:pt x="0" y="1073"/>
                      <a:pt x="0" y="1468"/>
                    </a:cubicBezTo>
                    <a:cubicBezTo>
                      <a:pt x="0" y="1623"/>
                      <a:pt x="127" y="1750"/>
                      <a:pt x="282" y="1750"/>
                    </a:cubicBezTo>
                    <a:cubicBezTo>
                      <a:pt x="677" y="1750"/>
                      <a:pt x="1072" y="1750"/>
                      <a:pt x="1467" y="1750"/>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noProof="0"/>
              </a:p>
            </p:txBody>
          </p:sp>
          <p:grpSp>
            <p:nvGrpSpPr>
              <p:cNvPr id="8" name="Group 7">
                <a:extLst>
                  <a:ext uri="{FF2B5EF4-FFF2-40B4-BE49-F238E27FC236}">
                    <a16:creationId xmlns:a16="http://schemas.microsoft.com/office/drawing/2014/main" id="{9CFE47E8-1DC4-90C2-6C7B-3AA643DB07BD}"/>
                  </a:ext>
                </a:extLst>
              </p:cNvPr>
              <p:cNvGrpSpPr/>
              <p:nvPr/>
            </p:nvGrpSpPr>
            <p:grpSpPr>
              <a:xfrm>
                <a:off x="6826091" y="5573813"/>
                <a:ext cx="504198" cy="504198"/>
                <a:chOff x="6826091" y="5573813"/>
                <a:chExt cx="504198" cy="504198"/>
              </a:xfrm>
            </p:grpSpPr>
            <p:sp>
              <p:nvSpPr>
                <p:cNvPr id="9" name="Freeform 138">
                  <a:extLst>
                    <a:ext uri="{FF2B5EF4-FFF2-40B4-BE49-F238E27FC236}">
                      <a16:creationId xmlns:a16="http://schemas.microsoft.com/office/drawing/2014/main" id="{D4FC09E7-FA0A-1830-91C0-06F14678E344}"/>
                    </a:ext>
                  </a:extLst>
                </p:cNvPr>
                <p:cNvSpPr>
                  <a:spLocks noChangeArrowheads="1"/>
                </p:cNvSpPr>
                <p:nvPr/>
              </p:nvSpPr>
              <p:spPr bwMode="auto">
                <a:xfrm>
                  <a:off x="6826091" y="5573813"/>
                  <a:ext cx="504198" cy="504198"/>
                </a:xfrm>
                <a:custGeom>
                  <a:avLst/>
                  <a:gdLst>
                    <a:gd name="T0" fmla="*/ 1129 w 1130"/>
                    <a:gd name="T1" fmla="*/ 564 h 1130"/>
                    <a:gd name="T2" fmla="*/ 1054 w 1130"/>
                    <a:gd name="T3" fmla="*/ 846 h 1130"/>
                    <a:gd name="T4" fmla="*/ 847 w 1130"/>
                    <a:gd name="T5" fmla="*/ 1053 h 1130"/>
                    <a:gd name="T6" fmla="*/ 565 w 1130"/>
                    <a:gd name="T7" fmla="*/ 1129 h 1130"/>
                    <a:gd name="T8" fmla="*/ 283 w 1130"/>
                    <a:gd name="T9" fmla="*/ 1053 h 1130"/>
                    <a:gd name="T10" fmla="*/ 76 w 1130"/>
                    <a:gd name="T11" fmla="*/ 846 h 1130"/>
                    <a:gd name="T12" fmla="*/ 0 w 1130"/>
                    <a:gd name="T13" fmla="*/ 564 h 1130"/>
                    <a:gd name="T14" fmla="*/ 76 w 1130"/>
                    <a:gd name="T15" fmla="*/ 282 h 1130"/>
                    <a:gd name="T16" fmla="*/ 283 w 1130"/>
                    <a:gd name="T17" fmla="*/ 75 h 1130"/>
                    <a:gd name="T18" fmla="*/ 565 w 1130"/>
                    <a:gd name="T19" fmla="*/ 0 h 1130"/>
                    <a:gd name="T20" fmla="*/ 847 w 1130"/>
                    <a:gd name="T21" fmla="*/ 75 h 1130"/>
                    <a:gd name="T22" fmla="*/ 1054 w 1130"/>
                    <a:gd name="T23" fmla="*/ 282 h 1130"/>
                    <a:gd name="T24" fmla="*/ 1129 w 1130"/>
                    <a:gd name="T25" fmla="*/ 564 h 11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130" h="1130">
                      <a:moveTo>
                        <a:pt x="1129" y="564"/>
                      </a:moveTo>
                      <a:cubicBezTo>
                        <a:pt x="1129" y="668"/>
                        <a:pt x="1106" y="756"/>
                        <a:pt x="1054" y="846"/>
                      </a:cubicBezTo>
                      <a:cubicBezTo>
                        <a:pt x="1002" y="936"/>
                        <a:pt x="937" y="1001"/>
                        <a:pt x="847" y="1053"/>
                      </a:cubicBezTo>
                      <a:cubicBezTo>
                        <a:pt x="757" y="1105"/>
                        <a:pt x="669" y="1129"/>
                        <a:pt x="565" y="1129"/>
                      </a:cubicBezTo>
                      <a:cubicBezTo>
                        <a:pt x="461" y="1129"/>
                        <a:pt x="373" y="1105"/>
                        <a:pt x="283" y="1053"/>
                      </a:cubicBezTo>
                      <a:cubicBezTo>
                        <a:pt x="193" y="1001"/>
                        <a:pt x="128" y="936"/>
                        <a:pt x="76" y="846"/>
                      </a:cubicBezTo>
                      <a:cubicBezTo>
                        <a:pt x="24" y="756"/>
                        <a:pt x="0" y="668"/>
                        <a:pt x="0" y="564"/>
                      </a:cubicBezTo>
                      <a:cubicBezTo>
                        <a:pt x="0" y="460"/>
                        <a:pt x="24" y="372"/>
                        <a:pt x="76" y="282"/>
                      </a:cubicBezTo>
                      <a:cubicBezTo>
                        <a:pt x="128" y="192"/>
                        <a:pt x="193" y="127"/>
                        <a:pt x="283" y="75"/>
                      </a:cubicBezTo>
                      <a:cubicBezTo>
                        <a:pt x="373" y="24"/>
                        <a:pt x="461" y="0"/>
                        <a:pt x="565" y="0"/>
                      </a:cubicBezTo>
                      <a:cubicBezTo>
                        <a:pt x="669" y="0"/>
                        <a:pt x="757" y="24"/>
                        <a:pt x="847" y="75"/>
                      </a:cubicBezTo>
                      <a:cubicBezTo>
                        <a:pt x="937" y="127"/>
                        <a:pt x="1002" y="192"/>
                        <a:pt x="1054" y="282"/>
                      </a:cubicBezTo>
                      <a:cubicBezTo>
                        <a:pt x="1106" y="372"/>
                        <a:pt x="1129" y="460"/>
                        <a:pt x="1129" y="564"/>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noProof="0"/>
                </a:p>
              </p:txBody>
            </p:sp>
            <p:sp>
              <p:nvSpPr>
                <p:cNvPr id="10" name="Freeform 139">
                  <a:extLst>
                    <a:ext uri="{FF2B5EF4-FFF2-40B4-BE49-F238E27FC236}">
                      <a16:creationId xmlns:a16="http://schemas.microsoft.com/office/drawing/2014/main" id="{715C8BFB-C832-9073-182A-25DB41E23BB7}"/>
                    </a:ext>
                  </a:extLst>
                </p:cNvPr>
                <p:cNvSpPr>
                  <a:spLocks noChangeArrowheads="1"/>
                </p:cNvSpPr>
                <p:nvPr/>
              </p:nvSpPr>
              <p:spPr bwMode="auto">
                <a:xfrm>
                  <a:off x="6875328" y="5625020"/>
                  <a:ext cx="403753" cy="403752"/>
                </a:xfrm>
                <a:custGeom>
                  <a:avLst/>
                  <a:gdLst>
                    <a:gd name="T0" fmla="*/ 903 w 904"/>
                    <a:gd name="T1" fmla="*/ 451 h 904"/>
                    <a:gd name="T2" fmla="*/ 843 w 904"/>
                    <a:gd name="T3" fmla="*/ 677 h 904"/>
                    <a:gd name="T4" fmla="*/ 678 w 904"/>
                    <a:gd name="T5" fmla="*/ 842 h 904"/>
                    <a:gd name="T6" fmla="*/ 452 w 904"/>
                    <a:gd name="T7" fmla="*/ 903 h 904"/>
                    <a:gd name="T8" fmla="*/ 226 w 904"/>
                    <a:gd name="T9" fmla="*/ 842 h 904"/>
                    <a:gd name="T10" fmla="*/ 61 w 904"/>
                    <a:gd name="T11" fmla="*/ 677 h 904"/>
                    <a:gd name="T12" fmla="*/ 0 w 904"/>
                    <a:gd name="T13" fmla="*/ 451 h 904"/>
                    <a:gd name="T14" fmla="*/ 61 w 904"/>
                    <a:gd name="T15" fmla="*/ 226 h 904"/>
                    <a:gd name="T16" fmla="*/ 226 w 904"/>
                    <a:gd name="T17" fmla="*/ 60 h 904"/>
                    <a:gd name="T18" fmla="*/ 452 w 904"/>
                    <a:gd name="T19" fmla="*/ 0 h 904"/>
                    <a:gd name="T20" fmla="*/ 678 w 904"/>
                    <a:gd name="T21" fmla="*/ 60 h 904"/>
                    <a:gd name="T22" fmla="*/ 843 w 904"/>
                    <a:gd name="T23" fmla="*/ 226 h 904"/>
                    <a:gd name="T24" fmla="*/ 903 w 904"/>
                    <a:gd name="T25" fmla="*/ 451 h 9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904" h="904">
                      <a:moveTo>
                        <a:pt x="903" y="451"/>
                      </a:moveTo>
                      <a:cubicBezTo>
                        <a:pt x="903" y="534"/>
                        <a:pt x="885" y="605"/>
                        <a:pt x="843" y="677"/>
                      </a:cubicBezTo>
                      <a:cubicBezTo>
                        <a:pt x="802" y="749"/>
                        <a:pt x="750" y="801"/>
                        <a:pt x="678" y="842"/>
                      </a:cubicBezTo>
                      <a:cubicBezTo>
                        <a:pt x="606" y="884"/>
                        <a:pt x="535" y="903"/>
                        <a:pt x="452" y="903"/>
                      </a:cubicBezTo>
                      <a:cubicBezTo>
                        <a:pt x="369" y="903"/>
                        <a:pt x="298" y="884"/>
                        <a:pt x="226" y="842"/>
                      </a:cubicBezTo>
                      <a:cubicBezTo>
                        <a:pt x="154" y="801"/>
                        <a:pt x="103" y="749"/>
                        <a:pt x="61" y="677"/>
                      </a:cubicBezTo>
                      <a:cubicBezTo>
                        <a:pt x="20" y="605"/>
                        <a:pt x="0" y="534"/>
                        <a:pt x="0" y="451"/>
                      </a:cubicBezTo>
                      <a:cubicBezTo>
                        <a:pt x="0" y="368"/>
                        <a:pt x="20" y="298"/>
                        <a:pt x="61" y="226"/>
                      </a:cubicBezTo>
                      <a:cubicBezTo>
                        <a:pt x="103" y="154"/>
                        <a:pt x="154" y="102"/>
                        <a:pt x="226" y="60"/>
                      </a:cubicBezTo>
                      <a:cubicBezTo>
                        <a:pt x="298" y="19"/>
                        <a:pt x="369" y="0"/>
                        <a:pt x="452" y="0"/>
                      </a:cubicBezTo>
                      <a:cubicBezTo>
                        <a:pt x="535" y="0"/>
                        <a:pt x="606" y="19"/>
                        <a:pt x="678" y="60"/>
                      </a:cubicBezTo>
                      <a:cubicBezTo>
                        <a:pt x="750" y="102"/>
                        <a:pt x="802" y="154"/>
                        <a:pt x="843" y="226"/>
                      </a:cubicBezTo>
                      <a:cubicBezTo>
                        <a:pt x="885" y="298"/>
                        <a:pt x="903" y="368"/>
                        <a:pt x="903" y="451"/>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noProof="0"/>
                </a:p>
              </p:txBody>
            </p:sp>
            <p:sp>
              <p:nvSpPr>
                <p:cNvPr id="11" name="Freeform 140">
                  <a:extLst>
                    <a:ext uri="{FF2B5EF4-FFF2-40B4-BE49-F238E27FC236}">
                      <a16:creationId xmlns:a16="http://schemas.microsoft.com/office/drawing/2014/main" id="{FE7C522C-C6FC-0640-349E-FC67928B98C5}"/>
                    </a:ext>
                  </a:extLst>
                </p:cNvPr>
                <p:cNvSpPr>
                  <a:spLocks noChangeArrowheads="1"/>
                </p:cNvSpPr>
                <p:nvPr/>
              </p:nvSpPr>
              <p:spPr bwMode="auto">
                <a:xfrm>
                  <a:off x="7011226" y="5825912"/>
                  <a:ext cx="76811" cy="1969"/>
                </a:xfrm>
                <a:custGeom>
                  <a:avLst/>
                  <a:gdLst>
                    <a:gd name="T0" fmla="*/ 0 w 171"/>
                    <a:gd name="T1" fmla="*/ 0 h 1"/>
                    <a:gd name="T2" fmla="*/ 170 w 171"/>
                    <a:gd name="T3" fmla="*/ 0 h 1"/>
                  </a:gdLst>
                  <a:ahLst/>
                  <a:cxnLst>
                    <a:cxn ang="0">
                      <a:pos x="T0" y="T1"/>
                    </a:cxn>
                    <a:cxn ang="0">
                      <a:pos x="T2" y="T3"/>
                    </a:cxn>
                  </a:cxnLst>
                  <a:rect l="0" t="0" r="r" b="b"/>
                  <a:pathLst>
                    <a:path w="171" h="1">
                      <a:moveTo>
                        <a:pt x="0" y="0"/>
                      </a:moveTo>
                      <a:cubicBezTo>
                        <a:pt x="57" y="0"/>
                        <a:pt x="114" y="0"/>
                        <a:pt x="17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GB" noProof="0"/>
                </a:p>
              </p:txBody>
            </p:sp>
            <p:sp>
              <p:nvSpPr>
                <p:cNvPr id="12" name="Freeform 141">
                  <a:extLst>
                    <a:ext uri="{FF2B5EF4-FFF2-40B4-BE49-F238E27FC236}">
                      <a16:creationId xmlns:a16="http://schemas.microsoft.com/office/drawing/2014/main" id="{88FEBB9D-075B-3BFA-654B-9BE3630C45D0}"/>
                    </a:ext>
                  </a:extLst>
                </p:cNvPr>
                <p:cNvSpPr>
                  <a:spLocks noChangeArrowheads="1"/>
                </p:cNvSpPr>
                <p:nvPr/>
              </p:nvSpPr>
              <p:spPr bwMode="auto">
                <a:xfrm>
                  <a:off x="7011226" y="5725466"/>
                  <a:ext cx="131958" cy="202862"/>
                </a:xfrm>
                <a:custGeom>
                  <a:avLst/>
                  <a:gdLst>
                    <a:gd name="T0" fmla="*/ 293 w 294"/>
                    <a:gd name="T1" fmla="*/ 451 h 452"/>
                    <a:gd name="T2" fmla="*/ 8 w 294"/>
                    <a:gd name="T3" fmla="*/ 451 h 452"/>
                    <a:gd name="T4" fmla="*/ 1 w 294"/>
                    <a:gd name="T5" fmla="*/ 446 h 452"/>
                    <a:gd name="T6" fmla="*/ 3 w 294"/>
                    <a:gd name="T7" fmla="*/ 438 h 452"/>
                    <a:gd name="T8" fmla="*/ 65 w 294"/>
                    <a:gd name="T9" fmla="*/ 322 h 452"/>
                    <a:gd name="T10" fmla="*/ 47 w 294"/>
                    <a:gd name="T11" fmla="*/ 144 h 452"/>
                    <a:gd name="T12" fmla="*/ 186 w 294"/>
                    <a:gd name="T13" fmla="*/ 0 h 452"/>
                    <a:gd name="T14" fmla="*/ 265 w 294"/>
                    <a:gd name="T15" fmla="*/ 18 h 45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94" h="452">
                      <a:moveTo>
                        <a:pt x="293" y="451"/>
                      </a:moveTo>
                      <a:cubicBezTo>
                        <a:pt x="198" y="451"/>
                        <a:pt x="103" y="451"/>
                        <a:pt x="8" y="451"/>
                      </a:cubicBezTo>
                      <a:cubicBezTo>
                        <a:pt x="4" y="451"/>
                        <a:pt x="2" y="449"/>
                        <a:pt x="1" y="446"/>
                      </a:cubicBezTo>
                      <a:cubicBezTo>
                        <a:pt x="0" y="443"/>
                        <a:pt x="1" y="440"/>
                        <a:pt x="3" y="438"/>
                      </a:cubicBezTo>
                      <a:cubicBezTo>
                        <a:pt x="41" y="411"/>
                        <a:pt x="65" y="369"/>
                        <a:pt x="65" y="322"/>
                      </a:cubicBezTo>
                      <a:cubicBezTo>
                        <a:pt x="65" y="260"/>
                        <a:pt x="47" y="206"/>
                        <a:pt x="47" y="144"/>
                      </a:cubicBezTo>
                      <a:cubicBezTo>
                        <a:pt x="47" y="56"/>
                        <a:pt x="105" y="0"/>
                        <a:pt x="186" y="0"/>
                      </a:cubicBezTo>
                      <a:cubicBezTo>
                        <a:pt x="224" y="0"/>
                        <a:pt x="250" y="8"/>
                        <a:pt x="265" y="18"/>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GB" noProof="0"/>
                </a:p>
              </p:txBody>
            </p:sp>
          </p:grpSp>
        </p:grpSp>
        <p:grpSp>
          <p:nvGrpSpPr>
            <p:cNvPr id="3" name="Group 2">
              <a:extLst>
                <a:ext uri="{FF2B5EF4-FFF2-40B4-BE49-F238E27FC236}">
                  <a16:creationId xmlns:a16="http://schemas.microsoft.com/office/drawing/2014/main" id="{F860F2BE-BCEE-45D0-B239-65B509393882}"/>
                </a:ext>
              </a:extLst>
            </p:cNvPr>
            <p:cNvGrpSpPr>
              <a:grpSpLocks noChangeAspect="1"/>
            </p:cNvGrpSpPr>
            <p:nvPr/>
          </p:nvGrpSpPr>
          <p:grpSpPr>
            <a:xfrm>
              <a:off x="15756889" y="8636418"/>
              <a:ext cx="1115894" cy="1115894"/>
              <a:chOff x="2755083" y="533799"/>
              <a:chExt cx="781902" cy="781902"/>
            </a:xfrm>
          </p:grpSpPr>
          <p:grpSp>
            <p:nvGrpSpPr>
              <p:cNvPr id="13" name="Group 12">
                <a:extLst>
                  <a:ext uri="{FF2B5EF4-FFF2-40B4-BE49-F238E27FC236}">
                    <a16:creationId xmlns:a16="http://schemas.microsoft.com/office/drawing/2014/main" id="{CDD8BDFD-E4A9-4780-C319-7414C7069915}"/>
                  </a:ext>
                </a:extLst>
              </p:cNvPr>
              <p:cNvGrpSpPr/>
              <p:nvPr/>
            </p:nvGrpSpPr>
            <p:grpSpPr>
              <a:xfrm>
                <a:off x="2892949" y="671665"/>
                <a:ext cx="504198" cy="504198"/>
                <a:chOff x="2892949" y="671665"/>
                <a:chExt cx="504198" cy="504198"/>
              </a:xfrm>
            </p:grpSpPr>
            <p:sp>
              <p:nvSpPr>
                <p:cNvPr id="15" name="Freeform 49">
                  <a:extLst>
                    <a:ext uri="{FF2B5EF4-FFF2-40B4-BE49-F238E27FC236}">
                      <a16:creationId xmlns:a16="http://schemas.microsoft.com/office/drawing/2014/main" id="{7293806C-9FB0-BC48-A577-A950F0F0F9E7}"/>
                    </a:ext>
                  </a:extLst>
                </p:cNvPr>
                <p:cNvSpPr>
                  <a:spLocks noChangeArrowheads="1"/>
                </p:cNvSpPr>
                <p:nvPr/>
              </p:nvSpPr>
              <p:spPr bwMode="auto">
                <a:xfrm>
                  <a:off x="2892949" y="671665"/>
                  <a:ext cx="504198" cy="504198"/>
                </a:xfrm>
                <a:custGeom>
                  <a:avLst/>
                  <a:gdLst>
                    <a:gd name="T0" fmla="*/ 502 w 1130"/>
                    <a:gd name="T1" fmla="*/ 74 h 1130"/>
                    <a:gd name="T2" fmla="*/ 565 w 1130"/>
                    <a:gd name="T3" fmla="*/ 0 h 1130"/>
                    <a:gd name="T4" fmla="*/ 627 w 1130"/>
                    <a:gd name="T5" fmla="*/ 74 h 1130"/>
                    <a:gd name="T6" fmla="*/ 756 w 1130"/>
                    <a:gd name="T7" fmla="*/ 109 h 1130"/>
                    <a:gd name="T8" fmla="*/ 847 w 1130"/>
                    <a:gd name="T9" fmla="*/ 76 h 1130"/>
                    <a:gd name="T10" fmla="*/ 864 w 1130"/>
                    <a:gd name="T11" fmla="*/ 171 h 1130"/>
                    <a:gd name="T12" fmla="*/ 958 w 1130"/>
                    <a:gd name="T13" fmla="*/ 265 h 1130"/>
                    <a:gd name="T14" fmla="*/ 1053 w 1130"/>
                    <a:gd name="T15" fmla="*/ 283 h 1130"/>
                    <a:gd name="T16" fmla="*/ 1021 w 1130"/>
                    <a:gd name="T17" fmla="*/ 374 h 1130"/>
                    <a:gd name="T18" fmla="*/ 1055 w 1130"/>
                    <a:gd name="T19" fmla="*/ 502 h 1130"/>
                    <a:gd name="T20" fmla="*/ 1129 w 1130"/>
                    <a:gd name="T21" fmla="*/ 565 h 1130"/>
                    <a:gd name="T22" fmla="*/ 1055 w 1130"/>
                    <a:gd name="T23" fmla="*/ 627 h 1130"/>
                    <a:gd name="T24" fmla="*/ 1021 w 1130"/>
                    <a:gd name="T25" fmla="*/ 756 h 1130"/>
                    <a:gd name="T26" fmla="*/ 1053 w 1130"/>
                    <a:gd name="T27" fmla="*/ 847 h 1130"/>
                    <a:gd name="T28" fmla="*/ 958 w 1130"/>
                    <a:gd name="T29" fmla="*/ 864 h 1130"/>
                    <a:gd name="T30" fmla="*/ 864 w 1130"/>
                    <a:gd name="T31" fmla="*/ 958 h 1130"/>
                    <a:gd name="T32" fmla="*/ 847 w 1130"/>
                    <a:gd name="T33" fmla="*/ 1054 h 1130"/>
                    <a:gd name="T34" fmla="*/ 756 w 1130"/>
                    <a:gd name="T35" fmla="*/ 1021 h 1130"/>
                    <a:gd name="T36" fmla="*/ 627 w 1130"/>
                    <a:gd name="T37" fmla="*/ 1055 h 1130"/>
                    <a:gd name="T38" fmla="*/ 565 w 1130"/>
                    <a:gd name="T39" fmla="*/ 1129 h 1130"/>
                    <a:gd name="T40" fmla="*/ 502 w 1130"/>
                    <a:gd name="T41" fmla="*/ 1055 h 1130"/>
                    <a:gd name="T42" fmla="*/ 374 w 1130"/>
                    <a:gd name="T43" fmla="*/ 1021 h 1130"/>
                    <a:gd name="T44" fmla="*/ 282 w 1130"/>
                    <a:gd name="T45" fmla="*/ 1054 h 1130"/>
                    <a:gd name="T46" fmla="*/ 265 w 1130"/>
                    <a:gd name="T47" fmla="*/ 958 h 1130"/>
                    <a:gd name="T48" fmla="*/ 171 w 1130"/>
                    <a:gd name="T49" fmla="*/ 864 h 1130"/>
                    <a:gd name="T50" fmla="*/ 76 w 1130"/>
                    <a:gd name="T51" fmla="*/ 847 h 1130"/>
                    <a:gd name="T52" fmla="*/ 109 w 1130"/>
                    <a:gd name="T53" fmla="*/ 756 h 1130"/>
                    <a:gd name="T54" fmla="*/ 74 w 1130"/>
                    <a:gd name="T55" fmla="*/ 627 h 1130"/>
                    <a:gd name="T56" fmla="*/ 0 w 1130"/>
                    <a:gd name="T57" fmla="*/ 565 h 1130"/>
                    <a:gd name="T58" fmla="*/ 74 w 1130"/>
                    <a:gd name="T59" fmla="*/ 502 h 1130"/>
                    <a:gd name="T60" fmla="*/ 109 w 1130"/>
                    <a:gd name="T61" fmla="*/ 374 h 1130"/>
                    <a:gd name="T62" fmla="*/ 76 w 1130"/>
                    <a:gd name="T63" fmla="*/ 283 h 1130"/>
                    <a:gd name="T64" fmla="*/ 171 w 1130"/>
                    <a:gd name="T65" fmla="*/ 265 h 1130"/>
                    <a:gd name="T66" fmla="*/ 265 w 1130"/>
                    <a:gd name="T67" fmla="*/ 171 h 1130"/>
                    <a:gd name="T68" fmla="*/ 282 w 1130"/>
                    <a:gd name="T69" fmla="*/ 76 h 1130"/>
                    <a:gd name="T70" fmla="*/ 374 w 1130"/>
                    <a:gd name="T71" fmla="*/ 109 h 11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130" h="1130">
                      <a:moveTo>
                        <a:pt x="451" y="141"/>
                      </a:moveTo>
                      <a:cubicBezTo>
                        <a:pt x="482" y="132"/>
                        <a:pt x="502" y="105"/>
                        <a:pt x="502" y="74"/>
                      </a:cubicBezTo>
                      <a:cubicBezTo>
                        <a:pt x="502" y="70"/>
                        <a:pt x="502" y="67"/>
                        <a:pt x="502" y="63"/>
                      </a:cubicBezTo>
                      <a:cubicBezTo>
                        <a:pt x="502" y="28"/>
                        <a:pt x="530" y="0"/>
                        <a:pt x="565" y="0"/>
                      </a:cubicBezTo>
                      <a:cubicBezTo>
                        <a:pt x="599" y="0"/>
                        <a:pt x="627" y="28"/>
                        <a:pt x="627" y="63"/>
                      </a:cubicBezTo>
                      <a:cubicBezTo>
                        <a:pt x="627" y="67"/>
                        <a:pt x="627" y="70"/>
                        <a:pt x="627" y="74"/>
                      </a:cubicBezTo>
                      <a:cubicBezTo>
                        <a:pt x="627" y="105"/>
                        <a:pt x="648" y="132"/>
                        <a:pt x="678" y="141"/>
                      </a:cubicBezTo>
                      <a:cubicBezTo>
                        <a:pt x="709" y="149"/>
                        <a:pt x="740" y="135"/>
                        <a:pt x="756" y="109"/>
                      </a:cubicBezTo>
                      <a:cubicBezTo>
                        <a:pt x="757" y="105"/>
                        <a:pt x="759" y="102"/>
                        <a:pt x="761" y="99"/>
                      </a:cubicBezTo>
                      <a:cubicBezTo>
                        <a:pt x="778" y="69"/>
                        <a:pt x="817" y="59"/>
                        <a:pt x="847" y="76"/>
                      </a:cubicBezTo>
                      <a:cubicBezTo>
                        <a:pt x="877" y="93"/>
                        <a:pt x="887" y="132"/>
                        <a:pt x="870" y="162"/>
                      </a:cubicBezTo>
                      <a:cubicBezTo>
                        <a:pt x="868" y="165"/>
                        <a:pt x="866" y="168"/>
                        <a:pt x="864" y="171"/>
                      </a:cubicBezTo>
                      <a:cubicBezTo>
                        <a:pt x="849" y="198"/>
                        <a:pt x="853" y="232"/>
                        <a:pt x="875" y="254"/>
                      </a:cubicBezTo>
                      <a:cubicBezTo>
                        <a:pt x="898" y="277"/>
                        <a:pt x="932" y="280"/>
                        <a:pt x="958" y="265"/>
                      </a:cubicBezTo>
                      <a:cubicBezTo>
                        <a:pt x="961" y="263"/>
                        <a:pt x="964" y="262"/>
                        <a:pt x="968" y="260"/>
                      </a:cubicBezTo>
                      <a:cubicBezTo>
                        <a:pt x="998" y="242"/>
                        <a:pt x="1036" y="253"/>
                        <a:pt x="1053" y="283"/>
                      </a:cubicBezTo>
                      <a:cubicBezTo>
                        <a:pt x="1071" y="312"/>
                        <a:pt x="1060" y="351"/>
                        <a:pt x="1030" y="368"/>
                      </a:cubicBezTo>
                      <a:cubicBezTo>
                        <a:pt x="1027" y="370"/>
                        <a:pt x="1024" y="372"/>
                        <a:pt x="1021" y="374"/>
                      </a:cubicBezTo>
                      <a:cubicBezTo>
                        <a:pt x="994" y="389"/>
                        <a:pt x="980" y="420"/>
                        <a:pt x="989" y="451"/>
                      </a:cubicBezTo>
                      <a:cubicBezTo>
                        <a:pt x="997" y="482"/>
                        <a:pt x="1025" y="502"/>
                        <a:pt x="1055" y="502"/>
                      </a:cubicBezTo>
                      <a:cubicBezTo>
                        <a:pt x="1059" y="502"/>
                        <a:pt x="1062" y="502"/>
                        <a:pt x="1066" y="502"/>
                      </a:cubicBezTo>
                      <a:cubicBezTo>
                        <a:pt x="1101" y="502"/>
                        <a:pt x="1129" y="530"/>
                        <a:pt x="1129" y="565"/>
                      </a:cubicBezTo>
                      <a:cubicBezTo>
                        <a:pt x="1129" y="599"/>
                        <a:pt x="1101" y="627"/>
                        <a:pt x="1066" y="627"/>
                      </a:cubicBezTo>
                      <a:cubicBezTo>
                        <a:pt x="1062" y="627"/>
                        <a:pt x="1059" y="627"/>
                        <a:pt x="1055" y="627"/>
                      </a:cubicBezTo>
                      <a:cubicBezTo>
                        <a:pt x="1025" y="627"/>
                        <a:pt x="997" y="648"/>
                        <a:pt x="989" y="678"/>
                      </a:cubicBezTo>
                      <a:cubicBezTo>
                        <a:pt x="980" y="709"/>
                        <a:pt x="994" y="740"/>
                        <a:pt x="1021" y="756"/>
                      </a:cubicBezTo>
                      <a:cubicBezTo>
                        <a:pt x="1024" y="758"/>
                        <a:pt x="1027" y="759"/>
                        <a:pt x="1030" y="761"/>
                      </a:cubicBezTo>
                      <a:cubicBezTo>
                        <a:pt x="1060" y="779"/>
                        <a:pt x="1070" y="817"/>
                        <a:pt x="1053" y="847"/>
                      </a:cubicBezTo>
                      <a:cubicBezTo>
                        <a:pt x="1035" y="877"/>
                        <a:pt x="998" y="887"/>
                        <a:pt x="968" y="870"/>
                      </a:cubicBezTo>
                      <a:cubicBezTo>
                        <a:pt x="964" y="868"/>
                        <a:pt x="961" y="866"/>
                        <a:pt x="958" y="864"/>
                      </a:cubicBezTo>
                      <a:cubicBezTo>
                        <a:pt x="932" y="849"/>
                        <a:pt x="898" y="853"/>
                        <a:pt x="875" y="875"/>
                      </a:cubicBezTo>
                      <a:cubicBezTo>
                        <a:pt x="853" y="898"/>
                        <a:pt x="849" y="932"/>
                        <a:pt x="864" y="958"/>
                      </a:cubicBezTo>
                      <a:cubicBezTo>
                        <a:pt x="866" y="961"/>
                        <a:pt x="868" y="964"/>
                        <a:pt x="870" y="968"/>
                      </a:cubicBezTo>
                      <a:cubicBezTo>
                        <a:pt x="887" y="998"/>
                        <a:pt x="877" y="1036"/>
                        <a:pt x="847" y="1054"/>
                      </a:cubicBezTo>
                      <a:cubicBezTo>
                        <a:pt x="817" y="1071"/>
                        <a:pt x="778" y="1060"/>
                        <a:pt x="761" y="1031"/>
                      </a:cubicBezTo>
                      <a:cubicBezTo>
                        <a:pt x="759" y="1027"/>
                        <a:pt x="757" y="1024"/>
                        <a:pt x="756" y="1021"/>
                      </a:cubicBezTo>
                      <a:cubicBezTo>
                        <a:pt x="740" y="994"/>
                        <a:pt x="709" y="981"/>
                        <a:pt x="678" y="989"/>
                      </a:cubicBezTo>
                      <a:cubicBezTo>
                        <a:pt x="648" y="997"/>
                        <a:pt x="627" y="1025"/>
                        <a:pt x="627" y="1055"/>
                      </a:cubicBezTo>
                      <a:cubicBezTo>
                        <a:pt x="627" y="1059"/>
                        <a:pt x="627" y="1062"/>
                        <a:pt x="627" y="1066"/>
                      </a:cubicBezTo>
                      <a:cubicBezTo>
                        <a:pt x="627" y="1101"/>
                        <a:pt x="599" y="1129"/>
                        <a:pt x="565" y="1129"/>
                      </a:cubicBezTo>
                      <a:cubicBezTo>
                        <a:pt x="530" y="1129"/>
                        <a:pt x="502" y="1101"/>
                        <a:pt x="502" y="1066"/>
                      </a:cubicBezTo>
                      <a:cubicBezTo>
                        <a:pt x="502" y="1062"/>
                        <a:pt x="502" y="1059"/>
                        <a:pt x="502" y="1055"/>
                      </a:cubicBezTo>
                      <a:cubicBezTo>
                        <a:pt x="502" y="1025"/>
                        <a:pt x="482" y="997"/>
                        <a:pt x="451" y="989"/>
                      </a:cubicBezTo>
                      <a:cubicBezTo>
                        <a:pt x="420" y="981"/>
                        <a:pt x="389" y="994"/>
                        <a:pt x="374" y="1021"/>
                      </a:cubicBezTo>
                      <a:cubicBezTo>
                        <a:pt x="372" y="1024"/>
                        <a:pt x="370" y="1027"/>
                        <a:pt x="368" y="1031"/>
                      </a:cubicBezTo>
                      <a:cubicBezTo>
                        <a:pt x="351" y="1060"/>
                        <a:pt x="312" y="1071"/>
                        <a:pt x="282" y="1054"/>
                      </a:cubicBezTo>
                      <a:cubicBezTo>
                        <a:pt x="252" y="1036"/>
                        <a:pt x="242" y="998"/>
                        <a:pt x="259" y="968"/>
                      </a:cubicBezTo>
                      <a:cubicBezTo>
                        <a:pt x="261" y="964"/>
                        <a:pt x="263" y="961"/>
                        <a:pt x="265" y="958"/>
                      </a:cubicBezTo>
                      <a:cubicBezTo>
                        <a:pt x="280" y="932"/>
                        <a:pt x="277" y="898"/>
                        <a:pt x="254" y="875"/>
                      </a:cubicBezTo>
                      <a:cubicBezTo>
                        <a:pt x="232" y="853"/>
                        <a:pt x="198" y="849"/>
                        <a:pt x="171" y="864"/>
                      </a:cubicBezTo>
                      <a:cubicBezTo>
                        <a:pt x="168" y="866"/>
                        <a:pt x="165" y="868"/>
                        <a:pt x="162" y="870"/>
                      </a:cubicBezTo>
                      <a:cubicBezTo>
                        <a:pt x="132" y="887"/>
                        <a:pt x="93" y="877"/>
                        <a:pt x="76" y="847"/>
                      </a:cubicBezTo>
                      <a:cubicBezTo>
                        <a:pt x="59" y="817"/>
                        <a:pt x="69" y="779"/>
                        <a:pt x="99" y="761"/>
                      </a:cubicBezTo>
                      <a:cubicBezTo>
                        <a:pt x="102" y="759"/>
                        <a:pt x="105" y="758"/>
                        <a:pt x="109" y="756"/>
                      </a:cubicBezTo>
                      <a:cubicBezTo>
                        <a:pt x="135" y="740"/>
                        <a:pt x="149" y="709"/>
                        <a:pt x="141" y="678"/>
                      </a:cubicBezTo>
                      <a:cubicBezTo>
                        <a:pt x="132" y="648"/>
                        <a:pt x="105" y="627"/>
                        <a:pt x="74" y="627"/>
                      </a:cubicBezTo>
                      <a:cubicBezTo>
                        <a:pt x="70" y="627"/>
                        <a:pt x="67" y="627"/>
                        <a:pt x="63" y="627"/>
                      </a:cubicBezTo>
                      <a:cubicBezTo>
                        <a:pt x="28" y="627"/>
                        <a:pt x="0" y="599"/>
                        <a:pt x="0" y="565"/>
                      </a:cubicBezTo>
                      <a:cubicBezTo>
                        <a:pt x="0" y="530"/>
                        <a:pt x="28" y="502"/>
                        <a:pt x="63" y="502"/>
                      </a:cubicBezTo>
                      <a:cubicBezTo>
                        <a:pt x="67" y="502"/>
                        <a:pt x="70" y="502"/>
                        <a:pt x="74" y="502"/>
                      </a:cubicBezTo>
                      <a:cubicBezTo>
                        <a:pt x="105" y="502"/>
                        <a:pt x="132" y="482"/>
                        <a:pt x="141" y="451"/>
                      </a:cubicBezTo>
                      <a:cubicBezTo>
                        <a:pt x="149" y="420"/>
                        <a:pt x="135" y="389"/>
                        <a:pt x="109" y="374"/>
                      </a:cubicBezTo>
                      <a:cubicBezTo>
                        <a:pt x="105" y="372"/>
                        <a:pt x="102" y="370"/>
                        <a:pt x="99" y="368"/>
                      </a:cubicBezTo>
                      <a:cubicBezTo>
                        <a:pt x="69" y="351"/>
                        <a:pt x="59" y="312"/>
                        <a:pt x="76" y="283"/>
                      </a:cubicBezTo>
                      <a:cubicBezTo>
                        <a:pt x="93" y="253"/>
                        <a:pt x="132" y="242"/>
                        <a:pt x="162" y="260"/>
                      </a:cubicBezTo>
                      <a:cubicBezTo>
                        <a:pt x="165" y="262"/>
                        <a:pt x="168" y="263"/>
                        <a:pt x="171" y="265"/>
                      </a:cubicBezTo>
                      <a:cubicBezTo>
                        <a:pt x="198" y="280"/>
                        <a:pt x="232" y="277"/>
                        <a:pt x="254" y="254"/>
                      </a:cubicBezTo>
                      <a:cubicBezTo>
                        <a:pt x="277" y="232"/>
                        <a:pt x="280" y="198"/>
                        <a:pt x="265" y="171"/>
                      </a:cubicBezTo>
                      <a:cubicBezTo>
                        <a:pt x="263" y="168"/>
                        <a:pt x="261" y="165"/>
                        <a:pt x="259" y="162"/>
                      </a:cubicBezTo>
                      <a:cubicBezTo>
                        <a:pt x="242" y="132"/>
                        <a:pt x="252" y="93"/>
                        <a:pt x="282" y="76"/>
                      </a:cubicBezTo>
                      <a:cubicBezTo>
                        <a:pt x="312" y="59"/>
                        <a:pt x="351" y="69"/>
                        <a:pt x="368" y="99"/>
                      </a:cubicBezTo>
                      <a:cubicBezTo>
                        <a:pt x="370" y="102"/>
                        <a:pt x="372" y="105"/>
                        <a:pt x="374" y="109"/>
                      </a:cubicBezTo>
                      <a:cubicBezTo>
                        <a:pt x="389" y="135"/>
                        <a:pt x="420" y="149"/>
                        <a:pt x="451" y="141"/>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noProof="0"/>
                </a:p>
              </p:txBody>
            </p:sp>
            <p:sp>
              <p:nvSpPr>
                <p:cNvPr id="16" name="Freeform 50">
                  <a:extLst>
                    <a:ext uri="{FF2B5EF4-FFF2-40B4-BE49-F238E27FC236}">
                      <a16:creationId xmlns:a16="http://schemas.microsoft.com/office/drawing/2014/main" id="{1C697659-9372-ECA5-DE36-A7623380B26D}"/>
                    </a:ext>
                  </a:extLst>
                </p:cNvPr>
                <p:cNvSpPr>
                  <a:spLocks noChangeArrowheads="1"/>
                </p:cNvSpPr>
                <p:nvPr/>
              </p:nvSpPr>
              <p:spPr bwMode="auto">
                <a:xfrm>
                  <a:off x="3107628" y="886344"/>
                  <a:ext cx="76811" cy="76811"/>
                </a:xfrm>
                <a:custGeom>
                  <a:avLst/>
                  <a:gdLst>
                    <a:gd name="T0" fmla="*/ 169 w 170"/>
                    <a:gd name="T1" fmla="*/ 85 h 170"/>
                    <a:gd name="T2" fmla="*/ 158 w 170"/>
                    <a:gd name="T3" fmla="*/ 127 h 170"/>
                    <a:gd name="T4" fmla="*/ 127 w 170"/>
                    <a:gd name="T5" fmla="*/ 158 h 170"/>
                    <a:gd name="T6" fmla="*/ 85 w 170"/>
                    <a:gd name="T7" fmla="*/ 169 h 170"/>
                    <a:gd name="T8" fmla="*/ 42 w 170"/>
                    <a:gd name="T9" fmla="*/ 158 h 170"/>
                    <a:gd name="T10" fmla="*/ 11 w 170"/>
                    <a:gd name="T11" fmla="*/ 127 h 170"/>
                    <a:gd name="T12" fmla="*/ 0 w 170"/>
                    <a:gd name="T13" fmla="*/ 85 h 170"/>
                    <a:gd name="T14" fmla="*/ 11 w 170"/>
                    <a:gd name="T15" fmla="*/ 42 h 170"/>
                    <a:gd name="T16" fmla="*/ 42 w 170"/>
                    <a:gd name="T17" fmla="*/ 11 h 170"/>
                    <a:gd name="T18" fmla="*/ 85 w 170"/>
                    <a:gd name="T19" fmla="*/ 0 h 170"/>
                    <a:gd name="T20" fmla="*/ 127 w 170"/>
                    <a:gd name="T21" fmla="*/ 11 h 170"/>
                    <a:gd name="T22" fmla="*/ 158 w 170"/>
                    <a:gd name="T23" fmla="*/ 42 h 170"/>
                    <a:gd name="T24" fmla="*/ 169 w 170"/>
                    <a:gd name="T25" fmla="*/ 85 h 1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70" h="170">
                      <a:moveTo>
                        <a:pt x="169" y="85"/>
                      </a:moveTo>
                      <a:cubicBezTo>
                        <a:pt x="169" y="100"/>
                        <a:pt x="166" y="113"/>
                        <a:pt x="158" y="127"/>
                      </a:cubicBezTo>
                      <a:cubicBezTo>
                        <a:pt x="150" y="140"/>
                        <a:pt x="140" y="150"/>
                        <a:pt x="127" y="158"/>
                      </a:cubicBezTo>
                      <a:cubicBezTo>
                        <a:pt x="113" y="166"/>
                        <a:pt x="100" y="169"/>
                        <a:pt x="85" y="169"/>
                      </a:cubicBezTo>
                      <a:cubicBezTo>
                        <a:pt x="69" y="169"/>
                        <a:pt x="55" y="166"/>
                        <a:pt x="42" y="158"/>
                      </a:cubicBezTo>
                      <a:cubicBezTo>
                        <a:pt x="28" y="150"/>
                        <a:pt x="18" y="140"/>
                        <a:pt x="11" y="127"/>
                      </a:cubicBezTo>
                      <a:cubicBezTo>
                        <a:pt x="3" y="113"/>
                        <a:pt x="0" y="100"/>
                        <a:pt x="0" y="85"/>
                      </a:cubicBezTo>
                      <a:cubicBezTo>
                        <a:pt x="0" y="69"/>
                        <a:pt x="3" y="55"/>
                        <a:pt x="11" y="42"/>
                      </a:cubicBezTo>
                      <a:cubicBezTo>
                        <a:pt x="18" y="28"/>
                        <a:pt x="28" y="18"/>
                        <a:pt x="42" y="11"/>
                      </a:cubicBezTo>
                      <a:cubicBezTo>
                        <a:pt x="55" y="3"/>
                        <a:pt x="69" y="0"/>
                        <a:pt x="85" y="0"/>
                      </a:cubicBezTo>
                      <a:cubicBezTo>
                        <a:pt x="100" y="0"/>
                        <a:pt x="113" y="3"/>
                        <a:pt x="127" y="11"/>
                      </a:cubicBezTo>
                      <a:cubicBezTo>
                        <a:pt x="140" y="18"/>
                        <a:pt x="150" y="28"/>
                        <a:pt x="158" y="42"/>
                      </a:cubicBezTo>
                      <a:cubicBezTo>
                        <a:pt x="166" y="55"/>
                        <a:pt x="169" y="69"/>
                        <a:pt x="169" y="85"/>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noProof="0"/>
                </a:p>
              </p:txBody>
            </p:sp>
            <p:sp>
              <p:nvSpPr>
                <p:cNvPr id="17" name="Freeform 51">
                  <a:extLst>
                    <a:ext uri="{FF2B5EF4-FFF2-40B4-BE49-F238E27FC236}">
                      <a16:creationId xmlns:a16="http://schemas.microsoft.com/office/drawing/2014/main" id="{38C1BF9F-F47D-FCCB-EB16-B314C1ECA4EF}"/>
                    </a:ext>
                  </a:extLst>
                </p:cNvPr>
                <p:cNvSpPr>
                  <a:spLocks noChangeArrowheads="1"/>
                </p:cNvSpPr>
                <p:nvPr/>
              </p:nvSpPr>
              <p:spPr bwMode="auto">
                <a:xfrm>
                  <a:off x="3056421" y="835137"/>
                  <a:ext cx="139836" cy="88628"/>
                </a:xfrm>
                <a:custGeom>
                  <a:avLst/>
                  <a:gdLst>
                    <a:gd name="T0" fmla="*/ 0 w 311"/>
                    <a:gd name="T1" fmla="*/ 198 h 199"/>
                    <a:gd name="T2" fmla="*/ 198 w 311"/>
                    <a:gd name="T3" fmla="*/ 0 h 199"/>
                    <a:gd name="T4" fmla="*/ 310 w 311"/>
                    <a:gd name="T5" fmla="*/ 35 h 199"/>
                  </a:gdLst>
                  <a:ahLst/>
                  <a:cxnLst>
                    <a:cxn ang="0">
                      <a:pos x="T0" y="T1"/>
                    </a:cxn>
                    <a:cxn ang="0">
                      <a:pos x="T2" y="T3"/>
                    </a:cxn>
                    <a:cxn ang="0">
                      <a:pos x="T4" y="T5"/>
                    </a:cxn>
                  </a:cxnLst>
                  <a:rect l="0" t="0" r="r" b="b"/>
                  <a:pathLst>
                    <a:path w="311" h="199">
                      <a:moveTo>
                        <a:pt x="0" y="198"/>
                      </a:moveTo>
                      <a:cubicBezTo>
                        <a:pt x="0" y="89"/>
                        <a:pt x="89" y="0"/>
                        <a:pt x="198" y="0"/>
                      </a:cubicBezTo>
                      <a:cubicBezTo>
                        <a:pt x="239" y="0"/>
                        <a:pt x="278" y="13"/>
                        <a:pt x="310" y="35"/>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GB" noProof="0"/>
                </a:p>
              </p:txBody>
            </p:sp>
            <p:sp>
              <p:nvSpPr>
                <p:cNvPr id="18" name="Freeform 52">
                  <a:extLst>
                    <a:ext uri="{FF2B5EF4-FFF2-40B4-BE49-F238E27FC236}">
                      <a16:creationId xmlns:a16="http://schemas.microsoft.com/office/drawing/2014/main" id="{F16BC262-C511-78A2-BBDD-9DEF42097102}"/>
                    </a:ext>
                  </a:extLst>
                </p:cNvPr>
                <p:cNvSpPr>
                  <a:spLocks noChangeArrowheads="1"/>
                </p:cNvSpPr>
                <p:nvPr/>
              </p:nvSpPr>
              <p:spPr bwMode="auto">
                <a:xfrm>
                  <a:off x="3007182" y="785898"/>
                  <a:ext cx="236343" cy="139837"/>
                </a:xfrm>
                <a:custGeom>
                  <a:avLst/>
                  <a:gdLst>
                    <a:gd name="T0" fmla="*/ 527 w 528"/>
                    <a:gd name="T1" fmla="*/ 88 h 312"/>
                    <a:gd name="T2" fmla="*/ 311 w 528"/>
                    <a:gd name="T3" fmla="*/ 0 h 312"/>
                    <a:gd name="T4" fmla="*/ 0 w 528"/>
                    <a:gd name="T5" fmla="*/ 311 h 312"/>
                  </a:gdLst>
                  <a:ahLst/>
                  <a:cxnLst>
                    <a:cxn ang="0">
                      <a:pos x="T0" y="T1"/>
                    </a:cxn>
                    <a:cxn ang="0">
                      <a:pos x="T2" y="T3"/>
                    </a:cxn>
                    <a:cxn ang="0">
                      <a:pos x="T4" y="T5"/>
                    </a:cxn>
                  </a:cxnLst>
                  <a:rect l="0" t="0" r="r" b="b"/>
                  <a:pathLst>
                    <a:path w="528" h="312">
                      <a:moveTo>
                        <a:pt x="527" y="88"/>
                      </a:moveTo>
                      <a:cubicBezTo>
                        <a:pt x="471" y="34"/>
                        <a:pt x="395" y="0"/>
                        <a:pt x="311" y="0"/>
                      </a:cubicBezTo>
                      <a:cubicBezTo>
                        <a:pt x="139" y="0"/>
                        <a:pt x="0" y="140"/>
                        <a:pt x="0" y="311"/>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GB" noProof="0"/>
                </a:p>
              </p:txBody>
            </p:sp>
            <p:sp>
              <p:nvSpPr>
                <p:cNvPr id="19" name="Freeform 53">
                  <a:extLst>
                    <a:ext uri="{FF2B5EF4-FFF2-40B4-BE49-F238E27FC236}">
                      <a16:creationId xmlns:a16="http://schemas.microsoft.com/office/drawing/2014/main" id="{E4D88907-F4DE-B1E2-C412-778CA36D2B13}"/>
                    </a:ext>
                  </a:extLst>
                </p:cNvPr>
                <p:cNvSpPr>
                  <a:spLocks noChangeArrowheads="1"/>
                </p:cNvSpPr>
                <p:nvPr/>
              </p:nvSpPr>
              <p:spPr bwMode="auto">
                <a:xfrm>
                  <a:off x="3180500" y="848923"/>
                  <a:ext cx="96507" cy="57117"/>
                </a:xfrm>
                <a:custGeom>
                  <a:avLst/>
                  <a:gdLst>
                    <a:gd name="T0" fmla="*/ 0 w 216"/>
                    <a:gd name="T1" fmla="*/ 125 h 126"/>
                    <a:gd name="T2" fmla="*/ 215 w 216"/>
                    <a:gd name="T3" fmla="*/ 0 h 126"/>
                  </a:gdLst>
                  <a:ahLst/>
                  <a:cxnLst>
                    <a:cxn ang="0">
                      <a:pos x="T0" y="T1"/>
                    </a:cxn>
                    <a:cxn ang="0">
                      <a:pos x="T2" y="T3"/>
                    </a:cxn>
                  </a:cxnLst>
                  <a:rect l="0" t="0" r="r" b="b"/>
                  <a:pathLst>
                    <a:path w="216" h="126">
                      <a:moveTo>
                        <a:pt x="0" y="125"/>
                      </a:moveTo>
                      <a:cubicBezTo>
                        <a:pt x="71" y="83"/>
                        <a:pt x="143" y="42"/>
                        <a:pt x="215"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GB" noProof="0"/>
                </a:p>
              </p:txBody>
            </p:sp>
          </p:grpSp>
          <p:sp>
            <p:nvSpPr>
              <p:cNvPr id="14" name="Freeform 13">
                <a:extLst>
                  <a:ext uri="{FF2B5EF4-FFF2-40B4-BE49-F238E27FC236}">
                    <a16:creationId xmlns:a16="http://schemas.microsoft.com/office/drawing/2014/main" id="{5F8C118C-0BBF-25DF-4908-5A8885AFDC67}"/>
                  </a:ext>
                </a:extLst>
              </p:cNvPr>
              <p:cNvSpPr>
                <a:spLocks noChangeArrowheads="1"/>
              </p:cNvSpPr>
              <p:nvPr/>
            </p:nvSpPr>
            <p:spPr bwMode="auto">
              <a:xfrm>
                <a:off x="2755083" y="533799"/>
                <a:ext cx="781902" cy="781902"/>
              </a:xfrm>
              <a:custGeom>
                <a:avLst/>
                <a:gdLst>
                  <a:gd name="T0" fmla="*/ 1467 w 1751"/>
                  <a:gd name="T1" fmla="*/ 1750 h 1751"/>
                  <a:gd name="T2" fmla="*/ 1750 w 1751"/>
                  <a:gd name="T3" fmla="*/ 1467 h 1751"/>
                  <a:gd name="T4" fmla="*/ 1750 w 1751"/>
                  <a:gd name="T5" fmla="*/ 282 h 1751"/>
                  <a:gd name="T6" fmla="*/ 1467 w 1751"/>
                  <a:gd name="T7" fmla="*/ 0 h 1751"/>
                  <a:gd name="T8" fmla="*/ 282 w 1751"/>
                  <a:gd name="T9" fmla="*/ 0 h 1751"/>
                  <a:gd name="T10" fmla="*/ 0 w 1751"/>
                  <a:gd name="T11" fmla="*/ 282 h 1751"/>
                  <a:gd name="T12" fmla="*/ 0 w 1751"/>
                  <a:gd name="T13" fmla="*/ 1467 h 1751"/>
                  <a:gd name="T14" fmla="*/ 282 w 1751"/>
                  <a:gd name="T15" fmla="*/ 1750 h 1751"/>
                  <a:gd name="T16" fmla="*/ 1467 w 1751"/>
                  <a:gd name="T17" fmla="*/ 1750 h 17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751" h="1751">
                    <a:moveTo>
                      <a:pt x="1467" y="1750"/>
                    </a:moveTo>
                    <a:cubicBezTo>
                      <a:pt x="1623" y="1750"/>
                      <a:pt x="1750" y="1623"/>
                      <a:pt x="1750" y="1467"/>
                    </a:cubicBezTo>
                    <a:cubicBezTo>
                      <a:pt x="1750" y="1072"/>
                      <a:pt x="1750" y="677"/>
                      <a:pt x="1750" y="282"/>
                    </a:cubicBezTo>
                    <a:cubicBezTo>
                      <a:pt x="1750" y="127"/>
                      <a:pt x="1623" y="0"/>
                      <a:pt x="1467" y="0"/>
                    </a:cubicBezTo>
                    <a:cubicBezTo>
                      <a:pt x="1072" y="0"/>
                      <a:pt x="677" y="0"/>
                      <a:pt x="282" y="0"/>
                    </a:cubicBezTo>
                    <a:cubicBezTo>
                      <a:pt x="127" y="0"/>
                      <a:pt x="0" y="127"/>
                      <a:pt x="0" y="282"/>
                    </a:cubicBezTo>
                    <a:cubicBezTo>
                      <a:pt x="0" y="677"/>
                      <a:pt x="0" y="1072"/>
                      <a:pt x="0" y="1467"/>
                    </a:cubicBezTo>
                    <a:cubicBezTo>
                      <a:pt x="0" y="1623"/>
                      <a:pt x="127" y="1750"/>
                      <a:pt x="282" y="1750"/>
                    </a:cubicBezTo>
                    <a:cubicBezTo>
                      <a:pt x="677" y="1750"/>
                      <a:pt x="1072" y="1750"/>
                      <a:pt x="1467" y="1750"/>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noProof="0"/>
              </a:p>
            </p:txBody>
          </p:sp>
        </p:grpSp>
        <p:grpSp>
          <p:nvGrpSpPr>
            <p:cNvPr id="20" name="Group 19">
              <a:extLst>
                <a:ext uri="{FF2B5EF4-FFF2-40B4-BE49-F238E27FC236}">
                  <a16:creationId xmlns:a16="http://schemas.microsoft.com/office/drawing/2014/main" id="{73FD5370-75D2-C784-1DA1-5D4CAC5D0E9F}"/>
                </a:ext>
              </a:extLst>
            </p:cNvPr>
            <p:cNvGrpSpPr>
              <a:grpSpLocks noChangeAspect="1"/>
            </p:cNvGrpSpPr>
            <p:nvPr/>
          </p:nvGrpSpPr>
          <p:grpSpPr>
            <a:xfrm>
              <a:off x="20239982" y="6786537"/>
              <a:ext cx="1115894" cy="1115894"/>
              <a:chOff x="745675" y="2158563"/>
              <a:chExt cx="788068" cy="788068"/>
            </a:xfrm>
          </p:grpSpPr>
          <p:sp>
            <p:nvSpPr>
              <p:cNvPr id="21" name="Freeform 49">
                <a:extLst>
                  <a:ext uri="{FF2B5EF4-FFF2-40B4-BE49-F238E27FC236}">
                    <a16:creationId xmlns:a16="http://schemas.microsoft.com/office/drawing/2014/main" id="{4791FFEF-3A18-5732-102A-F569A9C4E15B}"/>
                  </a:ext>
                </a:extLst>
              </p:cNvPr>
              <p:cNvSpPr>
                <a:spLocks noChangeArrowheads="1"/>
              </p:cNvSpPr>
              <p:nvPr/>
            </p:nvSpPr>
            <p:spPr bwMode="auto">
              <a:xfrm>
                <a:off x="745675" y="2158563"/>
                <a:ext cx="788068" cy="788068"/>
              </a:xfrm>
              <a:custGeom>
                <a:avLst/>
                <a:gdLst>
                  <a:gd name="T0" fmla="*/ 1468 w 1751"/>
                  <a:gd name="T1" fmla="*/ 1750 h 1751"/>
                  <a:gd name="T2" fmla="*/ 1750 w 1751"/>
                  <a:gd name="T3" fmla="*/ 1468 h 1751"/>
                  <a:gd name="T4" fmla="*/ 1750 w 1751"/>
                  <a:gd name="T5" fmla="*/ 282 h 1751"/>
                  <a:gd name="T6" fmla="*/ 1468 w 1751"/>
                  <a:gd name="T7" fmla="*/ 0 h 1751"/>
                  <a:gd name="T8" fmla="*/ 282 w 1751"/>
                  <a:gd name="T9" fmla="*/ 0 h 1751"/>
                  <a:gd name="T10" fmla="*/ 0 w 1751"/>
                  <a:gd name="T11" fmla="*/ 282 h 1751"/>
                  <a:gd name="T12" fmla="*/ 0 w 1751"/>
                  <a:gd name="T13" fmla="*/ 1468 h 1751"/>
                  <a:gd name="T14" fmla="*/ 282 w 1751"/>
                  <a:gd name="T15" fmla="*/ 1750 h 1751"/>
                  <a:gd name="T16" fmla="*/ 1468 w 1751"/>
                  <a:gd name="T17" fmla="*/ 1750 h 17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751" h="1751">
                    <a:moveTo>
                      <a:pt x="1468" y="1750"/>
                    </a:moveTo>
                    <a:cubicBezTo>
                      <a:pt x="1623" y="1750"/>
                      <a:pt x="1750" y="1623"/>
                      <a:pt x="1750" y="1468"/>
                    </a:cubicBezTo>
                    <a:cubicBezTo>
                      <a:pt x="1750" y="1072"/>
                      <a:pt x="1750" y="677"/>
                      <a:pt x="1750" y="282"/>
                    </a:cubicBezTo>
                    <a:cubicBezTo>
                      <a:pt x="1750" y="127"/>
                      <a:pt x="1623" y="0"/>
                      <a:pt x="1468" y="0"/>
                    </a:cubicBezTo>
                    <a:cubicBezTo>
                      <a:pt x="1073" y="0"/>
                      <a:pt x="677" y="0"/>
                      <a:pt x="282" y="0"/>
                    </a:cubicBezTo>
                    <a:cubicBezTo>
                      <a:pt x="127" y="0"/>
                      <a:pt x="0" y="127"/>
                      <a:pt x="0" y="282"/>
                    </a:cubicBezTo>
                    <a:cubicBezTo>
                      <a:pt x="0" y="677"/>
                      <a:pt x="0" y="1072"/>
                      <a:pt x="0" y="1468"/>
                    </a:cubicBezTo>
                    <a:cubicBezTo>
                      <a:pt x="0" y="1623"/>
                      <a:pt x="127" y="1750"/>
                      <a:pt x="282" y="1750"/>
                    </a:cubicBezTo>
                    <a:cubicBezTo>
                      <a:pt x="677" y="1750"/>
                      <a:pt x="1073" y="1750"/>
                      <a:pt x="1468" y="1750"/>
                    </a:cubicBezTo>
                  </a:path>
                </a:pathLst>
              </a:custGeom>
              <a:noFill/>
              <a:ln w="15875"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noProof="0"/>
              </a:p>
            </p:txBody>
          </p:sp>
          <p:sp>
            <p:nvSpPr>
              <p:cNvPr id="22" name="Freeform 50">
                <a:extLst>
                  <a:ext uri="{FF2B5EF4-FFF2-40B4-BE49-F238E27FC236}">
                    <a16:creationId xmlns:a16="http://schemas.microsoft.com/office/drawing/2014/main" id="{280D10AA-E397-555A-36D8-223787D26061}"/>
                  </a:ext>
                </a:extLst>
              </p:cNvPr>
              <p:cNvSpPr>
                <a:spLocks noChangeArrowheads="1"/>
              </p:cNvSpPr>
              <p:nvPr/>
            </p:nvSpPr>
            <p:spPr bwMode="auto">
              <a:xfrm>
                <a:off x="874704" y="2313398"/>
                <a:ext cx="528025" cy="478399"/>
              </a:xfrm>
              <a:custGeom>
                <a:avLst/>
                <a:gdLst>
                  <a:gd name="T0" fmla="*/ 182 w 1174"/>
                  <a:gd name="T1" fmla="*/ 721 h 1063"/>
                  <a:gd name="T2" fmla="*/ 182 w 1174"/>
                  <a:gd name="T3" fmla="*/ 369 h 1063"/>
                  <a:gd name="T4" fmla="*/ 154 w 1174"/>
                  <a:gd name="T5" fmla="*/ 341 h 1063"/>
                  <a:gd name="T6" fmla="*/ 17 w 1174"/>
                  <a:gd name="T7" fmla="*/ 341 h 1063"/>
                  <a:gd name="T8" fmla="*/ 3 w 1174"/>
                  <a:gd name="T9" fmla="*/ 332 h 1063"/>
                  <a:gd name="T10" fmla="*/ 7 w 1174"/>
                  <a:gd name="T11" fmla="*/ 316 h 1063"/>
                  <a:gd name="T12" fmla="*/ 347 w 1174"/>
                  <a:gd name="T13" fmla="*/ 19 h 1063"/>
                  <a:gd name="T14" fmla="*/ 422 w 1174"/>
                  <a:gd name="T15" fmla="*/ 19 h 1063"/>
                  <a:gd name="T16" fmla="*/ 761 w 1174"/>
                  <a:gd name="T17" fmla="*/ 316 h 1063"/>
                  <a:gd name="T18" fmla="*/ 765 w 1174"/>
                  <a:gd name="T19" fmla="*/ 332 h 1063"/>
                  <a:gd name="T20" fmla="*/ 752 w 1174"/>
                  <a:gd name="T21" fmla="*/ 341 h 1063"/>
                  <a:gd name="T22" fmla="*/ 615 w 1174"/>
                  <a:gd name="T23" fmla="*/ 341 h 1063"/>
                  <a:gd name="T24" fmla="*/ 587 w 1174"/>
                  <a:gd name="T25" fmla="*/ 369 h 1063"/>
                  <a:gd name="T26" fmla="*/ 587 w 1174"/>
                  <a:gd name="T27" fmla="*/ 693 h 1063"/>
                  <a:gd name="T28" fmla="*/ 559 w 1174"/>
                  <a:gd name="T29" fmla="*/ 721 h 1063"/>
                  <a:gd name="T30" fmla="*/ 422 w 1174"/>
                  <a:gd name="T31" fmla="*/ 721 h 1063"/>
                  <a:gd name="T32" fmla="*/ 409 w 1174"/>
                  <a:gd name="T33" fmla="*/ 730 h 1063"/>
                  <a:gd name="T34" fmla="*/ 413 w 1174"/>
                  <a:gd name="T35" fmla="*/ 746 h 1063"/>
                  <a:gd name="T36" fmla="*/ 753 w 1174"/>
                  <a:gd name="T37" fmla="*/ 1043 h 1063"/>
                  <a:gd name="T38" fmla="*/ 827 w 1174"/>
                  <a:gd name="T39" fmla="*/ 1043 h 1063"/>
                  <a:gd name="T40" fmla="*/ 1167 w 1174"/>
                  <a:gd name="T41" fmla="*/ 746 h 1063"/>
                  <a:gd name="T42" fmla="*/ 1171 w 1174"/>
                  <a:gd name="T43" fmla="*/ 730 h 1063"/>
                  <a:gd name="T44" fmla="*/ 1157 w 1174"/>
                  <a:gd name="T45" fmla="*/ 721 h 1063"/>
                  <a:gd name="T46" fmla="*/ 1021 w 1174"/>
                  <a:gd name="T47" fmla="*/ 721 h 1063"/>
                  <a:gd name="T48" fmla="*/ 992 w 1174"/>
                  <a:gd name="T49" fmla="*/ 693 h 1063"/>
                  <a:gd name="T50" fmla="*/ 992 w 1174"/>
                  <a:gd name="T51" fmla="*/ 341 h 10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1174" h="1063">
                    <a:moveTo>
                      <a:pt x="182" y="721"/>
                    </a:moveTo>
                    <a:cubicBezTo>
                      <a:pt x="182" y="603"/>
                      <a:pt x="182" y="486"/>
                      <a:pt x="182" y="369"/>
                    </a:cubicBezTo>
                    <a:cubicBezTo>
                      <a:pt x="182" y="354"/>
                      <a:pt x="169" y="341"/>
                      <a:pt x="154" y="341"/>
                    </a:cubicBezTo>
                    <a:cubicBezTo>
                      <a:pt x="108" y="341"/>
                      <a:pt x="63" y="341"/>
                      <a:pt x="17" y="341"/>
                    </a:cubicBezTo>
                    <a:cubicBezTo>
                      <a:pt x="11" y="341"/>
                      <a:pt x="5" y="337"/>
                      <a:pt x="3" y="332"/>
                    </a:cubicBezTo>
                    <a:cubicBezTo>
                      <a:pt x="0" y="326"/>
                      <a:pt x="3" y="320"/>
                      <a:pt x="7" y="316"/>
                    </a:cubicBezTo>
                    <a:cubicBezTo>
                      <a:pt x="120" y="217"/>
                      <a:pt x="234" y="118"/>
                      <a:pt x="347" y="19"/>
                    </a:cubicBezTo>
                    <a:cubicBezTo>
                      <a:pt x="369" y="0"/>
                      <a:pt x="400" y="0"/>
                      <a:pt x="422" y="19"/>
                    </a:cubicBezTo>
                    <a:cubicBezTo>
                      <a:pt x="535" y="118"/>
                      <a:pt x="648" y="217"/>
                      <a:pt x="761" y="316"/>
                    </a:cubicBezTo>
                    <a:cubicBezTo>
                      <a:pt x="766" y="320"/>
                      <a:pt x="767" y="326"/>
                      <a:pt x="765" y="332"/>
                    </a:cubicBezTo>
                    <a:cubicBezTo>
                      <a:pt x="763" y="337"/>
                      <a:pt x="758" y="341"/>
                      <a:pt x="752" y="341"/>
                    </a:cubicBezTo>
                    <a:cubicBezTo>
                      <a:pt x="706" y="341"/>
                      <a:pt x="661" y="341"/>
                      <a:pt x="615" y="341"/>
                    </a:cubicBezTo>
                    <a:cubicBezTo>
                      <a:pt x="600" y="341"/>
                      <a:pt x="587" y="354"/>
                      <a:pt x="587" y="369"/>
                    </a:cubicBezTo>
                    <a:cubicBezTo>
                      <a:pt x="587" y="477"/>
                      <a:pt x="587" y="585"/>
                      <a:pt x="587" y="693"/>
                    </a:cubicBezTo>
                    <a:cubicBezTo>
                      <a:pt x="587" y="708"/>
                      <a:pt x="574" y="721"/>
                      <a:pt x="559" y="721"/>
                    </a:cubicBezTo>
                    <a:cubicBezTo>
                      <a:pt x="513" y="721"/>
                      <a:pt x="468" y="721"/>
                      <a:pt x="422" y="721"/>
                    </a:cubicBezTo>
                    <a:cubicBezTo>
                      <a:pt x="416" y="721"/>
                      <a:pt x="411" y="724"/>
                      <a:pt x="409" y="730"/>
                    </a:cubicBezTo>
                    <a:cubicBezTo>
                      <a:pt x="407" y="736"/>
                      <a:pt x="408" y="742"/>
                      <a:pt x="413" y="746"/>
                    </a:cubicBezTo>
                    <a:cubicBezTo>
                      <a:pt x="526" y="845"/>
                      <a:pt x="640" y="944"/>
                      <a:pt x="753" y="1043"/>
                    </a:cubicBezTo>
                    <a:cubicBezTo>
                      <a:pt x="774" y="1062"/>
                      <a:pt x="806" y="1062"/>
                      <a:pt x="827" y="1043"/>
                    </a:cubicBezTo>
                    <a:cubicBezTo>
                      <a:pt x="940" y="944"/>
                      <a:pt x="1054" y="845"/>
                      <a:pt x="1167" y="746"/>
                    </a:cubicBezTo>
                    <a:cubicBezTo>
                      <a:pt x="1171" y="742"/>
                      <a:pt x="1173" y="736"/>
                      <a:pt x="1171" y="730"/>
                    </a:cubicBezTo>
                    <a:cubicBezTo>
                      <a:pt x="1169" y="724"/>
                      <a:pt x="1163" y="721"/>
                      <a:pt x="1157" y="721"/>
                    </a:cubicBezTo>
                    <a:cubicBezTo>
                      <a:pt x="1112" y="721"/>
                      <a:pt x="1066" y="721"/>
                      <a:pt x="1021" y="721"/>
                    </a:cubicBezTo>
                    <a:cubicBezTo>
                      <a:pt x="1005" y="721"/>
                      <a:pt x="992" y="708"/>
                      <a:pt x="992" y="693"/>
                    </a:cubicBezTo>
                    <a:cubicBezTo>
                      <a:pt x="992" y="575"/>
                      <a:pt x="992" y="458"/>
                      <a:pt x="992" y="341"/>
                    </a:cubicBezTo>
                  </a:path>
                </a:pathLst>
              </a:custGeom>
              <a:noFill/>
              <a:ln w="15875" cap="rnd">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GB" noProof="0"/>
              </a:p>
            </p:txBody>
          </p:sp>
        </p:grpSp>
        <p:grpSp>
          <p:nvGrpSpPr>
            <p:cNvPr id="23" name="Group 22">
              <a:extLst>
                <a:ext uri="{FF2B5EF4-FFF2-40B4-BE49-F238E27FC236}">
                  <a16:creationId xmlns:a16="http://schemas.microsoft.com/office/drawing/2014/main" id="{8B1E0BED-115D-B3F6-994F-660B0AEC592B}"/>
                </a:ext>
              </a:extLst>
            </p:cNvPr>
            <p:cNvGrpSpPr>
              <a:grpSpLocks noChangeAspect="1"/>
            </p:cNvGrpSpPr>
            <p:nvPr/>
          </p:nvGrpSpPr>
          <p:grpSpPr>
            <a:xfrm>
              <a:off x="15759203" y="3143590"/>
              <a:ext cx="1113510" cy="1113510"/>
              <a:chOff x="7002463" y="2201863"/>
              <a:chExt cx="630237" cy="630237"/>
            </a:xfrm>
          </p:grpSpPr>
          <p:sp>
            <p:nvSpPr>
              <p:cNvPr id="24" name="Freeform 259">
                <a:extLst>
                  <a:ext uri="{FF2B5EF4-FFF2-40B4-BE49-F238E27FC236}">
                    <a16:creationId xmlns:a16="http://schemas.microsoft.com/office/drawing/2014/main" id="{F6740BCB-4B8F-C60C-52F5-2EA0072CFAC3}"/>
                  </a:ext>
                </a:extLst>
              </p:cNvPr>
              <p:cNvSpPr>
                <a:spLocks noChangeArrowheads="1"/>
              </p:cNvSpPr>
              <p:nvPr/>
            </p:nvSpPr>
            <p:spPr bwMode="auto">
              <a:xfrm>
                <a:off x="7002463" y="2201863"/>
                <a:ext cx="630237" cy="630237"/>
              </a:xfrm>
              <a:custGeom>
                <a:avLst/>
                <a:gdLst>
                  <a:gd name="T0" fmla="*/ 1467 w 1750"/>
                  <a:gd name="T1" fmla="*/ 1749 h 1750"/>
                  <a:gd name="T2" fmla="*/ 1749 w 1750"/>
                  <a:gd name="T3" fmla="*/ 1467 h 1750"/>
                  <a:gd name="T4" fmla="*/ 1749 w 1750"/>
                  <a:gd name="T5" fmla="*/ 282 h 1750"/>
                  <a:gd name="T6" fmla="*/ 1467 w 1750"/>
                  <a:gd name="T7" fmla="*/ 0 h 1750"/>
                  <a:gd name="T8" fmla="*/ 282 w 1750"/>
                  <a:gd name="T9" fmla="*/ 0 h 1750"/>
                  <a:gd name="T10" fmla="*/ 0 w 1750"/>
                  <a:gd name="T11" fmla="*/ 282 h 1750"/>
                  <a:gd name="T12" fmla="*/ 0 w 1750"/>
                  <a:gd name="T13" fmla="*/ 1467 h 1750"/>
                  <a:gd name="T14" fmla="*/ 282 w 1750"/>
                  <a:gd name="T15" fmla="*/ 1749 h 1750"/>
                  <a:gd name="T16" fmla="*/ 1467 w 1750"/>
                  <a:gd name="T17" fmla="*/ 1749 h 17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750" h="1750">
                    <a:moveTo>
                      <a:pt x="1467" y="1749"/>
                    </a:moveTo>
                    <a:cubicBezTo>
                      <a:pt x="1622" y="1749"/>
                      <a:pt x="1749" y="1623"/>
                      <a:pt x="1749" y="1467"/>
                    </a:cubicBezTo>
                    <a:cubicBezTo>
                      <a:pt x="1749" y="1072"/>
                      <a:pt x="1749" y="677"/>
                      <a:pt x="1749" y="282"/>
                    </a:cubicBezTo>
                    <a:cubicBezTo>
                      <a:pt x="1749" y="127"/>
                      <a:pt x="1622" y="0"/>
                      <a:pt x="1467" y="0"/>
                    </a:cubicBezTo>
                    <a:cubicBezTo>
                      <a:pt x="1072" y="0"/>
                      <a:pt x="677" y="0"/>
                      <a:pt x="282" y="0"/>
                    </a:cubicBezTo>
                    <a:cubicBezTo>
                      <a:pt x="126" y="0"/>
                      <a:pt x="0" y="127"/>
                      <a:pt x="0" y="282"/>
                    </a:cubicBezTo>
                    <a:cubicBezTo>
                      <a:pt x="0" y="677"/>
                      <a:pt x="0" y="1072"/>
                      <a:pt x="0" y="1467"/>
                    </a:cubicBezTo>
                    <a:cubicBezTo>
                      <a:pt x="0" y="1623"/>
                      <a:pt x="126" y="1749"/>
                      <a:pt x="282" y="1749"/>
                    </a:cubicBezTo>
                    <a:cubicBezTo>
                      <a:pt x="677" y="1749"/>
                      <a:pt x="1072" y="1749"/>
                      <a:pt x="1467" y="1749"/>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noProof="0"/>
              </a:p>
            </p:txBody>
          </p:sp>
          <p:grpSp>
            <p:nvGrpSpPr>
              <p:cNvPr id="25" name="Group 24">
                <a:extLst>
                  <a:ext uri="{FF2B5EF4-FFF2-40B4-BE49-F238E27FC236}">
                    <a16:creationId xmlns:a16="http://schemas.microsoft.com/office/drawing/2014/main" id="{E65F1ECA-C039-34C5-964D-76CAEC020A53}"/>
                  </a:ext>
                </a:extLst>
              </p:cNvPr>
              <p:cNvGrpSpPr/>
              <p:nvPr/>
            </p:nvGrpSpPr>
            <p:grpSpPr>
              <a:xfrm>
                <a:off x="7107238" y="2305050"/>
                <a:ext cx="422275" cy="422275"/>
                <a:chOff x="7107238" y="2305050"/>
                <a:chExt cx="422275" cy="422275"/>
              </a:xfrm>
            </p:grpSpPr>
            <p:sp>
              <p:nvSpPr>
                <p:cNvPr id="26" name="Freeform 260">
                  <a:extLst>
                    <a:ext uri="{FF2B5EF4-FFF2-40B4-BE49-F238E27FC236}">
                      <a16:creationId xmlns:a16="http://schemas.microsoft.com/office/drawing/2014/main" id="{D570331B-A6D5-1509-9CAC-D64C63EE7BB1}"/>
                    </a:ext>
                  </a:extLst>
                </p:cNvPr>
                <p:cNvSpPr>
                  <a:spLocks noChangeArrowheads="1"/>
                </p:cNvSpPr>
                <p:nvPr/>
              </p:nvSpPr>
              <p:spPr bwMode="auto">
                <a:xfrm>
                  <a:off x="7107238" y="2305050"/>
                  <a:ext cx="422275" cy="422275"/>
                </a:xfrm>
                <a:custGeom>
                  <a:avLst/>
                  <a:gdLst>
                    <a:gd name="T0" fmla="*/ 1171 w 1172"/>
                    <a:gd name="T1" fmla="*/ 586 h 1172"/>
                    <a:gd name="T2" fmla="*/ 1092 w 1172"/>
                    <a:gd name="T3" fmla="*/ 878 h 1172"/>
                    <a:gd name="T4" fmla="*/ 878 w 1172"/>
                    <a:gd name="T5" fmla="*/ 1093 h 1172"/>
                    <a:gd name="T6" fmla="*/ 585 w 1172"/>
                    <a:gd name="T7" fmla="*/ 1171 h 1172"/>
                    <a:gd name="T8" fmla="*/ 293 w 1172"/>
                    <a:gd name="T9" fmla="*/ 1093 h 1172"/>
                    <a:gd name="T10" fmla="*/ 78 w 1172"/>
                    <a:gd name="T11" fmla="*/ 878 h 1172"/>
                    <a:gd name="T12" fmla="*/ 0 w 1172"/>
                    <a:gd name="T13" fmla="*/ 586 h 1172"/>
                    <a:gd name="T14" fmla="*/ 78 w 1172"/>
                    <a:gd name="T15" fmla="*/ 293 h 1172"/>
                    <a:gd name="T16" fmla="*/ 293 w 1172"/>
                    <a:gd name="T17" fmla="*/ 79 h 1172"/>
                    <a:gd name="T18" fmla="*/ 585 w 1172"/>
                    <a:gd name="T19" fmla="*/ 0 h 1172"/>
                    <a:gd name="T20" fmla="*/ 878 w 1172"/>
                    <a:gd name="T21" fmla="*/ 79 h 1172"/>
                    <a:gd name="T22" fmla="*/ 1092 w 1172"/>
                    <a:gd name="T23" fmla="*/ 293 h 1172"/>
                    <a:gd name="T24" fmla="*/ 1171 w 1172"/>
                    <a:gd name="T25" fmla="*/ 586 h 11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172" h="1172">
                      <a:moveTo>
                        <a:pt x="1171" y="586"/>
                      </a:moveTo>
                      <a:cubicBezTo>
                        <a:pt x="1171" y="693"/>
                        <a:pt x="1146" y="784"/>
                        <a:pt x="1092" y="878"/>
                      </a:cubicBezTo>
                      <a:cubicBezTo>
                        <a:pt x="1039" y="971"/>
                        <a:pt x="971" y="1039"/>
                        <a:pt x="878" y="1093"/>
                      </a:cubicBezTo>
                      <a:cubicBezTo>
                        <a:pt x="785" y="1147"/>
                        <a:pt x="693" y="1171"/>
                        <a:pt x="585" y="1171"/>
                      </a:cubicBezTo>
                      <a:cubicBezTo>
                        <a:pt x="478" y="1171"/>
                        <a:pt x="387" y="1147"/>
                        <a:pt x="293" y="1093"/>
                      </a:cubicBezTo>
                      <a:cubicBezTo>
                        <a:pt x="200" y="1039"/>
                        <a:pt x="132" y="971"/>
                        <a:pt x="78" y="878"/>
                      </a:cubicBezTo>
                      <a:cubicBezTo>
                        <a:pt x="24" y="784"/>
                        <a:pt x="0" y="693"/>
                        <a:pt x="0" y="586"/>
                      </a:cubicBezTo>
                      <a:cubicBezTo>
                        <a:pt x="0" y="478"/>
                        <a:pt x="24" y="386"/>
                        <a:pt x="78" y="293"/>
                      </a:cubicBezTo>
                      <a:cubicBezTo>
                        <a:pt x="132" y="200"/>
                        <a:pt x="200" y="132"/>
                        <a:pt x="293" y="79"/>
                      </a:cubicBezTo>
                      <a:cubicBezTo>
                        <a:pt x="387" y="25"/>
                        <a:pt x="478" y="0"/>
                        <a:pt x="585" y="0"/>
                      </a:cubicBezTo>
                      <a:cubicBezTo>
                        <a:pt x="693" y="0"/>
                        <a:pt x="785" y="25"/>
                        <a:pt x="878" y="79"/>
                      </a:cubicBezTo>
                      <a:cubicBezTo>
                        <a:pt x="971" y="132"/>
                        <a:pt x="1039" y="200"/>
                        <a:pt x="1092" y="293"/>
                      </a:cubicBezTo>
                      <a:cubicBezTo>
                        <a:pt x="1146" y="386"/>
                        <a:pt x="1171" y="478"/>
                        <a:pt x="1171" y="586"/>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noProof="0"/>
                </a:p>
              </p:txBody>
            </p:sp>
            <p:sp>
              <p:nvSpPr>
                <p:cNvPr id="27" name="Freeform 261">
                  <a:extLst>
                    <a:ext uri="{FF2B5EF4-FFF2-40B4-BE49-F238E27FC236}">
                      <a16:creationId xmlns:a16="http://schemas.microsoft.com/office/drawing/2014/main" id="{48D39640-44D0-A7E0-0BBF-CDA7FA6ADE20}"/>
                    </a:ext>
                  </a:extLst>
                </p:cNvPr>
                <p:cNvSpPr>
                  <a:spLocks noChangeArrowheads="1"/>
                </p:cNvSpPr>
                <p:nvPr/>
              </p:nvSpPr>
              <p:spPr bwMode="auto">
                <a:xfrm>
                  <a:off x="7381875" y="2390775"/>
                  <a:ext cx="61913" cy="61913"/>
                </a:xfrm>
                <a:custGeom>
                  <a:avLst/>
                  <a:gdLst>
                    <a:gd name="T0" fmla="*/ 0 w 171"/>
                    <a:gd name="T1" fmla="*/ 170 h 171"/>
                    <a:gd name="T2" fmla="*/ 170 w 171"/>
                    <a:gd name="T3" fmla="*/ 0 h 171"/>
                  </a:gdLst>
                  <a:ahLst/>
                  <a:cxnLst>
                    <a:cxn ang="0">
                      <a:pos x="T0" y="T1"/>
                    </a:cxn>
                    <a:cxn ang="0">
                      <a:pos x="T2" y="T3"/>
                    </a:cxn>
                  </a:cxnLst>
                  <a:rect l="0" t="0" r="r" b="b"/>
                  <a:pathLst>
                    <a:path w="171" h="171">
                      <a:moveTo>
                        <a:pt x="0" y="170"/>
                      </a:moveTo>
                      <a:cubicBezTo>
                        <a:pt x="57" y="113"/>
                        <a:pt x="114" y="56"/>
                        <a:pt x="17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GB" noProof="0"/>
                </a:p>
              </p:txBody>
            </p:sp>
            <p:sp>
              <p:nvSpPr>
                <p:cNvPr id="28" name="Freeform 262">
                  <a:extLst>
                    <a:ext uri="{FF2B5EF4-FFF2-40B4-BE49-F238E27FC236}">
                      <a16:creationId xmlns:a16="http://schemas.microsoft.com/office/drawing/2014/main" id="{78718237-4860-C37B-9273-9202DD772E4F}"/>
                    </a:ext>
                  </a:extLst>
                </p:cNvPr>
                <p:cNvSpPr>
                  <a:spLocks noChangeArrowheads="1"/>
                </p:cNvSpPr>
                <p:nvPr/>
              </p:nvSpPr>
              <p:spPr bwMode="auto">
                <a:xfrm>
                  <a:off x="7381875" y="2409825"/>
                  <a:ext cx="42863" cy="42863"/>
                </a:xfrm>
                <a:custGeom>
                  <a:avLst/>
                  <a:gdLst>
                    <a:gd name="T0" fmla="*/ 0 w 121"/>
                    <a:gd name="T1" fmla="*/ 0 h 121"/>
                    <a:gd name="T2" fmla="*/ 0 w 121"/>
                    <a:gd name="T3" fmla="*/ 113 h 121"/>
                    <a:gd name="T4" fmla="*/ 7 w 121"/>
                    <a:gd name="T5" fmla="*/ 120 h 121"/>
                    <a:gd name="T6" fmla="*/ 120 w 121"/>
                    <a:gd name="T7" fmla="*/ 120 h 121"/>
                  </a:gdLst>
                  <a:ahLst/>
                  <a:cxnLst>
                    <a:cxn ang="0">
                      <a:pos x="T0" y="T1"/>
                    </a:cxn>
                    <a:cxn ang="0">
                      <a:pos x="T2" y="T3"/>
                    </a:cxn>
                    <a:cxn ang="0">
                      <a:pos x="T4" y="T5"/>
                    </a:cxn>
                    <a:cxn ang="0">
                      <a:pos x="T6" y="T7"/>
                    </a:cxn>
                  </a:cxnLst>
                  <a:rect l="0" t="0" r="r" b="b"/>
                  <a:pathLst>
                    <a:path w="121" h="121">
                      <a:moveTo>
                        <a:pt x="0" y="0"/>
                      </a:moveTo>
                      <a:cubicBezTo>
                        <a:pt x="0" y="37"/>
                        <a:pt x="0" y="75"/>
                        <a:pt x="0" y="113"/>
                      </a:cubicBezTo>
                      <a:cubicBezTo>
                        <a:pt x="0" y="117"/>
                        <a:pt x="3" y="120"/>
                        <a:pt x="7" y="120"/>
                      </a:cubicBezTo>
                      <a:cubicBezTo>
                        <a:pt x="45" y="120"/>
                        <a:pt x="83" y="120"/>
                        <a:pt x="120" y="12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GB" noProof="0"/>
                </a:p>
              </p:txBody>
            </p:sp>
            <p:sp>
              <p:nvSpPr>
                <p:cNvPr id="29" name="Freeform 263">
                  <a:extLst>
                    <a:ext uri="{FF2B5EF4-FFF2-40B4-BE49-F238E27FC236}">
                      <a16:creationId xmlns:a16="http://schemas.microsoft.com/office/drawing/2014/main" id="{C326FDCE-A96F-D06E-6C48-B373937760AA}"/>
                    </a:ext>
                  </a:extLst>
                </p:cNvPr>
                <p:cNvSpPr>
                  <a:spLocks noChangeArrowheads="1"/>
                </p:cNvSpPr>
                <p:nvPr/>
              </p:nvSpPr>
              <p:spPr bwMode="auto">
                <a:xfrm>
                  <a:off x="7191375" y="2581275"/>
                  <a:ext cx="61913" cy="61913"/>
                </a:xfrm>
                <a:custGeom>
                  <a:avLst/>
                  <a:gdLst>
                    <a:gd name="T0" fmla="*/ 170 w 171"/>
                    <a:gd name="T1" fmla="*/ 0 h 171"/>
                    <a:gd name="T2" fmla="*/ 0 w 171"/>
                    <a:gd name="T3" fmla="*/ 170 h 171"/>
                  </a:gdLst>
                  <a:ahLst/>
                  <a:cxnLst>
                    <a:cxn ang="0">
                      <a:pos x="T0" y="T1"/>
                    </a:cxn>
                    <a:cxn ang="0">
                      <a:pos x="T2" y="T3"/>
                    </a:cxn>
                  </a:cxnLst>
                  <a:rect l="0" t="0" r="r" b="b"/>
                  <a:pathLst>
                    <a:path w="171" h="171">
                      <a:moveTo>
                        <a:pt x="170" y="0"/>
                      </a:moveTo>
                      <a:cubicBezTo>
                        <a:pt x="114" y="56"/>
                        <a:pt x="57" y="113"/>
                        <a:pt x="0" y="17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GB" noProof="0"/>
                </a:p>
              </p:txBody>
            </p:sp>
            <p:sp>
              <p:nvSpPr>
                <p:cNvPr id="30" name="Freeform 264">
                  <a:extLst>
                    <a:ext uri="{FF2B5EF4-FFF2-40B4-BE49-F238E27FC236}">
                      <a16:creationId xmlns:a16="http://schemas.microsoft.com/office/drawing/2014/main" id="{8E26FE4E-C321-5116-A837-ED668A668560}"/>
                    </a:ext>
                  </a:extLst>
                </p:cNvPr>
                <p:cNvSpPr>
                  <a:spLocks noChangeArrowheads="1"/>
                </p:cNvSpPr>
                <p:nvPr/>
              </p:nvSpPr>
              <p:spPr bwMode="auto">
                <a:xfrm>
                  <a:off x="7210425" y="2579688"/>
                  <a:ext cx="42863" cy="42862"/>
                </a:xfrm>
                <a:custGeom>
                  <a:avLst/>
                  <a:gdLst>
                    <a:gd name="T0" fmla="*/ 120 w 121"/>
                    <a:gd name="T1" fmla="*/ 120 h 121"/>
                    <a:gd name="T2" fmla="*/ 120 w 121"/>
                    <a:gd name="T3" fmla="*/ 7 h 121"/>
                    <a:gd name="T4" fmla="*/ 113 w 121"/>
                    <a:gd name="T5" fmla="*/ 0 h 121"/>
                    <a:gd name="T6" fmla="*/ 0 w 121"/>
                    <a:gd name="T7" fmla="*/ 0 h 121"/>
                  </a:gdLst>
                  <a:ahLst/>
                  <a:cxnLst>
                    <a:cxn ang="0">
                      <a:pos x="T0" y="T1"/>
                    </a:cxn>
                    <a:cxn ang="0">
                      <a:pos x="T2" y="T3"/>
                    </a:cxn>
                    <a:cxn ang="0">
                      <a:pos x="T4" y="T5"/>
                    </a:cxn>
                    <a:cxn ang="0">
                      <a:pos x="T6" y="T7"/>
                    </a:cxn>
                  </a:cxnLst>
                  <a:rect l="0" t="0" r="r" b="b"/>
                  <a:pathLst>
                    <a:path w="121" h="121">
                      <a:moveTo>
                        <a:pt x="120" y="120"/>
                      </a:moveTo>
                      <a:cubicBezTo>
                        <a:pt x="120" y="82"/>
                        <a:pt x="120" y="44"/>
                        <a:pt x="120" y="7"/>
                      </a:cubicBezTo>
                      <a:cubicBezTo>
                        <a:pt x="120" y="3"/>
                        <a:pt x="117" y="0"/>
                        <a:pt x="113" y="0"/>
                      </a:cubicBezTo>
                      <a:cubicBezTo>
                        <a:pt x="76" y="0"/>
                        <a:pt x="38" y="0"/>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GB" noProof="0"/>
                </a:p>
              </p:txBody>
            </p:sp>
            <p:sp>
              <p:nvSpPr>
                <p:cNvPr id="31" name="Freeform 265">
                  <a:extLst>
                    <a:ext uri="{FF2B5EF4-FFF2-40B4-BE49-F238E27FC236}">
                      <a16:creationId xmlns:a16="http://schemas.microsoft.com/office/drawing/2014/main" id="{B894AD60-0CB1-B8E9-1CF2-C0FD19F055F9}"/>
                    </a:ext>
                  </a:extLst>
                </p:cNvPr>
                <p:cNvSpPr>
                  <a:spLocks noChangeArrowheads="1"/>
                </p:cNvSpPr>
                <p:nvPr/>
              </p:nvSpPr>
              <p:spPr bwMode="auto">
                <a:xfrm>
                  <a:off x="7381875" y="2581275"/>
                  <a:ext cx="61913" cy="61913"/>
                </a:xfrm>
                <a:custGeom>
                  <a:avLst/>
                  <a:gdLst>
                    <a:gd name="T0" fmla="*/ 0 w 171"/>
                    <a:gd name="T1" fmla="*/ 0 h 171"/>
                    <a:gd name="T2" fmla="*/ 170 w 171"/>
                    <a:gd name="T3" fmla="*/ 170 h 171"/>
                  </a:gdLst>
                  <a:ahLst/>
                  <a:cxnLst>
                    <a:cxn ang="0">
                      <a:pos x="T0" y="T1"/>
                    </a:cxn>
                    <a:cxn ang="0">
                      <a:pos x="T2" y="T3"/>
                    </a:cxn>
                  </a:cxnLst>
                  <a:rect l="0" t="0" r="r" b="b"/>
                  <a:pathLst>
                    <a:path w="171" h="171">
                      <a:moveTo>
                        <a:pt x="0" y="0"/>
                      </a:moveTo>
                      <a:cubicBezTo>
                        <a:pt x="57" y="56"/>
                        <a:pt x="114" y="113"/>
                        <a:pt x="170" y="17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GB" noProof="0"/>
                </a:p>
              </p:txBody>
            </p:sp>
            <p:sp>
              <p:nvSpPr>
                <p:cNvPr id="32" name="Freeform 266">
                  <a:extLst>
                    <a:ext uri="{FF2B5EF4-FFF2-40B4-BE49-F238E27FC236}">
                      <a16:creationId xmlns:a16="http://schemas.microsoft.com/office/drawing/2014/main" id="{BC6555F7-91B6-D88E-F84A-67262ADF992A}"/>
                    </a:ext>
                  </a:extLst>
                </p:cNvPr>
                <p:cNvSpPr>
                  <a:spLocks noChangeArrowheads="1"/>
                </p:cNvSpPr>
                <p:nvPr/>
              </p:nvSpPr>
              <p:spPr bwMode="auto">
                <a:xfrm>
                  <a:off x="7381875" y="2579688"/>
                  <a:ext cx="42863" cy="42862"/>
                </a:xfrm>
                <a:custGeom>
                  <a:avLst/>
                  <a:gdLst>
                    <a:gd name="T0" fmla="*/ 120 w 121"/>
                    <a:gd name="T1" fmla="*/ 0 h 121"/>
                    <a:gd name="T2" fmla="*/ 7 w 121"/>
                    <a:gd name="T3" fmla="*/ 0 h 121"/>
                    <a:gd name="T4" fmla="*/ 0 w 121"/>
                    <a:gd name="T5" fmla="*/ 7 h 121"/>
                    <a:gd name="T6" fmla="*/ 0 w 121"/>
                    <a:gd name="T7" fmla="*/ 120 h 121"/>
                  </a:gdLst>
                  <a:ahLst/>
                  <a:cxnLst>
                    <a:cxn ang="0">
                      <a:pos x="T0" y="T1"/>
                    </a:cxn>
                    <a:cxn ang="0">
                      <a:pos x="T2" y="T3"/>
                    </a:cxn>
                    <a:cxn ang="0">
                      <a:pos x="T4" y="T5"/>
                    </a:cxn>
                    <a:cxn ang="0">
                      <a:pos x="T6" y="T7"/>
                    </a:cxn>
                  </a:cxnLst>
                  <a:rect l="0" t="0" r="r" b="b"/>
                  <a:pathLst>
                    <a:path w="121" h="121">
                      <a:moveTo>
                        <a:pt x="120" y="0"/>
                      </a:moveTo>
                      <a:cubicBezTo>
                        <a:pt x="83" y="0"/>
                        <a:pt x="45" y="0"/>
                        <a:pt x="7" y="0"/>
                      </a:cubicBezTo>
                      <a:cubicBezTo>
                        <a:pt x="3" y="0"/>
                        <a:pt x="0" y="3"/>
                        <a:pt x="0" y="7"/>
                      </a:cubicBezTo>
                      <a:cubicBezTo>
                        <a:pt x="0" y="44"/>
                        <a:pt x="0" y="82"/>
                        <a:pt x="0" y="12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GB" noProof="0"/>
                </a:p>
              </p:txBody>
            </p:sp>
            <p:sp>
              <p:nvSpPr>
                <p:cNvPr id="33" name="Freeform 267">
                  <a:extLst>
                    <a:ext uri="{FF2B5EF4-FFF2-40B4-BE49-F238E27FC236}">
                      <a16:creationId xmlns:a16="http://schemas.microsoft.com/office/drawing/2014/main" id="{2DE24BBB-2912-EF98-0332-9807D0C145F1}"/>
                    </a:ext>
                  </a:extLst>
                </p:cNvPr>
                <p:cNvSpPr>
                  <a:spLocks noChangeArrowheads="1"/>
                </p:cNvSpPr>
                <p:nvPr/>
              </p:nvSpPr>
              <p:spPr bwMode="auto">
                <a:xfrm>
                  <a:off x="7191375" y="2390775"/>
                  <a:ext cx="61913" cy="61913"/>
                </a:xfrm>
                <a:custGeom>
                  <a:avLst/>
                  <a:gdLst>
                    <a:gd name="T0" fmla="*/ 170 w 171"/>
                    <a:gd name="T1" fmla="*/ 170 h 171"/>
                    <a:gd name="T2" fmla="*/ 0 w 171"/>
                    <a:gd name="T3" fmla="*/ 0 h 171"/>
                  </a:gdLst>
                  <a:ahLst/>
                  <a:cxnLst>
                    <a:cxn ang="0">
                      <a:pos x="T0" y="T1"/>
                    </a:cxn>
                    <a:cxn ang="0">
                      <a:pos x="T2" y="T3"/>
                    </a:cxn>
                  </a:cxnLst>
                  <a:rect l="0" t="0" r="r" b="b"/>
                  <a:pathLst>
                    <a:path w="171" h="171">
                      <a:moveTo>
                        <a:pt x="170" y="170"/>
                      </a:moveTo>
                      <a:cubicBezTo>
                        <a:pt x="114" y="113"/>
                        <a:pt x="57" y="56"/>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GB" noProof="0"/>
                </a:p>
              </p:txBody>
            </p:sp>
            <p:sp>
              <p:nvSpPr>
                <p:cNvPr id="34" name="Freeform 268">
                  <a:extLst>
                    <a:ext uri="{FF2B5EF4-FFF2-40B4-BE49-F238E27FC236}">
                      <a16:creationId xmlns:a16="http://schemas.microsoft.com/office/drawing/2014/main" id="{2C91902E-9695-2441-E2EA-22F5810D4182}"/>
                    </a:ext>
                  </a:extLst>
                </p:cNvPr>
                <p:cNvSpPr>
                  <a:spLocks noChangeArrowheads="1"/>
                </p:cNvSpPr>
                <p:nvPr/>
              </p:nvSpPr>
              <p:spPr bwMode="auto">
                <a:xfrm>
                  <a:off x="7210425" y="2409825"/>
                  <a:ext cx="42863" cy="42863"/>
                </a:xfrm>
                <a:custGeom>
                  <a:avLst/>
                  <a:gdLst>
                    <a:gd name="T0" fmla="*/ 0 w 121"/>
                    <a:gd name="T1" fmla="*/ 120 h 121"/>
                    <a:gd name="T2" fmla="*/ 113 w 121"/>
                    <a:gd name="T3" fmla="*/ 120 h 121"/>
                    <a:gd name="T4" fmla="*/ 120 w 121"/>
                    <a:gd name="T5" fmla="*/ 113 h 121"/>
                    <a:gd name="T6" fmla="*/ 120 w 121"/>
                    <a:gd name="T7" fmla="*/ 0 h 121"/>
                  </a:gdLst>
                  <a:ahLst/>
                  <a:cxnLst>
                    <a:cxn ang="0">
                      <a:pos x="T0" y="T1"/>
                    </a:cxn>
                    <a:cxn ang="0">
                      <a:pos x="T2" y="T3"/>
                    </a:cxn>
                    <a:cxn ang="0">
                      <a:pos x="T4" y="T5"/>
                    </a:cxn>
                    <a:cxn ang="0">
                      <a:pos x="T6" y="T7"/>
                    </a:cxn>
                  </a:cxnLst>
                  <a:rect l="0" t="0" r="r" b="b"/>
                  <a:pathLst>
                    <a:path w="121" h="121">
                      <a:moveTo>
                        <a:pt x="0" y="120"/>
                      </a:moveTo>
                      <a:cubicBezTo>
                        <a:pt x="38" y="120"/>
                        <a:pt x="76" y="120"/>
                        <a:pt x="113" y="120"/>
                      </a:cubicBezTo>
                      <a:cubicBezTo>
                        <a:pt x="117" y="120"/>
                        <a:pt x="120" y="117"/>
                        <a:pt x="120" y="113"/>
                      </a:cubicBezTo>
                      <a:cubicBezTo>
                        <a:pt x="120" y="75"/>
                        <a:pt x="120" y="37"/>
                        <a:pt x="12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GB" noProof="0"/>
                </a:p>
              </p:txBody>
            </p:sp>
            <p:sp>
              <p:nvSpPr>
                <p:cNvPr id="35" name="Freeform 269">
                  <a:extLst>
                    <a:ext uri="{FF2B5EF4-FFF2-40B4-BE49-F238E27FC236}">
                      <a16:creationId xmlns:a16="http://schemas.microsoft.com/office/drawing/2014/main" id="{047CBBBD-581B-113A-3AAA-F61A7865E5A9}"/>
                    </a:ext>
                  </a:extLst>
                </p:cNvPr>
                <p:cNvSpPr>
                  <a:spLocks noChangeArrowheads="1"/>
                </p:cNvSpPr>
                <p:nvPr/>
              </p:nvSpPr>
              <p:spPr bwMode="auto">
                <a:xfrm>
                  <a:off x="7315200" y="2460625"/>
                  <a:ext cx="4763" cy="1588"/>
                </a:xfrm>
                <a:custGeom>
                  <a:avLst/>
                  <a:gdLst>
                    <a:gd name="T0" fmla="*/ 11 w 12"/>
                    <a:gd name="T1" fmla="*/ 0 h 1"/>
                    <a:gd name="T2" fmla="*/ 0 w 12"/>
                    <a:gd name="T3" fmla="*/ 0 h 1"/>
                  </a:gdLst>
                  <a:ahLst/>
                  <a:cxnLst>
                    <a:cxn ang="0">
                      <a:pos x="T0" y="T1"/>
                    </a:cxn>
                    <a:cxn ang="0">
                      <a:pos x="T2" y="T3"/>
                    </a:cxn>
                  </a:cxnLst>
                  <a:rect l="0" t="0" r="r" b="b"/>
                  <a:pathLst>
                    <a:path w="12" h="1">
                      <a:moveTo>
                        <a:pt x="11" y="0"/>
                      </a:moveTo>
                      <a:cubicBezTo>
                        <a:pt x="8" y="0"/>
                        <a:pt x="4" y="0"/>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GB" noProof="0"/>
                </a:p>
              </p:txBody>
            </p:sp>
            <p:sp>
              <p:nvSpPr>
                <p:cNvPr id="36" name="Freeform 270">
                  <a:extLst>
                    <a:ext uri="{FF2B5EF4-FFF2-40B4-BE49-F238E27FC236}">
                      <a16:creationId xmlns:a16="http://schemas.microsoft.com/office/drawing/2014/main" id="{E73608E4-2275-3CE6-97A0-77A153EE7F72}"/>
                    </a:ext>
                  </a:extLst>
                </p:cNvPr>
                <p:cNvSpPr>
                  <a:spLocks noChangeArrowheads="1"/>
                </p:cNvSpPr>
                <p:nvPr/>
              </p:nvSpPr>
              <p:spPr bwMode="auto">
                <a:xfrm>
                  <a:off x="7315200" y="2566988"/>
                  <a:ext cx="4763" cy="1587"/>
                </a:xfrm>
                <a:custGeom>
                  <a:avLst/>
                  <a:gdLst>
                    <a:gd name="T0" fmla="*/ 11 w 12"/>
                    <a:gd name="T1" fmla="*/ 0 h 1"/>
                    <a:gd name="T2" fmla="*/ 0 w 12"/>
                    <a:gd name="T3" fmla="*/ 0 h 1"/>
                  </a:gdLst>
                  <a:ahLst/>
                  <a:cxnLst>
                    <a:cxn ang="0">
                      <a:pos x="T0" y="T1"/>
                    </a:cxn>
                    <a:cxn ang="0">
                      <a:pos x="T2" y="T3"/>
                    </a:cxn>
                  </a:cxnLst>
                  <a:rect l="0" t="0" r="r" b="b"/>
                  <a:pathLst>
                    <a:path w="12" h="1">
                      <a:moveTo>
                        <a:pt x="11" y="0"/>
                      </a:moveTo>
                      <a:cubicBezTo>
                        <a:pt x="8" y="0"/>
                        <a:pt x="4" y="0"/>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GB" noProof="0"/>
                </a:p>
              </p:txBody>
            </p:sp>
            <p:sp>
              <p:nvSpPr>
                <p:cNvPr id="37" name="Freeform 271">
                  <a:extLst>
                    <a:ext uri="{FF2B5EF4-FFF2-40B4-BE49-F238E27FC236}">
                      <a16:creationId xmlns:a16="http://schemas.microsoft.com/office/drawing/2014/main" id="{0A3D8600-2BC6-E75F-CDC5-B5C27F808629}"/>
                    </a:ext>
                  </a:extLst>
                </p:cNvPr>
                <p:cNvSpPr>
                  <a:spLocks noChangeArrowheads="1"/>
                </p:cNvSpPr>
                <p:nvPr/>
              </p:nvSpPr>
              <p:spPr bwMode="auto">
                <a:xfrm>
                  <a:off x="7370763" y="2511425"/>
                  <a:ext cx="1587" cy="4763"/>
                </a:xfrm>
                <a:custGeom>
                  <a:avLst/>
                  <a:gdLst>
                    <a:gd name="T0" fmla="*/ 0 w 1"/>
                    <a:gd name="T1" fmla="*/ 11 h 12"/>
                    <a:gd name="T2" fmla="*/ 0 w 1"/>
                    <a:gd name="T3" fmla="*/ 0 h 12"/>
                  </a:gdLst>
                  <a:ahLst/>
                  <a:cxnLst>
                    <a:cxn ang="0">
                      <a:pos x="T0" y="T1"/>
                    </a:cxn>
                    <a:cxn ang="0">
                      <a:pos x="T2" y="T3"/>
                    </a:cxn>
                  </a:cxnLst>
                  <a:rect l="0" t="0" r="r" b="b"/>
                  <a:pathLst>
                    <a:path w="1" h="12">
                      <a:moveTo>
                        <a:pt x="0" y="11"/>
                      </a:moveTo>
                      <a:cubicBezTo>
                        <a:pt x="0" y="7"/>
                        <a:pt x="0" y="3"/>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GB" noProof="0"/>
                </a:p>
              </p:txBody>
            </p:sp>
            <p:sp>
              <p:nvSpPr>
                <p:cNvPr id="38" name="Freeform 272">
                  <a:extLst>
                    <a:ext uri="{FF2B5EF4-FFF2-40B4-BE49-F238E27FC236}">
                      <a16:creationId xmlns:a16="http://schemas.microsoft.com/office/drawing/2014/main" id="{F2BD8789-3703-3509-4093-73BF4D76BA1B}"/>
                    </a:ext>
                  </a:extLst>
                </p:cNvPr>
                <p:cNvSpPr>
                  <a:spLocks noChangeArrowheads="1"/>
                </p:cNvSpPr>
                <p:nvPr/>
              </p:nvSpPr>
              <p:spPr bwMode="auto">
                <a:xfrm>
                  <a:off x="7264400" y="2511425"/>
                  <a:ext cx="1588" cy="4763"/>
                </a:xfrm>
                <a:custGeom>
                  <a:avLst/>
                  <a:gdLst>
                    <a:gd name="T0" fmla="*/ 0 w 1"/>
                    <a:gd name="T1" fmla="*/ 11 h 12"/>
                    <a:gd name="T2" fmla="*/ 0 w 1"/>
                    <a:gd name="T3" fmla="*/ 0 h 12"/>
                  </a:gdLst>
                  <a:ahLst/>
                  <a:cxnLst>
                    <a:cxn ang="0">
                      <a:pos x="T0" y="T1"/>
                    </a:cxn>
                    <a:cxn ang="0">
                      <a:pos x="T2" y="T3"/>
                    </a:cxn>
                  </a:cxnLst>
                  <a:rect l="0" t="0" r="r" b="b"/>
                  <a:pathLst>
                    <a:path w="1" h="12">
                      <a:moveTo>
                        <a:pt x="0" y="11"/>
                      </a:moveTo>
                      <a:cubicBezTo>
                        <a:pt x="0" y="7"/>
                        <a:pt x="0" y="3"/>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GB" noProof="0"/>
                </a:p>
              </p:txBody>
            </p:sp>
            <p:sp>
              <p:nvSpPr>
                <p:cNvPr id="39" name="Freeform 273">
                  <a:extLst>
                    <a:ext uri="{FF2B5EF4-FFF2-40B4-BE49-F238E27FC236}">
                      <a16:creationId xmlns:a16="http://schemas.microsoft.com/office/drawing/2014/main" id="{AD02B8EF-CB04-BA14-884A-40F530AD6FEB}"/>
                    </a:ext>
                  </a:extLst>
                </p:cNvPr>
                <p:cNvSpPr>
                  <a:spLocks noChangeArrowheads="1"/>
                </p:cNvSpPr>
                <p:nvPr/>
              </p:nvSpPr>
              <p:spPr bwMode="auto">
                <a:xfrm>
                  <a:off x="7289800" y="2466975"/>
                  <a:ext cx="3175" cy="1588"/>
                </a:xfrm>
                <a:custGeom>
                  <a:avLst/>
                  <a:gdLst>
                    <a:gd name="T0" fmla="*/ 9 w 10"/>
                    <a:gd name="T1" fmla="*/ 0 h 6"/>
                    <a:gd name="T2" fmla="*/ 0 w 10"/>
                    <a:gd name="T3" fmla="*/ 5 h 6"/>
                  </a:gdLst>
                  <a:ahLst/>
                  <a:cxnLst>
                    <a:cxn ang="0">
                      <a:pos x="T0" y="T1"/>
                    </a:cxn>
                    <a:cxn ang="0">
                      <a:pos x="T2" y="T3"/>
                    </a:cxn>
                  </a:cxnLst>
                  <a:rect l="0" t="0" r="r" b="b"/>
                  <a:pathLst>
                    <a:path w="10" h="6">
                      <a:moveTo>
                        <a:pt x="9" y="0"/>
                      </a:moveTo>
                      <a:cubicBezTo>
                        <a:pt x="6" y="1"/>
                        <a:pt x="3" y="3"/>
                        <a:pt x="0" y="5"/>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GB" noProof="0"/>
                </a:p>
              </p:txBody>
            </p:sp>
            <p:sp>
              <p:nvSpPr>
                <p:cNvPr id="40" name="Freeform 274">
                  <a:extLst>
                    <a:ext uri="{FF2B5EF4-FFF2-40B4-BE49-F238E27FC236}">
                      <a16:creationId xmlns:a16="http://schemas.microsoft.com/office/drawing/2014/main" id="{3CE84D57-00A0-F1D4-8B76-763A0702BDE6}"/>
                    </a:ext>
                  </a:extLst>
                </p:cNvPr>
                <p:cNvSpPr>
                  <a:spLocks noChangeArrowheads="1"/>
                </p:cNvSpPr>
                <p:nvPr/>
              </p:nvSpPr>
              <p:spPr bwMode="auto">
                <a:xfrm>
                  <a:off x="7342188" y="2559050"/>
                  <a:ext cx="3175" cy="3175"/>
                </a:xfrm>
                <a:custGeom>
                  <a:avLst/>
                  <a:gdLst>
                    <a:gd name="T0" fmla="*/ 9 w 10"/>
                    <a:gd name="T1" fmla="*/ 0 h 7"/>
                    <a:gd name="T2" fmla="*/ 0 w 10"/>
                    <a:gd name="T3" fmla="*/ 6 h 7"/>
                  </a:gdLst>
                  <a:ahLst/>
                  <a:cxnLst>
                    <a:cxn ang="0">
                      <a:pos x="T0" y="T1"/>
                    </a:cxn>
                    <a:cxn ang="0">
                      <a:pos x="T2" y="T3"/>
                    </a:cxn>
                  </a:cxnLst>
                  <a:rect l="0" t="0" r="r" b="b"/>
                  <a:pathLst>
                    <a:path w="10" h="7">
                      <a:moveTo>
                        <a:pt x="9" y="0"/>
                      </a:moveTo>
                      <a:cubicBezTo>
                        <a:pt x="6" y="2"/>
                        <a:pt x="3" y="4"/>
                        <a:pt x="0" y="6"/>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GB" noProof="0"/>
                </a:p>
              </p:txBody>
            </p:sp>
            <p:sp>
              <p:nvSpPr>
                <p:cNvPr id="41" name="Freeform 275">
                  <a:extLst>
                    <a:ext uri="{FF2B5EF4-FFF2-40B4-BE49-F238E27FC236}">
                      <a16:creationId xmlns:a16="http://schemas.microsoft.com/office/drawing/2014/main" id="{89548ED5-0B0D-A939-2C24-8103E3F7AD6A}"/>
                    </a:ext>
                  </a:extLst>
                </p:cNvPr>
                <p:cNvSpPr>
                  <a:spLocks noChangeArrowheads="1"/>
                </p:cNvSpPr>
                <p:nvPr/>
              </p:nvSpPr>
              <p:spPr bwMode="auto">
                <a:xfrm>
                  <a:off x="7362825" y="2486025"/>
                  <a:ext cx="1588" cy="3175"/>
                </a:xfrm>
                <a:custGeom>
                  <a:avLst/>
                  <a:gdLst>
                    <a:gd name="T0" fmla="*/ 5 w 6"/>
                    <a:gd name="T1" fmla="*/ 9 h 10"/>
                    <a:gd name="T2" fmla="*/ 0 w 6"/>
                    <a:gd name="T3" fmla="*/ 0 h 10"/>
                  </a:gdLst>
                  <a:ahLst/>
                  <a:cxnLst>
                    <a:cxn ang="0">
                      <a:pos x="T0" y="T1"/>
                    </a:cxn>
                    <a:cxn ang="0">
                      <a:pos x="T2" y="T3"/>
                    </a:cxn>
                  </a:cxnLst>
                  <a:rect l="0" t="0" r="r" b="b"/>
                  <a:pathLst>
                    <a:path w="6" h="10">
                      <a:moveTo>
                        <a:pt x="5" y="9"/>
                      </a:moveTo>
                      <a:cubicBezTo>
                        <a:pt x="4" y="6"/>
                        <a:pt x="2" y="3"/>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GB" noProof="0"/>
                </a:p>
              </p:txBody>
            </p:sp>
            <p:sp>
              <p:nvSpPr>
                <p:cNvPr id="42" name="Freeform 276">
                  <a:extLst>
                    <a:ext uri="{FF2B5EF4-FFF2-40B4-BE49-F238E27FC236}">
                      <a16:creationId xmlns:a16="http://schemas.microsoft.com/office/drawing/2014/main" id="{3829184D-9425-7C31-4B45-A30DC5801277}"/>
                    </a:ext>
                  </a:extLst>
                </p:cNvPr>
                <p:cNvSpPr>
                  <a:spLocks noChangeArrowheads="1"/>
                </p:cNvSpPr>
                <p:nvPr/>
              </p:nvSpPr>
              <p:spPr bwMode="auto">
                <a:xfrm>
                  <a:off x="7270750" y="2538413"/>
                  <a:ext cx="3175" cy="3175"/>
                </a:xfrm>
                <a:custGeom>
                  <a:avLst/>
                  <a:gdLst>
                    <a:gd name="T0" fmla="*/ 6 w 7"/>
                    <a:gd name="T1" fmla="*/ 9 h 10"/>
                    <a:gd name="T2" fmla="*/ 0 w 7"/>
                    <a:gd name="T3" fmla="*/ 0 h 10"/>
                  </a:gdLst>
                  <a:ahLst/>
                  <a:cxnLst>
                    <a:cxn ang="0">
                      <a:pos x="T0" y="T1"/>
                    </a:cxn>
                    <a:cxn ang="0">
                      <a:pos x="T2" y="T3"/>
                    </a:cxn>
                  </a:cxnLst>
                  <a:rect l="0" t="0" r="r" b="b"/>
                  <a:pathLst>
                    <a:path w="7" h="10">
                      <a:moveTo>
                        <a:pt x="6" y="9"/>
                      </a:moveTo>
                      <a:cubicBezTo>
                        <a:pt x="4" y="6"/>
                        <a:pt x="2" y="3"/>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GB" noProof="0"/>
                </a:p>
              </p:txBody>
            </p:sp>
            <p:sp>
              <p:nvSpPr>
                <p:cNvPr id="43" name="Freeform 277">
                  <a:extLst>
                    <a:ext uri="{FF2B5EF4-FFF2-40B4-BE49-F238E27FC236}">
                      <a16:creationId xmlns:a16="http://schemas.microsoft.com/office/drawing/2014/main" id="{4440CE82-A981-CAE7-2ED9-77E1326BF7BF}"/>
                    </a:ext>
                  </a:extLst>
                </p:cNvPr>
                <p:cNvSpPr>
                  <a:spLocks noChangeArrowheads="1"/>
                </p:cNvSpPr>
                <p:nvPr/>
              </p:nvSpPr>
              <p:spPr bwMode="auto">
                <a:xfrm>
                  <a:off x="7270750" y="2486025"/>
                  <a:ext cx="3175" cy="3175"/>
                </a:xfrm>
                <a:custGeom>
                  <a:avLst/>
                  <a:gdLst>
                    <a:gd name="T0" fmla="*/ 6 w 7"/>
                    <a:gd name="T1" fmla="*/ 0 h 10"/>
                    <a:gd name="T2" fmla="*/ 0 w 7"/>
                    <a:gd name="T3" fmla="*/ 9 h 10"/>
                  </a:gdLst>
                  <a:ahLst/>
                  <a:cxnLst>
                    <a:cxn ang="0">
                      <a:pos x="T0" y="T1"/>
                    </a:cxn>
                    <a:cxn ang="0">
                      <a:pos x="T2" y="T3"/>
                    </a:cxn>
                  </a:cxnLst>
                  <a:rect l="0" t="0" r="r" b="b"/>
                  <a:pathLst>
                    <a:path w="7" h="10">
                      <a:moveTo>
                        <a:pt x="6" y="0"/>
                      </a:moveTo>
                      <a:cubicBezTo>
                        <a:pt x="4" y="3"/>
                        <a:pt x="2" y="6"/>
                        <a:pt x="0" y="9"/>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GB" noProof="0"/>
                </a:p>
              </p:txBody>
            </p:sp>
            <p:sp>
              <p:nvSpPr>
                <p:cNvPr id="44" name="Freeform 278">
                  <a:extLst>
                    <a:ext uri="{FF2B5EF4-FFF2-40B4-BE49-F238E27FC236}">
                      <a16:creationId xmlns:a16="http://schemas.microsoft.com/office/drawing/2014/main" id="{3A111892-7820-23BA-B99C-AFB7BEEC909A}"/>
                    </a:ext>
                  </a:extLst>
                </p:cNvPr>
                <p:cNvSpPr>
                  <a:spLocks noChangeArrowheads="1"/>
                </p:cNvSpPr>
                <p:nvPr/>
              </p:nvSpPr>
              <p:spPr bwMode="auto">
                <a:xfrm>
                  <a:off x="7362825" y="2538413"/>
                  <a:ext cx="1588" cy="3175"/>
                </a:xfrm>
                <a:custGeom>
                  <a:avLst/>
                  <a:gdLst>
                    <a:gd name="T0" fmla="*/ 5 w 6"/>
                    <a:gd name="T1" fmla="*/ 0 h 10"/>
                    <a:gd name="T2" fmla="*/ 0 w 6"/>
                    <a:gd name="T3" fmla="*/ 9 h 10"/>
                  </a:gdLst>
                  <a:ahLst/>
                  <a:cxnLst>
                    <a:cxn ang="0">
                      <a:pos x="T0" y="T1"/>
                    </a:cxn>
                    <a:cxn ang="0">
                      <a:pos x="T2" y="T3"/>
                    </a:cxn>
                  </a:cxnLst>
                  <a:rect l="0" t="0" r="r" b="b"/>
                  <a:pathLst>
                    <a:path w="6" h="10">
                      <a:moveTo>
                        <a:pt x="5" y="0"/>
                      </a:moveTo>
                      <a:cubicBezTo>
                        <a:pt x="4" y="3"/>
                        <a:pt x="2" y="6"/>
                        <a:pt x="0" y="9"/>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GB" noProof="0"/>
                </a:p>
              </p:txBody>
            </p:sp>
            <p:sp>
              <p:nvSpPr>
                <p:cNvPr id="45" name="Freeform 279">
                  <a:extLst>
                    <a:ext uri="{FF2B5EF4-FFF2-40B4-BE49-F238E27FC236}">
                      <a16:creationId xmlns:a16="http://schemas.microsoft.com/office/drawing/2014/main" id="{F70C76B2-71FB-06D9-E973-E6DAF719FD03}"/>
                    </a:ext>
                  </a:extLst>
                </p:cNvPr>
                <p:cNvSpPr>
                  <a:spLocks noChangeArrowheads="1"/>
                </p:cNvSpPr>
                <p:nvPr/>
              </p:nvSpPr>
              <p:spPr bwMode="auto">
                <a:xfrm>
                  <a:off x="7342188" y="2466975"/>
                  <a:ext cx="3175" cy="1588"/>
                </a:xfrm>
                <a:custGeom>
                  <a:avLst/>
                  <a:gdLst>
                    <a:gd name="T0" fmla="*/ 9 w 10"/>
                    <a:gd name="T1" fmla="*/ 5 h 6"/>
                    <a:gd name="T2" fmla="*/ 0 w 10"/>
                    <a:gd name="T3" fmla="*/ 0 h 6"/>
                  </a:gdLst>
                  <a:ahLst/>
                  <a:cxnLst>
                    <a:cxn ang="0">
                      <a:pos x="T0" y="T1"/>
                    </a:cxn>
                    <a:cxn ang="0">
                      <a:pos x="T2" y="T3"/>
                    </a:cxn>
                  </a:cxnLst>
                  <a:rect l="0" t="0" r="r" b="b"/>
                  <a:pathLst>
                    <a:path w="10" h="6">
                      <a:moveTo>
                        <a:pt x="9" y="5"/>
                      </a:moveTo>
                      <a:cubicBezTo>
                        <a:pt x="6" y="3"/>
                        <a:pt x="3" y="1"/>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GB" noProof="0"/>
                </a:p>
              </p:txBody>
            </p:sp>
            <p:sp>
              <p:nvSpPr>
                <p:cNvPr id="46" name="Freeform 280">
                  <a:extLst>
                    <a:ext uri="{FF2B5EF4-FFF2-40B4-BE49-F238E27FC236}">
                      <a16:creationId xmlns:a16="http://schemas.microsoft.com/office/drawing/2014/main" id="{83FF4037-CE98-2741-FD64-7445266F0E03}"/>
                    </a:ext>
                  </a:extLst>
                </p:cNvPr>
                <p:cNvSpPr>
                  <a:spLocks noChangeArrowheads="1"/>
                </p:cNvSpPr>
                <p:nvPr/>
              </p:nvSpPr>
              <p:spPr bwMode="auto">
                <a:xfrm>
                  <a:off x="7289800" y="2559050"/>
                  <a:ext cx="3175" cy="3175"/>
                </a:xfrm>
                <a:custGeom>
                  <a:avLst/>
                  <a:gdLst>
                    <a:gd name="T0" fmla="*/ 9 w 10"/>
                    <a:gd name="T1" fmla="*/ 6 h 7"/>
                    <a:gd name="T2" fmla="*/ 0 w 10"/>
                    <a:gd name="T3" fmla="*/ 0 h 7"/>
                  </a:gdLst>
                  <a:ahLst/>
                  <a:cxnLst>
                    <a:cxn ang="0">
                      <a:pos x="T0" y="T1"/>
                    </a:cxn>
                    <a:cxn ang="0">
                      <a:pos x="T2" y="T3"/>
                    </a:cxn>
                  </a:cxnLst>
                  <a:rect l="0" t="0" r="r" b="b"/>
                  <a:pathLst>
                    <a:path w="10" h="7">
                      <a:moveTo>
                        <a:pt x="9" y="6"/>
                      </a:moveTo>
                      <a:cubicBezTo>
                        <a:pt x="6" y="4"/>
                        <a:pt x="3" y="2"/>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GB" noProof="0"/>
                </a:p>
              </p:txBody>
            </p:sp>
          </p:grpSp>
        </p:grpSp>
        <p:grpSp>
          <p:nvGrpSpPr>
            <p:cNvPr id="56" name="Group 55">
              <a:extLst>
                <a:ext uri="{FF2B5EF4-FFF2-40B4-BE49-F238E27FC236}">
                  <a16:creationId xmlns:a16="http://schemas.microsoft.com/office/drawing/2014/main" id="{258848AA-F375-5BC9-B2DE-ACEE5EC8EBDC}"/>
                </a:ext>
              </a:extLst>
            </p:cNvPr>
            <p:cNvGrpSpPr>
              <a:grpSpLocks noChangeAspect="1"/>
            </p:cNvGrpSpPr>
            <p:nvPr/>
          </p:nvGrpSpPr>
          <p:grpSpPr>
            <a:xfrm>
              <a:off x="20259236" y="4039104"/>
              <a:ext cx="1114744" cy="1113509"/>
              <a:chOff x="2346325" y="4090988"/>
              <a:chExt cx="630238" cy="630237"/>
            </a:xfrm>
          </p:grpSpPr>
          <p:sp>
            <p:nvSpPr>
              <p:cNvPr id="57" name="Freeform 134">
                <a:extLst>
                  <a:ext uri="{FF2B5EF4-FFF2-40B4-BE49-F238E27FC236}">
                    <a16:creationId xmlns:a16="http://schemas.microsoft.com/office/drawing/2014/main" id="{8F7490DB-494B-8C55-AC9F-3CBF7A7A154F}"/>
                  </a:ext>
                </a:extLst>
              </p:cNvPr>
              <p:cNvSpPr>
                <a:spLocks noChangeArrowheads="1"/>
              </p:cNvSpPr>
              <p:nvPr/>
            </p:nvSpPr>
            <p:spPr bwMode="auto">
              <a:xfrm>
                <a:off x="2346325" y="4090988"/>
                <a:ext cx="630238" cy="630237"/>
              </a:xfrm>
              <a:custGeom>
                <a:avLst/>
                <a:gdLst>
                  <a:gd name="T0" fmla="*/ 1467 w 1750"/>
                  <a:gd name="T1" fmla="*/ 1750 h 1751"/>
                  <a:gd name="T2" fmla="*/ 1749 w 1750"/>
                  <a:gd name="T3" fmla="*/ 1468 h 1751"/>
                  <a:gd name="T4" fmla="*/ 1749 w 1750"/>
                  <a:gd name="T5" fmla="*/ 282 h 1751"/>
                  <a:gd name="T6" fmla="*/ 1467 w 1750"/>
                  <a:gd name="T7" fmla="*/ 0 h 1751"/>
                  <a:gd name="T8" fmla="*/ 282 w 1750"/>
                  <a:gd name="T9" fmla="*/ 0 h 1751"/>
                  <a:gd name="T10" fmla="*/ 0 w 1750"/>
                  <a:gd name="T11" fmla="*/ 282 h 1751"/>
                  <a:gd name="T12" fmla="*/ 0 w 1750"/>
                  <a:gd name="T13" fmla="*/ 1468 h 1751"/>
                  <a:gd name="T14" fmla="*/ 282 w 1750"/>
                  <a:gd name="T15" fmla="*/ 1750 h 1751"/>
                  <a:gd name="T16" fmla="*/ 1467 w 1750"/>
                  <a:gd name="T17" fmla="*/ 1750 h 17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750" h="1751">
                    <a:moveTo>
                      <a:pt x="1467" y="1750"/>
                    </a:moveTo>
                    <a:cubicBezTo>
                      <a:pt x="1622" y="1750"/>
                      <a:pt x="1749" y="1623"/>
                      <a:pt x="1749" y="1468"/>
                    </a:cubicBezTo>
                    <a:cubicBezTo>
                      <a:pt x="1749" y="1073"/>
                      <a:pt x="1749" y="678"/>
                      <a:pt x="1749" y="282"/>
                    </a:cubicBezTo>
                    <a:cubicBezTo>
                      <a:pt x="1749" y="127"/>
                      <a:pt x="1622" y="0"/>
                      <a:pt x="1467" y="0"/>
                    </a:cubicBezTo>
                    <a:cubicBezTo>
                      <a:pt x="1072" y="0"/>
                      <a:pt x="677" y="0"/>
                      <a:pt x="282" y="0"/>
                    </a:cubicBezTo>
                    <a:cubicBezTo>
                      <a:pt x="127" y="0"/>
                      <a:pt x="0" y="127"/>
                      <a:pt x="0" y="282"/>
                    </a:cubicBezTo>
                    <a:cubicBezTo>
                      <a:pt x="0" y="678"/>
                      <a:pt x="0" y="1073"/>
                      <a:pt x="0" y="1468"/>
                    </a:cubicBezTo>
                    <a:cubicBezTo>
                      <a:pt x="0" y="1623"/>
                      <a:pt x="127" y="1750"/>
                      <a:pt x="282" y="1750"/>
                    </a:cubicBezTo>
                    <a:cubicBezTo>
                      <a:pt x="677" y="1750"/>
                      <a:pt x="1072" y="1750"/>
                      <a:pt x="1467" y="1750"/>
                    </a:cubicBezTo>
                  </a:path>
                </a:pathLst>
              </a:custGeom>
              <a:noFill/>
              <a:ln w="15875"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noProof="0"/>
              </a:p>
            </p:txBody>
          </p:sp>
          <p:grpSp>
            <p:nvGrpSpPr>
              <p:cNvPr id="58" name="Group 57">
                <a:extLst>
                  <a:ext uri="{FF2B5EF4-FFF2-40B4-BE49-F238E27FC236}">
                    <a16:creationId xmlns:a16="http://schemas.microsoft.com/office/drawing/2014/main" id="{1590ACC1-B000-28DA-84AF-80DE175EA564}"/>
                  </a:ext>
                </a:extLst>
              </p:cNvPr>
              <p:cNvGrpSpPr/>
              <p:nvPr/>
            </p:nvGrpSpPr>
            <p:grpSpPr>
              <a:xfrm>
                <a:off x="2455863" y="4235450"/>
                <a:ext cx="411162" cy="342900"/>
                <a:chOff x="2455863" y="4235450"/>
                <a:chExt cx="411162" cy="342900"/>
              </a:xfrm>
            </p:grpSpPr>
            <p:sp>
              <p:nvSpPr>
                <p:cNvPr id="59" name="Freeform 135">
                  <a:extLst>
                    <a:ext uri="{FF2B5EF4-FFF2-40B4-BE49-F238E27FC236}">
                      <a16:creationId xmlns:a16="http://schemas.microsoft.com/office/drawing/2014/main" id="{0E2A97F4-565B-BBFA-1C04-A67D9F3DD05D}"/>
                    </a:ext>
                  </a:extLst>
                </p:cNvPr>
                <p:cNvSpPr>
                  <a:spLocks noChangeArrowheads="1"/>
                </p:cNvSpPr>
                <p:nvPr/>
              </p:nvSpPr>
              <p:spPr bwMode="auto">
                <a:xfrm>
                  <a:off x="2459038" y="4235450"/>
                  <a:ext cx="254000" cy="244475"/>
                </a:xfrm>
                <a:custGeom>
                  <a:avLst/>
                  <a:gdLst>
                    <a:gd name="T0" fmla="*/ 706 w 707"/>
                    <a:gd name="T1" fmla="*/ 0 h 679"/>
                    <a:gd name="T2" fmla="*/ 0 w 707"/>
                    <a:gd name="T3" fmla="*/ 678 h 679"/>
                  </a:gdLst>
                  <a:ahLst/>
                  <a:cxnLst>
                    <a:cxn ang="0">
                      <a:pos x="T0" y="T1"/>
                    </a:cxn>
                    <a:cxn ang="0">
                      <a:pos x="T2" y="T3"/>
                    </a:cxn>
                  </a:cxnLst>
                  <a:rect l="0" t="0" r="r" b="b"/>
                  <a:pathLst>
                    <a:path w="707" h="679">
                      <a:moveTo>
                        <a:pt x="706" y="0"/>
                      </a:moveTo>
                      <a:cubicBezTo>
                        <a:pt x="471" y="226"/>
                        <a:pt x="235" y="452"/>
                        <a:pt x="0" y="678"/>
                      </a:cubicBezTo>
                    </a:path>
                  </a:pathLst>
                </a:custGeom>
                <a:noFill/>
                <a:ln w="15875" cap="rnd">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GB" noProof="0"/>
                </a:p>
              </p:txBody>
            </p:sp>
            <p:sp>
              <p:nvSpPr>
                <p:cNvPr id="60" name="Freeform 136">
                  <a:extLst>
                    <a:ext uri="{FF2B5EF4-FFF2-40B4-BE49-F238E27FC236}">
                      <a16:creationId xmlns:a16="http://schemas.microsoft.com/office/drawing/2014/main" id="{4167EA81-20FF-025F-822D-EAA957F9A451}"/>
                    </a:ext>
                  </a:extLst>
                </p:cNvPr>
                <p:cNvSpPr>
                  <a:spLocks noChangeArrowheads="1"/>
                </p:cNvSpPr>
                <p:nvPr/>
              </p:nvSpPr>
              <p:spPr bwMode="auto">
                <a:xfrm>
                  <a:off x="2652713" y="4235450"/>
                  <a:ext cx="61912" cy="61913"/>
                </a:xfrm>
                <a:custGeom>
                  <a:avLst/>
                  <a:gdLst>
                    <a:gd name="T0" fmla="*/ 170 w 171"/>
                    <a:gd name="T1" fmla="*/ 169 h 170"/>
                    <a:gd name="T2" fmla="*/ 170 w 171"/>
                    <a:gd name="T3" fmla="*/ 7 h 170"/>
                    <a:gd name="T4" fmla="*/ 163 w 171"/>
                    <a:gd name="T5" fmla="*/ 0 h 170"/>
                    <a:gd name="T6" fmla="*/ 0 w 171"/>
                    <a:gd name="T7" fmla="*/ 0 h 170"/>
                  </a:gdLst>
                  <a:ahLst/>
                  <a:cxnLst>
                    <a:cxn ang="0">
                      <a:pos x="T0" y="T1"/>
                    </a:cxn>
                    <a:cxn ang="0">
                      <a:pos x="T2" y="T3"/>
                    </a:cxn>
                    <a:cxn ang="0">
                      <a:pos x="T4" y="T5"/>
                    </a:cxn>
                    <a:cxn ang="0">
                      <a:pos x="T6" y="T7"/>
                    </a:cxn>
                  </a:cxnLst>
                  <a:rect l="0" t="0" r="r" b="b"/>
                  <a:pathLst>
                    <a:path w="171" h="170">
                      <a:moveTo>
                        <a:pt x="170" y="169"/>
                      </a:moveTo>
                      <a:cubicBezTo>
                        <a:pt x="170" y="115"/>
                        <a:pt x="170" y="61"/>
                        <a:pt x="170" y="7"/>
                      </a:cubicBezTo>
                      <a:cubicBezTo>
                        <a:pt x="170" y="3"/>
                        <a:pt x="167" y="0"/>
                        <a:pt x="163" y="0"/>
                      </a:cubicBezTo>
                      <a:cubicBezTo>
                        <a:pt x="109" y="0"/>
                        <a:pt x="54" y="0"/>
                        <a:pt x="0" y="0"/>
                      </a:cubicBezTo>
                    </a:path>
                  </a:pathLst>
                </a:custGeom>
                <a:noFill/>
                <a:ln w="15875" cap="rnd">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GB" noProof="0"/>
                </a:p>
              </p:txBody>
            </p:sp>
            <p:sp>
              <p:nvSpPr>
                <p:cNvPr id="61" name="Freeform 137">
                  <a:extLst>
                    <a:ext uri="{FF2B5EF4-FFF2-40B4-BE49-F238E27FC236}">
                      <a16:creationId xmlns:a16="http://schemas.microsoft.com/office/drawing/2014/main" id="{824D3748-A21A-71F1-0E27-97D9F38E08FA}"/>
                    </a:ext>
                  </a:extLst>
                </p:cNvPr>
                <p:cNvSpPr>
                  <a:spLocks noChangeArrowheads="1"/>
                </p:cNvSpPr>
                <p:nvPr/>
              </p:nvSpPr>
              <p:spPr bwMode="auto">
                <a:xfrm>
                  <a:off x="2749550" y="4235450"/>
                  <a:ext cx="117475" cy="61913"/>
                </a:xfrm>
                <a:custGeom>
                  <a:avLst/>
                  <a:gdLst>
                    <a:gd name="T0" fmla="*/ 324 w 325"/>
                    <a:gd name="T1" fmla="*/ 56 h 170"/>
                    <a:gd name="T2" fmla="*/ 268 w 325"/>
                    <a:gd name="T3" fmla="*/ 0 h 170"/>
                    <a:gd name="T4" fmla="*/ 56 w 325"/>
                    <a:gd name="T5" fmla="*/ 0 h 170"/>
                    <a:gd name="T6" fmla="*/ 0 w 325"/>
                    <a:gd name="T7" fmla="*/ 56 h 170"/>
                    <a:gd name="T8" fmla="*/ 0 w 325"/>
                    <a:gd name="T9" fmla="*/ 113 h 170"/>
                    <a:gd name="T10" fmla="*/ 56 w 325"/>
                    <a:gd name="T11" fmla="*/ 169 h 170"/>
                    <a:gd name="T12" fmla="*/ 268 w 325"/>
                    <a:gd name="T13" fmla="*/ 169 h 170"/>
                    <a:gd name="T14" fmla="*/ 324 w 325"/>
                    <a:gd name="T15" fmla="*/ 113 h 170"/>
                    <a:gd name="T16" fmla="*/ 324 w 325"/>
                    <a:gd name="T17" fmla="*/ 56 h 1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25" h="170">
                      <a:moveTo>
                        <a:pt x="324" y="56"/>
                      </a:moveTo>
                      <a:cubicBezTo>
                        <a:pt x="324" y="25"/>
                        <a:pt x="299" y="0"/>
                        <a:pt x="268" y="0"/>
                      </a:cubicBezTo>
                      <a:cubicBezTo>
                        <a:pt x="197" y="0"/>
                        <a:pt x="127" y="0"/>
                        <a:pt x="56" y="0"/>
                      </a:cubicBezTo>
                      <a:cubicBezTo>
                        <a:pt x="25" y="0"/>
                        <a:pt x="0" y="25"/>
                        <a:pt x="0" y="56"/>
                      </a:cubicBezTo>
                      <a:cubicBezTo>
                        <a:pt x="0" y="75"/>
                        <a:pt x="0" y="94"/>
                        <a:pt x="0" y="113"/>
                      </a:cubicBezTo>
                      <a:cubicBezTo>
                        <a:pt x="0" y="144"/>
                        <a:pt x="25" y="169"/>
                        <a:pt x="56" y="169"/>
                      </a:cubicBezTo>
                      <a:cubicBezTo>
                        <a:pt x="127" y="169"/>
                        <a:pt x="197" y="169"/>
                        <a:pt x="268" y="169"/>
                      </a:cubicBezTo>
                      <a:cubicBezTo>
                        <a:pt x="299" y="169"/>
                        <a:pt x="324" y="144"/>
                        <a:pt x="324" y="113"/>
                      </a:cubicBezTo>
                      <a:cubicBezTo>
                        <a:pt x="324" y="94"/>
                        <a:pt x="324" y="75"/>
                        <a:pt x="324" y="56"/>
                      </a:cubicBezTo>
                    </a:path>
                  </a:pathLst>
                </a:custGeom>
                <a:noFill/>
                <a:ln w="15875"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noProof="0"/>
                </a:p>
              </p:txBody>
            </p:sp>
            <p:sp>
              <p:nvSpPr>
                <p:cNvPr id="62" name="Freeform 138">
                  <a:extLst>
                    <a:ext uri="{FF2B5EF4-FFF2-40B4-BE49-F238E27FC236}">
                      <a16:creationId xmlns:a16="http://schemas.microsoft.com/office/drawing/2014/main" id="{E61C3645-5163-E3F0-72E3-CA0BBF641333}"/>
                    </a:ext>
                  </a:extLst>
                </p:cNvPr>
                <p:cNvSpPr>
                  <a:spLocks noChangeArrowheads="1"/>
                </p:cNvSpPr>
                <p:nvPr/>
              </p:nvSpPr>
              <p:spPr bwMode="auto">
                <a:xfrm>
                  <a:off x="2825750" y="4265613"/>
                  <a:ext cx="15875" cy="1587"/>
                </a:xfrm>
                <a:custGeom>
                  <a:avLst/>
                  <a:gdLst>
                    <a:gd name="T0" fmla="*/ 43 w 44"/>
                    <a:gd name="T1" fmla="*/ 0 h 1"/>
                    <a:gd name="T2" fmla="*/ 0 w 44"/>
                    <a:gd name="T3" fmla="*/ 0 h 1"/>
                  </a:gdLst>
                  <a:ahLst/>
                  <a:cxnLst>
                    <a:cxn ang="0">
                      <a:pos x="T0" y="T1"/>
                    </a:cxn>
                    <a:cxn ang="0">
                      <a:pos x="T2" y="T3"/>
                    </a:cxn>
                  </a:cxnLst>
                  <a:rect l="0" t="0" r="r" b="b"/>
                  <a:pathLst>
                    <a:path w="44" h="1">
                      <a:moveTo>
                        <a:pt x="43" y="0"/>
                      </a:moveTo>
                      <a:cubicBezTo>
                        <a:pt x="29" y="0"/>
                        <a:pt x="14" y="0"/>
                        <a:pt x="0" y="0"/>
                      </a:cubicBezTo>
                    </a:path>
                  </a:pathLst>
                </a:custGeom>
                <a:noFill/>
                <a:ln w="15875" cap="rnd">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GB" noProof="0"/>
                </a:p>
              </p:txBody>
            </p:sp>
            <p:sp>
              <p:nvSpPr>
                <p:cNvPr id="63" name="Freeform 139">
                  <a:extLst>
                    <a:ext uri="{FF2B5EF4-FFF2-40B4-BE49-F238E27FC236}">
                      <a16:creationId xmlns:a16="http://schemas.microsoft.com/office/drawing/2014/main" id="{147D8023-52FE-AB18-35ED-83AF30623223}"/>
                    </a:ext>
                  </a:extLst>
                </p:cNvPr>
                <p:cNvSpPr>
                  <a:spLocks noChangeArrowheads="1"/>
                </p:cNvSpPr>
                <p:nvPr/>
              </p:nvSpPr>
              <p:spPr bwMode="auto">
                <a:xfrm>
                  <a:off x="2749550" y="4329113"/>
                  <a:ext cx="117475" cy="61912"/>
                </a:xfrm>
                <a:custGeom>
                  <a:avLst/>
                  <a:gdLst>
                    <a:gd name="T0" fmla="*/ 324 w 325"/>
                    <a:gd name="T1" fmla="*/ 56 h 170"/>
                    <a:gd name="T2" fmla="*/ 268 w 325"/>
                    <a:gd name="T3" fmla="*/ 0 h 170"/>
                    <a:gd name="T4" fmla="*/ 56 w 325"/>
                    <a:gd name="T5" fmla="*/ 0 h 170"/>
                    <a:gd name="T6" fmla="*/ 0 w 325"/>
                    <a:gd name="T7" fmla="*/ 56 h 170"/>
                    <a:gd name="T8" fmla="*/ 0 w 325"/>
                    <a:gd name="T9" fmla="*/ 113 h 170"/>
                    <a:gd name="T10" fmla="*/ 56 w 325"/>
                    <a:gd name="T11" fmla="*/ 169 h 170"/>
                    <a:gd name="T12" fmla="*/ 268 w 325"/>
                    <a:gd name="T13" fmla="*/ 169 h 170"/>
                    <a:gd name="T14" fmla="*/ 324 w 325"/>
                    <a:gd name="T15" fmla="*/ 113 h 170"/>
                    <a:gd name="T16" fmla="*/ 324 w 325"/>
                    <a:gd name="T17" fmla="*/ 56 h 1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25" h="170">
                      <a:moveTo>
                        <a:pt x="324" y="56"/>
                      </a:moveTo>
                      <a:cubicBezTo>
                        <a:pt x="324" y="25"/>
                        <a:pt x="299" y="0"/>
                        <a:pt x="268" y="0"/>
                      </a:cubicBezTo>
                      <a:cubicBezTo>
                        <a:pt x="197" y="0"/>
                        <a:pt x="127" y="0"/>
                        <a:pt x="56" y="0"/>
                      </a:cubicBezTo>
                      <a:cubicBezTo>
                        <a:pt x="25" y="0"/>
                        <a:pt x="0" y="25"/>
                        <a:pt x="0" y="56"/>
                      </a:cubicBezTo>
                      <a:cubicBezTo>
                        <a:pt x="0" y="75"/>
                        <a:pt x="0" y="94"/>
                        <a:pt x="0" y="113"/>
                      </a:cubicBezTo>
                      <a:cubicBezTo>
                        <a:pt x="0" y="144"/>
                        <a:pt x="25" y="169"/>
                        <a:pt x="56" y="169"/>
                      </a:cubicBezTo>
                      <a:cubicBezTo>
                        <a:pt x="127" y="169"/>
                        <a:pt x="197" y="169"/>
                        <a:pt x="268" y="169"/>
                      </a:cubicBezTo>
                      <a:cubicBezTo>
                        <a:pt x="299" y="169"/>
                        <a:pt x="324" y="144"/>
                        <a:pt x="324" y="113"/>
                      </a:cubicBezTo>
                      <a:cubicBezTo>
                        <a:pt x="324" y="94"/>
                        <a:pt x="324" y="75"/>
                        <a:pt x="324" y="56"/>
                      </a:cubicBezTo>
                    </a:path>
                  </a:pathLst>
                </a:custGeom>
                <a:noFill/>
                <a:ln w="15875"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noProof="0"/>
                </a:p>
              </p:txBody>
            </p:sp>
            <p:sp>
              <p:nvSpPr>
                <p:cNvPr id="64" name="Freeform 140">
                  <a:extLst>
                    <a:ext uri="{FF2B5EF4-FFF2-40B4-BE49-F238E27FC236}">
                      <a16:creationId xmlns:a16="http://schemas.microsoft.com/office/drawing/2014/main" id="{9D2BF301-0C21-A538-0433-3FEDA844FE0F}"/>
                    </a:ext>
                  </a:extLst>
                </p:cNvPr>
                <p:cNvSpPr>
                  <a:spLocks noChangeArrowheads="1"/>
                </p:cNvSpPr>
                <p:nvPr/>
              </p:nvSpPr>
              <p:spPr bwMode="auto">
                <a:xfrm>
                  <a:off x="2825750" y="4359275"/>
                  <a:ext cx="15875" cy="1588"/>
                </a:xfrm>
                <a:custGeom>
                  <a:avLst/>
                  <a:gdLst>
                    <a:gd name="T0" fmla="*/ 43 w 44"/>
                    <a:gd name="T1" fmla="*/ 0 h 1"/>
                    <a:gd name="T2" fmla="*/ 0 w 44"/>
                    <a:gd name="T3" fmla="*/ 0 h 1"/>
                  </a:gdLst>
                  <a:ahLst/>
                  <a:cxnLst>
                    <a:cxn ang="0">
                      <a:pos x="T0" y="T1"/>
                    </a:cxn>
                    <a:cxn ang="0">
                      <a:pos x="T2" y="T3"/>
                    </a:cxn>
                  </a:cxnLst>
                  <a:rect l="0" t="0" r="r" b="b"/>
                  <a:pathLst>
                    <a:path w="44" h="1">
                      <a:moveTo>
                        <a:pt x="43" y="0"/>
                      </a:moveTo>
                      <a:cubicBezTo>
                        <a:pt x="29" y="0"/>
                        <a:pt x="14" y="0"/>
                        <a:pt x="0" y="0"/>
                      </a:cubicBezTo>
                    </a:path>
                  </a:pathLst>
                </a:custGeom>
                <a:noFill/>
                <a:ln w="15875" cap="rnd">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GB" noProof="0"/>
                </a:p>
              </p:txBody>
            </p:sp>
            <p:sp>
              <p:nvSpPr>
                <p:cNvPr id="65" name="Freeform 141">
                  <a:extLst>
                    <a:ext uri="{FF2B5EF4-FFF2-40B4-BE49-F238E27FC236}">
                      <a16:creationId xmlns:a16="http://schemas.microsoft.com/office/drawing/2014/main" id="{41A19EA8-45F0-8DE7-AF6C-9ECE83CDD444}"/>
                    </a:ext>
                  </a:extLst>
                </p:cNvPr>
                <p:cNvSpPr>
                  <a:spLocks noChangeArrowheads="1"/>
                </p:cNvSpPr>
                <p:nvPr/>
              </p:nvSpPr>
              <p:spPr bwMode="auto">
                <a:xfrm>
                  <a:off x="2749550" y="4422775"/>
                  <a:ext cx="117475" cy="61913"/>
                </a:xfrm>
                <a:custGeom>
                  <a:avLst/>
                  <a:gdLst>
                    <a:gd name="T0" fmla="*/ 324 w 325"/>
                    <a:gd name="T1" fmla="*/ 56 h 170"/>
                    <a:gd name="T2" fmla="*/ 268 w 325"/>
                    <a:gd name="T3" fmla="*/ 0 h 170"/>
                    <a:gd name="T4" fmla="*/ 56 w 325"/>
                    <a:gd name="T5" fmla="*/ 0 h 170"/>
                    <a:gd name="T6" fmla="*/ 0 w 325"/>
                    <a:gd name="T7" fmla="*/ 56 h 170"/>
                    <a:gd name="T8" fmla="*/ 0 w 325"/>
                    <a:gd name="T9" fmla="*/ 113 h 170"/>
                    <a:gd name="T10" fmla="*/ 56 w 325"/>
                    <a:gd name="T11" fmla="*/ 169 h 170"/>
                    <a:gd name="T12" fmla="*/ 268 w 325"/>
                    <a:gd name="T13" fmla="*/ 169 h 170"/>
                    <a:gd name="T14" fmla="*/ 324 w 325"/>
                    <a:gd name="T15" fmla="*/ 113 h 170"/>
                    <a:gd name="T16" fmla="*/ 324 w 325"/>
                    <a:gd name="T17" fmla="*/ 56 h 1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25" h="170">
                      <a:moveTo>
                        <a:pt x="324" y="56"/>
                      </a:moveTo>
                      <a:cubicBezTo>
                        <a:pt x="324" y="25"/>
                        <a:pt x="299" y="0"/>
                        <a:pt x="268" y="0"/>
                      </a:cubicBezTo>
                      <a:cubicBezTo>
                        <a:pt x="197" y="0"/>
                        <a:pt x="127" y="0"/>
                        <a:pt x="56" y="0"/>
                      </a:cubicBezTo>
                      <a:cubicBezTo>
                        <a:pt x="25" y="0"/>
                        <a:pt x="0" y="25"/>
                        <a:pt x="0" y="56"/>
                      </a:cubicBezTo>
                      <a:cubicBezTo>
                        <a:pt x="0" y="75"/>
                        <a:pt x="0" y="94"/>
                        <a:pt x="0" y="113"/>
                      </a:cubicBezTo>
                      <a:cubicBezTo>
                        <a:pt x="0" y="144"/>
                        <a:pt x="25" y="169"/>
                        <a:pt x="56" y="169"/>
                      </a:cubicBezTo>
                      <a:cubicBezTo>
                        <a:pt x="127" y="169"/>
                        <a:pt x="197" y="169"/>
                        <a:pt x="268" y="169"/>
                      </a:cubicBezTo>
                      <a:cubicBezTo>
                        <a:pt x="299" y="169"/>
                        <a:pt x="324" y="144"/>
                        <a:pt x="324" y="113"/>
                      </a:cubicBezTo>
                      <a:cubicBezTo>
                        <a:pt x="324" y="94"/>
                        <a:pt x="324" y="75"/>
                        <a:pt x="324" y="56"/>
                      </a:cubicBezTo>
                    </a:path>
                  </a:pathLst>
                </a:custGeom>
                <a:noFill/>
                <a:ln w="15875"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noProof="0"/>
                </a:p>
              </p:txBody>
            </p:sp>
            <p:sp>
              <p:nvSpPr>
                <p:cNvPr id="66" name="Freeform 142">
                  <a:extLst>
                    <a:ext uri="{FF2B5EF4-FFF2-40B4-BE49-F238E27FC236}">
                      <a16:creationId xmlns:a16="http://schemas.microsoft.com/office/drawing/2014/main" id="{CC97CE20-7006-7607-0458-A0B4E79B4890}"/>
                    </a:ext>
                  </a:extLst>
                </p:cNvPr>
                <p:cNvSpPr>
                  <a:spLocks noChangeArrowheads="1"/>
                </p:cNvSpPr>
                <p:nvPr/>
              </p:nvSpPr>
              <p:spPr bwMode="auto">
                <a:xfrm>
                  <a:off x="2825750" y="4452938"/>
                  <a:ext cx="15875" cy="1587"/>
                </a:xfrm>
                <a:custGeom>
                  <a:avLst/>
                  <a:gdLst>
                    <a:gd name="T0" fmla="*/ 43 w 44"/>
                    <a:gd name="T1" fmla="*/ 0 h 1"/>
                    <a:gd name="T2" fmla="*/ 0 w 44"/>
                    <a:gd name="T3" fmla="*/ 0 h 1"/>
                  </a:gdLst>
                  <a:ahLst/>
                  <a:cxnLst>
                    <a:cxn ang="0">
                      <a:pos x="T0" y="T1"/>
                    </a:cxn>
                    <a:cxn ang="0">
                      <a:pos x="T2" y="T3"/>
                    </a:cxn>
                  </a:cxnLst>
                  <a:rect l="0" t="0" r="r" b="b"/>
                  <a:pathLst>
                    <a:path w="44" h="1">
                      <a:moveTo>
                        <a:pt x="43" y="0"/>
                      </a:moveTo>
                      <a:cubicBezTo>
                        <a:pt x="29" y="0"/>
                        <a:pt x="14" y="0"/>
                        <a:pt x="0" y="0"/>
                      </a:cubicBezTo>
                    </a:path>
                  </a:pathLst>
                </a:custGeom>
                <a:noFill/>
                <a:ln w="15875" cap="rnd">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GB" noProof="0"/>
                </a:p>
              </p:txBody>
            </p:sp>
            <p:sp>
              <p:nvSpPr>
                <p:cNvPr id="67" name="Freeform 143">
                  <a:extLst>
                    <a:ext uri="{FF2B5EF4-FFF2-40B4-BE49-F238E27FC236}">
                      <a16:creationId xmlns:a16="http://schemas.microsoft.com/office/drawing/2014/main" id="{BE642D7A-84AF-3437-5841-C4A320F4E15B}"/>
                    </a:ext>
                  </a:extLst>
                </p:cNvPr>
                <p:cNvSpPr>
                  <a:spLocks noChangeArrowheads="1"/>
                </p:cNvSpPr>
                <p:nvPr/>
              </p:nvSpPr>
              <p:spPr bwMode="auto">
                <a:xfrm>
                  <a:off x="2749550" y="4516438"/>
                  <a:ext cx="117475" cy="61912"/>
                </a:xfrm>
                <a:custGeom>
                  <a:avLst/>
                  <a:gdLst>
                    <a:gd name="T0" fmla="*/ 324 w 325"/>
                    <a:gd name="T1" fmla="*/ 56 h 170"/>
                    <a:gd name="T2" fmla="*/ 268 w 325"/>
                    <a:gd name="T3" fmla="*/ 0 h 170"/>
                    <a:gd name="T4" fmla="*/ 56 w 325"/>
                    <a:gd name="T5" fmla="*/ 0 h 170"/>
                    <a:gd name="T6" fmla="*/ 0 w 325"/>
                    <a:gd name="T7" fmla="*/ 56 h 170"/>
                    <a:gd name="T8" fmla="*/ 0 w 325"/>
                    <a:gd name="T9" fmla="*/ 113 h 170"/>
                    <a:gd name="T10" fmla="*/ 56 w 325"/>
                    <a:gd name="T11" fmla="*/ 169 h 170"/>
                    <a:gd name="T12" fmla="*/ 268 w 325"/>
                    <a:gd name="T13" fmla="*/ 169 h 170"/>
                    <a:gd name="T14" fmla="*/ 324 w 325"/>
                    <a:gd name="T15" fmla="*/ 113 h 170"/>
                    <a:gd name="T16" fmla="*/ 324 w 325"/>
                    <a:gd name="T17" fmla="*/ 56 h 1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25" h="170">
                      <a:moveTo>
                        <a:pt x="324" y="56"/>
                      </a:moveTo>
                      <a:cubicBezTo>
                        <a:pt x="324" y="25"/>
                        <a:pt x="299" y="0"/>
                        <a:pt x="268" y="0"/>
                      </a:cubicBezTo>
                      <a:cubicBezTo>
                        <a:pt x="197" y="0"/>
                        <a:pt x="127" y="0"/>
                        <a:pt x="56" y="0"/>
                      </a:cubicBezTo>
                      <a:cubicBezTo>
                        <a:pt x="25" y="0"/>
                        <a:pt x="0" y="25"/>
                        <a:pt x="0" y="56"/>
                      </a:cubicBezTo>
                      <a:cubicBezTo>
                        <a:pt x="0" y="75"/>
                        <a:pt x="0" y="94"/>
                        <a:pt x="0" y="113"/>
                      </a:cubicBezTo>
                      <a:cubicBezTo>
                        <a:pt x="0" y="144"/>
                        <a:pt x="25" y="169"/>
                        <a:pt x="56" y="169"/>
                      </a:cubicBezTo>
                      <a:cubicBezTo>
                        <a:pt x="127" y="169"/>
                        <a:pt x="197" y="169"/>
                        <a:pt x="268" y="169"/>
                      </a:cubicBezTo>
                      <a:cubicBezTo>
                        <a:pt x="299" y="169"/>
                        <a:pt x="324" y="144"/>
                        <a:pt x="324" y="113"/>
                      </a:cubicBezTo>
                      <a:cubicBezTo>
                        <a:pt x="324" y="94"/>
                        <a:pt x="324" y="75"/>
                        <a:pt x="324" y="56"/>
                      </a:cubicBezTo>
                    </a:path>
                  </a:pathLst>
                </a:custGeom>
                <a:noFill/>
                <a:ln w="15875"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noProof="0"/>
                </a:p>
              </p:txBody>
            </p:sp>
            <p:sp>
              <p:nvSpPr>
                <p:cNvPr id="68" name="Freeform 144">
                  <a:extLst>
                    <a:ext uri="{FF2B5EF4-FFF2-40B4-BE49-F238E27FC236}">
                      <a16:creationId xmlns:a16="http://schemas.microsoft.com/office/drawing/2014/main" id="{069C215B-E238-8749-2293-AB40D9CFE65E}"/>
                    </a:ext>
                  </a:extLst>
                </p:cNvPr>
                <p:cNvSpPr>
                  <a:spLocks noChangeArrowheads="1"/>
                </p:cNvSpPr>
                <p:nvPr/>
              </p:nvSpPr>
              <p:spPr bwMode="auto">
                <a:xfrm>
                  <a:off x="2825750" y="4546600"/>
                  <a:ext cx="15875" cy="1588"/>
                </a:xfrm>
                <a:custGeom>
                  <a:avLst/>
                  <a:gdLst>
                    <a:gd name="T0" fmla="*/ 43 w 44"/>
                    <a:gd name="T1" fmla="*/ 0 h 1"/>
                    <a:gd name="T2" fmla="*/ 0 w 44"/>
                    <a:gd name="T3" fmla="*/ 0 h 1"/>
                  </a:gdLst>
                  <a:ahLst/>
                  <a:cxnLst>
                    <a:cxn ang="0">
                      <a:pos x="T0" y="T1"/>
                    </a:cxn>
                    <a:cxn ang="0">
                      <a:pos x="T2" y="T3"/>
                    </a:cxn>
                  </a:cxnLst>
                  <a:rect l="0" t="0" r="r" b="b"/>
                  <a:pathLst>
                    <a:path w="44" h="1">
                      <a:moveTo>
                        <a:pt x="43" y="0"/>
                      </a:moveTo>
                      <a:cubicBezTo>
                        <a:pt x="29" y="0"/>
                        <a:pt x="14" y="0"/>
                        <a:pt x="0" y="0"/>
                      </a:cubicBezTo>
                    </a:path>
                  </a:pathLst>
                </a:custGeom>
                <a:noFill/>
                <a:ln w="15875" cap="rnd">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GB" noProof="0"/>
                </a:p>
              </p:txBody>
            </p:sp>
            <p:sp>
              <p:nvSpPr>
                <p:cNvPr id="69" name="Freeform 145">
                  <a:extLst>
                    <a:ext uri="{FF2B5EF4-FFF2-40B4-BE49-F238E27FC236}">
                      <a16:creationId xmlns:a16="http://schemas.microsoft.com/office/drawing/2014/main" id="{C646E867-E0BA-E1B8-996D-8C59F1D1098C}"/>
                    </a:ext>
                  </a:extLst>
                </p:cNvPr>
                <p:cNvSpPr>
                  <a:spLocks noChangeArrowheads="1"/>
                </p:cNvSpPr>
                <p:nvPr/>
              </p:nvSpPr>
              <p:spPr bwMode="auto">
                <a:xfrm>
                  <a:off x="2601913" y="4422775"/>
                  <a:ext cx="117475" cy="61913"/>
                </a:xfrm>
                <a:custGeom>
                  <a:avLst/>
                  <a:gdLst>
                    <a:gd name="T0" fmla="*/ 325 w 326"/>
                    <a:gd name="T1" fmla="*/ 56 h 170"/>
                    <a:gd name="T2" fmla="*/ 268 w 326"/>
                    <a:gd name="T3" fmla="*/ 0 h 170"/>
                    <a:gd name="T4" fmla="*/ 57 w 326"/>
                    <a:gd name="T5" fmla="*/ 0 h 170"/>
                    <a:gd name="T6" fmla="*/ 0 w 326"/>
                    <a:gd name="T7" fmla="*/ 56 h 170"/>
                    <a:gd name="T8" fmla="*/ 0 w 326"/>
                    <a:gd name="T9" fmla="*/ 113 h 170"/>
                    <a:gd name="T10" fmla="*/ 57 w 326"/>
                    <a:gd name="T11" fmla="*/ 169 h 170"/>
                    <a:gd name="T12" fmla="*/ 268 w 326"/>
                    <a:gd name="T13" fmla="*/ 169 h 170"/>
                    <a:gd name="T14" fmla="*/ 325 w 326"/>
                    <a:gd name="T15" fmla="*/ 113 h 170"/>
                    <a:gd name="T16" fmla="*/ 325 w 326"/>
                    <a:gd name="T17" fmla="*/ 56 h 1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26" h="170">
                      <a:moveTo>
                        <a:pt x="325" y="56"/>
                      </a:moveTo>
                      <a:cubicBezTo>
                        <a:pt x="325" y="25"/>
                        <a:pt x="300" y="0"/>
                        <a:pt x="268" y="0"/>
                      </a:cubicBezTo>
                      <a:cubicBezTo>
                        <a:pt x="198" y="0"/>
                        <a:pt x="127" y="0"/>
                        <a:pt x="57" y="0"/>
                      </a:cubicBezTo>
                      <a:cubicBezTo>
                        <a:pt x="26" y="0"/>
                        <a:pt x="0" y="25"/>
                        <a:pt x="0" y="56"/>
                      </a:cubicBezTo>
                      <a:cubicBezTo>
                        <a:pt x="0" y="75"/>
                        <a:pt x="0" y="94"/>
                        <a:pt x="0" y="113"/>
                      </a:cubicBezTo>
                      <a:cubicBezTo>
                        <a:pt x="0" y="144"/>
                        <a:pt x="26" y="169"/>
                        <a:pt x="57" y="169"/>
                      </a:cubicBezTo>
                      <a:cubicBezTo>
                        <a:pt x="127" y="169"/>
                        <a:pt x="198" y="169"/>
                        <a:pt x="268" y="169"/>
                      </a:cubicBezTo>
                      <a:cubicBezTo>
                        <a:pt x="300" y="169"/>
                        <a:pt x="325" y="144"/>
                        <a:pt x="325" y="113"/>
                      </a:cubicBezTo>
                      <a:cubicBezTo>
                        <a:pt x="325" y="94"/>
                        <a:pt x="325" y="75"/>
                        <a:pt x="325" y="56"/>
                      </a:cubicBezTo>
                    </a:path>
                  </a:pathLst>
                </a:custGeom>
                <a:noFill/>
                <a:ln w="15875"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noProof="0"/>
                </a:p>
              </p:txBody>
            </p:sp>
            <p:sp>
              <p:nvSpPr>
                <p:cNvPr id="70" name="Freeform 146">
                  <a:extLst>
                    <a:ext uri="{FF2B5EF4-FFF2-40B4-BE49-F238E27FC236}">
                      <a16:creationId xmlns:a16="http://schemas.microsoft.com/office/drawing/2014/main" id="{6FC36467-CAE1-5A8E-2269-734228B26224}"/>
                    </a:ext>
                  </a:extLst>
                </p:cNvPr>
                <p:cNvSpPr>
                  <a:spLocks noChangeArrowheads="1"/>
                </p:cNvSpPr>
                <p:nvPr/>
              </p:nvSpPr>
              <p:spPr bwMode="auto">
                <a:xfrm>
                  <a:off x="2678113" y="4452938"/>
                  <a:ext cx="15875" cy="1587"/>
                </a:xfrm>
                <a:custGeom>
                  <a:avLst/>
                  <a:gdLst>
                    <a:gd name="T0" fmla="*/ 42 w 43"/>
                    <a:gd name="T1" fmla="*/ 0 h 1"/>
                    <a:gd name="T2" fmla="*/ 0 w 43"/>
                    <a:gd name="T3" fmla="*/ 0 h 1"/>
                  </a:gdLst>
                  <a:ahLst/>
                  <a:cxnLst>
                    <a:cxn ang="0">
                      <a:pos x="T0" y="T1"/>
                    </a:cxn>
                    <a:cxn ang="0">
                      <a:pos x="T2" y="T3"/>
                    </a:cxn>
                  </a:cxnLst>
                  <a:rect l="0" t="0" r="r" b="b"/>
                  <a:pathLst>
                    <a:path w="43" h="1">
                      <a:moveTo>
                        <a:pt x="42" y="0"/>
                      </a:moveTo>
                      <a:cubicBezTo>
                        <a:pt x="28" y="0"/>
                        <a:pt x="14" y="0"/>
                        <a:pt x="0" y="0"/>
                      </a:cubicBezTo>
                    </a:path>
                  </a:pathLst>
                </a:custGeom>
                <a:noFill/>
                <a:ln w="15875" cap="rnd">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GB" noProof="0"/>
                </a:p>
              </p:txBody>
            </p:sp>
            <p:sp>
              <p:nvSpPr>
                <p:cNvPr id="71" name="Freeform 147">
                  <a:extLst>
                    <a:ext uri="{FF2B5EF4-FFF2-40B4-BE49-F238E27FC236}">
                      <a16:creationId xmlns:a16="http://schemas.microsoft.com/office/drawing/2014/main" id="{4B435EF4-22E9-F8BF-74E7-FD44D6D37142}"/>
                    </a:ext>
                  </a:extLst>
                </p:cNvPr>
                <p:cNvSpPr>
                  <a:spLocks noChangeArrowheads="1"/>
                </p:cNvSpPr>
                <p:nvPr/>
              </p:nvSpPr>
              <p:spPr bwMode="auto">
                <a:xfrm>
                  <a:off x="2601913" y="4516438"/>
                  <a:ext cx="117475" cy="61912"/>
                </a:xfrm>
                <a:custGeom>
                  <a:avLst/>
                  <a:gdLst>
                    <a:gd name="T0" fmla="*/ 325 w 326"/>
                    <a:gd name="T1" fmla="*/ 56 h 170"/>
                    <a:gd name="T2" fmla="*/ 268 w 326"/>
                    <a:gd name="T3" fmla="*/ 0 h 170"/>
                    <a:gd name="T4" fmla="*/ 57 w 326"/>
                    <a:gd name="T5" fmla="*/ 0 h 170"/>
                    <a:gd name="T6" fmla="*/ 0 w 326"/>
                    <a:gd name="T7" fmla="*/ 56 h 170"/>
                    <a:gd name="T8" fmla="*/ 0 w 326"/>
                    <a:gd name="T9" fmla="*/ 113 h 170"/>
                    <a:gd name="T10" fmla="*/ 57 w 326"/>
                    <a:gd name="T11" fmla="*/ 169 h 170"/>
                    <a:gd name="T12" fmla="*/ 268 w 326"/>
                    <a:gd name="T13" fmla="*/ 169 h 170"/>
                    <a:gd name="T14" fmla="*/ 325 w 326"/>
                    <a:gd name="T15" fmla="*/ 113 h 170"/>
                    <a:gd name="T16" fmla="*/ 325 w 326"/>
                    <a:gd name="T17" fmla="*/ 56 h 1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26" h="170">
                      <a:moveTo>
                        <a:pt x="325" y="56"/>
                      </a:moveTo>
                      <a:cubicBezTo>
                        <a:pt x="325" y="25"/>
                        <a:pt x="300" y="0"/>
                        <a:pt x="268" y="0"/>
                      </a:cubicBezTo>
                      <a:cubicBezTo>
                        <a:pt x="198" y="0"/>
                        <a:pt x="127" y="0"/>
                        <a:pt x="57" y="0"/>
                      </a:cubicBezTo>
                      <a:cubicBezTo>
                        <a:pt x="26" y="0"/>
                        <a:pt x="0" y="25"/>
                        <a:pt x="0" y="56"/>
                      </a:cubicBezTo>
                      <a:cubicBezTo>
                        <a:pt x="0" y="75"/>
                        <a:pt x="0" y="94"/>
                        <a:pt x="0" y="113"/>
                      </a:cubicBezTo>
                      <a:cubicBezTo>
                        <a:pt x="0" y="144"/>
                        <a:pt x="26" y="169"/>
                        <a:pt x="57" y="169"/>
                      </a:cubicBezTo>
                      <a:cubicBezTo>
                        <a:pt x="127" y="169"/>
                        <a:pt x="198" y="169"/>
                        <a:pt x="268" y="169"/>
                      </a:cubicBezTo>
                      <a:cubicBezTo>
                        <a:pt x="300" y="169"/>
                        <a:pt x="325" y="144"/>
                        <a:pt x="325" y="113"/>
                      </a:cubicBezTo>
                      <a:cubicBezTo>
                        <a:pt x="325" y="94"/>
                        <a:pt x="325" y="75"/>
                        <a:pt x="325" y="56"/>
                      </a:cubicBezTo>
                    </a:path>
                  </a:pathLst>
                </a:custGeom>
                <a:noFill/>
                <a:ln w="15875"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noProof="0"/>
                </a:p>
              </p:txBody>
            </p:sp>
            <p:sp>
              <p:nvSpPr>
                <p:cNvPr id="72" name="Freeform 148">
                  <a:extLst>
                    <a:ext uri="{FF2B5EF4-FFF2-40B4-BE49-F238E27FC236}">
                      <a16:creationId xmlns:a16="http://schemas.microsoft.com/office/drawing/2014/main" id="{35CA169E-62B0-9B88-C375-3870498F401E}"/>
                    </a:ext>
                  </a:extLst>
                </p:cNvPr>
                <p:cNvSpPr>
                  <a:spLocks noChangeArrowheads="1"/>
                </p:cNvSpPr>
                <p:nvPr/>
              </p:nvSpPr>
              <p:spPr bwMode="auto">
                <a:xfrm>
                  <a:off x="2678113" y="4546600"/>
                  <a:ext cx="15875" cy="1588"/>
                </a:xfrm>
                <a:custGeom>
                  <a:avLst/>
                  <a:gdLst>
                    <a:gd name="T0" fmla="*/ 42 w 43"/>
                    <a:gd name="T1" fmla="*/ 0 h 1"/>
                    <a:gd name="T2" fmla="*/ 0 w 43"/>
                    <a:gd name="T3" fmla="*/ 0 h 1"/>
                  </a:gdLst>
                  <a:ahLst/>
                  <a:cxnLst>
                    <a:cxn ang="0">
                      <a:pos x="T0" y="T1"/>
                    </a:cxn>
                    <a:cxn ang="0">
                      <a:pos x="T2" y="T3"/>
                    </a:cxn>
                  </a:cxnLst>
                  <a:rect l="0" t="0" r="r" b="b"/>
                  <a:pathLst>
                    <a:path w="43" h="1">
                      <a:moveTo>
                        <a:pt x="42" y="0"/>
                      </a:moveTo>
                      <a:cubicBezTo>
                        <a:pt x="28" y="0"/>
                        <a:pt x="14" y="0"/>
                        <a:pt x="0" y="0"/>
                      </a:cubicBezTo>
                    </a:path>
                  </a:pathLst>
                </a:custGeom>
                <a:noFill/>
                <a:ln w="15875" cap="rnd">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GB" noProof="0"/>
                </a:p>
              </p:txBody>
            </p:sp>
            <p:sp>
              <p:nvSpPr>
                <p:cNvPr id="73" name="Freeform 149">
                  <a:extLst>
                    <a:ext uri="{FF2B5EF4-FFF2-40B4-BE49-F238E27FC236}">
                      <a16:creationId xmlns:a16="http://schemas.microsoft.com/office/drawing/2014/main" id="{1406658F-B31F-44E4-3F9E-7B9F6B5EE71C}"/>
                    </a:ext>
                  </a:extLst>
                </p:cNvPr>
                <p:cNvSpPr>
                  <a:spLocks noChangeArrowheads="1"/>
                </p:cNvSpPr>
                <p:nvPr/>
              </p:nvSpPr>
              <p:spPr bwMode="auto">
                <a:xfrm>
                  <a:off x="2455863" y="4516438"/>
                  <a:ext cx="117475" cy="61912"/>
                </a:xfrm>
                <a:custGeom>
                  <a:avLst/>
                  <a:gdLst>
                    <a:gd name="T0" fmla="*/ 325 w 326"/>
                    <a:gd name="T1" fmla="*/ 56 h 170"/>
                    <a:gd name="T2" fmla="*/ 268 w 326"/>
                    <a:gd name="T3" fmla="*/ 0 h 170"/>
                    <a:gd name="T4" fmla="*/ 57 w 326"/>
                    <a:gd name="T5" fmla="*/ 0 h 170"/>
                    <a:gd name="T6" fmla="*/ 0 w 326"/>
                    <a:gd name="T7" fmla="*/ 56 h 170"/>
                    <a:gd name="T8" fmla="*/ 0 w 326"/>
                    <a:gd name="T9" fmla="*/ 113 h 170"/>
                    <a:gd name="T10" fmla="*/ 57 w 326"/>
                    <a:gd name="T11" fmla="*/ 169 h 170"/>
                    <a:gd name="T12" fmla="*/ 268 w 326"/>
                    <a:gd name="T13" fmla="*/ 169 h 170"/>
                    <a:gd name="T14" fmla="*/ 325 w 326"/>
                    <a:gd name="T15" fmla="*/ 113 h 170"/>
                    <a:gd name="T16" fmla="*/ 325 w 326"/>
                    <a:gd name="T17" fmla="*/ 56 h 1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26" h="170">
                      <a:moveTo>
                        <a:pt x="325" y="56"/>
                      </a:moveTo>
                      <a:cubicBezTo>
                        <a:pt x="325" y="25"/>
                        <a:pt x="299" y="0"/>
                        <a:pt x="268" y="0"/>
                      </a:cubicBezTo>
                      <a:cubicBezTo>
                        <a:pt x="198" y="0"/>
                        <a:pt x="127" y="0"/>
                        <a:pt x="57" y="0"/>
                      </a:cubicBezTo>
                      <a:cubicBezTo>
                        <a:pt x="25" y="0"/>
                        <a:pt x="0" y="25"/>
                        <a:pt x="0" y="56"/>
                      </a:cubicBezTo>
                      <a:cubicBezTo>
                        <a:pt x="0" y="75"/>
                        <a:pt x="0" y="94"/>
                        <a:pt x="0" y="113"/>
                      </a:cubicBezTo>
                      <a:cubicBezTo>
                        <a:pt x="0" y="144"/>
                        <a:pt x="25" y="169"/>
                        <a:pt x="57" y="169"/>
                      </a:cubicBezTo>
                      <a:cubicBezTo>
                        <a:pt x="127" y="169"/>
                        <a:pt x="198" y="169"/>
                        <a:pt x="268" y="169"/>
                      </a:cubicBezTo>
                      <a:cubicBezTo>
                        <a:pt x="299" y="169"/>
                        <a:pt x="325" y="144"/>
                        <a:pt x="325" y="113"/>
                      </a:cubicBezTo>
                      <a:cubicBezTo>
                        <a:pt x="325" y="94"/>
                        <a:pt x="325" y="75"/>
                        <a:pt x="325" y="56"/>
                      </a:cubicBezTo>
                    </a:path>
                  </a:pathLst>
                </a:custGeom>
                <a:noFill/>
                <a:ln w="15875"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noProof="0"/>
                </a:p>
              </p:txBody>
            </p:sp>
            <p:sp>
              <p:nvSpPr>
                <p:cNvPr id="74" name="Freeform 150">
                  <a:extLst>
                    <a:ext uri="{FF2B5EF4-FFF2-40B4-BE49-F238E27FC236}">
                      <a16:creationId xmlns:a16="http://schemas.microsoft.com/office/drawing/2014/main" id="{1D94BC9C-267E-879C-5D12-6728F1A02B9D}"/>
                    </a:ext>
                  </a:extLst>
                </p:cNvPr>
                <p:cNvSpPr>
                  <a:spLocks noChangeArrowheads="1"/>
                </p:cNvSpPr>
                <p:nvPr/>
              </p:nvSpPr>
              <p:spPr bwMode="auto">
                <a:xfrm>
                  <a:off x="2532063" y="4546600"/>
                  <a:ext cx="15875" cy="1588"/>
                </a:xfrm>
                <a:custGeom>
                  <a:avLst/>
                  <a:gdLst>
                    <a:gd name="T0" fmla="*/ 42 w 43"/>
                    <a:gd name="T1" fmla="*/ 0 h 1"/>
                    <a:gd name="T2" fmla="*/ 0 w 43"/>
                    <a:gd name="T3" fmla="*/ 0 h 1"/>
                  </a:gdLst>
                  <a:ahLst/>
                  <a:cxnLst>
                    <a:cxn ang="0">
                      <a:pos x="T0" y="T1"/>
                    </a:cxn>
                    <a:cxn ang="0">
                      <a:pos x="T2" y="T3"/>
                    </a:cxn>
                  </a:cxnLst>
                  <a:rect l="0" t="0" r="r" b="b"/>
                  <a:pathLst>
                    <a:path w="43" h="1">
                      <a:moveTo>
                        <a:pt x="42" y="0"/>
                      </a:moveTo>
                      <a:cubicBezTo>
                        <a:pt x="28" y="0"/>
                        <a:pt x="14" y="0"/>
                        <a:pt x="0" y="0"/>
                      </a:cubicBezTo>
                    </a:path>
                  </a:pathLst>
                </a:custGeom>
                <a:noFill/>
                <a:ln w="15875" cap="rnd">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GB" noProof="0"/>
                </a:p>
              </p:txBody>
            </p:sp>
          </p:grpSp>
        </p:grpSp>
        <p:grpSp>
          <p:nvGrpSpPr>
            <p:cNvPr id="79" name="Group 78">
              <a:extLst>
                <a:ext uri="{FF2B5EF4-FFF2-40B4-BE49-F238E27FC236}">
                  <a16:creationId xmlns:a16="http://schemas.microsoft.com/office/drawing/2014/main" id="{43D4FECB-45D1-423E-5F70-4BF4D4DFB2F8}"/>
                </a:ext>
              </a:extLst>
            </p:cNvPr>
            <p:cNvGrpSpPr>
              <a:grpSpLocks noChangeAspect="1"/>
            </p:cNvGrpSpPr>
            <p:nvPr/>
          </p:nvGrpSpPr>
          <p:grpSpPr>
            <a:xfrm>
              <a:off x="20258349" y="9558143"/>
              <a:ext cx="1113508" cy="1113510"/>
              <a:chOff x="10655081" y="510378"/>
              <a:chExt cx="788067" cy="788068"/>
            </a:xfrm>
          </p:grpSpPr>
          <p:sp>
            <p:nvSpPr>
              <p:cNvPr id="80" name="Freeform 63">
                <a:extLst>
                  <a:ext uri="{FF2B5EF4-FFF2-40B4-BE49-F238E27FC236}">
                    <a16:creationId xmlns:a16="http://schemas.microsoft.com/office/drawing/2014/main" id="{3514EE83-25CA-B117-5629-8112B59DE777}"/>
                  </a:ext>
                </a:extLst>
              </p:cNvPr>
              <p:cNvSpPr>
                <a:spLocks noChangeArrowheads="1"/>
              </p:cNvSpPr>
              <p:nvPr/>
            </p:nvSpPr>
            <p:spPr bwMode="auto">
              <a:xfrm>
                <a:off x="10655081" y="510378"/>
                <a:ext cx="788067" cy="788068"/>
              </a:xfrm>
              <a:custGeom>
                <a:avLst/>
                <a:gdLst>
                  <a:gd name="T0" fmla="*/ 1468 w 1751"/>
                  <a:gd name="T1" fmla="*/ 1750 h 1751"/>
                  <a:gd name="T2" fmla="*/ 1750 w 1751"/>
                  <a:gd name="T3" fmla="*/ 1467 h 1751"/>
                  <a:gd name="T4" fmla="*/ 1750 w 1751"/>
                  <a:gd name="T5" fmla="*/ 282 h 1751"/>
                  <a:gd name="T6" fmla="*/ 1468 w 1751"/>
                  <a:gd name="T7" fmla="*/ 0 h 1751"/>
                  <a:gd name="T8" fmla="*/ 282 w 1751"/>
                  <a:gd name="T9" fmla="*/ 0 h 1751"/>
                  <a:gd name="T10" fmla="*/ 0 w 1751"/>
                  <a:gd name="T11" fmla="*/ 282 h 1751"/>
                  <a:gd name="T12" fmla="*/ 0 w 1751"/>
                  <a:gd name="T13" fmla="*/ 1467 h 1751"/>
                  <a:gd name="T14" fmla="*/ 282 w 1751"/>
                  <a:gd name="T15" fmla="*/ 1750 h 1751"/>
                  <a:gd name="T16" fmla="*/ 1468 w 1751"/>
                  <a:gd name="T17" fmla="*/ 1750 h 17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751" h="1751">
                    <a:moveTo>
                      <a:pt x="1468" y="1750"/>
                    </a:moveTo>
                    <a:cubicBezTo>
                      <a:pt x="1623" y="1750"/>
                      <a:pt x="1750" y="1623"/>
                      <a:pt x="1750" y="1467"/>
                    </a:cubicBezTo>
                    <a:cubicBezTo>
                      <a:pt x="1750" y="1072"/>
                      <a:pt x="1750" y="677"/>
                      <a:pt x="1750" y="282"/>
                    </a:cubicBezTo>
                    <a:cubicBezTo>
                      <a:pt x="1750" y="127"/>
                      <a:pt x="1623" y="0"/>
                      <a:pt x="1468" y="0"/>
                    </a:cubicBezTo>
                    <a:cubicBezTo>
                      <a:pt x="1073" y="0"/>
                      <a:pt x="677" y="0"/>
                      <a:pt x="282" y="0"/>
                    </a:cubicBezTo>
                    <a:cubicBezTo>
                      <a:pt x="127" y="0"/>
                      <a:pt x="0" y="127"/>
                      <a:pt x="0" y="282"/>
                    </a:cubicBezTo>
                    <a:cubicBezTo>
                      <a:pt x="0" y="677"/>
                      <a:pt x="0" y="1072"/>
                      <a:pt x="0" y="1467"/>
                    </a:cubicBezTo>
                    <a:cubicBezTo>
                      <a:pt x="0" y="1623"/>
                      <a:pt x="127" y="1750"/>
                      <a:pt x="282" y="1750"/>
                    </a:cubicBezTo>
                    <a:cubicBezTo>
                      <a:pt x="677" y="1750"/>
                      <a:pt x="1073" y="1750"/>
                      <a:pt x="1468" y="1750"/>
                    </a:cubicBezTo>
                  </a:path>
                </a:pathLst>
              </a:custGeom>
              <a:noFill/>
              <a:ln w="15875"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noProof="0"/>
              </a:p>
            </p:txBody>
          </p:sp>
          <p:grpSp>
            <p:nvGrpSpPr>
              <p:cNvPr id="81" name="Group 80">
                <a:extLst>
                  <a:ext uri="{FF2B5EF4-FFF2-40B4-BE49-F238E27FC236}">
                    <a16:creationId xmlns:a16="http://schemas.microsoft.com/office/drawing/2014/main" id="{CF061B06-3F22-6E44-61E1-E05B86AFCCAE}"/>
                  </a:ext>
                </a:extLst>
              </p:cNvPr>
              <p:cNvGrpSpPr/>
              <p:nvPr/>
            </p:nvGrpSpPr>
            <p:grpSpPr>
              <a:xfrm>
                <a:off x="10744408" y="603676"/>
                <a:ext cx="609413" cy="601472"/>
                <a:chOff x="10744408" y="603676"/>
                <a:chExt cx="609413" cy="601472"/>
              </a:xfrm>
            </p:grpSpPr>
            <p:sp>
              <p:nvSpPr>
                <p:cNvPr id="82" name="Freeform 64">
                  <a:extLst>
                    <a:ext uri="{FF2B5EF4-FFF2-40B4-BE49-F238E27FC236}">
                      <a16:creationId xmlns:a16="http://schemas.microsoft.com/office/drawing/2014/main" id="{83676F2F-D49B-A7C1-966A-C00CB891073C}"/>
                    </a:ext>
                  </a:extLst>
                </p:cNvPr>
                <p:cNvSpPr>
                  <a:spLocks noChangeArrowheads="1"/>
                </p:cNvSpPr>
                <p:nvPr/>
              </p:nvSpPr>
              <p:spPr bwMode="auto">
                <a:xfrm>
                  <a:off x="10841676" y="625510"/>
                  <a:ext cx="89327" cy="89328"/>
                </a:xfrm>
                <a:custGeom>
                  <a:avLst/>
                  <a:gdLst>
                    <a:gd name="T0" fmla="*/ 198 w 199"/>
                    <a:gd name="T1" fmla="*/ 98 h 198"/>
                    <a:gd name="T2" fmla="*/ 184 w 199"/>
                    <a:gd name="T3" fmla="*/ 148 h 198"/>
                    <a:gd name="T4" fmla="*/ 148 w 199"/>
                    <a:gd name="T5" fmla="*/ 184 h 198"/>
                    <a:gd name="T6" fmla="*/ 99 w 199"/>
                    <a:gd name="T7" fmla="*/ 197 h 198"/>
                    <a:gd name="T8" fmla="*/ 49 w 199"/>
                    <a:gd name="T9" fmla="*/ 184 h 198"/>
                    <a:gd name="T10" fmla="*/ 13 w 199"/>
                    <a:gd name="T11" fmla="*/ 148 h 198"/>
                    <a:gd name="T12" fmla="*/ 0 w 199"/>
                    <a:gd name="T13" fmla="*/ 98 h 198"/>
                    <a:gd name="T14" fmla="*/ 13 w 199"/>
                    <a:gd name="T15" fmla="*/ 49 h 198"/>
                    <a:gd name="T16" fmla="*/ 49 w 199"/>
                    <a:gd name="T17" fmla="*/ 13 h 198"/>
                    <a:gd name="T18" fmla="*/ 99 w 199"/>
                    <a:gd name="T19" fmla="*/ 0 h 198"/>
                    <a:gd name="T20" fmla="*/ 148 w 199"/>
                    <a:gd name="T21" fmla="*/ 13 h 198"/>
                    <a:gd name="T22" fmla="*/ 184 w 199"/>
                    <a:gd name="T23" fmla="*/ 49 h 198"/>
                    <a:gd name="T24" fmla="*/ 198 w 199"/>
                    <a:gd name="T25" fmla="*/ 98 h 1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99" h="198">
                      <a:moveTo>
                        <a:pt x="198" y="98"/>
                      </a:moveTo>
                      <a:cubicBezTo>
                        <a:pt x="198" y="117"/>
                        <a:pt x="193" y="132"/>
                        <a:pt x="184" y="148"/>
                      </a:cubicBezTo>
                      <a:cubicBezTo>
                        <a:pt x="175" y="164"/>
                        <a:pt x="164" y="175"/>
                        <a:pt x="148" y="184"/>
                      </a:cubicBezTo>
                      <a:cubicBezTo>
                        <a:pt x="132" y="193"/>
                        <a:pt x="117" y="197"/>
                        <a:pt x="99" y="197"/>
                      </a:cubicBezTo>
                      <a:cubicBezTo>
                        <a:pt x="81" y="197"/>
                        <a:pt x="65" y="193"/>
                        <a:pt x="49" y="184"/>
                      </a:cubicBezTo>
                      <a:cubicBezTo>
                        <a:pt x="34" y="175"/>
                        <a:pt x="22" y="164"/>
                        <a:pt x="13" y="148"/>
                      </a:cubicBezTo>
                      <a:cubicBezTo>
                        <a:pt x="4" y="132"/>
                        <a:pt x="0" y="116"/>
                        <a:pt x="0" y="98"/>
                      </a:cubicBezTo>
                      <a:cubicBezTo>
                        <a:pt x="0" y="79"/>
                        <a:pt x="4" y="65"/>
                        <a:pt x="13" y="49"/>
                      </a:cubicBezTo>
                      <a:cubicBezTo>
                        <a:pt x="22" y="33"/>
                        <a:pt x="34" y="22"/>
                        <a:pt x="49" y="13"/>
                      </a:cubicBezTo>
                      <a:cubicBezTo>
                        <a:pt x="65" y="4"/>
                        <a:pt x="81" y="0"/>
                        <a:pt x="99" y="0"/>
                      </a:cubicBezTo>
                      <a:cubicBezTo>
                        <a:pt x="117" y="0"/>
                        <a:pt x="132" y="4"/>
                        <a:pt x="148" y="13"/>
                      </a:cubicBezTo>
                      <a:cubicBezTo>
                        <a:pt x="164" y="22"/>
                        <a:pt x="175" y="33"/>
                        <a:pt x="184" y="49"/>
                      </a:cubicBezTo>
                      <a:cubicBezTo>
                        <a:pt x="193" y="65"/>
                        <a:pt x="198" y="80"/>
                        <a:pt x="198" y="98"/>
                      </a:cubicBezTo>
                    </a:path>
                  </a:pathLst>
                </a:custGeom>
                <a:noFill/>
                <a:ln w="15875"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noProof="0"/>
                </a:p>
              </p:txBody>
            </p:sp>
            <p:sp>
              <p:nvSpPr>
                <p:cNvPr id="83" name="Freeform 65">
                  <a:extLst>
                    <a:ext uri="{FF2B5EF4-FFF2-40B4-BE49-F238E27FC236}">
                      <a16:creationId xmlns:a16="http://schemas.microsoft.com/office/drawing/2014/main" id="{9A1D1CC8-A04E-8860-EE36-6D6CCEA60637}"/>
                    </a:ext>
                  </a:extLst>
                </p:cNvPr>
                <p:cNvSpPr>
                  <a:spLocks noChangeArrowheads="1"/>
                </p:cNvSpPr>
                <p:nvPr/>
              </p:nvSpPr>
              <p:spPr bwMode="auto">
                <a:xfrm>
                  <a:off x="10744408" y="603676"/>
                  <a:ext cx="325549" cy="601471"/>
                </a:xfrm>
                <a:custGeom>
                  <a:avLst/>
                  <a:gdLst>
                    <a:gd name="T0" fmla="*/ 453 w 725"/>
                    <a:gd name="T1" fmla="*/ 1284 h 1335"/>
                    <a:gd name="T2" fmla="*/ 403 w 725"/>
                    <a:gd name="T3" fmla="*/ 1334 h 1335"/>
                    <a:gd name="T4" fmla="*/ 354 w 725"/>
                    <a:gd name="T5" fmla="*/ 1284 h 1335"/>
                    <a:gd name="T6" fmla="*/ 354 w 725"/>
                    <a:gd name="T7" fmla="*/ 865 h 1335"/>
                    <a:gd name="T8" fmla="*/ 313 w 725"/>
                    <a:gd name="T9" fmla="*/ 823 h 1335"/>
                    <a:gd name="T10" fmla="*/ 272 w 725"/>
                    <a:gd name="T11" fmla="*/ 865 h 1335"/>
                    <a:gd name="T12" fmla="*/ 272 w 725"/>
                    <a:gd name="T13" fmla="*/ 1284 h 1335"/>
                    <a:gd name="T14" fmla="*/ 222 w 725"/>
                    <a:gd name="T15" fmla="*/ 1334 h 1335"/>
                    <a:gd name="T16" fmla="*/ 173 w 725"/>
                    <a:gd name="T17" fmla="*/ 1284 h 1335"/>
                    <a:gd name="T18" fmla="*/ 173 w 725"/>
                    <a:gd name="T19" fmla="*/ 489 h 1335"/>
                    <a:gd name="T20" fmla="*/ 170 w 725"/>
                    <a:gd name="T21" fmla="*/ 484 h 1335"/>
                    <a:gd name="T22" fmla="*/ 164 w 725"/>
                    <a:gd name="T23" fmla="*/ 485 h 1335"/>
                    <a:gd name="T24" fmla="*/ 99 w 725"/>
                    <a:gd name="T25" fmla="*/ 642 h 1335"/>
                    <a:gd name="T26" fmla="*/ 99 w 725"/>
                    <a:gd name="T27" fmla="*/ 766 h 1335"/>
                    <a:gd name="T28" fmla="*/ 49 w 725"/>
                    <a:gd name="T29" fmla="*/ 815 h 1335"/>
                    <a:gd name="T30" fmla="*/ 0 w 725"/>
                    <a:gd name="T31" fmla="*/ 766 h 1335"/>
                    <a:gd name="T32" fmla="*/ 0 w 725"/>
                    <a:gd name="T33" fmla="*/ 634 h 1335"/>
                    <a:gd name="T34" fmla="*/ 313 w 725"/>
                    <a:gd name="T35" fmla="*/ 321 h 1335"/>
                    <a:gd name="T36" fmla="*/ 428 w 725"/>
                    <a:gd name="T37" fmla="*/ 321 h 1335"/>
                    <a:gd name="T38" fmla="*/ 626 w 725"/>
                    <a:gd name="T39" fmla="*/ 123 h 1335"/>
                    <a:gd name="T40" fmla="*/ 626 w 725"/>
                    <a:gd name="T41" fmla="*/ 49 h 1335"/>
                    <a:gd name="T42" fmla="*/ 675 w 725"/>
                    <a:gd name="T43" fmla="*/ 0 h 1335"/>
                    <a:gd name="T44" fmla="*/ 724 w 725"/>
                    <a:gd name="T45" fmla="*/ 49 h 1335"/>
                    <a:gd name="T46" fmla="*/ 724 w 725"/>
                    <a:gd name="T47" fmla="*/ 123 h 1335"/>
                    <a:gd name="T48" fmla="*/ 470 w 725"/>
                    <a:gd name="T49" fmla="*/ 417 h 1335"/>
                    <a:gd name="T50" fmla="*/ 463 w 725"/>
                    <a:gd name="T51" fmla="*/ 418 h 1335"/>
                    <a:gd name="T52" fmla="*/ 453 w 725"/>
                    <a:gd name="T53" fmla="*/ 430 h 1335"/>
                    <a:gd name="T54" fmla="*/ 453 w 725"/>
                    <a:gd name="T55" fmla="*/ 1284 h 13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25" h="1335">
                      <a:moveTo>
                        <a:pt x="453" y="1284"/>
                      </a:moveTo>
                      <a:cubicBezTo>
                        <a:pt x="453" y="1312"/>
                        <a:pt x="431" y="1334"/>
                        <a:pt x="403" y="1334"/>
                      </a:cubicBezTo>
                      <a:cubicBezTo>
                        <a:pt x="376" y="1334"/>
                        <a:pt x="354" y="1312"/>
                        <a:pt x="354" y="1284"/>
                      </a:cubicBezTo>
                      <a:cubicBezTo>
                        <a:pt x="354" y="1144"/>
                        <a:pt x="354" y="1005"/>
                        <a:pt x="354" y="865"/>
                      </a:cubicBezTo>
                      <a:cubicBezTo>
                        <a:pt x="354" y="842"/>
                        <a:pt x="335" y="823"/>
                        <a:pt x="313" y="823"/>
                      </a:cubicBezTo>
                      <a:cubicBezTo>
                        <a:pt x="290" y="823"/>
                        <a:pt x="272" y="842"/>
                        <a:pt x="272" y="865"/>
                      </a:cubicBezTo>
                      <a:cubicBezTo>
                        <a:pt x="272" y="1005"/>
                        <a:pt x="272" y="1144"/>
                        <a:pt x="272" y="1284"/>
                      </a:cubicBezTo>
                      <a:cubicBezTo>
                        <a:pt x="272" y="1312"/>
                        <a:pt x="249" y="1334"/>
                        <a:pt x="222" y="1334"/>
                      </a:cubicBezTo>
                      <a:cubicBezTo>
                        <a:pt x="195" y="1334"/>
                        <a:pt x="173" y="1312"/>
                        <a:pt x="173" y="1284"/>
                      </a:cubicBezTo>
                      <a:cubicBezTo>
                        <a:pt x="173" y="1019"/>
                        <a:pt x="173" y="754"/>
                        <a:pt x="173" y="489"/>
                      </a:cubicBezTo>
                      <a:cubicBezTo>
                        <a:pt x="173" y="487"/>
                        <a:pt x="172" y="485"/>
                        <a:pt x="170" y="484"/>
                      </a:cubicBezTo>
                      <a:cubicBezTo>
                        <a:pt x="168" y="483"/>
                        <a:pt x="165" y="484"/>
                        <a:pt x="164" y="485"/>
                      </a:cubicBezTo>
                      <a:cubicBezTo>
                        <a:pt x="122" y="527"/>
                        <a:pt x="99" y="583"/>
                        <a:pt x="99" y="642"/>
                      </a:cubicBezTo>
                      <a:cubicBezTo>
                        <a:pt x="99" y="683"/>
                        <a:pt x="99" y="725"/>
                        <a:pt x="99" y="766"/>
                      </a:cubicBezTo>
                      <a:cubicBezTo>
                        <a:pt x="99" y="793"/>
                        <a:pt x="77" y="815"/>
                        <a:pt x="49" y="815"/>
                      </a:cubicBezTo>
                      <a:cubicBezTo>
                        <a:pt x="22" y="815"/>
                        <a:pt x="0" y="793"/>
                        <a:pt x="0" y="766"/>
                      </a:cubicBezTo>
                      <a:cubicBezTo>
                        <a:pt x="0" y="722"/>
                        <a:pt x="0" y="678"/>
                        <a:pt x="0" y="634"/>
                      </a:cubicBezTo>
                      <a:cubicBezTo>
                        <a:pt x="0" y="462"/>
                        <a:pt x="140" y="321"/>
                        <a:pt x="313" y="321"/>
                      </a:cubicBezTo>
                      <a:cubicBezTo>
                        <a:pt x="351" y="321"/>
                        <a:pt x="390" y="321"/>
                        <a:pt x="428" y="321"/>
                      </a:cubicBezTo>
                      <a:cubicBezTo>
                        <a:pt x="537" y="321"/>
                        <a:pt x="626" y="232"/>
                        <a:pt x="626" y="123"/>
                      </a:cubicBezTo>
                      <a:cubicBezTo>
                        <a:pt x="626" y="98"/>
                        <a:pt x="626" y="74"/>
                        <a:pt x="626" y="49"/>
                      </a:cubicBezTo>
                      <a:cubicBezTo>
                        <a:pt x="626" y="22"/>
                        <a:pt x="648" y="0"/>
                        <a:pt x="675" y="0"/>
                      </a:cubicBezTo>
                      <a:cubicBezTo>
                        <a:pt x="702" y="0"/>
                        <a:pt x="724" y="22"/>
                        <a:pt x="724" y="49"/>
                      </a:cubicBezTo>
                      <a:cubicBezTo>
                        <a:pt x="724" y="74"/>
                        <a:pt x="724" y="98"/>
                        <a:pt x="724" y="123"/>
                      </a:cubicBezTo>
                      <a:cubicBezTo>
                        <a:pt x="724" y="273"/>
                        <a:pt x="614" y="396"/>
                        <a:pt x="470" y="417"/>
                      </a:cubicBezTo>
                      <a:cubicBezTo>
                        <a:pt x="468" y="417"/>
                        <a:pt x="465" y="418"/>
                        <a:pt x="463" y="418"/>
                      </a:cubicBezTo>
                      <a:cubicBezTo>
                        <a:pt x="457" y="418"/>
                        <a:pt x="453" y="424"/>
                        <a:pt x="453" y="430"/>
                      </a:cubicBezTo>
                      <a:cubicBezTo>
                        <a:pt x="453" y="715"/>
                        <a:pt x="453" y="999"/>
                        <a:pt x="453" y="1284"/>
                      </a:cubicBezTo>
                    </a:path>
                  </a:pathLst>
                </a:custGeom>
                <a:noFill/>
                <a:ln w="15875"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noProof="0"/>
                </a:p>
              </p:txBody>
            </p:sp>
            <p:sp>
              <p:nvSpPr>
                <p:cNvPr id="84" name="Freeform 66">
                  <a:extLst>
                    <a:ext uri="{FF2B5EF4-FFF2-40B4-BE49-F238E27FC236}">
                      <a16:creationId xmlns:a16="http://schemas.microsoft.com/office/drawing/2014/main" id="{F7A4C95E-7A8E-AF4B-32D9-B5271B55C01E}"/>
                    </a:ext>
                  </a:extLst>
                </p:cNvPr>
                <p:cNvSpPr>
                  <a:spLocks noChangeArrowheads="1"/>
                </p:cNvSpPr>
                <p:nvPr/>
              </p:nvSpPr>
              <p:spPr bwMode="auto">
                <a:xfrm>
                  <a:off x="11167225" y="625510"/>
                  <a:ext cx="89327" cy="89328"/>
                </a:xfrm>
                <a:custGeom>
                  <a:avLst/>
                  <a:gdLst>
                    <a:gd name="T0" fmla="*/ 198 w 199"/>
                    <a:gd name="T1" fmla="*/ 98 h 198"/>
                    <a:gd name="T2" fmla="*/ 185 w 199"/>
                    <a:gd name="T3" fmla="*/ 148 h 198"/>
                    <a:gd name="T4" fmla="*/ 149 w 199"/>
                    <a:gd name="T5" fmla="*/ 184 h 198"/>
                    <a:gd name="T6" fmla="*/ 99 w 199"/>
                    <a:gd name="T7" fmla="*/ 197 h 198"/>
                    <a:gd name="T8" fmla="*/ 50 w 199"/>
                    <a:gd name="T9" fmla="*/ 184 h 198"/>
                    <a:gd name="T10" fmla="*/ 14 w 199"/>
                    <a:gd name="T11" fmla="*/ 148 h 198"/>
                    <a:gd name="T12" fmla="*/ 0 w 199"/>
                    <a:gd name="T13" fmla="*/ 98 h 198"/>
                    <a:gd name="T14" fmla="*/ 14 w 199"/>
                    <a:gd name="T15" fmla="*/ 49 h 198"/>
                    <a:gd name="T16" fmla="*/ 50 w 199"/>
                    <a:gd name="T17" fmla="*/ 13 h 198"/>
                    <a:gd name="T18" fmla="*/ 99 w 199"/>
                    <a:gd name="T19" fmla="*/ 0 h 198"/>
                    <a:gd name="T20" fmla="*/ 149 w 199"/>
                    <a:gd name="T21" fmla="*/ 13 h 198"/>
                    <a:gd name="T22" fmla="*/ 185 w 199"/>
                    <a:gd name="T23" fmla="*/ 49 h 198"/>
                    <a:gd name="T24" fmla="*/ 198 w 199"/>
                    <a:gd name="T25" fmla="*/ 98 h 1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99" h="198">
                      <a:moveTo>
                        <a:pt x="198" y="98"/>
                      </a:moveTo>
                      <a:cubicBezTo>
                        <a:pt x="198" y="117"/>
                        <a:pt x="194" y="132"/>
                        <a:pt x="185" y="148"/>
                      </a:cubicBezTo>
                      <a:cubicBezTo>
                        <a:pt x="176" y="164"/>
                        <a:pt x="165" y="175"/>
                        <a:pt x="149" y="184"/>
                      </a:cubicBezTo>
                      <a:cubicBezTo>
                        <a:pt x="134" y="193"/>
                        <a:pt x="117" y="197"/>
                        <a:pt x="99" y="197"/>
                      </a:cubicBezTo>
                      <a:cubicBezTo>
                        <a:pt x="81" y="197"/>
                        <a:pt x="66" y="193"/>
                        <a:pt x="50" y="184"/>
                      </a:cubicBezTo>
                      <a:cubicBezTo>
                        <a:pt x="35" y="175"/>
                        <a:pt x="24" y="164"/>
                        <a:pt x="14" y="148"/>
                      </a:cubicBezTo>
                      <a:cubicBezTo>
                        <a:pt x="5" y="132"/>
                        <a:pt x="0" y="116"/>
                        <a:pt x="0" y="98"/>
                      </a:cubicBezTo>
                      <a:cubicBezTo>
                        <a:pt x="0" y="79"/>
                        <a:pt x="5" y="65"/>
                        <a:pt x="14" y="49"/>
                      </a:cubicBezTo>
                      <a:cubicBezTo>
                        <a:pt x="24" y="33"/>
                        <a:pt x="35" y="22"/>
                        <a:pt x="50" y="13"/>
                      </a:cubicBezTo>
                      <a:cubicBezTo>
                        <a:pt x="66" y="4"/>
                        <a:pt x="81" y="0"/>
                        <a:pt x="99" y="0"/>
                      </a:cubicBezTo>
                      <a:cubicBezTo>
                        <a:pt x="117" y="0"/>
                        <a:pt x="134" y="4"/>
                        <a:pt x="149" y="13"/>
                      </a:cubicBezTo>
                      <a:cubicBezTo>
                        <a:pt x="165" y="22"/>
                        <a:pt x="176" y="33"/>
                        <a:pt x="185" y="49"/>
                      </a:cubicBezTo>
                      <a:cubicBezTo>
                        <a:pt x="194" y="65"/>
                        <a:pt x="198" y="80"/>
                        <a:pt x="198" y="98"/>
                      </a:cubicBezTo>
                    </a:path>
                  </a:pathLst>
                </a:custGeom>
                <a:noFill/>
                <a:ln w="15875"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noProof="0"/>
                </a:p>
              </p:txBody>
            </p:sp>
            <p:sp>
              <p:nvSpPr>
                <p:cNvPr id="85" name="Freeform 67">
                  <a:extLst>
                    <a:ext uri="{FF2B5EF4-FFF2-40B4-BE49-F238E27FC236}">
                      <a16:creationId xmlns:a16="http://schemas.microsoft.com/office/drawing/2014/main" id="{A59D6A1E-3EE5-2EFE-FEB3-0112A6C11B45}"/>
                    </a:ext>
                  </a:extLst>
                </p:cNvPr>
                <p:cNvSpPr>
                  <a:spLocks noChangeArrowheads="1"/>
                </p:cNvSpPr>
                <p:nvPr/>
              </p:nvSpPr>
              <p:spPr bwMode="auto">
                <a:xfrm>
                  <a:off x="11050107" y="659258"/>
                  <a:ext cx="303714" cy="545890"/>
                </a:xfrm>
                <a:custGeom>
                  <a:avLst/>
                  <a:gdLst>
                    <a:gd name="T0" fmla="*/ 0 w 676"/>
                    <a:gd name="T1" fmla="*/ 164 h 1212"/>
                    <a:gd name="T2" fmla="*/ 205 w 676"/>
                    <a:gd name="T3" fmla="*/ 294 h 1212"/>
                    <a:gd name="T4" fmla="*/ 212 w 676"/>
                    <a:gd name="T5" fmla="*/ 295 h 1212"/>
                    <a:gd name="T6" fmla="*/ 222 w 676"/>
                    <a:gd name="T7" fmla="*/ 307 h 1212"/>
                    <a:gd name="T8" fmla="*/ 222 w 676"/>
                    <a:gd name="T9" fmla="*/ 1161 h 1212"/>
                    <a:gd name="T10" fmla="*/ 272 w 676"/>
                    <a:gd name="T11" fmla="*/ 1211 h 1212"/>
                    <a:gd name="T12" fmla="*/ 321 w 676"/>
                    <a:gd name="T13" fmla="*/ 1161 h 1212"/>
                    <a:gd name="T14" fmla="*/ 321 w 676"/>
                    <a:gd name="T15" fmla="*/ 742 h 1212"/>
                    <a:gd name="T16" fmla="*/ 362 w 676"/>
                    <a:gd name="T17" fmla="*/ 700 h 1212"/>
                    <a:gd name="T18" fmla="*/ 403 w 676"/>
                    <a:gd name="T19" fmla="*/ 742 h 1212"/>
                    <a:gd name="T20" fmla="*/ 403 w 676"/>
                    <a:gd name="T21" fmla="*/ 1161 h 1212"/>
                    <a:gd name="T22" fmla="*/ 453 w 676"/>
                    <a:gd name="T23" fmla="*/ 1211 h 1212"/>
                    <a:gd name="T24" fmla="*/ 502 w 676"/>
                    <a:gd name="T25" fmla="*/ 1161 h 1212"/>
                    <a:gd name="T26" fmla="*/ 502 w 676"/>
                    <a:gd name="T27" fmla="*/ 366 h 1212"/>
                    <a:gd name="T28" fmla="*/ 505 w 676"/>
                    <a:gd name="T29" fmla="*/ 361 h 1212"/>
                    <a:gd name="T30" fmla="*/ 511 w 676"/>
                    <a:gd name="T31" fmla="*/ 362 h 1212"/>
                    <a:gd name="T32" fmla="*/ 576 w 676"/>
                    <a:gd name="T33" fmla="*/ 519 h 1212"/>
                    <a:gd name="T34" fmla="*/ 576 w 676"/>
                    <a:gd name="T35" fmla="*/ 643 h 1212"/>
                    <a:gd name="T36" fmla="*/ 626 w 676"/>
                    <a:gd name="T37" fmla="*/ 692 h 1212"/>
                    <a:gd name="T38" fmla="*/ 675 w 676"/>
                    <a:gd name="T39" fmla="*/ 643 h 1212"/>
                    <a:gd name="T40" fmla="*/ 675 w 676"/>
                    <a:gd name="T41" fmla="*/ 511 h 1212"/>
                    <a:gd name="T42" fmla="*/ 362 w 676"/>
                    <a:gd name="T43" fmla="*/ 198 h 1212"/>
                    <a:gd name="T44" fmla="*/ 247 w 676"/>
                    <a:gd name="T45" fmla="*/ 198 h 1212"/>
                    <a:gd name="T46" fmla="*/ 49 w 676"/>
                    <a:gd name="T47" fmla="*/ 0 h 121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676" h="1212">
                      <a:moveTo>
                        <a:pt x="0" y="164"/>
                      </a:moveTo>
                      <a:cubicBezTo>
                        <a:pt x="46" y="233"/>
                        <a:pt x="119" y="281"/>
                        <a:pt x="205" y="294"/>
                      </a:cubicBezTo>
                      <a:cubicBezTo>
                        <a:pt x="207" y="294"/>
                        <a:pt x="210" y="295"/>
                        <a:pt x="212" y="295"/>
                      </a:cubicBezTo>
                      <a:cubicBezTo>
                        <a:pt x="218" y="295"/>
                        <a:pt x="222" y="301"/>
                        <a:pt x="222" y="307"/>
                      </a:cubicBezTo>
                      <a:cubicBezTo>
                        <a:pt x="222" y="592"/>
                        <a:pt x="222" y="876"/>
                        <a:pt x="222" y="1161"/>
                      </a:cubicBezTo>
                      <a:cubicBezTo>
                        <a:pt x="222" y="1189"/>
                        <a:pt x="244" y="1211"/>
                        <a:pt x="272" y="1211"/>
                      </a:cubicBezTo>
                      <a:cubicBezTo>
                        <a:pt x="299" y="1211"/>
                        <a:pt x="321" y="1189"/>
                        <a:pt x="321" y="1161"/>
                      </a:cubicBezTo>
                      <a:cubicBezTo>
                        <a:pt x="321" y="1021"/>
                        <a:pt x="321" y="882"/>
                        <a:pt x="321" y="742"/>
                      </a:cubicBezTo>
                      <a:cubicBezTo>
                        <a:pt x="321" y="719"/>
                        <a:pt x="339" y="700"/>
                        <a:pt x="362" y="700"/>
                      </a:cubicBezTo>
                      <a:cubicBezTo>
                        <a:pt x="385" y="700"/>
                        <a:pt x="403" y="719"/>
                        <a:pt x="403" y="742"/>
                      </a:cubicBezTo>
                      <a:cubicBezTo>
                        <a:pt x="403" y="882"/>
                        <a:pt x="403" y="1021"/>
                        <a:pt x="403" y="1161"/>
                      </a:cubicBezTo>
                      <a:cubicBezTo>
                        <a:pt x="403" y="1189"/>
                        <a:pt x="425" y="1211"/>
                        <a:pt x="453" y="1211"/>
                      </a:cubicBezTo>
                      <a:cubicBezTo>
                        <a:pt x="480" y="1211"/>
                        <a:pt x="502" y="1189"/>
                        <a:pt x="502" y="1161"/>
                      </a:cubicBezTo>
                      <a:cubicBezTo>
                        <a:pt x="502" y="896"/>
                        <a:pt x="502" y="631"/>
                        <a:pt x="502" y="366"/>
                      </a:cubicBezTo>
                      <a:cubicBezTo>
                        <a:pt x="502" y="364"/>
                        <a:pt x="503" y="362"/>
                        <a:pt x="505" y="361"/>
                      </a:cubicBezTo>
                      <a:cubicBezTo>
                        <a:pt x="507" y="360"/>
                        <a:pt x="510" y="361"/>
                        <a:pt x="511" y="362"/>
                      </a:cubicBezTo>
                      <a:cubicBezTo>
                        <a:pt x="553" y="404"/>
                        <a:pt x="576" y="460"/>
                        <a:pt x="576" y="519"/>
                      </a:cubicBezTo>
                      <a:cubicBezTo>
                        <a:pt x="576" y="560"/>
                        <a:pt x="576" y="602"/>
                        <a:pt x="576" y="643"/>
                      </a:cubicBezTo>
                      <a:cubicBezTo>
                        <a:pt x="576" y="670"/>
                        <a:pt x="598" y="692"/>
                        <a:pt x="626" y="692"/>
                      </a:cubicBezTo>
                      <a:cubicBezTo>
                        <a:pt x="653" y="692"/>
                        <a:pt x="675" y="670"/>
                        <a:pt x="675" y="643"/>
                      </a:cubicBezTo>
                      <a:cubicBezTo>
                        <a:pt x="675" y="599"/>
                        <a:pt x="675" y="555"/>
                        <a:pt x="675" y="511"/>
                      </a:cubicBezTo>
                      <a:cubicBezTo>
                        <a:pt x="675" y="339"/>
                        <a:pt x="535" y="198"/>
                        <a:pt x="362" y="198"/>
                      </a:cubicBezTo>
                      <a:cubicBezTo>
                        <a:pt x="324" y="198"/>
                        <a:pt x="285" y="198"/>
                        <a:pt x="247" y="198"/>
                      </a:cubicBezTo>
                      <a:cubicBezTo>
                        <a:pt x="138" y="198"/>
                        <a:pt x="49" y="109"/>
                        <a:pt x="49" y="0"/>
                      </a:cubicBezTo>
                    </a:path>
                  </a:pathLst>
                </a:custGeom>
                <a:noFill/>
                <a:ln w="15875"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GB" noProof="0"/>
                </a:p>
              </p:txBody>
            </p:sp>
          </p:grpSp>
        </p:grpSp>
      </p:grpSp>
      <p:sp>
        <p:nvSpPr>
          <p:cNvPr id="86" name="TextBox 85">
            <a:extLst>
              <a:ext uri="{FF2B5EF4-FFF2-40B4-BE49-F238E27FC236}">
                <a16:creationId xmlns:a16="http://schemas.microsoft.com/office/drawing/2014/main" id="{43B7B51C-D69E-ECBC-8D77-89BC4CE3C38B}"/>
              </a:ext>
            </a:extLst>
          </p:cNvPr>
          <p:cNvSpPr txBox="1"/>
          <p:nvPr/>
        </p:nvSpPr>
        <p:spPr>
          <a:xfrm>
            <a:off x="930833" y="11804145"/>
            <a:ext cx="23013031" cy="523220"/>
          </a:xfrm>
          <a:prstGeom prst="rect">
            <a:avLst/>
          </a:prstGeom>
          <a:noFill/>
        </p:spPr>
        <p:txBody>
          <a:bodyPr wrap="none" rtlCol="0">
            <a:spAutoFit/>
          </a:bodyPr>
          <a:lstStyle/>
          <a:p>
            <a:r>
              <a:rPr lang="en-GB" sz="2800" noProof="0">
                <a:latin typeface="Fira Sans" panose="020B0503050000020004" pitchFamily="34" charset="0"/>
              </a:rPr>
              <a:t>NB: Enhanced Security &amp; Data/AI analytical insights are an expected outcome of transformation, not necessarily a pure business driver. </a:t>
            </a:r>
          </a:p>
        </p:txBody>
      </p:sp>
    </p:spTree>
    <p:extLst>
      <p:ext uri="{BB962C8B-B14F-4D97-AF65-F5344CB8AC3E}">
        <p14:creationId xmlns:p14="http://schemas.microsoft.com/office/powerpoint/2010/main" val="388464287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3FDCC9F8-C541-D5E7-C1AF-5BECA0FC0C74}"/>
              </a:ext>
            </a:extLst>
          </p:cNvPr>
          <p:cNvSpPr>
            <a:spLocks noGrp="1"/>
          </p:cNvSpPr>
          <p:nvPr>
            <p:ph type="sldNum" sz="quarter" idx="11"/>
          </p:nvPr>
        </p:nvSpPr>
        <p:spPr/>
        <p:txBody>
          <a:bodyPr vert="horz" lIns="0" tIns="0" rIns="0" bIns="0" rtlCol="0" anchor="t" anchorCtr="0">
            <a:normAutofit/>
          </a:bodyPr>
          <a:lstStyle/>
          <a:p>
            <a:pPr>
              <a:spcAft>
                <a:spcPts val="600"/>
              </a:spcAft>
            </a:pPr>
            <a:fld id="{762E77F0-FB5B-4E8E-9BC9-34F14560A017}" type="slidenum">
              <a:rPr lang="en-GB" noProof="0" smtClean="0"/>
              <a:pPr>
                <a:spcAft>
                  <a:spcPts val="600"/>
                </a:spcAft>
              </a:pPr>
              <a:t>9</a:t>
            </a:fld>
            <a:endParaRPr lang="en-GB" noProof="0"/>
          </a:p>
        </p:txBody>
      </p:sp>
      <p:sp>
        <p:nvSpPr>
          <p:cNvPr id="10" name="Text Placeholder 9">
            <a:extLst>
              <a:ext uri="{FF2B5EF4-FFF2-40B4-BE49-F238E27FC236}">
                <a16:creationId xmlns:a16="http://schemas.microsoft.com/office/drawing/2014/main" id="{2F2D2127-655F-F591-733D-E01168C47954}"/>
              </a:ext>
            </a:extLst>
          </p:cNvPr>
          <p:cNvSpPr>
            <a:spLocks noGrp="1"/>
          </p:cNvSpPr>
          <p:nvPr>
            <p:ph type="body" sz="quarter" idx="13"/>
          </p:nvPr>
        </p:nvSpPr>
        <p:spPr>
          <a:xfrm>
            <a:off x="746393" y="7838875"/>
            <a:ext cx="5216526" cy="2280490"/>
          </a:xfrm>
        </p:spPr>
        <p:txBody>
          <a:bodyPr anchor="ctr"/>
          <a:lstStyle/>
          <a:p>
            <a:pPr algn="ctr"/>
            <a:r>
              <a:rPr lang="en-GB" sz="3200" noProof="0">
                <a:latin typeface="Fira Sans" panose="020B0503050000020004" pitchFamily="34" charset="0"/>
              </a:rPr>
              <a:t>Reduce complexity to scale operations and delivery speed</a:t>
            </a:r>
          </a:p>
        </p:txBody>
      </p:sp>
      <p:sp>
        <p:nvSpPr>
          <p:cNvPr id="5" name="Title 1">
            <a:extLst>
              <a:ext uri="{FF2B5EF4-FFF2-40B4-BE49-F238E27FC236}">
                <a16:creationId xmlns:a16="http://schemas.microsoft.com/office/drawing/2014/main" id="{82D513FF-B00A-40DF-129C-A0FFB6386A35}"/>
              </a:ext>
            </a:extLst>
          </p:cNvPr>
          <p:cNvSpPr>
            <a:spLocks noGrp="1"/>
          </p:cNvSpPr>
          <p:nvPr>
            <p:ph type="title"/>
          </p:nvPr>
        </p:nvSpPr>
        <p:spPr>
          <a:xfrm>
            <a:off x="733863" y="3609563"/>
            <a:ext cx="5241586" cy="3062106"/>
          </a:xfrm>
        </p:spPr>
        <p:txBody>
          <a:bodyPr vert="horz" wrap="square" lIns="0" tIns="0" rIns="0" bIns="0" rtlCol="0" anchor="ctr" anchorCtr="0">
            <a:normAutofit/>
          </a:bodyPr>
          <a:lstStyle/>
          <a:p>
            <a:pPr algn="ctr"/>
            <a:r>
              <a:rPr lang="en-GB" sz="5400" kern="1200" noProof="0">
                <a:ln w="9525">
                  <a:noFill/>
                </a:ln>
                <a:latin typeface="Fira Sans" panose="020B0503050000020004" pitchFamily="34" charset="0"/>
              </a:rPr>
              <a:t>Standardisation</a:t>
            </a:r>
            <a:br>
              <a:rPr lang="en-GB" sz="5400" kern="1200" noProof="0">
                <a:ln w="9525">
                  <a:noFill/>
                </a:ln>
                <a:latin typeface="Fira Sans" panose="020B0503050000020004" pitchFamily="34" charset="0"/>
              </a:rPr>
            </a:br>
            <a:r>
              <a:rPr lang="en-GB" sz="5400" kern="1200" noProof="0">
                <a:ln w="9525">
                  <a:noFill/>
                </a:ln>
                <a:latin typeface="Fira Sans" panose="020B0503050000020004" pitchFamily="34" charset="0"/>
              </a:rPr>
              <a:t>+ </a:t>
            </a:r>
            <a:br>
              <a:rPr lang="en-GB" sz="5400" kern="1200" noProof="0">
                <a:ln w="9525">
                  <a:noFill/>
                </a:ln>
                <a:latin typeface="Fira Sans" panose="020B0503050000020004" pitchFamily="34" charset="0"/>
              </a:rPr>
            </a:br>
            <a:r>
              <a:rPr lang="en-GB" sz="5400" kern="1200" noProof="0">
                <a:ln w="9525">
                  <a:noFill/>
                </a:ln>
                <a:latin typeface="Fira Sans" panose="020B0503050000020004" pitchFamily="34" charset="0"/>
              </a:rPr>
              <a:t>Simplification</a:t>
            </a:r>
          </a:p>
        </p:txBody>
      </p:sp>
      <p:sp>
        <p:nvSpPr>
          <p:cNvPr id="7" name="TextBox 6">
            <a:extLst>
              <a:ext uri="{FF2B5EF4-FFF2-40B4-BE49-F238E27FC236}">
                <a16:creationId xmlns:a16="http://schemas.microsoft.com/office/drawing/2014/main" id="{FE2DB053-C94B-762C-2A67-12C4EF24D66D}"/>
              </a:ext>
            </a:extLst>
          </p:cNvPr>
          <p:cNvSpPr txBox="1"/>
          <p:nvPr/>
        </p:nvSpPr>
        <p:spPr>
          <a:xfrm>
            <a:off x="7296912" y="1057505"/>
            <a:ext cx="16340694" cy="11264904"/>
          </a:xfrm>
          <a:prstGeom prst="rect">
            <a:avLst/>
          </a:prstGeom>
        </p:spPr>
        <p:txBody>
          <a:bodyPr vert="horz" lIns="182880" tIns="0" rIns="0" bIns="0" rtlCol="0">
            <a:normAutofit lnSpcReduction="10000"/>
          </a:bodyPr>
          <a:lstStyle/>
          <a:p>
            <a:pPr defTabSz="1828800" fontAlgn="t">
              <a:spcAft>
                <a:spcPts val="1400"/>
              </a:spcAft>
              <a:buClr>
                <a:srgbClr val="EB0000"/>
              </a:buClr>
            </a:pPr>
            <a:r>
              <a:rPr lang="en-GB" sz="3600" b="1" noProof="0" dirty="0">
                <a:latin typeface="Fira Sans" panose="020B0503050000020004" pitchFamily="34" charset="0"/>
              </a:rPr>
              <a:t>Goal</a:t>
            </a:r>
          </a:p>
          <a:p>
            <a:pPr marL="914400" lvl="1" indent="-457200" defTabSz="1828800" fontAlgn="t">
              <a:spcAft>
                <a:spcPts val="1400"/>
              </a:spcAft>
              <a:buClr>
                <a:srgbClr val="EB0000"/>
              </a:buClr>
              <a:buFont typeface="Arial" panose="020B0604020202020204" pitchFamily="34" charset="0"/>
              <a:buChar char="•"/>
            </a:pPr>
            <a:r>
              <a:rPr lang="en-GB" sz="3200" noProof="0" dirty="0">
                <a:latin typeface="Fira Sans" panose="020B0503050000020004" pitchFamily="34" charset="0"/>
              </a:rPr>
              <a:t>Standardisation of Core Technology products across [Client] Business</a:t>
            </a:r>
          </a:p>
          <a:p>
            <a:pPr marL="914400" lvl="1" indent="-457200" defTabSz="1828800" fontAlgn="t">
              <a:spcAft>
                <a:spcPts val="1400"/>
              </a:spcAft>
              <a:buClr>
                <a:srgbClr val="EB0000"/>
              </a:buClr>
              <a:buFont typeface="Arial" panose="020B0604020202020204" pitchFamily="34" charset="0"/>
              <a:buChar char="•"/>
            </a:pPr>
            <a:r>
              <a:rPr lang="en-GB" sz="3200" noProof="0" dirty="0">
                <a:latin typeface="Fira Sans" panose="020B0503050000020004" pitchFamily="34" charset="0"/>
              </a:rPr>
              <a:t>Meet North Star growth targets across all brands</a:t>
            </a:r>
          </a:p>
          <a:p>
            <a:pPr marL="1371600" lvl="2" indent="-457200" defTabSz="1828800" fontAlgn="t">
              <a:spcAft>
                <a:spcPts val="1400"/>
              </a:spcAft>
              <a:buClr>
                <a:srgbClr val="EB0000"/>
              </a:buClr>
              <a:buFont typeface="Arial" panose="020B0604020202020204" pitchFamily="34" charset="0"/>
              <a:buChar char="•"/>
            </a:pPr>
            <a:r>
              <a:rPr lang="en-GB" sz="3200" noProof="0" dirty="0">
                <a:latin typeface="Fira Sans" panose="020B0503050000020004" pitchFamily="34" charset="0"/>
              </a:rPr>
              <a:t>MOL – 1M Subscribers</a:t>
            </a:r>
          </a:p>
          <a:p>
            <a:pPr marL="914400" lvl="1" indent="-457200" defTabSz="1828800" fontAlgn="t">
              <a:spcAft>
                <a:spcPts val="1400"/>
              </a:spcAft>
              <a:buClr>
                <a:srgbClr val="EB0000"/>
              </a:buClr>
              <a:buFont typeface="Arial" panose="020B0604020202020204" pitchFamily="34" charset="0"/>
              <a:buChar char="•"/>
            </a:pPr>
            <a:r>
              <a:rPr lang="en-GB" sz="3200" noProof="0" dirty="0">
                <a:latin typeface="Fira Sans" panose="020B0503050000020004" pitchFamily="34" charset="0"/>
              </a:rPr>
              <a:t>Eliminate Shadow IT</a:t>
            </a:r>
          </a:p>
          <a:p>
            <a:pPr marL="1371600" lvl="2" indent="-457200" defTabSz="1828800" fontAlgn="t">
              <a:spcAft>
                <a:spcPts val="1400"/>
              </a:spcAft>
              <a:buClr>
                <a:srgbClr val="EB0000"/>
              </a:buClr>
              <a:buFont typeface="Arial" panose="020B0604020202020204" pitchFamily="34" charset="0"/>
              <a:buChar char="•"/>
            </a:pPr>
            <a:endParaRPr lang="en-GB" sz="3600" b="0" noProof="0" dirty="0">
              <a:latin typeface="Fira Sans" panose="020B0503050000020004" pitchFamily="34" charset="0"/>
            </a:endParaRPr>
          </a:p>
          <a:p>
            <a:pPr defTabSz="1828800" fontAlgn="t">
              <a:spcAft>
                <a:spcPts val="1400"/>
              </a:spcAft>
              <a:buClr>
                <a:srgbClr val="EB0000"/>
              </a:buClr>
            </a:pPr>
            <a:r>
              <a:rPr lang="en-GB" sz="3600" b="1" noProof="0" dirty="0">
                <a:latin typeface="Fira Sans" panose="020B0503050000020004" pitchFamily="34" charset="0"/>
              </a:rPr>
              <a:t>Strategic Intent</a:t>
            </a:r>
          </a:p>
          <a:p>
            <a:pPr marL="914400" lvl="1" indent="-457200" defTabSz="1828800" fontAlgn="t">
              <a:spcAft>
                <a:spcPts val="1400"/>
              </a:spcAft>
              <a:buClr>
                <a:srgbClr val="EB0000"/>
              </a:buClr>
              <a:buFont typeface="Arial" panose="020B0604020202020204" pitchFamily="34" charset="0"/>
              <a:buChar char="•"/>
            </a:pPr>
            <a:r>
              <a:rPr lang="en-GB" sz="3200" noProof="0" dirty="0">
                <a:latin typeface="Fira Sans" panose="020B0503050000020004" pitchFamily="34" charset="0"/>
              </a:rPr>
              <a:t>Standardisation is a prerequisite for scalable growth</a:t>
            </a:r>
          </a:p>
          <a:p>
            <a:pPr marL="914400" lvl="1" indent="-457200" defTabSz="1828800" fontAlgn="t">
              <a:spcAft>
                <a:spcPts val="1400"/>
              </a:spcAft>
              <a:buClr>
                <a:srgbClr val="EB0000"/>
              </a:buClr>
              <a:buFont typeface="Arial" panose="020B0604020202020204" pitchFamily="34" charset="0"/>
              <a:buChar char="•"/>
            </a:pPr>
            <a:r>
              <a:rPr lang="en-GB" sz="3200" noProof="0" dirty="0">
                <a:latin typeface="Fira Sans" panose="020B0503050000020004" pitchFamily="34" charset="0"/>
              </a:rPr>
              <a:t>Platform sprawl increases cost, risk, and execution friction</a:t>
            </a:r>
          </a:p>
          <a:p>
            <a:pPr marL="914400" lvl="1" indent="-457200" defTabSz="1828800" fontAlgn="t">
              <a:spcAft>
                <a:spcPts val="1400"/>
              </a:spcAft>
              <a:buClr>
                <a:srgbClr val="EB0000"/>
              </a:buClr>
              <a:buFont typeface="Arial" panose="020B0604020202020204" pitchFamily="34" charset="0"/>
              <a:buChar char="•"/>
            </a:pPr>
            <a:r>
              <a:rPr lang="en-GB" sz="3200" noProof="0" dirty="0">
                <a:latin typeface="Fira Sans" panose="020B0503050000020004" pitchFamily="34" charset="0"/>
              </a:rPr>
              <a:t>Converge on a limited set of approved platforms and architectural patterns</a:t>
            </a:r>
          </a:p>
          <a:p>
            <a:pPr marL="914400" lvl="1" indent="-457200" defTabSz="1828800" fontAlgn="t">
              <a:spcAft>
                <a:spcPts val="1400"/>
              </a:spcAft>
              <a:buClr>
                <a:srgbClr val="EB0000"/>
              </a:buClr>
              <a:buFont typeface="Arial" panose="020B0604020202020204" pitchFamily="34" charset="0"/>
              <a:buChar char="•"/>
            </a:pPr>
            <a:r>
              <a:rPr lang="en-GB" sz="3200" noProof="0" dirty="0">
                <a:latin typeface="Fira Sans" panose="020B0503050000020004" pitchFamily="34" charset="0"/>
              </a:rPr>
              <a:t>Enforce security, compliance, and governance by design</a:t>
            </a:r>
          </a:p>
          <a:p>
            <a:pPr marL="914400" lvl="1" indent="-457200" defTabSz="1828800" fontAlgn="t">
              <a:spcAft>
                <a:spcPts val="1400"/>
              </a:spcAft>
              <a:buClr>
                <a:srgbClr val="EB0000"/>
              </a:buClr>
              <a:buFont typeface="Arial" panose="020B0604020202020204" pitchFamily="34" charset="0"/>
              <a:buChar char="•"/>
            </a:pPr>
            <a:r>
              <a:rPr lang="en-GB" sz="3200" noProof="0" dirty="0">
                <a:latin typeface="Fira Sans" panose="020B0503050000020004" pitchFamily="34" charset="0"/>
              </a:rPr>
              <a:t>Preserve innovation while eliminating unnecessary variation</a:t>
            </a:r>
          </a:p>
          <a:p>
            <a:pPr marL="285750" indent="-285750" defTabSz="1828800" fontAlgn="t">
              <a:spcAft>
                <a:spcPts val="1400"/>
              </a:spcAft>
              <a:buClr>
                <a:srgbClr val="EB0000"/>
              </a:buClr>
              <a:buFont typeface="Arial" panose="020B0604020202020204" pitchFamily="34" charset="0"/>
              <a:buChar char="•"/>
            </a:pPr>
            <a:endParaRPr lang="en-GB" sz="3600" b="0" noProof="0" dirty="0">
              <a:latin typeface="Fira Sans" panose="020B0503050000020004" pitchFamily="34" charset="0"/>
            </a:endParaRPr>
          </a:p>
          <a:p>
            <a:pPr defTabSz="1828800" fontAlgn="t">
              <a:spcAft>
                <a:spcPts val="1400"/>
              </a:spcAft>
              <a:buClr>
                <a:srgbClr val="EB0000"/>
              </a:buClr>
            </a:pPr>
            <a:r>
              <a:rPr lang="en-GB" sz="3600" b="1" noProof="0" dirty="0">
                <a:latin typeface="Fira Sans" panose="020B0503050000020004" pitchFamily="34" charset="0"/>
              </a:rPr>
              <a:t>Outcome</a:t>
            </a:r>
          </a:p>
          <a:p>
            <a:pPr marL="914400" lvl="1" indent="-457200" defTabSz="1828800" fontAlgn="t">
              <a:spcAft>
                <a:spcPts val="1400"/>
              </a:spcAft>
              <a:buClr>
                <a:srgbClr val="EB0000"/>
              </a:buClr>
              <a:buFont typeface="Arial" panose="020B0604020202020204" pitchFamily="34" charset="0"/>
              <a:buChar char="•"/>
            </a:pPr>
            <a:r>
              <a:rPr lang="en-GB" sz="3200" noProof="0" dirty="0">
                <a:latin typeface="Fira Sans" panose="020B0503050000020004" pitchFamily="34" charset="0"/>
              </a:rPr>
              <a:t>Simplified Target Operating Model (TOM)</a:t>
            </a:r>
          </a:p>
          <a:p>
            <a:pPr marL="914400" lvl="1" indent="-457200" defTabSz="1828800" fontAlgn="t">
              <a:spcAft>
                <a:spcPts val="1400"/>
              </a:spcAft>
              <a:buClr>
                <a:srgbClr val="EB0000"/>
              </a:buClr>
              <a:buFont typeface="Arial" panose="020B0604020202020204" pitchFamily="34" charset="0"/>
              <a:buChar char="•"/>
            </a:pPr>
            <a:r>
              <a:rPr lang="en-GB" sz="3200" noProof="0" dirty="0">
                <a:latin typeface="Fira Sans" panose="020B0503050000020004" pitchFamily="34" charset="0"/>
              </a:rPr>
              <a:t>Lower execution and operational risk</a:t>
            </a:r>
          </a:p>
          <a:p>
            <a:pPr marL="914400" lvl="1" indent="-457200" defTabSz="1828800" fontAlgn="t">
              <a:spcAft>
                <a:spcPts val="1400"/>
              </a:spcAft>
              <a:buClr>
                <a:srgbClr val="EB0000"/>
              </a:buClr>
              <a:buFont typeface="Arial" panose="020B0604020202020204" pitchFamily="34" charset="0"/>
              <a:buChar char="•"/>
            </a:pPr>
            <a:r>
              <a:rPr lang="en-GB" sz="3200" noProof="0" dirty="0">
                <a:latin typeface="Fira Sans" panose="020B0503050000020004" pitchFamily="34" charset="0"/>
              </a:rPr>
              <a:t>Faster, more predictable delivery of change</a:t>
            </a:r>
          </a:p>
          <a:p>
            <a:pPr marL="914400" lvl="1" indent="-457200" defTabSz="1828800" fontAlgn="t">
              <a:spcAft>
                <a:spcPts val="1400"/>
              </a:spcAft>
              <a:buClr>
                <a:srgbClr val="EB0000"/>
              </a:buClr>
              <a:buFont typeface="Arial" panose="020B0604020202020204" pitchFamily="34" charset="0"/>
              <a:buChar char="•"/>
            </a:pPr>
            <a:r>
              <a:rPr lang="en-GB" sz="3200" noProof="0" dirty="0">
                <a:latin typeface="Fira Sans" panose="020B0503050000020004" pitchFamily="34" charset="0"/>
              </a:rPr>
              <a:t>A scalable foundation that supports growth without proportional complexity</a:t>
            </a:r>
          </a:p>
        </p:txBody>
      </p:sp>
      <p:sp>
        <p:nvSpPr>
          <p:cNvPr id="11" name="Title 1">
            <a:extLst>
              <a:ext uri="{FF2B5EF4-FFF2-40B4-BE49-F238E27FC236}">
                <a16:creationId xmlns:a16="http://schemas.microsoft.com/office/drawing/2014/main" id="{217EB05A-69A4-D326-A73A-21567D369B1C}"/>
              </a:ext>
            </a:extLst>
          </p:cNvPr>
          <p:cNvSpPr txBox="1">
            <a:spLocks/>
          </p:cNvSpPr>
          <p:nvPr/>
        </p:nvSpPr>
        <p:spPr>
          <a:xfrm>
            <a:off x="733863" y="949568"/>
            <a:ext cx="5241586" cy="988960"/>
          </a:xfrm>
          <a:prstGeom prst="rect">
            <a:avLst/>
          </a:prstGeom>
          <a:ln w="12700">
            <a:noFill/>
          </a:ln>
        </p:spPr>
        <p:txBody>
          <a:bodyPr vert="horz" wrap="square" lIns="0" tIns="0" rIns="0" bIns="0" rtlCol="0" anchor="ctr" anchorCtr="0">
            <a:normAutofit/>
          </a:bodyPr>
          <a:lstStyle>
            <a:lvl1pPr algn="l" defTabSz="1828800" rtl="0" eaLnBrk="1" fontAlgn="base" latinLnBrk="0" hangingPunct="1">
              <a:lnSpc>
                <a:spcPct val="110000"/>
              </a:lnSpc>
              <a:spcBef>
                <a:spcPct val="0"/>
              </a:spcBef>
              <a:buNone/>
              <a:defRPr sz="6250" kern="1200">
                <a:ln w="9525">
                  <a:noFill/>
                </a:ln>
                <a:solidFill>
                  <a:schemeClr val="bg1"/>
                </a:solidFill>
                <a:latin typeface="+mj-lt"/>
                <a:ea typeface="+mj-ea"/>
                <a:cs typeface="+mj-cs"/>
              </a:defRPr>
            </a:lvl1pPr>
          </a:lstStyle>
          <a:p>
            <a:pPr algn="ctr"/>
            <a:r>
              <a:rPr lang="en-GB" sz="5400" noProof="0" dirty="0">
                <a:latin typeface="Fira Sans" panose="020B0503050000020004" pitchFamily="34" charset="0"/>
              </a:rPr>
              <a:t>Driver # 1</a:t>
            </a:r>
          </a:p>
        </p:txBody>
      </p:sp>
    </p:spTree>
    <p:extLst>
      <p:ext uri="{BB962C8B-B14F-4D97-AF65-F5344CB8AC3E}">
        <p14:creationId xmlns:p14="http://schemas.microsoft.com/office/powerpoint/2010/main" val="92025015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EBEE03-18E6-2822-5D65-A34692D04A9E}"/>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0ECDAB51-4E03-CED1-9600-D4AB1EA5A154}"/>
              </a:ext>
            </a:extLst>
          </p:cNvPr>
          <p:cNvSpPr>
            <a:spLocks noGrp="1"/>
          </p:cNvSpPr>
          <p:nvPr>
            <p:ph type="sldNum" sz="quarter" idx="11"/>
          </p:nvPr>
        </p:nvSpPr>
        <p:spPr/>
        <p:txBody>
          <a:bodyPr vert="horz" lIns="0" tIns="0" rIns="0" bIns="0" rtlCol="0" anchor="t" anchorCtr="0">
            <a:normAutofit/>
          </a:bodyPr>
          <a:lstStyle/>
          <a:p>
            <a:pPr>
              <a:spcAft>
                <a:spcPts val="600"/>
              </a:spcAft>
            </a:pPr>
            <a:fld id="{762E77F0-FB5B-4E8E-9BC9-34F14560A017}" type="slidenum">
              <a:rPr lang="en-GB" noProof="0" smtClean="0"/>
              <a:pPr>
                <a:spcAft>
                  <a:spcPts val="600"/>
                </a:spcAft>
              </a:pPr>
              <a:t>10</a:t>
            </a:fld>
            <a:endParaRPr lang="en-GB" noProof="0"/>
          </a:p>
        </p:txBody>
      </p:sp>
      <p:sp>
        <p:nvSpPr>
          <p:cNvPr id="10" name="Text Placeholder 9">
            <a:extLst>
              <a:ext uri="{FF2B5EF4-FFF2-40B4-BE49-F238E27FC236}">
                <a16:creationId xmlns:a16="http://schemas.microsoft.com/office/drawing/2014/main" id="{10A5E33C-0BFA-EC8A-D7F8-5970D7504587}"/>
              </a:ext>
            </a:extLst>
          </p:cNvPr>
          <p:cNvSpPr>
            <a:spLocks noGrp="1"/>
          </p:cNvSpPr>
          <p:nvPr>
            <p:ph type="body" sz="quarter" idx="13"/>
          </p:nvPr>
        </p:nvSpPr>
        <p:spPr>
          <a:xfrm>
            <a:off x="746393" y="7838874"/>
            <a:ext cx="5216526" cy="3536261"/>
          </a:xfrm>
        </p:spPr>
        <p:txBody>
          <a:bodyPr anchor="ctr"/>
          <a:lstStyle/>
          <a:p>
            <a:pPr algn="ctr"/>
            <a:r>
              <a:rPr lang="en-GB" sz="3200" noProof="0">
                <a:latin typeface="Fira Sans" panose="020B0503050000020004" pitchFamily="34" charset="0"/>
              </a:rPr>
              <a:t>Remove low value work and create credible savings</a:t>
            </a:r>
          </a:p>
        </p:txBody>
      </p:sp>
      <p:sp>
        <p:nvSpPr>
          <p:cNvPr id="5" name="Title 1">
            <a:extLst>
              <a:ext uri="{FF2B5EF4-FFF2-40B4-BE49-F238E27FC236}">
                <a16:creationId xmlns:a16="http://schemas.microsoft.com/office/drawing/2014/main" id="{C0AFC1E8-80C3-1FEA-E817-5BCA167A11AE}"/>
              </a:ext>
            </a:extLst>
          </p:cNvPr>
          <p:cNvSpPr>
            <a:spLocks noGrp="1"/>
          </p:cNvSpPr>
          <p:nvPr>
            <p:ph type="title"/>
          </p:nvPr>
        </p:nvSpPr>
        <p:spPr>
          <a:xfrm>
            <a:off x="733863" y="3609563"/>
            <a:ext cx="5241586" cy="3062106"/>
          </a:xfrm>
        </p:spPr>
        <p:txBody>
          <a:bodyPr vert="horz" wrap="square" lIns="0" tIns="0" rIns="0" bIns="0" rtlCol="0" anchor="ctr" anchorCtr="0">
            <a:normAutofit fontScale="90000"/>
          </a:bodyPr>
          <a:lstStyle/>
          <a:p>
            <a:pPr algn="ctr"/>
            <a:r>
              <a:rPr lang="en-GB" sz="5400" kern="1200" noProof="0">
                <a:ln w="9525">
                  <a:noFill/>
                </a:ln>
                <a:latin typeface="Fira Sans" panose="020B0503050000020004" pitchFamily="34" charset="0"/>
              </a:rPr>
              <a:t>Productivity</a:t>
            </a:r>
            <a:br>
              <a:rPr lang="en-GB" sz="5400" kern="1200" noProof="0">
                <a:ln w="9525">
                  <a:noFill/>
                </a:ln>
                <a:latin typeface="Fira Sans" panose="020B0503050000020004" pitchFamily="34" charset="0"/>
              </a:rPr>
            </a:br>
            <a:r>
              <a:rPr lang="en-GB" sz="5400" kern="1200" noProof="0">
                <a:ln w="9525">
                  <a:noFill/>
                </a:ln>
                <a:latin typeface="Fira Sans" panose="020B0503050000020004" pitchFamily="34" charset="0"/>
              </a:rPr>
              <a:t>+</a:t>
            </a:r>
            <a:br>
              <a:rPr lang="en-GB" sz="5400" kern="1200" noProof="0">
                <a:ln w="9525">
                  <a:noFill/>
                </a:ln>
                <a:latin typeface="Fira Sans" panose="020B0503050000020004" pitchFamily="34" charset="0"/>
              </a:rPr>
            </a:br>
            <a:r>
              <a:rPr lang="en-GB" sz="5400" kern="1200" noProof="0">
                <a:ln w="9525">
                  <a:noFill/>
                </a:ln>
                <a:latin typeface="Fira Sans" panose="020B0503050000020004" pitchFamily="34" charset="0"/>
              </a:rPr>
              <a:t>Cost Optimisation</a:t>
            </a:r>
          </a:p>
        </p:txBody>
      </p:sp>
      <p:sp>
        <p:nvSpPr>
          <p:cNvPr id="11" name="Title 1">
            <a:extLst>
              <a:ext uri="{FF2B5EF4-FFF2-40B4-BE49-F238E27FC236}">
                <a16:creationId xmlns:a16="http://schemas.microsoft.com/office/drawing/2014/main" id="{140124A3-55D8-62A8-116D-F78B1CC5F528}"/>
              </a:ext>
            </a:extLst>
          </p:cNvPr>
          <p:cNvSpPr txBox="1">
            <a:spLocks/>
          </p:cNvSpPr>
          <p:nvPr/>
        </p:nvSpPr>
        <p:spPr>
          <a:xfrm>
            <a:off x="733863" y="949568"/>
            <a:ext cx="5241586" cy="988960"/>
          </a:xfrm>
          <a:prstGeom prst="rect">
            <a:avLst/>
          </a:prstGeom>
          <a:ln w="12700">
            <a:noFill/>
          </a:ln>
        </p:spPr>
        <p:txBody>
          <a:bodyPr vert="horz" wrap="square" lIns="0" tIns="0" rIns="0" bIns="0" rtlCol="0" anchor="ctr" anchorCtr="0">
            <a:normAutofit/>
          </a:bodyPr>
          <a:lstStyle>
            <a:lvl1pPr algn="l" defTabSz="1828800" rtl="0" eaLnBrk="1" fontAlgn="base" latinLnBrk="0" hangingPunct="1">
              <a:lnSpc>
                <a:spcPct val="110000"/>
              </a:lnSpc>
              <a:spcBef>
                <a:spcPct val="0"/>
              </a:spcBef>
              <a:buNone/>
              <a:defRPr sz="6250" kern="1200">
                <a:ln w="9525">
                  <a:noFill/>
                </a:ln>
                <a:solidFill>
                  <a:schemeClr val="bg1"/>
                </a:solidFill>
                <a:latin typeface="+mj-lt"/>
                <a:ea typeface="+mj-ea"/>
                <a:cs typeface="+mj-cs"/>
              </a:defRPr>
            </a:lvl1pPr>
          </a:lstStyle>
          <a:p>
            <a:pPr algn="ctr"/>
            <a:r>
              <a:rPr lang="en-GB" sz="5400" noProof="0">
                <a:latin typeface="Fira Sans" panose="020B0503050000020004" pitchFamily="34" charset="0"/>
              </a:rPr>
              <a:t>Driver # 2</a:t>
            </a:r>
          </a:p>
        </p:txBody>
      </p:sp>
      <p:sp>
        <p:nvSpPr>
          <p:cNvPr id="8" name="TextBox 7">
            <a:extLst>
              <a:ext uri="{FF2B5EF4-FFF2-40B4-BE49-F238E27FC236}">
                <a16:creationId xmlns:a16="http://schemas.microsoft.com/office/drawing/2014/main" id="{A0A5CB63-8D9C-8E94-D2F8-506794F2653B}"/>
              </a:ext>
            </a:extLst>
          </p:cNvPr>
          <p:cNvSpPr txBox="1"/>
          <p:nvPr/>
        </p:nvSpPr>
        <p:spPr>
          <a:xfrm>
            <a:off x="7291578" y="1085654"/>
            <a:ext cx="16071708" cy="10874698"/>
          </a:xfrm>
          <a:prstGeom prst="rect">
            <a:avLst/>
          </a:prstGeom>
        </p:spPr>
        <p:txBody>
          <a:bodyPr vert="horz" lIns="182880" tIns="0" rIns="0" bIns="0" rtlCol="0">
            <a:normAutofit/>
          </a:bodyPr>
          <a:lstStyle/>
          <a:p>
            <a:pPr defTabSz="1828800" fontAlgn="t">
              <a:spcAft>
                <a:spcPts val="1400"/>
              </a:spcAft>
              <a:buClr>
                <a:srgbClr val="EB0000"/>
              </a:buClr>
            </a:pPr>
            <a:r>
              <a:rPr lang="en-GB" sz="3600" b="1" noProof="0">
                <a:latin typeface="Fira Sans" panose="020B0503050000020004" pitchFamily="34" charset="0"/>
              </a:rPr>
              <a:t>Goal</a:t>
            </a:r>
          </a:p>
          <a:p>
            <a:pPr marL="914400" lvl="1" indent="-457200" defTabSz="1828800" fontAlgn="t">
              <a:spcAft>
                <a:spcPts val="1400"/>
              </a:spcAft>
              <a:buClr>
                <a:srgbClr val="EB0000"/>
              </a:buClr>
              <a:buFont typeface="Arial" panose="020B0604020202020204" pitchFamily="34" charset="0"/>
              <a:buChar char="•"/>
            </a:pPr>
            <a:r>
              <a:rPr lang="en-GB" sz="3200" noProof="0">
                <a:latin typeface="Fira Sans" panose="020B0503050000020004" pitchFamily="34" charset="0"/>
              </a:rPr>
              <a:t>Removal of custom systems and processes providing low value</a:t>
            </a:r>
          </a:p>
          <a:p>
            <a:pPr marL="914400" lvl="1" indent="-457200" defTabSz="1828800" fontAlgn="t">
              <a:spcAft>
                <a:spcPts val="1400"/>
              </a:spcAft>
              <a:buClr>
                <a:srgbClr val="EB0000"/>
              </a:buClr>
              <a:buFont typeface="Arial" panose="020B0604020202020204" pitchFamily="34" charset="0"/>
              <a:buChar char="•"/>
            </a:pPr>
            <a:r>
              <a:rPr lang="en-GB" sz="3200" noProof="0">
                <a:latin typeface="Fira Sans" panose="020B0503050000020004" pitchFamily="34" charset="0"/>
              </a:rPr>
              <a:t>Replacement with pre-approved blueprints/templates</a:t>
            </a:r>
          </a:p>
          <a:p>
            <a:pPr marL="914400" lvl="1" indent="-457200" defTabSz="1828800" fontAlgn="t">
              <a:spcAft>
                <a:spcPts val="1400"/>
              </a:spcAft>
              <a:buClr>
                <a:srgbClr val="EB0000"/>
              </a:buClr>
              <a:buFont typeface="Arial" panose="020B0604020202020204" pitchFamily="34" charset="0"/>
              <a:buChar char="•"/>
            </a:pPr>
            <a:r>
              <a:rPr lang="en-GB" sz="3200" noProof="0">
                <a:latin typeface="Fira Sans" panose="020B0503050000020004" pitchFamily="34" charset="0"/>
              </a:rPr>
              <a:t>Reduce total cost of ownership while improving delivery velocity</a:t>
            </a:r>
          </a:p>
          <a:p>
            <a:pPr marL="914400" lvl="1" indent="-457200" defTabSz="1828800" fontAlgn="t">
              <a:spcAft>
                <a:spcPts val="1400"/>
              </a:spcAft>
              <a:buClr>
                <a:srgbClr val="EB0000"/>
              </a:buClr>
              <a:buFont typeface="Arial" panose="020B0604020202020204" pitchFamily="34" charset="0"/>
              <a:buChar char="•"/>
            </a:pPr>
            <a:r>
              <a:rPr lang="en-GB" sz="3200" noProof="0">
                <a:latin typeface="Fira Sans" panose="020B0503050000020004" pitchFamily="34" charset="0"/>
              </a:rPr>
              <a:t>Shift from fixed, capacity‑based cost models to demand‑aligned consumption</a:t>
            </a:r>
          </a:p>
          <a:p>
            <a:pPr marL="285750" indent="-285750" defTabSz="1828800" fontAlgn="t">
              <a:spcAft>
                <a:spcPts val="1400"/>
              </a:spcAft>
              <a:buClr>
                <a:srgbClr val="EB0000"/>
              </a:buClr>
              <a:buFont typeface="Arial" panose="020B0604020202020204" pitchFamily="34" charset="0"/>
              <a:buChar char="•"/>
            </a:pPr>
            <a:endParaRPr lang="en-GB" sz="3600" b="0" noProof="0">
              <a:latin typeface="Fira Sans" panose="020B0503050000020004" pitchFamily="34" charset="0"/>
            </a:endParaRPr>
          </a:p>
          <a:p>
            <a:pPr defTabSz="1828800" fontAlgn="t">
              <a:spcAft>
                <a:spcPts val="1400"/>
              </a:spcAft>
              <a:buClr>
                <a:srgbClr val="EB0000"/>
              </a:buClr>
            </a:pPr>
            <a:r>
              <a:rPr lang="en-GB" sz="3600" b="1" noProof="0">
                <a:latin typeface="Fira Sans" panose="020B0503050000020004" pitchFamily="34" charset="0"/>
              </a:rPr>
              <a:t>Strategic Intent</a:t>
            </a:r>
          </a:p>
          <a:p>
            <a:pPr marL="914400" lvl="1" indent="-457200" defTabSz="1828800" fontAlgn="t">
              <a:spcAft>
                <a:spcPts val="1400"/>
              </a:spcAft>
              <a:buClr>
                <a:srgbClr val="EB0000"/>
              </a:buClr>
              <a:buFont typeface="Arial" panose="020B0604020202020204" pitchFamily="34" charset="0"/>
              <a:buChar char="•"/>
            </a:pPr>
            <a:r>
              <a:rPr lang="en-GB" sz="3200" noProof="0">
                <a:latin typeface="Fira Sans" panose="020B0503050000020004" pitchFamily="34" charset="0"/>
              </a:rPr>
              <a:t>Translate cloud adoption into financial performance</a:t>
            </a:r>
          </a:p>
          <a:p>
            <a:pPr marL="914400" lvl="1" indent="-457200" defTabSz="1828800" fontAlgn="t">
              <a:spcAft>
                <a:spcPts val="1400"/>
              </a:spcAft>
              <a:buClr>
                <a:srgbClr val="EB0000"/>
              </a:buClr>
              <a:buFont typeface="Arial" panose="020B0604020202020204" pitchFamily="34" charset="0"/>
              <a:buChar char="•"/>
            </a:pPr>
            <a:r>
              <a:rPr lang="en-GB" sz="3200" noProof="0">
                <a:latin typeface="Fira Sans" panose="020B0503050000020004" pitchFamily="34" charset="0"/>
              </a:rPr>
              <a:t>Cloud only delivers value with active cost discipline</a:t>
            </a:r>
          </a:p>
          <a:p>
            <a:pPr marL="914400" lvl="1" indent="-457200" defTabSz="1828800" fontAlgn="t">
              <a:spcAft>
                <a:spcPts val="1400"/>
              </a:spcAft>
              <a:buClr>
                <a:srgbClr val="EB0000"/>
              </a:buClr>
              <a:buFont typeface="Arial" panose="020B0604020202020204" pitchFamily="34" charset="0"/>
              <a:buChar char="•"/>
            </a:pPr>
            <a:r>
              <a:rPr lang="en-GB" sz="3200" noProof="0">
                <a:latin typeface="Fira Sans" panose="020B0503050000020004" pitchFamily="34" charset="0"/>
              </a:rPr>
              <a:t>Inefficiency compounds rapidly at scale</a:t>
            </a:r>
          </a:p>
          <a:p>
            <a:pPr marL="914400" lvl="1" indent="-457200" defTabSz="1828800" fontAlgn="t">
              <a:spcAft>
                <a:spcPts val="1400"/>
              </a:spcAft>
              <a:buClr>
                <a:srgbClr val="EB0000"/>
              </a:buClr>
              <a:buFont typeface="Arial" panose="020B0604020202020204" pitchFamily="34" charset="0"/>
              <a:buChar char="•"/>
            </a:pPr>
            <a:r>
              <a:rPr lang="en-GB" sz="3200" noProof="0">
                <a:latin typeface="Fira Sans" panose="020B0503050000020004" pitchFamily="34" charset="0"/>
              </a:rPr>
              <a:t>Embed financial accountability into technology decision‑making</a:t>
            </a:r>
          </a:p>
          <a:p>
            <a:pPr defTabSz="1828800" fontAlgn="t">
              <a:spcAft>
                <a:spcPts val="1400"/>
              </a:spcAft>
              <a:buClr>
                <a:srgbClr val="EB0000"/>
              </a:buClr>
            </a:pPr>
            <a:endParaRPr lang="en-GB" sz="3600" b="0" noProof="0">
              <a:latin typeface="Fira Sans" panose="020B0503050000020004" pitchFamily="34" charset="0"/>
            </a:endParaRPr>
          </a:p>
          <a:p>
            <a:pPr defTabSz="1828800" fontAlgn="t">
              <a:spcAft>
                <a:spcPts val="1400"/>
              </a:spcAft>
              <a:buClr>
                <a:srgbClr val="EB0000"/>
              </a:buClr>
            </a:pPr>
            <a:r>
              <a:rPr lang="en-GB" sz="3600" b="1" noProof="0">
                <a:latin typeface="Fira Sans" panose="020B0503050000020004" pitchFamily="34" charset="0"/>
              </a:rPr>
              <a:t>Outcome</a:t>
            </a:r>
          </a:p>
          <a:p>
            <a:pPr marL="914400" lvl="1" indent="-457200" defTabSz="1828800" fontAlgn="t">
              <a:spcAft>
                <a:spcPts val="1400"/>
              </a:spcAft>
              <a:buClr>
                <a:srgbClr val="EB0000"/>
              </a:buClr>
              <a:buFont typeface="Arial" panose="020B0604020202020204" pitchFamily="34" charset="0"/>
              <a:buChar char="•"/>
            </a:pPr>
            <a:r>
              <a:rPr lang="en-GB" sz="3200" noProof="0">
                <a:latin typeface="Fira Sans" panose="020B0503050000020004" pitchFamily="34" charset="0"/>
              </a:rPr>
              <a:t>Measurable cost optimisation and improved margin predictability</a:t>
            </a:r>
          </a:p>
          <a:p>
            <a:pPr marL="914400" lvl="1" indent="-457200" defTabSz="1828800" fontAlgn="t">
              <a:spcAft>
                <a:spcPts val="1400"/>
              </a:spcAft>
              <a:buClr>
                <a:srgbClr val="EB0000"/>
              </a:buClr>
              <a:buFont typeface="Arial" panose="020B0604020202020204" pitchFamily="34" charset="0"/>
              <a:buChar char="•"/>
            </a:pPr>
            <a:r>
              <a:rPr lang="en-GB" sz="3200" noProof="0">
                <a:latin typeface="Fira Sans" panose="020B0503050000020004" pitchFamily="34" charset="0"/>
              </a:rPr>
              <a:t>Clear visibility of spend by platform, product, and environment</a:t>
            </a:r>
          </a:p>
          <a:p>
            <a:pPr marL="914400" lvl="1" indent="-457200" defTabSz="1828800" fontAlgn="t">
              <a:spcAft>
                <a:spcPts val="1400"/>
              </a:spcAft>
              <a:buClr>
                <a:srgbClr val="EB0000"/>
              </a:buClr>
              <a:buFont typeface="Arial" panose="020B0604020202020204" pitchFamily="34" charset="0"/>
              <a:buChar char="•"/>
            </a:pPr>
            <a:r>
              <a:rPr lang="en-GB" sz="3200" noProof="0">
                <a:latin typeface="Fira Sans" panose="020B0503050000020004" pitchFamily="34" charset="0"/>
              </a:rPr>
              <a:t>Financial governance (FinOps) embedded into the operating model</a:t>
            </a:r>
          </a:p>
        </p:txBody>
      </p:sp>
    </p:spTree>
    <p:extLst>
      <p:ext uri="{BB962C8B-B14F-4D97-AF65-F5344CB8AC3E}">
        <p14:creationId xmlns:p14="http://schemas.microsoft.com/office/powerpoint/2010/main" val="342264883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4384B0-4BC1-4648-C500-299A45F377ED}"/>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84D5E381-FAB2-28C8-AA90-97D44B90F230}"/>
              </a:ext>
            </a:extLst>
          </p:cNvPr>
          <p:cNvSpPr>
            <a:spLocks noGrp="1"/>
          </p:cNvSpPr>
          <p:nvPr>
            <p:ph type="sldNum" sz="quarter" idx="11"/>
          </p:nvPr>
        </p:nvSpPr>
        <p:spPr/>
        <p:txBody>
          <a:bodyPr vert="horz" lIns="0" tIns="0" rIns="0" bIns="0" rtlCol="0" anchor="t" anchorCtr="0">
            <a:normAutofit/>
          </a:bodyPr>
          <a:lstStyle/>
          <a:p>
            <a:pPr>
              <a:spcAft>
                <a:spcPts val="600"/>
              </a:spcAft>
            </a:pPr>
            <a:fld id="{762E77F0-FB5B-4E8E-9BC9-34F14560A017}" type="slidenum">
              <a:rPr lang="en-GB" noProof="0" smtClean="0"/>
              <a:pPr>
                <a:spcAft>
                  <a:spcPts val="600"/>
                </a:spcAft>
              </a:pPr>
              <a:t>11</a:t>
            </a:fld>
            <a:endParaRPr lang="en-GB" noProof="0"/>
          </a:p>
        </p:txBody>
      </p:sp>
      <p:sp>
        <p:nvSpPr>
          <p:cNvPr id="10" name="Text Placeholder 9">
            <a:extLst>
              <a:ext uri="{FF2B5EF4-FFF2-40B4-BE49-F238E27FC236}">
                <a16:creationId xmlns:a16="http://schemas.microsoft.com/office/drawing/2014/main" id="{446ED16C-C1C2-BAB0-FB43-81EBD1ACAF18}"/>
              </a:ext>
            </a:extLst>
          </p:cNvPr>
          <p:cNvSpPr>
            <a:spLocks noGrp="1"/>
          </p:cNvSpPr>
          <p:nvPr>
            <p:ph type="body" sz="quarter" idx="13"/>
          </p:nvPr>
        </p:nvSpPr>
        <p:spPr>
          <a:xfrm>
            <a:off x="746393" y="7838874"/>
            <a:ext cx="5216526" cy="3536261"/>
          </a:xfrm>
        </p:spPr>
        <p:txBody>
          <a:bodyPr anchor="ctr"/>
          <a:lstStyle/>
          <a:p>
            <a:pPr algn="ctr"/>
            <a:r>
              <a:rPr lang="en-GB" sz="3200" noProof="0" dirty="0">
                <a:latin typeface="Fira Sans" panose="020B0503050000020004" pitchFamily="34" charset="0"/>
              </a:rPr>
              <a:t>Reduce toil and improve customer experience</a:t>
            </a:r>
          </a:p>
        </p:txBody>
      </p:sp>
      <p:sp>
        <p:nvSpPr>
          <p:cNvPr id="5" name="Title 1">
            <a:extLst>
              <a:ext uri="{FF2B5EF4-FFF2-40B4-BE49-F238E27FC236}">
                <a16:creationId xmlns:a16="http://schemas.microsoft.com/office/drawing/2014/main" id="{22EC0FDB-92C4-2562-4312-1B91EDEF0FF1}"/>
              </a:ext>
            </a:extLst>
          </p:cNvPr>
          <p:cNvSpPr>
            <a:spLocks noGrp="1"/>
          </p:cNvSpPr>
          <p:nvPr>
            <p:ph type="title"/>
          </p:nvPr>
        </p:nvSpPr>
        <p:spPr>
          <a:xfrm>
            <a:off x="733863" y="3609563"/>
            <a:ext cx="5241586" cy="3062106"/>
          </a:xfrm>
        </p:spPr>
        <p:txBody>
          <a:bodyPr vert="horz" wrap="square" lIns="0" tIns="0" rIns="0" bIns="0" rtlCol="0" anchor="ctr" anchorCtr="0">
            <a:normAutofit fontScale="90000"/>
          </a:bodyPr>
          <a:lstStyle/>
          <a:p>
            <a:pPr algn="ctr"/>
            <a:r>
              <a:rPr lang="en-GB" sz="5400" kern="1200" noProof="0" dirty="0">
                <a:ln w="9525">
                  <a:noFill/>
                </a:ln>
                <a:latin typeface="Fira Sans" panose="020B0503050000020004" pitchFamily="34" charset="0"/>
              </a:rPr>
              <a:t>Automation</a:t>
            </a:r>
            <a:br>
              <a:rPr lang="en-GB" sz="5400" kern="1200" noProof="0" dirty="0">
                <a:ln w="9525">
                  <a:noFill/>
                </a:ln>
                <a:latin typeface="Fira Sans" panose="020B0503050000020004" pitchFamily="34" charset="0"/>
              </a:rPr>
            </a:br>
            <a:r>
              <a:rPr lang="en-GB" sz="5400" kern="1200" noProof="0" dirty="0">
                <a:ln w="9525">
                  <a:noFill/>
                </a:ln>
                <a:latin typeface="Fira Sans" panose="020B0503050000020004" pitchFamily="34" charset="0"/>
              </a:rPr>
              <a:t>+</a:t>
            </a:r>
            <a:br>
              <a:rPr lang="en-GB" sz="5400" kern="1200" noProof="0" dirty="0">
                <a:ln w="9525">
                  <a:noFill/>
                </a:ln>
                <a:latin typeface="Fira Sans" panose="020B0503050000020004" pitchFamily="34" charset="0"/>
              </a:rPr>
            </a:br>
            <a:r>
              <a:rPr lang="en-GB" sz="5400" kern="1200" noProof="0" dirty="0">
                <a:ln w="9525">
                  <a:noFill/>
                </a:ln>
                <a:latin typeface="Fira Sans" panose="020B0503050000020004" pitchFamily="34" charset="0"/>
              </a:rPr>
              <a:t>Workflow Optimisation</a:t>
            </a:r>
          </a:p>
        </p:txBody>
      </p:sp>
      <p:sp>
        <p:nvSpPr>
          <p:cNvPr id="11" name="Title 1">
            <a:extLst>
              <a:ext uri="{FF2B5EF4-FFF2-40B4-BE49-F238E27FC236}">
                <a16:creationId xmlns:a16="http://schemas.microsoft.com/office/drawing/2014/main" id="{A0001C9D-A988-EF47-7F87-621498DD55BC}"/>
              </a:ext>
            </a:extLst>
          </p:cNvPr>
          <p:cNvSpPr txBox="1">
            <a:spLocks/>
          </p:cNvSpPr>
          <p:nvPr/>
        </p:nvSpPr>
        <p:spPr>
          <a:xfrm>
            <a:off x="733863" y="949568"/>
            <a:ext cx="5241586" cy="988960"/>
          </a:xfrm>
          <a:prstGeom prst="rect">
            <a:avLst/>
          </a:prstGeom>
          <a:ln w="12700">
            <a:noFill/>
          </a:ln>
        </p:spPr>
        <p:txBody>
          <a:bodyPr vert="horz" wrap="square" lIns="0" tIns="0" rIns="0" bIns="0" rtlCol="0" anchor="ctr" anchorCtr="0">
            <a:normAutofit/>
          </a:bodyPr>
          <a:lstStyle>
            <a:lvl1pPr algn="l" defTabSz="1828800" rtl="0" eaLnBrk="1" fontAlgn="base" latinLnBrk="0" hangingPunct="1">
              <a:lnSpc>
                <a:spcPct val="110000"/>
              </a:lnSpc>
              <a:spcBef>
                <a:spcPct val="0"/>
              </a:spcBef>
              <a:buNone/>
              <a:defRPr sz="6250" kern="1200">
                <a:ln w="9525">
                  <a:noFill/>
                </a:ln>
                <a:solidFill>
                  <a:schemeClr val="bg1"/>
                </a:solidFill>
                <a:latin typeface="+mj-lt"/>
                <a:ea typeface="+mj-ea"/>
                <a:cs typeface="+mj-cs"/>
              </a:defRPr>
            </a:lvl1pPr>
          </a:lstStyle>
          <a:p>
            <a:pPr algn="ctr"/>
            <a:r>
              <a:rPr lang="en-GB" sz="5400" noProof="0" dirty="0">
                <a:latin typeface="Fira Sans" panose="020B0503050000020004" pitchFamily="34" charset="0"/>
              </a:rPr>
              <a:t>Driver # 3</a:t>
            </a:r>
          </a:p>
        </p:txBody>
      </p:sp>
      <p:sp>
        <p:nvSpPr>
          <p:cNvPr id="6" name="TextBox 5">
            <a:extLst>
              <a:ext uri="{FF2B5EF4-FFF2-40B4-BE49-F238E27FC236}">
                <a16:creationId xmlns:a16="http://schemas.microsoft.com/office/drawing/2014/main" id="{D97024F1-64FF-F531-85E8-417D10AA8AF2}"/>
              </a:ext>
            </a:extLst>
          </p:cNvPr>
          <p:cNvSpPr txBox="1"/>
          <p:nvPr/>
        </p:nvSpPr>
        <p:spPr>
          <a:xfrm>
            <a:off x="7385880" y="1031799"/>
            <a:ext cx="15913031" cy="8217634"/>
          </a:xfrm>
          <a:prstGeom prst="rect">
            <a:avLst/>
          </a:prstGeom>
          <a:noFill/>
        </p:spPr>
        <p:txBody>
          <a:bodyPr wrap="square">
            <a:spAutoFit/>
          </a:bodyPr>
          <a:lstStyle/>
          <a:p>
            <a:pPr defTabSz="1828800" fontAlgn="t">
              <a:spcAft>
                <a:spcPts val="1400"/>
              </a:spcAft>
              <a:buClr>
                <a:srgbClr val="EB0000"/>
              </a:buClr>
            </a:pPr>
            <a:r>
              <a:rPr lang="en-GB" sz="3600" b="1" noProof="0" dirty="0">
                <a:latin typeface="Fira Sans" panose="020B0503050000020004" pitchFamily="34" charset="0"/>
              </a:rPr>
              <a:t>Goal</a:t>
            </a:r>
          </a:p>
          <a:p>
            <a:pPr marL="914400" lvl="1" indent="-457200">
              <a:spcAft>
                <a:spcPts val="600"/>
              </a:spcAft>
              <a:buClr>
                <a:srgbClr val="FF0000"/>
              </a:buClr>
              <a:buFont typeface="Arial" panose="020B0604020202020204" pitchFamily="34" charset="0"/>
              <a:buChar char="•"/>
            </a:pPr>
            <a:r>
              <a:rPr lang="en-GB" sz="3200" noProof="0" dirty="0">
                <a:latin typeface="Fira Sans" panose="020B0503050000020004" pitchFamily="34" charset="0"/>
              </a:rPr>
              <a:t>Automate repeatable, high‑volume operational workflows</a:t>
            </a:r>
          </a:p>
          <a:p>
            <a:pPr marL="914400" lvl="1" indent="-457200">
              <a:spcAft>
                <a:spcPts val="600"/>
              </a:spcAft>
              <a:buClr>
                <a:srgbClr val="FF0000"/>
              </a:buClr>
              <a:buFont typeface="Arial" panose="020B0604020202020204" pitchFamily="34" charset="0"/>
              <a:buChar char="•"/>
            </a:pPr>
            <a:r>
              <a:rPr lang="en-GB" sz="3200" noProof="0" dirty="0">
                <a:latin typeface="Fira Sans" panose="020B0503050000020004" pitchFamily="34" charset="0"/>
              </a:rPr>
              <a:t>Adopt Self-service delivery model to improve customer service levels</a:t>
            </a:r>
          </a:p>
          <a:p>
            <a:pPr>
              <a:spcAft>
                <a:spcPts val="600"/>
              </a:spcAft>
            </a:pPr>
            <a:endParaRPr lang="en-GB" sz="3600" b="0" noProof="0" dirty="0">
              <a:latin typeface="Fira Sans" panose="020B0503050000020004" pitchFamily="34" charset="0"/>
            </a:endParaRPr>
          </a:p>
          <a:p>
            <a:pPr defTabSz="1828800" fontAlgn="t">
              <a:spcAft>
                <a:spcPts val="1400"/>
              </a:spcAft>
              <a:buClr>
                <a:srgbClr val="EB0000"/>
              </a:buClr>
            </a:pPr>
            <a:r>
              <a:rPr lang="en-GB" sz="3600" b="1" noProof="0" dirty="0">
                <a:latin typeface="Fira Sans" panose="020B0503050000020004" pitchFamily="34" charset="0"/>
              </a:rPr>
              <a:t>Strategic intent</a:t>
            </a:r>
          </a:p>
          <a:p>
            <a:pPr marL="914400" lvl="1" indent="-457200">
              <a:spcAft>
                <a:spcPts val="100"/>
              </a:spcAft>
              <a:buClr>
                <a:srgbClr val="FF0000"/>
              </a:buClr>
              <a:buFont typeface="Arial" panose="020B0604020202020204" pitchFamily="34" charset="0"/>
              <a:buChar char="•"/>
            </a:pPr>
            <a:r>
              <a:rPr lang="en-GB" sz="3200" noProof="0" dirty="0">
                <a:latin typeface="Fira Sans" panose="020B0503050000020004" pitchFamily="34" charset="0"/>
              </a:rPr>
              <a:t>Manual processes limit growth and degrade customer experience</a:t>
            </a:r>
          </a:p>
          <a:p>
            <a:pPr marL="914400" lvl="1" indent="-457200">
              <a:spcAft>
                <a:spcPts val="100"/>
              </a:spcAft>
              <a:buClr>
                <a:srgbClr val="FF0000"/>
              </a:buClr>
              <a:buFont typeface="Arial" panose="020B0604020202020204" pitchFamily="34" charset="0"/>
              <a:buChar char="•"/>
            </a:pPr>
            <a:r>
              <a:rPr lang="en-GB" sz="3200" noProof="0" dirty="0">
                <a:latin typeface="Fira Sans" panose="020B0503050000020004" pitchFamily="34" charset="0"/>
              </a:rPr>
              <a:t>Automation is essential for enterprise‑scale cloud operations</a:t>
            </a:r>
          </a:p>
          <a:p>
            <a:pPr marL="914400" lvl="1" indent="-457200">
              <a:spcAft>
                <a:spcPts val="100"/>
              </a:spcAft>
              <a:buClr>
                <a:srgbClr val="FF0000"/>
              </a:buClr>
              <a:buFont typeface="Arial" panose="020B0604020202020204" pitchFamily="34" charset="0"/>
              <a:buChar char="•"/>
            </a:pPr>
            <a:r>
              <a:rPr lang="en-GB" sz="3200" noProof="0" dirty="0">
                <a:latin typeface="Fira Sans" panose="020B0503050000020004" pitchFamily="34" charset="0"/>
              </a:rPr>
              <a:t>Improve service consistency, resilience, and customer experience</a:t>
            </a:r>
          </a:p>
          <a:p>
            <a:pPr marL="914400" lvl="1" indent="-457200">
              <a:spcAft>
                <a:spcPts val="100"/>
              </a:spcAft>
              <a:buClr>
                <a:srgbClr val="FF0000"/>
              </a:buClr>
              <a:buFont typeface="Arial" panose="020B0604020202020204" pitchFamily="34" charset="0"/>
              <a:buChar char="•"/>
            </a:pPr>
            <a:r>
              <a:rPr lang="en-GB" sz="3200" noProof="0" dirty="0">
                <a:latin typeface="Fira Sans" panose="020B0503050000020004" pitchFamily="34" charset="0"/>
              </a:rPr>
              <a:t>Default to cloud‑native and managed services where appropriate</a:t>
            </a:r>
          </a:p>
          <a:p>
            <a:pPr>
              <a:spcAft>
                <a:spcPts val="600"/>
              </a:spcAft>
            </a:pPr>
            <a:endParaRPr lang="en-GB" sz="3600" b="0" noProof="0" dirty="0">
              <a:latin typeface="Fira Sans" panose="020B0503050000020004" pitchFamily="34" charset="0"/>
            </a:endParaRPr>
          </a:p>
          <a:p>
            <a:pPr defTabSz="1828800" fontAlgn="t">
              <a:spcAft>
                <a:spcPts val="1400"/>
              </a:spcAft>
              <a:buClr>
                <a:srgbClr val="EB0000"/>
              </a:buClr>
            </a:pPr>
            <a:r>
              <a:rPr lang="en-GB" sz="3600" b="1" noProof="0" dirty="0">
                <a:latin typeface="Fira Sans" panose="020B0503050000020004" pitchFamily="34" charset="0"/>
              </a:rPr>
              <a:t>Outcome</a:t>
            </a:r>
          </a:p>
          <a:p>
            <a:pPr marL="914400" lvl="1" indent="-457200">
              <a:spcAft>
                <a:spcPts val="100"/>
              </a:spcAft>
              <a:buClr>
                <a:srgbClr val="FF0000"/>
              </a:buClr>
              <a:buFont typeface="Arial" panose="020B0604020202020204" pitchFamily="34" charset="0"/>
              <a:buChar char="•"/>
            </a:pPr>
            <a:r>
              <a:rPr lang="en-GB" sz="3200" noProof="0" dirty="0">
                <a:latin typeface="Fira Sans" panose="020B0503050000020004" pitchFamily="34" charset="0"/>
              </a:rPr>
              <a:t>Reduced operational and key‑person risk</a:t>
            </a:r>
          </a:p>
          <a:p>
            <a:pPr marL="914400" lvl="1" indent="-457200">
              <a:spcAft>
                <a:spcPts val="100"/>
              </a:spcAft>
              <a:buClr>
                <a:srgbClr val="FF0000"/>
              </a:buClr>
              <a:buFont typeface="Arial" panose="020B0604020202020204" pitchFamily="34" charset="0"/>
              <a:buChar char="•"/>
            </a:pPr>
            <a:r>
              <a:rPr lang="en-GB" sz="3200" noProof="0" dirty="0">
                <a:latin typeface="Fira Sans" panose="020B0503050000020004" pitchFamily="34" charset="0"/>
              </a:rPr>
              <a:t>Ability to scale revenue without linear cost growth</a:t>
            </a:r>
          </a:p>
          <a:p>
            <a:pPr marL="914400" lvl="1" indent="-457200">
              <a:spcAft>
                <a:spcPts val="100"/>
              </a:spcAft>
              <a:buClr>
                <a:srgbClr val="FF0000"/>
              </a:buClr>
              <a:buFont typeface="Arial" panose="020B0604020202020204" pitchFamily="34" charset="0"/>
              <a:buChar char="•"/>
            </a:pPr>
            <a:r>
              <a:rPr lang="en-GB" sz="3200" noProof="0" dirty="0">
                <a:latin typeface="Fira Sans" panose="020B0503050000020004" pitchFamily="34" charset="0"/>
              </a:rPr>
              <a:t>Business teams focused on value creation rather than administration</a:t>
            </a:r>
          </a:p>
        </p:txBody>
      </p:sp>
    </p:spTree>
    <p:extLst>
      <p:ext uri="{BB962C8B-B14F-4D97-AF65-F5344CB8AC3E}">
        <p14:creationId xmlns:p14="http://schemas.microsoft.com/office/powerpoint/2010/main" val="110188549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FF4586-4324-CBE9-5C9F-64EAFC0408E5}"/>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A05AA51D-1EFC-8010-3143-09DC80ED0D28}"/>
              </a:ext>
            </a:extLst>
          </p:cNvPr>
          <p:cNvSpPr>
            <a:spLocks noGrp="1"/>
          </p:cNvSpPr>
          <p:nvPr>
            <p:ph type="sldNum" sz="quarter" idx="11"/>
          </p:nvPr>
        </p:nvSpPr>
        <p:spPr/>
        <p:txBody>
          <a:bodyPr vert="horz" lIns="0" tIns="0" rIns="0" bIns="0" rtlCol="0" anchor="t" anchorCtr="0">
            <a:normAutofit/>
          </a:bodyPr>
          <a:lstStyle/>
          <a:p>
            <a:pPr>
              <a:spcAft>
                <a:spcPts val="600"/>
              </a:spcAft>
            </a:pPr>
            <a:fld id="{762E77F0-FB5B-4E8E-9BC9-34F14560A017}" type="slidenum">
              <a:rPr lang="en-GB" noProof="0" smtClean="0"/>
              <a:pPr>
                <a:spcAft>
                  <a:spcPts val="600"/>
                </a:spcAft>
              </a:pPr>
              <a:t>12</a:t>
            </a:fld>
            <a:endParaRPr lang="en-GB" noProof="0"/>
          </a:p>
        </p:txBody>
      </p:sp>
      <p:sp>
        <p:nvSpPr>
          <p:cNvPr id="10" name="Text Placeholder 9">
            <a:extLst>
              <a:ext uri="{FF2B5EF4-FFF2-40B4-BE49-F238E27FC236}">
                <a16:creationId xmlns:a16="http://schemas.microsoft.com/office/drawing/2014/main" id="{CAA67531-EB76-ADB7-7C5C-4A8985982112}"/>
              </a:ext>
            </a:extLst>
          </p:cNvPr>
          <p:cNvSpPr>
            <a:spLocks noGrp="1"/>
          </p:cNvSpPr>
          <p:nvPr>
            <p:ph type="body" sz="quarter" idx="13"/>
          </p:nvPr>
        </p:nvSpPr>
        <p:spPr>
          <a:xfrm>
            <a:off x="758923" y="6671669"/>
            <a:ext cx="5216526" cy="3536261"/>
          </a:xfrm>
        </p:spPr>
        <p:txBody>
          <a:bodyPr/>
          <a:lstStyle/>
          <a:p>
            <a:pPr algn="ctr"/>
            <a:r>
              <a:rPr lang="en-GB" sz="3200" dirty="0">
                <a:latin typeface="Fira Sans" panose="020B0503050000020004" pitchFamily="34" charset="0"/>
              </a:rPr>
              <a:t>What happens if you don't</a:t>
            </a:r>
            <a:endParaRPr lang="en-GB" sz="3200" noProof="0" dirty="0">
              <a:latin typeface="Fira Sans" panose="020B0503050000020004" pitchFamily="34" charset="0"/>
            </a:endParaRPr>
          </a:p>
        </p:txBody>
      </p:sp>
      <p:sp>
        <p:nvSpPr>
          <p:cNvPr id="5" name="Title 1">
            <a:extLst>
              <a:ext uri="{FF2B5EF4-FFF2-40B4-BE49-F238E27FC236}">
                <a16:creationId xmlns:a16="http://schemas.microsoft.com/office/drawing/2014/main" id="{EE7C44B1-04F3-C772-276F-F693E62C122D}"/>
              </a:ext>
            </a:extLst>
          </p:cNvPr>
          <p:cNvSpPr>
            <a:spLocks noGrp="1"/>
          </p:cNvSpPr>
          <p:nvPr>
            <p:ph type="title"/>
          </p:nvPr>
        </p:nvSpPr>
        <p:spPr>
          <a:xfrm>
            <a:off x="746393" y="3609563"/>
            <a:ext cx="5241586" cy="3062106"/>
          </a:xfrm>
        </p:spPr>
        <p:txBody>
          <a:bodyPr vert="horz" wrap="square" lIns="0" tIns="0" rIns="0" bIns="0" rtlCol="0" anchor="ctr" anchorCtr="0">
            <a:normAutofit/>
          </a:bodyPr>
          <a:lstStyle/>
          <a:p>
            <a:pPr algn="ctr"/>
            <a:r>
              <a:rPr lang="en-GB" sz="5400" dirty="0">
                <a:latin typeface="Fira Sans" panose="020B0503050000020004" pitchFamily="34" charset="0"/>
              </a:rPr>
              <a:t>The case for acting now</a:t>
            </a:r>
          </a:p>
        </p:txBody>
      </p:sp>
      <p:sp>
        <p:nvSpPr>
          <p:cNvPr id="11" name="Title 1">
            <a:extLst>
              <a:ext uri="{FF2B5EF4-FFF2-40B4-BE49-F238E27FC236}">
                <a16:creationId xmlns:a16="http://schemas.microsoft.com/office/drawing/2014/main" id="{D33EC3EB-83D5-A31C-4E49-8CC88D9E3AF3}"/>
              </a:ext>
            </a:extLst>
          </p:cNvPr>
          <p:cNvSpPr txBox="1">
            <a:spLocks/>
          </p:cNvSpPr>
          <p:nvPr/>
        </p:nvSpPr>
        <p:spPr>
          <a:xfrm>
            <a:off x="721333" y="949568"/>
            <a:ext cx="5241586" cy="988960"/>
          </a:xfrm>
          <a:prstGeom prst="rect">
            <a:avLst/>
          </a:prstGeom>
          <a:ln w="12700">
            <a:noFill/>
          </a:ln>
        </p:spPr>
        <p:txBody>
          <a:bodyPr vert="horz" wrap="square" lIns="0" tIns="0" rIns="0" bIns="0" rtlCol="0" anchor="t" anchorCtr="0">
            <a:normAutofit/>
          </a:bodyPr>
          <a:lstStyle>
            <a:lvl1pPr algn="l" defTabSz="1828800" rtl="0" eaLnBrk="1" fontAlgn="base" latinLnBrk="0" hangingPunct="1">
              <a:lnSpc>
                <a:spcPct val="110000"/>
              </a:lnSpc>
              <a:spcBef>
                <a:spcPct val="0"/>
              </a:spcBef>
              <a:buNone/>
              <a:defRPr sz="6250" kern="1200">
                <a:ln w="9525">
                  <a:noFill/>
                </a:ln>
                <a:solidFill>
                  <a:schemeClr val="bg1"/>
                </a:solidFill>
                <a:latin typeface="+mj-lt"/>
                <a:ea typeface="+mj-ea"/>
                <a:cs typeface="+mj-cs"/>
              </a:defRPr>
            </a:lvl1pPr>
          </a:lstStyle>
          <a:p>
            <a:pPr algn="ctr"/>
            <a:endParaRPr lang="en-GB" sz="5400" noProof="0" dirty="0">
              <a:latin typeface="Fira Sans" panose="020B0503050000020004" pitchFamily="34" charset="0"/>
            </a:endParaRPr>
          </a:p>
        </p:txBody>
      </p:sp>
      <p:sp>
        <p:nvSpPr>
          <p:cNvPr id="2" name="TextBox 1">
            <a:extLst>
              <a:ext uri="{FF2B5EF4-FFF2-40B4-BE49-F238E27FC236}">
                <a16:creationId xmlns:a16="http://schemas.microsoft.com/office/drawing/2014/main" id="{9DD41177-087D-60A0-513D-BBE5EB9888B9}"/>
              </a:ext>
            </a:extLst>
          </p:cNvPr>
          <p:cNvSpPr txBox="1"/>
          <p:nvPr/>
        </p:nvSpPr>
        <p:spPr>
          <a:xfrm>
            <a:off x="7315199" y="1444048"/>
            <a:ext cx="15983711" cy="9782165"/>
          </a:xfrm>
          <a:prstGeom prst="rect">
            <a:avLst/>
          </a:prstGeom>
          <a:noFill/>
        </p:spPr>
        <p:txBody>
          <a:bodyPr wrap="square" rtlCol="0">
            <a:spAutoFit/>
          </a:bodyPr>
          <a:lstStyle/>
          <a:p>
            <a:pPr marL="571500" indent="-571500" defTabSz="1828800" fontAlgn="t">
              <a:spcAft>
                <a:spcPts val="1400"/>
              </a:spcAft>
              <a:buClr>
                <a:srgbClr val="EB0000"/>
              </a:buClr>
              <a:buFont typeface="Arial" panose="020B0604020202020204" pitchFamily="34" charset="0"/>
              <a:buChar char="•"/>
            </a:pPr>
            <a:r>
              <a:rPr lang="en-GB" sz="4000" b="1" dirty="0">
                <a:latin typeface="Fira Sans" panose="020B0503050000020004" pitchFamily="34" charset="0"/>
              </a:rPr>
              <a:t>Contracts converging </a:t>
            </a:r>
            <a:r>
              <a:rPr lang="en-GB" sz="4000" dirty="0">
                <a:latin typeface="Fira Sans" panose="020B0503050000020004" pitchFamily="34" charset="0"/>
              </a:rPr>
              <a:t>DC leases, EA, Broadcom, Oracle all landing inside two years. Each renewal re-locks capital.</a:t>
            </a:r>
          </a:p>
          <a:p>
            <a:pPr marL="571500" indent="-571500" defTabSz="1828800" fontAlgn="t">
              <a:spcAft>
                <a:spcPts val="1400"/>
              </a:spcAft>
              <a:buClr>
                <a:srgbClr val="EB0000"/>
              </a:buClr>
              <a:buFont typeface="Arial" panose="020B0604020202020204" pitchFamily="34" charset="0"/>
              <a:buChar char="•"/>
            </a:pPr>
            <a:endParaRPr lang="en-GB" sz="4000" b="1" dirty="0">
              <a:latin typeface="Fira Sans" panose="020B0503050000020004" pitchFamily="34" charset="0"/>
            </a:endParaRPr>
          </a:p>
          <a:p>
            <a:pPr marL="571500" indent="-571500" defTabSz="1828800" fontAlgn="t">
              <a:spcAft>
                <a:spcPts val="1400"/>
              </a:spcAft>
              <a:buClr>
                <a:srgbClr val="EB0000"/>
              </a:buClr>
              <a:buFont typeface="Arial" panose="020B0604020202020204" pitchFamily="34" charset="0"/>
              <a:buChar char="•"/>
            </a:pPr>
            <a:r>
              <a:rPr lang="en-GB" sz="4000" b="1" dirty="0">
                <a:latin typeface="Fira Sans" panose="020B0503050000020004" pitchFamily="34" charset="0"/>
              </a:rPr>
              <a:t>VMware position has changed </a:t>
            </a:r>
            <a:r>
              <a:rPr lang="en-GB" sz="4000" dirty="0">
                <a:latin typeface="Fira Sans" panose="020B0503050000020004" pitchFamily="34" charset="0"/>
              </a:rPr>
              <a:t>Perpetual licences, expired support. No patches, no new hosts. VCF subscription is the only path forward.</a:t>
            </a:r>
          </a:p>
          <a:p>
            <a:pPr marL="571500" indent="-571500" defTabSz="1828800" fontAlgn="t">
              <a:spcAft>
                <a:spcPts val="1400"/>
              </a:spcAft>
              <a:buClr>
                <a:srgbClr val="EB0000"/>
              </a:buClr>
              <a:buFont typeface="Arial" panose="020B0604020202020204" pitchFamily="34" charset="0"/>
              <a:buChar char="•"/>
            </a:pPr>
            <a:endParaRPr lang="en-GB" sz="4000" b="1" dirty="0">
              <a:latin typeface="Fira Sans" panose="020B0503050000020004" pitchFamily="34" charset="0"/>
            </a:endParaRPr>
          </a:p>
          <a:p>
            <a:pPr marL="571500" indent="-571500" defTabSz="1828800" fontAlgn="t">
              <a:spcAft>
                <a:spcPts val="1400"/>
              </a:spcAft>
              <a:buClr>
                <a:srgbClr val="EB0000"/>
              </a:buClr>
              <a:buFont typeface="Arial" panose="020B0604020202020204" pitchFamily="34" charset="0"/>
              <a:buChar char="•"/>
            </a:pPr>
            <a:r>
              <a:rPr lang="en-GB" sz="4000" b="1" dirty="0">
                <a:latin typeface="Fira Sans" panose="020B0503050000020004" pitchFamily="34" charset="0"/>
              </a:rPr>
              <a:t>Operational fragmentation limits growth </a:t>
            </a:r>
            <a:r>
              <a:rPr lang="en-GB" sz="4000" dirty="0">
                <a:latin typeface="Fira Sans" panose="020B0503050000020004" pitchFamily="34" charset="0"/>
              </a:rPr>
              <a:t>170 staff, 7 areas, different tooling and processes. No consistent control plane.</a:t>
            </a:r>
          </a:p>
          <a:p>
            <a:pPr marL="571500" indent="-571500" defTabSz="1828800" fontAlgn="t">
              <a:spcAft>
                <a:spcPts val="1400"/>
              </a:spcAft>
              <a:buClr>
                <a:srgbClr val="EB0000"/>
              </a:buClr>
              <a:buFont typeface="Arial" panose="020B0604020202020204" pitchFamily="34" charset="0"/>
              <a:buChar char="•"/>
            </a:pPr>
            <a:endParaRPr lang="en-GB" sz="4000" b="1" dirty="0">
              <a:latin typeface="Fira Sans" panose="020B0503050000020004" pitchFamily="34" charset="0"/>
            </a:endParaRPr>
          </a:p>
          <a:p>
            <a:pPr marL="571500" indent="-571500" defTabSz="1828800" fontAlgn="t">
              <a:spcAft>
                <a:spcPts val="1400"/>
              </a:spcAft>
              <a:buClr>
                <a:srgbClr val="EB0000"/>
              </a:buClr>
              <a:buFont typeface="Arial" panose="020B0604020202020204" pitchFamily="34" charset="0"/>
              <a:buChar char="•"/>
            </a:pPr>
            <a:r>
              <a:rPr lang="en-GB" sz="4000" b="1" dirty="0">
                <a:latin typeface="Fira Sans" panose="020B0503050000020004" pitchFamily="34" charset="0"/>
              </a:rPr>
              <a:t>1M subscribers needs elastic infrastructure </a:t>
            </a:r>
            <a:r>
              <a:rPr lang="en-GB" sz="4000" dirty="0">
                <a:latin typeface="Fira Sans" panose="020B0503050000020004" pitchFamily="34" charset="0"/>
              </a:rPr>
              <a:t>Fixed-capacity on-prem cannot scale for elections, breaking news, or subscriber growth without capital outlay.</a:t>
            </a:r>
            <a:endParaRPr lang="en-GB" sz="3600" dirty="0">
              <a:latin typeface="Fira Sans" panose="020B0503050000020004" pitchFamily="34" charset="0"/>
            </a:endParaRPr>
          </a:p>
          <a:p>
            <a:pPr algn="l"/>
            <a:endParaRPr lang="en-GB" sz="2800" dirty="0" err="1"/>
          </a:p>
        </p:txBody>
      </p:sp>
    </p:spTree>
    <p:extLst>
      <p:ext uri="{BB962C8B-B14F-4D97-AF65-F5344CB8AC3E}">
        <p14:creationId xmlns:p14="http://schemas.microsoft.com/office/powerpoint/2010/main" val="95482363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3C72E0-B76C-714B-15C5-BE3FC273C6D5}"/>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2EDB4A4B-3239-E9AC-07BA-E6D7D652529C}"/>
              </a:ext>
            </a:extLst>
          </p:cNvPr>
          <p:cNvSpPr>
            <a:spLocks noGrp="1"/>
          </p:cNvSpPr>
          <p:nvPr>
            <p:ph type="body" sz="quarter" idx="16"/>
          </p:nvPr>
        </p:nvSpPr>
        <p:spPr>
          <a:xfrm>
            <a:off x="6122839" y="3715469"/>
            <a:ext cx="11160126" cy="4200146"/>
          </a:xfrm>
        </p:spPr>
        <p:txBody>
          <a:bodyPr anchor="ctr"/>
          <a:lstStyle/>
          <a:p>
            <a:pPr algn="ctr"/>
            <a:r>
              <a:rPr lang="en-GB" b="1" noProof="0">
                <a:latin typeface="Fira Sans Light" panose="020B0403050000020004" pitchFamily="34" charset="0"/>
              </a:rPr>
              <a:t>Your Estate</a:t>
            </a:r>
          </a:p>
        </p:txBody>
      </p:sp>
    </p:spTree>
    <p:extLst>
      <p:ext uri="{BB962C8B-B14F-4D97-AF65-F5344CB8AC3E}">
        <p14:creationId xmlns:p14="http://schemas.microsoft.com/office/powerpoint/2010/main" val="417129270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8848C5-59DA-7811-F705-7D1DB6DBF3C7}"/>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07D1E90B-637B-B4FA-0FBC-18021D49B7E8}"/>
              </a:ext>
            </a:extLst>
          </p:cNvPr>
          <p:cNvSpPr>
            <a:spLocks noGrp="1"/>
          </p:cNvSpPr>
          <p:nvPr>
            <p:ph type="title"/>
          </p:nvPr>
        </p:nvSpPr>
        <p:spPr>
          <a:xfrm>
            <a:off x="668992" y="537179"/>
            <a:ext cx="22991108" cy="997837"/>
          </a:xfrm>
        </p:spPr>
        <p:txBody>
          <a:bodyPr/>
          <a:lstStyle/>
          <a:p>
            <a:r>
              <a:rPr lang="en-GB" noProof="0">
                <a:solidFill>
                  <a:srgbClr val="FF0000"/>
                </a:solidFill>
                <a:latin typeface="Fira Sans Light" panose="020B0403050000020004" pitchFamily="34" charset="0"/>
              </a:rPr>
              <a:t>[Client] Global Presence</a:t>
            </a:r>
          </a:p>
        </p:txBody>
      </p:sp>
      <p:grpSp>
        <p:nvGrpSpPr>
          <p:cNvPr id="10" name="Group 9">
            <a:extLst>
              <a:ext uri="{FF2B5EF4-FFF2-40B4-BE49-F238E27FC236}">
                <a16:creationId xmlns:a16="http://schemas.microsoft.com/office/drawing/2014/main" id="{7F10BB89-DDBF-02C0-E62D-2FA22ED66EA0}"/>
              </a:ext>
            </a:extLst>
          </p:cNvPr>
          <p:cNvGrpSpPr/>
          <p:nvPr/>
        </p:nvGrpSpPr>
        <p:grpSpPr>
          <a:xfrm>
            <a:off x="3501112" y="2901483"/>
            <a:ext cx="19803979" cy="10285284"/>
            <a:chOff x="1630268" y="2929355"/>
            <a:chExt cx="19806920" cy="9669970"/>
          </a:xfrm>
        </p:grpSpPr>
        <p:pic>
          <p:nvPicPr>
            <p:cNvPr id="6" name="Picture 5">
              <a:extLst>
                <a:ext uri="{FF2B5EF4-FFF2-40B4-BE49-F238E27FC236}">
                  <a16:creationId xmlns:a16="http://schemas.microsoft.com/office/drawing/2014/main" id="{547142CA-A2B5-C2EE-FC12-EFE8DA2E6B1D}"/>
                </a:ext>
              </a:extLst>
            </p:cNvPr>
            <p:cNvPicPr>
              <a:picLocks noChangeAspect="1"/>
            </p:cNvPicPr>
            <p:nvPr/>
          </p:nvPicPr>
          <p:blipFill>
            <a:blip r:embed="rId10"/>
            <a:stretch>
              <a:fillRect/>
            </a:stretch>
          </p:blipFill>
          <p:spPr>
            <a:xfrm>
              <a:off x="1630268" y="2929355"/>
              <a:ext cx="19806920" cy="9669970"/>
            </a:xfrm>
            <a:prstGeom prst="rect">
              <a:avLst/>
            </a:prstGeom>
          </p:spPr>
        </p:pic>
        <p:sp>
          <p:nvSpPr>
            <p:cNvPr id="14" name="Text Placeholder 5">
              <a:extLst>
                <a:ext uri="{FF2B5EF4-FFF2-40B4-BE49-F238E27FC236}">
                  <a16:creationId xmlns:a16="http://schemas.microsoft.com/office/drawing/2014/main" id="{251D3E83-9B72-B4E8-D488-25DAFD3BECB9}"/>
                </a:ext>
              </a:extLst>
            </p:cNvPr>
            <p:cNvSpPr txBox="1">
              <a:spLocks/>
            </p:cNvSpPr>
            <p:nvPr/>
          </p:nvSpPr>
          <p:spPr>
            <a:xfrm>
              <a:off x="11009483" y="5931950"/>
              <a:ext cx="1950751" cy="492443"/>
            </a:xfrm>
            <a:prstGeom prst="rect">
              <a:avLst/>
            </a:prstGeom>
          </p:spPr>
          <p:txBody>
            <a:bodyPr vert="horz" wrap="square" lIns="0" tIns="0" rIns="0" bIns="0" rtlCol="0">
              <a:spAutoFit/>
            </a:bodyPr>
            <a:lstStyle>
              <a:lvl1pPr marL="142875" marR="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1pPr>
              <a:lvl2pPr marL="428625" marR="0" indent="-145257"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2pPr>
              <a:lvl3pPr marL="714375" marR="0" indent="-147638"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3pPr>
              <a:lvl4pPr marL="1000125" marR="0" indent="-150019"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4pPr>
              <a:lvl5pPr marL="1285875" marR="0" indent="-152400"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defTabSz="1828800">
                <a:spcAft>
                  <a:spcPts val="0"/>
                </a:spcAft>
                <a:buNone/>
                <a:defRPr/>
              </a:pPr>
              <a:r>
                <a:rPr lang="en-GB" sz="1600" noProof="0">
                  <a:solidFill>
                    <a:srgbClr val="FF0000"/>
                  </a:solidFill>
                  <a:latin typeface="Fira Sans Light" panose="020B0403050000020004" pitchFamily="34" charset="0"/>
                </a:rPr>
                <a:t>London - Reading</a:t>
              </a:r>
            </a:p>
            <a:p>
              <a:pPr marL="0" indent="0" defTabSz="1828800">
                <a:spcAft>
                  <a:spcPts val="0"/>
                </a:spcAft>
                <a:buNone/>
                <a:defRPr/>
              </a:pPr>
              <a:r>
                <a:rPr lang="en-GB" sz="1600" noProof="0">
                  <a:solidFill>
                    <a:srgbClr val="FF0000"/>
                  </a:solidFill>
                  <a:latin typeface="Fira Sans Light" panose="020B0403050000020004" pitchFamily="34" charset="0"/>
                </a:rPr>
                <a:t>London - Slough</a:t>
              </a:r>
            </a:p>
          </p:txBody>
        </p:sp>
        <p:sp>
          <p:nvSpPr>
            <p:cNvPr id="8" name="Text Placeholder 5">
              <a:extLst>
                <a:ext uri="{FF2B5EF4-FFF2-40B4-BE49-F238E27FC236}">
                  <a16:creationId xmlns:a16="http://schemas.microsoft.com/office/drawing/2014/main" id="{7F60CD8B-7111-6397-6939-75341E3F5B65}"/>
                </a:ext>
              </a:extLst>
            </p:cNvPr>
            <p:cNvSpPr txBox="1">
              <a:spLocks/>
            </p:cNvSpPr>
            <p:nvPr/>
          </p:nvSpPr>
          <p:spPr>
            <a:xfrm>
              <a:off x="18800813" y="11152918"/>
              <a:ext cx="1606306" cy="246221"/>
            </a:xfrm>
            <a:prstGeom prst="rect">
              <a:avLst/>
            </a:prstGeom>
          </p:spPr>
          <p:txBody>
            <a:bodyPr vert="horz" wrap="square" lIns="0" tIns="0" rIns="0" bIns="0" rtlCol="0">
              <a:spAutoFit/>
            </a:bodyPr>
            <a:lstStyle>
              <a:lvl1pPr marL="142875" marR="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1pPr>
              <a:lvl2pPr marL="428625" marR="0" indent="-145257"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2pPr>
              <a:lvl3pPr marL="714375" marR="0" indent="-147638"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3pPr>
              <a:lvl4pPr marL="1000125" marR="0" indent="-150019"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4pPr>
              <a:lvl5pPr marL="1285875" marR="0" indent="-152400"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defTabSz="1828800">
                <a:spcAft>
                  <a:spcPts val="1400"/>
                </a:spcAft>
                <a:buNone/>
                <a:defRPr/>
              </a:pPr>
              <a:r>
                <a:rPr lang="en-GB" sz="1600" noProof="0">
                  <a:solidFill>
                    <a:srgbClr val="FF0000"/>
                  </a:solidFill>
                  <a:latin typeface="Fira Sans Light" panose="020B0403050000020004" pitchFamily="34" charset="0"/>
                </a:rPr>
                <a:t>Sydney</a:t>
              </a:r>
            </a:p>
          </p:txBody>
        </p:sp>
        <p:pic>
          <p:nvPicPr>
            <p:cNvPr id="9" name="CustomIcon">
              <a:extLst>
                <a:ext uri="{FF2B5EF4-FFF2-40B4-BE49-F238E27FC236}">
                  <a16:creationId xmlns:a16="http://schemas.microsoft.com/office/drawing/2014/main" id="{07E2DF1C-F4EC-D398-68A6-E69836CB6532}"/>
                </a:ext>
              </a:extLst>
            </p:cNvPr>
            <p:cNvPicPr>
              <a:picLocks noChangeAspect="1"/>
            </p:cNvPicPr>
            <p:nvPr>
              <p:custDataLst>
                <p:tags r:id="rId1"/>
              </p:custDataLst>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11"/>
                </a:ext>
              </a:extLst>
            </a:blip>
            <a:stretch>
              <a:fillRect/>
            </a:stretch>
          </p:blipFill>
          <p:spPr>
            <a:xfrm>
              <a:off x="18969041" y="10932728"/>
              <a:ext cx="298298" cy="291624"/>
            </a:xfrm>
            <a:prstGeom prst="rect">
              <a:avLst/>
            </a:prstGeom>
          </p:spPr>
        </p:pic>
        <p:sp>
          <p:nvSpPr>
            <p:cNvPr id="32" name="Text Placeholder 5">
              <a:extLst>
                <a:ext uri="{FF2B5EF4-FFF2-40B4-BE49-F238E27FC236}">
                  <a16:creationId xmlns:a16="http://schemas.microsoft.com/office/drawing/2014/main" id="{AB761790-BC3D-2789-7183-62D3816AA953}"/>
                </a:ext>
              </a:extLst>
            </p:cNvPr>
            <p:cNvSpPr txBox="1">
              <a:spLocks/>
            </p:cNvSpPr>
            <p:nvPr/>
          </p:nvSpPr>
          <p:spPr>
            <a:xfrm>
              <a:off x="9172211" y="5773125"/>
              <a:ext cx="1606306" cy="246221"/>
            </a:xfrm>
            <a:prstGeom prst="rect">
              <a:avLst/>
            </a:prstGeom>
          </p:spPr>
          <p:txBody>
            <a:bodyPr vert="horz" wrap="square" lIns="0" tIns="0" rIns="0" bIns="0" rtlCol="0">
              <a:spAutoFit/>
            </a:bodyPr>
            <a:lstStyle>
              <a:lvl1pPr marL="142875" marR="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1pPr>
              <a:lvl2pPr marL="428625" marR="0" indent="-145257"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2pPr>
              <a:lvl3pPr marL="714375" marR="0" indent="-147638"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3pPr>
              <a:lvl4pPr marL="1000125" marR="0" indent="-150019"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4pPr>
              <a:lvl5pPr marL="1285875" marR="0" indent="-152400"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defTabSz="1828800">
                <a:spcAft>
                  <a:spcPts val="1400"/>
                </a:spcAft>
                <a:buNone/>
                <a:defRPr/>
              </a:pPr>
              <a:r>
                <a:rPr lang="en-GB" sz="1600" noProof="0">
                  <a:solidFill>
                    <a:srgbClr val="000000"/>
                  </a:solidFill>
                  <a:latin typeface="Fira Sans Light" panose="020B0403050000020004" pitchFamily="34" charset="0"/>
                </a:rPr>
                <a:t>Dublin</a:t>
              </a:r>
            </a:p>
          </p:txBody>
        </p:sp>
        <p:pic>
          <p:nvPicPr>
            <p:cNvPr id="33" name="CustomIcon">
              <a:extLst>
                <a:ext uri="{FF2B5EF4-FFF2-40B4-BE49-F238E27FC236}">
                  <a16:creationId xmlns:a16="http://schemas.microsoft.com/office/drawing/2014/main" id="{ED75D216-FDD1-2319-7F0D-41D571F537EA}"/>
                </a:ext>
              </a:extLst>
            </p:cNvPr>
            <p:cNvPicPr>
              <a:picLocks noChangeAspect="1"/>
            </p:cNvPicPr>
            <p:nvPr>
              <p:custDataLst>
                <p:tags r:id="rId2"/>
              </p:custDataLst>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11"/>
                </a:ext>
              </a:extLst>
            </a:blip>
            <a:stretch>
              <a:fillRect/>
            </a:stretch>
          </p:blipFill>
          <p:spPr>
            <a:xfrm>
              <a:off x="10313903" y="5679302"/>
              <a:ext cx="298298" cy="291624"/>
            </a:xfrm>
            <a:prstGeom prst="rect">
              <a:avLst/>
            </a:prstGeom>
          </p:spPr>
        </p:pic>
        <p:pic>
          <p:nvPicPr>
            <p:cNvPr id="34" name="CustomIcon">
              <a:extLst>
                <a:ext uri="{FF2B5EF4-FFF2-40B4-BE49-F238E27FC236}">
                  <a16:creationId xmlns:a16="http://schemas.microsoft.com/office/drawing/2014/main" id="{CFF57321-6831-89AD-3A6A-21CBCE6B6FDD}"/>
                </a:ext>
              </a:extLst>
            </p:cNvPr>
            <p:cNvPicPr>
              <a:picLocks noChangeAspect="1"/>
            </p:cNvPicPr>
            <p:nvPr>
              <p:custDataLst>
                <p:tags r:id="rId3"/>
              </p:custDataLst>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11"/>
                </a:ext>
              </a:extLst>
            </a:blip>
            <a:stretch>
              <a:fillRect/>
            </a:stretch>
          </p:blipFill>
          <p:spPr>
            <a:xfrm>
              <a:off x="10711185" y="5786138"/>
              <a:ext cx="298298" cy="291624"/>
            </a:xfrm>
            <a:prstGeom prst="rect">
              <a:avLst/>
            </a:prstGeom>
          </p:spPr>
        </p:pic>
        <p:pic>
          <p:nvPicPr>
            <p:cNvPr id="35" name="CustomIcon">
              <a:extLst>
                <a:ext uri="{FF2B5EF4-FFF2-40B4-BE49-F238E27FC236}">
                  <a16:creationId xmlns:a16="http://schemas.microsoft.com/office/drawing/2014/main" id="{B214D33A-4501-9C61-22EA-7273A14E86A6}"/>
                </a:ext>
              </a:extLst>
            </p:cNvPr>
            <p:cNvPicPr>
              <a:picLocks noChangeAspect="1"/>
            </p:cNvPicPr>
            <p:nvPr>
              <p:custDataLst>
                <p:tags r:id="rId4"/>
              </p:custDataLst>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11"/>
                </a:ext>
              </a:extLst>
            </a:blip>
            <a:stretch>
              <a:fillRect/>
            </a:stretch>
          </p:blipFill>
          <p:spPr>
            <a:xfrm>
              <a:off x="10509384" y="5456617"/>
              <a:ext cx="298298" cy="291624"/>
            </a:xfrm>
            <a:prstGeom prst="rect">
              <a:avLst/>
            </a:prstGeom>
          </p:spPr>
        </p:pic>
        <p:sp>
          <p:nvSpPr>
            <p:cNvPr id="36" name="Text Placeholder 5">
              <a:extLst>
                <a:ext uri="{FF2B5EF4-FFF2-40B4-BE49-F238E27FC236}">
                  <a16:creationId xmlns:a16="http://schemas.microsoft.com/office/drawing/2014/main" id="{6E543783-8E40-29D3-2BAB-D42570ACD6D9}"/>
                </a:ext>
              </a:extLst>
            </p:cNvPr>
            <p:cNvSpPr txBox="1">
              <a:spLocks/>
            </p:cNvSpPr>
            <p:nvPr/>
          </p:nvSpPr>
          <p:spPr>
            <a:xfrm>
              <a:off x="10711185" y="5353901"/>
              <a:ext cx="1545335" cy="246221"/>
            </a:xfrm>
            <a:prstGeom prst="rect">
              <a:avLst/>
            </a:prstGeom>
          </p:spPr>
          <p:txBody>
            <a:bodyPr vert="horz" wrap="square" lIns="0" tIns="0" rIns="0" bIns="0" rtlCol="0">
              <a:spAutoFit/>
            </a:bodyPr>
            <a:lstStyle>
              <a:lvl1pPr marL="142875" marR="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1pPr>
              <a:lvl2pPr marL="428625" marR="0" indent="-145257"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2pPr>
              <a:lvl3pPr marL="714375" marR="0" indent="-147638"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3pPr>
              <a:lvl4pPr marL="1000125" marR="0" indent="-150019"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4pPr>
              <a:lvl5pPr marL="1285875" marR="0" indent="-152400"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defTabSz="1828800">
                <a:spcAft>
                  <a:spcPts val="1400"/>
                </a:spcAft>
                <a:buNone/>
                <a:defRPr/>
              </a:pPr>
              <a:r>
                <a:rPr lang="en-GB" sz="1600" noProof="0">
                  <a:solidFill>
                    <a:srgbClr val="000000"/>
                  </a:solidFill>
                  <a:latin typeface="Fira Sans Light" panose="020B0403050000020004" pitchFamily="34" charset="0"/>
                </a:rPr>
                <a:t>Carn, Glasgow</a:t>
              </a:r>
            </a:p>
          </p:txBody>
        </p:sp>
        <p:pic>
          <p:nvPicPr>
            <p:cNvPr id="38" name="CustomIcon">
              <a:extLst>
                <a:ext uri="{FF2B5EF4-FFF2-40B4-BE49-F238E27FC236}">
                  <a16:creationId xmlns:a16="http://schemas.microsoft.com/office/drawing/2014/main" id="{CA1CB7F5-279E-D912-7F3F-2C28976F433C}"/>
                </a:ext>
              </a:extLst>
            </p:cNvPr>
            <p:cNvPicPr>
              <a:picLocks noChangeAspect="1"/>
            </p:cNvPicPr>
            <p:nvPr>
              <p:custDataLst>
                <p:tags r:id="rId5"/>
              </p:custDataLst>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11"/>
                </a:ext>
              </a:extLst>
            </a:blip>
            <a:stretch>
              <a:fillRect/>
            </a:stretch>
          </p:blipFill>
          <p:spPr>
            <a:xfrm>
              <a:off x="6526557" y="6652823"/>
              <a:ext cx="298298" cy="291624"/>
            </a:xfrm>
            <a:prstGeom prst="rect">
              <a:avLst/>
            </a:prstGeom>
          </p:spPr>
        </p:pic>
        <p:sp>
          <p:nvSpPr>
            <p:cNvPr id="39" name="Text Placeholder 5">
              <a:extLst>
                <a:ext uri="{FF2B5EF4-FFF2-40B4-BE49-F238E27FC236}">
                  <a16:creationId xmlns:a16="http://schemas.microsoft.com/office/drawing/2014/main" id="{899DD27C-055C-CBFD-B90E-E8BC5B0B7132}"/>
                </a:ext>
              </a:extLst>
            </p:cNvPr>
            <p:cNvSpPr txBox="1">
              <a:spLocks/>
            </p:cNvSpPr>
            <p:nvPr/>
          </p:nvSpPr>
          <p:spPr>
            <a:xfrm>
              <a:off x="6526557" y="6721474"/>
              <a:ext cx="1606306" cy="246221"/>
            </a:xfrm>
            <a:prstGeom prst="rect">
              <a:avLst/>
            </a:prstGeom>
          </p:spPr>
          <p:txBody>
            <a:bodyPr vert="horz" wrap="square" lIns="0" tIns="0" rIns="0" bIns="0" rtlCol="0">
              <a:spAutoFit/>
            </a:bodyPr>
            <a:lstStyle>
              <a:lvl1pPr marL="142875" marR="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1pPr>
              <a:lvl2pPr marL="428625" marR="0" indent="-145257"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2pPr>
              <a:lvl3pPr marL="714375" marR="0" indent="-147638"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3pPr>
              <a:lvl4pPr marL="1000125" marR="0" indent="-150019"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4pPr>
              <a:lvl5pPr marL="1285875" marR="0" indent="-152400"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defTabSz="1828800">
                <a:spcAft>
                  <a:spcPts val="1400"/>
                </a:spcAft>
                <a:buNone/>
                <a:defRPr/>
              </a:pPr>
              <a:r>
                <a:rPr lang="en-GB" sz="1600" noProof="0">
                  <a:solidFill>
                    <a:srgbClr val="000000"/>
                  </a:solidFill>
                  <a:latin typeface="Fira Sans Light" panose="020B0403050000020004" pitchFamily="34" charset="0"/>
                </a:rPr>
                <a:t>New York</a:t>
              </a:r>
            </a:p>
          </p:txBody>
        </p:sp>
        <p:pic>
          <p:nvPicPr>
            <p:cNvPr id="40" name="CustomIcon">
              <a:extLst>
                <a:ext uri="{FF2B5EF4-FFF2-40B4-BE49-F238E27FC236}">
                  <a16:creationId xmlns:a16="http://schemas.microsoft.com/office/drawing/2014/main" id="{21EA1A8C-C7A7-159E-1BD0-11B350C35F54}"/>
                </a:ext>
              </a:extLst>
            </p:cNvPr>
            <p:cNvPicPr>
              <a:picLocks noChangeAspect="1"/>
            </p:cNvPicPr>
            <p:nvPr>
              <p:custDataLst>
                <p:tags r:id="rId6"/>
              </p:custDataLst>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11"/>
                </a:ext>
              </a:extLst>
            </a:blip>
            <a:stretch>
              <a:fillRect/>
            </a:stretch>
          </p:blipFill>
          <p:spPr>
            <a:xfrm>
              <a:off x="4208633" y="6921746"/>
              <a:ext cx="298298" cy="291624"/>
            </a:xfrm>
            <a:prstGeom prst="rect">
              <a:avLst/>
            </a:prstGeom>
          </p:spPr>
        </p:pic>
        <p:sp>
          <p:nvSpPr>
            <p:cNvPr id="41" name="Text Placeholder 5">
              <a:extLst>
                <a:ext uri="{FF2B5EF4-FFF2-40B4-BE49-F238E27FC236}">
                  <a16:creationId xmlns:a16="http://schemas.microsoft.com/office/drawing/2014/main" id="{584C06BA-A077-F8BB-5602-449EC56CE8B2}"/>
                </a:ext>
              </a:extLst>
            </p:cNvPr>
            <p:cNvSpPr txBox="1">
              <a:spLocks/>
            </p:cNvSpPr>
            <p:nvPr/>
          </p:nvSpPr>
          <p:spPr>
            <a:xfrm>
              <a:off x="2866734" y="6944447"/>
              <a:ext cx="1281428" cy="246221"/>
            </a:xfrm>
            <a:prstGeom prst="rect">
              <a:avLst/>
            </a:prstGeom>
          </p:spPr>
          <p:txBody>
            <a:bodyPr vert="horz" wrap="square" lIns="0" tIns="0" rIns="0" bIns="0" rtlCol="0">
              <a:spAutoFit/>
            </a:bodyPr>
            <a:lstStyle>
              <a:lvl1pPr marL="142875" marR="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1pPr>
              <a:lvl2pPr marL="428625" marR="0" indent="-145257"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2pPr>
              <a:lvl3pPr marL="714375" marR="0" indent="-147638"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3pPr>
              <a:lvl4pPr marL="1000125" marR="0" indent="-150019"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4pPr>
              <a:lvl5pPr marL="1285875" marR="0" indent="-152400"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defTabSz="1828800">
                <a:spcAft>
                  <a:spcPts val="1400"/>
                </a:spcAft>
                <a:buNone/>
                <a:defRPr/>
              </a:pPr>
              <a:r>
                <a:rPr lang="en-GB" sz="1600" noProof="0">
                  <a:solidFill>
                    <a:srgbClr val="000000"/>
                  </a:solidFill>
                  <a:latin typeface="Fira Sans Light" panose="020B0403050000020004" pitchFamily="34" charset="0"/>
                </a:rPr>
                <a:t>Los Angeles</a:t>
              </a:r>
            </a:p>
          </p:txBody>
        </p:sp>
        <p:pic>
          <p:nvPicPr>
            <p:cNvPr id="2" name="CustomIcon">
              <a:extLst>
                <a:ext uri="{FF2B5EF4-FFF2-40B4-BE49-F238E27FC236}">
                  <a16:creationId xmlns:a16="http://schemas.microsoft.com/office/drawing/2014/main" id="{70B2B2F4-67EB-82D2-AD46-6155B74B9251}"/>
                </a:ext>
              </a:extLst>
            </p:cNvPr>
            <p:cNvPicPr>
              <a:picLocks noChangeAspect="1"/>
            </p:cNvPicPr>
            <p:nvPr>
              <p:custDataLst>
                <p:tags r:id="rId7"/>
              </p:custDataLst>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11"/>
                </a:ext>
              </a:extLst>
            </a:blip>
            <a:stretch>
              <a:fillRect/>
            </a:stretch>
          </p:blipFill>
          <p:spPr>
            <a:xfrm>
              <a:off x="10612201" y="5704186"/>
              <a:ext cx="298298" cy="291624"/>
            </a:xfrm>
            <a:prstGeom prst="rect">
              <a:avLst/>
            </a:prstGeom>
          </p:spPr>
        </p:pic>
        <p:sp>
          <p:nvSpPr>
            <p:cNvPr id="4" name="Text Placeholder 5">
              <a:extLst>
                <a:ext uri="{FF2B5EF4-FFF2-40B4-BE49-F238E27FC236}">
                  <a16:creationId xmlns:a16="http://schemas.microsoft.com/office/drawing/2014/main" id="{E5EEA187-61A1-9460-41F1-2C6CB35CA093}"/>
                </a:ext>
              </a:extLst>
            </p:cNvPr>
            <p:cNvSpPr txBox="1">
              <a:spLocks/>
            </p:cNvSpPr>
            <p:nvPr/>
          </p:nvSpPr>
          <p:spPr>
            <a:xfrm>
              <a:off x="10814039" y="5576586"/>
              <a:ext cx="2212340" cy="246221"/>
            </a:xfrm>
            <a:prstGeom prst="rect">
              <a:avLst/>
            </a:prstGeom>
          </p:spPr>
          <p:txBody>
            <a:bodyPr vert="horz" wrap="square" lIns="0" tIns="0" rIns="0" bIns="0" rtlCol="0">
              <a:spAutoFit/>
            </a:bodyPr>
            <a:lstStyle>
              <a:lvl1pPr marL="142875" marR="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1pPr>
              <a:lvl2pPr marL="428625" marR="0" indent="-145257"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2pPr>
              <a:lvl3pPr marL="714375" marR="0" indent="-147638"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3pPr>
              <a:lvl4pPr marL="1000125" marR="0" indent="-150019"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4pPr>
              <a:lvl5pPr marL="1285875" marR="0" indent="-152400"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defTabSz="1828800">
                <a:spcAft>
                  <a:spcPts val="1400"/>
                </a:spcAft>
                <a:buNone/>
                <a:defRPr/>
              </a:pPr>
              <a:r>
                <a:rPr lang="en-GB" sz="1600" noProof="0">
                  <a:solidFill>
                    <a:srgbClr val="000000"/>
                  </a:solidFill>
                  <a:latin typeface="Fira Sans Light" panose="020B0403050000020004" pitchFamily="34" charset="0"/>
                </a:rPr>
                <a:t>Leicester, Manchester</a:t>
              </a:r>
            </a:p>
          </p:txBody>
        </p:sp>
      </p:grpSp>
      <p:sp>
        <p:nvSpPr>
          <p:cNvPr id="7" name="Text Placeholder 5">
            <a:extLst>
              <a:ext uri="{FF2B5EF4-FFF2-40B4-BE49-F238E27FC236}">
                <a16:creationId xmlns:a16="http://schemas.microsoft.com/office/drawing/2014/main" id="{41C1413C-5F32-C689-7C52-0DCE3AA9D51D}"/>
              </a:ext>
            </a:extLst>
          </p:cNvPr>
          <p:cNvSpPr txBox="1">
            <a:spLocks/>
          </p:cNvSpPr>
          <p:nvPr/>
        </p:nvSpPr>
        <p:spPr>
          <a:xfrm>
            <a:off x="575203" y="2783228"/>
            <a:ext cx="4802810" cy="1282402"/>
          </a:xfrm>
          <a:prstGeom prst="rect">
            <a:avLst/>
          </a:prstGeom>
        </p:spPr>
        <p:txBody>
          <a:bodyPr vert="horz" wrap="square" lIns="0" tIns="0" rIns="0" bIns="0" rtlCol="0">
            <a:spAutoFit/>
          </a:bodyPr>
          <a:lstStyle>
            <a:lvl1pPr marL="142875" marR="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1pPr>
            <a:lvl2pPr marL="428625" marR="0" indent="-145257"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2pPr>
            <a:lvl3pPr marL="714375" marR="0" indent="-147638"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3pPr>
            <a:lvl4pPr marL="1000125" marR="0" indent="-150019"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4pPr>
            <a:lvl5pPr marL="1285875" marR="0" indent="-152400"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defTabSz="1828800">
              <a:spcAft>
                <a:spcPts val="1400"/>
              </a:spcAft>
              <a:buNone/>
              <a:defRPr/>
            </a:pPr>
            <a:r>
              <a:rPr lang="en-GB" sz="2000" b="1" noProof="0">
                <a:solidFill>
                  <a:srgbClr val="FF0000"/>
                </a:solidFill>
                <a:latin typeface="Fira Sans Light" panose="020B0403050000020004" pitchFamily="34" charset="0"/>
              </a:rPr>
              <a:t>In Scope for this Assessment:</a:t>
            </a:r>
          </a:p>
          <a:p>
            <a:pPr marL="0" indent="0" algn="ctr" defTabSz="1828800">
              <a:spcAft>
                <a:spcPts val="1400"/>
              </a:spcAft>
              <a:buNone/>
              <a:defRPr/>
            </a:pPr>
            <a:r>
              <a:rPr lang="en-GB" sz="2000" b="1" noProof="0">
                <a:solidFill>
                  <a:srgbClr val="FF0000"/>
                </a:solidFill>
                <a:latin typeface="Fira Sans Light" panose="020B0403050000020004" pitchFamily="34" charset="0"/>
              </a:rPr>
              <a:t>Reading, Slough, Sydney</a:t>
            </a:r>
          </a:p>
          <a:p>
            <a:pPr marL="0" indent="0" algn="ctr" defTabSz="1828800">
              <a:spcAft>
                <a:spcPts val="1400"/>
              </a:spcAft>
              <a:buNone/>
              <a:defRPr/>
            </a:pPr>
            <a:r>
              <a:rPr lang="en-GB" sz="2000" b="1" noProof="0">
                <a:solidFill>
                  <a:srgbClr val="000000"/>
                </a:solidFill>
                <a:latin typeface="Fira Sans Light" panose="020B0403050000020004" pitchFamily="34" charset="0"/>
              </a:rPr>
              <a:t>Remainder Out of Scope</a:t>
            </a:r>
            <a:endParaRPr lang="en-GB" sz="2000" b="1" noProof="0">
              <a:solidFill>
                <a:srgbClr val="FF0000"/>
              </a:solidFill>
              <a:latin typeface="Fira Sans Light" panose="020B0403050000020004" pitchFamily="34" charset="0"/>
            </a:endParaRPr>
          </a:p>
        </p:txBody>
      </p:sp>
    </p:spTree>
    <p:extLst>
      <p:ext uri="{BB962C8B-B14F-4D97-AF65-F5344CB8AC3E}">
        <p14:creationId xmlns:p14="http://schemas.microsoft.com/office/powerpoint/2010/main" val="158206673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EF58EC-6DE0-BA9D-5AC1-1840FF33FA1B}"/>
            </a:ext>
          </a:extLst>
        </p:cNvPr>
        <p:cNvGrpSpPr/>
        <p:nvPr/>
      </p:nvGrpSpPr>
      <p:grpSpPr>
        <a:xfrm>
          <a:off x="0" y="0"/>
          <a:ext cx="0" cy="0"/>
          <a:chOff x="0" y="0"/>
          <a:chExt cx="0" cy="0"/>
        </a:xfrm>
      </p:grpSpPr>
      <p:pic>
        <p:nvPicPr>
          <p:cNvPr id="1026" name="Picture 2" descr="VMWare ESXi: An Overview | Cloud4U">
            <a:extLst>
              <a:ext uri="{FF2B5EF4-FFF2-40B4-BE49-F238E27FC236}">
                <a16:creationId xmlns:a16="http://schemas.microsoft.com/office/drawing/2014/main" id="{E5CAF08B-670E-999D-1A5F-C54EB16066C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634587" y="2236989"/>
            <a:ext cx="3633862" cy="3633862"/>
          </a:xfrm>
          <a:prstGeom prst="rect">
            <a:avLst/>
          </a:prstGeom>
          <a:noFill/>
          <a:extLst>
            <a:ext uri="{909E8E84-426E-40DD-AFC4-6F175D3DCCD1}">
              <a14:hiddenFill xmlns:a14="http://schemas.microsoft.com/office/drawing/2010/main">
                <a:solidFill>
                  <a:srgbClr val="FFFFFF"/>
                </a:solidFill>
              </a14:hiddenFill>
            </a:ext>
          </a:extLst>
        </p:spPr>
      </p:pic>
      <p:sp>
        <p:nvSpPr>
          <p:cNvPr id="2" name="Slide Number Placeholder 1">
            <a:extLst>
              <a:ext uri="{FF2B5EF4-FFF2-40B4-BE49-F238E27FC236}">
                <a16:creationId xmlns:a16="http://schemas.microsoft.com/office/drawing/2014/main" id="{DF54F30C-8CF6-27BA-AD77-3B691BC87EE7}"/>
              </a:ext>
            </a:extLst>
          </p:cNvPr>
          <p:cNvSpPr>
            <a:spLocks noGrp="1"/>
          </p:cNvSpPr>
          <p:nvPr>
            <p:ph type="sldNum" sz="quarter" idx="4"/>
          </p:nvPr>
        </p:nvSpPr>
        <p:spPr>
          <a:xfrm>
            <a:off x="22402802" y="13027080"/>
            <a:ext cx="1234804" cy="215444"/>
          </a:xfrm>
        </p:spPr>
        <p:txBody>
          <a:bodyPr/>
          <a:lstStyle/>
          <a:p>
            <a:fld id="{762E77F0-FB5B-4E8E-9BC9-34F14560A017}" type="slidenum">
              <a:rPr lang="en-GB" noProof="0" smtClean="0"/>
              <a:pPr/>
              <a:t>15</a:t>
            </a:fld>
            <a:endParaRPr lang="en-GB" noProof="0"/>
          </a:p>
        </p:txBody>
      </p:sp>
      <p:sp>
        <p:nvSpPr>
          <p:cNvPr id="4" name="TextBox 3">
            <a:extLst>
              <a:ext uri="{FF2B5EF4-FFF2-40B4-BE49-F238E27FC236}">
                <a16:creationId xmlns:a16="http://schemas.microsoft.com/office/drawing/2014/main" id="{2652C90C-3C21-3BE4-2DA5-684CDEA35171}"/>
              </a:ext>
            </a:extLst>
          </p:cNvPr>
          <p:cNvSpPr txBox="1"/>
          <p:nvPr/>
        </p:nvSpPr>
        <p:spPr>
          <a:xfrm>
            <a:off x="323147" y="537023"/>
            <a:ext cx="16872341" cy="1046440"/>
          </a:xfrm>
          <a:prstGeom prst="rect">
            <a:avLst/>
          </a:prstGeom>
          <a:noFill/>
        </p:spPr>
        <p:txBody>
          <a:bodyPr wrap="square" rtlCol="0">
            <a:spAutoFit/>
          </a:bodyPr>
          <a:lstStyle/>
          <a:p>
            <a:pPr algn="l"/>
            <a:r>
              <a:rPr lang="en-GB" sz="6200" noProof="0">
                <a:solidFill>
                  <a:srgbClr val="FF0000"/>
                </a:solidFill>
                <a:latin typeface="Fira Sans Light" panose="020B0403050000020004" pitchFamily="34" charset="0"/>
              </a:rPr>
              <a:t>[Client] Inventory Scope – At a Glance</a:t>
            </a:r>
          </a:p>
        </p:txBody>
      </p:sp>
      <p:pic>
        <p:nvPicPr>
          <p:cNvPr id="1028" name="Picture 4" descr="HPE Synergy 480 Gen11 Configure-to-Order Module | HPE Store Deutschland">
            <a:extLst>
              <a:ext uri="{FF2B5EF4-FFF2-40B4-BE49-F238E27FC236}">
                <a16:creationId xmlns:a16="http://schemas.microsoft.com/office/drawing/2014/main" id="{1761AE9E-D021-70C1-9568-B6D0970549FC}"/>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8597134" y="2287082"/>
            <a:ext cx="3059738" cy="2294804"/>
          </a:xfrm>
          <a:prstGeom prst="rect">
            <a:avLst/>
          </a:prstGeom>
          <a:noFill/>
          <a:extLst>
            <a:ext uri="{909E8E84-426E-40DD-AFC4-6F175D3DCCD1}">
              <a14:hiddenFill xmlns:a14="http://schemas.microsoft.com/office/drawing/2010/main">
                <a:solidFill>
                  <a:srgbClr val="FFFFFF"/>
                </a:solidFill>
              </a14:hiddenFill>
            </a:ext>
          </a:extLst>
        </p:spPr>
      </p:pic>
      <p:sp>
        <p:nvSpPr>
          <p:cNvPr id="12" name="Rectangle 11">
            <a:extLst>
              <a:ext uri="{FF2B5EF4-FFF2-40B4-BE49-F238E27FC236}">
                <a16:creationId xmlns:a16="http://schemas.microsoft.com/office/drawing/2014/main" id="{B59885C9-FE20-CAB0-AC25-719048D3697A}"/>
              </a:ext>
            </a:extLst>
          </p:cNvPr>
          <p:cNvSpPr/>
          <p:nvPr/>
        </p:nvSpPr>
        <p:spPr>
          <a:xfrm>
            <a:off x="240633" y="5041811"/>
            <a:ext cx="22803018" cy="2634299"/>
          </a:xfrm>
          <a:prstGeom prst="rect">
            <a:avLst/>
          </a:prstGeom>
          <a:no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r>
              <a:rPr lang="en-GB" sz="1800" noProof="0">
                <a:solidFill>
                  <a:schemeClr val="tx1"/>
                </a:solidFill>
              </a:rPr>
              <a:t>Reading</a:t>
            </a:r>
          </a:p>
        </p:txBody>
      </p:sp>
      <p:sp>
        <p:nvSpPr>
          <p:cNvPr id="13" name="Rectangle 12">
            <a:extLst>
              <a:ext uri="{FF2B5EF4-FFF2-40B4-BE49-F238E27FC236}">
                <a16:creationId xmlns:a16="http://schemas.microsoft.com/office/drawing/2014/main" id="{B3D61B31-9D00-B00D-011E-F96BC6BB053B}"/>
              </a:ext>
            </a:extLst>
          </p:cNvPr>
          <p:cNvSpPr/>
          <p:nvPr/>
        </p:nvSpPr>
        <p:spPr>
          <a:xfrm>
            <a:off x="240633" y="7887138"/>
            <a:ext cx="22803018" cy="2634299"/>
          </a:xfrm>
          <a:prstGeom prst="rect">
            <a:avLst/>
          </a:prstGeom>
          <a:no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r>
              <a:rPr lang="en-GB" noProof="0">
                <a:solidFill>
                  <a:schemeClr val="tx1"/>
                </a:solidFill>
              </a:rPr>
              <a:t>Slough</a:t>
            </a:r>
            <a:endParaRPr lang="en-GB" sz="1800" noProof="0">
              <a:solidFill>
                <a:schemeClr val="tx1"/>
              </a:solidFill>
            </a:endParaRPr>
          </a:p>
        </p:txBody>
      </p:sp>
      <p:sp>
        <p:nvSpPr>
          <p:cNvPr id="14" name="Rectangle 13">
            <a:extLst>
              <a:ext uri="{FF2B5EF4-FFF2-40B4-BE49-F238E27FC236}">
                <a16:creationId xmlns:a16="http://schemas.microsoft.com/office/drawing/2014/main" id="{78438EC3-BBFC-CCBB-C6DE-C5ED7D8E8D6C}"/>
              </a:ext>
            </a:extLst>
          </p:cNvPr>
          <p:cNvSpPr/>
          <p:nvPr/>
        </p:nvSpPr>
        <p:spPr>
          <a:xfrm>
            <a:off x="240633" y="10682658"/>
            <a:ext cx="22803018" cy="1627379"/>
          </a:xfrm>
          <a:prstGeom prst="rect">
            <a:avLst/>
          </a:prstGeom>
          <a:no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r>
              <a:rPr lang="en-GB" sz="1800" noProof="0">
                <a:solidFill>
                  <a:schemeClr val="tx1"/>
                </a:solidFill>
              </a:rPr>
              <a:t>Sydney</a:t>
            </a:r>
          </a:p>
        </p:txBody>
      </p:sp>
      <p:pic>
        <p:nvPicPr>
          <p:cNvPr id="1044" name="Picture 20" descr="Database logo Vectors - Download Free High-Quality Vectors from Freepik |  Freepik">
            <a:extLst>
              <a:ext uri="{FF2B5EF4-FFF2-40B4-BE49-F238E27FC236}">
                <a16:creationId xmlns:a16="http://schemas.microsoft.com/office/drawing/2014/main" id="{062860EC-3403-C455-B04C-8613746A4E2F}"/>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4104871" y="2913506"/>
            <a:ext cx="1582404" cy="1751307"/>
          </a:xfrm>
          <a:prstGeom prst="rect">
            <a:avLst/>
          </a:prstGeom>
          <a:noFill/>
          <a:extLst>
            <a:ext uri="{909E8E84-426E-40DD-AFC4-6F175D3DCCD1}">
              <a14:hiddenFill xmlns:a14="http://schemas.microsoft.com/office/drawing/2010/main">
                <a:solidFill>
                  <a:srgbClr val="FFFFFF"/>
                </a:solidFill>
              </a14:hiddenFill>
            </a:ext>
          </a:extLst>
        </p:spPr>
      </p:pic>
      <p:sp>
        <p:nvSpPr>
          <p:cNvPr id="15" name="TextBox 14">
            <a:extLst>
              <a:ext uri="{FF2B5EF4-FFF2-40B4-BE49-F238E27FC236}">
                <a16:creationId xmlns:a16="http://schemas.microsoft.com/office/drawing/2014/main" id="{A1841AB5-686D-1E62-CF1A-63FC273D78DD}"/>
              </a:ext>
            </a:extLst>
          </p:cNvPr>
          <p:cNvSpPr txBox="1"/>
          <p:nvPr/>
        </p:nvSpPr>
        <p:spPr>
          <a:xfrm>
            <a:off x="14257651" y="4345578"/>
            <a:ext cx="1337285" cy="646331"/>
          </a:xfrm>
          <a:prstGeom prst="rect">
            <a:avLst/>
          </a:prstGeom>
          <a:noFill/>
        </p:spPr>
        <p:txBody>
          <a:bodyPr wrap="square" rtlCol="0">
            <a:spAutoFit/>
          </a:bodyPr>
          <a:lstStyle/>
          <a:p>
            <a:pPr algn="ctr"/>
            <a:r>
              <a:rPr lang="en-GB" sz="1800" noProof="0"/>
              <a:t>Virtual </a:t>
            </a:r>
            <a:r>
              <a:rPr lang="en-GB" sz="1800" noProof="0" err="1"/>
              <a:t>DBServers</a:t>
            </a:r>
            <a:endParaRPr lang="en-GB" sz="1800" noProof="0"/>
          </a:p>
        </p:txBody>
      </p:sp>
      <p:pic>
        <p:nvPicPr>
          <p:cNvPr id="1046" name="Picture 22">
            <a:extLst>
              <a:ext uri="{FF2B5EF4-FFF2-40B4-BE49-F238E27FC236}">
                <a16:creationId xmlns:a16="http://schemas.microsoft.com/office/drawing/2014/main" id="{455AD7A4-25DF-9DD3-077A-B1FF1DA1DAD3}"/>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4565656" y="8224109"/>
            <a:ext cx="660834" cy="935741"/>
          </a:xfrm>
          <a:prstGeom prst="rect">
            <a:avLst/>
          </a:prstGeom>
          <a:noFill/>
          <a:extLst>
            <a:ext uri="{909E8E84-426E-40DD-AFC4-6F175D3DCCD1}">
              <a14:hiddenFill xmlns:a14="http://schemas.microsoft.com/office/drawing/2010/main">
                <a:solidFill>
                  <a:srgbClr val="FFFFFF"/>
                </a:solidFill>
              </a14:hiddenFill>
            </a:ext>
          </a:extLst>
        </p:spPr>
      </p:pic>
      <p:pic>
        <p:nvPicPr>
          <p:cNvPr id="1050" name="Picture 26" descr="MySQL logo PNG transparent image download, size: 1280x1280px">
            <a:extLst>
              <a:ext uri="{FF2B5EF4-FFF2-40B4-BE49-F238E27FC236}">
                <a16:creationId xmlns:a16="http://schemas.microsoft.com/office/drawing/2014/main" id="{022A5637-4B11-A8D8-610C-E44F68991C44}"/>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3312017" y="8373620"/>
            <a:ext cx="610350" cy="610350"/>
          </a:xfrm>
          <a:prstGeom prst="rect">
            <a:avLst/>
          </a:prstGeom>
          <a:noFill/>
          <a:extLst>
            <a:ext uri="{909E8E84-426E-40DD-AFC4-6F175D3DCCD1}">
              <a14:hiddenFill xmlns:a14="http://schemas.microsoft.com/office/drawing/2010/main">
                <a:solidFill>
                  <a:srgbClr val="FFFFFF"/>
                </a:solidFill>
              </a14:hiddenFill>
            </a:ext>
          </a:extLst>
        </p:spPr>
      </p:pic>
      <p:pic>
        <p:nvPicPr>
          <p:cNvPr id="1058" name="Picture 34" descr="windows logo PNG transparent image download, size: 1960x1840px">
            <a:extLst>
              <a:ext uri="{FF2B5EF4-FFF2-40B4-BE49-F238E27FC236}">
                <a16:creationId xmlns:a16="http://schemas.microsoft.com/office/drawing/2014/main" id="{8642023E-DA58-EE82-6A4F-72F3E7E89AB5}"/>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6813118" y="6064219"/>
            <a:ext cx="648465" cy="608794"/>
          </a:xfrm>
          <a:prstGeom prst="rect">
            <a:avLst/>
          </a:prstGeom>
          <a:noFill/>
          <a:extLst>
            <a:ext uri="{909E8E84-426E-40DD-AFC4-6F175D3DCCD1}">
              <a14:hiddenFill xmlns:a14="http://schemas.microsoft.com/office/drawing/2010/main">
                <a:solidFill>
                  <a:srgbClr val="FFFFFF"/>
                </a:solidFill>
              </a14:hiddenFill>
            </a:ext>
          </a:extLst>
        </p:spPr>
      </p:pic>
      <p:pic>
        <p:nvPicPr>
          <p:cNvPr id="1060" name="Picture 36" descr="Linux Logo and symbol, meaning, history, PNG, brand">
            <a:extLst>
              <a:ext uri="{FF2B5EF4-FFF2-40B4-BE49-F238E27FC236}">
                <a16:creationId xmlns:a16="http://schemas.microsoft.com/office/drawing/2014/main" id="{F3948C53-2A33-172A-81A9-F66D038B2686}"/>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6791427" y="5221427"/>
            <a:ext cx="648466" cy="716280"/>
          </a:xfrm>
          <a:prstGeom prst="rect">
            <a:avLst/>
          </a:prstGeom>
          <a:noFill/>
          <a:extLst>
            <a:ext uri="{909E8E84-426E-40DD-AFC4-6F175D3DCCD1}">
              <a14:hiddenFill xmlns:a14="http://schemas.microsoft.com/office/drawing/2010/main">
                <a:solidFill>
                  <a:srgbClr val="FFFFFF"/>
                </a:solidFill>
              </a14:hiddenFill>
            </a:ext>
          </a:extLst>
        </p:spPr>
      </p:pic>
      <p:grpSp>
        <p:nvGrpSpPr>
          <p:cNvPr id="39" name="Group 38">
            <a:extLst>
              <a:ext uri="{FF2B5EF4-FFF2-40B4-BE49-F238E27FC236}">
                <a16:creationId xmlns:a16="http://schemas.microsoft.com/office/drawing/2014/main" id="{0CDD22F3-17C7-63B7-CAE1-00B1B32933A5}"/>
              </a:ext>
            </a:extLst>
          </p:cNvPr>
          <p:cNvGrpSpPr/>
          <p:nvPr/>
        </p:nvGrpSpPr>
        <p:grpSpPr>
          <a:xfrm>
            <a:off x="1493698" y="2989314"/>
            <a:ext cx="2088865" cy="6116227"/>
            <a:chOff x="-1111737" y="3040669"/>
            <a:chExt cx="2088865" cy="6116227"/>
          </a:xfrm>
        </p:grpSpPr>
        <p:pic>
          <p:nvPicPr>
            <p:cNvPr id="1030" name="Picture 6" descr="Proxmox VE 9.0 – Stabile Version jetzt verfügbar! – Black Rack">
              <a:extLst>
                <a:ext uri="{FF2B5EF4-FFF2-40B4-BE49-F238E27FC236}">
                  <a16:creationId xmlns:a16="http://schemas.microsoft.com/office/drawing/2014/main" id="{D59C1989-3603-B605-97FD-44E8FAE6C551}"/>
                </a:ext>
              </a:extLst>
            </p:cNvPr>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890964" y="3040669"/>
              <a:ext cx="1868092" cy="1779135"/>
            </a:xfrm>
            <a:prstGeom prst="rect">
              <a:avLst/>
            </a:prstGeom>
            <a:noFill/>
            <a:extLst>
              <a:ext uri="{909E8E84-426E-40DD-AFC4-6F175D3DCCD1}">
                <a14:hiddenFill xmlns:a14="http://schemas.microsoft.com/office/drawing/2010/main">
                  <a:solidFill>
                    <a:srgbClr val="FFFFFF"/>
                  </a:solidFill>
                </a14:hiddenFill>
              </a:ext>
            </a:extLst>
          </p:spPr>
        </p:pic>
        <p:sp>
          <p:nvSpPr>
            <p:cNvPr id="17" name="TextBox 16">
              <a:extLst>
                <a:ext uri="{FF2B5EF4-FFF2-40B4-BE49-F238E27FC236}">
                  <a16:creationId xmlns:a16="http://schemas.microsoft.com/office/drawing/2014/main" id="{E20BEADD-692B-A62E-8C72-EA0155572096}"/>
                </a:ext>
              </a:extLst>
            </p:cNvPr>
            <p:cNvSpPr txBox="1"/>
            <p:nvPr/>
          </p:nvSpPr>
          <p:spPr>
            <a:xfrm>
              <a:off x="-68646" y="8849119"/>
              <a:ext cx="990841" cy="307777"/>
            </a:xfrm>
            <a:prstGeom prst="rect">
              <a:avLst/>
            </a:prstGeom>
            <a:noFill/>
          </p:spPr>
          <p:txBody>
            <a:bodyPr wrap="square" rtlCol="0">
              <a:spAutoFit/>
            </a:bodyPr>
            <a:lstStyle/>
            <a:p>
              <a:pPr algn="l"/>
              <a:r>
                <a:rPr lang="en-GB" sz="1400" noProof="0"/>
                <a:t>MOL INT</a:t>
              </a:r>
            </a:p>
          </p:txBody>
        </p:sp>
        <p:sp>
          <p:nvSpPr>
            <p:cNvPr id="18" name="TextBox 17">
              <a:extLst>
                <a:ext uri="{FF2B5EF4-FFF2-40B4-BE49-F238E27FC236}">
                  <a16:creationId xmlns:a16="http://schemas.microsoft.com/office/drawing/2014/main" id="{E84481C6-12BF-5EC5-572C-A36D7E467AC5}"/>
                </a:ext>
              </a:extLst>
            </p:cNvPr>
            <p:cNvSpPr txBox="1"/>
            <p:nvPr/>
          </p:nvSpPr>
          <p:spPr>
            <a:xfrm>
              <a:off x="-1100226" y="5892249"/>
              <a:ext cx="1580626" cy="523220"/>
            </a:xfrm>
            <a:prstGeom prst="rect">
              <a:avLst/>
            </a:prstGeom>
            <a:noFill/>
          </p:spPr>
          <p:txBody>
            <a:bodyPr wrap="none" rtlCol="0">
              <a:spAutoFit/>
            </a:bodyPr>
            <a:lstStyle/>
            <a:p>
              <a:pPr algn="l"/>
              <a:r>
                <a:rPr lang="en-GB" sz="1400" noProof="0"/>
                <a:t>No MOL </a:t>
              </a:r>
              <a:r>
                <a:rPr lang="en-GB" sz="1400" noProof="0" err="1"/>
                <a:t>proxmox</a:t>
              </a:r>
              <a:endParaRPr lang="en-GB" sz="1400" noProof="0"/>
            </a:p>
            <a:p>
              <a:pPr algn="l"/>
              <a:r>
                <a:rPr lang="en-GB" sz="1400" noProof="0"/>
                <a:t>In Reading</a:t>
              </a:r>
            </a:p>
          </p:txBody>
        </p:sp>
        <p:pic>
          <p:nvPicPr>
            <p:cNvPr id="20" name="Picture 36" descr="Linux Logo and symbol, meaning, history, PNG, brand">
              <a:extLst>
                <a:ext uri="{FF2B5EF4-FFF2-40B4-BE49-F238E27FC236}">
                  <a16:creationId xmlns:a16="http://schemas.microsoft.com/office/drawing/2014/main" id="{81CBB2B2-C370-A369-D48D-7EF0D09BAFDD}"/>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46746" y="8085438"/>
              <a:ext cx="648466" cy="716280"/>
            </a:xfrm>
            <a:prstGeom prst="rect">
              <a:avLst/>
            </a:prstGeom>
            <a:noFill/>
            <a:extLst>
              <a:ext uri="{909E8E84-426E-40DD-AFC4-6F175D3DCCD1}">
                <a14:hiddenFill xmlns:a14="http://schemas.microsoft.com/office/drawing/2010/main">
                  <a:solidFill>
                    <a:srgbClr val="FFFFFF"/>
                  </a:solidFill>
                </a14:hiddenFill>
              </a:ext>
            </a:extLst>
          </p:spPr>
        </p:pic>
        <p:sp>
          <p:nvSpPr>
            <p:cNvPr id="63" name="TextBox 62">
              <a:extLst>
                <a:ext uri="{FF2B5EF4-FFF2-40B4-BE49-F238E27FC236}">
                  <a16:creationId xmlns:a16="http://schemas.microsoft.com/office/drawing/2014/main" id="{ECF1CD20-2D5B-C346-FB97-10A8722EE4FA}"/>
                </a:ext>
              </a:extLst>
            </p:cNvPr>
            <p:cNvSpPr txBox="1"/>
            <p:nvPr/>
          </p:nvSpPr>
          <p:spPr>
            <a:xfrm>
              <a:off x="-1111737" y="6680032"/>
              <a:ext cx="2027478" cy="523220"/>
            </a:xfrm>
            <a:prstGeom prst="rect">
              <a:avLst/>
            </a:prstGeom>
            <a:noFill/>
          </p:spPr>
          <p:txBody>
            <a:bodyPr wrap="none" rtlCol="0">
              <a:spAutoFit/>
            </a:bodyPr>
            <a:lstStyle/>
            <a:p>
              <a:pPr algn="l"/>
              <a:r>
                <a:rPr lang="en-GB" sz="1400" noProof="0"/>
                <a:t>ANL </a:t>
              </a:r>
              <a:r>
                <a:rPr lang="en-GB" sz="1400" noProof="0" err="1"/>
                <a:t>proxmox</a:t>
              </a:r>
              <a:endParaRPr lang="en-GB" sz="1400" noProof="0"/>
            </a:p>
            <a:p>
              <a:pPr algn="l"/>
              <a:r>
                <a:rPr lang="en-GB" sz="1400" noProof="0"/>
                <a:t>Reading – TEST ONLY</a:t>
              </a:r>
            </a:p>
          </p:txBody>
        </p:sp>
      </p:grpSp>
      <p:grpSp>
        <p:nvGrpSpPr>
          <p:cNvPr id="40" name="Group 39">
            <a:extLst>
              <a:ext uri="{FF2B5EF4-FFF2-40B4-BE49-F238E27FC236}">
                <a16:creationId xmlns:a16="http://schemas.microsoft.com/office/drawing/2014/main" id="{30EEA640-C630-F892-7290-5F9006C93E9F}"/>
              </a:ext>
            </a:extLst>
          </p:cNvPr>
          <p:cNvGrpSpPr/>
          <p:nvPr/>
        </p:nvGrpSpPr>
        <p:grpSpPr>
          <a:xfrm>
            <a:off x="9811925" y="3209337"/>
            <a:ext cx="2087795" cy="1549571"/>
            <a:chOff x="8374419" y="2790095"/>
            <a:chExt cx="2087795" cy="1549571"/>
          </a:xfrm>
        </p:grpSpPr>
        <p:pic>
          <p:nvPicPr>
            <p:cNvPr id="1036" name="Picture 12" descr="Virtual machine vector image | Free SVG">
              <a:extLst>
                <a:ext uri="{FF2B5EF4-FFF2-40B4-BE49-F238E27FC236}">
                  <a16:creationId xmlns:a16="http://schemas.microsoft.com/office/drawing/2014/main" id="{62672130-5AAE-79ED-F375-23E75B3C05D1}"/>
                </a:ext>
              </a:extLst>
            </p:cNvPr>
            <p:cNvPicPr>
              <a:picLocks noChangeAspect="1" noChangeArrowheads="1"/>
            </p:cNvPicPr>
            <p:nvPr/>
          </p:nvPicPr>
          <p:blipFill>
            <a:blip r:embed="rId11">
              <a:extLst>
                <a:ext uri="{28A0092B-C50C-407E-A947-70E740481C1C}">
                  <a14:useLocalDpi xmlns:a14="http://schemas.microsoft.com/office/drawing/2010/main" val="0"/>
                </a:ext>
              </a:extLst>
            </a:blip>
            <a:srcRect/>
            <a:stretch>
              <a:fillRect/>
            </a:stretch>
          </p:blipFill>
          <p:spPr bwMode="auto">
            <a:xfrm>
              <a:off x="8677204" y="2790095"/>
              <a:ext cx="1313818" cy="1549571"/>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884FFA0B-8AB8-BB59-08D0-EC51D014B5EA}"/>
                </a:ext>
              </a:extLst>
            </p:cNvPr>
            <p:cNvSpPr txBox="1"/>
            <p:nvPr/>
          </p:nvSpPr>
          <p:spPr>
            <a:xfrm>
              <a:off x="8374419" y="3887975"/>
              <a:ext cx="2087795" cy="369332"/>
            </a:xfrm>
            <a:prstGeom prst="rect">
              <a:avLst/>
            </a:prstGeom>
            <a:noFill/>
          </p:spPr>
          <p:txBody>
            <a:bodyPr wrap="square" rtlCol="0">
              <a:spAutoFit/>
            </a:bodyPr>
            <a:lstStyle/>
            <a:p>
              <a:pPr algn="l"/>
              <a:r>
                <a:rPr lang="en-GB" sz="1800" noProof="0"/>
                <a:t>Virtual Appliances</a:t>
              </a:r>
            </a:p>
          </p:txBody>
        </p:sp>
      </p:grpSp>
      <p:pic>
        <p:nvPicPr>
          <p:cNvPr id="1066" name="Picture 42" descr="Tenable vs Nessus, what is the difference? - S4 Applications">
            <a:extLst>
              <a:ext uri="{FF2B5EF4-FFF2-40B4-BE49-F238E27FC236}">
                <a16:creationId xmlns:a16="http://schemas.microsoft.com/office/drawing/2014/main" id="{A46BF5B2-9C09-A37F-9802-F0FE0441CE15}"/>
              </a:ext>
            </a:extLst>
          </p:cNvPr>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10182913" y="5273857"/>
            <a:ext cx="1173900" cy="782600"/>
          </a:xfrm>
          <a:prstGeom prst="rect">
            <a:avLst/>
          </a:prstGeom>
          <a:noFill/>
          <a:extLst>
            <a:ext uri="{909E8E84-426E-40DD-AFC4-6F175D3DCCD1}">
              <a14:hiddenFill xmlns:a14="http://schemas.microsoft.com/office/drawing/2010/main">
                <a:solidFill>
                  <a:srgbClr val="FFFFFF"/>
                </a:solidFill>
              </a14:hiddenFill>
            </a:ext>
          </a:extLst>
        </p:spPr>
      </p:pic>
      <p:pic>
        <p:nvPicPr>
          <p:cNvPr id="21" name="Picture 42" descr="Tenable vs Nessus, what is the difference? - S4 Applications">
            <a:extLst>
              <a:ext uri="{FF2B5EF4-FFF2-40B4-BE49-F238E27FC236}">
                <a16:creationId xmlns:a16="http://schemas.microsoft.com/office/drawing/2014/main" id="{ED8DFC3C-89BF-BDC9-42FF-9540948CCAD9}"/>
              </a:ext>
            </a:extLst>
          </p:cNvPr>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10182913" y="8026083"/>
            <a:ext cx="1173900" cy="782600"/>
          </a:xfrm>
          <a:prstGeom prst="rect">
            <a:avLst/>
          </a:prstGeom>
          <a:noFill/>
          <a:extLst>
            <a:ext uri="{909E8E84-426E-40DD-AFC4-6F175D3DCCD1}">
              <a14:hiddenFill xmlns:a14="http://schemas.microsoft.com/office/drawing/2010/main">
                <a:solidFill>
                  <a:srgbClr val="FFFFFF"/>
                </a:solidFill>
              </a14:hiddenFill>
            </a:ext>
          </a:extLst>
        </p:spPr>
      </p:pic>
      <p:pic>
        <p:nvPicPr>
          <p:cNvPr id="22" name="Picture 42" descr="Tenable vs Nessus, what is the difference? - S4 Applications">
            <a:extLst>
              <a:ext uri="{FF2B5EF4-FFF2-40B4-BE49-F238E27FC236}">
                <a16:creationId xmlns:a16="http://schemas.microsoft.com/office/drawing/2014/main" id="{D73C6AFB-0CF5-BFB3-7AAA-8BAC0097E4FD}"/>
              </a:ext>
            </a:extLst>
          </p:cNvPr>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10309905" y="10710375"/>
            <a:ext cx="1173900" cy="782600"/>
          </a:xfrm>
          <a:prstGeom prst="rect">
            <a:avLst/>
          </a:prstGeom>
          <a:noFill/>
          <a:extLst>
            <a:ext uri="{909E8E84-426E-40DD-AFC4-6F175D3DCCD1}">
              <a14:hiddenFill xmlns:a14="http://schemas.microsoft.com/office/drawing/2010/main">
                <a:solidFill>
                  <a:srgbClr val="FFFFFF"/>
                </a:solidFill>
              </a14:hiddenFill>
            </a:ext>
          </a:extLst>
        </p:spPr>
      </p:pic>
      <p:pic>
        <p:nvPicPr>
          <p:cNvPr id="1068" name="Picture 44" descr="AWS Marketplace: Guardicore">
            <a:extLst>
              <a:ext uri="{FF2B5EF4-FFF2-40B4-BE49-F238E27FC236}">
                <a16:creationId xmlns:a16="http://schemas.microsoft.com/office/drawing/2014/main" id="{A262305C-5057-AA46-01FE-EBFEE3588622}"/>
              </a:ext>
            </a:extLst>
          </p:cNvPr>
          <p:cNvPicPr>
            <a:picLocks noChangeAspect="1" noChangeArrowheads="1"/>
          </p:cNvPicPr>
          <p:nvPr/>
        </p:nvPicPr>
        <p:blipFill>
          <a:blip r:embed="rId13">
            <a:extLst>
              <a:ext uri="{28A0092B-C50C-407E-A947-70E740481C1C}">
                <a14:useLocalDpi xmlns:a14="http://schemas.microsoft.com/office/drawing/2010/main" val="0"/>
              </a:ext>
            </a:extLst>
          </a:blip>
          <a:srcRect/>
          <a:stretch>
            <a:fillRect/>
          </a:stretch>
        </p:blipFill>
        <p:spPr bwMode="auto">
          <a:xfrm>
            <a:off x="10017263" y="6197579"/>
            <a:ext cx="1564870" cy="722686"/>
          </a:xfrm>
          <a:prstGeom prst="rect">
            <a:avLst/>
          </a:prstGeom>
          <a:noFill/>
          <a:extLst>
            <a:ext uri="{909E8E84-426E-40DD-AFC4-6F175D3DCCD1}">
              <a14:hiddenFill xmlns:a14="http://schemas.microsoft.com/office/drawing/2010/main">
                <a:solidFill>
                  <a:srgbClr val="FFFFFF"/>
                </a:solidFill>
              </a14:hiddenFill>
            </a:ext>
          </a:extLst>
        </p:spPr>
      </p:pic>
      <p:pic>
        <p:nvPicPr>
          <p:cNvPr id="23" name="Picture 44" descr="AWS Marketplace: Guardicore">
            <a:extLst>
              <a:ext uri="{FF2B5EF4-FFF2-40B4-BE49-F238E27FC236}">
                <a16:creationId xmlns:a16="http://schemas.microsoft.com/office/drawing/2014/main" id="{984D053A-00F9-4BDE-481E-5B0BB5C0C85A}"/>
              </a:ext>
            </a:extLst>
          </p:cNvPr>
          <p:cNvPicPr>
            <a:picLocks noChangeAspect="1" noChangeArrowheads="1"/>
          </p:cNvPicPr>
          <p:nvPr/>
        </p:nvPicPr>
        <p:blipFill>
          <a:blip r:embed="rId13">
            <a:extLst>
              <a:ext uri="{28A0092B-C50C-407E-A947-70E740481C1C}">
                <a14:useLocalDpi xmlns:a14="http://schemas.microsoft.com/office/drawing/2010/main" val="0"/>
              </a:ext>
            </a:extLst>
          </a:blip>
          <a:srcRect/>
          <a:stretch>
            <a:fillRect/>
          </a:stretch>
        </p:blipFill>
        <p:spPr bwMode="auto">
          <a:xfrm>
            <a:off x="10155700" y="8953885"/>
            <a:ext cx="1564870" cy="722686"/>
          </a:xfrm>
          <a:prstGeom prst="rect">
            <a:avLst/>
          </a:prstGeom>
          <a:noFill/>
          <a:extLst>
            <a:ext uri="{909E8E84-426E-40DD-AFC4-6F175D3DCCD1}">
              <a14:hiddenFill xmlns:a14="http://schemas.microsoft.com/office/drawing/2010/main">
                <a:solidFill>
                  <a:srgbClr val="FFFFFF"/>
                </a:solidFill>
              </a14:hiddenFill>
            </a:ext>
          </a:extLst>
        </p:spPr>
      </p:pic>
      <p:pic>
        <p:nvPicPr>
          <p:cNvPr id="24" name="Picture 44" descr="AWS Marketplace: Guardicore">
            <a:extLst>
              <a:ext uri="{FF2B5EF4-FFF2-40B4-BE49-F238E27FC236}">
                <a16:creationId xmlns:a16="http://schemas.microsoft.com/office/drawing/2014/main" id="{253E6714-FE66-697B-9135-65DE39E29CBC}"/>
              </a:ext>
            </a:extLst>
          </p:cNvPr>
          <p:cNvPicPr>
            <a:picLocks noChangeAspect="1" noChangeArrowheads="1"/>
          </p:cNvPicPr>
          <p:nvPr/>
        </p:nvPicPr>
        <p:blipFill>
          <a:blip r:embed="rId13">
            <a:extLst>
              <a:ext uri="{28A0092B-C50C-407E-A947-70E740481C1C}">
                <a14:useLocalDpi xmlns:a14="http://schemas.microsoft.com/office/drawing/2010/main" val="0"/>
              </a:ext>
            </a:extLst>
          </a:blip>
          <a:srcRect/>
          <a:stretch>
            <a:fillRect/>
          </a:stretch>
        </p:blipFill>
        <p:spPr bwMode="auto">
          <a:xfrm>
            <a:off x="10053833" y="11491640"/>
            <a:ext cx="1564870" cy="722686"/>
          </a:xfrm>
          <a:prstGeom prst="rect">
            <a:avLst/>
          </a:prstGeom>
          <a:noFill/>
          <a:extLst>
            <a:ext uri="{909E8E84-426E-40DD-AFC4-6F175D3DCCD1}">
              <a14:hiddenFill xmlns:a14="http://schemas.microsoft.com/office/drawing/2010/main">
                <a:solidFill>
                  <a:srgbClr val="FFFFFF"/>
                </a:solidFill>
              </a14:hiddenFill>
            </a:ext>
          </a:extLst>
        </p:spPr>
      </p:pic>
      <p:pic>
        <p:nvPicPr>
          <p:cNvPr id="1070" name="Picture 46" descr="VMware Horizon">
            <a:extLst>
              <a:ext uri="{FF2B5EF4-FFF2-40B4-BE49-F238E27FC236}">
                <a16:creationId xmlns:a16="http://schemas.microsoft.com/office/drawing/2014/main" id="{6A52E599-0E15-2D8C-AC81-5579154DC1CC}"/>
              </a:ext>
            </a:extLst>
          </p:cNvPr>
          <p:cNvPicPr>
            <a:picLocks noChangeAspect="1" noChangeArrowheads="1"/>
          </p:cNvPicPr>
          <p:nvPr/>
        </p:nvPicPr>
        <p:blipFill>
          <a:blip r:embed="rId14">
            <a:extLst>
              <a:ext uri="{28A0092B-C50C-407E-A947-70E740481C1C}">
                <a14:useLocalDpi xmlns:a14="http://schemas.microsoft.com/office/drawing/2010/main" val="0"/>
              </a:ext>
            </a:extLst>
          </a:blip>
          <a:srcRect/>
          <a:stretch>
            <a:fillRect/>
          </a:stretch>
        </p:blipFill>
        <p:spPr bwMode="auto">
          <a:xfrm>
            <a:off x="10068475" y="6761581"/>
            <a:ext cx="1617394" cy="933112"/>
          </a:xfrm>
          <a:prstGeom prst="rect">
            <a:avLst/>
          </a:prstGeom>
          <a:noFill/>
          <a:extLst>
            <a:ext uri="{909E8E84-426E-40DD-AFC4-6F175D3DCCD1}">
              <a14:hiddenFill xmlns:a14="http://schemas.microsoft.com/office/drawing/2010/main">
                <a:solidFill>
                  <a:srgbClr val="FFFFFF"/>
                </a:solidFill>
              </a14:hiddenFill>
            </a:ext>
          </a:extLst>
        </p:spPr>
      </p:pic>
      <p:pic>
        <p:nvPicPr>
          <p:cNvPr id="25" name="Picture 46" descr="VMware Horizon">
            <a:extLst>
              <a:ext uri="{FF2B5EF4-FFF2-40B4-BE49-F238E27FC236}">
                <a16:creationId xmlns:a16="http://schemas.microsoft.com/office/drawing/2014/main" id="{A08E1264-6C35-D8DC-759D-19B95E28442D}"/>
              </a:ext>
            </a:extLst>
          </p:cNvPr>
          <p:cNvPicPr>
            <a:picLocks noChangeAspect="1" noChangeArrowheads="1"/>
          </p:cNvPicPr>
          <p:nvPr/>
        </p:nvPicPr>
        <p:blipFill>
          <a:blip r:embed="rId14">
            <a:extLst>
              <a:ext uri="{28A0092B-C50C-407E-A947-70E740481C1C}">
                <a14:useLocalDpi xmlns:a14="http://schemas.microsoft.com/office/drawing/2010/main" val="0"/>
              </a:ext>
            </a:extLst>
          </a:blip>
          <a:srcRect/>
          <a:stretch>
            <a:fillRect/>
          </a:stretch>
        </p:blipFill>
        <p:spPr bwMode="auto">
          <a:xfrm>
            <a:off x="10066165" y="9631519"/>
            <a:ext cx="1617394" cy="933112"/>
          </a:xfrm>
          <a:prstGeom prst="rect">
            <a:avLst/>
          </a:prstGeom>
          <a:noFill/>
          <a:extLst>
            <a:ext uri="{909E8E84-426E-40DD-AFC4-6F175D3DCCD1}">
              <a14:hiddenFill xmlns:a14="http://schemas.microsoft.com/office/drawing/2010/main">
                <a:solidFill>
                  <a:srgbClr val="FFFFFF"/>
                </a:solidFill>
              </a14:hiddenFill>
            </a:ext>
          </a:extLst>
        </p:spPr>
      </p:pic>
      <p:sp>
        <p:nvSpPr>
          <p:cNvPr id="27" name="Rectangle 26">
            <a:extLst>
              <a:ext uri="{FF2B5EF4-FFF2-40B4-BE49-F238E27FC236}">
                <a16:creationId xmlns:a16="http://schemas.microsoft.com/office/drawing/2014/main" id="{EFC14B4A-5C00-1BE7-8271-036219231E3E}"/>
              </a:ext>
            </a:extLst>
          </p:cNvPr>
          <p:cNvSpPr/>
          <p:nvPr/>
        </p:nvSpPr>
        <p:spPr>
          <a:xfrm>
            <a:off x="4260735" y="2663067"/>
            <a:ext cx="12689701" cy="9785607"/>
          </a:xfrm>
          <a:prstGeom prst="rect">
            <a:avLst/>
          </a:prstGeom>
          <a:noFill/>
          <a:ln>
            <a:solidFill>
              <a:srgbClr val="92D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noProof="0"/>
          </a:p>
        </p:txBody>
      </p:sp>
      <p:sp>
        <p:nvSpPr>
          <p:cNvPr id="33" name="TextBox 32">
            <a:extLst>
              <a:ext uri="{FF2B5EF4-FFF2-40B4-BE49-F238E27FC236}">
                <a16:creationId xmlns:a16="http://schemas.microsoft.com/office/drawing/2014/main" id="{09CFB790-6859-7023-D60C-A6F2DFC32DFB}"/>
              </a:ext>
            </a:extLst>
          </p:cNvPr>
          <p:cNvSpPr txBox="1"/>
          <p:nvPr/>
        </p:nvSpPr>
        <p:spPr>
          <a:xfrm>
            <a:off x="20854159" y="5132545"/>
            <a:ext cx="1552538" cy="304919"/>
          </a:xfrm>
          <a:prstGeom prst="rect">
            <a:avLst/>
          </a:prstGeom>
          <a:noFill/>
        </p:spPr>
        <p:txBody>
          <a:bodyPr wrap="square" rtlCol="0">
            <a:spAutoFit/>
          </a:bodyPr>
          <a:lstStyle/>
          <a:p>
            <a:pPr algn="l"/>
            <a:r>
              <a:rPr lang="en-GB" sz="1400" noProof="0"/>
              <a:t>6 x HPE 480 G11</a:t>
            </a:r>
          </a:p>
        </p:txBody>
      </p:sp>
      <p:sp>
        <p:nvSpPr>
          <p:cNvPr id="34" name="TextBox 33">
            <a:extLst>
              <a:ext uri="{FF2B5EF4-FFF2-40B4-BE49-F238E27FC236}">
                <a16:creationId xmlns:a16="http://schemas.microsoft.com/office/drawing/2014/main" id="{DEB723DE-A0AC-8881-5782-95371632350F}"/>
              </a:ext>
            </a:extLst>
          </p:cNvPr>
          <p:cNvSpPr txBox="1"/>
          <p:nvPr/>
        </p:nvSpPr>
        <p:spPr>
          <a:xfrm>
            <a:off x="20888433" y="5713828"/>
            <a:ext cx="428322" cy="369332"/>
          </a:xfrm>
          <a:prstGeom prst="rect">
            <a:avLst/>
          </a:prstGeom>
          <a:noFill/>
        </p:spPr>
        <p:txBody>
          <a:bodyPr wrap="none" rtlCol="0">
            <a:spAutoFit/>
          </a:bodyPr>
          <a:lstStyle/>
          <a:p>
            <a:pPr algn="l"/>
            <a:r>
              <a:rPr lang="en-GB" sz="1800" noProof="0"/>
              <a:t>3x</a:t>
            </a:r>
          </a:p>
        </p:txBody>
      </p:sp>
      <p:sp>
        <p:nvSpPr>
          <p:cNvPr id="35" name="TextBox 34">
            <a:extLst>
              <a:ext uri="{FF2B5EF4-FFF2-40B4-BE49-F238E27FC236}">
                <a16:creationId xmlns:a16="http://schemas.microsoft.com/office/drawing/2014/main" id="{C20A7026-67EA-D9F8-BCDF-028804758B86}"/>
              </a:ext>
            </a:extLst>
          </p:cNvPr>
          <p:cNvSpPr txBox="1"/>
          <p:nvPr/>
        </p:nvSpPr>
        <p:spPr>
          <a:xfrm>
            <a:off x="20940441" y="8537399"/>
            <a:ext cx="428322" cy="369332"/>
          </a:xfrm>
          <a:prstGeom prst="rect">
            <a:avLst/>
          </a:prstGeom>
          <a:noFill/>
        </p:spPr>
        <p:txBody>
          <a:bodyPr wrap="none" rtlCol="0">
            <a:spAutoFit/>
          </a:bodyPr>
          <a:lstStyle/>
          <a:p>
            <a:pPr algn="l"/>
            <a:r>
              <a:rPr lang="en-GB" sz="1800" noProof="0"/>
              <a:t>3x</a:t>
            </a:r>
          </a:p>
        </p:txBody>
      </p:sp>
      <p:pic>
        <p:nvPicPr>
          <p:cNvPr id="36" name="Picture 28">
            <a:extLst>
              <a:ext uri="{FF2B5EF4-FFF2-40B4-BE49-F238E27FC236}">
                <a16:creationId xmlns:a16="http://schemas.microsoft.com/office/drawing/2014/main" id="{AED0FDB9-C038-0F54-C908-7420FFB3945A}"/>
              </a:ext>
            </a:extLst>
          </p:cNvPr>
          <p:cNvPicPr>
            <a:picLocks noChangeAspect="1" noChangeArrowheads="1"/>
          </p:cNvPicPr>
          <p:nvPr/>
        </p:nvPicPr>
        <p:blipFill>
          <a:blip r:embed="rId15">
            <a:extLst>
              <a:ext uri="{28A0092B-C50C-407E-A947-70E740481C1C}">
                <a14:useLocalDpi xmlns:a14="http://schemas.microsoft.com/office/drawing/2010/main" val="0"/>
              </a:ext>
            </a:extLst>
          </a:blip>
          <a:srcRect/>
          <a:stretch>
            <a:fillRect/>
          </a:stretch>
        </p:blipFill>
        <p:spPr bwMode="auto">
          <a:xfrm>
            <a:off x="15514671" y="8043871"/>
            <a:ext cx="1272246" cy="1032713"/>
          </a:xfrm>
          <a:prstGeom prst="rect">
            <a:avLst/>
          </a:prstGeom>
          <a:noFill/>
          <a:extLst>
            <a:ext uri="{909E8E84-426E-40DD-AFC4-6F175D3DCCD1}">
              <a14:hiddenFill xmlns:a14="http://schemas.microsoft.com/office/drawing/2010/main">
                <a:solidFill>
                  <a:srgbClr val="FFFFFF"/>
                </a:solidFill>
              </a14:hiddenFill>
            </a:ext>
          </a:extLst>
        </p:spPr>
      </p:pic>
      <p:pic>
        <p:nvPicPr>
          <p:cNvPr id="1074" name="Picture 50" descr="Oracle Solaris - Wikipedia">
            <a:extLst>
              <a:ext uri="{FF2B5EF4-FFF2-40B4-BE49-F238E27FC236}">
                <a16:creationId xmlns:a16="http://schemas.microsoft.com/office/drawing/2014/main" id="{6AF224B2-49E6-15D6-5A0F-CC170FAC3538}"/>
              </a:ext>
            </a:extLst>
          </p:cNvPr>
          <p:cNvPicPr>
            <a:picLocks noChangeAspect="1" noChangeArrowheads="1"/>
          </p:cNvPicPr>
          <p:nvPr/>
        </p:nvPicPr>
        <p:blipFill>
          <a:blip r:embed="rId16">
            <a:extLst>
              <a:ext uri="{28A0092B-C50C-407E-A947-70E740481C1C}">
                <a14:useLocalDpi xmlns:a14="http://schemas.microsoft.com/office/drawing/2010/main" val="0"/>
              </a:ext>
            </a:extLst>
          </a:blip>
          <a:srcRect/>
          <a:stretch>
            <a:fillRect/>
          </a:stretch>
        </p:blipFill>
        <p:spPr bwMode="auto">
          <a:xfrm>
            <a:off x="6687341" y="9676571"/>
            <a:ext cx="771164" cy="601508"/>
          </a:xfrm>
          <a:prstGeom prst="rect">
            <a:avLst/>
          </a:prstGeom>
          <a:noFill/>
          <a:extLst>
            <a:ext uri="{909E8E84-426E-40DD-AFC4-6F175D3DCCD1}">
              <a14:hiddenFill xmlns:a14="http://schemas.microsoft.com/office/drawing/2010/main">
                <a:solidFill>
                  <a:srgbClr val="FFFFFF"/>
                </a:solidFill>
              </a14:hiddenFill>
            </a:ext>
          </a:extLst>
        </p:spPr>
      </p:pic>
      <p:sp>
        <p:nvSpPr>
          <p:cNvPr id="38" name="TextBox 37">
            <a:extLst>
              <a:ext uri="{FF2B5EF4-FFF2-40B4-BE49-F238E27FC236}">
                <a16:creationId xmlns:a16="http://schemas.microsoft.com/office/drawing/2014/main" id="{03FA6EA3-B60C-99CE-E41F-E316381081E3}"/>
              </a:ext>
            </a:extLst>
          </p:cNvPr>
          <p:cNvSpPr txBox="1"/>
          <p:nvPr/>
        </p:nvSpPr>
        <p:spPr>
          <a:xfrm>
            <a:off x="5000820" y="7082764"/>
            <a:ext cx="1656223" cy="307777"/>
          </a:xfrm>
          <a:prstGeom prst="rect">
            <a:avLst/>
          </a:prstGeom>
          <a:noFill/>
        </p:spPr>
        <p:txBody>
          <a:bodyPr wrap="none" rtlCol="0">
            <a:spAutoFit/>
          </a:bodyPr>
          <a:lstStyle/>
          <a:p>
            <a:pPr algn="l"/>
            <a:r>
              <a:rPr lang="en-GB" sz="1400" noProof="0"/>
              <a:t>6 x Reading - prod</a:t>
            </a:r>
          </a:p>
        </p:txBody>
      </p:sp>
      <p:pic>
        <p:nvPicPr>
          <p:cNvPr id="41" name="Picture 28">
            <a:extLst>
              <a:ext uri="{FF2B5EF4-FFF2-40B4-BE49-F238E27FC236}">
                <a16:creationId xmlns:a16="http://schemas.microsoft.com/office/drawing/2014/main" id="{8B3308D7-D38E-538B-F950-8BFFE61F859B}"/>
              </a:ext>
            </a:extLst>
          </p:cNvPr>
          <p:cNvPicPr>
            <a:picLocks noChangeAspect="1" noChangeArrowheads="1"/>
          </p:cNvPicPr>
          <p:nvPr/>
        </p:nvPicPr>
        <p:blipFill>
          <a:blip r:embed="rId15">
            <a:extLst>
              <a:ext uri="{28A0092B-C50C-407E-A947-70E740481C1C}">
                <a14:useLocalDpi xmlns:a14="http://schemas.microsoft.com/office/drawing/2010/main" val="0"/>
              </a:ext>
            </a:extLst>
          </a:blip>
          <a:srcRect/>
          <a:stretch>
            <a:fillRect/>
          </a:stretch>
        </p:blipFill>
        <p:spPr bwMode="auto">
          <a:xfrm>
            <a:off x="21032831" y="8571353"/>
            <a:ext cx="1272246" cy="1032713"/>
          </a:xfrm>
          <a:prstGeom prst="rect">
            <a:avLst/>
          </a:prstGeom>
          <a:noFill/>
          <a:extLst>
            <a:ext uri="{909E8E84-426E-40DD-AFC4-6F175D3DCCD1}">
              <a14:hiddenFill xmlns:a14="http://schemas.microsoft.com/office/drawing/2010/main">
                <a:solidFill>
                  <a:srgbClr val="FFFFFF"/>
                </a:solidFill>
              </a14:hiddenFill>
            </a:ext>
          </a:extLst>
        </p:spPr>
      </p:pic>
      <p:pic>
        <p:nvPicPr>
          <p:cNvPr id="42" name="Picture 28">
            <a:extLst>
              <a:ext uri="{FF2B5EF4-FFF2-40B4-BE49-F238E27FC236}">
                <a16:creationId xmlns:a16="http://schemas.microsoft.com/office/drawing/2014/main" id="{7AD9FFC5-C373-CA31-3BB8-4A48A886F6F1}"/>
              </a:ext>
            </a:extLst>
          </p:cNvPr>
          <p:cNvPicPr>
            <a:picLocks noChangeAspect="1" noChangeArrowheads="1"/>
          </p:cNvPicPr>
          <p:nvPr/>
        </p:nvPicPr>
        <p:blipFill>
          <a:blip r:embed="rId15">
            <a:extLst>
              <a:ext uri="{28A0092B-C50C-407E-A947-70E740481C1C}">
                <a14:useLocalDpi xmlns:a14="http://schemas.microsoft.com/office/drawing/2010/main" val="0"/>
              </a:ext>
            </a:extLst>
          </a:blip>
          <a:srcRect/>
          <a:stretch>
            <a:fillRect/>
          </a:stretch>
        </p:blipFill>
        <p:spPr bwMode="auto">
          <a:xfrm>
            <a:off x="21093923" y="5898494"/>
            <a:ext cx="1272246" cy="1032713"/>
          </a:xfrm>
          <a:prstGeom prst="rect">
            <a:avLst/>
          </a:prstGeom>
          <a:noFill/>
          <a:extLst>
            <a:ext uri="{909E8E84-426E-40DD-AFC4-6F175D3DCCD1}">
              <a14:hiddenFill xmlns:a14="http://schemas.microsoft.com/office/drawing/2010/main">
                <a:solidFill>
                  <a:srgbClr val="FFFFFF"/>
                </a:solidFill>
              </a14:hiddenFill>
            </a:ext>
          </a:extLst>
        </p:spPr>
      </p:pic>
      <p:pic>
        <p:nvPicPr>
          <p:cNvPr id="43" name="Picture 22">
            <a:extLst>
              <a:ext uri="{FF2B5EF4-FFF2-40B4-BE49-F238E27FC236}">
                <a16:creationId xmlns:a16="http://schemas.microsoft.com/office/drawing/2014/main" id="{B8D86C40-39EA-9A13-1043-9287221F45D0}"/>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4570180" y="5610873"/>
            <a:ext cx="660834" cy="935741"/>
          </a:xfrm>
          <a:prstGeom prst="rect">
            <a:avLst/>
          </a:prstGeom>
          <a:noFill/>
          <a:extLst>
            <a:ext uri="{909E8E84-426E-40DD-AFC4-6F175D3DCCD1}">
              <a14:hiddenFill xmlns:a14="http://schemas.microsoft.com/office/drawing/2010/main">
                <a:solidFill>
                  <a:srgbClr val="FFFFFF"/>
                </a:solidFill>
              </a14:hiddenFill>
            </a:ext>
          </a:extLst>
        </p:spPr>
      </p:pic>
      <p:pic>
        <p:nvPicPr>
          <p:cNvPr id="44" name="Picture 26" descr="MySQL logo PNG transparent image download, size: 1280x1280px">
            <a:extLst>
              <a:ext uri="{FF2B5EF4-FFF2-40B4-BE49-F238E27FC236}">
                <a16:creationId xmlns:a16="http://schemas.microsoft.com/office/drawing/2014/main" id="{3388810A-D9AF-1BAC-40D6-12505FB88C3E}"/>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3302084" y="5722388"/>
            <a:ext cx="610350" cy="610350"/>
          </a:xfrm>
          <a:prstGeom prst="rect">
            <a:avLst/>
          </a:prstGeom>
          <a:noFill/>
          <a:extLst>
            <a:ext uri="{909E8E84-426E-40DD-AFC4-6F175D3DCCD1}">
              <a14:hiddenFill xmlns:a14="http://schemas.microsoft.com/office/drawing/2010/main">
                <a:solidFill>
                  <a:srgbClr val="FFFFFF"/>
                </a:solidFill>
              </a14:hiddenFill>
            </a:ext>
          </a:extLst>
        </p:spPr>
      </p:pic>
      <p:pic>
        <p:nvPicPr>
          <p:cNvPr id="45" name="Picture 28">
            <a:extLst>
              <a:ext uri="{FF2B5EF4-FFF2-40B4-BE49-F238E27FC236}">
                <a16:creationId xmlns:a16="http://schemas.microsoft.com/office/drawing/2014/main" id="{9D9976DB-9A54-EA64-D88A-80556DAC0140}"/>
              </a:ext>
            </a:extLst>
          </p:cNvPr>
          <p:cNvPicPr>
            <a:picLocks noChangeAspect="1" noChangeArrowheads="1"/>
          </p:cNvPicPr>
          <p:nvPr/>
        </p:nvPicPr>
        <p:blipFill>
          <a:blip r:embed="rId15">
            <a:extLst>
              <a:ext uri="{28A0092B-C50C-407E-A947-70E740481C1C}">
                <a14:useLocalDpi xmlns:a14="http://schemas.microsoft.com/office/drawing/2010/main" val="0"/>
              </a:ext>
            </a:extLst>
          </a:blip>
          <a:srcRect/>
          <a:stretch>
            <a:fillRect/>
          </a:stretch>
        </p:blipFill>
        <p:spPr bwMode="auto">
          <a:xfrm>
            <a:off x="15483319" y="5390124"/>
            <a:ext cx="1272246" cy="1032713"/>
          </a:xfrm>
          <a:prstGeom prst="rect">
            <a:avLst/>
          </a:prstGeom>
          <a:noFill/>
          <a:extLst>
            <a:ext uri="{909E8E84-426E-40DD-AFC4-6F175D3DCCD1}">
              <a14:hiddenFill xmlns:a14="http://schemas.microsoft.com/office/drawing/2010/main">
                <a:solidFill>
                  <a:srgbClr val="FFFFFF"/>
                </a:solidFill>
              </a14:hiddenFill>
            </a:ext>
          </a:extLst>
        </p:spPr>
      </p:pic>
      <p:pic>
        <p:nvPicPr>
          <p:cNvPr id="46" name="Picture 34" descr="windows logo PNG transparent image download, size: 1960x1840px">
            <a:extLst>
              <a:ext uri="{FF2B5EF4-FFF2-40B4-BE49-F238E27FC236}">
                <a16:creationId xmlns:a16="http://schemas.microsoft.com/office/drawing/2014/main" id="{88E13005-780F-93FC-0961-0975BA9BC92B}"/>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6759060" y="11623541"/>
            <a:ext cx="648465" cy="608794"/>
          </a:xfrm>
          <a:prstGeom prst="rect">
            <a:avLst/>
          </a:prstGeom>
          <a:noFill/>
          <a:extLst>
            <a:ext uri="{909E8E84-426E-40DD-AFC4-6F175D3DCCD1}">
              <a14:hiddenFill xmlns:a14="http://schemas.microsoft.com/office/drawing/2010/main">
                <a:solidFill>
                  <a:srgbClr val="FFFFFF"/>
                </a:solidFill>
              </a14:hiddenFill>
            </a:ext>
          </a:extLst>
        </p:spPr>
      </p:pic>
      <p:pic>
        <p:nvPicPr>
          <p:cNvPr id="47" name="Picture 36" descr="Linux Logo and symbol, meaning, history, PNG, brand">
            <a:extLst>
              <a:ext uri="{FF2B5EF4-FFF2-40B4-BE49-F238E27FC236}">
                <a16:creationId xmlns:a16="http://schemas.microsoft.com/office/drawing/2014/main" id="{E2F36252-AEA4-1540-FE45-4B7FCD79B954}"/>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6759060" y="10839036"/>
            <a:ext cx="648466" cy="716280"/>
          </a:xfrm>
          <a:prstGeom prst="rect">
            <a:avLst/>
          </a:prstGeom>
          <a:noFill/>
          <a:extLst>
            <a:ext uri="{909E8E84-426E-40DD-AFC4-6F175D3DCCD1}">
              <a14:hiddenFill xmlns:a14="http://schemas.microsoft.com/office/drawing/2010/main">
                <a:solidFill>
                  <a:srgbClr val="FFFFFF"/>
                </a:solidFill>
              </a14:hiddenFill>
            </a:ext>
          </a:extLst>
        </p:spPr>
      </p:pic>
      <p:sp>
        <p:nvSpPr>
          <p:cNvPr id="48" name="TextBox 47">
            <a:extLst>
              <a:ext uri="{FF2B5EF4-FFF2-40B4-BE49-F238E27FC236}">
                <a16:creationId xmlns:a16="http://schemas.microsoft.com/office/drawing/2014/main" id="{8E480AA3-BFB8-2BA4-B9E0-89A19CF60FE7}"/>
              </a:ext>
            </a:extLst>
          </p:cNvPr>
          <p:cNvSpPr txBox="1"/>
          <p:nvPr/>
        </p:nvSpPr>
        <p:spPr>
          <a:xfrm>
            <a:off x="9445530" y="11097903"/>
            <a:ext cx="428322" cy="369332"/>
          </a:xfrm>
          <a:prstGeom prst="rect">
            <a:avLst/>
          </a:prstGeom>
          <a:noFill/>
        </p:spPr>
        <p:txBody>
          <a:bodyPr wrap="none" rtlCol="0">
            <a:spAutoFit/>
          </a:bodyPr>
          <a:lstStyle/>
          <a:p>
            <a:pPr algn="l"/>
            <a:r>
              <a:rPr lang="en-GB" noProof="0"/>
              <a:t>4</a:t>
            </a:r>
            <a:r>
              <a:rPr lang="en-GB" sz="1800" noProof="0"/>
              <a:t>x</a:t>
            </a:r>
          </a:p>
        </p:txBody>
      </p:sp>
      <p:sp>
        <p:nvSpPr>
          <p:cNvPr id="49" name="TextBox 48">
            <a:extLst>
              <a:ext uri="{FF2B5EF4-FFF2-40B4-BE49-F238E27FC236}">
                <a16:creationId xmlns:a16="http://schemas.microsoft.com/office/drawing/2014/main" id="{71491D25-873A-6DB4-7584-D2A245A2E6DA}"/>
              </a:ext>
            </a:extLst>
          </p:cNvPr>
          <p:cNvSpPr txBox="1"/>
          <p:nvPr/>
        </p:nvSpPr>
        <p:spPr>
          <a:xfrm>
            <a:off x="9433917" y="11664589"/>
            <a:ext cx="428322" cy="369332"/>
          </a:xfrm>
          <a:prstGeom prst="rect">
            <a:avLst/>
          </a:prstGeom>
          <a:noFill/>
        </p:spPr>
        <p:txBody>
          <a:bodyPr wrap="none" rtlCol="0">
            <a:spAutoFit/>
          </a:bodyPr>
          <a:lstStyle/>
          <a:p>
            <a:pPr algn="l"/>
            <a:r>
              <a:rPr lang="en-GB" sz="1800" noProof="0"/>
              <a:t>2x</a:t>
            </a:r>
          </a:p>
        </p:txBody>
      </p:sp>
      <p:sp>
        <p:nvSpPr>
          <p:cNvPr id="50" name="TextBox 49">
            <a:extLst>
              <a:ext uri="{FF2B5EF4-FFF2-40B4-BE49-F238E27FC236}">
                <a16:creationId xmlns:a16="http://schemas.microsoft.com/office/drawing/2014/main" id="{3D1F6AEA-20D7-7BA3-3397-796AA41CD08E}"/>
              </a:ext>
            </a:extLst>
          </p:cNvPr>
          <p:cNvSpPr txBox="1"/>
          <p:nvPr/>
        </p:nvSpPr>
        <p:spPr>
          <a:xfrm>
            <a:off x="5675631" y="11051306"/>
            <a:ext cx="556563" cy="369332"/>
          </a:xfrm>
          <a:prstGeom prst="rect">
            <a:avLst/>
          </a:prstGeom>
          <a:noFill/>
        </p:spPr>
        <p:txBody>
          <a:bodyPr wrap="none" rtlCol="0">
            <a:spAutoFit/>
          </a:bodyPr>
          <a:lstStyle/>
          <a:p>
            <a:pPr algn="l"/>
            <a:r>
              <a:rPr lang="en-GB" noProof="0"/>
              <a:t>29</a:t>
            </a:r>
            <a:r>
              <a:rPr lang="en-GB" sz="1800" noProof="0"/>
              <a:t>x</a:t>
            </a:r>
          </a:p>
        </p:txBody>
      </p:sp>
      <p:sp>
        <p:nvSpPr>
          <p:cNvPr id="51" name="TextBox 50">
            <a:extLst>
              <a:ext uri="{FF2B5EF4-FFF2-40B4-BE49-F238E27FC236}">
                <a16:creationId xmlns:a16="http://schemas.microsoft.com/office/drawing/2014/main" id="{8502F281-86B1-B15E-FCB1-24FA0929BE7A}"/>
              </a:ext>
            </a:extLst>
          </p:cNvPr>
          <p:cNvSpPr txBox="1"/>
          <p:nvPr/>
        </p:nvSpPr>
        <p:spPr>
          <a:xfrm>
            <a:off x="5685739" y="11785478"/>
            <a:ext cx="428322" cy="369332"/>
          </a:xfrm>
          <a:prstGeom prst="rect">
            <a:avLst/>
          </a:prstGeom>
          <a:noFill/>
        </p:spPr>
        <p:txBody>
          <a:bodyPr wrap="none" rtlCol="0">
            <a:spAutoFit/>
          </a:bodyPr>
          <a:lstStyle/>
          <a:p>
            <a:pPr algn="l"/>
            <a:r>
              <a:rPr lang="en-GB" sz="1800" noProof="0"/>
              <a:t>3x</a:t>
            </a:r>
          </a:p>
        </p:txBody>
      </p:sp>
      <p:pic>
        <p:nvPicPr>
          <p:cNvPr id="52" name="Picture 34" descr="windows logo PNG transparent image download, size: 1960x1840px">
            <a:extLst>
              <a:ext uri="{FF2B5EF4-FFF2-40B4-BE49-F238E27FC236}">
                <a16:creationId xmlns:a16="http://schemas.microsoft.com/office/drawing/2014/main" id="{5B42A86C-1FE7-B019-1086-69D03181F5A9}"/>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6791428" y="8906556"/>
            <a:ext cx="648465" cy="608794"/>
          </a:xfrm>
          <a:prstGeom prst="rect">
            <a:avLst/>
          </a:prstGeom>
          <a:noFill/>
          <a:extLst>
            <a:ext uri="{909E8E84-426E-40DD-AFC4-6F175D3DCCD1}">
              <a14:hiddenFill xmlns:a14="http://schemas.microsoft.com/office/drawing/2010/main">
                <a:solidFill>
                  <a:srgbClr val="FFFFFF"/>
                </a:solidFill>
              </a14:hiddenFill>
            </a:ext>
          </a:extLst>
        </p:spPr>
      </p:pic>
      <p:pic>
        <p:nvPicPr>
          <p:cNvPr id="53" name="Picture 36" descr="Linux Logo and symbol, meaning, history, PNG, brand">
            <a:extLst>
              <a:ext uri="{FF2B5EF4-FFF2-40B4-BE49-F238E27FC236}">
                <a16:creationId xmlns:a16="http://schemas.microsoft.com/office/drawing/2014/main" id="{BE663DB4-3175-7E4A-6163-E1EBEAA11A7F}"/>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6810039" y="8041941"/>
            <a:ext cx="648466" cy="716280"/>
          </a:xfrm>
          <a:prstGeom prst="rect">
            <a:avLst/>
          </a:prstGeom>
          <a:noFill/>
          <a:extLst>
            <a:ext uri="{909E8E84-426E-40DD-AFC4-6F175D3DCCD1}">
              <a14:hiddenFill xmlns:a14="http://schemas.microsoft.com/office/drawing/2010/main">
                <a:solidFill>
                  <a:srgbClr val="FFFFFF"/>
                </a:solidFill>
              </a14:hiddenFill>
            </a:ext>
          </a:extLst>
        </p:spPr>
      </p:pic>
      <p:sp>
        <p:nvSpPr>
          <p:cNvPr id="54" name="TextBox 53">
            <a:extLst>
              <a:ext uri="{FF2B5EF4-FFF2-40B4-BE49-F238E27FC236}">
                <a16:creationId xmlns:a16="http://schemas.microsoft.com/office/drawing/2014/main" id="{274F1617-A5A0-CC58-6B16-0249F6201717}"/>
              </a:ext>
            </a:extLst>
          </p:cNvPr>
          <p:cNvSpPr txBox="1"/>
          <p:nvPr/>
        </p:nvSpPr>
        <p:spPr>
          <a:xfrm>
            <a:off x="512286" y="11355208"/>
            <a:ext cx="556563" cy="369332"/>
          </a:xfrm>
          <a:prstGeom prst="rect">
            <a:avLst/>
          </a:prstGeom>
          <a:noFill/>
        </p:spPr>
        <p:txBody>
          <a:bodyPr wrap="none" rtlCol="0">
            <a:spAutoFit/>
          </a:bodyPr>
          <a:lstStyle/>
          <a:p>
            <a:pPr algn="l"/>
            <a:r>
              <a:rPr lang="en-GB" noProof="0"/>
              <a:t>38</a:t>
            </a:r>
            <a:r>
              <a:rPr lang="en-GB" sz="1800" noProof="0"/>
              <a:t>x</a:t>
            </a:r>
          </a:p>
        </p:txBody>
      </p:sp>
      <p:sp>
        <p:nvSpPr>
          <p:cNvPr id="56" name="TextBox 55">
            <a:extLst>
              <a:ext uri="{FF2B5EF4-FFF2-40B4-BE49-F238E27FC236}">
                <a16:creationId xmlns:a16="http://schemas.microsoft.com/office/drawing/2014/main" id="{FF2C6053-423B-1DE6-C0FD-03DC7F831083}"/>
              </a:ext>
            </a:extLst>
          </p:cNvPr>
          <p:cNvSpPr txBox="1"/>
          <p:nvPr/>
        </p:nvSpPr>
        <p:spPr>
          <a:xfrm>
            <a:off x="15834119" y="6643566"/>
            <a:ext cx="428322" cy="369332"/>
          </a:xfrm>
          <a:prstGeom prst="rect">
            <a:avLst/>
          </a:prstGeom>
          <a:noFill/>
        </p:spPr>
        <p:txBody>
          <a:bodyPr wrap="none" rtlCol="0">
            <a:spAutoFit/>
          </a:bodyPr>
          <a:lstStyle/>
          <a:p>
            <a:pPr algn="l"/>
            <a:r>
              <a:rPr lang="en-GB" noProof="0"/>
              <a:t>9</a:t>
            </a:r>
            <a:r>
              <a:rPr lang="en-GB" sz="1800" noProof="0"/>
              <a:t>x</a:t>
            </a:r>
          </a:p>
        </p:txBody>
      </p:sp>
      <p:sp>
        <p:nvSpPr>
          <p:cNvPr id="57" name="TextBox 56">
            <a:extLst>
              <a:ext uri="{FF2B5EF4-FFF2-40B4-BE49-F238E27FC236}">
                <a16:creationId xmlns:a16="http://schemas.microsoft.com/office/drawing/2014/main" id="{F47B8002-8294-9C01-0514-96DB72297232}"/>
              </a:ext>
            </a:extLst>
          </p:cNvPr>
          <p:cNvSpPr txBox="1"/>
          <p:nvPr/>
        </p:nvSpPr>
        <p:spPr>
          <a:xfrm>
            <a:off x="15562642" y="9251910"/>
            <a:ext cx="556563" cy="369332"/>
          </a:xfrm>
          <a:prstGeom prst="rect">
            <a:avLst/>
          </a:prstGeom>
          <a:noFill/>
        </p:spPr>
        <p:txBody>
          <a:bodyPr wrap="none" rtlCol="0">
            <a:spAutoFit/>
          </a:bodyPr>
          <a:lstStyle/>
          <a:p>
            <a:pPr algn="l"/>
            <a:r>
              <a:rPr lang="en-GB" sz="1800" noProof="0"/>
              <a:t>12x</a:t>
            </a:r>
          </a:p>
        </p:txBody>
      </p:sp>
      <p:sp>
        <p:nvSpPr>
          <p:cNvPr id="58" name="TextBox 57">
            <a:extLst>
              <a:ext uri="{FF2B5EF4-FFF2-40B4-BE49-F238E27FC236}">
                <a16:creationId xmlns:a16="http://schemas.microsoft.com/office/drawing/2014/main" id="{B20208A7-D383-63A7-1F28-1A1A4C5296D6}"/>
              </a:ext>
            </a:extLst>
          </p:cNvPr>
          <p:cNvSpPr txBox="1"/>
          <p:nvPr/>
        </p:nvSpPr>
        <p:spPr>
          <a:xfrm>
            <a:off x="14612464" y="6612747"/>
            <a:ext cx="428322" cy="369332"/>
          </a:xfrm>
          <a:prstGeom prst="rect">
            <a:avLst/>
          </a:prstGeom>
          <a:noFill/>
        </p:spPr>
        <p:txBody>
          <a:bodyPr wrap="none" rtlCol="0">
            <a:spAutoFit/>
          </a:bodyPr>
          <a:lstStyle/>
          <a:p>
            <a:pPr algn="l"/>
            <a:r>
              <a:rPr lang="en-GB" sz="1800" noProof="0"/>
              <a:t>2x</a:t>
            </a:r>
          </a:p>
        </p:txBody>
      </p:sp>
      <p:sp>
        <p:nvSpPr>
          <p:cNvPr id="59" name="TextBox 58">
            <a:extLst>
              <a:ext uri="{FF2B5EF4-FFF2-40B4-BE49-F238E27FC236}">
                <a16:creationId xmlns:a16="http://schemas.microsoft.com/office/drawing/2014/main" id="{14FFE40B-B01C-C329-F092-91E07AB5793B}"/>
              </a:ext>
            </a:extLst>
          </p:cNvPr>
          <p:cNvSpPr txBox="1"/>
          <p:nvPr/>
        </p:nvSpPr>
        <p:spPr>
          <a:xfrm>
            <a:off x="9335788" y="12502191"/>
            <a:ext cx="556563" cy="369332"/>
          </a:xfrm>
          <a:prstGeom prst="rect">
            <a:avLst/>
          </a:prstGeom>
          <a:noFill/>
        </p:spPr>
        <p:txBody>
          <a:bodyPr wrap="none" rtlCol="0">
            <a:spAutoFit/>
          </a:bodyPr>
          <a:lstStyle/>
          <a:p>
            <a:pPr algn="l"/>
            <a:r>
              <a:rPr lang="en-GB" noProof="0"/>
              <a:t>38</a:t>
            </a:r>
            <a:r>
              <a:rPr lang="en-GB" sz="1800" noProof="0"/>
              <a:t>x</a:t>
            </a:r>
          </a:p>
        </p:txBody>
      </p:sp>
      <p:sp>
        <p:nvSpPr>
          <p:cNvPr id="1024" name="TextBox 1023">
            <a:extLst>
              <a:ext uri="{FF2B5EF4-FFF2-40B4-BE49-F238E27FC236}">
                <a16:creationId xmlns:a16="http://schemas.microsoft.com/office/drawing/2014/main" id="{EE0DECE0-ADF6-69B6-2B67-815A84529D15}"/>
              </a:ext>
            </a:extLst>
          </p:cNvPr>
          <p:cNvSpPr txBox="1"/>
          <p:nvPr/>
        </p:nvSpPr>
        <p:spPr>
          <a:xfrm>
            <a:off x="19781045" y="12596193"/>
            <a:ext cx="2085071" cy="646331"/>
          </a:xfrm>
          <a:prstGeom prst="rect">
            <a:avLst/>
          </a:prstGeom>
          <a:noFill/>
        </p:spPr>
        <p:txBody>
          <a:bodyPr wrap="square" rtlCol="0">
            <a:spAutoFit/>
          </a:bodyPr>
          <a:lstStyle/>
          <a:p>
            <a:pPr algn="l"/>
            <a:r>
              <a:rPr lang="en-GB" noProof="0"/>
              <a:t>=========</a:t>
            </a:r>
          </a:p>
          <a:p>
            <a:pPr algn="l"/>
            <a:r>
              <a:rPr lang="en-GB" b="1" noProof="0">
                <a:highlight>
                  <a:srgbClr val="FFFF00"/>
                </a:highlight>
              </a:rPr>
              <a:t>3076</a:t>
            </a:r>
            <a:r>
              <a:rPr lang="en-GB" noProof="0"/>
              <a:t> Assets</a:t>
            </a:r>
            <a:endParaRPr lang="en-GB" sz="1800" noProof="0"/>
          </a:p>
        </p:txBody>
      </p:sp>
      <p:pic>
        <p:nvPicPr>
          <p:cNvPr id="1025" name="Picture 50" descr="Oracle Solaris - Wikipedia">
            <a:extLst>
              <a:ext uri="{FF2B5EF4-FFF2-40B4-BE49-F238E27FC236}">
                <a16:creationId xmlns:a16="http://schemas.microsoft.com/office/drawing/2014/main" id="{79A8AA84-90F7-0BD1-24AF-07E477678C6B}"/>
              </a:ext>
            </a:extLst>
          </p:cNvPr>
          <p:cNvPicPr>
            <a:picLocks noChangeAspect="1" noChangeArrowheads="1"/>
          </p:cNvPicPr>
          <p:nvPr/>
        </p:nvPicPr>
        <p:blipFill>
          <a:blip r:embed="rId16">
            <a:extLst>
              <a:ext uri="{28A0092B-C50C-407E-A947-70E740481C1C}">
                <a14:useLocalDpi xmlns:a14="http://schemas.microsoft.com/office/drawing/2010/main" val="0"/>
              </a:ext>
            </a:extLst>
          </a:blip>
          <a:srcRect/>
          <a:stretch>
            <a:fillRect/>
          </a:stretch>
        </p:blipFill>
        <p:spPr bwMode="auto">
          <a:xfrm>
            <a:off x="6768379" y="6886052"/>
            <a:ext cx="771164" cy="601508"/>
          </a:xfrm>
          <a:prstGeom prst="rect">
            <a:avLst/>
          </a:prstGeom>
          <a:noFill/>
          <a:extLst>
            <a:ext uri="{909E8E84-426E-40DD-AFC4-6F175D3DCCD1}">
              <a14:hiddenFill xmlns:a14="http://schemas.microsoft.com/office/drawing/2010/main">
                <a:solidFill>
                  <a:srgbClr val="FFFFFF"/>
                </a:solidFill>
              </a14:hiddenFill>
            </a:ext>
          </a:extLst>
        </p:spPr>
      </p:pic>
      <p:sp>
        <p:nvSpPr>
          <p:cNvPr id="1029" name="TextBox 1028">
            <a:extLst>
              <a:ext uri="{FF2B5EF4-FFF2-40B4-BE49-F238E27FC236}">
                <a16:creationId xmlns:a16="http://schemas.microsoft.com/office/drawing/2014/main" id="{A15CFD0A-0E08-F519-5C89-7D2D397AD74D}"/>
              </a:ext>
            </a:extLst>
          </p:cNvPr>
          <p:cNvSpPr txBox="1"/>
          <p:nvPr/>
        </p:nvSpPr>
        <p:spPr>
          <a:xfrm>
            <a:off x="4603597" y="9860044"/>
            <a:ext cx="1902184" cy="523220"/>
          </a:xfrm>
          <a:prstGeom prst="rect">
            <a:avLst/>
          </a:prstGeom>
          <a:noFill/>
        </p:spPr>
        <p:txBody>
          <a:bodyPr wrap="square">
            <a:spAutoFit/>
          </a:bodyPr>
          <a:lstStyle/>
          <a:p>
            <a:r>
              <a:rPr lang="en-GB" sz="1400" noProof="0"/>
              <a:t>3 x Slough - non-prod</a:t>
            </a:r>
          </a:p>
          <a:p>
            <a:r>
              <a:rPr lang="en-GB" sz="1400" noProof="0"/>
              <a:t>3 x Slough - prod</a:t>
            </a:r>
          </a:p>
        </p:txBody>
      </p:sp>
      <p:sp>
        <p:nvSpPr>
          <p:cNvPr id="1037" name="TextBox 1036">
            <a:extLst>
              <a:ext uri="{FF2B5EF4-FFF2-40B4-BE49-F238E27FC236}">
                <a16:creationId xmlns:a16="http://schemas.microsoft.com/office/drawing/2014/main" id="{434EC4CF-5554-3C37-1C02-9CC68D5C0684}"/>
              </a:ext>
            </a:extLst>
          </p:cNvPr>
          <p:cNvSpPr txBox="1"/>
          <p:nvPr/>
        </p:nvSpPr>
        <p:spPr>
          <a:xfrm>
            <a:off x="9433917" y="9097150"/>
            <a:ext cx="428322" cy="369332"/>
          </a:xfrm>
          <a:prstGeom prst="rect">
            <a:avLst/>
          </a:prstGeom>
          <a:noFill/>
        </p:spPr>
        <p:txBody>
          <a:bodyPr wrap="none" rtlCol="0">
            <a:spAutoFit/>
          </a:bodyPr>
          <a:lstStyle/>
          <a:p>
            <a:pPr algn="l"/>
            <a:r>
              <a:rPr lang="en-GB" noProof="0"/>
              <a:t>8</a:t>
            </a:r>
            <a:r>
              <a:rPr lang="en-GB" sz="1800" noProof="0"/>
              <a:t>x</a:t>
            </a:r>
          </a:p>
        </p:txBody>
      </p:sp>
      <p:sp>
        <p:nvSpPr>
          <p:cNvPr id="1039" name="TextBox 1038">
            <a:extLst>
              <a:ext uri="{FF2B5EF4-FFF2-40B4-BE49-F238E27FC236}">
                <a16:creationId xmlns:a16="http://schemas.microsoft.com/office/drawing/2014/main" id="{AFDDED9E-6214-56F1-C47A-D190A160DD38}"/>
              </a:ext>
            </a:extLst>
          </p:cNvPr>
          <p:cNvSpPr txBox="1"/>
          <p:nvPr/>
        </p:nvSpPr>
        <p:spPr>
          <a:xfrm>
            <a:off x="9446229" y="6376145"/>
            <a:ext cx="428322" cy="369332"/>
          </a:xfrm>
          <a:prstGeom prst="rect">
            <a:avLst/>
          </a:prstGeom>
          <a:noFill/>
        </p:spPr>
        <p:txBody>
          <a:bodyPr wrap="none" rtlCol="0">
            <a:spAutoFit/>
          </a:bodyPr>
          <a:lstStyle/>
          <a:p>
            <a:pPr algn="l"/>
            <a:r>
              <a:rPr lang="en-GB" sz="1800" noProof="0"/>
              <a:t>5x</a:t>
            </a:r>
          </a:p>
        </p:txBody>
      </p:sp>
      <p:sp>
        <p:nvSpPr>
          <p:cNvPr id="1041" name="TextBox 1040">
            <a:extLst>
              <a:ext uri="{FF2B5EF4-FFF2-40B4-BE49-F238E27FC236}">
                <a16:creationId xmlns:a16="http://schemas.microsoft.com/office/drawing/2014/main" id="{B2CF05DF-A296-9897-F29F-377DF757C7CD}"/>
              </a:ext>
            </a:extLst>
          </p:cNvPr>
          <p:cNvSpPr txBox="1"/>
          <p:nvPr/>
        </p:nvSpPr>
        <p:spPr>
          <a:xfrm>
            <a:off x="9439642" y="5583964"/>
            <a:ext cx="428322" cy="369332"/>
          </a:xfrm>
          <a:prstGeom prst="rect">
            <a:avLst/>
          </a:prstGeom>
          <a:noFill/>
        </p:spPr>
        <p:txBody>
          <a:bodyPr wrap="none" rtlCol="0">
            <a:spAutoFit/>
          </a:bodyPr>
          <a:lstStyle/>
          <a:p>
            <a:pPr algn="l"/>
            <a:r>
              <a:rPr lang="en-GB" sz="1800" noProof="0"/>
              <a:t>4x</a:t>
            </a:r>
          </a:p>
        </p:txBody>
      </p:sp>
      <p:sp>
        <p:nvSpPr>
          <p:cNvPr id="1043" name="TextBox 1042">
            <a:extLst>
              <a:ext uri="{FF2B5EF4-FFF2-40B4-BE49-F238E27FC236}">
                <a16:creationId xmlns:a16="http://schemas.microsoft.com/office/drawing/2014/main" id="{FD4B13DC-2074-838D-4629-977204C40D41}"/>
              </a:ext>
            </a:extLst>
          </p:cNvPr>
          <p:cNvSpPr txBox="1"/>
          <p:nvPr/>
        </p:nvSpPr>
        <p:spPr>
          <a:xfrm>
            <a:off x="9433917" y="8363504"/>
            <a:ext cx="428322" cy="369332"/>
          </a:xfrm>
          <a:prstGeom prst="rect">
            <a:avLst/>
          </a:prstGeom>
          <a:noFill/>
        </p:spPr>
        <p:txBody>
          <a:bodyPr wrap="none" rtlCol="0">
            <a:spAutoFit/>
          </a:bodyPr>
          <a:lstStyle/>
          <a:p>
            <a:pPr algn="l"/>
            <a:r>
              <a:rPr lang="en-GB" sz="1800" noProof="0"/>
              <a:t>6x</a:t>
            </a:r>
          </a:p>
        </p:txBody>
      </p:sp>
      <p:sp>
        <p:nvSpPr>
          <p:cNvPr id="1049" name="Rectangle 1048">
            <a:extLst>
              <a:ext uri="{FF2B5EF4-FFF2-40B4-BE49-F238E27FC236}">
                <a16:creationId xmlns:a16="http://schemas.microsoft.com/office/drawing/2014/main" id="{CB476E95-B791-E735-7A1A-AB2D6742DD18}"/>
              </a:ext>
            </a:extLst>
          </p:cNvPr>
          <p:cNvSpPr/>
          <p:nvPr/>
        </p:nvSpPr>
        <p:spPr>
          <a:xfrm>
            <a:off x="1358127" y="2663067"/>
            <a:ext cx="2554863" cy="7694090"/>
          </a:xfrm>
          <a:prstGeom prst="rect">
            <a:avLst/>
          </a:prstGeom>
          <a:noFill/>
          <a:ln>
            <a:solidFill>
              <a:srgbClr val="E571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noProof="0"/>
          </a:p>
        </p:txBody>
      </p:sp>
      <p:sp>
        <p:nvSpPr>
          <p:cNvPr id="1045" name="TextBox 1044">
            <a:extLst>
              <a:ext uri="{FF2B5EF4-FFF2-40B4-BE49-F238E27FC236}">
                <a16:creationId xmlns:a16="http://schemas.microsoft.com/office/drawing/2014/main" id="{3C18BCDA-391D-7FED-F551-48EED2EAB44F}"/>
              </a:ext>
            </a:extLst>
          </p:cNvPr>
          <p:cNvSpPr txBox="1"/>
          <p:nvPr/>
        </p:nvSpPr>
        <p:spPr>
          <a:xfrm>
            <a:off x="18575069" y="5316243"/>
            <a:ext cx="1183997" cy="738664"/>
          </a:xfrm>
          <a:prstGeom prst="rect">
            <a:avLst/>
          </a:prstGeom>
          <a:solidFill>
            <a:schemeClr val="bg1"/>
          </a:solidFill>
        </p:spPr>
        <p:txBody>
          <a:bodyPr wrap="square" rtlCol="0">
            <a:spAutoFit/>
          </a:bodyPr>
          <a:lstStyle/>
          <a:p>
            <a:pPr algn="l"/>
            <a:r>
              <a:rPr lang="en-GB" sz="1400" noProof="0"/>
              <a:t>MOL - Prod</a:t>
            </a:r>
          </a:p>
          <a:p>
            <a:pPr algn="l"/>
            <a:r>
              <a:rPr lang="en-GB" sz="1400" noProof="0"/>
              <a:t>6 x DL360</a:t>
            </a:r>
          </a:p>
          <a:p>
            <a:pPr algn="l"/>
            <a:r>
              <a:rPr lang="en-GB" sz="1400" noProof="0"/>
              <a:t>6 x 3par</a:t>
            </a:r>
          </a:p>
        </p:txBody>
      </p:sp>
      <p:pic>
        <p:nvPicPr>
          <p:cNvPr id="1051" name="Picture 20" descr="Database logo Vectors - Download Free High-Quality Vectors from Freepik |  Freepik">
            <a:extLst>
              <a:ext uri="{FF2B5EF4-FFF2-40B4-BE49-F238E27FC236}">
                <a16:creationId xmlns:a16="http://schemas.microsoft.com/office/drawing/2014/main" id="{995AF55B-06F6-B213-8CC6-0DC83B398B21}"/>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0426881" y="3267403"/>
            <a:ext cx="1137482" cy="1258895"/>
          </a:xfrm>
          <a:prstGeom prst="rect">
            <a:avLst/>
          </a:prstGeom>
          <a:noFill/>
          <a:extLst>
            <a:ext uri="{909E8E84-426E-40DD-AFC4-6F175D3DCCD1}">
              <a14:hiddenFill xmlns:a14="http://schemas.microsoft.com/office/drawing/2010/main">
                <a:solidFill>
                  <a:srgbClr val="FFFFFF"/>
                </a:solidFill>
              </a14:hiddenFill>
            </a:ext>
          </a:extLst>
        </p:spPr>
      </p:pic>
      <p:sp>
        <p:nvSpPr>
          <p:cNvPr id="1053" name="TextBox 1052">
            <a:extLst>
              <a:ext uri="{FF2B5EF4-FFF2-40B4-BE49-F238E27FC236}">
                <a16:creationId xmlns:a16="http://schemas.microsoft.com/office/drawing/2014/main" id="{46556173-0CE9-86F7-2E41-8048BE60EAC8}"/>
              </a:ext>
            </a:extLst>
          </p:cNvPr>
          <p:cNvSpPr txBox="1"/>
          <p:nvPr/>
        </p:nvSpPr>
        <p:spPr>
          <a:xfrm>
            <a:off x="18776370" y="4450634"/>
            <a:ext cx="2580486" cy="369332"/>
          </a:xfrm>
          <a:prstGeom prst="rect">
            <a:avLst/>
          </a:prstGeom>
          <a:noFill/>
        </p:spPr>
        <p:txBody>
          <a:bodyPr wrap="square" rtlCol="0">
            <a:spAutoFit/>
          </a:bodyPr>
          <a:lstStyle/>
          <a:p>
            <a:pPr algn="ctr"/>
            <a:r>
              <a:rPr lang="en-GB" sz="1800" noProof="0"/>
              <a:t>DBs on Physicals</a:t>
            </a:r>
          </a:p>
        </p:txBody>
      </p:sp>
      <p:pic>
        <p:nvPicPr>
          <p:cNvPr id="1078" name="Picture 54" descr="HPE Primera 600 - Storage enclosure | Overview, Specs, Details | SHI">
            <a:extLst>
              <a:ext uri="{FF2B5EF4-FFF2-40B4-BE49-F238E27FC236}">
                <a16:creationId xmlns:a16="http://schemas.microsoft.com/office/drawing/2014/main" id="{DF51B9B1-87C6-4B98-E51B-BDAE5CED443B}"/>
              </a:ext>
            </a:extLst>
          </p:cNvPr>
          <p:cNvPicPr>
            <a:picLocks noChangeAspect="1" noChangeArrowheads="1"/>
          </p:cNvPicPr>
          <p:nvPr/>
        </p:nvPicPr>
        <p:blipFill>
          <a:blip r:embed="rId17">
            <a:extLst>
              <a:ext uri="{28A0092B-C50C-407E-A947-70E740481C1C}">
                <a14:useLocalDpi xmlns:a14="http://schemas.microsoft.com/office/drawing/2010/main" val="0"/>
              </a:ext>
            </a:extLst>
          </a:blip>
          <a:srcRect/>
          <a:stretch>
            <a:fillRect/>
          </a:stretch>
        </p:blipFill>
        <p:spPr bwMode="auto">
          <a:xfrm>
            <a:off x="17720129" y="6882720"/>
            <a:ext cx="785066" cy="588800"/>
          </a:xfrm>
          <a:prstGeom prst="rect">
            <a:avLst/>
          </a:prstGeom>
          <a:noFill/>
          <a:extLst>
            <a:ext uri="{909E8E84-426E-40DD-AFC4-6F175D3DCCD1}">
              <a14:hiddenFill xmlns:a14="http://schemas.microsoft.com/office/drawing/2010/main">
                <a:solidFill>
                  <a:srgbClr val="FFFFFF"/>
                </a:solidFill>
              </a14:hiddenFill>
            </a:ext>
          </a:extLst>
        </p:spPr>
      </p:pic>
      <p:sp>
        <p:nvSpPr>
          <p:cNvPr id="1057" name="TextBox 1056">
            <a:extLst>
              <a:ext uri="{FF2B5EF4-FFF2-40B4-BE49-F238E27FC236}">
                <a16:creationId xmlns:a16="http://schemas.microsoft.com/office/drawing/2014/main" id="{CB9B2A99-12E5-DDCA-D299-46D26EB9DBD2}"/>
              </a:ext>
            </a:extLst>
          </p:cNvPr>
          <p:cNvSpPr txBox="1"/>
          <p:nvPr/>
        </p:nvSpPr>
        <p:spPr>
          <a:xfrm>
            <a:off x="18538438" y="8001852"/>
            <a:ext cx="1586818" cy="738664"/>
          </a:xfrm>
          <a:prstGeom prst="rect">
            <a:avLst/>
          </a:prstGeom>
          <a:solidFill>
            <a:schemeClr val="bg1"/>
          </a:solidFill>
        </p:spPr>
        <p:txBody>
          <a:bodyPr wrap="square" rtlCol="0">
            <a:spAutoFit/>
          </a:bodyPr>
          <a:lstStyle/>
          <a:p>
            <a:pPr algn="l"/>
            <a:r>
              <a:rPr lang="en-GB" sz="1400" noProof="0"/>
              <a:t>MOL - Prod + Int</a:t>
            </a:r>
          </a:p>
          <a:p>
            <a:pPr algn="l"/>
            <a:r>
              <a:rPr lang="en-GB" sz="1400" noProof="0"/>
              <a:t>8 x DL360</a:t>
            </a:r>
          </a:p>
          <a:p>
            <a:pPr algn="l"/>
            <a:r>
              <a:rPr lang="en-GB" sz="1400" noProof="0"/>
              <a:t>8 x 3par</a:t>
            </a:r>
          </a:p>
        </p:txBody>
      </p:sp>
      <p:sp>
        <p:nvSpPr>
          <p:cNvPr id="1061" name="TextBox 1060">
            <a:extLst>
              <a:ext uri="{FF2B5EF4-FFF2-40B4-BE49-F238E27FC236}">
                <a16:creationId xmlns:a16="http://schemas.microsoft.com/office/drawing/2014/main" id="{BE822EA3-480F-A956-387C-EE70794F14B0}"/>
              </a:ext>
            </a:extLst>
          </p:cNvPr>
          <p:cNvSpPr txBox="1"/>
          <p:nvPr/>
        </p:nvSpPr>
        <p:spPr>
          <a:xfrm>
            <a:off x="18532155" y="8736209"/>
            <a:ext cx="1586818" cy="738664"/>
          </a:xfrm>
          <a:prstGeom prst="rect">
            <a:avLst/>
          </a:prstGeom>
          <a:solidFill>
            <a:schemeClr val="bg1"/>
          </a:solidFill>
        </p:spPr>
        <p:txBody>
          <a:bodyPr wrap="square" rtlCol="0">
            <a:spAutoFit/>
          </a:bodyPr>
          <a:lstStyle/>
          <a:p>
            <a:pPr algn="l"/>
            <a:r>
              <a:rPr lang="en-GB" sz="1400" noProof="0"/>
              <a:t>CHP - Prod + Int</a:t>
            </a:r>
          </a:p>
          <a:p>
            <a:pPr algn="l"/>
            <a:r>
              <a:rPr lang="en-GB" sz="1400" noProof="0"/>
              <a:t>2 x DL360</a:t>
            </a:r>
          </a:p>
          <a:p>
            <a:pPr algn="l"/>
            <a:r>
              <a:rPr lang="en-GB" sz="1400" noProof="0"/>
              <a:t>2 x Primera</a:t>
            </a:r>
          </a:p>
        </p:txBody>
      </p:sp>
      <p:pic>
        <p:nvPicPr>
          <p:cNvPr id="1067" name="Graphic 1066">
            <a:extLst>
              <a:ext uri="{FF2B5EF4-FFF2-40B4-BE49-F238E27FC236}">
                <a16:creationId xmlns:a16="http://schemas.microsoft.com/office/drawing/2014/main" id="{02B43932-6F4A-0911-342D-8778F8569EF8}"/>
              </a:ext>
            </a:extLst>
          </p:cNvPr>
          <p:cNvPicPr>
            <a:picLocks noChangeAspect="1"/>
          </p:cNvPicPr>
          <p:nvPr/>
        </p:nvPicPr>
        <p:blipFill>
          <a:blip>
            <a:extLst>
              <a:ext uri="{96DAC541-7B7A-43D3-8B79-37D633B846F1}">
                <asvg:svgBlip xmlns:asvg="http://schemas.microsoft.com/office/drawing/2016/SVG/main" r:embed="rId18"/>
              </a:ext>
            </a:extLst>
          </a:blip>
          <a:stretch>
            <a:fillRect/>
          </a:stretch>
        </p:blipFill>
        <p:spPr>
          <a:xfrm>
            <a:off x="17704120" y="6703710"/>
            <a:ext cx="885087" cy="310629"/>
          </a:xfrm>
          <a:prstGeom prst="rect">
            <a:avLst/>
          </a:prstGeom>
        </p:spPr>
      </p:pic>
      <p:pic>
        <p:nvPicPr>
          <p:cNvPr id="1082" name="Picture 58" descr="Setting up RAID 5 on HP ProLiant DL360 server ✔️">
            <a:extLst>
              <a:ext uri="{FF2B5EF4-FFF2-40B4-BE49-F238E27FC236}">
                <a16:creationId xmlns:a16="http://schemas.microsoft.com/office/drawing/2014/main" id="{CD932258-43D4-8B20-839A-7D01A7300E1B}"/>
              </a:ext>
            </a:extLst>
          </p:cNvPr>
          <p:cNvPicPr>
            <a:picLocks noChangeAspect="1" noChangeArrowheads="1"/>
          </p:cNvPicPr>
          <p:nvPr/>
        </p:nvPicPr>
        <p:blipFill>
          <a:blip r:embed="rId19">
            <a:extLst>
              <a:ext uri="{28A0092B-C50C-407E-A947-70E740481C1C}">
                <a14:useLocalDpi xmlns:a14="http://schemas.microsoft.com/office/drawing/2010/main" val="0"/>
              </a:ext>
            </a:extLst>
          </a:blip>
          <a:srcRect/>
          <a:stretch>
            <a:fillRect/>
          </a:stretch>
        </p:blipFill>
        <p:spPr bwMode="auto">
          <a:xfrm>
            <a:off x="17694132" y="6299094"/>
            <a:ext cx="607184" cy="341541"/>
          </a:xfrm>
          <a:prstGeom prst="rect">
            <a:avLst/>
          </a:prstGeom>
          <a:noFill/>
          <a:extLst>
            <a:ext uri="{909E8E84-426E-40DD-AFC4-6F175D3DCCD1}">
              <a14:hiddenFill xmlns:a14="http://schemas.microsoft.com/office/drawing/2010/main">
                <a:solidFill>
                  <a:srgbClr val="FFFFFF"/>
                </a:solidFill>
              </a14:hiddenFill>
            </a:ext>
          </a:extLst>
        </p:spPr>
      </p:pic>
      <p:sp>
        <p:nvSpPr>
          <p:cNvPr id="1069" name="TextBox 1068">
            <a:extLst>
              <a:ext uri="{FF2B5EF4-FFF2-40B4-BE49-F238E27FC236}">
                <a16:creationId xmlns:a16="http://schemas.microsoft.com/office/drawing/2014/main" id="{3D946A7E-FF1E-7EBC-F716-4DB67895DC06}"/>
              </a:ext>
            </a:extLst>
          </p:cNvPr>
          <p:cNvSpPr txBox="1"/>
          <p:nvPr/>
        </p:nvSpPr>
        <p:spPr>
          <a:xfrm>
            <a:off x="18572010" y="6193198"/>
            <a:ext cx="1183997" cy="738664"/>
          </a:xfrm>
          <a:prstGeom prst="rect">
            <a:avLst/>
          </a:prstGeom>
          <a:solidFill>
            <a:schemeClr val="bg1"/>
          </a:solidFill>
        </p:spPr>
        <p:txBody>
          <a:bodyPr wrap="square" rtlCol="0">
            <a:spAutoFit/>
          </a:bodyPr>
          <a:lstStyle/>
          <a:p>
            <a:pPr algn="l"/>
            <a:r>
              <a:rPr lang="en-GB" sz="1400" noProof="0"/>
              <a:t>CHP – Prod</a:t>
            </a:r>
          </a:p>
          <a:p>
            <a:pPr algn="l"/>
            <a:r>
              <a:rPr lang="en-GB" sz="1400" noProof="0"/>
              <a:t>1 x DL360</a:t>
            </a:r>
          </a:p>
          <a:p>
            <a:pPr algn="l"/>
            <a:r>
              <a:rPr lang="en-GB" sz="1400" noProof="0"/>
              <a:t>1 x Primera</a:t>
            </a:r>
          </a:p>
        </p:txBody>
      </p:sp>
      <p:sp>
        <p:nvSpPr>
          <p:cNvPr id="1071" name="TextBox 1070">
            <a:extLst>
              <a:ext uri="{FF2B5EF4-FFF2-40B4-BE49-F238E27FC236}">
                <a16:creationId xmlns:a16="http://schemas.microsoft.com/office/drawing/2014/main" id="{5BA6DCAC-04EE-D6C0-34D3-63597237CCED}"/>
              </a:ext>
            </a:extLst>
          </p:cNvPr>
          <p:cNvSpPr txBox="1"/>
          <p:nvPr/>
        </p:nvSpPr>
        <p:spPr>
          <a:xfrm>
            <a:off x="18546278" y="6925826"/>
            <a:ext cx="1183997" cy="738664"/>
          </a:xfrm>
          <a:prstGeom prst="rect">
            <a:avLst/>
          </a:prstGeom>
          <a:solidFill>
            <a:schemeClr val="bg1"/>
          </a:solidFill>
        </p:spPr>
        <p:txBody>
          <a:bodyPr wrap="square" rtlCol="0">
            <a:spAutoFit/>
          </a:bodyPr>
          <a:lstStyle/>
          <a:p>
            <a:pPr algn="l"/>
            <a:r>
              <a:rPr lang="en-GB" sz="1400" noProof="0" err="1"/>
              <a:t>Atex</a:t>
            </a:r>
            <a:r>
              <a:rPr lang="en-GB" sz="1400" noProof="0"/>
              <a:t>  – Prod</a:t>
            </a:r>
          </a:p>
          <a:p>
            <a:pPr algn="l"/>
            <a:r>
              <a:rPr lang="en-GB" sz="1400" noProof="0"/>
              <a:t>1 x DL380</a:t>
            </a:r>
          </a:p>
          <a:p>
            <a:pPr algn="l"/>
            <a:r>
              <a:rPr lang="en-GB" sz="1400" noProof="0"/>
              <a:t>1 x Primera</a:t>
            </a:r>
          </a:p>
        </p:txBody>
      </p:sp>
      <p:pic>
        <p:nvPicPr>
          <p:cNvPr id="1047" name="Picture 8">
            <a:extLst>
              <a:ext uri="{FF2B5EF4-FFF2-40B4-BE49-F238E27FC236}">
                <a16:creationId xmlns:a16="http://schemas.microsoft.com/office/drawing/2014/main" id="{A6A05ADF-025E-CF75-68CB-72F921D88A31}"/>
              </a:ext>
            </a:extLst>
          </p:cNvPr>
          <p:cNvPicPr>
            <a:picLocks noChangeAspect="1" noChangeArrowheads="1"/>
          </p:cNvPicPr>
          <p:nvPr/>
        </p:nvPicPr>
        <p:blipFill>
          <a:blip r:embed="rId20">
            <a:extLst>
              <a:ext uri="{28A0092B-C50C-407E-A947-70E740481C1C}">
                <a14:useLocalDpi xmlns:a14="http://schemas.microsoft.com/office/drawing/2010/main" val="0"/>
              </a:ext>
            </a:extLst>
          </a:blip>
          <a:srcRect/>
          <a:stretch>
            <a:fillRect/>
          </a:stretch>
        </p:blipFill>
        <p:spPr bwMode="auto">
          <a:xfrm>
            <a:off x="17554557" y="5289900"/>
            <a:ext cx="915934" cy="915934"/>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a:extLst>
              <a:ext uri="{FF2B5EF4-FFF2-40B4-BE49-F238E27FC236}">
                <a16:creationId xmlns:a16="http://schemas.microsoft.com/office/drawing/2014/main" id="{A8E6EB4E-30A6-19C4-5E80-824DCDA9AB27}"/>
              </a:ext>
            </a:extLst>
          </p:cNvPr>
          <p:cNvPicPr>
            <a:picLocks noChangeAspect="1" noChangeArrowheads="1"/>
          </p:cNvPicPr>
          <p:nvPr/>
        </p:nvPicPr>
        <p:blipFill>
          <a:blip r:embed="rId20">
            <a:extLst>
              <a:ext uri="{28A0092B-C50C-407E-A947-70E740481C1C}">
                <a14:useLocalDpi xmlns:a14="http://schemas.microsoft.com/office/drawing/2010/main" val="0"/>
              </a:ext>
            </a:extLst>
          </a:blip>
          <a:srcRect/>
          <a:stretch>
            <a:fillRect/>
          </a:stretch>
        </p:blipFill>
        <p:spPr bwMode="auto">
          <a:xfrm>
            <a:off x="17559025" y="9434236"/>
            <a:ext cx="915934" cy="915934"/>
          </a:xfrm>
          <a:prstGeom prst="rect">
            <a:avLst/>
          </a:prstGeom>
          <a:noFill/>
          <a:extLst>
            <a:ext uri="{909E8E84-426E-40DD-AFC4-6F175D3DCCD1}">
              <a14:hiddenFill xmlns:a14="http://schemas.microsoft.com/office/drawing/2010/main">
                <a:solidFill>
                  <a:srgbClr val="FFFFFF"/>
                </a:solidFill>
              </a14:hiddenFill>
            </a:ext>
          </a:extLst>
        </p:spPr>
      </p:pic>
      <p:sp>
        <p:nvSpPr>
          <p:cNvPr id="1073" name="TextBox 1072">
            <a:extLst>
              <a:ext uri="{FF2B5EF4-FFF2-40B4-BE49-F238E27FC236}">
                <a16:creationId xmlns:a16="http://schemas.microsoft.com/office/drawing/2014/main" id="{515F9135-02C0-F6FD-19E9-91F0CD998546}"/>
              </a:ext>
            </a:extLst>
          </p:cNvPr>
          <p:cNvSpPr txBox="1"/>
          <p:nvPr/>
        </p:nvSpPr>
        <p:spPr>
          <a:xfrm>
            <a:off x="18532155" y="9515648"/>
            <a:ext cx="1183997" cy="738664"/>
          </a:xfrm>
          <a:prstGeom prst="rect">
            <a:avLst/>
          </a:prstGeom>
          <a:solidFill>
            <a:schemeClr val="bg1"/>
          </a:solidFill>
        </p:spPr>
        <p:txBody>
          <a:bodyPr wrap="square" rtlCol="0">
            <a:spAutoFit/>
          </a:bodyPr>
          <a:lstStyle/>
          <a:p>
            <a:pPr algn="l"/>
            <a:r>
              <a:rPr lang="en-GB" sz="1400" noProof="0" err="1"/>
              <a:t>Atex</a:t>
            </a:r>
            <a:r>
              <a:rPr lang="en-GB" sz="1400" noProof="0"/>
              <a:t>  – Prod</a:t>
            </a:r>
          </a:p>
          <a:p>
            <a:pPr algn="l"/>
            <a:r>
              <a:rPr lang="en-GB" sz="1400" noProof="0"/>
              <a:t>2 x DL380</a:t>
            </a:r>
          </a:p>
          <a:p>
            <a:pPr algn="l"/>
            <a:r>
              <a:rPr lang="en-GB" sz="1400" noProof="0"/>
              <a:t>2 x Primera</a:t>
            </a:r>
          </a:p>
        </p:txBody>
      </p:sp>
      <p:pic>
        <p:nvPicPr>
          <p:cNvPr id="1075" name="Picture 54" descr="HPE Primera 600 - Storage enclosure | Overview, Specs, Details | SHI">
            <a:extLst>
              <a:ext uri="{FF2B5EF4-FFF2-40B4-BE49-F238E27FC236}">
                <a16:creationId xmlns:a16="http://schemas.microsoft.com/office/drawing/2014/main" id="{0E31D957-0E23-05BF-A283-5BE2DB31173F}"/>
              </a:ext>
            </a:extLst>
          </p:cNvPr>
          <p:cNvPicPr>
            <a:picLocks noChangeAspect="1" noChangeArrowheads="1"/>
          </p:cNvPicPr>
          <p:nvPr/>
        </p:nvPicPr>
        <p:blipFill>
          <a:blip r:embed="rId17">
            <a:extLst>
              <a:ext uri="{28A0092B-C50C-407E-A947-70E740481C1C}">
                <a14:useLocalDpi xmlns:a14="http://schemas.microsoft.com/office/drawing/2010/main" val="0"/>
              </a:ext>
            </a:extLst>
          </a:blip>
          <a:srcRect/>
          <a:stretch>
            <a:fillRect/>
          </a:stretch>
        </p:blipFill>
        <p:spPr bwMode="auto">
          <a:xfrm>
            <a:off x="17695226" y="8750363"/>
            <a:ext cx="785066" cy="588800"/>
          </a:xfrm>
          <a:prstGeom prst="rect">
            <a:avLst/>
          </a:prstGeom>
          <a:noFill/>
          <a:extLst>
            <a:ext uri="{909E8E84-426E-40DD-AFC4-6F175D3DCCD1}">
              <a14:hiddenFill xmlns:a14="http://schemas.microsoft.com/office/drawing/2010/main">
                <a:solidFill>
                  <a:srgbClr val="FFFFFF"/>
                </a:solidFill>
              </a14:hiddenFill>
            </a:ext>
          </a:extLst>
        </p:spPr>
      </p:pic>
      <p:pic>
        <p:nvPicPr>
          <p:cNvPr id="1077" name="Graphic 1076">
            <a:extLst>
              <a:ext uri="{FF2B5EF4-FFF2-40B4-BE49-F238E27FC236}">
                <a16:creationId xmlns:a16="http://schemas.microsoft.com/office/drawing/2014/main" id="{00386DEE-2211-8473-1937-3303686713A4}"/>
              </a:ext>
            </a:extLst>
          </p:cNvPr>
          <p:cNvPicPr>
            <a:picLocks noChangeAspect="1"/>
          </p:cNvPicPr>
          <p:nvPr/>
        </p:nvPicPr>
        <p:blipFill>
          <a:blip>
            <a:extLst>
              <a:ext uri="{96DAC541-7B7A-43D3-8B79-37D633B846F1}">
                <asvg:svgBlip xmlns:asvg="http://schemas.microsoft.com/office/drawing/2016/SVG/main" r:embed="rId18"/>
              </a:ext>
            </a:extLst>
          </a:blip>
          <a:stretch>
            <a:fillRect/>
          </a:stretch>
        </p:blipFill>
        <p:spPr>
          <a:xfrm>
            <a:off x="17679217" y="8571353"/>
            <a:ext cx="885087" cy="310629"/>
          </a:xfrm>
          <a:prstGeom prst="rect">
            <a:avLst/>
          </a:prstGeom>
        </p:spPr>
      </p:pic>
      <p:pic>
        <p:nvPicPr>
          <p:cNvPr id="1079" name="Picture 58" descr="Setting up RAID 5 on HP ProLiant DL360 server ✔️">
            <a:extLst>
              <a:ext uri="{FF2B5EF4-FFF2-40B4-BE49-F238E27FC236}">
                <a16:creationId xmlns:a16="http://schemas.microsoft.com/office/drawing/2014/main" id="{09411FC1-4E83-7610-7A8E-29FE11101FE1}"/>
              </a:ext>
            </a:extLst>
          </p:cNvPr>
          <p:cNvPicPr>
            <a:picLocks noChangeAspect="1" noChangeArrowheads="1"/>
          </p:cNvPicPr>
          <p:nvPr/>
        </p:nvPicPr>
        <p:blipFill>
          <a:blip r:embed="rId19">
            <a:extLst>
              <a:ext uri="{28A0092B-C50C-407E-A947-70E740481C1C}">
                <a14:useLocalDpi xmlns:a14="http://schemas.microsoft.com/office/drawing/2010/main" val="0"/>
              </a:ext>
            </a:extLst>
          </a:blip>
          <a:srcRect/>
          <a:stretch>
            <a:fillRect/>
          </a:stretch>
        </p:blipFill>
        <p:spPr bwMode="auto">
          <a:xfrm>
            <a:off x="17669229" y="8166737"/>
            <a:ext cx="607184" cy="341541"/>
          </a:xfrm>
          <a:prstGeom prst="rect">
            <a:avLst/>
          </a:prstGeom>
          <a:noFill/>
          <a:extLst>
            <a:ext uri="{909E8E84-426E-40DD-AFC4-6F175D3DCCD1}">
              <a14:hiddenFill xmlns:a14="http://schemas.microsoft.com/office/drawing/2010/main">
                <a:solidFill>
                  <a:srgbClr val="FFFFFF"/>
                </a:solidFill>
              </a14:hiddenFill>
            </a:ext>
          </a:extLst>
        </p:spPr>
      </p:pic>
      <p:sp>
        <p:nvSpPr>
          <p:cNvPr id="1080" name="Rectangle 1079">
            <a:extLst>
              <a:ext uri="{FF2B5EF4-FFF2-40B4-BE49-F238E27FC236}">
                <a16:creationId xmlns:a16="http://schemas.microsoft.com/office/drawing/2014/main" id="{BD0FB69F-95C6-C6B9-23CA-6134D1E6C8FC}"/>
              </a:ext>
            </a:extLst>
          </p:cNvPr>
          <p:cNvSpPr/>
          <p:nvPr/>
        </p:nvSpPr>
        <p:spPr>
          <a:xfrm>
            <a:off x="17397788" y="5124369"/>
            <a:ext cx="2815034" cy="5280914"/>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noProof="0"/>
          </a:p>
        </p:txBody>
      </p:sp>
      <p:sp>
        <p:nvSpPr>
          <p:cNvPr id="1081" name="Rectangle 1080">
            <a:extLst>
              <a:ext uri="{FF2B5EF4-FFF2-40B4-BE49-F238E27FC236}">
                <a16:creationId xmlns:a16="http://schemas.microsoft.com/office/drawing/2014/main" id="{950FF0FC-3B57-32B0-6DC2-57B2D5FFFAB8}"/>
              </a:ext>
            </a:extLst>
          </p:cNvPr>
          <p:cNvSpPr/>
          <p:nvPr/>
        </p:nvSpPr>
        <p:spPr>
          <a:xfrm>
            <a:off x="20647884" y="5112676"/>
            <a:ext cx="1904960" cy="5280914"/>
          </a:xfrm>
          <a:prstGeom prst="rect">
            <a:avLst/>
          </a:prstGeom>
          <a:noFill/>
          <a:ln>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noProof="0"/>
          </a:p>
        </p:txBody>
      </p:sp>
      <p:sp>
        <p:nvSpPr>
          <p:cNvPr id="1083" name="TextBox 1082">
            <a:extLst>
              <a:ext uri="{FF2B5EF4-FFF2-40B4-BE49-F238E27FC236}">
                <a16:creationId xmlns:a16="http://schemas.microsoft.com/office/drawing/2014/main" id="{0C7796B2-5E00-0DE3-32A0-1EB6964EA8EF}"/>
              </a:ext>
            </a:extLst>
          </p:cNvPr>
          <p:cNvSpPr txBox="1"/>
          <p:nvPr/>
        </p:nvSpPr>
        <p:spPr>
          <a:xfrm>
            <a:off x="13424500" y="9249570"/>
            <a:ext cx="569387" cy="369332"/>
          </a:xfrm>
          <a:prstGeom prst="rect">
            <a:avLst/>
          </a:prstGeom>
          <a:noFill/>
        </p:spPr>
        <p:txBody>
          <a:bodyPr wrap="none" rtlCol="0">
            <a:spAutoFit/>
          </a:bodyPr>
          <a:lstStyle/>
          <a:p>
            <a:pPr algn="l"/>
            <a:r>
              <a:rPr lang="en-GB" noProof="0">
                <a:solidFill>
                  <a:srgbClr val="FF0000"/>
                </a:solidFill>
                <a:highlight>
                  <a:srgbClr val="FFFF00"/>
                </a:highlight>
              </a:rPr>
              <a:t>???</a:t>
            </a:r>
            <a:endParaRPr lang="en-GB" sz="1800" noProof="0">
              <a:solidFill>
                <a:srgbClr val="FF0000"/>
              </a:solidFill>
              <a:highlight>
                <a:srgbClr val="FFFF00"/>
              </a:highlight>
            </a:endParaRPr>
          </a:p>
        </p:txBody>
      </p:sp>
      <p:sp>
        <p:nvSpPr>
          <p:cNvPr id="1087" name="TextBox 1086">
            <a:extLst>
              <a:ext uri="{FF2B5EF4-FFF2-40B4-BE49-F238E27FC236}">
                <a16:creationId xmlns:a16="http://schemas.microsoft.com/office/drawing/2014/main" id="{4AE14776-9279-C5F5-4A8C-FFAAFA4F5D97}"/>
              </a:ext>
            </a:extLst>
          </p:cNvPr>
          <p:cNvSpPr txBox="1"/>
          <p:nvPr/>
        </p:nvSpPr>
        <p:spPr>
          <a:xfrm>
            <a:off x="13347133" y="6598338"/>
            <a:ext cx="569387" cy="369332"/>
          </a:xfrm>
          <a:prstGeom prst="rect">
            <a:avLst/>
          </a:prstGeom>
          <a:noFill/>
        </p:spPr>
        <p:txBody>
          <a:bodyPr wrap="none" rtlCol="0">
            <a:spAutoFit/>
          </a:bodyPr>
          <a:lstStyle/>
          <a:p>
            <a:pPr algn="l"/>
            <a:r>
              <a:rPr lang="en-GB" noProof="0">
                <a:solidFill>
                  <a:srgbClr val="FF0000"/>
                </a:solidFill>
                <a:highlight>
                  <a:srgbClr val="FFFF00"/>
                </a:highlight>
              </a:rPr>
              <a:t>???</a:t>
            </a:r>
            <a:endParaRPr lang="en-GB" sz="1800" noProof="0">
              <a:solidFill>
                <a:srgbClr val="FF0000"/>
              </a:solidFill>
              <a:highlight>
                <a:srgbClr val="FFFF00"/>
              </a:highlight>
            </a:endParaRPr>
          </a:p>
        </p:txBody>
      </p:sp>
      <p:sp>
        <p:nvSpPr>
          <p:cNvPr id="1091" name="TextBox 1090">
            <a:extLst>
              <a:ext uri="{FF2B5EF4-FFF2-40B4-BE49-F238E27FC236}">
                <a16:creationId xmlns:a16="http://schemas.microsoft.com/office/drawing/2014/main" id="{516A21F0-9983-1CC4-096F-908B7676037E}"/>
              </a:ext>
            </a:extLst>
          </p:cNvPr>
          <p:cNvSpPr txBox="1"/>
          <p:nvPr/>
        </p:nvSpPr>
        <p:spPr>
          <a:xfrm>
            <a:off x="9446229" y="7067301"/>
            <a:ext cx="428322" cy="369332"/>
          </a:xfrm>
          <a:prstGeom prst="rect">
            <a:avLst/>
          </a:prstGeom>
          <a:noFill/>
        </p:spPr>
        <p:txBody>
          <a:bodyPr wrap="none" rtlCol="0">
            <a:spAutoFit/>
          </a:bodyPr>
          <a:lstStyle/>
          <a:p>
            <a:pPr algn="l"/>
            <a:r>
              <a:rPr lang="en-GB" sz="1800" noProof="0"/>
              <a:t>4x</a:t>
            </a:r>
          </a:p>
        </p:txBody>
      </p:sp>
      <p:sp>
        <p:nvSpPr>
          <p:cNvPr id="1092" name="TextBox 1091">
            <a:extLst>
              <a:ext uri="{FF2B5EF4-FFF2-40B4-BE49-F238E27FC236}">
                <a16:creationId xmlns:a16="http://schemas.microsoft.com/office/drawing/2014/main" id="{854D36F2-EB2E-C2E1-C89E-35D55A0A04CD}"/>
              </a:ext>
            </a:extLst>
          </p:cNvPr>
          <p:cNvSpPr txBox="1"/>
          <p:nvPr/>
        </p:nvSpPr>
        <p:spPr>
          <a:xfrm>
            <a:off x="9445530" y="9901479"/>
            <a:ext cx="428322" cy="369332"/>
          </a:xfrm>
          <a:prstGeom prst="rect">
            <a:avLst/>
          </a:prstGeom>
          <a:noFill/>
        </p:spPr>
        <p:txBody>
          <a:bodyPr wrap="none" rtlCol="0">
            <a:spAutoFit/>
          </a:bodyPr>
          <a:lstStyle/>
          <a:p>
            <a:pPr algn="l"/>
            <a:r>
              <a:rPr lang="en-GB" sz="1800" noProof="0"/>
              <a:t>4x</a:t>
            </a:r>
          </a:p>
        </p:txBody>
      </p:sp>
      <p:sp>
        <p:nvSpPr>
          <p:cNvPr id="5" name="TextBox 4">
            <a:extLst>
              <a:ext uri="{FF2B5EF4-FFF2-40B4-BE49-F238E27FC236}">
                <a16:creationId xmlns:a16="http://schemas.microsoft.com/office/drawing/2014/main" id="{45717CA4-16F2-A355-13CB-41F7EBB3957E}"/>
              </a:ext>
            </a:extLst>
          </p:cNvPr>
          <p:cNvSpPr txBox="1"/>
          <p:nvPr/>
        </p:nvSpPr>
        <p:spPr>
          <a:xfrm>
            <a:off x="1694121" y="8224109"/>
            <a:ext cx="556563" cy="369332"/>
          </a:xfrm>
          <a:prstGeom prst="rect">
            <a:avLst/>
          </a:prstGeom>
          <a:noFill/>
        </p:spPr>
        <p:txBody>
          <a:bodyPr wrap="none" rtlCol="0">
            <a:spAutoFit/>
          </a:bodyPr>
          <a:lstStyle/>
          <a:p>
            <a:pPr algn="l"/>
            <a:r>
              <a:rPr lang="en-GB" sz="1800"/>
              <a:t>51</a:t>
            </a:r>
            <a:r>
              <a:rPr lang="en-GB" sz="1800" noProof="0"/>
              <a:t>x</a:t>
            </a:r>
          </a:p>
        </p:txBody>
      </p:sp>
    </p:spTree>
    <p:extLst>
      <p:ext uri="{BB962C8B-B14F-4D97-AF65-F5344CB8AC3E}">
        <p14:creationId xmlns:p14="http://schemas.microsoft.com/office/powerpoint/2010/main" val="408401205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28465375-A961-7714-5956-809E3B8349E6}"/>
              </a:ext>
            </a:extLst>
          </p:cNvPr>
          <p:cNvSpPr>
            <a:spLocks noGrp="1"/>
          </p:cNvSpPr>
          <p:nvPr>
            <p:ph type="body" sz="quarter" idx="12"/>
          </p:nvPr>
        </p:nvSpPr>
        <p:spPr>
          <a:xfrm>
            <a:off x="723900" y="2744725"/>
            <a:ext cx="22936200" cy="7889339"/>
          </a:xfrm>
        </p:spPr>
        <p:txBody>
          <a:bodyPr/>
          <a:lstStyle/>
          <a:p>
            <a:r>
              <a:rPr lang="en-GB" b="1" dirty="0"/>
              <a:t>Mail Online</a:t>
            </a:r>
            <a:r>
              <a:rPr lang="en-GB" dirty="0"/>
              <a:t>: 2,206 servers (72.6%) 91 sub-components | Oracle at the centre | Dual ownership (CPO + CTO)</a:t>
            </a:r>
          </a:p>
          <a:p>
            <a:endParaRPr lang="en-GB" dirty="0"/>
          </a:p>
          <a:p>
            <a:r>
              <a:rPr lang="en-GB" b="1" dirty="0"/>
              <a:t>CHP</a:t>
            </a:r>
            <a:r>
              <a:rPr lang="en-GB" dirty="0"/>
              <a:t>: 146 servers (Oracle-backed, publishing operations)</a:t>
            </a:r>
          </a:p>
          <a:p>
            <a:endParaRPr lang="en-GB" dirty="0"/>
          </a:p>
          <a:p>
            <a:r>
              <a:rPr lang="en-GB" b="1" dirty="0"/>
              <a:t>WPS</a:t>
            </a:r>
            <a:r>
              <a:rPr lang="en-GB" dirty="0"/>
              <a:t>: 136 servers (tightly coupled to Mail Online, must co-migrate)</a:t>
            </a:r>
          </a:p>
          <a:p>
            <a:endParaRPr lang="en-GB" dirty="0"/>
          </a:p>
          <a:p>
            <a:r>
              <a:rPr lang="en-GB" b="1" dirty="0" err="1"/>
              <a:t>Atex</a:t>
            </a:r>
            <a:r>
              <a:rPr lang="en-GB" dirty="0"/>
              <a:t>: 109 servers (multicast constraint, business decision required)</a:t>
            </a:r>
          </a:p>
          <a:p>
            <a:endParaRPr lang="en-GB" dirty="0"/>
          </a:p>
          <a:p>
            <a:r>
              <a:rPr lang="en-GB" b="1" dirty="0"/>
              <a:t>RTA</a:t>
            </a:r>
            <a:r>
              <a:rPr lang="en-GB" dirty="0"/>
              <a:t>: 41 servers (significantly overprovisioned)</a:t>
            </a:r>
          </a:p>
          <a:p>
            <a:endParaRPr lang="en-GB" dirty="0"/>
          </a:p>
          <a:p>
            <a:r>
              <a:rPr lang="en-GB" b="1" dirty="0"/>
              <a:t>Remaining 29 applications</a:t>
            </a:r>
            <a:r>
              <a:rPr lang="en-GB" dirty="0"/>
              <a:t>: 400 servers combined (editorial tooling, shared services, retirement candidates)</a:t>
            </a:r>
          </a:p>
        </p:txBody>
      </p:sp>
      <p:sp>
        <p:nvSpPr>
          <p:cNvPr id="3" name="Title 2">
            <a:extLst>
              <a:ext uri="{FF2B5EF4-FFF2-40B4-BE49-F238E27FC236}">
                <a16:creationId xmlns:a16="http://schemas.microsoft.com/office/drawing/2014/main" id="{7287083A-3D1B-3AEC-5195-8F741B868695}"/>
              </a:ext>
            </a:extLst>
          </p:cNvPr>
          <p:cNvSpPr>
            <a:spLocks noGrp="1"/>
          </p:cNvSpPr>
          <p:nvPr>
            <p:ph type="title"/>
          </p:nvPr>
        </p:nvSpPr>
        <p:spPr/>
        <p:txBody>
          <a:bodyPr/>
          <a:lstStyle/>
          <a:p>
            <a:r>
              <a:rPr lang="en-GB" dirty="0"/>
              <a:t>Application landscape </a:t>
            </a:r>
          </a:p>
        </p:txBody>
      </p:sp>
      <p:sp>
        <p:nvSpPr>
          <p:cNvPr id="4" name="Slide Number Placeholder 3">
            <a:extLst>
              <a:ext uri="{FF2B5EF4-FFF2-40B4-BE49-F238E27FC236}">
                <a16:creationId xmlns:a16="http://schemas.microsoft.com/office/drawing/2014/main" id="{7BCA958F-12A6-D7C9-FC12-3A6C7E45C470}"/>
              </a:ext>
            </a:extLst>
          </p:cNvPr>
          <p:cNvSpPr>
            <a:spLocks noGrp="1"/>
          </p:cNvSpPr>
          <p:nvPr>
            <p:ph type="sldNum" sz="quarter" idx="4"/>
          </p:nvPr>
        </p:nvSpPr>
        <p:spPr/>
        <p:txBody>
          <a:bodyPr/>
          <a:lstStyle/>
          <a:p>
            <a:fld id="{762E77F0-FB5B-4E8E-9BC9-34F14560A017}" type="slidenum">
              <a:rPr lang="en-US" smtClean="0"/>
              <a:pPr/>
              <a:t>16</a:t>
            </a:fld>
            <a:endParaRPr lang="en-US"/>
          </a:p>
        </p:txBody>
      </p:sp>
    </p:spTree>
    <p:extLst>
      <p:ext uri="{BB962C8B-B14F-4D97-AF65-F5344CB8AC3E}">
        <p14:creationId xmlns:p14="http://schemas.microsoft.com/office/powerpoint/2010/main" val="157783491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FD9647-9903-576B-E292-C147AE1E9E4E}"/>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288420F6-2CF7-6192-D8AC-10FE8CD409D9}"/>
              </a:ext>
            </a:extLst>
          </p:cNvPr>
          <p:cNvSpPr>
            <a:spLocks noGrp="1"/>
          </p:cNvSpPr>
          <p:nvPr>
            <p:ph type="title"/>
          </p:nvPr>
        </p:nvSpPr>
        <p:spPr/>
        <p:txBody>
          <a:bodyPr/>
          <a:lstStyle/>
          <a:p>
            <a:r>
              <a:rPr lang="en-GB" dirty="0"/>
              <a:t>Workshop findings</a:t>
            </a:r>
          </a:p>
        </p:txBody>
      </p:sp>
      <p:sp>
        <p:nvSpPr>
          <p:cNvPr id="4" name="Slide Number Placeholder 3">
            <a:extLst>
              <a:ext uri="{FF2B5EF4-FFF2-40B4-BE49-F238E27FC236}">
                <a16:creationId xmlns:a16="http://schemas.microsoft.com/office/drawing/2014/main" id="{53E35D01-9779-5B26-ABA7-64CB84B171FE}"/>
              </a:ext>
            </a:extLst>
          </p:cNvPr>
          <p:cNvSpPr>
            <a:spLocks noGrp="1"/>
          </p:cNvSpPr>
          <p:nvPr>
            <p:ph type="sldNum" sz="quarter" idx="4"/>
          </p:nvPr>
        </p:nvSpPr>
        <p:spPr/>
        <p:txBody>
          <a:bodyPr/>
          <a:lstStyle/>
          <a:p>
            <a:fld id="{762E77F0-FB5B-4E8E-9BC9-34F14560A017}" type="slidenum">
              <a:rPr lang="en-US" smtClean="0"/>
              <a:pPr/>
              <a:t>17</a:t>
            </a:fld>
            <a:endParaRPr lang="en-US"/>
          </a:p>
        </p:txBody>
      </p:sp>
      <p:sp>
        <p:nvSpPr>
          <p:cNvPr id="5" name="Text Placeholder 1">
            <a:extLst>
              <a:ext uri="{FF2B5EF4-FFF2-40B4-BE49-F238E27FC236}">
                <a16:creationId xmlns:a16="http://schemas.microsoft.com/office/drawing/2014/main" id="{BB27D486-EEB8-337B-F048-236B1132F98B}"/>
              </a:ext>
            </a:extLst>
          </p:cNvPr>
          <p:cNvSpPr txBox="1">
            <a:spLocks/>
          </p:cNvSpPr>
          <p:nvPr/>
        </p:nvSpPr>
        <p:spPr>
          <a:xfrm>
            <a:off x="696446" y="2913330"/>
            <a:ext cx="22936200" cy="6976269"/>
          </a:xfrm>
          <a:prstGeom prst="rect">
            <a:avLst/>
          </a:prstGeom>
        </p:spPr>
        <p:txBody>
          <a:bodyPr vert="horz" lIns="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sz="3600" kern="1200" dirty="0">
                <a:ln>
                  <a:noFill/>
                </a:ln>
                <a:solidFill>
                  <a:schemeClr val="tx1"/>
                </a:solidFill>
                <a:latin typeface="+mn-lt"/>
                <a:ea typeface="+mn-ea"/>
                <a:cs typeface="+mn-cs"/>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sz="3600" kern="1200" dirty="0">
                <a:ln>
                  <a:noFill/>
                </a:ln>
                <a:solidFill>
                  <a:schemeClr val="tx1"/>
                </a:solidFill>
                <a:latin typeface="+mn-lt"/>
                <a:ea typeface="+mn-ea"/>
                <a:cs typeface="+mn-cs"/>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sz="3600" kern="1200" dirty="0">
                <a:ln>
                  <a:noFill/>
                </a:ln>
                <a:solidFill>
                  <a:schemeClr val="tx1"/>
                </a:solidFill>
                <a:latin typeface="+mn-lt"/>
                <a:ea typeface="+mn-ea"/>
                <a:cs typeface="+mn-cs"/>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sz="3600" kern="1200" dirty="0">
                <a:ln>
                  <a:noFill/>
                </a:ln>
                <a:solidFill>
                  <a:schemeClr val="tx1"/>
                </a:solidFill>
                <a:latin typeface="+mn-lt"/>
                <a:ea typeface="+mn-ea"/>
                <a:cs typeface="+mn-cs"/>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sz="3600" kern="1200" dirty="0">
                <a:ln>
                  <a:noFill/>
                </a:ln>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a:lstStyle>
          <a:p>
            <a:r>
              <a:rPr lang="en-GB" b="1" dirty="0"/>
              <a:t>Mail Online is a distributed monolith </a:t>
            </a:r>
            <a:r>
              <a:rPr lang="en-GB" dirty="0"/>
              <a:t>Many sub-services, many dependencies, not independently releasable</a:t>
            </a:r>
          </a:p>
          <a:p>
            <a:endParaRPr lang="en-GB" b="1" dirty="0"/>
          </a:p>
          <a:p>
            <a:r>
              <a:rPr lang="en-GB" b="1" dirty="0"/>
              <a:t>Oracle is the centre of gravity </a:t>
            </a:r>
            <a:r>
              <a:rPr lang="en-GB" dirty="0"/>
              <a:t>MOL, </a:t>
            </a:r>
            <a:r>
              <a:rPr lang="en-GB" dirty="0" err="1"/>
              <a:t>Atex</a:t>
            </a:r>
            <a:r>
              <a:rPr lang="en-GB" dirty="0"/>
              <a:t>, CHP, </a:t>
            </a:r>
            <a:r>
              <a:rPr lang="en-GB" dirty="0" err="1"/>
              <a:t>Circnet</a:t>
            </a:r>
            <a:r>
              <a:rPr lang="en-GB" dirty="0"/>
              <a:t> all depend on Oracle. £650K/yr support.</a:t>
            </a:r>
          </a:p>
          <a:p>
            <a:endParaRPr lang="en-GB" b="1" dirty="0"/>
          </a:p>
          <a:p>
            <a:r>
              <a:rPr lang="en-GB" b="1" dirty="0" err="1"/>
              <a:t>Atex</a:t>
            </a:r>
            <a:r>
              <a:rPr lang="en-GB" b="1" dirty="0"/>
              <a:t> has a hard multicast constraint </a:t>
            </a:r>
            <a:r>
              <a:rPr lang="en-GB" dirty="0"/>
              <a:t>Cloud networks do not natively support multicast (except AWS Transit Gateway)</a:t>
            </a:r>
          </a:p>
          <a:p>
            <a:endParaRPr lang="en-GB" b="1" dirty="0"/>
          </a:p>
          <a:p>
            <a:r>
              <a:rPr lang="en-GB" b="1" dirty="0"/>
              <a:t>WPS and Mail Online must co-migrate </a:t>
            </a:r>
            <a:r>
              <a:rPr lang="en-GB" dirty="0"/>
              <a:t>Sustained Oracle connections to the B-cluster. Cannot be separated.</a:t>
            </a:r>
          </a:p>
          <a:p>
            <a:endParaRPr lang="en-GB" b="1" dirty="0"/>
          </a:p>
          <a:p>
            <a:r>
              <a:rPr lang="en-GB" b="1" dirty="0"/>
              <a:t>Sydney is independent </a:t>
            </a:r>
            <a:r>
              <a:rPr lang="en-GB" dirty="0"/>
              <a:t>4 servers, flexible contract, natural early candidate and proof point</a:t>
            </a:r>
          </a:p>
        </p:txBody>
      </p:sp>
    </p:spTree>
    <p:extLst>
      <p:ext uri="{BB962C8B-B14F-4D97-AF65-F5344CB8AC3E}">
        <p14:creationId xmlns:p14="http://schemas.microsoft.com/office/powerpoint/2010/main" val="140961042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4AEA59-C2D6-2494-A62C-0898CD3CA5B1}"/>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5DA39FDD-DFD1-4323-C6D1-CA1E2F708BB9}"/>
              </a:ext>
            </a:extLst>
          </p:cNvPr>
          <p:cNvSpPr>
            <a:spLocks noGrp="1"/>
          </p:cNvSpPr>
          <p:nvPr>
            <p:ph type="title"/>
          </p:nvPr>
        </p:nvSpPr>
        <p:spPr/>
        <p:txBody>
          <a:bodyPr/>
          <a:lstStyle/>
          <a:p>
            <a:r>
              <a:rPr lang="en-GB" dirty="0"/>
              <a:t>Discovery and data gaps</a:t>
            </a:r>
          </a:p>
        </p:txBody>
      </p:sp>
      <p:sp>
        <p:nvSpPr>
          <p:cNvPr id="4" name="Slide Number Placeholder 3">
            <a:extLst>
              <a:ext uri="{FF2B5EF4-FFF2-40B4-BE49-F238E27FC236}">
                <a16:creationId xmlns:a16="http://schemas.microsoft.com/office/drawing/2014/main" id="{67860816-8940-A4B3-81F5-88225E2B7F05}"/>
              </a:ext>
            </a:extLst>
          </p:cNvPr>
          <p:cNvSpPr>
            <a:spLocks noGrp="1"/>
          </p:cNvSpPr>
          <p:nvPr>
            <p:ph type="sldNum" sz="quarter" idx="4"/>
          </p:nvPr>
        </p:nvSpPr>
        <p:spPr/>
        <p:txBody>
          <a:bodyPr/>
          <a:lstStyle/>
          <a:p>
            <a:fld id="{762E77F0-FB5B-4E8E-9BC9-34F14560A017}" type="slidenum">
              <a:rPr lang="en-US" smtClean="0"/>
              <a:pPr/>
              <a:t>18</a:t>
            </a:fld>
            <a:endParaRPr lang="en-US"/>
          </a:p>
        </p:txBody>
      </p:sp>
      <p:sp>
        <p:nvSpPr>
          <p:cNvPr id="7" name="TextBox 6">
            <a:extLst>
              <a:ext uri="{FF2B5EF4-FFF2-40B4-BE49-F238E27FC236}">
                <a16:creationId xmlns:a16="http://schemas.microsoft.com/office/drawing/2014/main" id="{BF387EBF-88D2-082D-F0FD-9CA5ABC0F945}"/>
              </a:ext>
            </a:extLst>
          </p:cNvPr>
          <p:cNvSpPr txBox="1"/>
          <p:nvPr/>
        </p:nvSpPr>
        <p:spPr>
          <a:xfrm>
            <a:off x="1408176" y="4872841"/>
            <a:ext cx="10314432" cy="3970318"/>
          </a:xfrm>
          <a:prstGeom prst="rect">
            <a:avLst/>
          </a:prstGeom>
          <a:noFill/>
        </p:spPr>
        <p:txBody>
          <a:bodyPr wrap="square" rtlCol="0">
            <a:spAutoFit/>
          </a:bodyPr>
          <a:lstStyle/>
          <a:p>
            <a:pPr marL="285750" indent="-285750">
              <a:buFont typeface="Arial" panose="020B0604020202020204" pitchFamily="34" charset="0"/>
              <a:buChar char="•"/>
            </a:pPr>
            <a:r>
              <a:rPr lang="en-GB" sz="2800" dirty="0"/>
              <a:t>100% of in-scope servers discovered</a:t>
            </a:r>
          </a:p>
          <a:p>
            <a:pPr marL="285750" indent="-285750">
              <a:buFont typeface="Arial" panose="020B0604020202020204" pitchFamily="34" charset="0"/>
              <a:buChar char="•"/>
            </a:pPr>
            <a:endParaRPr lang="en-GB" sz="2800" dirty="0"/>
          </a:p>
          <a:p>
            <a:pPr marL="285750" indent="-285750">
              <a:buFont typeface="Arial" panose="020B0604020202020204" pitchFamily="34" charset="0"/>
              <a:buChar char="•"/>
            </a:pPr>
            <a:r>
              <a:rPr lang="en-GB" sz="2800" dirty="0"/>
              <a:t>97% TCO-grade data captured</a:t>
            </a:r>
          </a:p>
          <a:p>
            <a:pPr marL="285750" indent="-285750">
              <a:buFont typeface="Arial" panose="020B0604020202020204" pitchFamily="34" charset="0"/>
              <a:buChar char="•"/>
            </a:pPr>
            <a:endParaRPr lang="en-GB" sz="2800" dirty="0"/>
          </a:p>
          <a:p>
            <a:pPr marL="285750" indent="-285750">
              <a:buFont typeface="Arial" panose="020B0604020202020204" pitchFamily="34" charset="0"/>
              <a:buChar char="•"/>
            </a:pPr>
            <a:r>
              <a:rPr lang="en-GB" sz="2800" dirty="0"/>
              <a:t>9 of 9 application workshops completed</a:t>
            </a:r>
          </a:p>
          <a:p>
            <a:pPr marL="285750" indent="-285750">
              <a:buFont typeface="Arial" panose="020B0604020202020204" pitchFamily="34" charset="0"/>
              <a:buChar char="•"/>
            </a:pPr>
            <a:endParaRPr lang="en-GB" sz="2800" dirty="0"/>
          </a:p>
          <a:p>
            <a:pPr marL="285750" indent="-285750">
              <a:buFont typeface="Arial" panose="020B0604020202020204" pitchFamily="34" charset="0"/>
              <a:buChar char="•"/>
            </a:pPr>
            <a:r>
              <a:rPr lang="en-GB" sz="2800" dirty="0"/>
              <a:t>Custom automation built for 5 infrastructure types</a:t>
            </a:r>
          </a:p>
          <a:p>
            <a:pPr marL="285750" indent="-285750">
              <a:buFont typeface="Arial" panose="020B0604020202020204" pitchFamily="34" charset="0"/>
              <a:buChar char="•"/>
            </a:pPr>
            <a:endParaRPr lang="en-GB" sz="2800" dirty="0"/>
          </a:p>
          <a:p>
            <a:pPr marL="285750" indent="-285750">
              <a:buFont typeface="Arial" panose="020B0604020202020204" pitchFamily="34" charset="0"/>
              <a:buChar char="•"/>
            </a:pPr>
            <a:r>
              <a:rPr lang="en-GB" sz="2800" dirty="0"/>
              <a:t>No common credential mechanism, worked through it</a:t>
            </a:r>
          </a:p>
        </p:txBody>
      </p:sp>
      <p:sp>
        <p:nvSpPr>
          <p:cNvPr id="8" name="TextBox 7">
            <a:extLst>
              <a:ext uri="{FF2B5EF4-FFF2-40B4-BE49-F238E27FC236}">
                <a16:creationId xmlns:a16="http://schemas.microsoft.com/office/drawing/2014/main" id="{431BDF87-4EFA-497B-F5EA-F805C88273C2}"/>
              </a:ext>
            </a:extLst>
          </p:cNvPr>
          <p:cNvSpPr txBox="1"/>
          <p:nvPr/>
        </p:nvSpPr>
        <p:spPr>
          <a:xfrm>
            <a:off x="12705772" y="4657397"/>
            <a:ext cx="10314432" cy="4401205"/>
          </a:xfrm>
          <a:prstGeom prst="rect">
            <a:avLst/>
          </a:prstGeom>
          <a:noFill/>
        </p:spPr>
        <p:txBody>
          <a:bodyPr wrap="square" rtlCol="0">
            <a:spAutoFit/>
          </a:bodyPr>
          <a:lstStyle/>
          <a:p>
            <a:pPr marL="285750" indent="-285750">
              <a:buFont typeface="Arial" panose="020B0604020202020204" pitchFamily="34" charset="0"/>
              <a:buChar char="•"/>
            </a:pPr>
            <a:r>
              <a:rPr lang="en-GB" sz="2800" dirty="0"/>
              <a:t>MOL B-cluster: no Oracle DMA data (production primary, highest priority)</a:t>
            </a:r>
          </a:p>
          <a:p>
            <a:pPr marL="285750" indent="-285750">
              <a:buFont typeface="Arial" panose="020B0604020202020204" pitchFamily="34" charset="0"/>
              <a:buChar char="•"/>
            </a:pPr>
            <a:endParaRPr lang="en-GB" sz="2800" dirty="0"/>
          </a:p>
          <a:p>
            <a:pPr marL="285750" indent="-285750">
              <a:buFont typeface="Arial" panose="020B0604020202020204" pitchFamily="34" charset="0"/>
              <a:buChar char="•"/>
            </a:pPr>
            <a:r>
              <a:rPr lang="en-GB" sz="2800" dirty="0"/>
              <a:t>Network dependency mapping: 27.7% coverage (guest-level collection was the bottleneck)</a:t>
            </a:r>
          </a:p>
          <a:p>
            <a:pPr marL="285750" indent="-285750">
              <a:buFont typeface="Arial" panose="020B0604020202020204" pitchFamily="34" charset="0"/>
              <a:buChar char="•"/>
            </a:pPr>
            <a:endParaRPr lang="en-GB" sz="2800" dirty="0"/>
          </a:p>
          <a:p>
            <a:pPr marL="285750" indent="-285750">
              <a:buFont typeface="Arial" panose="020B0604020202020204" pitchFamily="34" charset="0"/>
              <a:buChar char="•"/>
            </a:pPr>
            <a:r>
              <a:rPr lang="en-GB" sz="2800" dirty="0"/>
              <a:t>Software inventory: 51.5% coverage</a:t>
            </a:r>
          </a:p>
          <a:p>
            <a:pPr marL="285750" indent="-285750">
              <a:buFont typeface="Arial" panose="020B0604020202020204" pitchFamily="34" charset="0"/>
              <a:buChar char="•"/>
            </a:pPr>
            <a:endParaRPr lang="en-GB" sz="2800" dirty="0"/>
          </a:p>
          <a:p>
            <a:pPr marL="285750" indent="-285750">
              <a:buFont typeface="Arial" panose="020B0604020202020204" pitchFamily="34" charset="0"/>
              <a:buChar char="•"/>
            </a:pPr>
            <a:r>
              <a:rPr lang="en-GB" sz="2800" dirty="0"/>
              <a:t>1,227 servers without VMware Tools (sized from provisioned spec, slightly conservative)</a:t>
            </a:r>
          </a:p>
        </p:txBody>
      </p:sp>
    </p:spTree>
    <p:extLst>
      <p:ext uri="{BB962C8B-B14F-4D97-AF65-F5344CB8AC3E}">
        <p14:creationId xmlns:p14="http://schemas.microsoft.com/office/powerpoint/2010/main" val="162026893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0CFF13-5487-1730-CC9F-6F3929B15172}"/>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DD260A81-ECE4-5CCD-5464-5043BA3C980C}"/>
              </a:ext>
            </a:extLst>
          </p:cNvPr>
          <p:cNvSpPr>
            <a:spLocks noGrp="1"/>
          </p:cNvSpPr>
          <p:nvPr>
            <p:ph type="body" sz="quarter" idx="16"/>
          </p:nvPr>
        </p:nvSpPr>
        <p:spPr>
          <a:xfrm>
            <a:off x="6122839" y="3715469"/>
            <a:ext cx="11160126" cy="4200146"/>
          </a:xfrm>
        </p:spPr>
        <p:txBody>
          <a:bodyPr anchor="ctr"/>
          <a:lstStyle/>
          <a:p>
            <a:pPr algn="ctr"/>
            <a:r>
              <a:rPr lang="en-GB" b="1" noProof="0">
                <a:latin typeface="Fira Sans Light" panose="020B0403050000020004" pitchFamily="34" charset="0"/>
              </a:rPr>
              <a:t>Cost Comparison</a:t>
            </a:r>
          </a:p>
        </p:txBody>
      </p:sp>
    </p:spTree>
    <p:extLst>
      <p:ext uri="{BB962C8B-B14F-4D97-AF65-F5344CB8AC3E}">
        <p14:creationId xmlns:p14="http://schemas.microsoft.com/office/powerpoint/2010/main" val="207889489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F57A4C-F083-E6A7-BF72-C2E9121FF4C8}"/>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6E067ADE-ADF0-7730-CED7-78B91D9AA777}"/>
              </a:ext>
            </a:extLst>
          </p:cNvPr>
          <p:cNvSpPr>
            <a:spLocks noGrp="1"/>
          </p:cNvSpPr>
          <p:nvPr>
            <p:ph type="sldNum" sz="quarter" idx="11"/>
          </p:nvPr>
        </p:nvSpPr>
        <p:spPr/>
        <p:txBody>
          <a:bodyPr vert="horz" lIns="0" tIns="0" rIns="0" bIns="0" rtlCol="0" anchor="t" anchorCtr="0">
            <a:normAutofit/>
          </a:bodyPr>
          <a:lstStyle/>
          <a:p>
            <a:pPr>
              <a:spcAft>
                <a:spcPts val="600"/>
              </a:spcAft>
            </a:pPr>
            <a:fld id="{762E77F0-FB5B-4E8E-9BC9-34F14560A017}" type="slidenum">
              <a:rPr lang="en-GB" noProof="0" smtClean="0"/>
              <a:pPr>
                <a:spcAft>
                  <a:spcPts val="600"/>
                </a:spcAft>
              </a:pPr>
              <a:t>20</a:t>
            </a:fld>
            <a:endParaRPr lang="en-GB" noProof="0"/>
          </a:p>
        </p:txBody>
      </p:sp>
      <p:sp>
        <p:nvSpPr>
          <p:cNvPr id="10" name="Text Placeholder 9">
            <a:extLst>
              <a:ext uri="{FF2B5EF4-FFF2-40B4-BE49-F238E27FC236}">
                <a16:creationId xmlns:a16="http://schemas.microsoft.com/office/drawing/2014/main" id="{D2316C29-BB6F-809D-DD68-C97D38DBBF15}"/>
              </a:ext>
            </a:extLst>
          </p:cNvPr>
          <p:cNvSpPr>
            <a:spLocks noGrp="1"/>
          </p:cNvSpPr>
          <p:nvPr>
            <p:ph type="body" sz="quarter" idx="13"/>
          </p:nvPr>
        </p:nvSpPr>
        <p:spPr>
          <a:xfrm>
            <a:off x="640051" y="5882058"/>
            <a:ext cx="5216526" cy="3536261"/>
          </a:xfrm>
        </p:spPr>
        <p:txBody>
          <a:bodyPr anchor="ctr"/>
          <a:lstStyle/>
          <a:p>
            <a:pPr algn="ctr"/>
            <a:r>
              <a:rPr lang="en-GB" sz="3200" dirty="0">
                <a:latin typeface="Fira Sans" panose="020B0503050000020004" pitchFamily="34" charset="0"/>
              </a:rPr>
              <a:t>Methodology </a:t>
            </a:r>
            <a:r>
              <a:rPr lang="en-GB" sz="3200" dirty="0">
                <a:ln w="9525">
                  <a:noFill/>
                </a:ln>
                <a:latin typeface="Fira Sans" panose="020B0503050000020004" pitchFamily="34" charset="0"/>
              </a:rPr>
              <a:t>/ Assumptions</a:t>
            </a:r>
            <a:endParaRPr lang="en-GB" sz="3200" noProof="0" dirty="0">
              <a:latin typeface="Fira Sans" panose="020B0503050000020004" pitchFamily="34" charset="0"/>
            </a:endParaRPr>
          </a:p>
        </p:txBody>
      </p:sp>
      <p:sp>
        <p:nvSpPr>
          <p:cNvPr id="5" name="Title 1">
            <a:extLst>
              <a:ext uri="{FF2B5EF4-FFF2-40B4-BE49-F238E27FC236}">
                <a16:creationId xmlns:a16="http://schemas.microsoft.com/office/drawing/2014/main" id="{224CD357-3AAE-7E91-3715-614689D35186}"/>
              </a:ext>
            </a:extLst>
          </p:cNvPr>
          <p:cNvSpPr>
            <a:spLocks noGrp="1"/>
          </p:cNvSpPr>
          <p:nvPr>
            <p:ph type="title"/>
          </p:nvPr>
        </p:nvSpPr>
        <p:spPr>
          <a:xfrm>
            <a:off x="627521" y="3609563"/>
            <a:ext cx="5241586" cy="3062106"/>
          </a:xfrm>
        </p:spPr>
        <p:txBody>
          <a:bodyPr vert="horz" wrap="square" lIns="0" tIns="0" rIns="0" bIns="0" rtlCol="0" anchor="ctr" anchorCtr="0">
            <a:normAutofit/>
          </a:bodyPr>
          <a:lstStyle/>
          <a:p>
            <a:pPr algn="ctr"/>
            <a:r>
              <a:rPr lang="en-GB" sz="5400" dirty="0">
                <a:latin typeface="Fira Sans" panose="020B0503050000020004" pitchFamily="34" charset="0"/>
              </a:rPr>
              <a:t>How we built the numbers</a:t>
            </a:r>
            <a:endParaRPr lang="en-GB" sz="5400" kern="1200" noProof="0" dirty="0">
              <a:ln w="9525">
                <a:noFill/>
              </a:ln>
              <a:latin typeface="Fira Sans" panose="020B0503050000020004" pitchFamily="34" charset="0"/>
            </a:endParaRPr>
          </a:p>
        </p:txBody>
      </p:sp>
      <p:sp>
        <p:nvSpPr>
          <p:cNvPr id="6" name="TextBox 5">
            <a:extLst>
              <a:ext uri="{FF2B5EF4-FFF2-40B4-BE49-F238E27FC236}">
                <a16:creationId xmlns:a16="http://schemas.microsoft.com/office/drawing/2014/main" id="{0362B248-64DD-6E50-63F7-31E6778CBBB8}"/>
              </a:ext>
            </a:extLst>
          </p:cNvPr>
          <p:cNvSpPr txBox="1"/>
          <p:nvPr/>
        </p:nvSpPr>
        <p:spPr>
          <a:xfrm>
            <a:off x="7107173" y="2330247"/>
            <a:ext cx="15913031" cy="7940635"/>
          </a:xfrm>
          <a:prstGeom prst="rect">
            <a:avLst/>
          </a:prstGeom>
          <a:noFill/>
        </p:spPr>
        <p:txBody>
          <a:bodyPr wrap="square">
            <a:spAutoFit/>
          </a:bodyPr>
          <a:lstStyle/>
          <a:p>
            <a:pPr marL="742950" indent="-742950" defTabSz="1828800" fontAlgn="t">
              <a:spcAft>
                <a:spcPts val="1400"/>
              </a:spcAft>
              <a:buClr>
                <a:srgbClr val="EB0000"/>
              </a:buClr>
              <a:buFont typeface="+mj-lt"/>
              <a:buAutoNum type="arabicPeriod"/>
            </a:pPr>
            <a:r>
              <a:rPr lang="en-GB" sz="4000" b="1" dirty="0">
                <a:latin typeface="Fira Sans" panose="020B0503050000020004" pitchFamily="34" charset="0"/>
              </a:rPr>
              <a:t>Same source data </a:t>
            </a:r>
            <a:r>
              <a:rPr lang="en-GB" sz="4000" dirty="0">
                <a:latin typeface="Fira Sans" panose="020B0503050000020004" pitchFamily="34" charset="0"/>
              </a:rPr>
              <a:t>fed to all three clouds. No cloud got a different version of the estate.</a:t>
            </a:r>
          </a:p>
          <a:p>
            <a:pPr marL="742950" indent="-742950" defTabSz="1828800" fontAlgn="t">
              <a:spcAft>
                <a:spcPts val="1400"/>
              </a:spcAft>
              <a:buClr>
                <a:srgbClr val="EB0000"/>
              </a:buClr>
              <a:buFont typeface="+mj-lt"/>
              <a:buAutoNum type="arabicPeriod"/>
            </a:pPr>
            <a:r>
              <a:rPr lang="en-GB" sz="4000" b="1" dirty="0">
                <a:latin typeface="Fira Sans" panose="020B0503050000020004" pitchFamily="34" charset="0"/>
              </a:rPr>
              <a:t>Each cloud's own tool </a:t>
            </a:r>
            <a:r>
              <a:rPr lang="en-GB" sz="4000" dirty="0">
                <a:latin typeface="Fira Sans" panose="020B0503050000020004" pitchFamily="34" charset="0"/>
              </a:rPr>
              <a:t>sized the workloads (Migration </a:t>
            </a:r>
            <a:r>
              <a:rPr lang="en-GB" sz="4000" dirty="0" err="1">
                <a:latin typeface="Fira Sans" panose="020B0503050000020004" pitchFamily="34" charset="0"/>
              </a:rPr>
              <a:t>Center</a:t>
            </a:r>
            <a:r>
              <a:rPr lang="en-GB" sz="4000" dirty="0">
                <a:latin typeface="Fira Sans" panose="020B0503050000020004" pitchFamily="34" charset="0"/>
              </a:rPr>
              <a:t>, Transform, Azure Migrate)</a:t>
            </a:r>
          </a:p>
          <a:p>
            <a:pPr marL="742950" indent="-742950" defTabSz="1828800" fontAlgn="t">
              <a:spcAft>
                <a:spcPts val="1400"/>
              </a:spcAft>
              <a:buClr>
                <a:srgbClr val="EB0000"/>
              </a:buClr>
              <a:buFont typeface="+mj-lt"/>
              <a:buAutoNum type="arabicPeriod"/>
            </a:pPr>
            <a:r>
              <a:rPr lang="en-GB" sz="4000" b="1" dirty="0">
                <a:latin typeface="Fira Sans" panose="020B0503050000020004" pitchFamily="34" charset="0"/>
              </a:rPr>
              <a:t>SKU audit </a:t>
            </a:r>
            <a:r>
              <a:rPr lang="en-GB" sz="4000" dirty="0">
                <a:latin typeface="Fira Sans" panose="020B0503050000020004" pitchFamily="34" charset="0"/>
              </a:rPr>
              <a:t>of what each tool recommended and why</a:t>
            </a:r>
          </a:p>
          <a:p>
            <a:pPr marL="742950" indent="-742950" defTabSz="1828800" fontAlgn="t">
              <a:spcAft>
                <a:spcPts val="1400"/>
              </a:spcAft>
              <a:buClr>
                <a:srgbClr val="EB0000"/>
              </a:buClr>
              <a:buFont typeface="+mj-lt"/>
              <a:buAutoNum type="arabicPeriod"/>
            </a:pPr>
            <a:r>
              <a:rPr lang="en-GB" sz="4000" b="1" dirty="0">
                <a:latin typeface="Fira Sans" panose="020B0503050000020004" pitchFamily="34" charset="0"/>
              </a:rPr>
              <a:t>Re-priced against live APIs </a:t>
            </a:r>
            <a:r>
              <a:rPr lang="en-GB" sz="4000" dirty="0">
                <a:latin typeface="Fira Sans" panose="020B0503050000020004" pitchFamily="34" charset="0"/>
              </a:rPr>
              <a:t>to neutralise tool-specific bias</a:t>
            </a:r>
          </a:p>
          <a:p>
            <a:pPr marL="742950" indent="-742950" defTabSz="1828800" fontAlgn="t">
              <a:spcAft>
                <a:spcPts val="1400"/>
              </a:spcAft>
              <a:buClr>
                <a:srgbClr val="EB0000"/>
              </a:buClr>
              <a:buFont typeface="+mj-lt"/>
              <a:buAutoNum type="arabicPeriod"/>
            </a:pPr>
            <a:r>
              <a:rPr lang="en-GB" sz="4000" b="1" dirty="0">
                <a:latin typeface="Fira Sans" panose="020B0503050000020004" pitchFamily="34" charset="0"/>
              </a:rPr>
              <a:t>Two pricing pillars: </a:t>
            </a:r>
            <a:r>
              <a:rPr lang="en-GB" sz="4000" dirty="0">
                <a:latin typeface="Fira Sans" panose="020B0503050000020004" pitchFamily="34" charset="0"/>
              </a:rPr>
              <a:t>on-demand baseline and 3-year committed</a:t>
            </a:r>
          </a:p>
          <a:p>
            <a:pPr marL="742950" indent="-742950" defTabSz="1828800" fontAlgn="t">
              <a:spcAft>
                <a:spcPts val="1400"/>
              </a:spcAft>
              <a:buClr>
                <a:srgbClr val="EB0000"/>
              </a:buClr>
              <a:buFont typeface="+mj-lt"/>
              <a:buAutoNum type="arabicPeriod"/>
            </a:pPr>
            <a:r>
              <a:rPr lang="en-GB" sz="4000" b="1" dirty="0">
                <a:latin typeface="Fira Sans" panose="020B0503050000020004" pitchFamily="34" charset="0"/>
              </a:rPr>
              <a:t>Oracle modelled separately </a:t>
            </a:r>
            <a:r>
              <a:rPr lang="en-GB" sz="4000" dirty="0">
                <a:latin typeface="Fira Sans" panose="020B0503050000020004" pitchFamily="34" charset="0"/>
              </a:rPr>
              <a:t>(three distinct paths, different mechanics per cloud)</a:t>
            </a:r>
          </a:p>
          <a:p>
            <a:pPr marL="742950" indent="-742950" defTabSz="1828800" fontAlgn="t">
              <a:spcAft>
                <a:spcPts val="1400"/>
              </a:spcAft>
              <a:buClr>
                <a:srgbClr val="EB0000"/>
              </a:buClr>
              <a:buFont typeface="+mj-lt"/>
              <a:buAutoNum type="arabicPeriod"/>
            </a:pPr>
            <a:r>
              <a:rPr lang="en-GB" sz="4000" b="1" dirty="0">
                <a:latin typeface="Fira Sans" panose="020B0503050000020004" pitchFamily="34" charset="0"/>
              </a:rPr>
              <a:t>Commercial layer separate </a:t>
            </a:r>
            <a:r>
              <a:rPr lang="en-GB" sz="4000" dirty="0">
                <a:latin typeface="Fira Sans" panose="020B0503050000020004" pitchFamily="34" charset="0"/>
              </a:rPr>
              <a:t>(partner discounts and credits, not mixed into the baseline)</a:t>
            </a:r>
            <a:endParaRPr lang="en-GB" sz="3600" noProof="0" dirty="0">
              <a:latin typeface="Fira Sans" panose="020B0503050000020004" pitchFamily="34" charset="0"/>
            </a:endParaRPr>
          </a:p>
        </p:txBody>
      </p:sp>
    </p:spTree>
    <p:extLst>
      <p:ext uri="{BB962C8B-B14F-4D97-AF65-F5344CB8AC3E}">
        <p14:creationId xmlns:p14="http://schemas.microsoft.com/office/powerpoint/2010/main" val="109797750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1B33BB0-FF46-0B89-7005-681D3B5D1D9B}"/>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4875044B-6FAE-ADC1-8FFE-0294F7FD9034}"/>
              </a:ext>
            </a:extLst>
          </p:cNvPr>
          <p:cNvSpPr>
            <a:spLocks noGrp="1"/>
          </p:cNvSpPr>
          <p:nvPr>
            <p:ph type="sldNum" sz="quarter" idx="4"/>
          </p:nvPr>
        </p:nvSpPr>
        <p:spPr>
          <a:xfrm>
            <a:off x="22331085" y="13027080"/>
            <a:ext cx="1234804" cy="215444"/>
          </a:xfrm>
        </p:spPr>
        <p:txBody>
          <a:bodyPr/>
          <a:lstStyle/>
          <a:p>
            <a:fld id="{762E77F0-FB5B-4E8E-9BC9-34F14560A017}" type="slidenum">
              <a:rPr lang="en-GB" noProof="0" smtClean="0"/>
              <a:pPr/>
              <a:t>21</a:t>
            </a:fld>
            <a:endParaRPr lang="en-GB" noProof="0"/>
          </a:p>
        </p:txBody>
      </p:sp>
      <p:sp>
        <p:nvSpPr>
          <p:cNvPr id="4" name="TextBox 3">
            <a:extLst>
              <a:ext uri="{FF2B5EF4-FFF2-40B4-BE49-F238E27FC236}">
                <a16:creationId xmlns:a16="http://schemas.microsoft.com/office/drawing/2014/main" id="{1B3A4C2F-4744-D19B-BAE9-2ADE5F23A11C}"/>
              </a:ext>
            </a:extLst>
          </p:cNvPr>
          <p:cNvSpPr txBox="1"/>
          <p:nvPr/>
        </p:nvSpPr>
        <p:spPr>
          <a:xfrm>
            <a:off x="406009" y="473476"/>
            <a:ext cx="6192721" cy="1046440"/>
          </a:xfrm>
          <a:prstGeom prst="rect">
            <a:avLst/>
          </a:prstGeom>
          <a:noFill/>
        </p:spPr>
        <p:txBody>
          <a:bodyPr wrap="none" rtlCol="0">
            <a:spAutoFit/>
          </a:bodyPr>
          <a:lstStyle/>
          <a:p>
            <a:pPr algn="l"/>
            <a:r>
              <a:rPr lang="en-GB" sz="6200">
                <a:solidFill>
                  <a:srgbClr val="FF0000"/>
                </a:solidFill>
                <a:latin typeface="Fira Sans Light" panose="020B0403050000020004" pitchFamily="34" charset="0"/>
              </a:rPr>
              <a:t>Cost Comparison</a:t>
            </a:r>
            <a:endParaRPr lang="en-GB" sz="6200" noProof="0">
              <a:solidFill>
                <a:srgbClr val="FF0000"/>
              </a:solidFill>
              <a:latin typeface="Fira Sans Light" panose="020B0403050000020004" pitchFamily="34" charset="0"/>
            </a:endParaRPr>
          </a:p>
        </p:txBody>
      </p:sp>
      <p:graphicFrame>
        <p:nvGraphicFramePr>
          <p:cNvPr id="3" name="Table 2">
            <a:extLst>
              <a:ext uri="{FF2B5EF4-FFF2-40B4-BE49-F238E27FC236}">
                <a16:creationId xmlns:a16="http://schemas.microsoft.com/office/drawing/2014/main" id="{276F4409-122D-985C-E120-0D9F4B827D8A}"/>
              </a:ext>
            </a:extLst>
          </p:cNvPr>
          <p:cNvGraphicFramePr>
            <a:graphicFrameLocks noGrp="1"/>
          </p:cNvGraphicFramePr>
          <p:nvPr>
            <p:extLst>
              <p:ext uri="{D42A27DB-BD31-4B8C-83A1-F6EECF244321}">
                <p14:modId xmlns:p14="http://schemas.microsoft.com/office/powerpoint/2010/main" val="2303836795"/>
              </p:ext>
            </p:extLst>
          </p:nvPr>
        </p:nvGraphicFramePr>
        <p:xfrm>
          <a:off x="866275" y="2420456"/>
          <a:ext cx="22282484" cy="9764912"/>
        </p:xfrm>
        <a:graphic>
          <a:graphicData uri="http://schemas.openxmlformats.org/drawingml/2006/table">
            <a:tbl>
              <a:tblPr/>
              <a:tblGrid>
                <a:gridCol w="7812504">
                  <a:extLst>
                    <a:ext uri="{9D8B030D-6E8A-4147-A177-3AD203B41FA5}">
                      <a16:colId xmlns:a16="http://schemas.microsoft.com/office/drawing/2014/main" val="1419020890"/>
                    </a:ext>
                  </a:extLst>
                </a:gridCol>
                <a:gridCol w="3721768">
                  <a:extLst>
                    <a:ext uri="{9D8B030D-6E8A-4147-A177-3AD203B41FA5}">
                      <a16:colId xmlns:a16="http://schemas.microsoft.com/office/drawing/2014/main" val="755086812"/>
                    </a:ext>
                  </a:extLst>
                </a:gridCol>
                <a:gridCol w="3673642">
                  <a:extLst>
                    <a:ext uri="{9D8B030D-6E8A-4147-A177-3AD203B41FA5}">
                      <a16:colId xmlns:a16="http://schemas.microsoft.com/office/drawing/2014/main" val="3671563807"/>
                    </a:ext>
                  </a:extLst>
                </a:gridCol>
                <a:gridCol w="3513222">
                  <a:extLst>
                    <a:ext uri="{9D8B030D-6E8A-4147-A177-3AD203B41FA5}">
                      <a16:colId xmlns:a16="http://schemas.microsoft.com/office/drawing/2014/main" val="2301877610"/>
                    </a:ext>
                  </a:extLst>
                </a:gridCol>
                <a:gridCol w="3561348">
                  <a:extLst>
                    <a:ext uri="{9D8B030D-6E8A-4147-A177-3AD203B41FA5}">
                      <a16:colId xmlns:a16="http://schemas.microsoft.com/office/drawing/2014/main" val="3270816634"/>
                    </a:ext>
                  </a:extLst>
                </a:gridCol>
              </a:tblGrid>
              <a:tr h="717762">
                <a:tc>
                  <a:txBody>
                    <a:bodyPr/>
                    <a:lstStyle/>
                    <a:p>
                      <a:pPr marL="0" algn="l" defTabSz="1828800" rtl="0" eaLnBrk="1" fontAlgn="b" latinLnBrk="0" hangingPunct="1"/>
                      <a:r>
                        <a:rPr lang="en-GB" sz="2800" b="1" i="0" u="none" strike="noStrike" kern="1200" noProof="0" dirty="0">
                          <a:solidFill>
                            <a:srgbClr val="000000"/>
                          </a:solidFill>
                          <a:effectLst/>
                          <a:latin typeface="Arial" panose="020B0604020202020204" pitchFamily="34" charset="0"/>
                          <a:ea typeface="+mn-ea"/>
                          <a:cs typeface="+mn-cs"/>
                        </a:rPr>
                        <a:t>London Region</a:t>
                      </a:r>
                    </a:p>
                  </a:txBody>
                  <a:tcPr marL="0" marR="0" marT="0" marB="0" anchor="ctr">
                    <a:lnL w="28575" cap="flat" cmpd="sng" algn="ctr">
                      <a:solidFill>
                        <a:schemeClr val="bg1"/>
                      </a:solidFill>
                      <a:prstDash val="solid"/>
                      <a:round/>
                      <a:headEnd type="none" w="med" len="med"/>
                      <a:tailEnd type="none" w="med" len="med"/>
                    </a:lnL>
                    <a:lnR w="6350" cap="flat" cmpd="sng" algn="ctr">
                      <a:solidFill>
                        <a:srgbClr val="000000"/>
                      </a:solidFill>
                      <a:prstDash val="solid"/>
                      <a:round/>
                      <a:headEnd type="none" w="med" len="med"/>
                      <a:tailEnd type="none" w="med" len="med"/>
                    </a:lnR>
                    <a:lnT w="28575" cap="flat" cmpd="sng" algn="ctr">
                      <a:solidFill>
                        <a:schemeClr val="bg1"/>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en-GB" sz="2800" b="1" i="0" u="none" strike="noStrike" noProof="0">
                          <a:solidFill>
                            <a:srgbClr val="FFFFFF"/>
                          </a:solidFill>
                          <a:effectLst/>
                          <a:latin typeface="Arial" panose="020B0604020202020204" pitchFamily="34" charset="0"/>
                        </a:rPr>
                        <a:t>On Premise</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accent2"/>
                    </a:solidFill>
                  </a:tcPr>
                </a:tc>
                <a:tc>
                  <a:txBody>
                    <a:bodyPr/>
                    <a:lstStyle/>
                    <a:p>
                      <a:pPr algn="ctr" fontAlgn="ctr"/>
                      <a:r>
                        <a:rPr lang="en-GB" sz="2800" b="1" i="0" u="none" strike="noStrike" noProof="0" dirty="0">
                          <a:solidFill>
                            <a:srgbClr val="FFFFFF"/>
                          </a:solidFill>
                          <a:effectLst/>
                          <a:latin typeface="Arial" panose="020B0604020202020204" pitchFamily="34" charset="0"/>
                        </a:rPr>
                        <a:t>AWS</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C000"/>
                    </a:solidFill>
                  </a:tcPr>
                </a:tc>
                <a:tc>
                  <a:txBody>
                    <a:bodyPr/>
                    <a:lstStyle/>
                    <a:p>
                      <a:pPr algn="ctr" fontAlgn="ctr"/>
                      <a:r>
                        <a:rPr lang="en-GB" sz="2800" b="1" i="0" u="none" strike="noStrike" noProof="0">
                          <a:solidFill>
                            <a:srgbClr val="FFFFFF"/>
                          </a:solidFill>
                          <a:effectLst/>
                          <a:latin typeface="Arial" panose="020B0604020202020204" pitchFamily="34" charset="0"/>
                        </a:rPr>
                        <a:t>Azure</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59C8"/>
                    </a:solidFill>
                  </a:tcPr>
                </a:tc>
                <a:tc>
                  <a:txBody>
                    <a:bodyPr/>
                    <a:lstStyle/>
                    <a:p>
                      <a:pPr algn="ctr" fontAlgn="ctr"/>
                      <a:r>
                        <a:rPr lang="en-GB" sz="2800" b="1" i="0" u="none" strike="noStrike" noProof="0">
                          <a:solidFill>
                            <a:srgbClr val="FFFFFF"/>
                          </a:solidFill>
                          <a:effectLst/>
                          <a:latin typeface="Arial" panose="020B0604020202020204" pitchFamily="34" charset="0"/>
                        </a:rPr>
                        <a:t>GCP</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B050"/>
                    </a:solidFill>
                  </a:tcPr>
                </a:tc>
                <a:extLst>
                  <a:ext uri="{0D108BD9-81ED-4DB2-BD59-A6C34878D82A}">
                    <a16:rowId xmlns:a16="http://schemas.microsoft.com/office/drawing/2014/main" val="2988703255"/>
                  </a:ext>
                </a:extLst>
              </a:tr>
              <a:tr h="646225">
                <a:tc>
                  <a:txBody>
                    <a:bodyPr/>
                    <a:lstStyle/>
                    <a:p>
                      <a:pPr algn="l" fontAlgn="b"/>
                      <a:r>
                        <a:rPr lang="en-GB" sz="2800" b="1" i="0" u="none" strike="noStrike" noProof="0">
                          <a:solidFill>
                            <a:srgbClr val="95008A"/>
                          </a:solidFill>
                          <a:effectLst/>
                          <a:latin typeface="Arial" panose="020B0604020202020204" pitchFamily="34" charset="0"/>
                        </a:rPr>
                        <a:t>PAYG (Monthly, GBP)</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endParaRPr lang="en-GB" sz="2800" b="0" i="0" u="none" strike="noStrike" noProof="0">
                        <a:solidFill>
                          <a:srgbClr val="000000"/>
                        </a:solidFill>
                        <a:effectLst/>
                        <a:latin typeface="Arial" panose="020B0604020202020204" pitchFamily="34" charset="0"/>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endParaRPr lang="en-GB" sz="2800" b="0" i="0" u="none" strike="noStrike" noProof="0">
                        <a:solidFill>
                          <a:srgbClr val="000000"/>
                        </a:solidFill>
                        <a:effectLst/>
                        <a:latin typeface="Arial" panose="020B0604020202020204" pitchFamily="34" charset="0"/>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endParaRPr lang="en-GB" sz="2800" b="0" i="0" u="none" strike="noStrike" noProof="0">
                        <a:solidFill>
                          <a:srgbClr val="000000"/>
                        </a:solidFill>
                        <a:effectLst/>
                        <a:latin typeface="Arial" panose="020B0604020202020204" pitchFamily="34" charset="0"/>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endParaRPr lang="en-GB" sz="2800" b="0" i="0" u="none" strike="noStrike" noProof="0">
                        <a:solidFill>
                          <a:srgbClr val="000000"/>
                        </a:solidFill>
                        <a:effectLst/>
                        <a:latin typeface="Arial" panose="020B0604020202020204" pitchFamily="34" charset="0"/>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868434770"/>
                  </a:ext>
                </a:extLst>
              </a:tr>
              <a:tr h="646225">
                <a:tc>
                  <a:txBody>
                    <a:bodyPr/>
                    <a:lstStyle/>
                    <a:p>
                      <a:pPr algn="l" fontAlgn="b"/>
                      <a:r>
                        <a:rPr lang="en-GB" sz="2800" b="1" i="0" u="none" strike="noStrike" noProof="0" dirty="0">
                          <a:solidFill>
                            <a:srgbClr val="000000"/>
                          </a:solidFill>
                          <a:effectLst/>
                          <a:latin typeface="Arial" panose="020B0604020202020204" pitchFamily="34" charset="0"/>
                        </a:rPr>
                        <a:t> Compute</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endParaRPr lang="en-GB" sz="2800" b="0" i="0" u="none" strike="noStrike" noProof="0" dirty="0">
                        <a:solidFill>
                          <a:srgbClr val="000000"/>
                        </a:solidFill>
                        <a:effectLst/>
                        <a:latin typeface="Arial" panose="020B0604020202020204" pitchFamily="34" charset="0"/>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r>
                        <a:rPr lang="en-GB" sz="2800" b="0" i="0" u="none" strike="noStrike" noProof="0">
                          <a:solidFill>
                            <a:srgbClr val="000000"/>
                          </a:solidFill>
                          <a:effectLst/>
                          <a:latin typeface="Arial" panose="020B0604020202020204" pitchFamily="34" charset="0"/>
                        </a:rPr>
                        <a:t> £   228,907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r>
                        <a:rPr lang="en-GB" sz="2800" b="0" i="0" u="none" strike="noStrike" noProof="0">
                          <a:solidFill>
                            <a:srgbClr val="000000"/>
                          </a:solidFill>
                          <a:effectLst/>
                          <a:latin typeface="Arial" panose="020B0604020202020204" pitchFamily="34" charset="0"/>
                        </a:rPr>
                        <a:t> £   228,410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r>
                        <a:rPr lang="en-GB" sz="2800" b="0" i="0" u="none" strike="noStrike" noProof="0">
                          <a:solidFill>
                            <a:srgbClr val="000000"/>
                          </a:solidFill>
                          <a:effectLst/>
                          <a:latin typeface="Arial" panose="020B0604020202020204" pitchFamily="34" charset="0"/>
                        </a:rPr>
                        <a:t> £   196,025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761087061"/>
                  </a:ext>
                </a:extLst>
              </a:tr>
              <a:tr h="646225">
                <a:tc>
                  <a:txBody>
                    <a:bodyPr/>
                    <a:lstStyle/>
                    <a:p>
                      <a:pPr algn="l" fontAlgn="b"/>
                      <a:r>
                        <a:rPr lang="en-GB" sz="2800" b="1" i="0" u="none" strike="noStrike" noProof="0" dirty="0">
                          <a:solidFill>
                            <a:srgbClr val="000000"/>
                          </a:solidFill>
                          <a:effectLst/>
                          <a:latin typeface="Arial" panose="020B0604020202020204" pitchFamily="34" charset="0"/>
                        </a:rPr>
                        <a:t> Storage</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endParaRPr lang="en-GB" sz="2800" b="0" i="0" u="none" strike="noStrike" noProof="0">
                        <a:solidFill>
                          <a:srgbClr val="000000"/>
                        </a:solidFill>
                        <a:effectLst/>
                        <a:latin typeface="Arial" panose="020B0604020202020204" pitchFamily="34" charset="0"/>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r>
                        <a:rPr lang="en-GB" sz="2800" b="0" i="0" u="none" strike="noStrike" noProof="0">
                          <a:solidFill>
                            <a:srgbClr val="000000"/>
                          </a:solidFill>
                          <a:effectLst/>
                          <a:latin typeface="Arial" panose="020B0604020202020204" pitchFamily="34" charset="0"/>
                        </a:rPr>
                        <a:t> £     63,587</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r>
                        <a:rPr lang="en-GB" sz="2800" b="0" i="0" u="none" strike="noStrike" noProof="0">
                          <a:solidFill>
                            <a:srgbClr val="000000"/>
                          </a:solidFill>
                          <a:effectLst/>
                          <a:latin typeface="Arial" panose="020B0604020202020204" pitchFamily="34" charset="0"/>
                        </a:rPr>
                        <a:t> £   159,446</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r>
                        <a:rPr lang="en-GB" sz="2800" b="0" i="0" u="none" strike="noStrike" noProof="0" dirty="0">
                          <a:solidFill>
                            <a:srgbClr val="000000"/>
                          </a:solidFill>
                          <a:effectLst/>
                          <a:latin typeface="Arial" panose="020B0604020202020204" pitchFamily="34" charset="0"/>
                        </a:rPr>
                        <a:t> £     91,005</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097594370"/>
                  </a:ext>
                </a:extLst>
              </a:tr>
              <a:tr h="646225">
                <a:tc>
                  <a:txBody>
                    <a:bodyPr/>
                    <a:lstStyle/>
                    <a:p>
                      <a:pPr algn="l" fontAlgn="b"/>
                      <a:r>
                        <a:rPr lang="en-GB" sz="2800" b="1" i="0" u="none" strike="noStrike" noProof="0" dirty="0">
                          <a:solidFill>
                            <a:srgbClr val="000000"/>
                          </a:solidFill>
                          <a:effectLst/>
                          <a:latin typeface="Arial" panose="020B0604020202020204" pitchFamily="34" charset="0"/>
                        </a:rPr>
                        <a:t> Licenses</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endParaRPr lang="en-GB" sz="2800" b="0" i="0" u="none" strike="noStrike" noProof="0">
                        <a:solidFill>
                          <a:srgbClr val="000000"/>
                        </a:solidFill>
                        <a:effectLst/>
                        <a:latin typeface="Arial" panose="020B0604020202020204" pitchFamily="34" charset="0"/>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r>
                        <a:rPr lang="en-GB" sz="2800" b="0" i="0" u="none" strike="noStrike" noProof="0">
                          <a:solidFill>
                            <a:srgbClr val="000000"/>
                          </a:solidFill>
                          <a:effectLst/>
                          <a:latin typeface="Arial" panose="020B0604020202020204" pitchFamily="34" charset="0"/>
                        </a:rPr>
                        <a:t> £     21,105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r>
                        <a:rPr lang="en-GB" sz="2800" b="0" i="0" u="none" strike="noStrike" noProof="0">
                          <a:solidFill>
                            <a:srgbClr val="000000"/>
                          </a:solidFill>
                          <a:effectLst/>
                          <a:latin typeface="Arial" panose="020B0604020202020204" pitchFamily="34" charset="0"/>
                        </a:rPr>
                        <a:t> £     17,582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r>
                        <a:rPr lang="en-GB" sz="2800" b="0" i="0" u="none" strike="noStrike" noProof="0">
                          <a:solidFill>
                            <a:srgbClr val="000000"/>
                          </a:solidFill>
                          <a:effectLst/>
                          <a:latin typeface="Arial" panose="020B0604020202020204" pitchFamily="34" charset="0"/>
                        </a:rPr>
                        <a:t> £        9,883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27548075"/>
                  </a:ext>
                </a:extLst>
              </a:tr>
              <a:tr h="646225">
                <a:tc>
                  <a:txBody>
                    <a:bodyPr/>
                    <a:lstStyle/>
                    <a:p>
                      <a:pPr algn="l" fontAlgn="b"/>
                      <a:r>
                        <a:rPr lang="en-GB" sz="2800" b="1" i="0" u="none" strike="noStrike" noProof="0" dirty="0">
                          <a:solidFill>
                            <a:srgbClr val="000000"/>
                          </a:solidFill>
                          <a:effectLst/>
                          <a:latin typeface="Arial" panose="020B0604020202020204" pitchFamily="34" charset="0"/>
                        </a:rPr>
                        <a:t> Network (5%)</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endParaRPr lang="en-GB" sz="2800" b="0" i="0" u="none" strike="noStrike" noProof="0">
                        <a:solidFill>
                          <a:srgbClr val="000000"/>
                        </a:solidFill>
                        <a:effectLst/>
                        <a:latin typeface="Arial" panose="020B0604020202020204" pitchFamily="34" charset="0"/>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r>
                        <a:rPr lang="en-GB" sz="2800" b="0" i="0" u="none" strike="noStrike" noProof="0">
                          <a:solidFill>
                            <a:srgbClr val="000000"/>
                          </a:solidFill>
                          <a:effectLst/>
                          <a:latin typeface="Arial" panose="020B0604020202020204" pitchFamily="34" charset="0"/>
                        </a:rPr>
                        <a:t> £    14,625</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r>
                        <a:rPr lang="en-GB" sz="2800" b="0" i="0" u="none" strike="noStrike" noProof="0">
                          <a:solidFill>
                            <a:srgbClr val="000000"/>
                          </a:solidFill>
                          <a:effectLst/>
                          <a:latin typeface="Arial" panose="020B0604020202020204" pitchFamily="34" charset="0"/>
                        </a:rPr>
                        <a:t> £     19,393</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r>
                        <a:rPr lang="en-GB" sz="2800" b="0" i="0" u="none" strike="noStrike" noProof="0">
                          <a:solidFill>
                            <a:srgbClr val="000000"/>
                          </a:solidFill>
                          <a:effectLst/>
                          <a:latin typeface="Arial" panose="020B0604020202020204" pitchFamily="34" charset="0"/>
                        </a:rPr>
                        <a:t> £      14,351</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556511297"/>
                  </a:ext>
                </a:extLst>
              </a:tr>
              <a:tr h="646225">
                <a:tc>
                  <a:txBody>
                    <a:bodyPr/>
                    <a:lstStyle/>
                    <a:p>
                      <a:pPr algn="l" fontAlgn="b"/>
                      <a:r>
                        <a:rPr lang="en-GB" sz="2800" b="1" i="0" u="none" strike="noStrike" noProof="0" dirty="0">
                          <a:solidFill>
                            <a:srgbClr val="000000"/>
                          </a:solidFill>
                          <a:effectLst/>
                          <a:latin typeface="Arial" panose="020B0604020202020204" pitchFamily="34" charset="0"/>
                        </a:rPr>
                        <a:t>Total Monthly</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95000"/>
                      </a:schemeClr>
                    </a:solidFill>
                  </a:tcPr>
                </a:tc>
                <a:tc>
                  <a:txBody>
                    <a:bodyPr/>
                    <a:lstStyle/>
                    <a:p>
                      <a:pPr algn="ctr" fontAlgn="ctr"/>
                      <a:endParaRPr lang="en-GB" sz="2800" b="0" i="0" u="none" strike="noStrike" noProof="0">
                        <a:solidFill>
                          <a:srgbClr val="000000"/>
                        </a:solidFill>
                        <a:effectLst/>
                        <a:latin typeface="Arial" panose="020B0604020202020204" pitchFamily="34" charset="0"/>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95000"/>
                      </a:schemeClr>
                    </a:solidFill>
                  </a:tcPr>
                </a:tc>
                <a:tc>
                  <a:txBody>
                    <a:bodyPr/>
                    <a:lstStyle/>
                    <a:p>
                      <a:pPr algn="ctr" fontAlgn="ctr"/>
                      <a:r>
                        <a:rPr lang="en-GB" sz="2800" b="0" i="0" u="none" strike="noStrike" noProof="0">
                          <a:solidFill>
                            <a:srgbClr val="000000"/>
                          </a:solidFill>
                          <a:effectLst/>
                          <a:latin typeface="Arial" panose="020B0604020202020204" pitchFamily="34" charset="0"/>
                        </a:rPr>
                        <a:t>£   328,223</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95000"/>
                      </a:schemeClr>
                    </a:solidFill>
                  </a:tcPr>
                </a:tc>
                <a:tc>
                  <a:txBody>
                    <a:bodyPr/>
                    <a:lstStyle/>
                    <a:p>
                      <a:pPr algn="ctr" fontAlgn="ctr"/>
                      <a:r>
                        <a:rPr lang="en-GB" sz="2800" b="0" i="0" u="none" strike="noStrike" noProof="0">
                          <a:solidFill>
                            <a:srgbClr val="000000"/>
                          </a:solidFill>
                          <a:effectLst/>
                          <a:latin typeface="Arial" panose="020B0604020202020204" pitchFamily="34" charset="0"/>
                        </a:rPr>
                        <a:t>£    424,831</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95000"/>
                      </a:schemeClr>
                    </a:solidFill>
                  </a:tcPr>
                </a:tc>
                <a:tc>
                  <a:txBody>
                    <a:bodyPr/>
                    <a:lstStyle/>
                    <a:p>
                      <a:pPr algn="ctr" fontAlgn="ctr"/>
                      <a:r>
                        <a:rPr lang="en-GB" sz="2800" b="0" i="0" u="none" strike="noStrike" noProof="0">
                          <a:solidFill>
                            <a:srgbClr val="000000"/>
                          </a:solidFill>
                          <a:effectLst/>
                          <a:latin typeface="Arial" panose="020B0604020202020204" pitchFamily="34" charset="0"/>
                        </a:rPr>
                        <a:t>£     311,264</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3376513407"/>
                  </a:ext>
                </a:extLst>
              </a:tr>
              <a:tr h="646225">
                <a:tc>
                  <a:txBody>
                    <a:bodyPr/>
                    <a:lstStyle/>
                    <a:p>
                      <a:pPr algn="l" fontAlgn="b"/>
                      <a:r>
                        <a:rPr lang="en-GB" sz="2800" b="1" i="0" u="none" strike="noStrike" noProof="0" dirty="0">
                          <a:solidFill>
                            <a:srgbClr val="000000"/>
                          </a:solidFill>
                          <a:effectLst/>
                          <a:latin typeface="Arial" panose="020B0604020202020204" pitchFamily="34" charset="0"/>
                        </a:rPr>
                        <a:t>Total Annual - PAYG</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0" marR="0" lvl="0" indent="0" algn="ctr" defTabSz="1828800" rtl="0" eaLnBrk="1" fontAlgn="ctr" latinLnBrk="0" hangingPunct="1">
                        <a:lnSpc>
                          <a:spcPct val="100000"/>
                        </a:lnSpc>
                        <a:spcBef>
                          <a:spcPts val="0"/>
                        </a:spcBef>
                        <a:spcAft>
                          <a:spcPts val="0"/>
                        </a:spcAft>
                        <a:buClrTx/>
                        <a:buSzTx/>
                        <a:buFontTx/>
                        <a:buNone/>
                        <a:tabLst/>
                        <a:defRPr/>
                      </a:pPr>
                      <a:endParaRPr lang="en-GB" sz="2800" b="0" i="0" u="none" strike="noStrike" noProof="0">
                        <a:solidFill>
                          <a:srgbClr val="000000"/>
                        </a:solidFill>
                        <a:effectLst/>
                        <a:latin typeface="Arial" panose="020B0604020202020204" pitchFamily="34" charset="0"/>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0" marR="0" lvl="0" indent="0" algn="ctr" defTabSz="1828800" rtl="0" eaLnBrk="1" fontAlgn="ctr" latinLnBrk="0" hangingPunct="1">
                        <a:lnSpc>
                          <a:spcPct val="100000"/>
                        </a:lnSpc>
                        <a:spcBef>
                          <a:spcPts val="0"/>
                        </a:spcBef>
                        <a:spcAft>
                          <a:spcPts val="0"/>
                        </a:spcAft>
                        <a:buClrTx/>
                        <a:buSzTx/>
                        <a:buFontTx/>
                        <a:buNone/>
                        <a:tabLst/>
                        <a:defRPr/>
                      </a:pPr>
                      <a:r>
                        <a:rPr lang="en-GB" sz="2800" b="0" i="0" u="none" strike="noStrike" noProof="0">
                          <a:solidFill>
                            <a:srgbClr val="000000"/>
                          </a:solidFill>
                          <a:effectLst/>
                          <a:latin typeface="Arial" panose="020B0604020202020204" pitchFamily="34" charset="0"/>
                        </a:rPr>
                        <a:t>£ 3,938,677</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0" marR="0" lvl="0" indent="0" algn="ctr" defTabSz="1828800" rtl="0" eaLnBrk="1" fontAlgn="ctr" latinLnBrk="0" hangingPunct="1">
                        <a:lnSpc>
                          <a:spcPct val="100000"/>
                        </a:lnSpc>
                        <a:spcBef>
                          <a:spcPts val="0"/>
                        </a:spcBef>
                        <a:spcAft>
                          <a:spcPts val="0"/>
                        </a:spcAft>
                        <a:buClrTx/>
                        <a:buSzTx/>
                        <a:buFontTx/>
                        <a:buNone/>
                        <a:tabLst/>
                        <a:defRPr/>
                      </a:pPr>
                      <a:r>
                        <a:rPr lang="en-GB" sz="2800" b="0" i="0" u="none" strike="noStrike" noProof="0">
                          <a:solidFill>
                            <a:srgbClr val="000000"/>
                          </a:solidFill>
                          <a:effectLst/>
                          <a:latin typeface="Arial" panose="020B0604020202020204" pitchFamily="34" charset="0"/>
                        </a:rPr>
                        <a:t>£ 5,097,970</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0" marR="0" lvl="0" indent="0" algn="ctr" defTabSz="1828800" rtl="0" eaLnBrk="1" fontAlgn="ctr" latinLnBrk="0" hangingPunct="1">
                        <a:lnSpc>
                          <a:spcPct val="100000"/>
                        </a:lnSpc>
                        <a:spcBef>
                          <a:spcPts val="0"/>
                        </a:spcBef>
                        <a:spcAft>
                          <a:spcPts val="0"/>
                        </a:spcAft>
                        <a:buClrTx/>
                        <a:buSzTx/>
                        <a:buFontTx/>
                        <a:buNone/>
                        <a:tabLst/>
                        <a:defRPr/>
                      </a:pPr>
                      <a:r>
                        <a:rPr lang="en-GB" sz="2800" b="0" i="0" u="none" strike="noStrike" noProof="0">
                          <a:solidFill>
                            <a:srgbClr val="000000"/>
                          </a:solidFill>
                          <a:effectLst/>
                          <a:latin typeface="Arial" panose="020B0604020202020204" pitchFamily="34" charset="0"/>
                        </a:rPr>
                        <a:t>£ 3,735,172</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046786520"/>
                  </a:ext>
                </a:extLst>
              </a:tr>
              <a:tr h="646225">
                <a:tc>
                  <a:txBody>
                    <a:bodyPr/>
                    <a:lstStyle/>
                    <a:p>
                      <a:pPr algn="l" fontAlgn="b"/>
                      <a:r>
                        <a:rPr lang="en-GB" sz="2800" b="1" i="0" u="none" strike="noStrike" noProof="0">
                          <a:solidFill>
                            <a:srgbClr val="000000"/>
                          </a:solidFill>
                          <a:effectLst/>
                          <a:latin typeface="Arial" panose="020B0604020202020204" pitchFamily="34" charset="0"/>
                        </a:rPr>
                        <a:t> Credits</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endParaRPr lang="en-GB" sz="2800" b="0" i="0" u="none" strike="noStrike" kern="1200" noProof="0">
                        <a:solidFill>
                          <a:srgbClr val="000000"/>
                        </a:solidFill>
                        <a:effectLst/>
                        <a:latin typeface="Arial" panose="020B0604020202020204" pitchFamily="34" charset="0"/>
                        <a:ea typeface="+mn-ea"/>
                        <a:cs typeface="+mn-cs"/>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r>
                        <a:rPr lang="en-GB" sz="2800" b="0" i="0" u="none" strike="noStrike" noProof="0" dirty="0">
                          <a:solidFill>
                            <a:srgbClr val="000000"/>
                          </a:solidFill>
                          <a:effectLst/>
                          <a:latin typeface="Arial" panose="020B0604020202020204" pitchFamily="34" charset="0"/>
                        </a:rPr>
                        <a:t> £    </a:t>
                      </a:r>
                      <a:r>
                        <a:rPr lang="en-GB" sz="2800" b="0" i="0" u="none" strike="noStrike" kern="1200" noProof="0" dirty="0">
                          <a:solidFill>
                            <a:srgbClr val="000000"/>
                          </a:solidFill>
                          <a:effectLst/>
                          <a:latin typeface="Arial" panose="020B0604020202020204" pitchFamily="34" charset="0"/>
                          <a:ea typeface="+mn-ea"/>
                          <a:cs typeface="+mn-cs"/>
                        </a:rPr>
                        <a:t>(</a:t>
                      </a:r>
                      <a:r>
                        <a:rPr lang="en-DE" sz="2800" b="0" i="0" u="none" strike="noStrike" kern="1200" dirty="0">
                          <a:solidFill>
                            <a:srgbClr val="000000"/>
                          </a:solidFill>
                          <a:effectLst/>
                          <a:latin typeface="Arial" panose="020B0604020202020204" pitchFamily="34" charset="0"/>
                          <a:ea typeface="+mn-ea"/>
                          <a:cs typeface="+mn-cs"/>
                        </a:rPr>
                        <a:t>984,669</a:t>
                      </a:r>
                      <a:r>
                        <a:rPr lang="en-GB" sz="2800" b="0" i="0" u="none" strike="noStrike" kern="1200" noProof="0" dirty="0">
                          <a:solidFill>
                            <a:srgbClr val="000000"/>
                          </a:solidFill>
                          <a:effectLst/>
                          <a:latin typeface="Arial" panose="020B0604020202020204" pitchFamily="34" charset="0"/>
                          <a:ea typeface="+mn-ea"/>
                          <a:cs typeface="+mn-cs"/>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r>
                        <a:rPr lang="en-GB" sz="2800" b="0" i="0" u="none" strike="noStrike" noProof="0">
                          <a:solidFill>
                            <a:srgbClr val="000000"/>
                          </a:solidFill>
                          <a:effectLst/>
                          <a:latin typeface="Arial" panose="020B0604020202020204" pitchFamily="34" charset="0"/>
                        </a:rPr>
                        <a:t> £     (41,000)</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r>
                        <a:rPr lang="en-GB" sz="2800" b="0" i="0" u="none" strike="noStrike" noProof="0">
                          <a:solidFill>
                            <a:srgbClr val="000000"/>
                          </a:solidFill>
                          <a:effectLst/>
                          <a:latin typeface="Arial" panose="020B0604020202020204" pitchFamily="34" charset="0"/>
                        </a:rPr>
                        <a:t> £ (1,120,575)</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14866505"/>
                  </a:ext>
                </a:extLst>
              </a:tr>
              <a:tr h="646225">
                <a:tc>
                  <a:txBody>
                    <a:bodyPr/>
                    <a:lstStyle/>
                    <a:p>
                      <a:pPr marL="0" marR="0" lvl="0" indent="0" algn="l" defTabSz="1828800" rtl="0" eaLnBrk="1" fontAlgn="b" latinLnBrk="0" hangingPunct="1">
                        <a:lnSpc>
                          <a:spcPct val="100000"/>
                        </a:lnSpc>
                        <a:spcBef>
                          <a:spcPts val="0"/>
                        </a:spcBef>
                        <a:spcAft>
                          <a:spcPts val="0"/>
                        </a:spcAft>
                        <a:buClrTx/>
                        <a:buSzTx/>
                        <a:buFontTx/>
                        <a:buNone/>
                        <a:tabLst/>
                        <a:defRPr/>
                      </a:pPr>
                      <a:r>
                        <a:rPr lang="en-GB" sz="2800" b="1" i="0" u="none" strike="noStrike" noProof="0">
                          <a:solidFill>
                            <a:srgbClr val="000000"/>
                          </a:solidFill>
                          <a:effectLst/>
                          <a:latin typeface="Arial" panose="020B0604020202020204" pitchFamily="34" charset="0"/>
                        </a:rPr>
                        <a:t>Total Annual (after credits)</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ctr" fontAlgn="b">
                        <a:buNone/>
                      </a:pPr>
                      <a:endParaRPr lang="en-DE" sz="2800" b="0" i="0" u="none" strike="noStrike" kern="1200">
                        <a:solidFill>
                          <a:srgbClr val="000000"/>
                        </a:solidFill>
                        <a:effectLst/>
                        <a:latin typeface="Arial" panose="020B0604020202020204" pitchFamily="34" charset="0"/>
                        <a:ea typeface="+mn-ea"/>
                        <a:cs typeface="+mn-cs"/>
                      </a:endParaRP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ctr" fontAlgn="b">
                        <a:buNone/>
                      </a:pPr>
                      <a:r>
                        <a:rPr lang="en-GB" sz="2800" b="0" i="0" u="none" strike="noStrike" noProof="0">
                          <a:solidFill>
                            <a:srgbClr val="000000"/>
                          </a:solidFill>
                          <a:effectLst/>
                          <a:latin typeface="Arial" panose="020B0604020202020204" pitchFamily="34" charset="0"/>
                        </a:rPr>
                        <a:t>£  </a:t>
                      </a:r>
                      <a:r>
                        <a:rPr lang="en-DE" sz="2800" b="0" i="0" u="none" strike="noStrike" kern="1200" noProof="0">
                          <a:solidFill>
                            <a:srgbClr val="000000"/>
                          </a:solidFill>
                          <a:effectLst/>
                          <a:latin typeface="Arial" panose="020B0604020202020204" pitchFamily="34" charset="0"/>
                          <a:ea typeface="+mn-ea"/>
                          <a:cs typeface="+mn-cs"/>
                        </a:rPr>
                        <a:t>2,</a:t>
                      </a:r>
                      <a:r>
                        <a:rPr lang="en-DE" sz="2800" b="0" i="0" u="none" strike="noStrike" kern="1200">
                          <a:solidFill>
                            <a:srgbClr val="000000"/>
                          </a:solidFill>
                          <a:effectLst/>
                          <a:latin typeface="Arial" panose="020B0604020202020204" pitchFamily="34" charset="0"/>
                          <a:ea typeface="+mn-ea"/>
                          <a:cs typeface="+mn-cs"/>
                        </a:rPr>
                        <a:t>954,008</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ctr" fontAlgn="b">
                        <a:buNone/>
                      </a:pPr>
                      <a:r>
                        <a:rPr lang="en-GB" sz="2800" b="0" i="0" u="none" strike="noStrike" noProof="0">
                          <a:solidFill>
                            <a:srgbClr val="000000"/>
                          </a:solidFill>
                          <a:effectLst/>
                          <a:latin typeface="Arial" panose="020B0604020202020204" pitchFamily="34" charset="0"/>
                        </a:rPr>
                        <a:t>£  </a:t>
                      </a:r>
                      <a:r>
                        <a:rPr lang="en-DE" sz="2800" b="0" i="0" u="none" strike="noStrike" kern="1200">
                          <a:solidFill>
                            <a:srgbClr val="000000"/>
                          </a:solidFill>
                          <a:effectLst/>
                          <a:latin typeface="Arial" panose="020B0604020202020204" pitchFamily="34" charset="0"/>
                          <a:ea typeface="+mn-ea"/>
                          <a:cs typeface="+mn-cs"/>
                        </a:rPr>
                        <a:t>5.056.970</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ctr" fontAlgn="b">
                        <a:buNone/>
                      </a:pPr>
                      <a:r>
                        <a:rPr lang="en-GB" sz="2800" b="0" i="0" u="none" strike="noStrike" noProof="0">
                          <a:solidFill>
                            <a:srgbClr val="000000"/>
                          </a:solidFill>
                          <a:effectLst/>
                          <a:latin typeface="Arial" panose="020B0604020202020204" pitchFamily="34" charset="0"/>
                        </a:rPr>
                        <a:t>£  </a:t>
                      </a:r>
                      <a:r>
                        <a:rPr lang="en-DE" sz="2800" b="0" i="0" u="none" strike="noStrike" kern="1200" noProof="0">
                          <a:solidFill>
                            <a:srgbClr val="000000"/>
                          </a:solidFill>
                          <a:effectLst/>
                          <a:latin typeface="Arial" panose="020B0604020202020204" pitchFamily="34" charset="0"/>
                          <a:ea typeface="+mn-ea"/>
                          <a:cs typeface="+mn-cs"/>
                        </a:rPr>
                        <a:t>2,</a:t>
                      </a:r>
                      <a:r>
                        <a:rPr lang="en-DE" sz="2800" b="0" i="0" u="none" strike="noStrike" kern="1200">
                          <a:solidFill>
                            <a:srgbClr val="000000"/>
                          </a:solidFill>
                          <a:effectLst/>
                          <a:latin typeface="Arial" panose="020B0604020202020204" pitchFamily="34" charset="0"/>
                          <a:ea typeface="+mn-ea"/>
                          <a:cs typeface="+mn-cs"/>
                        </a:rPr>
                        <a:t>614,597</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888476972"/>
                  </a:ext>
                </a:extLst>
              </a:tr>
              <a:tr h="646225">
                <a:tc>
                  <a:txBody>
                    <a:bodyPr/>
                    <a:lstStyle/>
                    <a:p>
                      <a:pPr marL="0" marR="0" lvl="0" indent="0" algn="l" defTabSz="1828800" rtl="0" eaLnBrk="1" fontAlgn="b" latinLnBrk="0" hangingPunct="1">
                        <a:lnSpc>
                          <a:spcPct val="100000"/>
                        </a:lnSpc>
                        <a:spcBef>
                          <a:spcPts val="0"/>
                        </a:spcBef>
                        <a:spcAft>
                          <a:spcPts val="0"/>
                        </a:spcAft>
                        <a:buClrTx/>
                        <a:buSzTx/>
                        <a:buFontTx/>
                        <a:buNone/>
                        <a:tabLst/>
                        <a:defRPr/>
                      </a:pPr>
                      <a:endParaRPr lang="en-GB" sz="2800" b="1" i="0" u="none" strike="noStrike" noProof="0">
                        <a:solidFill>
                          <a:srgbClr val="000000"/>
                        </a:solidFill>
                        <a:effectLst/>
                        <a:latin typeface="Arial" panose="020B0604020202020204" pitchFamily="34" charset="0"/>
                      </a:endParaRP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endParaRPr lang="en-GB" sz="2800" b="0" i="0" u="none" strike="noStrike" noProof="0">
                        <a:solidFill>
                          <a:srgbClr val="000000"/>
                        </a:solidFill>
                        <a:effectLst/>
                        <a:latin typeface="Arial" panose="020B0604020202020204" pitchFamily="34" charset="0"/>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endParaRPr lang="en-GB" sz="2800" b="0" i="0" u="none" strike="noStrike" noProof="0">
                        <a:solidFill>
                          <a:srgbClr val="000000"/>
                        </a:solidFill>
                        <a:effectLst/>
                        <a:latin typeface="Arial" panose="020B0604020202020204" pitchFamily="34" charset="0"/>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endParaRPr lang="en-GB" sz="2800" b="0" i="0" u="none" strike="noStrike" noProof="0">
                        <a:solidFill>
                          <a:srgbClr val="000000"/>
                        </a:solidFill>
                        <a:effectLst/>
                        <a:latin typeface="Arial" panose="020B0604020202020204" pitchFamily="34" charset="0"/>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endParaRPr lang="en-GB" sz="2800" b="0" i="0" u="none" strike="noStrike" noProof="0">
                        <a:solidFill>
                          <a:srgbClr val="000000"/>
                        </a:solidFill>
                        <a:effectLst/>
                        <a:latin typeface="Arial" panose="020B0604020202020204" pitchFamily="34" charset="0"/>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630415271"/>
                  </a:ext>
                </a:extLst>
              </a:tr>
              <a:tr h="646225">
                <a:tc>
                  <a:txBody>
                    <a:bodyPr/>
                    <a:lstStyle/>
                    <a:p>
                      <a:pPr marL="0" marR="0" lvl="0" indent="0" algn="l" defTabSz="1828800" rtl="0" eaLnBrk="1" fontAlgn="b" latinLnBrk="0" hangingPunct="1">
                        <a:lnSpc>
                          <a:spcPct val="100000"/>
                        </a:lnSpc>
                        <a:spcBef>
                          <a:spcPts val="0"/>
                        </a:spcBef>
                        <a:spcAft>
                          <a:spcPts val="0"/>
                        </a:spcAft>
                        <a:buClrTx/>
                        <a:buSzTx/>
                        <a:buFontTx/>
                        <a:buNone/>
                        <a:tabLst/>
                        <a:defRPr/>
                      </a:pPr>
                      <a:r>
                        <a:rPr lang="en-GB" sz="2800" b="1" i="0" u="none" strike="noStrike" noProof="0">
                          <a:solidFill>
                            <a:srgbClr val="95008A"/>
                          </a:solidFill>
                          <a:effectLst/>
                          <a:latin typeface="Arial" panose="020B0604020202020204" pitchFamily="34" charset="0"/>
                        </a:rPr>
                        <a:t>3 Year Committed (Monthly, GBP)</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endParaRPr lang="en-GB" sz="2800" b="0" i="0" u="none" strike="noStrike" noProof="0">
                        <a:solidFill>
                          <a:srgbClr val="000000"/>
                        </a:solidFill>
                        <a:effectLst/>
                        <a:latin typeface="Arial" panose="020B0604020202020204" pitchFamily="34" charset="0"/>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endParaRPr lang="en-GB" sz="2800" b="0" i="0" u="none" strike="noStrike" noProof="0">
                        <a:solidFill>
                          <a:srgbClr val="000000"/>
                        </a:solidFill>
                        <a:effectLst/>
                        <a:latin typeface="Arial" panose="020B0604020202020204" pitchFamily="34" charset="0"/>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endParaRPr lang="en-GB" sz="2800" b="0" i="0" u="none" strike="noStrike" noProof="0" dirty="0">
                        <a:solidFill>
                          <a:srgbClr val="000000"/>
                        </a:solidFill>
                        <a:effectLst/>
                        <a:latin typeface="Arial" panose="020B0604020202020204" pitchFamily="34" charset="0"/>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endParaRPr lang="en-GB" sz="2800" b="0" i="0" u="none" strike="noStrike" noProof="0">
                        <a:solidFill>
                          <a:srgbClr val="000000"/>
                        </a:solidFill>
                        <a:effectLst/>
                        <a:latin typeface="Arial" panose="020B0604020202020204" pitchFamily="34" charset="0"/>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995397442"/>
                  </a:ext>
                </a:extLst>
              </a:tr>
              <a:tr h="646225">
                <a:tc>
                  <a:txBody>
                    <a:bodyPr/>
                    <a:lstStyle/>
                    <a:p>
                      <a:pPr algn="l" fontAlgn="b"/>
                      <a:r>
                        <a:rPr lang="en-GB" sz="2800" b="1" i="0" u="none" strike="noStrike" noProof="0">
                          <a:solidFill>
                            <a:srgbClr val="000000"/>
                          </a:solidFill>
                          <a:effectLst/>
                          <a:latin typeface="Arial" panose="020B0604020202020204" pitchFamily="34" charset="0"/>
                        </a:rPr>
                        <a:t>Total - Monthly</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0" marR="0" lvl="0" indent="0" algn="ctr" defTabSz="1828800" rtl="0" eaLnBrk="1" fontAlgn="ctr" latinLnBrk="0" hangingPunct="1">
                        <a:lnSpc>
                          <a:spcPct val="100000"/>
                        </a:lnSpc>
                        <a:spcBef>
                          <a:spcPts val="0"/>
                        </a:spcBef>
                        <a:spcAft>
                          <a:spcPts val="0"/>
                        </a:spcAft>
                        <a:buClrTx/>
                        <a:buSzTx/>
                        <a:buFontTx/>
                        <a:buNone/>
                        <a:tabLst/>
                        <a:defRPr/>
                      </a:pPr>
                      <a:endParaRPr lang="en-GB" sz="2800" b="0" i="0" u="none" strike="noStrike" noProof="0">
                        <a:solidFill>
                          <a:srgbClr val="000000"/>
                        </a:solidFill>
                        <a:effectLst/>
                        <a:latin typeface="Arial" panose="020B0604020202020204" pitchFamily="34" charset="0"/>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0" marR="0" lvl="0" indent="0" algn="ctr" defTabSz="1828800" rtl="0" eaLnBrk="1" fontAlgn="ctr" latinLnBrk="0" hangingPunct="1">
                        <a:lnSpc>
                          <a:spcPct val="100000"/>
                        </a:lnSpc>
                        <a:spcBef>
                          <a:spcPts val="0"/>
                        </a:spcBef>
                        <a:spcAft>
                          <a:spcPts val="0"/>
                        </a:spcAft>
                        <a:buClrTx/>
                        <a:buSzTx/>
                        <a:buFontTx/>
                        <a:buNone/>
                        <a:tabLst/>
                        <a:defRPr/>
                      </a:pPr>
                      <a:r>
                        <a:rPr lang="en-GB" sz="2800" b="0" i="0" u="none" strike="noStrike" noProof="0">
                          <a:solidFill>
                            <a:srgbClr val="000000"/>
                          </a:solidFill>
                          <a:effectLst/>
                          <a:latin typeface="Arial" panose="020B0604020202020204" pitchFamily="34" charset="0"/>
                        </a:rPr>
                        <a:t>£   190,285</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0" marR="0" lvl="0" indent="0" algn="ctr" defTabSz="1828800" rtl="0" eaLnBrk="1" fontAlgn="ctr" latinLnBrk="0" hangingPunct="1">
                        <a:lnSpc>
                          <a:spcPct val="100000"/>
                        </a:lnSpc>
                        <a:spcBef>
                          <a:spcPts val="0"/>
                        </a:spcBef>
                        <a:spcAft>
                          <a:spcPts val="0"/>
                        </a:spcAft>
                        <a:buClrTx/>
                        <a:buSzTx/>
                        <a:buFontTx/>
                        <a:buNone/>
                        <a:tabLst/>
                        <a:defRPr/>
                      </a:pPr>
                      <a:r>
                        <a:rPr lang="en-GB" sz="2800" b="0" i="0" u="none" strike="noStrike" noProof="0" dirty="0">
                          <a:solidFill>
                            <a:srgbClr val="000000"/>
                          </a:solidFill>
                          <a:effectLst/>
                          <a:latin typeface="Arial" panose="020B0604020202020204" pitchFamily="34" charset="0"/>
                        </a:rPr>
                        <a:t>£    274,881</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0" marR="0" lvl="0" indent="0" algn="ctr" defTabSz="1828800" rtl="0" eaLnBrk="1" fontAlgn="ctr" latinLnBrk="0" hangingPunct="1">
                        <a:lnSpc>
                          <a:spcPct val="100000"/>
                        </a:lnSpc>
                        <a:spcBef>
                          <a:spcPts val="0"/>
                        </a:spcBef>
                        <a:spcAft>
                          <a:spcPts val="0"/>
                        </a:spcAft>
                        <a:buClrTx/>
                        <a:buSzTx/>
                        <a:buFontTx/>
                        <a:buNone/>
                        <a:tabLst/>
                        <a:defRPr/>
                      </a:pPr>
                      <a:r>
                        <a:rPr lang="en-GB" sz="2800" b="0" i="0" u="none" strike="noStrike" noProof="0">
                          <a:solidFill>
                            <a:srgbClr val="000000"/>
                          </a:solidFill>
                          <a:effectLst/>
                          <a:latin typeface="Arial" panose="020B0604020202020204" pitchFamily="34" charset="0"/>
                        </a:rPr>
                        <a:t>£   186,974</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418224044"/>
                  </a:ext>
                </a:extLst>
              </a:tr>
              <a:tr h="646225">
                <a:tc>
                  <a:txBody>
                    <a:bodyPr/>
                    <a:lstStyle/>
                    <a:p>
                      <a:pPr marL="0" marR="0" lvl="0" indent="0" algn="l" defTabSz="1828800" rtl="0" eaLnBrk="1" fontAlgn="b" latinLnBrk="0" hangingPunct="1">
                        <a:lnSpc>
                          <a:spcPct val="100000"/>
                        </a:lnSpc>
                        <a:spcBef>
                          <a:spcPts val="0"/>
                        </a:spcBef>
                        <a:spcAft>
                          <a:spcPts val="0"/>
                        </a:spcAft>
                        <a:buClrTx/>
                        <a:buSzTx/>
                        <a:buFontTx/>
                        <a:buNone/>
                        <a:tabLst/>
                        <a:defRPr/>
                      </a:pPr>
                      <a:r>
                        <a:rPr lang="en-GB" sz="2800" b="1" i="0" u="none" strike="noStrike" noProof="0">
                          <a:solidFill>
                            <a:srgbClr val="000000"/>
                          </a:solidFill>
                          <a:effectLst/>
                          <a:latin typeface="Arial" panose="020B0604020202020204" pitchFamily="34" charset="0"/>
                        </a:rPr>
                        <a:t>Total - Annual</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0" marR="0" lvl="0" indent="0" algn="ctr" defTabSz="1828800" rtl="0" eaLnBrk="1" fontAlgn="ctr" latinLnBrk="0" hangingPunct="1">
                        <a:lnSpc>
                          <a:spcPct val="100000"/>
                        </a:lnSpc>
                        <a:spcBef>
                          <a:spcPts val="0"/>
                        </a:spcBef>
                        <a:spcAft>
                          <a:spcPts val="0"/>
                        </a:spcAft>
                        <a:buClrTx/>
                        <a:buSzTx/>
                        <a:buFontTx/>
                        <a:buNone/>
                        <a:tabLst/>
                        <a:defRPr/>
                      </a:pPr>
                      <a:r>
                        <a:rPr lang="en-GB" sz="2800" b="0" i="0" u="none" strike="noStrike" noProof="0">
                          <a:solidFill>
                            <a:srgbClr val="000000"/>
                          </a:solidFill>
                          <a:effectLst/>
                          <a:latin typeface="Arial" panose="020B0604020202020204" pitchFamily="34" charset="0"/>
                        </a:rPr>
                        <a:t>£ </a:t>
                      </a:r>
                      <a:r>
                        <a:rPr lang="en-DE" sz="2800" u="none" strike="noStrike">
                          <a:effectLst/>
                          <a:latin typeface="+mn-lt"/>
                        </a:rPr>
                        <a:t>3,636,342</a:t>
                      </a:r>
                      <a:endParaRPr lang="en-DE" sz="2800" b="0" i="0" u="none" strike="noStrike" kern="1200">
                        <a:solidFill>
                          <a:srgbClr val="000000"/>
                        </a:solidFill>
                        <a:effectLst/>
                        <a:latin typeface="Arial" panose="020B0604020202020204" pitchFamily="34" charset="0"/>
                        <a:ea typeface="+mn-ea"/>
                        <a:cs typeface="+mn-cs"/>
                      </a:endParaRP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0" marR="0" lvl="0" indent="0" algn="ctr" defTabSz="1828800" rtl="0" eaLnBrk="1" fontAlgn="ctr" latinLnBrk="0" hangingPunct="1">
                        <a:lnSpc>
                          <a:spcPct val="100000"/>
                        </a:lnSpc>
                        <a:spcBef>
                          <a:spcPts val="0"/>
                        </a:spcBef>
                        <a:spcAft>
                          <a:spcPts val="0"/>
                        </a:spcAft>
                        <a:buClrTx/>
                        <a:buSzTx/>
                        <a:buFontTx/>
                        <a:buNone/>
                        <a:tabLst/>
                        <a:defRPr/>
                      </a:pPr>
                      <a:r>
                        <a:rPr lang="en-GB" sz="2800" b="0" i="0" u="none" strike="noStrike" noProof="0">
                          <a:solidFill>
                            <a:srgbClr val="000000"/>
                          </a:solidFill>
                          <a:effectLst/>
                          <a:latin typeface="Arial" panose="020B0604020202020204" pitchFamily="34" charset="0"/>
                        </a:rPr>
                        <a:t>£ </a:t>
                      </a:r>
                      <a:r>
                        <a:rPr lang="en-DE" sz="2800" b="0" i="0" u="none" strike="noStrike" kern="1200">
                          <a:solidFill>
                            <a:srgbClr val="000000"/>
                          </a:solidFill>
                          <a:effectLst/>
                          <a:latin typeface="Arial" panose="020B0604020202020204" pitchFamily="34" charset="0"/>
                          <a:ea typeface="+mn-ea"/>
                          <a:cs typeface="+mn-cs"/>
                        </a:rPr>
                        <a:t>2,283,419</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0" marR="0" lvl="0" indent="0" algn="ctr" defTabSz="1828800" rtl="0" eaLnBrk="1" fontAlgn="ctr" latinLnBrk="0" hangingPunct="1">
                        <a:lnSpc>
                          <a:spcPct val="100000"/>
                        </a:lnSpc>
                        <a:spcBef>
                          <a:spcPts val="0"/>
                        </a:spcBef>
                        <a:spcAft>
                          <a:spcPts val="0"/>
                        </a:spcAft>
                        <a:buClrTx/>
                        <a:buSzTx/>
                        <a:buFontTx/>
                        <a:buNone/>
                        <a:tabLst/>
                        <a:defRPr/>
                      </a:pPr>
                      <a:r>
                        <a:rPr lang="en-GB" sz="2800" b="0" i="0" u="none" strike="noStrike" noProof="0">
                          <a:solidFill>
                            <a:srgbClr val="000000"/>
                          </a:solidFill>
                          <a:effectLst/>
                          <a:latin typeface="Arial" panose="020B0604020202020204" pitchFamily="34" charset="0"/>
                        </a:rPr>
                        <a:t>£ </a:t>
                      </a:r>
                      <a:r>
                        <a:rPr lang="en-DE" sz="2800" b="0" i="0" u="none" strike="noStrike" kern="1200">
                          <a:solidFill>
                            <a:srgbClr val="000000"/>
                          </a:solidFill>
                          <a:effectLst/>
                          <a:latin typeface="Arial" panose="020B0604020202020204" pitchFamily="34" charset="0"/>
                          <a:ea typeface="+mn-ea"/>
                          <a:cs typeface="+mn-cs"/>
                        </a:rPr>
                        <a:t>3,298,566</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0" marR="0" lvl="0" indent="0" algn="ctr" defTabSz="1828800" rtl="0" eaLnBrk="1" fontAlgn="ctr" latinLnBrk="0" hangingPunct="1">
                        <a:lnSpc>
                          <a:spcPct val="100000"/>
                        </a:lnSpc>
                        <a:spcBef>
                          <a:spcPts val="0"/>
                        </a:spcBef>
                        <a:spcAft>
                          <a:spcPts val="0"/>
                        </a:spcAft>
                        <a:buClrTx/>
                        <a:buSzTx/>
                        <a:buFontTx/>
                        <a:buNone/>
                        <a:tabLst/>
                        <a:defRPr/>
                      </a:pPr>
                      <a:r>
                        <a:rPr lang="en-GB" sz="2800" b="0" i="0" u="none" strike="noStrike" noProof="0" dirty="0">
                          <a:solidFill>
                            <a:srgbClr val="000000"/>
                          </a:solidFill>
                          <a:effectLst/>
                          <a:latin typeface="Arial" panose="020B0604020202020204" pitchFamily="34" charset="0"/>
                        </a:rPr>
                        <a:t>£ </a:t>
                      </a:r>
                      <a:r>
                        <a:rPr lang="en-DE" sz="2800" b="0" i="0" u="none" strike="noStrike" kern="1200" dirty="0">
                          <a:solidFill>
                            <a:srgbClr val="000000"/>
                          </a:solidFill>
                          <a:effectLst/>
                          <a:latin typeface="Arial" panose="020B0604020202020204" pitchFamily="34" charset="0"/>
                          <a:ea typeface="+mn-ea"/>
                          <a:cs typeface="+mn-cs"/>
                        </a:rPr>
                        <a:t>2,243,685</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447608248"/>
                  </a:ext>
                </a:extLst>
              </a:tr>
              <a:tr h="646225">
                <a:tc>
                  <a:txBody>
                    <a:bodyPr/>
                    <a:lstStyle/>
                    <a:p>
                      <a:pPr algn="l" fontAlgn="b"/>
                      <a:r>
                        <a:rPr lang="en-GB" sz="2800" b="1" i="0" u="none" strike="noStrike" noProof="0">
                          <a:solidFill>
                            <a:srgbClr val="000000"/>
                          </a:solidFill>
                          <a:effectLst/>
                          <a:latin typeface="Arial" panose="020B0604020202020204" pitchFamily="34" charset="0"/>
                        </a:rPr>
                        <a:t>Total - 3 Year Cumulative</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marL="0" marR="0" lvl="0" indent="0" algn="ctr" defTabSz="1828800" rtl="0" eaLnBrk="1" fontAlgn="ctr" latinLnBrk="0" hangingPunct="1">
                        <a:lnSpc>
                          <a:spcPct val="100000"/>
                        </a:lnSpc>
                        <a:spcBef>
                          <a:spcPts val="0"/>
                        </a:spcBef>
                        <a:spcAft>
                          <a:spcPts val="0"/>
                        </a:spcAft>
                        <a:buClrTx/>
                        <a:buSzTx/>
                        <a:buFontTx/>
                        <a:buNone/>
                        <a:tabLst/>
                        <a:defRPr/>
                      </a:pPr>
                      <a:endParaRPr lang="en-DE" sz="2800" b="0" i="0" u="none" strike="noStrike" kern="1200">
                        <a:solidFill>
                          <a:srgbClr val="000000"/>
                        </a:solidFill>
                        <a:effectLst/>
                        <a:latin typeface="Arial" panose="020B0604020202020204" pitchFamily="34" charset="0"/>
                        <a:ea typeface="+mn-ea"/>
                        <a:cs typeface="+mn-cs"/>
                      </a:endParaRP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marL="0" marR="0" lvl="0" indent="0" algn="ctr" defTabSz="1828800" rtl="0" eaLnBrk="1" fontAlgn="ctr" latinLnBrk="0" hangingPunct="1">
                        <a:lnSpc>
                          <a:spcPct val="100000"/>
                        </a:lnSpc>
                        <a:spcBef>
                          <a:spcPts val="0"/>
                        </a:spcBef>
                        <a:spcAft>
                          <a:spcPts val="0"/>
                        </a:spcAft>
                        <a:buClrTx/>
                        <a:buSzTx/>
                        <a:buFontTx/>
                        <a:buNone/>
                        <a:tabLst/>
                        <a:defRPr/>
                      </a:pPr>
                      <a:r>
                        <a:rPr lang="en-GB" sz="2800" b="0" i="0" u="none" strike="noStrike" noProof="0">
                          <a:solidFill>
                            <a:srgbClr val="000000"/>
                          </a:solidFill>
                          <a:effectLst/>
                          <a:latin typeface="Arial" panose="020B0604020202020204" pitchFamily="34" charset="0"/>
                        </a:rPr>
                        <a:t>£ </a:t>
                      </a:r>
                      <a:r>
                        <a:rPr lang="en-DE" sz="2800" b="0" i="0" u="none" strike="noStrike" kern="1200">
                          <a:solidFill>
                            <a:srgbClr val="000000"/>
                          </a:solidFill>
                          <a:effectLst/>
                          <a:latin typeface="Arial" panose="020B0604020202020204" pitchFamily="34" charset="0"/>
                          <a:ea typeface="+mn-ea"/>
                          <a:cs typeface="+mn-cs"/>
                        </a:rPr>
                        <a:t>6,850,257</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marL="0" marR="0" lvl="0" indent="0" algn="ctr" defTabSz="1828800" rtl="0" eaLnBrk="1" fontAlgn="ctr" latinLnBrk="0" hangingPunct="1">
                        <a:lnSpc>
                          <a:spcPct val="100000"/>
                        </a:lnSpc>
                        <a:spcBef>
                          <a:spcPts val="0"/>
                        </a:spcBef>
                        <a:spcAft>
                          <a:spcPts val="0"/>
                        </a:spcAft>
                        <a:buClrTx/>
                        <a:buSzTx/>
                        <a:buFontTx/>
                        <a:buNone/>
                        <a:tabLst/>
                        <a:defRPr/>
                      </a:pPr>
                      <a:r>
                        <a:rPr lang="en-GB" sz="2800" b="0" i="0" u="none" strike="noStrike" noProof="0">
                          <a:solidFill>
                            <a:srgbClr val="000000"/>
                          </a:solidFill>
                          <a:effectLst/>
                          <a:latin typeface="Arial" panose="020B0604020202020204" pitchFamily="34" charset="0"/>
                        </a:rPr>
                        <a:t>£ </a:t>
                      </a:r>
                      <a:r>
                        <a:rPr lang="en-DE" sz="2800" b="0" i="0" u="none" strike="noStrike" kern="1200">
                          <a:solidFill>
                            <a:srgbClr val="000000"/>
                          </a:solidFill>
                          <a:effectLst/>
                          <a:latin typeface="Arial" panose="020B0604020202020204" pitchFamily="34" charset="0"/>
                          <a:ea typeface="+mn-ea"/>
                          <a:cs typeface="+mn-cs"/>
                        </a:rPr>
                        <a:t>9,895,699</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marL="0" marR="0" lvl="0" indent="0" algn="ctr" defTabSz="1828800" rtl="0" eaLnBrk="1" fontAlgn="ctr" latinLnBrk="0" hangingPunct="1">
                        <a:lnSpc>
                          <a:spcPct val="100000"/>
                        </a:lnSpc>
                        <a:spcBef>
                          <a:spcPts val="0"/>
                        </a:spcBef>
                        <a:spcAft>
                          <a:spcPts val="0"/>
                        </a:spcAft>
                        <a:buClrTx/>
                        <a:buSzTx/>
                        <a:buFontTx/>
                        <a:buNone/>
                        <a:tabLst/>
                        <a:defRPr/>
                      </a:pPr>
                      <a:r>
                        <a:rPr lang="en-GB" sz="2800" b="0" i="0" u="none" strike="noStrike" noProof="0" dirty="0">
                          <a:solidFill>
                            <a:srgbClr val="000000"/>
                          </a:solidFill>
                          <a:effectLst/>
                          <a:latin typeface="Arial" panose="020B0604020202020204" pitchFamily="34" charset="0"/>
                        </a:rPr>
                        <a:t>£ </a:t>
                      </a:r>
                      <a:r>
                        <a:rPr lang="en-DE" sz="2800" b="0" i="0" u="none" strike="noStrike" kern="1200" dirty="0">
                          <a:solidFill>
                            <a:srgbClr val="000000"/>
                          </a:solidFill>
                          <a:effectLst/>
                          <a:latin typeface="Arial" panose="020B0604020202020204" pitchFamily="34" charset="0"/>
                          <a:ea typeface="+mn-ea"/>
                          <a:cs typeface="+mn-cs"/>
                        </a:rPr>
                        <a:t>6,731,054</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292303735"/>
                  </a:ext>
                </a:extLst>
              </a:tr>
            </a:tbl>
          </a:graphicData>
        </a:graphic>
      </p:graphicFrame>
      <p:sp>
        <p:nvSpPr>
          <p:cNvPr id="5" name="TextBox 4">
            <a:extLst>
              <a:ext uri="{FF2B5EF4-FFF2-40B4-BE49-F238E27FC236}">
                <a16:creationId xmlns:a16="http://schemas.microsoft.com/office/drawing/2014/main" id="{1A3EE6A9-3E55-C726-0530-53A3012A3A5E}"/>
              </a:ext>
            </a:extLst>
          </p:cNvPr>
          <p:cNvSpPr txBox="1"/>
          <p:nvPr/>
        </p:nvSpPr>
        <p:spPr>
          <a:xfrm>
            <a:off x="21438347" y="497280"/>
            <a:ext cx="2236510" cy="1477328"/>
          </a:xfrm>
          <a:prstGeom prst="rect">
            <a:avLst/>
          </a:prstGeom>
          <a:noFill/>
        </p:spPr>
        <p:txBody>
          <a:bodyPr wrap="none" rtlCol="0">
            <a:spAutoFit/>
          </a:bodyPr>
          <a:lstStyle/>
          <a:p>
            <a:pPr algn="l"/>
            <a:r>
              <a:rPr lang="en-GB" sz="1800" noProof="0">
                <a:solidFill>
                  <a:schemeClr val="bg2"/>
                </a:solidFill>
              </a:rPr>
              <a:t>TBC:</a:t>
            </a:r>
          </a:p>
          <a:p>
            <a:pPr marL="285750" indent="-285750" algn="l">
              <a:buFontTx/>
              <a:buChar char="-"/>
            </a:pPr>
            <a:r>
              <a:rPr lang="en-GB" noProof="0">
                <a:solidFill>
                  <a:schemeClr val="bg2"/>
                </a:solidFill>
              </a:rPr>
              <a:t>Backup</a:t>
            </a:r>
          </a:p>
          <a:p>
            <a:pPr marL="285750" indent="-285750" algn="l">
              <a:buFontTx/>
              <a:buChar char="-"/>
            </a:pPr>
            <a:r>
              <a:rPr lang="en-GB" sz="1800" noProof="0">
                <a:solidFill>
                  <a:schemeClr val="bg2"/>
                </a:solidFill>
              </a:rPr>
              <a:t>DB Costs</a:t>
            </a:r>
          </a:p>
          <a:p>
            <a:pPr algn="l"/>
            <a:r>
              <a:rPr lang="en-GB" sz="1800" noProof="0">
                <a:solidFill>
                  <a:schemeClr val="bg2"/>
                </a:solidFill>
              </a:rPr>
              <a:t>- Operations Costs?</a:t>
            </a:r>
          </a:p>
          <a:p>
            <a:pPr algn="l"/>
            <a:r>
              <a:rPr lang="en-GB" noProof="0">
                <a:solidFill>
                  <a:schemeClr val="bg2"/>
                </a:solidFill>
              </a:rPr>
              <a:t>- Migration Costs?</a:t>
            </a:r>
            <a:endParaRPr lang="en-GB" sz="1800" noProof="0">
              <a:solidFill>
                <a:schemeClr val="bg2"/>
              </a:solidFill>
            </a:endParaRPr>
          </a:p>
        </p:txBody>
      </p:sp>
    </p:spTree>
    <p:extLst>
      <p:ext uri="{BB962C8B-B14F-4D97-AF65-F5344CB8AC3E}">
        <p14:creationId xmlns:p14="http://schemas.microsoft.com/office/powerpoint/2010/main" val="171617581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11318D-4533-8B7B-7D17-4A4584F3375B}"/>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493AABD-9AFC-ACCB-CA3F-4B95BDEE79FD}"/>
              </a:ext>
            </a:extLst>
          </p:cNvPr>
          <p:cNvSpPr txBox="1"/>
          <p:nvPr/>
        </p:nvSpPr>
        <p:spPr>
          <a:xfrm>
            <a:off x="406009" y="473476"/>
            <a:ext cx="8965916" cy="1046440"/>
          </a:xfrm>
          <a:prstGeom prst="rect">
            <a:avLst/>
          </a:prstGeom>
          <a:noFill/>
        </p:spPr>
        <p:txBody>
          <a:bodyPr wrap="none" rtlCol="0">
            <a:spAutoFit/>
          </a:bodyPr>
          <a:lstStyle/>
          <a:p>
            <a:r>
              <a:rPr lang="en-US" sz="6200">
                <a:solidFill>
                  <a:srgbClr val="FF0000"/>
                </a:solidFill>
                <a:latin typeface="Fira Sans Light" panose="020B0403050000020004" pitchFamily="34" charset="0"/>
              </a:rPr>
              <a:t>[Client] – On-Premise Costs</a:t>
            </a:r>
            <a:endParaRPr lang="en-GB" sz="6200">
              <a:solidFill>
                <a:srgbClr val="FF0000"/>
              </a:solidFill>
              <a:latin typeface="Fira Sans Light" panose="020B0403050000020004" pitchFamily="34" charset="0"/>
            </a:endParaRPr>
          </a:p>
        </p:txBody>
      </p:sp>
      <p:graphicFrame>
        <p:nvGraphicFramePr>
          <p:cNvPr id="6" name="Table 5">
            <a:extLst>
              <a:ext uri="{FF2B5EF4-FFF2-40B4-BE49-F238E27FC236}">
                <a16:creationId xmlns:a16="http://schemas.microsoft.com/office/drawing/2014/main" id="{DFEAFBD0-B91A-6083-759D-B32598539DD2}"/>
              </a:ext>
            </a:extLst>
          </p:cNvPr>
          <p:cNvGraphicFramePr>
            <a:graphicFrameLocks noGrp="1"/>
          </p:cNvGraphicFramePr>
          <p:nvPr>
            <p:extLst>
              <p:ext uri="{D42A27DB-BD31-4B8C-83A1-F6EECF244321}">
                <p14:modId xmlns:p14="http://schemas.microsoft.com/office/powerpoint/2010/main" val="377275900"/>
              </p:ext>
            </p:extLst>
          </p:nvPr>
        </p:nvGraphicFramePr>
        <p:xfrm>
          <a:off x="419572" y="2322003"/>
          <a:ext cx="23544855" cy="10507346"/>
        </p:xfrm>
        <a:graphic>
          <a:graphicData uri="http://schemas.openxmlformats.org/drawingml/2006/table">
            <a:tbl>
              <a:tblPr>
                <a:tableStyleId>{5C22544A-7EE6-4342-B048-85BDC9FD1C3A}</a:tableStyleId>
              </a:tblPr>
              <a:tblGrid>
                <a:gridCol w="2213172">
                  <a:extLst>
                    <a:ext uri="{9D8B030D-6E8A-4147-A177-3AD203B41FA5}">
                      <a16:colId xmlns:a16="http://schemas.microsoft.com/office/drawing/2014/main" val="817237507"/>
                    </a:ext>
                  </a:extLst>
                </a:gridCol>
                <a:gridCol w="1988864">
                  <a:extLst>
                    <a:ext uri="{9D8B030D-6E8A-4147-A177-3AD203B41FA5}">
                      <a16:colId xmlns:a16="http://schemas.microsoft.com/office/drawing/2014/main" val="2958723704"/>
                    </a:ext>
                  </a:extLst>
                </a:gridCol>
                <a:gridCol w="4184370">
                  <a:extLst>
                    <a:ext uri="{9D8B030D-6E8A-4147-A177-3AD203B41FA5}">
                      <a16:colId xmlns:a16="http://schemas.microsoft.com/office/drawing/2014/main" val="3762254360"/>
                    </a:ext>
                  </a:extLst>
                </a:gridCol>
                <a:gridCol w="5565551">
                  <a:extLst>
                    <a:ext uri="{9D8B030D-6E8A-4147-A177-3AD203B41FA5}">
                      <a16:colId xmlns:a16="http://schemas.microsoft.com/office/drawing/2014/main" val="925842505"/>
                    </a:ext>
                  </a:extLst>
                </a:gridCol>
                <a:gridCol w="1555802">
                  <a:extLst>
                    <a:ext uri="{9D8B030D-6E8A-4147-A177-3AD203B41FA5}">
                      <a16:colId xmlns:a16="http://schemas.microsoft.com/office/drawing/2014/main" val="1430550261"/>
                    </a:ext>
                  </a:extLst>
                </a:gridCol>
                <a:gridCol w="1348981">
                  <a:extLst>
                    <a:ext uri="{9D8B030D-6E8A-4147-A177-3AD203B41FA5}">
                      <a16:colId xmlns:a16="http://schemas.microsoft.com/office/drawing/2014/main" val="3859044359"/>
                    </a:ext>
                  </a:extLst>
                </a:gridCol>
                <a:gridCol w="976479">
                  <a:extLst>
                    <a:ext uri="{9D8B030D-6E8A-4147-A177-3AD203B41FA5}">
                      <a16:colId xmlns:a16="http://schemas.microsoft.com/office/drawing/2014/main" val="1512500502"/>
                    </a:ext>
                  </a:extLst>
                </a:gridCol>
                <a:gridCol w="1323224">
                  <a:extLst>
                    <a:ext uri="{9D8B030D-6E8A-4147-A177-3AD203B41FA5}">
                      <a16:colId xmlns:a16="http://schemas.microsoft.com/office/drawing/2014/main" val="2267847870"/>
                    </a:ext>
                  </a:extLst>
                </a:gridCol>
                <a:gridCol w="1828243">
                  <a:extLst>
                    <a:ext uri="{9D8B030D-6E8A-4147-A177-3AD203B41FA5}">
                      <a16:colId xmlns:a16="http://schemas.microsoft.com/office/drawing/2014/main" val="49976747"/>
                    </a:ext>
                  </a:extLst>
                </a:gridCol>
                <a:gridCol w="1083095">
                  <a:extLst>
                    <a:ext uri="{9D8B030D-6E8A-4147-A177-3AD203B41FA5}">
                      <a16:colId xmlns:a16="http://schemas.microsoft.com/office/drawing/2014/main" val="1886982422"/>
                    </a:ext>
                  </a:extLst>
                </a:gridCol>
                <a:gridCol w="1477074">
                  <a:extLst>
                    <a:ext uri="{9D8B030D-6E8A-4147-A177-3AD203B41FA5}">
                      <a16:colId xmlns:a16="http://schemas.microsoft.com/office/drawing/2014/main" val="2176566093"/>
                    </a:ext>
                  </a:extLst>
                </a:gridCol>
              </a:tblGrid>
              <a:tr h="613703">
                <a:tc>
                  <a:txBody>
                    <a:bodyPr/>
                    <a:lstStyle/>
                    <a:p>
                      <a:pPr algn="l" fontAlgn="b">
                        <a:buNone/>
                      </a:pPr>
                      <a:r>
                        <a:rPr lang="en-GB" sz="1600" u="none" strike="noStrike">
                          <a:effectLst/>
                          <a:latin typeface="+mn-lt"/>
                        </a:rPr>
                        <a:t>Category</a:t>
                      </a:r>
                      <a:endParaRPr lang="en-GB" sz="1600" b="1" i="0" u="none" strike="noStrike">
                        <a:solidFill>
                          <a:srgbClr val="FFFFFF"/>
                        </a:solidFill>
                        <a:effectLst/>
                        <a:latin typeface="+mn-lt"/>
                      </a:endParaRPr>
                    </a:p>
                  </a:txBody>
                  <a:tcPr marL="0" marR="0" marT="0" marB="0" anchor="b">
                    <a:solidFill>
                      <a:schemeClr val="accent4">
                        <a:lumMod val="20000"/>
                        <a:lumOff val="80000"/>
                      </a:schemeClr>
                    </a:solidFill>
                  </a:tcPr>
                </a:tc>
                <a:tc>
                  <a:txBody>
                    <a:bodyPr/>
                    <a:lstStyle/>
                    <a:p>
                      <a:pPr algn="l" fontAlgn="b">
                        <a:buNone/>
                      </a:pPr>
                      <a:r>
                        <a:rPr lang="en-GB" sz="1600" u="none" strike="noStrike">
                          <a:effectLst/>
                          <a:latin typeface="+mn-lt"/>
                        </a:rPr>
                        <a:t>Subcategory</a:t>
                      </a:r>
                      <a:endParaRPr lang="en-GB" sz="1600" b="1" i="0" u="none" strike="noStrike">
                        <a:solidFill>
                          <a:srgbClr val="FFFFFF"/>
                        </a:solidFill>
                        <a:effectLst/>
                        <a:latin typeface="+mn-lt"/>
                      </a:endParaRPr>
                    </a:p>
                  </a:txBody>
                  <a:tcPr marL="0" marR="0" marT="0" marB="0" anchor="b">
                    <a:solidFill>
                      <a:schemeClr val="accent4">
                        <a:lumMod val="20000"/>
                        <a:lumOff val="80000"/>
                      </a:schemeClr>
                    </a:solidFill>
                  </a:tcPr>
                </a:tc>
                <a:tc>
                  <a:txBody>
                    <a:bodyPr/>
                    <a:lstStyle/>
                    <a:p>
                      <a:pPr algn="l" fontAlgn="b">
                        <a:buNone/>
                      </a:pPr>
                      <a:r>
                        <a:rPr lang="en-GB" sz="1600" u="none" strike="noStrike">
                          <a:effectLst/>
                          <a:latin typeface="+mn-lt"/>
                        </a:rPr>
                        <a:t>Cost Item</a:t>
                      </a:r>
                      <a:endParaRPr lang="en-GB" sz="1600" b="1" i="0" u="none" strike="noStrike">
                        <a:solidFill>
                          <a:srgbClr val="FFFFFF"/>
                        </a:solidFill>
                        <a:effectLst/>
                        <a:latin typeface="+mn-lt"/>
                      </a:endParaRPr>
                    </a:p>
                  </a:txBody>
                  <a:tcPr marL="0" marR="0" marT="0" marB="0" anchor="b">
                    <a:solidFill>
                      <a:schemeClr val="accent4">
                        <a:lumMod val="20000"/>
                        <a:lumOff val="80000"/>
                      </a:schemeClr>
                    </a:solidFill>
                  </a:tcPr>
                </a:tc>
                <a:tc>
                  <a:txBody>
                    <a:bodyPr/>
                    <a:lstStyle/>
                    <a:p>
                      <a:pPr algn="l" fontAlgn="b">
                        <a:buNone/>
                      </a:pPr>
                      <a:r>
                        <a:rPr lang="en-GB" sz="1600" u="none" strike="noStrike">
                          <a:effectLst/>
                          <a:latin typeface="+mn-lt"/>
                        </a:rPr>
                        <a:t>Description / Scope</a:t>
                      </a:r>
                      <a:endParaRPr lang="en-GB" sz="1600" b="1" i="0" u="none" strike="noStrike">
                        <a:solidFill>
                          <a:srgbClr val="FFFFFF"/>
                        </a:solidFill>
                        <a:effectLst/>
                        <a:latin typeface="+mn-lt"/>
                      </a:endParaRPr>
                    </a:p>
                  </a:txBody>
                  <a:tcPr marL="0" marR="0" marT="0" marB="0" anchor="b">
                    <a:solidFill>
                      <a:schemeClr val="accent4">
                        <a:lumMod val="20000"/>
                        <a:lumOff val="80000"/>
                      </a:schemeClr>
                    </a:solidFill>
                  </a:tcPr>
                </a:tc>
                <a:tc>
                  <a:txBody>
                    <a:bodyPr/>
                    <a:lstStyle/>
                    <a:p>
                      <a:pPr algn="l" fontAlgn="b">
                        <a:buNone/>
                      </a:pPr>
                      <a:r>
                        <a:rPr lang="en-GB" sz="1600" u="none" strike="noStrike">
                          <a:effectLst/>
                          <a:latin typeface="+mn-lt"/>
                        </a:rPr>
                        <a:t>Vendor</a:t>
                      </a:r>
                      <a:endParaRPr lang="en-GB" sz="1600" b="1" i="0" u="none" strike="noStrike">
                        <a:solidFill>
                          <a:srgbClr val="FFFFFF"/>
                        </a:solidFill>
                        <a:effectLst/>
                        <a:latin typeface="+mn-lt"/>
                      </a:endParaRPr>
                    </a:p>
                  </a:txBody>
                  <a:tcPr marL="0" marR="0" marT="0" marB="0" anchor="b">
                    <a:solidFill>
                      <a:schemeClr val="accent4">
                        <a:lumMod val="20000"/>
                        <a:lumOff val="80000"/>
                      </a:schemeClr>
                    </a:solidFill>
                  </a:tcPr>
                </a:tc>
                <a:tc>
                  <a:txBody>
                    <a:bodyPr/>
                    <a:lstStyle/>
                    <a:p>
                      <a:pPr algn="l" fontAlgn="b">
                        <a:buNone/>
                      </a:pPr>
                      <a:r>
                        <a:rPr lang="en-GB" sz="1600" u="none" strike="noStrike">
                          <a:effectLst/>
                          <a:latin typeface="+mn-lt"/>
                        </a:rPr>
                        <a:t>Portability / Entitlements</a:t>
                      </a:r>
                      <a:endParaRPr lang="en-GB" sz="1600" b="1" i="0" u="none" strike="noStrike">
                        <a:solidFill>
                          <a:srgbClr val="FFFFFF"/>
                        </a:solidFill>
                        <a:effectLst/>
                        <a:latin typeface="+mn-lt"/>
                      </a:endParaRPr>
                    </a:p>
                  </a:txBody>
                  <a:tcPr marL="0" marR="0" marT="0" marB="0" anchor="b">
                    <a:solidFill>
                      <a:schemeClr val="accent4">
                        <a:lumMod val="20000"/>
                        <a:lumOff val="80000"/>
                      </a:schemeClr>
                    </a:solidFill>
                  </a:tcPr>
                </a:tc>
                <a:tc>
                  <a:txBody>
                    <a:bodyPr/>
                    <a:lstStyle/>
                    <a:p>
                      <a:pPr algn="ctr" fontAlgn="b">
                        <a:buNone/>
                      </a:pPr>
                      <a:r>
                        <a:rPr lang="en-GB" sz="1600" u="none" strike="noStrike">
                          <a:effectLst/>
                          <a:latin typeface="+mn-lt"/>
                        </a:rPr>
                        <a:t>Cost Type </a:t>
                      </a:r>
                      <a:endParaRPr lang="en-GB" sz="1600" b="1" i="0" u="none" strike="noStrike">
                        <a:solidFill>
                          <a:srgbClr val="FFFFFF"/>
                        </a:solidFill>
                        <a:effectLst/>
                        <a:latin typeface="+mn-lt"/>
                      </a:endParaRPr>
                    </a:p>
                  </a:txBody>
                  <a:tcPr marL="0" marR="0" marT="0" marB="0" anchor="b">
                    <a:solidFill>
                      <a:schemeClr val="accent4">
                        <a:lumMod val="20000"/>
                        <a:lumOff val="80000"/>
                      </a:schemeClr>
                    </a:solidFill>
                  </a:tcPr>
                </a:tc>
                <a:tc>
                  <a:txBody>
                    <a:bodyPr/>
                    <a:lstStyle/>
                    <a:p>
                      <a:pPr algn="ctr" fontAlgn="b">
                        <a:buNone/>
                      </a:pPr>
                      <a:r>
                        <a:rPr lang="en-GB" sz="1600" u="none" strike="noStrike">
                          <a:effectLst/>
                          <a:latin typeface="+mn-lt"/>
                        </a:rPr>
                        <a:t>Input Basis</a:t>
                      </a:r>
                      <a:endParaRPr lang="en-GB" sz="1600" b="1" i="0" u="none" strike="noStrike">
                        <a:solidFill>
                          <a:srgbClr val="FFFFFF"/>
                        </a:solidFill>
                        <a:effectLst/>
                        <a:latin typeface="+mn-lt"/>
                      </a:endParaRPr>
                    </a:p>
                  </a:txBody>
                  <a:tcPr marL="0" marR="0" marT="0" marB="0" anchor="b">
                    <a:solidFill>
                      <a:schemeClr val="accent4">
                        <a:lumMod val="20000"/>
                        <a:lumOff val="80000"/>
                      </a:schemeClr>
                    </a:solidFill>
                  </a:tcPr>
                </a:tc>
                <a:tc>
                  <a:txBody>
                    <a:bodyPr/>
                    <a:lstStyle/>
                    <a:p>
                      <a:pPr algn="l" fontAlgn="b">
                        <a:buNone/>
                      </a:pPr>
                      <a:r>
                        <a:rPr lang="en-GB" sz="1600" u="none" strike="noStrike">
                          <a:effectLst/>
                          <a:latin typeface="+mn-lt"/>
                        </a:rPr>
                        <a:t>Input Amount (GBP)</a:t>
                      </a:r>
                      <a:endParaRPr lang="en-GB" sz="1600" b="1" i="0" u="none" strike="noStrike">
                        <a:solidFill>
                          <a:srgbClr val="FFFFFF"/>
                        </a:solidFill>
                        <a:effectLst/>
                        <a:latin typeface="+mn-lt"/>
                      </a:endParaRPr>
                    </a:p>
                  </a:txBody>
                  <a:tcPr marL="0" marR="0" marT="0" marB="0" anchor="b">
                    <a:solidFill>
                      <a:schemeClr val="accent4">
                        <a:lumMod val="20000"/>
                        <a:lumOff val="80000"/>
                      </a:schemeClr>
                    </a:solidFill>
                  </a:tcPr>
                </a:tc>
                <a:tc>
                  <a:txBody>
                    <a:bodyPr/>
                    <a:lstStyle/>
                    <a:p>
                      <a:pPr algn="ctr" fontAlgn="b">
                        <a:buNone/>
                      </a:pPr>
                      <a:r>
                        <a:rPr lang="en-GB" sz="1600" u="none" strike="noStrike">
                          <a:effectLst/>
                          <a:latin typeface="+mn-lt"/>
                        </a:rPr>
                        <a:t>Dep. (yrs)</a:t>
                      </a:r>
                      <a:endParaRPr lang="en-GB" sz="1600" b="1" i="0" u="none" strike="noStrike">
                        <a:solidFill>
                          <a:srgbClr val="FFFFFF"/>
                        </a:solidFill>
                        <a:effectLst/>
                        <a:latin typeface="+mn-lt"/>
                      </a:endParaRPr>
                    </a:p>
                  </a:txBody>
                  <a:tcPr marL="0" marR="0" marT="0" marB="0" anchor="b">
                    <a:solidFill>
                      <a:schemeClr val="accent4">
                        <a:lumMod val="20000"/>
                        <a:lumOff val="80000"/>
                      </a:schemeClr>
                    </a:solidFill>
                  </a:tcPr>
                </a:tc>
                <a:tc>
                  <a:txBody>
                    <a:bodyPr/>
                    <a:lstStyle/>
                    <a:p>
                      <a:pPr algn="l" fontAlgn="b">
                        <a:buNone/>
                      </a:pPr>
                      <a:r>
                        <a:rPr lang="en-GB" sz="1600" u="none" strike="noStrike">
                          <a:effectLst/>
                          <a:latin typeface="+mn-lt"/>
                        </a:rPr>
                        <a:t>Annualized Cost </a:t>
                      </a:r>
                    </a:p>
                    <a:p>
                      <a:pPr algn="l" fontAlgn="b">
                        <a:buNone/>
                      </a:pPr>
                      <a:r>
                        <a:rPr lang="en-GB" sz="1600" u="none" strike="noStrike">
                          <a:effectLst/>
                          <a:latin typeface="+mn-lt"/>
                        </a:rPr>
                        <a:t>(GBP)</a:t>
                      </a:r>
                      <a:endParaRPr lang="en-GB" sz="1600" b="1" i="0" u="none" strike="noStrike">
                        <a:solidFill>
                          <a:srgbClr val="FFFFFF"/>
                        </a:solidFill>
                        <a:effectLst/>
                        <a:latin typeface="+mn-lt"/>
                      </a:endParaRPr>
                    </a:p>
                  </a:txBody>
                  <a:tcPr marL="0" marR="0" marT="0" marB="0" anchor="b">
                    <a:solidFill>
                      <a:schemeClr val="accent4">
                        <a:lumMod val="20000"/>
                        <a:lumOff val="80000"/>
                      </a:schemeClr>
                    </a:solidFill>
                  </a:tcPr>
                </a:tc>
                <a:extLst>
                  <a:ext uri="{0D108BD9-81ED-4DB2-BD59-A6C34878D82A}">
                    <a16:rowId xmlns:a16="http://schemas.microsoft.com/office/drawing/2014/main" val="3263377493"/>
                  </a:ext>
                </a:extLst>
              </a:tr>
              <a:tr h="486092">
                <a:tc>
                  <a:txBody>
                    <a:bodyPr/>
                    <a:lstStyle/>
                    <a:p>
                      <a:pPr algn="l" fontAlgn="b">
                        <a:buNone/>
                      </a:pPr>
                      <a:r>
                        <a:rPr lang="en-GB" sz="1600" u="none" strike="noStrike">
                          <a:effectLst/>
                          <a:latin typeface="+mn-lt"/>
                        </a:rPr>
                        <a:t>Compute &amp; Storage</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Server Hardware</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Server hardware costs (purchase/lease)</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Purchase/lease costs; include depreciation schedule and refresh cycle</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TBD</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TBD</a:t>
                      </a:r>
                      <a:endParaRPr lang="en-GB" sz="1600" b="0" i="0" u="none" strike="noStrike">
                        <a:solidFill>
                          <a:srgbClr val="000000"/>
                        </a:solidFill>
                        <a:effectLst/>
                        <a:latin typeface="+mn-lt"/>
                      </a:endParaRPr>
                    </a:p>
                  </a:txBody>
                  <a:tcPr marL="0" marR="0" marT="0" marB="0" anchor="b"/>
                </a:tc>
                <a:tc>
                  <a:txBody>
                    <a:bodyPr/>
                    <a:lstStyle/>
                    <a:p>
                      <a:pPr algn="ctr" fontAlgn="b">
                        <a:buNone/>
                      </a:pPr>
                      <a:r>
                        <a:rPr lang="en-GB" sz="1600" u="none" strike="noStrike">
                          <a:effectLst/>
                          <a:latin typeface="+mn-lt"/>
                        </a:rPr>
                        <a:t>Capex</a:t>
                      </a:r>
                      <a:endParaRPr lang="en-GB" sz="1600" b="0" i="0" u="none" strike="noStrike">
                        <a:solidFill>
                          <a:srgbClr val="000000"/>
                        </a:solidFill>
                        <a:effectLst/>
                        <a:latin typeface="+mn-lt"/>
                      </a:endParaRPr>
                    </a:p>
                  </a:txBody>
                  <a:tcPr marL="0" marR="0" marT="0" marB="0" anchor="b"/>
                </a:tc>
                <a:tc>
                  <a:txBody>
                    <a:bodyPr/>
                    <a:lstStyle/>
                    <a:p>
                      <a:pPr algn="ctr" fontAlgn="b">
                        <a:buNone/>
                      </a:pPr>
                      <a:r>
                        <a:rPr lang="en-GB" sz="1600" u="none" strike="noStrike">
                          <a:effectLst/>
                          <a:latin typeface="+mn-lt"/>
                        </a:rPr>
                        <a:t>Capex</a:t>
                      </a:r>
                      <a:endParaRPr lang="en-GB" sz="1600" b="0" i="0" u="none" strike="noStrike">
                        <a:solidFill>
                          <a:srgbClr val="000000"/>
                        </a:solidFill>
                        <a:effectLst/>
                        <a:latin typeface="+mn-lt"/>
                      </a:endParaRPr>
                    </a:p>
                  </a:txBody>
                  <a:tcPr marL="0" marR="0" marT="0" marB="0" anchor="b"/>
                </a:tc>
                <a:tc>
                  <a:txBody>
                    <a:bodyPr/>
                    <a:lstStyle/>
                    <a:p>
                      <a:pPr algn="r" fontAlgn="b">
                        <a:buNone/>
                      </a:pPr>
                      <a:r>
                        <a:rPr lang="en-DE" sz="1600" u="none" strike="noStrike">
                          <a:effectLst/>
                          <a:latin typeface="+mn-lt"/>
                        </a:rPr>
                        <a:t>£1.262.234</a:t>
                      </a:r>
                      <a:endParaRPr lang="en-DE" sz="1600" b="0" i="0" u="none" strike="noStrike">
                        <a:solidFill>
                          <a:srgbClr val="000000"/>
                        </a:solidFill>
                        <a:effectLst/>
                        <a:latin typeface="+mn-lt"/>
                      </a:endParaRPr>
                    </a:p>
                  </a:txBody>
                  <a:tcPr marL="0" marR="0" marT="0" marB="0" anchor="b"/>
                </a:tc>
                <a:tc>
                  <a:txBody>
                    <a:bodyPr/>
                    <a:lstStyle/>
                    <a:p>
                      <a:pPr algn="ctr" fontAlgn="b">
                        <a:buNone/>
                      </a:pPr>
                      <a:r>
                        <a:rPr lang="en-DE" sz="1600" u="none" strike="noStrike">
                          <a:effectLst/>
                          <a:latin typeface="+mn-lt"/>
                        </a:rPr>
                        <a:t>5</a:t>
                      </a:r>
                      <a:endParaRPr lang="en-DE" sz="1600" b="0" i="0" u="none" strike="noStrike">
                        <a:solidFill>
                          <a:srgbClr val="000000"/>
                        </a:solidFill>
                        <a:effectLst/>
                        <a:latin typeface="+mn-lt"/>
                      </a:endParaRPr>
                    </a:p>
                  </a:txBody>
                  <a:tcPr marL="0" marR="0" marT="0" marB="0" anchor="b"/>
                </a:tc>
                <a:tc>
                  <a:txBody>
                    <a:bodyPr/>
                    <a:lstStyle/>
                    <a:p>
                      <a:pPr algn="r" fontAlgn="b">
                        <a:buNone/>
                      </a:pPr>
                      <a:r>
                        <a:rPr lang="en-DE" sz="1600" u="none" strike="noStrike">
                          <a:effectLst/>
                          <a:latin typeface="+mn-lt"/>
                        </a:rPr>
                        <a:t>£252.447</a:t>
                      </a:r>
                      <a:endParaRPr lang="en-DE" sz="1600" b="0" i="0" u="none" strike="noStrike">
                        <a:solidFill>
                          <a:srgbClr val="000000"/>
                        </a:solidFill>
                        <a:effectLst/>
                        <a:latin typeface="+mn-lt"/>
                      </a:endParaRPr>
                    </a:p>
                  </a:txBody>
                  <a:tcPr marL="0" marR="0" marT="0" marB="0" anchor="b"/>
                </a:tc>
                <a:extLst>
                  <a:ext uri="{0D108BD9-81ED-4DB2-BD59-A6C34878D82A}">
                    <a16:rowId xmlns:a16="http://schemas.microsoft.com/office/drawing/2014/main" val="1862521062"/>
                  </a:ext>
                </a:extLst>
              </a:tr>
              <a:tr h="486092">
                <a:tc>
                  <a:txBody>
                    <a:bodyPr/>
                    <a:lstStyle/>
                    <a:p>
                      <a:pPr algn="l" fontAlgn="b">
                        <a:buNone/>
                      </a:pPr>
                      <a:r>
                        <a:rPr lang="en-GB" sz="1600" u="none" strike="noStrike">
                          <a:effectLst/>
                          <a:latin typeface="+mn-lt"/>
                        </a:rPr>
                        <a:t>Compute &amp; Storage</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Hardware Maintenance</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Hardware maintenance</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Annual maintenance/support for server hardware</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TBD</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N/A</a:t>
                      </a:r>
                      <a:endParaRPr lang="en-GB" sz="1600" b="0" i="0" u="none" strike="noStrike">
                        <a:solidFill>
                          <a:srgbClr val="000000"/>
                        </a:solidFill>
                        <a:effectLst/>
                        <a:latin typeface="+mn-lt"/>
                      </a:endParaRPr>
                    </a:p>
                  </a:txBody>
                  <a:tcPr marL="0" marR="0" marT="0" marB="0" anchor="b"/>
                </a:tc>
                <a:tc>
                  <a:txBody>
                    <a:bodyPr/>
                    <a:lstStyle/>
                    <a:p>
                      <a:pPr algn="ctr" fontAlgn="b">
                        <a:buNone/>
                      </a:pPr>
                      <a:r>
                        <a:rPr lang="en-GB" sz="1600" u="none" strike="noStrike">
                          <a:effectLst/>
                          <a:latin typeface="+mn-lt"/>
                        </a:rPr>
                        <a:t>Opex</a:t>
                      </a:r>
                      <a:endParaRPr lang="en-GB" sz="1600" b="0" i="0" u="none" strike="noStrike">
                        <a:solidFill>
                          <a:srgbClr val="000000"/>
                        </a:solidFill>
                        <a:effectLst/>
                        <a:latin typeface="+mn-lt"/>
                      </a:endParaRPr>
                    </a:p>
                  </a:txBody>
                  <a:tcPr marL="0" marR="0" marT="0" marB="0" anchor="b"/>
                </a:tc>
                <a:tc>
                  <a:txBody>
                    <a:bodyPr/>
                    <a:lstStyle/>
                    <a:p>
                      <a:pPr algn="ctr" fontAlgn="b">
                        <a:buNone/>
                      </a:pPr>
                      <a:r>
                        <a:rPr lang="en-GB" sz="1600" u="none" strike="noStrike">
                          <a:effectLst/>
                          <a:latin typeface="+mn-lt"/>
                        </a:rPr>
                        <a:t>Annual</a:t>
                      </a:r>
                      <a:endParaRPr lang="en-GB" sz="1600" b="0" i="0" u="none" strike="noStrike">
                        <a:solidFill>
                          <a:srgbClr val="000000"/>
                        </a:solidFill>
                        <a:effectLst/>
                        <a:latin typeface="+mn-lt"/>
                      </a:endParaRPr>
                    </a:p>
                  </a:txBody>
                  <a:tcPr marL="0" marR="0" marT="0" marB="0" anchor="b"/>
                </a:tc>
                <a:tc>
                  <a:txBody>
                    <a:bodyPr/>
                    <a:lstStyle/>
                    <a:p>
                      <a:pPr algn="r" fontAlgn="b">
                        <a:buNone/>
                      </a:pPr>
                      <a:r>
                        <a:rPr lang="en-DE" sz="1600" u="none" strike="noStrike">
                          <a:effectLst/>
                          <a:latin typeface="+mn-lt"/>
                        </a:rPr>
                        <a:t>£5.000</a:t>
                      </a:r>
                      <a:endParaRPr lang="en-DE" sz="1600" b="0" i="0" u="none" strike="noStrike">
                        <a:solidFill>
                          <a:srgbClr val="000000"/>
                        </a:solidFill>
                        <a:effectLst/>
                        <a:latin typeface="+mn-lt"/>
                      </a:endParaRPr>
                    </a:p>
                  </a:txBody>
                  <a:tcPr marL="0" marR="0" marT="0" marB="0" anchor="b"/>
                </a:tc>
                <a:tc>
                  <a:txBody>
                    <a:bodyPr/>
                    <a:lstStyle/>
                    <a:p>
                      <a:pPr algn="ctr" fontAlgn="b">
                        <a:buNone/>
                      </a:pPr>
                      <a:endParaRPr lang="en-DE" sz="1600" b="0" i="0" u="none" strike="noStrike">
                        <a:solidFill>
                          <a:srgbClr val="000000"/>
                        </a:solidFill>
                        <a:effectLst/>
                        <a:latin typeface="+mn-lt"/>
                      </a:endParaRPr>
                    </a:p>
                  </a:txBody>
                  <a:tcPr marL="0" marR="0" marT="0" marB="0" anchor="b"/>
                </a:tc>
                <a:tc>
                  <a:txBody>
                    <a:bodyPr/>
                    <a:lstStyle/>
                    <a:p>
                      <a:pPr algn="r" fontAlgn="b">
                        <a:buNone/>
                      </a:pPr>
                      <a:r>
                        <a:rPr lang="en-DE" sz="1600" u="none" strike="noStrike">
                          <a:effectLst/>
                          <a:latin typeface="+mn-lt"/>
                        </a:rPr>
                        <a:t>£5.000</a:t>
                      </a:r>
                      <a:endParaRPr lang="en-DE" sz="1600" b="0" i="0" u="none" strike="noStrike">
                        <a:solidFill>
                          <a:srgbClr val="000000"/>
                        </a:solidFill>
                        <a:effectLst/>
                        <a:latin typeface="+mn-lt"/>
                      </a:endParaRPr>
                    </a:p>
                  </a:txBody>
                  <a:tcPr marL="0" marR="0" marT="0" marB="0" anchor="b"/>
                </a:tc>
                <a:extLst>
                  <a:ext uri="{0D108BD9-81ED-4DB2-BD59-A6C34878D82A}">
                    <a16:rowId xmlns:a16="http://schemas.microsoft.com/office/drawing/2014/main" val="3262480684"/>
                  </a:ext>
                </a:extLst>
              </a:tr>
              <a:tr h="323073">
                <a:tc>
                  <a:txBody>
                    <a:bodyPr/>
                    <a:lstStyle/>
                    <a:p>
                      <a:pPr algn="l" fontAlgn="b">
                        <a:buNone/>
                      </a:pPr>
                      <a:r>
                        <a:rPr lang="en-GB" sz="1600" u="none" strike="noStrike">
                          <a:effectLst/>
                          <a:latin typeface="+mn-lt"/>
                        </a:rPr>
                        <a:t>Compute &amp; Storage</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Storage</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Storage (SAN/NAS + backup)</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SAN/NAS + backup infrastructure (capex + support)</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TBD</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TBD</a:t>
                      </a:r>
                      <a:endParaRPr lang="en-GB" sz="1600" b="0" i="0" u="none" strike="noStrike">
                        <a:solidFill>
                          <a:srgbClr val="000000"/>
                        </a:solidFill>
                        <a:effectLst/>
                        <a:latin typeface="+mn-lt"/>
                      </a:endParaRPr>
                    </a:p>
                  </a:txBody>
                  <a:tcPr marL="0" marR="0" marT="0" marB="0" anchor="b"/>
                </a:tc>
                <a:tc>
                  <a:txBody>
                    <a:bodyPr/>
                    <a:lstStyle/>
                    <a:p>
                      <a:pPr algn="ctr" fontAlgn="b">
                        <a:buNone/>
                      </a:pPr>
                      <a:r>
                        <a:rPr lang="en-GB" sz="1600" u="none" strike="noStrike">
                          <a:effectLst/>
                          <a:latin typeface="+mn-lt"/>
                        </a:rPr>
                        <a:t>Capex</a:t>
                      </a:r>
                      <a:endParaRPr lang="en-GB" sz="1600" b="0" i="0" u="none" strike="noStrike">
                        <a:solidFill>
                          <a:srgbClr val="000000"/>
                        </a:solidFill>
                        <a:effectLst/>
                        <a:latin typeface="+mn-lt"/>
                      </a:endParaRPr>
                    </a:p>
                  </a:txBody>
                  <a:tcPr marL="0" marR="0" marT="0" marB="0" anchor="b"/>
                </a:tc>
                <a:tc>
                  <a:txBody>
                    <a:bodyPr/>
                    <a:lstStyle/>
                    <a:p>
                      <a:pPr algn="ctr" fontAlgn="b">
                        <a:buNone/>
                      </a:pPr>
                      <a:r>
                        <a:rPr lang="en-GB" sz="1600" u="none" strike="noStrike">
                          <a:effectLst/>
                          <a:latin typeface="+mn-lt"/>
                        </a:rPr>
                        <a:t>Capex</a:t>
                      </a:r>
                      <a:endParaRPr lang="en-GB" sz="1600" b="0" i="0" u="none" strike="noStrike">
                        <a:solidFill>
                          <a:srgbClr val="000000"/>
                        </a:solidFill>
                        <a:effectLst/>
                        <a:latin typeface="+mn-lt"/>
                      </a:endParaRPr>
                    </a:p>
                  </a:txBody>
                  <a:tcPr marL="0" marR="0" marT="0" marB="0" anchor="b"/>
                </a:tc>
                <a:tc>
                  <a:txBody>
                    <a:bodyPr/>
                    <a:lstStyle/>
                    <a:p>
                      <a:pPr algn="r" fontAlgn="b">
                        <a:buNone/>
                      </a:pPr>
                      <a:r>
                        <a:rPr lang="en-DE" sz="1600" u="none" strike="noStrike">
                          <a:effectLst/>
                          <a:latin typeface="+mn-lt"/>
                        </a:rPr>
                        <a:t>£1.451.571</a:t>
                      </a:r>
                      <a:endParaRPr lang="en-DE" sz="1600" b="0" i="0" u="none" strike="noStrike">
                        <a:solidFill>
                          <a:srgbClr val="000000"/>
                        </a:solidFill>
                        <a:effectLst/>
                        <a:latin typeface="+mn-lt"/>
                      </a:endParaRPr>
                    </a:p>
                  </a:txBody>
                  <a:tcPr marL="0" marR="0" marT="0" marB="0" anchor="b"/>
                </a:tc>
                <a:tc>
                  <a:txBody>
                    <a:bodyPr/>
                    <a:lstStyle/>
                    <a:p>
                      <a:pPr algn="ctr" fontAlgn="b">
                        <a:buNone/>
                      </a:pPr>
                      <a:r>
                        <a:rPr lang="en-DE" sz="1600" u="none" strike="noStrike">
                          <a:effectLst/>
                          <a:latin typeface="+mn-lt"/>
                        </a:rPr>
                        <a:t>5</a:t>
                      </a:r>
                      <a:endParaRPr lang="en-DE" sz="1600" b="0" i="0" u="none" strike="noStrike">
                        <a:solidFill>
                          <a:srgbClr val="000000"/>
                        </a:solidFill>
                        <a:effectLst/>
                        <a:latin typeface="+mn-lt"/>
                      </a:endParaRPr>
                    </a:p>
                  </a:txBody>
                  <a:tcPr marL="0" marR="0" marT="0" marB="0" anchor="b"/>
                </a:tc>
                <a:tc>
                  <a:txBody>
                    <a:bodyPr/>
                    <a:lstStyle/>
                    <a:p>
                      <a:pPr algn="r" fontAlgn="b">
                        <a:buNone/>
                      </a:pPr>
                      <a:r>
                        <a:rPr lang="en-DE" sz="1600" u="none" strike="noStrike">
                          <a:effectLst/>
                          <a:latin typeface="+mn-lt"/>
                        </a:rPr>
                        <a:t>£290.314</a:t>
                      </a:r>
                      <a:endParaRPr lang="en-DE" sz="1600" b="0" i="0" u="none" strike="noStrike">
                        <a:solidFill>
                          <a:srgbClr val="000000"/>
                        </a:solidFill>
                        <a:effectLst/>
                        <a:latin typeface="+mn-lt"/>
                      </a:endParaRPr>
                    </a:p>
                  </a:txBody>
                  <a:tcPr marL="0" marR="0" marT="0" marB="0" anchor="b"/>
                </a:tc>
                <a:extLst>
                  <a:ext uri="{0D108BD9-81ED-4DB2-BD59-A6C34878D82A}">
                    <a16:rowId xmlns:a16="http://schemas.microsoft.com/office/drawing/2014/main" val="1857807296"/>
                  </a:ext>
                </a:extLst>
              </a:tr>
              <a:tr h="323073">
                <a:tc>
                  <a:txBody>
                    <a:bodyPr/>
                    <a:lstStyle/>
                    <a:p>
                      <a:pPr algn="l" fontAlgn="b">
                        <a:buNone/>
                      </a:pPr>
                      <a:r>
                        <a:rPr lang="en-GB" sz="1600" u="none" strike="noStrike">
                          <a:effectLst/>
                          <a:latin typeface="+mn-lt"/>
                        </a:rPr>
                        <a:t>Compute &amp; Storage</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Virtualization</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VMware licensing (vSphere/vCenter/vSAN)</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Include vSphere, vCenter, vSAN (if applicable)</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VMware</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TBD</a:t>
                      </a:r>
                      <a:endParaRPr lang="en-GB" sz="1600" b="0" i="0" u="none" strike="noStrike">
                        <a:solidFill>
                          <a:srgbClr val="000000"/>
                        </a:solidFill>
                        <a:effectLst/>
                        <a:latin typeface="+mn-lt"/>
                      </a:endParaRPr>
                    </a:p>
                  </a:txBody>
                  <a:tcPr marL="0" marR="0" marT="0" marB="0" anchor="b"/>
                </a:tc>
                <a:tc>
                  <a:txBody>
                    <a:bodyPr/>
                    <a:lstStyle/>
                    <a:p>
                      <a:pPr algn="ctr" fontAlgn="b">
                        <a:buNone/>
                      </a:pPr>
                      <a:r>
                        <a:rPr lang="en-GB" sz="1600" u="none" strike="noStrike">
                          <a:effectLst/>
                          <a:latin typeface="+mn-lt"/>
                        </a:rPr>
                        <a:t>Opex</a:t>
                      </a:r>
                      <a:endParaRPr lang="en-GB" sz="1600" b="0" i="0" u="none" strike="noStrike">
                        <a:solidFill>
                          <a:srgbClr val="000000"/>
                        </a:solidFill>
                        <a:effectLst/>
                        <a:latin typeface="+mn-lt"/>
                      </a:endParaRPr>
                    </a:p>
                  </a:txBody>
                  <a:tcPr marL="0" marR="0" marT="0" marB="0" anchor="b"/>
                </a:tc>
                <a:tc>
                  <a:txBody>
                    <a:bodyPr/>
                    <a:lstStyle/>
                    <a:p>
                      <a:pPr algn="ctr" fontAlgn="b">
                        <a:buNone/>
                      </a:pPr>
                      <a:r>
                        <a:rPr lang="en-GB" sz="1600" u="none" strike="noStrike">
                          <a:effectLst/>
                          <a:latin typeface="+mn-lt"/>
                        </a:rPr>
                        <a:t>Annual</a:t>
                      </a:r>
                      <a:endParaRPr lang="en-GB" sz="1600" b="0" i="0" u="none" strike="noStrike">
                        <a:solidFill>
                          <a:srgbClr val="000000"/>
                        </a:solidFill>
                        <a:effectLst/>
                        <a:latin typeface="+mn-lt"/>
                      </a:endParaRPr>
                    </a:p>
                  </a:txBody>
                  <a:tcPr marL="0" marR="0" marT="0" marB="0" anchor="b"/>
                </a:tc>
                <a:tc>
                  <a:txBody>
                    <a:bodyPr/>
                    <a:lstStyle/>
                    <a:p>
                      <a:pPr algn="r" fontAlgn="b">
                        <a:buNone/>
                      </a:pPr>
                      <a:r>
                        <a:rPr lang="en-DE" sz="1600" u="none" strike="noStrike">
                          <a:effectLst/>
                          <a:latin typeface="+mn-lt"/>
                        </a:rPr>
                        <a:t>£0</a:t>
                      </a:r>
                      <a:endParaRPr lang="en-DE" sz="1600" b="0" i="0" u="none" strike="noStrike">
                        <a:solidFill>
                          <a:srgbClr val="000000"/>
                        </a:solidFill>
                        <a:effectLst/>
                        <a:latin typeface="+mn-lt"/>
                      </a:endParaRPr>
                    </a:p>
                  </a:txBody>
                  <a:tcPr marL="0" marR="0" marT="0" marB="0" anchor="b"/>
                </a:tc>
                <a:tc>
                  <a:txBody>
                    <a:bodyPr/>
                    <a:lstStyle/>
                    <a:p>
                      <a:pPr algn="ctr" fontAlgn="b">
                        <a:buNone/>
                      </a:pPr>
                      <a:endParaRPr lang="en-DE" sz="1600" b="0" i="0" u="none" strike="noStrike">
                        <a:solidFill>
                          <a:srgbClr val="000000"/>
                        </a:solidFill>
                        <a:effectLst/>
                        <a:latin typeface="+mn-lt"/>
                      </a:endParaRPr>
                    </a:p>
                  </a:txBody>
                  <a:tcPr marL="0" marR="0" marT="0" marB="0" anchor="b"/>
                </a:tc>
                <a:tc>
                  <a:txBody>
                    <a:bodyPr/>
                    <a:lstStyle/>
                    <a:p>
                      <a:pPr algn="r" fontAlgn="b">
                        <a:buNone/>
                      </a:pPr>
                      <a:r>
                        <a:rPr lang="en-DE" sz="1600" u="none" strike="noStrike">
                          <a:effectLst/>
                          <a:latin typeface="+mn-lt"/>
                        </a:rPr>
                        <a:t>£0</a:t>
                      </a:r>
                      <a:endParaRPr lang="en-DE" sz="1600" b="0" i="0" u="none" strike="noStrike">
                        <a:solidFill>
                          <a:srgbClr val="000000"/>
                        </a:solidFill>
                        <a:effectLst/>
                        <a:latin typeface="+mn-lt"/>
                      </a:endParaRPr>
                    </a:p>
                  </a:txBody>
                  <a:tcPr marL="0" marR="0" marT="0" marB="0" anchor="b"/>
                </a:tc>
                <a:extLst>
                  <a:ext uri="{0D108BD9-81ED-4DB2-BD59-A6C34878D82A}">
                    <a16:rowId xmlns:a16="http://schemas.microsoft.com/office/drawing/2014/main" val="3317914946"/>
                  </a:ext>
                </a:extLst>
              </a:tr>
              <a:tr h="729137">
                <a:tc>
                  <a:txBody>
                    <a:bodyPr/>
                    <a:lstStyle/>
                    <a:p>
                      <a:pPr algn="l" fontAlgn="b">
                        <a:buNone/>
                      </a:pPr>
                      <a:r>
                        <a:rPr lang="en-GB" sz="1600" u="none" strike="noStrike">
                          <a:effectLst/>
                          <a:latin typeface="+mn-lt"/>
                        </a:rPr>
                        <a:t>Software Licensing</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Operating System</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Windows Server licenses</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Windows Server licensing for on-prem infrastructure</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Microsoft</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Software Assurance / BYOL TBD</a:t>
                      </a:r>
                      <a:endParaRPr lang="en-GB" sz="1600" b="0" i="0" u="none" strike="noStrike">
                        <a:solidFill>
                          <a:srgbClr val="000000"/>
                        </a:solidFill>
                        <a:effectLst/>
                        <a:latin typeface="+mn-lt"/>
                      </a:endParaRPr>
                    </a:p>
                  </a:txBody>
                  <a:tcPr marL="0" marR="0" marT="0" marB="0" anchor="b"/>
                </a:tc>
                <a:tc>
                  <a:txBody>
                    <a:bodyPr/>
                    <a:lstStyle/>
                    <a:p>
                      <a:pPr algn="ctr" fontAlgn="b">
                        <a:buNone/>
                      </a:pPr>
                      <a:r>
                        <a:rPr lang="en-GB" sz="1600" u="none" strike="noStrike">
                          <a:effectLst/>
                          <a:latin typeface="+mn-lt"/>
                        </a:rPr>
                        <a:t>Opex</a:t>
                      </a:r>
                      <a:endParaRPr lang="en-GB" sz="1600" b="0" i="0" u="none" strike="noStrike">
                        <a:solidFill>
                          <a:srgbClr val="000000"/>
                        </a:solidFill>
                        <a:effectLst/>
                        <a:latin typeface="+mn-lt"/>
                      </a:endParaRPr>
                    </a:p>
                  </a:txBody>
                  <a:tcPr marL="0" marR="0" marT="0" marB="0" anchor="b"/>
                </a:tc>
                <a:tc>
                  <a:txBody>
                    <a:bodyPr/>
                    <a:lstStyle/>
                    <a:p>
                      <a:pPr algn="ctr" fontAlgn="b">
                        <a:buNone/>
                      </a:pPr>
                      <a:r>
                        <a:rPr lang="en-GB" sz="1600" u="none" strike="noStrike">
                          <a:effectLst/>
                          <a:latin typeface="+mn-lt"/>
                        </a:rPr>
                        <a:t>Annual</a:t>
                      </a:r>
                      <a:endParaRPr lang="en-GB" sz="1600" b="0" i="0" u="none" strike="noStrike">
                        <a:solidFill>
                          <a:srgbClr val="000000"/>
                        </a:solidFill>
                        <a:effectLst/>
                        <a:latin typeface="+mn-lt"/>
                      </a:endParaRPr>
                    </a:p>
                  </a:txBody>
                  <a:tcPr marL="0" marR="0" marT="0" marB="0" anchor="b"/>
                </a:tc>
                <a:tc>
                  <a:txBody>
                    <a:bodyPr/>
                    <a:lstStyle/>
                    <a:p>
                      <a:pPr algn="r" fontAlgn="b">
                        <a:buNone/>
                      </a:pPr>
                      <a:r>
                        <a:rPr lang="en-DE" sz="1600" u="none" strike="noStrike">
                          <a:effectLst/>
                          <a:latin typeface="+mn-lt"/>
                        </a:rPr>
                        <a:t>£136.825</a:t>
                      </a:r>
                      <a:endParaRPr lang="en-DE" sz="1600" b="0" i="0" u="none" strike="noStrike">
                        <a:solidFill>
                          <a:srgbClr val="000000"/>
                        </a:solidFill>
                        <a:effectLst/>
                        <a:latin typeface="+mn-lt"/>
                      </a:endParaRPr>
                    </a:p>
                  </a:txBody>
                  <a:tcPr marL="0" marR="0" marT="0" marB="0" anchor="b"/>
                </a:tc>
                <a:tc>
                  <a:txBody>
                    <a:bodyPr/>
                    <a:lstStyle/>
                    <a:p>
                      <a:pPr algn="ctr" fontAlgn="b">
                        <a:buNone/>
                      </a:pPr>
                      <a:endParaRPr lang="en-DE" sz="1600" b="0" i="0" u="none" strike="noStrike">
                        <a:solidFill>
                          <a:srgbClr val="000000"/>
                        </a:solidFill>
                        <a:effectLst/>
                        <a:latin typeface="+mn-lt"/>
                      </a:endParaRPr>
                    </a:p>
                  </a:txBody>
                  <a:tcPr marL="0" marR="0" marT="0" marB="0" anchor="b"/>
                </a:tc>
                <a:tc>
                  <a:txBody>
                    <a:bodyPr/>
                    <a:lstStyle/>
                    <a:p>
                      <a:pPr algn="r" fontAlgn="b">
                        <a:buNone/>
                      </a:pPr>
                      <a:r>
                        <a:rPr lang="en-DE" sz="1600" u="none" strike="noStrike">
                          <a:effectLst/>
                          <a:latin typeface="+mn-lt"/>
                        </a:rPr>
                        <a:t>£136.825</a:t>
                      </a:r>
                      <a:endParaRPr lang="en-DE" sz="1600" b="0" i="0" u="none" strike="noStrike">
                        <a:solidFill>
                          <a:srgbClr val="000000"/>
                        </a:solidFill>
                        <a:effectLst/>
                        <a:latin typeface="+mn-lt"/>
                      </a:endParaRPr>
                    </a:p>
                  </a:txBody>
                  <a:tcPr marL="0" marR="0" marT="0" marB="0" anchor="b"/>
                </a:tc>
                <a:extLst>
                  <a:ext uri="{0D108BD9-81ED-4DB2-BD59-A6C34878D82A}">
                    <a16:rowId xmlns:a16="http://schemas.microsoft.com/office/drawing/2014/main" val="1247274452"/>
                  </a:ext>
                </a:extLst>
              </a:tr>
              <a:tr h="486092">
                <a:tc>
                  <a:txBody>
                    <a:bodyPr/>
                    <a:lstStyle/>
                    <a:p>
                      <a:pPr algn="l" fontAlgn="b">
                        <a:buNone/>
                      </a:pPr>
                      <a:r>
                        <a:rPr lang="en-GB" sz="1600" u="none" strike="noStrike">
                          <a:effectLst/>
                          <a:latin typeface="+mn-lt"/>
                        </a:rPr>
                        <a:t>Software Licensing</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Operating System</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Linux (RHEL/SUSE) licenses</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If applicable: RHEL/SUSE subscriptions</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Red Hat/SUSE</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BYOL not typical</a:t>
                      </a:r>
                      <a:endParaRPr lang="en-GB" sz="1600" b="0" i="0" u="none" strike="noStrike">
                        <a:solidFill>
                          <a:srgbClr val="000000"/>
                        </a:solidFill>
                        <a:effectLst/>
                        <a:latin typeface="+mn-lt"/>
                      </a:endParaRPr>
                    </a:p>
                  </a:txBody>
                  <a:tcPr marL="0" marR="0" marT="0" marB="0" anchor="b"/>
                </a:tc>
                <a:tc>
                  <a:txBody>
                    <a:bodyPr/>
                    <a:lstStyle/>
                    <a:p>
                      <a:pPr algn="ctr" fontAlgn="b">
                        <a:buNone/>
                      </a:pPr>
                      <a:r>
                        <a:rPr lang="en-GB" sz="1600" u="none" strike="noStrike">
                          <a:effectLst/>
                          <a:latin typeface="+mn-lt"/>
                        </a:rPr>
                        <a:t>Opex</a:t>
                      </a:r>
                      <a:endParaRPr lang="en-GB" sz="1600" b="0" i="0" u="none" strike="noStrike">
                        <a:solidFill>
                          <a:srgbClr val="000000"/>
                        </a:solidFill>
                        <a:effectLst/>
                        <a:latin typeface="+mn-lt"/>
                      </a:endParaRPr>
                    </a:p>
                  </a:txBody>
                  <a:tcPr marL="0" marR="0" marT="0" marB="0" anchor="b"/>
                </a:tc>
                <a:tc>
                  <a:txBody>
                    <a:bodyPr/>
                    <a:lstStyle/>
                    <a:p>
                      <a:pPr algn="ctr" fontAlgn="b">
                        <a:buNone/>
                      </a:pPr>
                      <a:r>
                        <a:rPr lang="en-GB" sz="1600" u="none" strike="noStrike">
                          <a:effectLst/>
                          <a:latin typeface="+mn-lt"/>
                        </a:rPr>
                        <a:t>Annual</a:t>
                      </a:r>
                      <a:endParaRPr lang="en-GB" sz="1600" b="0" i="0" u="none" strike="noStrike">
                        <a:solidFill>
                          <a:srgbClr val="000000"/>
                        </a:solidFill>
                        <a:effectLst/>
                        <a:latin typeface="+mn-lt"/>
                      </a:endParaRPr>
                    </a:p>
                  </a:txBody>
                  <a:tcPr marL="0" marR="0" marT="0" marB="0" anchor="b"/>
                </a:tc>
                <a:tc>
                  <a:txBody>
                    <a:bodyPr/>
                    <a:lstStyle/>
                    <a:p>
                      <a:pPr algn="r" fontAlgn="b">
                        <a:buNone/>
                      </a:pPr>
                      <a:r>
                        <a:rPr lang="en-DE" sz="1600" u="none" strike="noStrike">
                          <a:effectLst/>
                          <a:latin typeface="+mn-lt"/>
                        </a:rPr>
                        <a:t>£71.000</a:t>
                      </a:r>
                      <a:endParaRPr lang="en-DE" sz="1600" b="0" i="0" u="none" strike="noStrike">
                        <a:solidFill>
                          <a:srgbClr val="000000"/>
                        </a:solidFill>
                        <a:effectLst/>
                        <a:latin typeface="+mn-lt"/>
                      </a:endParaRPr>
                    </a:p>
                  </a:txBody>
                  <a:tcPr marL="0" marR="0" marT="0" marB="0" anchor="b"/>
                </a:tc>
                <a:tc>
                  <a:txBody>
                    <a:bodyPr/>
                    <a:lstStyle/>
                    <a:p>
                      <a:pPr algn="ctr" fontAlgn="b">
                        <a:buNone/>
                      </a:pPr>
                      <a:endParaRPr lang="en-DE" sz="1600" b="0" i="0" u="none" strike="noStrike">
                        <a:solidFill>
                          <a:srgbClr val="000000"/>
                        </a:solidFill>
                        <a:effectLst/>
                        <a:latin typeface="+mn-lt"/>
                      </a:endParaRPr>
                    </a:p>
                  </a:txBody>
                  <a:tcPr marL="0" marR="0" marT="0" marB="0" anchor="b"/>
                </a:tc>
                <a:tc>
                  <a:txBody>
                    <a:bodyPr/>
                    <a:lstStyle/>
                    <a:p>
                      <a:pPr algn="r" fontAlgn="b">
                        <a:buNone/>
                      </a:pPr>
                      <a:r>
                        <a:rPr lang="en-DE" sz="1600" u="none" strike="noStrike">
                          <a:effectLst/>
                          <a:latin typeface="+mn-lt"/>
                        </a:rPr>
                        <a:t>£71.000</a:t>
                      </a:r>
                      <a:endParaRPr lang="en-DE" sz="1600" b="0" i="0" u="none" strike="noStrike">
                        <a:solidFill>
                          <a:srgbClr val="000000"/>
                        </a:solidFill>
                        <a:effectLst/>
                        <a:latin typeface="+mn-lt"/>
                      </a:endParaRPr>
                    </a:p>
                  </a:txBody>
                  <a:tcPr marL="0" marR="0" marT="0" marB="0" anchor="b"/>
                </a:tc>
                <a:extLst>
                  <a:ext uri="{0D108BD9-81ED-4DB2-BD59-A6C34878D82A}">
                    <a16:rowId xmlns:a16="http://schemas.microsoft.com/office/drawing/2014/main" val="1684986744"/>
                  </a:ext>
                </a:extLst>
              </a:tr>
              <a:tr h="323073">
                <a:tc>
                  <a:txBody>
                    <a:bodyPr/>
                    <a:lstStyle/>
                    <a:p>
                      <a:pPr algn="l" fontAlgn="b">
                        <a:buNone/>
                      </a:pPr>
                      <a:r>
                        <a:rPr lang="en-GB" sz="1600" u="none" strike="noStrike">
                          <a:effectLst/>
                          <a:latin typeface="+mn-lt"/>
                        </a:rPr>
                        <a:t>Software Licensing</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Operating System</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Ubuntu patching / support</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Landscape/Ubuntu support and patching tools</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Canonical/TBD</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TBD</a:t>
                      </a:r>
                      <a:endParaRPr lang="en-GB" sz="1600" b="0" i="0" u="none" strike="noStrike">
                        <a:solidFill>
                          <a:srgbClr val="000000"/>
                        </a:solidFill>
                        <a:effectLst/>
                        <a:latin typeface="+mn-lt"/>
                      </a:endParaRPr>
                    </a:p>
                  </a:txBody>
                  <a:tcPr marL="0" marR="0" marT="0" marB="0" anchor="b"/>
                </a:tc>
                <a:tc>
                  <a:txBody>
                    <a:bodyPr/>
                    <a:lstStyle/>
                    <a:p>
                      <a:pPr algn="ctr" fontAlgn="b">
                        <a:buNone/>
                      </a:pPr>
                      <a:r>
                        <a:rPr lang="en-GB" sz="1600" u="none" strike="noStrike">
                          <a:effectLst/>
                          <a:latin typeface="+mn-lt"/>
                        </a:rPr>
                        <a:t>Opex</a:t>
                      </a:r>
                      <a:endParaRPr lang="en-GB" sz="1600" b="0" i="0" u="none" strike="noStrike">
                        <a:solidFill>
                          <a:srgbClr val="000000"/>
                        </a:solidFill>
                        <a:effectLst/>
                        <a:latin typeface="+mn-lt"/>
                      </a:endParaRPr>
                    </a:p>
                  </a:txBody>
                  <a:tcPr marL="0" marR="0" marT="0" marB="0" anchor="b"/>
                </a:tc>
                <a:tc>
                  <a:txBody>
                    <a:bodyPr/>
                    <a:lstStyle/>
                    <a:p>
                      <a:pPr algn="ctr" fontAlgn="b">
                        <a:buNone/>
                      </a:pPr>
                      <a:r>
                        <a:rPr lang="en-GB" sz="1600" u="none" strike="noStrike">
                          <a:effectLst/>
                          <a:latin typeface="+mn-lt"/>
                        </a:rPr>
                        <a:t>Annual</a:t>
                      </a:r>
                      <a:endParaRPr lang="en-GB" sz="1600" b="0" i="0" u="none" strike="noStrike">
                        <a:solidFill>
                          <a:srgbClr val="000000"/>
                        </a:solidFill>
                        <a:effectLst/>
                        <a:latin typeface="+mn-lt"/>
                      </a:endParaRPr>
                    </a:p>
                  </a:txBody>
                  <a:tcPr marL="0" marR="0" marT="0" marB="0" anchor="b"/>
                </a:tc>
                <a:tc>
                  <a:txBody>
                    <a:bodyPr/>
                    <a:lstStyle/>
                    <a:p>
                      <a:pPr algn="r" fontAlgn="b">
                        <a:buNone/>
                      </a:pPr>
                      <a:r>
                        <a:rPr lang="en-DE" sz="1600" u="none" strike="noStrike">
                          <a:effectLst/>
                          <a:latin typeface="+mn-lt"/>
                        </a:rPr>
                        <a:t>£20.000</a:t>
                      </a:r>
                      <a:endParaRPr lang="en-DE" sz="1600" b="0" i="0" u="none" strike="noStrike">
                        <a:solidFill>
                          <a:srgbClr val="000000"/>
                        </a:solidFill>
                        <a:effectLst/>
                        <a:latin typeface="+mn-lt"/>
                      </a:endParaRPr>
                    </a:p>
                  </a:txBody>
                  <a:tcPr marL="0" marR="0" marT="0" marB="0" anchor="b"/>
                </a:tc>
                <a:tc>
                  <a:txBody>
                    <a:bodyPr/>
                    <a:lstStyle/>
                    <a:p>
                      <a:pPr algn="ctr" fontAlgn="b">
                        <a:buNone/>
                      </a:pPr>
                      <a:endParaRPr lang="en-DE" sz="1600" b="0" i="0" u="none" strike="noStrike">
                        <a:solidFill>
                          <a:srgbClr val="000000"/>
                        </a:solidFill>
                        <a:effectLst/>
                        <a:latin typeface="+mn-lt"/>
                      </a:endParaRPr>
                    </a:p>
                  </a:txBody>
                  <a:tcPr marL="0" marR="0" marT="0" marB="0" anchor="b"/>
                </a:tc>
                <a:tc>
                  <a:txBody>
                    <a:bodyPr/>
                    <a:lstStyle/>
                    <a:p>
                      <a:pPr algn="r" fontAlgn="b">
                        <a:buNone/>
                      </a:pPr>
                      <a:r>
                        <a:rPr lang="en-DE" sz="1600" u="none" strike="noStrike">
                          <a:effectLst/>
                          <a:latin typeface="+mn-lt"/>
                        </a:rPr>
                        <a:t>£20.000</a:t>
                      </a:r>
                      <a:endParaRPr lang="en-DE" sz="1600" b="0" i="0" u="none" strike="noStrike">
                        <a:solidFill>
                          <a:srgbClr val="000000"/>
                        </a:solidFill>
                        <a:effectLst/>
                        <a:latin typeface="+mn-lt"/>
                      </a:endParaRPr>
                    </a:p>
                  </a:txBody>
                  <a:tcPr marL="0" marR="0" marT="0" marB="0" anchor="b"/>
                </a:tc>
                <a:extLst>
                  <a:ext uri="{0D108BD9-81ED-4DB2-BD59-A6C34878D82A}">
                    <a16:rowId xmlns:a16="http://schemas.microsoft.com/office/drawing/2014/main" val="2879391118"/>
                  </a:ext>
                </a:extLst>
              </a:tr>
              <a:tr h="486092">
                <a:tc>
                  <a:txBody>
                    <a:bodyPr/>
                    <a:lstStyle/>
                    <a:p>
                      <a:pPr algn="l" fontAlgn="b">
                        <a:buNone/>
                      </a:pPr>
                      <a:r>
                        <a:rPr lang="en-GB" sz="1600" u="none" strike="noStrike">
                          <a:effectLst/>
                          <a:latin typeface="+mn-lt"/>
                        </a:rPr>
                        <a:t>Software Licensing</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Database</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SQL Server licenses</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SQL Server licensing (core/CAL as applicable)</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Microsoft</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SA / BYOL TBD</a:t>
                      </a:r>
                      <a:endParaRPr lang="en-GB" sz="1600" b="0" i="0" u="none" strike="noStrike">
                        <a:solidFill>
                          <a:srgbClr val="000000"/>
                        </a:solidFill>
                        <a:effectLst/>
                        <a:latin typeface="+mn-lt"/>
                      </a:endParaRPr>
                    </a:p>
                  </a:txBody>
                  <a:tcPr marL="0" marR="0" marT="0" marB="0" anchor="b"/>
                </a:tc>
                <a:tc>
                  <a:txBody>
                    <a:bodyPr/>
                    <a:lstStyle/>
                    <a:p>
                      <a:pPr algn="ctr" fontAlgn="b">
                        <a:buNone/>
                      </a:pPr>
                      <a:r>
                        <a:rPr lang="en-GB" sz="1600" u="none" strike="noStrike">
                          <a:effectLst/>
                          <a:latin typeface="+mn-lt"/>
                        </a:rPr>
                        <a:t>Opex</a:t>
                      </a:r>
                      <a:endParaRPr lang="en-GB" sz="1600" b="0" i="0" u="none" strike="noStrike">
                        <a:solidFill>
                          <a:srgbClr val="000000"/>
                        </a:solidFill>
                        <a:effectLst/>
                        <a:latin typeface="+mn-lt"/>
                      </a:endParaRPr>
                    </a:p>
                  </a:txBody>
                  <a:tcPr marL="0" marR="0" marT="0" marB="0" anchor="b"/>
                </a:tc>
                <a:tc>
                  <a:txBody>
                    <a:bodyPr/>
                    <a:lstStyle/>
                    <a:p>
                      <a:pPr algn="ctr" fontAlgn="b">
                        <a:buNone/>
                      </a:pPr>
                      <a:r>
                        <a:rPr lang="en-GB" sz="1600" u="none" strike="noStrike">
                          <a:effectLst/>
                          <a:latin typeface="+mn-lt"/>
                        </a:rPr>
                        <a:t>Annual</a:t>
                      </a:r>
                      <a:endParaRPr lang="en-GB" sz="1600" b="0" i="0" u="none" strike="noStrike">
                        <a:solidFill>
                          <a:srgbClr val="000000"/>
                        </a:solidFill>
                        <a:effectLst/>
                        <a:latin typeface="+mn-lt"/>
                      </a:endParaRPr>
                    </a:p>
                  </a:txBody>
                  <a:tcPr marL="0" marR="0" marT="0" marB="0" anchor="b"/>
                </a:tc>
                <a:tc>
                  <a:txBody>
                    <a:bodyPr/>
                    <a:lstStyle/>
                    <a:p>
                      <a:pPr algn="r" fontAlgn="b">
                        <a:buNone/>
                      </a:pPr>
                      <a:r>
                        <a:rPr lang="en-DE" sz="1600" u="none" strike="noStrike">
                          <a:effectLst/>
                          <a:latin typeface="+mn-lt"/>
                        </a:rPr>
                        <a:t>£118.968</a:t>
                      </a:r>
                      <a:endParaRPr lang="en-DE" sz="1600" b="0" i="0" u="none" strike="noStrike">
                        <a:solidFill>
                          <a:srgbClr val="000000"/>
                        </a:solidFill>
                        <a:effectLst/>
                        <a:latin typeface="+mn-lt"/>
                      </a:endParaRPr>
                    </a:p>
                  </a:txBody>
                  <a:tcPr marL="0" marR="0" marT="0" marB="0" anchor="b"/>
                </a:tc>
                <a:tc>
                  <a:txBody>
                    <a:bodyPr/>
                    <a:lstStyle/>
                    <a:p>
                      <a:pPr algn="ctr" fontAlgn="b">
                        <a:buNone/>
                      </a:pPr>
                      <a:endParaRPr lang="en-DE" sz="1600" b="0" i="0" u="none" strike="noStrike">
                        <a:solidFill>
                          <a:srgbClr val="000000"/>
                        </a:solidFill>
                        <a:effectLst/>
                        <a:latin typeface="+mn-lt"/>
                      </a:endParaRPr>
                    </a:p>
                  </a:txBody>
                  <a:tcPr marL="0" marR="0" marT="0" marB="0" anchor="b"/>
                </a:tc>
                <a:tc>
                  <a:txBody>
                    <a:bodyPr/>
                    <a:lstStyle/>
                    <a:p>
                      <a:pPr algn="r" fontAlgn="b">
                        <a:buNone/>
                      </a:pPr>
                      <a:r>
                        <a:rPr lang="en-DE" sz="1600" u="none" strike="noStrike">
                          <a:effectLst/>
                          <a:latin typeface="+mn-lt"/>
                        </a:rPr>
                        <a:t>£118.968</a:t>
                      </a:r>
                      <a:endParaRPr lang="en-DE" sz="1600" b="0" i="0" u="none" strike="noStrike">
                        <a:solidFill>
                          <a:srgbClr val="000000"/>
                        </a:solidFill>
                        <a:effectLst/>
                        <a:latin typeface="+mn-lt"/>
                      </a:endParaRPr>
                    </a:p>
                  </a:txBody>
                  <a:tcPr marL="0" marR="0" marT="0" marB="0" anchor="b"/>
                </a:tc>
                <a:extLst>
                  <a:ext uri="{0D108BD9-81ED-4DB2-BD59-A6C34878D82A}">
                    <a16:rowId xmlns:a16="http://schemas.microsoft.com/office/drawing/2014/main" val="3062499836"/>
                  </a:ext>
                </a:extLst>
              </a:tr>
              <a:tr h="486092">
                <a:tc>
                  <a:txBody>
                    <a:bodyPr/>
                    <a:lstStyle/>
                    <a:p>
                      <a:pPr algn="l" fontAlgn="b">
                        <a:buNone/>
                      </a:pPr>
                      <a:r>
                        <a:rPr lang="en-GB" sz="1600" u="none" strike="noStrike">
                          <a:effectLst/>
                          <a:latin typeface="+mn-lt"/>
                        </a:rPr>
                        <a:t>Software Licensing</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Database</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Oracle Support/Maintenance</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Per-core/per-socket details help</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Oracle</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BYOL terms TBD</a:t>
                      </a:r>
                      <a:endParaRPr lang="en-GB" sz="1600" b="0" i="0" u="none" strike="noStrike">
                        <a:solidFill>
                          <a:srgbClr val="000000"/>
                        </a:solidFill>
                        <a:effectLst/>
                        <a:latin typeface="+mn-lt"/>
                      </a:endParaRPr>
                    </a:p>
                  </a:txBody>
                  <a:tcPr marL="0" marR="0" marT="0" marB="0" anchor="b"/>
                </a:tc>
                <a:tc>
                  <a:txBody>
                    <a:bodyPr/>
                    <a:lstStyle/>
                    <a:p>
                      <a:pPr algn="ctr" fontAlgn="b">
                        <a:buNone/>
                      </a:pPr>
                      <a:r>
                        <a:rPr lang="en-GB" sz="1600" u="none" strike="noStrike">
                          <a:effectLst/>
                          <a:latin typeface="+mn-lt"/>
                        </a:rPr>
                        <a:t>Opex</a:t>
                      </a:r>
                      <a:endParaRPr lang="en-GB" sz="1600" b="0" i="0" u="none" strike="noStrike">
                        <a:solidFill>
                          <a:srgbClr val="000000"/>
                        </a:solidFill>
                        <a:effectLst/>
                        <a:latin typeface="+mn-lt"/>
                      </a:endParaRPr>
                    </a:p>
                  </a:txBody>
                  <a:tcPr marL="0" marR="0" marT="0" marB="0" anchor="b"/>
                </a:tc>
                <a:tc>
                  <a:txBody>
                    <a:bodyPr/>
                    <a:lstStyle/>
                    <a:p>
                      <a:pPr algn="ctr" fontAlgn="b">
                        <a:buNone/>
                      </a:pPr>
                      <a:r>
                        <a:rPr lang="en-GB" sz="1600" u="none" strike="noStrike">
                          <a:effectLst/>
                          <a:latin typeface="+mn-lt"/>
                        </a:rPr>
                        <a:t>Annual</a:t>
                      </a:r>
                      <a:endParaRPr lang="en-GB" sz="1600" b="0" i="0" u="none" strike="noStrike">
                        <a:solidFill>
                          <a:srgbClr val="000000"/>
                        </a:solidFill>
                        <a:effectLst/>
                        <a:latin typeface="+mn-lt"/>
                      </a:endParaRPr>
                    </a:p>
                  </a:txBody>
                  <a:tcPr marL="0" marR="0" marT="0" marB="0" anchor="b"/>
                </a:tc>
                <a:tc>
                  <a:txBody>
                    <a:bodyPr/>
                    <a:lstStyle/>
                    <a:p>
                      <a:pPr algn="r" fontAlgn="b">
                        <a:buNone/>
                      </a:pPr>
                      <a:r>
                        <a:rPr lang="en-DE" sz="1600" u="none" strike="noStrike">
                          <a:effectLst/>
                          <a:latin typeface="+mn-lt"/>
                        </a:rPr>
                        <a:t>£650.000</a:t>
                      </a:r>
                      <a:endParaRPr lang="en-DE" sz="1600" b="0" i="0" u="none" strike="noStrike">
                        <a:solidFill>
                          <a:srgbClr val="000000"/>
                        </a:solidFill>
                        <a:effectLst/>
                        <a:latin typeface="+mn-lt"/>
                      </a:endParaRPr>
                    </a:p>
                  </a:txBody>
                  <a:tcPr marL="0" marR="0" marT="0" marB="0" anchor="b"/>
                </a:tc>
                <a:tc>
                  <a:txBody>
                    <a:bodyPr/>
                    <a:lstStyle/>
                    <a:p>
                      <a:pPr algn="ctr" fontAlgn="b">
                        <a:buNone/>
                      </a:pPr>
                      <a:endParaRPr lang="en-DE" sz="1600" b="0" i="0" u="none" strike="noStrike">
                        <a:solidFill>
                          <a:srgbClr val="000000"/>
                        </a:solidFill>
                        <a:effectLst/>
                        <a:latin typeface="+mn-lt"/>
                      </a:endParaRPr>
                    </a:p>
                  </a:txBody>
                  <a:tcPr marL="0" marR="0" marT="0" marB="0" anchor="b"/>
                </a:tc>
                <a:tc>
                  <a:txBody>
                    <a:bodyPr/>
                    <a:lstStyle/>
                    <a:p>
                      <a:pPr algn="r" fontAlgn="b">
                        <a:buNone/>
                      </a:pPr>
                      <a:r>
                        <a:rPr lang="en-DE" sz="1600" u="none" strike="noStrike">
                          <a:effectLst/>
                          <a:latin typeface="+mn-lt"/>
                        </a:rPr>
                        <a:t>£650.000</a:t>
                      </a:r>
                      <a:endParaRPr lang="en-DE" sz="1600" b="0" i="0" u="none" strike="noStrike">
                        <a:solidFill>
                          <a:srgbClr val="000000"/>
                        </a:solidFill>
                        <a:effectLst/>
                        <a:latin typeface="+mn-lt"/>
                      </a:endParaRPr>
                    </a:p>
                  </a:txBody>
                  <a:tcPr marL="0" marR="0" marT="0" marB="0" anchor="b"/>
                </a:tc>
                <a:extLst>
                  <a:ext uri="{0D108BD9-81ED-4DB2-BD59-A6C34878D82A}">
                    <a16:rowId xmlns:a16="http://schemas.microsoft.com/office/drawing/2014/main" val="211089710"/>
                  </a:ext>
                </a:extLst>
              </a:tr>
              <a:tr h="243045">
                <a:tc>
                  <a:txBody>
                    <a:bodyPr/>
                    <a:lstStyle/>
                    <a:p>
                      <a:pPr algn="l" fontAlgn="b">
                        <a:buNone/>
                      </a:pPr>
                      <a:r>
                        <a:rPr lang="en-GB" sz="1600" u="none" strike="noStrike">
                          <a:effectLst/>
                          <a:latin typeface="+mn-lt"/>
                        </a:rPr>
                        <a:t>Operations</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Database</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Database SUpport</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NCS SUPPORT</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NCS</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N/A</a:t>
                      </a:r>
                      <a:endParaRPr lang="en-GB" sz="1600" b="0" i="0" u="none" strike="noStrike">
                        <a:solidFill>
                          <a:srgbClr val="000000"/>
                        </a:solidFill>
                        <a:effectLst/>
                        <a:latin typeface="+mn-lt"/>
                      </a:endParaRPr>
                    </a:p>
                  </a:txBody>
                  <a:tcPr marL="0" marR="0" marT="0" marB="0" anchor="b"/>
                </a:tc>
                <a:tc>
                  <a:txBody>
                    <a:bodyPr/>
                    <a:lstStyle/>
                    <a:p>
                      <a:pPr algn="ctr" fontAlgn="b">
                        <a:buNone/>
                      </a:pPr>
                      <a:r>
                        <a:rPr lang="en-GB" sz="1600" u="none" strike="noStrike">
                          <a:effectLst/>
                          <a:latin typeface="+mn-lt"/>
                        </a:rPr>
                        <a:t>Opex</a:t>
                      </a:r>
                      <a:endParaRPr lang="en-GB" sz="1600" b="0" i="0" u="none" strike="noStrike">
                        <a:solidFill>
                          <a:srgbClr val="000000"/>
                        </a:solidFill>
                        <a:effectLst/>
                        <a:latin typeface="+mn-lt"/>
                      </a:endParaRPr>
                    </a:p>
                  </a:txBody>
                  <a:tcPr marL="0" marR="0" marT="0" marB="0" anchor="b"/>
                </a:tc>
                <a:tc>
                  <a:txBody>
                    <a:bodyPr/>
                    <a:lstStyle/>
                    <a:p>
                      <a:pPr algn="ctr" fontAlgn="b">
                        <a:buNone/>
                      </a:pPr>
                      <a:r>
                        <a:rPr lang="en-GB" sz="1600" u="none" strike="noStrike">
                          <a:effectLst/>
                          <a:latin typeface="+mn-lt"/>
                        </a:rPr>
                        <a:t>Annual</a:t>
                      </a:r>
                      <a:endParaRPr lang="en-GB" sz="1600" b="0" i="0" u="none" strike="noStrike">
                        <a:solidFill>
                          <a:srgbClr val="000000"/>
                        </a:solidFill>
                        <a:effectLst/>
                        <a:latin typeface="+mn-lt"/>
                      </a:endParaRPr>
                    </a:p>
                  </a:txBody>
                  <a:tcPr marL="0" marR="0" marT="0" marB="0" anchor="b"/>
                </a:tc>
                <a:tc>
                  <a:txBody>
                    <a:bodyPr/>
                    <a:lstStyle/>
                    <a:p>
                      <a:pPr algn="r" fontAlgn="b">
                        <a:buNone/>
                      </a:pPr>
                      <a:r>
                        <a:rPr lang="en-DE" sz="1600" u="none" strike="noStrike">
                          <a:effectLst/>
                          <a:latin typeface="+mn-lt"/>
                        </a:rPr>
                        <a:t>£568.000</a:t>
                      </a:r>
                      <a:endParaRPr lang="en-DE" sz="1600" b="0" i="0" u="none" strike="noStrike">
                        <a:solidFill>
                          <a:srgbClr val="000000"/>
                        </a:solidFill>
                        <a:effectLst/>
                        <a:latin typeface="+mn-lt"/>
                      </a:endParaRPr>
                    </a:p>
                  </a:txBody>
                  <a:tcPr marL="0" marR="0" marT="0" marB="0" anchor="b"/>
                </a:tc>
                <a:tc>
                  <a:txBody>
                    <a:bodyPr/>
                    <a:lstStyle/>
                    <a:p>
                      <a:pPr algn="ctr" fontAlgn="b">
                        <a:buNone/>
                      </a:pPr>
                      <a:endParaRPr lang="en-DE" sz="1600" b="0" i="0" u="none" strike="noStrike">
                        <a:solidFill>
                          <a:srgbClr val="000000"/>
                        </a:solidFill>
                        <a:effectLst/>
                        <a:latin typeface="+mn-lt"/>
                      </a:endParaRPr>
                    </a:p>
                  </a:txBody>
                  <a:tcPr marL="0" marR="0" marT="0" marB="0" anchor="b"/>
                </a:tc>
                <a:tc>
                  <a:txBody>
                    <a:bodyPr/>
                    <a:lstStyle/>
                    <a:p>
                      <a:pPr algn="r" fontAlgn="b">
                        <a:buNone/>
                      </a:pPr>
                      <a:r>
                        <a:rPr lang="en-DE" sz="1600" u="none" strike="noStrike">
                          <a:effectLst/>
                          <a:latin typeface="+mn-lt"/>
                        </a:rPr>
                        <a:t>£568.000</a:t>
                      </a:r>
                      <a:endParaRPr lang="en-DE" sz="1600" b="0" i="0" u="none" strike="noStrike">
                        <a:solidFill>
                          <a:srgbClr val="000000"/>
                        </a:solidFill>
                        <a:effectLst/>
                        <a:latin typeface="+mn-lt"/>
                      </a:endParaRPr>
                    </a:p>
                  </a:txBody>
                  <a:tcPr marL="0" marR="0" marT="0" marB="0" anchor="b"/>
                </a:tc>
                <a:extLst>
                  <a:ext uri="{0D108BD9-81ED-4DB2-BD59-A6C34878D82A}">
                    <a16:rowId xmlns:a16="http://schemas.microsoft.com/office/drawing/2014/main" val="1515972946"/>
                  </a:ext>
                </a:extLst>
              </a:tr>
              <a:tr h="323073">
                <a:tc>
                  <a:txBody>
                    <a:bodyPr/>
                    <a:lstStyle/>
                    <a:p>
                      <a:pPr algn="l" fontAlgn="b">
                        <a:buNone/>
                      </a:pPr>
                      <a:r>
                        <a:rPr lang="en-GB" sz="1600" u="none" strike="noStrike">
                          <a:effectLst/>
                          <a:latin typeface="+mn-lt"/>
                        </a:rPr>
                        <a:t>Software Licensing</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Database</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MySQL Enterprise / support</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MySQL enterprise subscription/support if used</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MySQL</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BYOL TBD</a:t>
                      </a:r>
                      <a:endParaRPr lang="en-GB" sz="1600" b="0" i="0" u="none" strike="noStrike">
                        <a:solidFill>
                          <a:srgbClr val="000000"/>
                        </a:solidFill>
                        <a:effectLst/>
                        <a:latin typeface="+mn-lt"/>
                      </a:endParaRPr>
                    </a:p>
                  </a:txBody>
                  <a:tcPr marL="0" marR="0" marT="0" marB="0" anchor="b"/>
                </a:tc>
                <a:tc>
                  <a:txBody>
                    <a:bodyPr/>
                    <a:lstStyle/>
                    <a:p>
                      <a:pPr algn="ctr" fontAlgn="b">
                        <a:buNone/>
                      </a:pPr>
                      <a:r>
                        <a:rPr lang="en-GB" sz="1600" u="none" strike="noStrike">
                          <a:effectLst/>
                          <a:latin typeface="+mn-lt"/>
                        </a:rPr>
                        <a:t>Opex</a:t>
                      </a:r>
                      <a:endParaRPr lang="en-GB" sz="1600" b="0" i="0" u="none" strike="noStrike">
                        <a:solidFill>
                          <a:srgbClr val="000000"/>
                        </a:solidFill>
                        <a:effectLst/>
                        <a:latin typeface="+mn-lt"/>
                      </a:endParaRPr>
                    </a:p>
                  </a:txBody>
                  <a:tcPr marL="0" marR="0" marT="0" marB="0" anchor="b"/>
                </a:tc>
                <a:tc>
                  <a:txBody>
                    <a:bodyPr/>
                    <a:lstStyle/>
                    <a:p>
                      <a:pPr algn="ctr" fontAlgn="b">
                        <a:buNone/>
                      </a:pPr>
                      <a:r>
                        <a:rPr lang="en-GB" sz="1600" u="none" strike="noStrike">
                          <a:effectLst/>
                          <a:latin typeface="+mn-lt"/>
                        </a:rPr>
                        <a:t>Annual</a:t>
                      </a:r>
                      <a:endParaRPr lang="en-GB" sz="1600" b="0" i="0" u="none" strike="noStrike">
                        <a:solidFill>
                          <a:srgbClr val="000000"/>
                        </a:solidFill>
                        <a:effectLst/>
                        <a:latin typeface="+mn-lt"/>
                      </a:endParaRPr>
                    </a:p>
                  </a:txBody>
                  <a:tcPr marL="0" marR="0" marT="0" marB="0" anchor="b"/>
                </a:tc>
                <a:tc>
                  <a:txBody>
                    <a:bodyPr/>
                    <a:lstStyle/>
                    <a:p>
                      <a:pPr algn="r" fontAlgn="b">
                        <a:buNone/>
                      </a:pPr>
                      <a:r>
                        <a:rPr lang="en-DE" sz="1600" u="none" strike="noStrike">
                          <a:effectLst/>
                          <a:latin typeface="+mn-lt"/>
                        </a:rPr>
                        <a:t>£0</a:t>
                      </a:r>
                      <a:endParaRPr lang="en-DE" sz="1600" b="0" i="0" u="none" strike="noStrike">
                        <a:solidFill>
                          <a:srgbClr val="000000"/>
                        </a:solidFill>
                        <a:effectLst/>
                        <a:latin typeface="+mn-lt"/>
                      </a:endParaRPr>
                    </a:p>
                  </a:txBody>
                  <a:tcPr marL="0" marR="0" marT="0" marB="0" anchor="b"/>
                </a:tc>
                <a:tc>
                  <a:txBody>
                    <a:bodyPr/>
                    <a:lstStyle/>
                    <a:p>
                      <a:pPr algn="ctr" fontAlgn="b">
                        <a:buNone/>
                      </a:pPr>
                      <a:endParaRPr lang="en-DE" sz="1600" b="0" i="0" u="none" strike="noStrike">
                        <a:solidFill>
                          <a:srgbClr val="000000"/>
                        </a:solidFill>
                        <a:effectLst/>
                        <a:latin typeface="+mn-lt"/>
                      </a:endParaRPr>
                    </a:p>
                  </a:txBody>
                  <a:tcPr marL="0" marR="0" marT="0" marB="0" anchor="b"/>
                </a:tc>
                <a:tc>
                  <a:txBody>
                    <a:bodyPr/>
                    <a:lstStyle/>
                    <a:p>
                      <a:pPr algn="r" fontAlgn="b">
                        <a:buNone/>
                      </a:pPr>
                      <a:r>
                        <a:rPr lang="en-DE" sz="1600" u="none" strike="noStrike">
                          <a:effectLst/>
                          <a:latin typeface="+mn-lt"/>
                        </a:rPr>
                        <a:t>£0</a:t>
                      </a:r>
                      <a:endParaRPr lang="en-DE" sz="1600" b="0" i="0" u="none" strike="noStrike">
                        <a:solidFill>
                          <a:srgbClr val="000000"/>
                        </a:solidFill>
                        <a:effectLst/>
                        <a:latin typeface="+mn-lt"/>
                      </a:endParaRPr>
                    </a:p>
                  </a:txBody>
                  <a:tcPr marL="0" marR="0" marT="0" marB="0" anchor="b"/>
                </a:tc>
                <a:extLst>
                  <a:ext uri="{0D108BD9-81ED-4DB2-BD59-A6C34878D82A}">
                    <a16:rowId xmlns:a16="http://schemas.microsoft.com/office/drawing/2014/main" val="3449498065"/>
                  </a:ext>
                </a:extLst>
              </a:tr>
              <a:tr h="486092">
                <a:tc>
                  <a:txBody>
                    <a:bodyPr/>
                    <a:lstStyle/>
                    <a:p>
                      <a:pPr algn="l" fontAlgn="b">
                        <a:buNone/>
                      </a:pPr>
                      <a:r>
                        <a:rPr lang="en-GB" sz="1600" u="none" strike="noStrike">
                          <a:effectLst/>
                          <a:latin typeface="+mn-lt"/>
                        </a:rPr>
                        <a:t>Software Licensing</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Security / Other</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Tenable / Guardicore (if applicable)</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Any other commercial software tied to infrastructure - Per Server!</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Tenable/Guardicore</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Portability TBD</a:t>
                      </a:r>
                      <a:endParaRPr lang="en-GB" sz="1600" b="0" i="0" u="none" strike="noStrike">
                        <a:solidFill>
                          <a:srgbClr val="000000"/>
                        </a:solidFill>
                        <a:effectLst/>
                        <a:latin typeface="+mn-lt"/>
                      </a:endParaRPr>
                    </a:p>
                  </a:txBody>
                  <a:tcPr marL="0" marR="0" marT="0" marB="0" anchor="b"/>
                </a:tc>
                <a:tc>
                  <a:txBody>
                    <a:bodyPr/>
                    <a:lstStyle/>
                    <a:p>
                      <a:pPr algn="ctr" fontAlgn="b">
                        <a:buNone/>
                      </a:pPr>
                      <a:r>
                        <a:rPr lang="en-GB" sz="1600" u="none" strike="noStrike">
                          <a:effectLst/>
                          <a:latin typeface="+mn-lt"/>
                        </a:rPr>
                        <a:t>Opex</a:t>
                      </a:r>
                      <a:endParaRPr lang="en-GB" sz="1600" b="0" i="0" u="none" strike="noStrike">
                        <a:solidFill>
                          <a:srgbClr val="000000"/>
                        </a:solidFill>
                        <a:effectLst/>
                        <a:latin typeface="+mn-lt"/>
                      </a:endParaRPr>
                    </a:p>
                  </a:txBody>
                  <a:tcPr marL="0" marR="0" marT="0" marB="0" anchor="b"/>
                </a:tc>
                <a:tc>
                  <a:txBody>
                    <a:bodyPr/>
                    <a:lstStyle/>
                    <a:p>
                      <a:pPr algn="ctr" fontAlgn="b">
                        <a:buNone/>
                      </a:pPr>
                      <a:r>
                        <a:rPr lang="en-GB" sz="1600" u="none" strike="noStrike">
                          <a:effectLst/>
                          <a:latin typeface="+mn-lt"/>
                        </a:rPr>
                        <a:t>Annual</a:t>
                      </a:r>
                      <a:endParaRPr lang="en-GB" sz="1600" b="0" i="0" u="none" strike="noStrike">
                        <a:solidFill>
                          <a:srgbClr val="000000"/>
                        </a:solidFill>
                        <a:effectLst/>
                        <a:latin typeface="+mn-lt"/>
                      </a:endParaRPr>
                    </a:p>
                  </a:txBody>
                  <a:tcPr marL="0" marR="0" marT="0" marB="0" anchor="b"/>
                </a:tc>
                <a:tc>
                  <a:txBody>
                    <a:bodyPr/>
                    <a:lstStyle/>
                    <a:p>
                      <a:pPr algn="r" fontAlgn="b">
                        <a:buNone/>
                      </a:pPr>
                      <a:r>
                        <a:rPr lang="en-DE" sz="1600" u="none" strike="noStrike">
                          <a:effectLst/>
                          <a:latin typeface="+mn-lt"/>
                        </a:rPr>
                        <a:t>£443.888</a:t>
                      </a:r>
                      <a:endParaRPr lang="en-DE" sz="1600" b="0" i="0" u="none" strike="noStrike">
                        <a:solidFill>
                          <a:srgbClr val="000000"/>
                        </a:solidFill>
                        <a:effectLst/>
                        <a:latin typeface="+mn-lt"/>
                      </a:endParaRPr>
                    </a:p>
                  </a:txBody>
                  <a:tcPr marL="0" marR="0" marT="0" marB="0" anchor="b"/>
                </a:tc>
                <a:tc>
                  <a:txBody>
                    <a:bodyPr/>
                    <a:lstStyle/>
                    <a:p>
                      <a:pPr algn="ctr" fontAlgn="b">
                        <a:buNone/>
                      </a:pPr>
                      <a:endParaRPr lang="en-DE" sz="1600" b="0" i="0" u="none" strike="noStrike">
                        <a:solidFill>
                          <a:srgbClr val="000000"/>
                        </a:solidFill>
                        <a:effectLst/>
                        <a:latin typeface="+mn-lt"/>
                      </a:endParaRPr>
                    </a:p>
                  </a:txBody>
                  <a:tcPr marL="0" marR="0" marT="0" marB="0" anchor="b"/>
                </a:tc>
                <a:tc>
                  <a:txBody>
                    <a:bodyPr/>
                    <a:lstStyle/>
                    <a:p>
                      <a:pPr algn="r" fontAlgn="b">
                        <a:buNone/>
                      </a:pPr>
                      <a:r>
                        <a:rPr lang="en-DE" sz="1600" u="none" strike="noStrike">
                          <a:effectLst/>
                          <a:latin typeface="+mn-lt"/>
                        </a:rPr>
                        <a:t>£443.888</a:t>
                      </a:r>
                      <a:endParaRPr lang="en-DE" sz="1600" b="0" i="0" u="none" strike="noStrike">
                        <a:solidFill>
                          <a:srgbClr val="000000"/>
                        </a:solidFill>
                        <a:effectLst/>
                        <a:latin typeface="+mn-lt"/>
                      </a:endParaRPr>
                    </a:p>
                  </a:txBody>
                  <a:tcPr marL="0" marR="0" marT="0" marB="0" anchor="b"/>
                </a:tc>
                <a:extLst>
                  <a:ext uri="{0D108BD9-81ED-4DB2-BD59-A6C34878D82A}">
                    <a16:rowId xmlns:a16="http://schemas.microsoft.com/office/drawing/2014/main" val="662881892"/>
                  </a:ext>
                </a:extLst>
              </a:tr>
              <a:tr h="323073">
                <a:tc>
                  <a:txBody>
                    <a:bodyPr/>
                    <a:lstStyle/>
                    <a:p>
                      <a:pPr algn="l" fontAlgn="b">
                        <a:buNone/>
                      </a:pPr>
                      <a:r>
                        <a:rPr lang="en-GB" sz="1600" u="none" strike="noStrike">
                          <a:effectLst/>
                          <a:latin typeface="+mn-lt"/>
                        </a:rPr>
                        <a:t>Software Licensing</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Other</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Other commercial infra software (none yet)</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Placeholder for any additional commercial infra software</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N/A</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N/A</a:t>
                      </a:r>
                      <a:endParaRPr lang="en-GB" sz="1600" b="0" i="0" u="none" strike="noStrike">
                        <a:solidFill>
                          <a:srgbClr val="000000"/>
                        </a:solidFill>
                        <a:effectLst/>
                        <a:latin typeface="+mn-lt"/>
                      </a:endParaRPr>
                    </a:p>
                  </a:txBody>
                  <a:tcPr marL="0" marR="0" marT="0" marB="0" anchor="b"/>
                </a:tc>
                <a:tc>
                  <a:txBody>
                    <a:bodyPr/>
                    <a:lstStyle/>
                    <a:p>
                      <a:pPr algn="ctr" fontAlgn="b">
                        <a:buNone/>
                      </a:pPr>
                      <a:r>
                        <a:rPr lang="en-GB" sz="1600" u="none" strike="noStrike">
                          <a:effectLst/>
                          <a:latin typeface="+mn-lt"/>
                        </a:rPr>
                        <a:t>Opex</a:t>
                      </a:r>
                      <a:endParaRPr lang="en-GB" sz="1600" b="0" i="0" u="none" strike="noStrike">
                        <a:solidFill>
                          <a:srgbClr val="000000"/>
                        </a:solidFill>
                        <a:effectLst/>
                        <a:latin typeface="+mn-lt"/>
                      </a:endParaRPr>
                    </a:p>
                  </a:txBody>
                  <a:tcPr marL="0" marR="0" marT="0" marB="0" anchor="b"/>
                </a:tc>
                <a:tc>
                  <a:txBody>
                    <a:bodyPr/>
                    <a:lstStyle/>
                    <a:p>
                      <a:pPr algn="ctr" fontAlgn="b">
                        <a:buNone/>
                      </a:pPr>
                      <a:r>
                        <a:rPr lang="en-GB" sz="1600" u="none" strike="noStrike">
                          <a:effectLst/>
                          <a:latin typeface="+mn-lt"/>
                        </a:rPr>
                        <a:t>Annual</a:t>
                      </a:r>
                      <a:endParaRPr lang="en-GB" sz="1600" b="0" i="0" u="none" strike="noStrike">
                        <a:solidFill>
                          <a:srgbClr val="000000"/>
                        </a:solidFill>
                        <a:effectLst/>
                        <a:latin typeface="+mn-lt"/>
                      </a:endParaRPr>
                    </a:p>
                  </a:txBody>
                  <a:tcPr marL="0" marR="0" marT="0" marB="0" anchor="b"/>
                </a:tc>
                <a:tc>
                  <a:txBody>
                    <a:bodyPr/>
                    <a:lstStyle/>
                    <a:p>
                      <a:pPr algn="l" fontAlgn="b">
                        <a:buNone/>
                      </a:pPr>
                      <a:endParaRPr lang="en-DE" sz="1600" b="0" i="0" u="none" strike="noStrike">
                        <a:solidFill>
                          <a:srgbClr val="000000"/>
                        </a:solidFill>
                        <a:effectLst/>
                        <a:latin typeface="+mn-lt"/>
                      </a:endParaRPr>
                    </a:p>
                  </a:txBody>
                  <a:tcPr marL="0" marR="0" marT="0" marB="0" anchor="b"/>
                </a:tc>
                <a:tc>
                  <a:txBody>
                    <a:bodyPr/>
                    <a:lstStyle/>
                    <a:p>
                      <a:pPr algn="ctr" fontAlgn="b">
                        <a:buNone/>
                      </a:pPr>
                      <a:endParaRPr lang="en-DE" sz="1600" b="0" i="0" u="none" strike="noStrike">
                        <a:solidFill>
                          <a:srgbClr val="000000"/>
                        </a:solidFill>
                        <a:effectLst/>
                        <a:latin typeface="+mn-lt"/>
                      </a:endParaRPr>
                    </a:p>
                  </a:txBody>
                  <a:tcPr marL="0" marR="0" marT="0" marB="0" anchor="b"/>
                </a:tc>
                <a:tc>
                  <a:txBody>
                    <a:bodyPr/>
                    <a:lstStyle/>
                    <a:p>
                      <a:pPr algn="r" fontAlgn="b">
                        <a:buNone/>
                      </a:pPr>
                      <a:r>
                        <a:rPr lang="en-DE" sz="1600" u="none" strike="noStrike">
                          <a:effectLst/>
                          <a:latin typeface="+mn-lt"/>
                        </a:rPr>
                        <a:t>£0</a:t>
                      </a:r>
                      <a:endParaRPr lang="en-DE" sz="1600" b="0" i="0" u="none" strike="noStrike">
                        <a:solidFill>
                          <a:srgbClr val="000000"/>
                        </a:solidFill>
                        <a:effectLst/>
                        <a:latin typeface="+mn-lt"/>
                      </a:endParaRPr>
                    </a:p>
                  </a:txBody>
                  <a:tcPr marL="0" marR="0" marT="0" marB="0" anchor="b"/>
                </a:tc>
                <a:extLst>
                  <a:ext uri="{0D108BD9-81ED-4DB2-BD59-A6C34878D82A}">
                    <a16:rowId xmlns:a16="http://schemas.microsoft.com/office/drawing/2014/main" val="997611663"/>
                  </a:ext>
                </a:extLst>
              </a:tr>
              <a:tr h="323073">
                <a:tc>
                  <a:txBody>
                    <a:bodyPr/>
                    <a:lstStyle/>
                    <a:p>
                      <a:pPr algn="l" fontAlgn="b">
                        <a:buNone/>
                      </a:pPr>
                      <a:r>
                        <a:rPr lang="en-GB" sz="1600" u="none" strike="noStrike">
                          <a:effectLst/>
                          <a:latin typeface="+mn-lt"/>
                        </a:rPr>
                        <a:t>Facilities &amp; Network</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Colocation / Facility</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Colocation / facility costs - Reading</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Power, cooling, rack space; per site if different (MOL vs ANL)</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Centre Square</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N/A</a:t>
                      </a:r>
                      <a:endParaRPr lang="en-GB" sz="1600" b="0" i="0" u="none" strike="noStrike">
                        <a:solidFill>
                          <a:srgbClr val="000000"/>
                        </a:solidFill>
                        <a:effectLst/>
                        <a:latin typeface="+mn-lt"/>
                      </a:endParaRPr>
                    </a:p>
                  </a:txBody>
                  <a:tcPr marL="0" marR="0" marT="0" marB="0" anchor="b"/>
                </a:tc>
                <a:tc>
                  <a:txBody>
                    <a:bodyPr/>
                    <a:lstStyle/>
                    <a:p>
                      <a:pPr algn="ctr" fontAlgn="b">
                        <a:buNone/>
                      </a:pPr>
                      <a:r>
                        <a:rPr lang="en-GB" sz="1600" u="none" strike="noStrike">
                          <a:effectLst/>
                          <a:latin typeface="+mn-lt"/>
                        </a:rPr>
                        <a:t>Opex</a:t>
                      </a:r>
                      <a:endParaRPr lang="en-GB" sz="1600" b="0" i="0" u="none" strike="noStrike">
                        <a:solidFill>
                          <a:srgbClr val="000000"/>
                        </a:solidFill>
                        <a:effectLst/>
                        <a:latin typeface="+mn-lt"/>
                      </a:endParaRPr>
                    </a:p>
                  </a:txBody>
                  <a:tcPr marL="0" marR="0" marT="0" marB="0" anchor="b"/>
                </a:tc>
                <a:tc>
                  <a:txBody>
                    <a:bodyPr/>
                    <a:lstStyle/>
                    <a:p>
                      <a:pPr algn="ctr" fontAlgn="b">
                        <a:buNone/>
                      </a:pPr>
                      <a:r>
                        <a:rPr lang="en-GB" sz="1600" u="none" strike="noStrike">
                          <a:effectLst/>
                          <a:latin typeface="+mn-lt"/>
                        </a:rPr>
                        <a:t>Annual</a:t>
                      </a:r>
                      <a:endParaRPr lang="en-GB" sz="1600" b="0" i="0" u="none" strike="noStrike">
                        <a:solidFill>
                          <a:srgbClr val="000000"/>
                        </a:solidFill>
                        <a:effectLst/>
                        <a:latin typeface="+mn-lt"/>
                      </a:endParaRPr>
                    </a:p>
                  </a:txBody>
                  <a:tcPr marL="0" marR="0" marT="0" marB="0" anchor="b"/>
                </a:tc>
                <a:tc>
                  <a:txBody>
                    <a:bodyPr/>
                    <a:lstStyle/>
                    <a:p>
                      <a:pPr algn="r" fontAlgn="b">
                        <a:buNone/>
                      </a:pPr>
                      <a:r>
                        <a:rPr lang="en-DE" sz="1600" u="none" strike="noStrike">
                          <a:effectLst/>
                          <a:latin typeface="+mn-lt"/>
                        </a:rPr>
                        <a:t>£386.400</a:t>
                      </a:r>
                      <a:endParaRPr lang="en-DE" sz="1600" b="0" i="0" u="none" strike="noStrike">
                        <a:solidFill>
                          <a:srgbClr val="000000"/>
                        </a:solidFill>
                        <a:effectLst/>
                        <a:latin typeface="+mn-lt"/>
                      </a:endParaRPr>
                    </a:p>
                  </a:txBody>
                  <a:tcPr marL="0" marR="0" marT="0" marB="0" anchor="b"/>
                </a:tc>
                <a:tc>
                  <a:txBody>
                    <a:bodyPr/>
                    <a:lstStyle/>
                    <a:p>
                      <a:pPr algn="ctr" fontAlgn="b">
                        <a:buNone/>
                      </a:pPr>
                      <a:endParaRPr lang="en-DE" sz="1600" b="0" i="0" u="none" strike="noStrike">
                        <a:solidFill>
                          <a:srgbClr val="000000"/>
                        </a:solidFill>
                        <a:effectLst/>
                        <a:latin typeface="+mn-lt"/>
                      </a:endParaRPr>
                    </a:p>
                  </a:txBody>
                  <a:tcPr marL="0" marR="0" marT="0" marB="0" anchor="b"/>
                </a:tc>
                <a:tc>
                  <a:txBody>
                    <a:bodyPr/>
                    <a:lstStyle/>
                    <a:p>
                      <a:pPr algn="r" fontAlgn="b">
                        <a:buNone/>
                      </a:pPr>
                      <a:r>
                        <a:rPr lang="en-DE" sz="1600" u="none" strike="noStrike">
                          <a:effectLst/>
                          <a:latin typeface="+mn-lt"/>
                        </a:rPr>
                        <a:t>£386.400</a:t>
                      </a:r>
                      <a:endParaRPr lang="en-DE" sz="1600" b="0" i="0" u="none" strike="noStrike">
                        <a:solidFill>
                          <a:srgbClr val="000000"/>
                        </a:solidFill>
                        <a:effectLst/>
                        <a:latin typeface="+mn-lt"/>
                      </a:endParaRPr>
                    </a:p>
                  </a:txBody>
                  <a:tcPr marL="0" marR="0" marT="0" marB="0" anchor="b"/>
                </a:tc>
                <a:extLst>
                  <a:ext uri="{0D108BD9-81ED-4DB2-BD59-A6C34878D82A}">
                    <a16:rowId xmlns:a16="http://schemas.microsoft.com/office/drawing/2014/main" val="1520657974"/>
                  </a:ext>
                </a:extLst>
              </a:tr>
              <a:tr h="323073">
                <a:tc>
                  <a:txBody>
                    <a:bodyPr/>
                    <a:lstStyle/>
                    <a:p>
                      <a:pPr algn="l" fontAlgn="b">
                        <a:buNone/>
                      </a:pPr>
                      <a:r>
                        <a:rPr lang="en-GB" sz="1600" u="none" strike="noStrike">
                          <a:effectLst/>
                          <a:latin typeface="+mn-lt"/>
                        </a:rPr>
                        <a:t>Facilities &amp; Network</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Colocation / Facility</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Colocation / facility costs - Slough</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Power, cooling, rack space; per site if different (MOL vs ANL)</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Digital Realty</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N/A</a:t>
                      </a:r>
                      <a:endParaRPr lang="en-GB" sz="1600" b="0" i="0" u="none" strike="noStrike">
                        <a:solidFill>
                          <a:srgbClr val="000000"/>
                        </a:solidFill>
                        <a:effectLst/>
                        <a:latin typeface="+mn-lt"/>
                      </a:endParaRPr>
                    </a:p>
                  </a:txBody>
                  <a:tcPr marL="0" marR="0" marT="0" marB="0" anchor="b"/>
                </a:tc>
                <a:tc>
                  <a:txBody>
                    <a:bodyPr/>
                    <a:lstStyle/>
                    <a:p>
                      <a:pPr algn="ctr" fontAlgn="b">
                        <a:buNone/>
                      </a:pPr>
                      <a:r>
                        <a:rPr lang="en-GB" sz="1600" u="none" strike="noStrike">
                          <a:effectLst/>
                          <a:latin typeface="+mn-lt"/>
                        </a:rPr>
                        <a:t>Opex</a:t>
                      </a:r>
                      <a:endParaRPr lang="en-GB" sz="1600" b="0" i="0" u="none" strike="noStrike">
                        <a:solidFill>
                          <a:srgbClr val="000000"/>
                        </a:solidFill>
                        <a:effectLst/>
                        <a:latin typeface="+mn-lt"/>
                      </a:endParaRPr>
                    </a:p>
                  </a:txBody>
                  <a:tcPr marL="0" marR="0" marT="0" marB="0" anchor="b"/>
                </a:tc>
                <a:tc>
                  <a:txBody>
                    <a:bodyPr/>
                    <a:lstStyle/>
                    <a:p>
                      <a:pPr algn="ctr" fontAlgn="b">
                        <a:buNone/>
                      </a:pPr>
                      <a:r>
                        <a:rPr lang="en-GB" sz="1600" u="none" strike="noStrike">
                          <a:effectLst/>
                          <a:latin typeface="+mn-lt"/>
                        </a:rPr>
                        <a:t>Annual</a:t>
                      </a:r>
                      <a:endParaRPr lang="en-GB" sz="1600" b="0" i="0" u="none" strike="noStrike">
                        <a:solidFill>
                          <a:srgbClr val="000000"/>
                        </a:solidFill>
                        <a:effectLst/>
                        <a:latin typeface="+mn-lt"/>
                      </a:endParaRPr>
                    </a:p>
                  </a:txBody>
                  <a:tcPr marL="0" marR="0" marT="0" marB="0" anchor="b"/>
                </a:tc>
                <a:tc>
                  <a:txBody>
                    <a:bodyPr/>
                    <a:lstStyle/>
                    <a:p>
                      <a:pPr algn="r" fontAlgn="b">
                        <a:buNone/>
                      </a:pPr>
                      <a:r>
                        <a:rPr lang="en-DE" sz="1600" u="none" strike="noStrike">
                          <a:effectLst/>
                          <a:latin typeface="+mn-lt"/>
                        </a:rPr>
                        <a:t>£338.300</a:t>
                      </a:r>
                      <a:endParaRPr lang="en-DE" sz="1600" b="0" i="0" u="none" strike="noStrike">
                        <a:solidFill>
                          <a:srgbClr val="000000"/>
                        </a:solidFill>
                        <a:effectLst/>
                        <a:latin typeface="+mn-lt"/>
                      </a:endParaRPr>
                    </a:p>
                  </a:txBody>
                  <a:tcPr marL="0" marR="0" marT="0" marB="0" anchor="b"/>
                </a:tc>
                <a:tc>
                  <a:txBody>
                    <a:bodyPr/>
                    <a:lstStyle/>
                    <a:p>
                      <a:pPr algn="ctr" fontAlgn="b">
                        <a:buNone/>
                      </a:pPr>
                      <a:endParaRPr lang="en-DE" sz="1600" b="0" i="0" u="none" strike="noStrike">
                        <a:solidFill>
                          <a:srgbClr val="000000"/>
                        </a:solidFill>
                        <a:effectLst/>
                        <a:latin typeface="+mn-lt"/>
                      </a:endParaRPr>
                    </a:p>
                  </a:txBody>
                  <a:tcPr marL="0" marR="0" marT="0" marB="0" anchor="b"/>
                </a:tc>
                <a:tc>
                  <a:txBody>
                    <a:bodyPr/>
                    <a:lstStyle/>
                    <a:p>
                      <a:pPr algn="r" fontAlgn="b">
                        <a:buNone/>
                      </a:pPr>
                      <a:r>
                        <a:rPr lang="en-DE" sz="1600" u="none" strike="noStrike">
                          <a:effectLst/>
                          <a:latin typeface="+mn-lt"/>
                        </a:rPr>
                        <a:t>£338.300</a:t>
                      </a:r>
                      <a:endParaRPr lang="en-DE" sz="1600" b="0" i="0" u="none" strike="noStrike">
                        <a:solidFill>
                          <a:srgbClr val="000000"/>
                        </a:solidFill>
                        <a:effectLst/>
                        <a:latin typeface="+mn-lt"/>
                      </a:endParaRPr>
                    </a:p>
                  </a:txBody>
                  <a:tcPr marL="0" marR="0" marT="0" marB="0" anchor="b"/>
                </a:tc>
                <a:extLst>
                  <a:ext uri="{0D108BD9-81ED-4DB2-BD59-A6C34878D82A}">
                    <a16:rowId xmlns:a16="http://schemas.microsoft.com/office/drawing/2014/main" val="2572463881"/>
                  </a:ext>
                </a:extLst>
              </a:tr>
              <a:tr h="323073">
                <a:tc>
                  <a:txBody>
                    <a:bodyPr/>
                    <a:lstStyle/>
                    <a:p>
                      <a:pPr algn="l" fontAlgn="b">
                        <a:buNone/>
                      </a:pPr>
                      <a:r>
                        <a:rPr lang="en-GB" sz="1600" u="none" strike="noStrike">
                          <a:effectLst/>
                          <a:latin typeface="+mn-lt"/>
                        </a:rPr>
                        <a:t>Facilities &amp; Network</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Colocation / Facility</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Colocation / facility costs - Sydney</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Power, cooling, rack space; per site if different (MOL vs ANL)</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Equinix</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N/A</a:t>
                      </a:r>
                      <a:endParaRPr lang="en-GB" sz="1600" b="0" i="0" u="none" strike="noStrike">
                        <a:solidFill>
                          <a:srgbClr val="000000"/>
                        </a:solidFill>
                        <a:effectLst/>
                        <a:latin typeface="+mn-lt"/>
                      </a:endParaRPr>
                    </a:p>
                  </a:txBody>
                  <a:tcPr marL="0" marR="0" marT="0" marB="0" anchor="b"/>
                </a:tc>
                <a:tc>
                  <a:txBody>
                    <a:bodyPr/>
                    <a:lstStyle/>
                    <a:p>
                      <a:pPr algn="ctr" fontAlgn="b">
                        <a:buNone/>
                      </a:pPr>
                      <a:r>
                        <a:rPr lang="en-GB" sz="1600" u="none" strike="noStrike">
                          <a:effectLst/>
                          <a:latin typeface="+mn-lt"/>
                        </a:rPr>
                        <a:t>Opex</a:t>
                      </a:r>
                      <a:endParaRPr lang="en-GB" sz="1600" b="0" i="0" u="none" strike="noStrike">
                        <a:solidFill>
                          <a:srgbClr val="000000"/>
                        </a:solidFill>
                        <a:effectLst/>
                        <a:latin typeface="+mn-lt"/>
                      </a:endParaRPr>
                    </a:p>
                  </a:txBody>
                  <a:tcPr marL="0" marR="0" marT="0" marB="0" anchor="b"/>
                </a:tc>
                <a:tc>
                  <a:txBody>
                    <a:bodyPr/>
                    <a:lstStyle/>
                    <a:p>
                      <a:pPr algn="ctr" fontAlgn="b">
                        <a:buNone/>
                      </a:pPr>
                      <a:r>
                        <a:rPr lang="en-GB" sz="1600" u="none" strike="noStrike">
                          <a:effectLst/>
                          <a:latin typeface="+mn-lt"/>
                        </a:rPr>
                        <a:t>Annual</a:t>
                      </a:r>
                      <a:endParaRPr lang="en-GB" sz="1600" b="0" i="0" u="none" strike="noStrike">
                        <a:solidFill>
                          <a:srgbClr val="000000"/>
                        </a:solidFill>
                        <a:effectLst/>
                        <a:latin typeface="+mn-lt"/>
                      </a:endParaRPr>
                    </a:p>
                  </a:txBody>
                  <a:tcPr marL="0" marR="0" marT="0" marB="0" anchor="b"/>
                </a:tc>
                <a:tc>
                  <a:txBody>
                    <a:bodyPr/>
                    <a:lstStyle/>
                    <a:p>
                      <a:pPr algn="r" fontAlgn="b">
                        <a:buNone/>
                      </a:pPr>
                      <a:r>
                        <a:rPr lang="en-DE" sz="1600" u="none" strike="noStrike">
                          <a:effectLst/>
                          <a:latin typeface="+mn-lt"/>
                        </a:rPr>
                        <a:t>£40.000</a:t>
                      </a:r>
                      <a:endParaRPr lang="en-DE" sz="1600" b="0" i="0" u="none" strike="noStrike">
                        <a:solidFill>
                          <a:srgbClr val="000000"/>
                        </a:solidFill>
                        <a:effectLst/>
                        <a:latin typeface="+mn-lt"/>
                      </a:endParaRPr>
                    </a:p>
                  </a:txBody>
                  <a:tcPr marL="0" marR="0" marT="0" marB="0" anchor="b"/>
                </a:tc>
                <a:tc>
                  <a:txBody>
                    <a:bodyPr/>
                    <a:lstStyle/>
                    <a:p>
                      <a:pPr algn="ctr" fontAlgn="b">
                        <a:buNone/>
                      </a:pPr>
                      <a:endParaRPr lang="en-DE" sz="1600" b="0" i="0" u="none" strike="noStrike">
                        <a:solidFill>
                          <a:srgbClr val="000000"/>
                        </a:solidFill>
                        <a:effectLst/>
                        <a:latin typeface="+mn-lt"/>
                      </a:endParaRPr>
                    </a:p>
                  </a:txBody>
                  <a:tcPr marL="0" marR="0" marT="0" marB="0" anchor="b"/>
                </a:tc>
                <a:tc>
                  <a:txBody>
                    <a:bodyPr/>
                    <a:lstStyle/>
                    <a:p>
                      <a:pPr algn="r" fontAlgn="b">
                        <a:buNone/>
                      </a:pPr>
                      <a:r>
                        <a:rPr lang="en-DE" sz="1600" u="none" strike="noStrike">
                          <a:effectLst/>
                          <a:latin typeface="+mn-lt"/>
                        </a:rPr>
                        <a:t>£40.000</a:t>
                      </a:r>
                      <a:endParaRPr lang="en-DE" sz="1600" b="0" i="0" u="none" strike="noStrike">
                        <a:solidFill>
                          <a:srgbClr val="000000"/>
                        </a:solidFill>
                        <a:effectLst/>
                        <a:latin typeface="+mn-lt"/>
                      </a:endParaRPr>
                    </a:p>
                  </a:txBody>
                  <a:tcPr marL="0" marR="0" marT="0" marB="0" anchor="b"/>
                </a:tc>
                <a:extLst>
                  <a:ext uri="{0D108BD9-81ED-4DB2-BD59-A6C34878D82A}">
                    <a16:rowId xmlns:a16="http://schemas.microsoft.com/office/drawing/2014/main" val="1592042041"/>
                  </a:ext>
                </a:extLst>
              </a:tr>
              <a:tr h="323073">
                <a:tc>
                  <a:txBody>
                    <a:bodyPr/>
                    <a:lstStyle/>
                    <a:p>
                      <a:pPr algn="l" fontAlgn="b">
                        <a:buNone/>
                      </a:pPr>
                      <a:r>
                        <a:rPr lang="en-GB" sz="1600" u="none" strike="noStrike">
                          <a:effectLst/>
                          <a:latin typeface="+mn-lt"/>
                        </a:rPr>
                        <a:t>Facilities &amp; Network</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Network</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Interconnect between sites</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Bandwidth / interconnect costs between sites</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TBD</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N/A</a:t>
                      </a:r>
                      <a:endParaRPr lang="en-GB" sz="1600" b="0" i="0" u="none" strike="noStrike">
                        <a:solidFill>
                          <a:srgbClr val="000000"/>
                        </a:solidFill>
                        <a:effectLst/>
                        <a:latin typeface="+mn-lt"/>
                      </a:endParaRPr>
                    </a:p>
                  </a:txBody>
                  <a:tcPr marL="0" marR="0" marT="0" marB="0" anchor="b"/>
                </a:tc>
                <a:tc>
                  <a:txBody>
                    <a:bodyPr/>
                    <a:lstStyle/>
                    <a:p>
                      <a:pPr algn="ctr" fontAlgn="b">
                        <a:buNone/>
                      </a:pPr>
                      <a:r>
                        <a:rPr lang="en-GB" sz="1600" u="none" strike="noStrike">
                          <a:effectLst/>
                          <a:latin typeface="+mn-lt"/>
                        </a:rPr>
                        <a:t>Opex</a:t>
                      </a:r>
                      <a:endParaRPr lang="en-GB" sz="1600" b="0" i="0" u="none" strike="noStrike">
                        <a:solidFill>
                          <a:srgbClr val="000000"/>
                        </a:solidFill>
                        <a:effectLst/>
                        <a:latin typeface="+mn-lt"/>
                      </a:endParaRPr>
                    </a:p>
                  </a:txBody>
                  <a:tcPr marL="0" marR="0" marT="0" marB="0" anchor="b"/>
                </a:tc>
                <a:tc>
                  <a:txBody>
                    <a:bodyPr/>
                    <a:lstStyle/>
                    <a:p>
                      <a:pPr algn="ctr" fontAlgn="b">
                        <a:buNone/>
                      </a:pPr>
                      <a:r>
                        <a:rPr lang="en-GB" sz="1600" u="none" strike="noStrike">
                          <a:effectLst/>
                          <a:latin typeface="+mn-lt"/>
                        </a:rPr>
                        <a:t>Monthly</a:t>
                      </a:r>
                      <a:endParaRPr lang="en-GB" sz="1600" b="0" i="0" u="none" strike="noStrike">
                        <a:solidFill>
                          <a:srgbClr val="000000"/>
                        </a:solidFill>
                        <a:effectLst/>
                        <a:latin typeface="+mn-lt"/>
                      </a:endParaRPr>
                    </a:p>
                  </a:txBody>
                  <a:tcPr marL="0" marR="0" marT="0" marB="0" anchor="b"/>
                </a:tc>
                <a:tc>
                  <a:txBody>
                    <a:bodyPr/>
                    <a:lstStyle/>
                    <a:p>
                      <a:pPr algn="r" fontAlgn="b">
                        <a:buNone/>
                      </a:pPr>
                      <a:r>
                        <a:rPr lang="en-DE" sz="1600" u="none" strike="noStrike">
                          <a:effectLst/>
                          <a:latin typeface="+mn-lt"/>
                        </a:rPr>
                        <a:t>£1.600</a:t>
                      </a:r>
                      <a:endParaRPr lang="en-DE" sz="1600" b="0" i="0" u="none" strike="noStrike">
                        <a:solidFill>
                          <a:srgbClr val="000000"/>
                        </a:solidFill>
                        <a:effectLst/>
                        <a:latin typeface="+mn-lt"/>
                      </a:endParaRPr>
                    </a:p>
                  </a:txBody>
                  <a:tcPr marL="0" marR="0" marT="0" marB="0" anchor="b"/>
                </a:tc>
                <a:tc>
                  <a:txBody>
                    <a:bodyPr/>
                    <a:lstStyle/>
                    <a:p>
                      <a:pPr algn="ctr" fontAlgn="b">
                        <a:buNone/>
                      </a:pPr>
                      <a:endParaRPr lang="en-DE" sz="1600" b="0" i="0" u="none" strike="noStrike">
                        <a:solidFill>
                          <a:srgbClr val="000000"/>
                        </a:solidFill>
                        <a:effectLst/>
                        <a:latin typeface="+mn-lt"/>
                      </a:endParaRPr>
                    </a:p>
                  </a:txBody>
                  <a:tcPr marL="0" marR="0" marT="0" marB="0" anchor="b"/>
                </a:tc>
                <a:tc>
                  <a:txBody>
                    <a:bodyPr/>
                    <a:lstStyle/>
                    <a:p>
                      <a:pPr algn="r" fontAlgn="b">
                        <a:buNone/>
                      </a:pPr>
                      <a:r>
                        <a:rPr lang="en-DE" sz="1600" u="none" strike="noStrike">
                          <a:effectLst/>
                          <a:latin typeface="+mn-lt"/>
                        </a:rPr>
                        <a:t>£19.200</a:t>
                      </a:r>
                      <a:endParaRPr lang="en-DE" sz="1600" b="0" i="0" u="none" strike="noStrike">
                        <a:solidFill>
                          <a:srgbClr val="000000"/>
                        </a:solidFill>
                        <a:effectLst/>
                        <a:latin typeface="+mn-lt"/>
                      </a:endParaRPr>
                    </a:p>
                  </a:txBody>
                  <a:tcPr marL="0" marR="0" marT="0" marB="0" anchor="b"/>
                </a:tc>
                <a:extLst>
                  <a:ext uri="{0D108BD9-81ED-4DB2-BD59-A6C34878D82A}">
                    <a16:rowId xmlns:a16="http://schemas.microsoft.com/office/drawing/2014/main" val="2060799528"/>
                  </a:ext>
                </a:extLst>
              </a:tr>
              <a:tr h="323073">
                <a:tc>
                  <a:txBody>
                    <a:bodyPr/>
                    <a:lstStyle/>
                    <a:p>
                      <a:pPr algn="l" fontAlgn="b">
                        <a:buNone/>
                      </a:pPr>
                      <a:r>
                        <a:rPr lang="en-GB" sz="1600" u="none" strike="noStrike">
                          <a:effectLst/>
                          <a:latin typeface="+mn-lt"/>
                        </a:rPr>
                        <a:t>Facilities &amp; Network</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Internet</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WAN/Internet egress costs</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Internet connectivity (egress) costs</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ISP/TBD</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N/A</a:t>
                      </a:r>
                      <a:endParaRPr lang="en-GB" sz="1600" b="0" i="0" u="none" strike="noStrike">
                        <a:solidFill>
                          <a:srgbClr val="000000"/>
                        </a:solidFill>
                        <a:effectLst/>
                        <a:latin typeface="+mn-lt"/>
                      </a:endParaRPr>
                    </a:p>
                  </a:txBody>
                  <a:tcPr marL="0" marR="0" marT="0" marB="0" anchor="b"/>
                </a:tc>
                <a:tc>
                  <a:txBody>
                    <a:bodyPr/>
                    <a:lstStyle/>
                    <a:p>
                      <a:pPr algn="ctr" fontAlgn="b">
                        <a:buNone/>
                      </a:pPr>
                      <a:r>
                        <a:rPr lang="en-GB" sz="1600" u="none" strike="noStrike">
                          <a:effectLst/>
                          <a:latin typeface="+mn-lt"/>
                        </a:rPr>
                        <a:t>Opex</a:t>
                      </a:r>
                      <a:endParaRPr lang="en-GB" sz="1600" b="0" i="0" u="none" strike="noStrike">
                        <a:solidFill>
                          <a:srgbClr val="000000"/>
                        </a:solidFill>
                        <a:effectLst/>
                        <a:latin typeface="+mn-lt"/>
                      </a:endParaRPr>
                    </a:p>
                  </a:txBody>
                  <a:tcPr marL="0" marR="0" marT="0" marB="0" anchor="b"/>
                </a:tc>
                <a:tc>
                  <a:txBody>
                    <a:bodyPr/>
                    <a:lstStyle/>
                    <a:p>
                      <a:pPr algn="ctr" fontAlgn="b">
                        <a:buNone/>
                      </a:pPr>
                      <a:r>
                        <a:rPr lang="en-GB" sz="1600" u="none" strike="noStrike">
                          <a:effectLst/>
                          <a:latin typeface="+mn-lt"/>
                        </a:rPr>
                        <a:t>Monthly</a:t>
                      </a:r>
                      <a:endParaRPr lang="en-GB" sz="1600" b="0" i="0" u="none" strike="noStrike">
                        <a:solidFill>
                          <a:srgbClr val="000000"/>
                        </a:solidFill>
                        <a:effectLst/>
                        <a:latin typeface="+mn-lt"/>
                      </a:endParaRPr>
                    </a:p>
                  </a:txBody>
                  <a:tcPr marL="0" marR="0" marT="0" marB="0" anchor="b"/>
                </a:tc>
                <a:tc>
                  <a:txBody>
                    <a:bodyPr/>
                    <a:lstStyle/>
                    <a:p>
                      <a:pPr algn="r" fontAlgn="b">
                        <a:buNone/>
                      </a:pPr>
                      <a:r>
                        <a:rPr lang="en-DE" sz="1600" u="none" strike="noStrike">
                          <a:effectLst/>
                          <a:latin typeface="+mn-lt"/>
                        </a:rPr>
                        <a:t>£8.000</a:t>
                      </a:r>
                      <a:endParaRPr lang="en-DE" sz="1600" b="0" i="0" u="none" strike="noStrike">
                        <a:solidFill>
                          <a:srgbClr val="000000"/>
                        </a:solidFill>
                        <a:effectLst/>
                        <a:latin typeface="+mn-lt"/>
                      </a:endParaRPr>
                    </a:p>
                  </a:txBody>
                  <a:tcPr marL="0" marR="0" marT="0" marB="0" anchor="b"/>
                </a:tc>
                <a:tc>
                  <a:txBody>
                    <a:bodyPr/>
                    <a:lstStyle/>
                    <a:p>
                      <a:pPr algn="ctr" fontAlgn="b">
                        <a:buNone/>
                      </a:pPr>
                      <a:endParaRPr lang="en-DE" sz="1600" b="0" i="0" u="none" strike="noStrike">
                        <a:solidFill>
                          <a:srgbClr val="000000"/>
                        </a:solidFill>
                        <a:effectLst/>
                        <a:latin typeface="+mn-lt"/>
                      </a:endParaRPr>
                    </a:p>
                  </a:txBody>
                  <a:tcPr marL="0" marR="0" marT="0" marB="0" anchor="b"/>
                </a:tc>
                <a:tc>
                  <a:txBody>
                    <a:bodyPr/>
                    <a:lstStyle/>
                    <a:p>
                      <a:pPr algn="r" fontAlgn="b">
                        <a:buNone/>
                      </a:pPr>
                      <a:r>
                        <a:rPr lang="en-DE" sz="1600" u="none" strike="noStrike">
                          <a:effectLst/>
                          <a:latin typeface="+mn-lt"/>
                        </a:rPr>
                        <a:t>£96.000</a:t>
                      </a:r>
                      <a:endParaRPr lang="en-DE" sz="1600" b="0" i="0" u="none" strike="noStrike">
                        <a:solidFill>
                          <a:srgbClr val="000000"/>
                        </a:solidFill>
                        <a:effectLst/>
                        <a:latin typeface="+mn-lt"/>
                      </a:endParaRPr>
                    </a:p>
                  </a:txBody>
                  <a:tcPr marL="0" marR="0" marT="0" marB="0" anchor="b"/>
                </a:tc>
                <a:extLst>
                  <a:ext uri="{0D108BD9-81ED-4DB2-BD59-A6C34878D82A}">
                    <a16:rowId xmlns:a16="http://schemas.microsoft.com/office/drawing/2014/main" val="3942320371"/>
                  </a:ext>
                </a:extLst>
              </a:tr>
              <a:tr h="243045">
                <a:tc>
                  <a:txBody>
                    <a:bodyPr/>
                    <a:lstStyle/>
                    <a:p>
                      <a:pPr algn="l" fontAlgn="b">
                        <a:buNone/>
                      </a:pPr>
                      <a:r>
                        <a:rPr lang="en-GB" sz="1600" u="none" strike="noStrike">
                          <a:effectLst/>
                          <a:latin typeface="+mn-lt"/>
                        </a:rPr>
                        <a:t>Operations</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Vendor Support</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Vendor support contracts</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All vendor support contracts for infra</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TBD</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N/A</a:t>
                      </a:r>
                      <a:endParaRPr lang="en-GB" sz="1600" b="0" i="0" u="none" strike="noStrike">
                        <a:solidFill>
                          <a:srgbClr val="000000"/>
                        </a:solidFill>
                        <a:effectLst/>
                        <a:latin typeface="+mn-lt"/>
                      </a:endParaRPr>
                    </a:p>
                  </a:txBody>
                  <a:tcPr marL="0" marR="0" marT="0" marB="0" anchor="b"/>
                </a:tc>
                <a:tc>
                  <a:txBody>
                    <a:bodyPr/>
                    <a:lstStyle/>
                    <a:p>
                      <a:pPr algn="ctr" fontAlgn="b">
                        <a:buNone/>
                      </a:pPr>
                      <a:r>
                        <a:rPr lang="en-GB" sz="1600" u="none" strike="noStrike">
                          <a:effectLst/>
                          <a:latin typeface="+mn-lt"/>
                        </a:rPr>
                        <a:t>Opex</a:t>
                      </a:r>
                      <a:endParaRPr lang="en-GB" sz="1600" b="0" i="0" u="none" strike="noStrike">
                        <a:solidFill>
                          <a:srgbClr val="000000"/>
                        </a:solidFill>
                        <a:effectLst/>
                        <a:latin typeface="+mn-lt"/>
                      </a:endParaRPr>
                    </a:p>
                  </a:txBody>
                  <a:tcPr marL="0" marR="0" marT="0" marB="0" anchor="b"/>
                </a:tc>
                <a:tc>
                  <a:txBody>
                    <a:bodyPr/>
                    <a:lstStyle/>
                    <a:p>
                      <a:pPr algn="ctr" fontAlgn="b">
                        <a:buNone/>
                      </a:pPr>
                      <a:r>
                        <a:rPr lang="en-GB" sz="1600" u="none" strike="noStrike">
                          <a:effectLst/>
                          <a:latin typeface="+mn-lt"/>
                        </a:rPr>
                        <a:t>Annual</a:t>
                      </a:r>
                      <a:endParaRPr lang="en-GB" sz="1600" b="0" i="0" u="none" strike="noStrike">
                        <a:solidFill>
                          <a:srgbClr val="000000"/>
                        </a:solidFill>
                        <a:effectLst/>
                        <a:latin typeface="+mn-lt"/>
                      </a:endParaRPr>
                    </a:p>
                  </a:txBody>
                  <a:tcPr marL="0" marR="0" marT="0" marB="0" anchor="b"/>
                </a:tc>
                <a:tc>
                  <a:txBody>
                    <a:bodyPr/>
                    <a:lstStyle/>
                    <a:p>
                      <a:pPr algn="r" fontAlgn="b">
                        <a:buNone/>
                      </a:pPr>
                      <a:r>
                        <a:rPr lang="en-DE" sz="1600" u="none" strike="noStrike">
                          <a:effectLst/>
                          <a:latin typeface="+mn-lt"/>
                        </a:rPr>
                        <a:t>£20.000</a:t>
                      </a:r>
                      <a:endParaRPr lang="en-DE" sz="1600" b="0" i="0" u="none" strike="noStrike">
                        <a:solidFill>
                          <a:srgbClr val="000000"/>
                        </a:solidFill>
                        <a:effectLst/>
                        <a:latin typeface="+mn-lt"/>
                      </a:endParaRPr>
                    </a:p>
                  </a:txBody>
                  <a:tcPr marL="0" marR="0" marT="0" marB="0" anchor="b"/>
                </a:tc>
                <a:tc>
                  <a:txBody>
                    <a:bodyPr/>
                    <a:lstStyle/>
                    <a:p>
                      <a:pPr algn="ctr" fontAlgn="b">
                        <a:buNone/>
                      </a:pPr>
                      <a:endParaRPr lang="en-DE" sz="1600" b="0" i="0" u="none" strike="noStrike">
                        <a:solidFill>
                          <a:srgbClr val="000000"/>
                        </a:solidFill>
                        <a:effectLst/>
                        <a:latin typeface="+mn-lt"/>
                      </a:endParaRPr>
                    </a:p>
                  </a:txBody>
                  <a:tcPr marL="0" marR="0" marT="0" marB="0" anchor="b"/>
                </a:tc>
                <a:tc>
                  <a:txBody>
                    <a:bodyPr/>
                    <a:lstStyle/>
                    <a:p>
                      <a:pPr algn="r" fontAlgn="b">
                        <a:buNone/>
                      </a:pPr>
                      <a:r>
                        <a:rPr lang="en-DE" sz="1600" u="none" strike="noStrike">
                          <a:effectLst/>
                          <a:latin typeface="+mn-lt"/>
                        </a:rPr>
                        <a:t>£20.000</a:t>
                      </a:r>
                      <a:endParaRPr lang="en-DE" sz="1600" b="0" i="0" u="none" strike="noStrike">
                        <a:solidFill>
                          <a:srgbClr val="000000"/>
                        </a:solidFill>
                        <a:effectLst/>
                        <a:latin typeface="+mn-lt"/>
                      </a:endParaRPr>
                    </a:p>
                  </a:txBody>
                  <a:tcPr marL="0" marR="0" marT="0" marB="0" anchor="b"/>
                </a:tc>
                <a:extLst>
                  <a:ext uri="{0D108BD9-81ED-4DB2-BD59-A6C34878D82A}">
                    <a16:rowId xmlns:a16="http://schemas.microsoft.com/office/drawing/2014/main" val="2052647517"/>
                  </a:ext>
                </a:extLst>
              </a:tr>
              <a:tr h="323073">
                <a:tc>
                  <a:txBody>
                    <a:bodyPr/>
                    <a:lstStyle/>
                    <a:p>
                      <a:pPr algn="l" fontAlgn="b">
                        <a:buNone/>
                      </a:pPr>
                      <a:r>
                        <a:rPr lang="en-GB" sz="1600" u="none" strike="noStrike">
                          <a:effectLst/>
                          <a:latin typeface="+mn-lt"/>
                        </a:rPr>
                        <a:t>Operations</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People</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Infra management FTE</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IT staff dedicated to physical infra management (approx FTE)</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Internal</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N/A</a:t>
                      </a:r>
                      <a:endParaRPr lang="en-GB" sz="1600" b="0" i="0" u="none" strike="noStrike">
                        <a:solidFill>
                          <a:srgbClr val="000000"/>
                        </a:solidFill>
                        <a:effectLst/>
                        <a:latin typeface="+mn-lt"/>
                      </a:endParaRPr>
                    </a:p>
                  </a:txBody>
                  <a:tcPr marL="0" marR="0" marT="0" marB="0" anchor="b"/>
                </a:tc>
                <a:tc>
                  <a:txBody>
                    <a:bodyPr/>
                    <a:lstStyle/>
                    <a:p>
                      <a:pPr algn="ctr" fontAlgn="b">
                        <a:buNone/>
                      </a:pPr>
                      <a:r>
                        <a:rPr lang="en-GB" sz="1600" u="none" strike="noStrike">
                          <a:effectLst/>
                          <a:latin typeface="+mn-lt"/>
                        </a:rPr>
                        <a:t>Opex</a:t>
                      </a:r>
                      <a:endParaRPr lang="en-GB" sz="1600" b="0" i="0" u="none" strike="noStrike">
                        <a:solidFill>
                          <a:srgbClr val="000000"/>
                        </a:solidFill>
                        <a:effectLst/>
                        <a:latin typeface="+mn-lt"/>
                      </a:endParaRPr>
                    </a:p>
                  </a:txBody>
                  <a:tcPr marL="0" marR="0" marT="0" marB="0" anchor="b"/>
                </a:tc>
                <a:tc>
                  <a:txBody>
                    <a:bodyPr/>
                    <a:lstStyle/>
                    <a:p>
                      <a:pPr algn="ctr" fontAlgn="b">
                        <a:buNone/>
                      </a:pPr>
                      <a:r>
                        <a:rPr lang="en-GB" sz="1600" u="none" strike="noStrike">
                          <a:effectLst/>
                          <a:latin typeface="+mn-lt"/>
                        </a:rPr>
                        <a:t>Annual</a:t>
                      </a:r>
                      <a:endParaRPr lang="en-GB" sz="1600" b="0" i="0" u="none" strike="noStrike">
                        <a:solidFill>
                          <a:srgbClr val="000000"/>
                        </a:solidFill>
                        <a:effectLst/>
                        <a:latin typeface="+mn-lt"/>
                      </a:endParaRPr>
                    </a:p>
                  </a:txBody>
                  <a:tcPr marL="0" marR="0" marT="0" marB="0" anchor="b"/>
                </a:tc>
                <a:tc>
                  <a:txBody>
                    <a:bodyPr/>
                    <a:lstStyle/>
                    <a:p>
                      <a:pPr algn="r" fontAlgn="b">
                        <a:buNone/>
                      </a:pPr>
                      <a:r>
                        <a:rPr lang="en-DE" sz="1600" u="none" strike="noStrike">
                          <a:effectLst/>
                          <a:latin typeface="+mn-lt"/>
                        </a:rPr>
                        <a:t>£100.000</a:t>
                      </a:r>
                      <a:endParaRPr lang="en-DE" sz="1600" b="0" i="0" u="none" strike="noStrike">
                        <a:solidFill>
                          <a:srgbClr val="000000"/>
                        </a:solidFill>
                        <a:effectLst/>
                        <a:latin typeface="+mn-lt"/>
                      </a:endParaRPr>
                    </a:p>
                  </a:txBody>
                  <a:tcPr marL="0" marR="0" marT="0" marB="0" anchor="b"/>
                </a:tc>
                <a:tc>
                  <a:txBody>
                    <a:bodyPr/>
                    <a:lstStyle/>
                    <a:p>
                      <a:pPr algn="ctr" fontAlgn="b">
                        <a:buNone/>
                      </a:pPr>
                      <a:endParaRPr lang="en-DE" sz="1600" b="0" i="0" u="none" strike="noStrike">
                        <a:solidFill>
                          <a:srgbClr val="000000"/>
                        </a:solidFill>
                        <a:effectLst/>
                        <a:latin typeface="+mn-lt"/>
                      </a:endParaRPr>
                    </a:p>
                  </a:txBody>
                  <a:tcPr marL="0" marR="0" marT="0" marB="0" anchor="b"/>
                </a:tc>
                <a:tc>
                  <a:txBody>
                    <a:bodyPr/>
                    <a:lstStyle/>
                    <a:p>
                      <a:pPr algn="r" fontAlgn="b">
                        <a:buNone/>
                      </a:pPr>
                      <a:r>
                        <a:rPr lang="en-DE" sz="1600" u="none" strike="noStrike">
                          <a:effectLst/>
                          <a:latin typeface="+mn-lt"/>
                        </a:rPr>
                        <a:t>£100.000</a:t>
                      </a:r>
                      <a:endParaRPr lang="en-DE" sz="1600" b="0" i="0" u="none" strike="noStrike">
                        <a:solidFill>
                          <a:srgbClr val="000000"/>
                        </a:solidFill>
                        <a:effectLst/>
                        <a:latin typeface="+mn-lt"/>
                      </a:endParaRPr>
                    </a:p>
                  </a:txBody>
                  <a:tcPr marL="0" marR="0" marT="0" marB="0" anchor="b"/>
                </a:tc>
                <a:extLst>
                  <a:ext uri="{0D108BD9-81ED-4DB2-BD59-A6C34878D82A}">
                    <a16:rowId xmlns:a16="http://schemas.microsoft.com/office/drawing/2014/main" val="1369484980"/>
                  </a:ext>
                </a:extLst>
              </a:tr>
              <a:tr h="486092">
                <a:tc>
                  <a:txBody>
                    <a:bodyPr/>
                    <a:lstStyle/>
                    <a:p>
                      <a:pPr algn="l" fontAlgn="b">
                        <a:buNone/>
                      </a:pPr>
                      <a:r>
                        <a:rPr lang="en-GB" sz="1600" u="none" strike="noStrike">
                          <a:effectLst/>
                          <a:latin typeface="+mn-lt"/>
                        </a:rPr>
                        <a:t>Contracts &amp; Commitments</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Lock-ins</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Existing contract lock-ins</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VMware EA, hardware leases, colo agreements and end dates</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TBD</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N/A</a:t>
                      </a:r>
                      <a:endParaRPr lang="en-GB" sz="1600" b="0" i="0" u="none" strike="noStrike">
                        <a:solidFill>
                          <a:srgbClr val="000000"/>
                        </a:solidFill>
                        <a:effectLst/>
                        <a:latin typeface="+mn-lt"/>
                      </a:endParaRPr>
                    </a:p>
                  </a:txBody>
                  <a:tcPr marL="0" marR="0" marT="0" marB="0" anchor="b"/>
                </a:tc>
                <a:tc>
                  <a:txBody>
                    <a:bodyPr/>
                    <a:lstStyle/>
                    <a:p>
                      <a:pPr algn="ctr" fontAlgn="b">
                        <a:buNone/>
                      </a:pPr>
                      <a:r>
                        <a:rPr lang="en-GB" sz="1600" u="none" strike="noStrike">
                          <a:effectLst/>
                          <a:latin typeface="+mn-lt"/>
                        </a:rPr>
                        <a:t>Opex</a:t>
                      </a:r>
                      <a:endParaRPr lang="en-GB" sz="1600" b="0" i="0" u="none" strike="noStrike">
                        <a:solidFill>
                          <a:srgbClr val="000000"/>
                        </a:solidFill>
                        <a:effectLst/>
                        <a:latin typeface="+mn-lt"/>
                      </a:endParaRPr>
                    </a:p>
                  </a:txBody>
                  <a:tcPr marL="0" marR="0" marT="0" marB="0" anchor="b"/>
                </a:tc>
                <a:tc>
                  <a:txBody>
                    <a:bodyPr/>
                    <a:lstStyle/>
                    <a:p>
                      <a:pPr algn="ctr" fontAlgn="b">
                        <a:buNone/>
                      </a:pPr>
                      <a:r>
                        <a:rPr lang="en-GB" sz="1600" u="none" strike="noStrike">
                          <a:effectLst/>
                          <a:latin typeface="+mn-lt"/>
                        </a:rPr>
                        <a:t>Annual</a:t>
                      </a:r>
                      <a:endParaRPr lang="en-GB" sz="1600" b="0" i="0" u="none" strike="noStrike">
                        <a:solidFill>
                          <a:srgbClr val="000000"/>
                        </a:solidFill>
                        <a:effectLst/>
                        <a:latin typeface="+mn-lt"/>
                      </a:endParaRPr>
                    </a:p>
                  </a:txBody>
                  <a:tcPr marL="0" marR="0" marT="0" marB="0" anchor="b"/>
                </a:tc>
                <a:tc>
                  <a:txBody>
                    <a:bodyPr/>
                    <a:lstStyle/>
                    <a:p>
                      <a:pPr algn="r" fontAlgn="b">
                        <a:buNone/>
                      </a:pPr>
                      <a:r>
                        <a:rPr lang="en-DE" sz="1600" u="none" strike="noStrike">
                          <a:effectLst/>
                          <a:latin typeface="+mn-lt"/>
                        </a:rPr>
                        <a:t>£0</a:t>
                      </a:r>
                      <a:endParaRPr lang="en-DE" sz="1600" b="0" i="0" u="none" strike="noStrike">
                        <a:solidFill>
                          <a:srgbClr val="000000"/>
                        </a:solidFill>
                        <a:effectLst/>
                        <a:latin typeface="+mn-lt"/>
                      </a:endParaRPr>
                    </a:p>
                  </a:txBody>
                  <a:tcPr marL="0" marR="0" marT="0" marB="0" anchor="b"/>
                </a:tc>
                <a:tc>
                  <a:txBody>
                    <a:bodyPr/>
                    <a:lstStyle/>
                    <a:p>
                      <a:pPr algn="ctr" fontAlgn="b">
                        <a:buNone/>
                      </a:pPr>
                      <a:endParaRPr lang="en-DE" sz="1600" b="0" i="0" u="none" strike="noStrike">
                        <a:solidFill>
                          <a:srgbClr val="000000"/>
                        </a:solidFill>
                        <a:effectLst/>
                        <a:latin typeface="+mn-lt"/>
                      </a:endParaRPr>
                    </a:p>
                  </a:txBody>
                  <a:tcPr marL="0" marR="0" marT="0" marB="0" anchor="b"/>
                </a:tc>
                <a:tc>
                  <a:txBody>
                    <a:bodyPr/>
                    <a:lstStyle/>
                    <a:p>
                      <a:pPr algn="r" fontAlgn="b">
                        <a:buNone/>
                      </a:pPr>
                      <a:r>
                        <a:rPr lang="en-DE" sz="1600" u="none" strike="noStrike">
                          <a:effectLst/>
                          <a:latin typeface="+mn-lt"/>
                        </a:rPr>
                        <a:t>£0</a:t>
                      </a:r>
                      <a:endParaRPr lang="en-DE" sz="1600" b="0" i="0" u="none" strike="noStrike">
                        <a:solidFill>
                          <a:srgbClr val="000000"/>
                        </a:solidFill>
                        <a:effectLst/>
                        <a:latin typeface="+mn-lt"/>
                      </a:endParaRPr>
                    </a:p>
                  </a:txBody>
                  <a:tcPr marL="0" marR="0" marT="0" marB="0" anchor="b"/>
                </a:tc>
                <a:extLst>
                  <a:ext uri="{0D108BD9-81ED-4DB2-BD59-A6C34878D82A}">
                    <a16:rowId xmlns:a16="http://schemas.microsoft.com/office/drawing/2014/main" val="2858471873"/>
                  </a:ext>
                </a:extLst>
              </a:tr>
              <a:tr h="486092">
                <a:tc>
                  <a:txBody>
                    <a:bodyPr/>
                    <a:lstStyle/>
                    <a:p>
                      <a:pPr algn="l" fontAlgn="b">
                        <a:buNone/>
                      </a:pPr>
                      <a:r>
                        <a:rPr lang="en-GB" sz="1600" u="none" strike="noStrike">
                          <a:effectLst/>
                          <a:latin typeface="+mn-lt"/>
                        </a:rPr>
                        <a:t>Contracts &amp; Commitments</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Refresh</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Planned hardware refreshes (next 12-24 months)</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Planned capex refreshes in next  12-24 months</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TBD</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N/A</a:t>
                      </a:r>
                      <a:endParaRPr lang="en-GB" sz="1600" b="0" i="0" u="none" strike="noStrike">
                        <a:solidFill>
                          <a:srgbClr val="000000"/>
                        </a:solidFill>
                        <a:effectLst/>
                        <a:latin typeface="+mn-lt"/>
                      </a:endParaRPr>
                    </a:p>
                  </a:txBody>
                  <a:tcPr marL="0" marR="0" marT="0" marB="0" anchor="b"/>
                </a:tc>
                <a:tc>
                  <a:txBody>
                    <a:bodyPr/>
                    <a:lstStyle/>
                    <a:p>
                      <a:pPr algn="ctr" fontAlgn="b">
                        <a:buNone/>
                      </a:pPr>
                      <a:r>
                        <a:rPr lang="en-GB" sz="1600" u="none" strike="noStrike">
                          <a:effectLst/>
                          <a:latin typeface="+mn-lt"/>
                        </a:rPr>
                        <a:t>Capex</a:t>
                      </a:r>
                      <a:endParaRPr lang="en-GB" sz="1600" b="0" i="0" u="none" strike="noStrike">
                        <a:solidFill>
                          <a:srgbClr val="000000"/>
                        </a:solidFill>
                        <a:effectLst/>
                        <a:latin typeface="+mn-lt"/>
                      </a:endParaRPr>
                    </a:p>
                  </a:txBody>
                  <a:tcPr marL="0" marR="0" marT="0" marB="0" anchor="b"/>
                </a:tc>
                <a:tc>
                  <a:txBody>
                    <a:bodyPr/>
                    <a:lstStyle/>
                    <a:p>
                      <a:pPr algn="ctr" fontAlgn="b">
                        <a:buNone/>
                      </a:pPr>
                      <a:r>
                        <a:rPr lang="en-GB" sz="1600" u="none" strike="noStrike">
                          <a:effectLst/>
                          <a:latin typeface="+mn-lt"/>
                        </a:rPr>
                        <a:t>Capex</a:t>
                      </a:r>
                      <a:endParaRPr lang="en-GB" sz="1600" b="0" i="0" u="none" strike="noStrike">
                        <a:solidFill>
                          <a:srgbClr val="000000"/>
                        </a:solidFill>
                        <a:effectLst/>
                        <a:latin typeface="+mn-lt"/>
                      </a:endParaRPr>
                    </a:p>
                  </a:txBody>
                  <a:tcPr marL="0" marR="0" marT="0" marB="0" anchor="b"/>
                </a:tc>
                <a:tc>
                  <a:txBody>
                    <a:bodyPr/>
                    <a:lstStyle/>
                    <a:p>
                      <a:pPr algn="r" fontAlgn="b">
                        <a:buNone/>
                      </a:pPr>
                      <a:r>
                        <a:rPr lang="en-DE" sz="1600" u="none" strike="noStrike">
                          <a:effectLst/>
                          <a:latin typeface="+mn-lt"/>
                        </a:rPr>
                        <a:t>£200.000</a:t>
                      </a:r>
                      <a:endParaRPr lang="en-DE" sz="1600" b="0" i="0" u="none" strike="noStrike">
                        <a:solidFill>
                          <a:srgbClr val="000000"/>
                        </a:solidFill>
                        <a:effectLst/>
                        <a:latin typeface="+mn-lt"/>
                      </a:endParaRPr>
                    </a:p>
                  </a:txBody>
                  <a:tcPr marL="0" marR="0" marT="0" marB="0" anchor="b"/>
                </a:tc>
                <a:tc>
                  <a:txBody>
                    <a:bodyPr/>
                    <a:lstStyle/>
                    <a:p>
                      <a:pPr algn="ctr" fontAlgn="b">
                        <a:buNone/>
                      </a:pPr>
                      <a:endParaRPr lang="en-DE" sz="1600" b="0" i="0" u="none" strike="noStrike">
                        <a:solidFill>
                          <a:srgbClr val="000000"/>
                        </a:solidFill>
                        <a:effectLst/>
                        <a:latin typeface="+mn-lt"/>
                      </a:endParaRPr>
                    </a:p>
                  </a:txBody>
                  <a:tcPr marL="0" marR="0" marT="0" marB="0" anchor="b"/>
                </a:tc>
                <a:tc>
                  <a:txBody>
                    <a:bodyPr/>
                    <a:lstStyle/>
                    <a:p>
                      <a:pPr algn="l" fontAlgn="b">
                        <a:buNone/>
                      </a:pPr>
                      <a:endParaRPr lang="en-DE" sz="1600" b="0" i="0" u="none" strike="noStrike">
                        <a:solidFill>
                          <a:srgbClr val="000000"/>
                        </a:solidFill>
                        <a:effectLst/>
                        <a:latin typeface="+mn-lt"/>
                      </a:endParaRPr>
                    </a:p>
                  </a:txBody>
                  <a:tcPr marL="0" marR="0" marT="0" marB="0" anchor="b"/>
                </a:tc>
                <a:extLst>
                  <a:ext uri="{0D108BD9-81ED-4DB2-BD59-A6C34878D82A}">
                    <a16:rowId xmlns:a16="http://schemas.microsoft.com/office/drawing/2014/main" val="4091239466"/>
                  </a:ext>
                </a:extLst>
              </a:tr>
              <a:tr h="729137">
                <a:tc>
                  <a:txBody>
                    <a:bodyPr/>
                    <a:lstStyle/>
                    <a:p>
                      <a:pPr algn="l" fontAlgn="b">
                        <a:buNone/>
                      </a:pPr>
                      <a:r>
                        <a:rPr lang="en-GB" sz="1600" u="none" strike="noStrike">
                          <a:effectLst/>
                          <a:latin typeface="+mn-lt"/>
                        </a:rPr>
                        <a:t>Contracts &amp; Commitments</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Support</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Microsoft Support (MS Family)</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Support that may need replacing if moving from MS EA</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Bluesource (Accredited Partner)</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TBD</a:t>
                      </a:r>
                      <a:endParaRPr lang="en-GB" sz="1600" b="0" i="0" u="none" strike="noStrike">
                        <a:solidFill>
                          <a:srgbClr val="000000"/>
                        </a:solidFill>
                        <a:effectLst/>
                        <a:latin typeface="+mn-lt"/>
                      </a:endParaRPr>
                    </a:p>
                  </a:txBody>
                  <a:tcPr marL="0" marR="0" marT="0" marB="0" anchor="b"/>
                </a:tc>
                <a:tc>
                  <a:txBody>
                    <a:bodyPr/>
                    <a:lstStyle/>
                    <a:p>
                      <a:pPr algn="ctr" fontAlgn="b">
                        <a:buNone/>
                      </a:pPr>
                      <a:r>
                        <a:rPr lang="en-GB" sz="1600" u="none" strike="noStrike">
                          <a:effectLst/>
                          <a:latin typeface="+mn-lt"/>
                        </a:rPr>
                        <a:t>Opex</a:t>
                      </a:r>
                      <a:endParaRPr lang="en-GB" sz="1600" b="0" i="0" u="none" strike="noStrike">
                        <a:solidFill>
                          <a:srgbClr val="000000"/>
                        </a:solidFill>
                        <a:effectLst/>
                        <a:latin typeface="+mn-lt"/>
                      </a:endParaRPr>
                    </a:p>
                  </a:txBody>
                  <a:tcPr marL="0" marR="0" marT="0" marB="0" anchor="b"/>
                </a:tc>
                <a:tc>
                  <a:txBody>
                    <a:bodyPr/>
                    <a:lstStyle/>
                    <a:p>
                      <a:pPr algn="ctr" fontAlgn="b">
                        <a:buNone/>
                      </a:pPr>
                      <a:r>
                        <a:rPr lang="en-GB" sz="1600" u="none" strike="noStrike">
                          <a:effectLst/>
                          <a:latin typeface="+mn-lt"/>
                        </a:rPr>
                        <a:t>Annual</a:t>
                      </a:r>
                      <a:endParaRPr lang="en-GB" sz="1600" b="0" i="0" u="none" strike="noStrike">
                        <a:solidFill>
                          <a:srgbClr val="000000"/>
                        </a:solidFill>
                        <a:effectLst/>
                        <a:latin typeface="+mn-lt"/>
                      </a:endParaRPr>
                    </a:p>
                  </a:txBody>
                  <a:tcPr marL="0" marR="0" marT="0" marB="0" anchor="b"/>
                </a:tc>
                <a:tc>
                  <a:txBody>
                    <a:bodyPr/>
                    <a:lstStyle/>
                    <a:p>
                      <a:pPr algn="r" fontAlgn="b">
                        <a:buNone/>
                      </a:pPr>
                      <a:r>
                        <a:rPr lang="en-DE" sz="1600" u="none" strike="noStrike">
                          <a:effectLst/>
                          <a:latin typeface="+mn-lt"/>
                        </a:rPr>
                        <a:t>£80.000</a:t>
                      </a:r>
                      <a:endParaRPr lang="en-DE" sz="1600" b="0" i="0" u="none" strike="noStrike">
                        <a:solidFill>
                          <a:srgbClr val="000000"/>
                        </a:solidFill>
                        <a:effectLst/>
                        <a:latin typeface="+mn-lt"/>
                      </a:endParaRPr>
                    </a:p>
                  </a:txBody>
                  <a:tcPr marL="0" marR="0" marT="0" marB="0" anchor="b"/>
                </a:tc>
                <a:tc>
                  <a:txBody>
                    <a:bodyPr/>
                    <a:lstStyle/>
                    <a:p>
                      <a:pPr algn="ctr" fontAlgn="b">
                        <a:buNone/>
                      </a:pPr>
                      <a:endParaRPr lang="en-DE" sz="1600" b="0" i="0" u="none" strike="noStrike">
                        <a:solidFill>
                          <a:srgbClr val="000000"/>
                        </a:solidFill>
                        <a:effectLst/>
                        <a:latin typeface="+mn-lt"/>
                      </a:endParaRPr>
                    </a:p>
                  </a:txBody>
                  <a:tcPr marL="0" marR="0" marT="0" marB="0" anchor="b"/>
                </a:tc>
                <a:tc>
                  <a:txBody>
                    <a:bodyPr/>
                    <a:lstStyle/>
                    <a:p>
                      <a:pPr algn="r" fontAlgn="b">
                        <a:buNone/>
                      </a:pPr>
                      <a:r>
                        <a:rPr lang="en-DE" sz="1600" u="none" strike="noStrike">
                          <a:effectLst/>
                          <a:latin typeface="+mn-lt"/>
                        </a:rPr>
                        <a:t>£80.000</a:t>
                      </a:r>
                      <a:endParaRPr lang="en-DE" sz="1600" b="0" i="0" u="none" strike="noStrike">
                        <a:solidFill>
                          <a:srgbClr val="000000"/>
                        </a:solidFill>
                        <a:effectLst/>
                        <a:latin typeface="+mn-lt"/>
                      </a:endParaRPr>
                    </a:p>
                  </a:txBody>
                  <a:tcPr marL="0" marR="0" marT="0" marB="0" anchor="b"/>
                </a:tc>
                <a:extLst>
                  <a:ext uri="{0D108BD9-81ED-4DB2-BD59-A6C34878D82A}">
                    <a16:rowId xmlns:a16="http://schemas.microsoft.com/office/drawing/2014/main" val="2463081317"/>
                  </a:ext>
                </a:extLst>
              </a:tr>
              <a:tr h="486092">
                <a:tc>
                  <a:txBody>
                    <a:bodyPr/>
                    <a:lstStyle/>
                    <a:p>
                      <a:pPr algn="l" fontAlgn="b">
                        <a:buNone/>
                      </a:pPr>
                      <a:r>
                        <a:rPr lang="en-GB" sz="1600" u="none" strike="noStrike">
                          <a:effectLst/>
                          <a:latin typeface="+mn-lt"/>
                        </a:rPr>
                        <a:t>Total</a:t>
                      </a:r>
                      <a:endParaRPr lang="en-GB" sz="1600" b="1" i="0" u="none" strike="noStrike">
                        <a:solidFill>
                          <a:srgbClr val="FFFFFF"/>
                        </a:solidFill>
                        <a:effectLst/>
                        <a:latin typeface="+mn-lt"/>
                      </a:endParaRPr>
                    </a:p>
                  </a:txBody>
                  <a:tcPr marL="0" marR="0" marT="0" marB="0" anchor="b"/>
                </a:tc>
                <a:tc>
                  <a:txBody>
                    <a:bodyPr/>
                    <a:lstStyle/>
                    <a:p>
                      <a:pPr algn="l" fontAlgn="b">
                        <a:buNone/>
                      </a:pPr>
                      <a:endParaRPr lang="en-DE" sz="1600" b="1" i="0" u="none" strike="noStrike">
                        <a:solidFill>
                          <a:srgbClr val="FFFFFF"/>
                        </a:solidFill>
                        <a:effectLst/>
                        <a:latin typeface="+mn-lt"/>
                      </a:endParaRPr>
                    </a:p>
                  </a:txBody>
                  <a:tcPr marL="0" marR="0" marT="0" marB="0" anchor="b"/>
                </a:tc>
                <a:tc>
                  <a:txBody>
                    <a:bodyPr/>
                    <a:lstStyle/>
                    <a:p>
                      <a:pPr algn="l" fontAlgn="b">
                        <a:buNone/>
                      </a:pPr>
                      <a:endParaRPr lang="en-DE" sz="1600" b="1" i="0" u="none" strike="noStrike">
                        <a:solidFill>
                          <a:srgbClr val="FFFFFF"/>
                        </a:solidFill>
                        <a:effectLst/>
                        <a:latin typeface="+mn-lt"/>
                      </a:endParaRPr>
                    </a:p>
                  </a:txBody>
                  <a:tcPr marL="0" marR="0" marT="0" marB="0" anchor="b"/>
                </a:tc>
                <a:tc>
                  <a:txBody>
                    <a:bodyPr/>
                    <a:lstStyle/>
                    <a:p>
                      <a:pPr algn="l" fontAlgn="b">
                        <a:buNone/>
                      </a:pPr>
                      <a:endParaRPr lang="en-DE" sz="1600" b="1" i="0" u="none" strike="noStrike">
                        <a:solidFill>
                          <a:srgbClr val="FFFFFF"/>
                        </a:solidFill>
                        <a:effectLst/>
                        <a:latin typeface="+mn-lt"/>
                      </a:endParaRPr>
                    </a:p>
                  </a:txBody>
                  <a:tcPr marL="0" marR="0" marT="0" marB="0" anchor="b"/>
                </a:tc>
                <a:tc>
                  <a:txBody>
                    <a:bodyPr/>
                    <a:lstStyle/>
                    <a:p>
                      <a:pPr algn="l" fontAlgn="b">
                        <a:buNone/>
                      </a:pPr>
                      <a:endParaRPr lang="en-DE" sz="1600" b="1" i="0" u="none" strike="noStrike">
                        <a:solidFill>
                          <a:srgbClr val="FFFFFF"/>
                        </a:solidFill>
                        <a:effectLst/>
                        <a:latin typeface="+mn-lt"/>
                      </a:endParaRPr>
                    </a:p>
                    <a:p>
                      <a:pPr algn="l" fontAlgn="b">
                        <a:buNone/>
                      </a:pPr>
                      <a:endParaRPr lang="en-DE" sz="1600" b="1" i="0" u="none" strike="noStrike">
                        <a:solidFill>
                          <a:srgbClr val="FFFFFF"/>
                        </a:solidFill>
                        <a:effectLst/>
                        <a:latin typeface="+mn-lt"/>
                      </a:endParaRPr>
                    </a:p>
                  </a:txBody>
                  <a:tcPr marL="0" marR="0" marT="0" marB="0" anchor="b"/>
                </a:tc>
                <a:tc>
                  <a:txBody>
                    <a:bodyPr/>
                    <a:lstStyle/>
                    <a:p>
                      <a:pPr algn="l" fontAlgn="b">
                        <a:buNone/>
                      </a:pPr>
                      <a:endParaRPr lang="en-DE" sz="1600" b="1" i="0" u="none" strike="noStrike">
                        <a:solidFill>
                          <a:srgbClr val="FFFFFF"/>
                        </a:solidFill>
                        <a:effectLst/>
                        <a:latin typeface="+mn-lt"/>
                      </a:endParaRPr>
                    </a:p>
                    <a:p>
                      <a:pPr algn="l" fontAlgn="b">
                        <a:buNone/>
                      </a:pPr>
                      <a:endParaRPr lang="en-DE" sz="1600" b="1" i="0" u="none" strike="noStrike">
                        <a:solidFill>
                          <a:srgbClr val="FFFFFF"/>
                        </a:solidFill>
                        <a:effectLst/>
                        <a:latin typeface="+mn-lt"/>
                      </a:endParaRPr>
                    </a:p>
                  </a:txBody>
                  <a:tcPr marL="0" marR="0" marT="0" marB="0" anchor="b"/>
                </a:tc>
                <a:tc>
                  <a:txBody>
                    <a:bodyPr/>
                    <a:lstStyle/>
                    <a:p>
                      <a:pPr algn="l" fontAlgn="b">
                        <a:buNone/>
                      </a:pPr>
                      <a:endParaRPr lang="en-DE" sz="1600" b="1" i="0" u="none" strike="noStrike">
                        <a:solidFill>
                          <a:srgbClr val="FFFFFF"/>
                        </a:solidFill>
                        <a:effectLst/>
                        <a:latin typeface="+mn-lt"/>
                      </a:endParaRPr>
                    </a:p>
                    <a:p>
                      <a:pPr algn="l" fontAlgn="b">
                        <a:buNone/>
                      </a:pPr>
                      <a:endParaRPr lang="en-DE" sz="1600" b="1" i="0" u="none" strike="noStrike">
                        <a:solidFill>
                          <a:srgbClr val="FFFFFF"/>
                        </a:solidFill>
                        <a:effectLst/>
                        <a:latin typeface="+mn-lt"/>
                      </a:endParaRPr>
                    </a:p>
                  </a:txBody>
                  <a:tcPr marL="0" marR="0" marT="0" marB="0" anchor="b"/>
                </a:tc>
                <a:tc>
                  <a:txBody>
                    <a:bodyPr/>
                    <a:lstStyle/>
                    <a:p>
                      <a:pPr algn="l" fontAlgn="b">
                        <a:buNone/>
                      </a:pPr>
                      <a:endParaRPr lang="en-DE" sz="1600" b="1" i="0" u="none" strike="noStrike">
                        <a:solidFill>
                          <a:srgbClr val="FFFFFF"/>
                        </a:solidFill>
                        <a:effectLst/>
                        <a:latin typeface="+mn-lt"/>
                      </a:endParaRPr>
                    </a:p>
                    <a:p>
                      <a:pPr algn="l" fontAlgn="b">
                        <a:buNone/>
                      </a:pPr>
                      <a:endParaRPr lang="en-DE" sz="1600" b="1" i="0" u="none" strike="noStrike">
                        <a:solidFill>
                          <a:srgbClr val="FFFFFF"/>
                        </a:solidFill>
                        <a:effectLst/>
                        <a:latin typeface="+mn-lt"/>
                      </a:endParaRPr>
                    </a:p>
                  </a:txBody>
                  <a:tcPr marL="0" marR="0" marT="0" marB="0" anchor="b"/>
                </a:tc>
                <a:tc>
                  <a:txBody>
                    <a:bodyPr/>
                    <a:lstStyle/>
                    <a:p>
                      <a:pPr algn="r" fontAlgn="b">
                        <a:buNone/>
                      </a:pPr>
                      <a:r>
                        <a:rPr lang="en-DE" sz="1600" u="none" strike="noStrike">
                          <a:effectLst/>
                          <a:latin typeface="+mn-lt"/>
                        </a:rPr>
                        <a:t> £ 5.901.786 </a:t>
                      </a:r>
                      <a:endParaRPr lang="en-DE" sz="1600" b="1" i="0" u="none" strike="noStrike">
                        <a:solidFill>
                          <a:srgbClr val="FFFFFF"/>
                        </a:solidFill>
                        <a:effectLst/>
                        <a:latin typeface="+mn-lt"/>
                      </a:endParaRPr>
                    </a:p>
                  </a:txBody>
                  <a:tcPr marL="0" marR="0" marT="0" marB="0" anchor="b"/>
                </a:tc>
                <a:tc>
                  <a:txBody>
                    <a:bodyPr/>
                    <a:lstStyle/>
                    <a:p>
                      <a:pPr algn="ctr" fontAlgn="b">
                        <a:buNone/>
                      </a:pPr>
                      <a:endParaRPr lang="en-DE" sz="1600" b="1" i="0" u="none" strike="noStrike">
                        <a:solidFill>
                          <a:srgbClr val="FFFFFF"/>
                        </a:solidFill>
                        <a:effectLst/>
                        <a:latin typeface="+mn-lt"/>
                      </a:endParaRPr>
                    </a:p>
                  </a:txBody>
                  <a:tcPr marL="0" marR="0" marT="0" marB="0" anchor="b"/>
                </a:tc>
                <a:tc>
                  <a:txBody>
                    <a:bodyPr/>
                    <a:lstStyle/>
                    <a:p>
                      <a:pPr algn="r" fontAlgn="b">
                        <a:buNone/>
                      </a:pPr>
                      <a:r>
                        <a:rPr lang="en-DE" sz="1600" u="none" strike="noStrike">
                          <a:effectLst/>
                          <a:highlight>
                            <a:srgbClr val="FFFF00"/>
                          </a:highlight>
                          <a:latin typeface="+mn-lt"/>
                        </a:rPr>
                        <a:t> £ </a:t>
                      </a:r>
                      <a:r>
                        <a:rPr lang="en-DE" sz="1600" b="1" u="none" strike="noStrike">
                          <a:effectLst/>
                          <a:highlight>
                            <a:srgbClr val="FFFF00"/>
                          </a:highlight>
                          <a:latin typeface="+mn-lt"/>
                        </a:rPr>
                        <a:t>3.636.342 </a:t>
                      </a:r>
                      <a:endParaRPr lang="en-DE" sz="1600" b="1" i="0" u="none" strike="noStrike">
                        <a:solidFill>
                          <a:srgbClr val="FFFFFF"/>
                        </a:solidFill>
                        <a:effectLst/>
                        <a:highlight>
                          <a:srgbClr val="FFFF00"/>
                        </a:highlight>
                        <a:latin typeface="+mn-lt"/>
                      </a:endParaRPr>
                    </a:p>
                  </a:txBody>
                  <a:tcPr marL="0" marR="0" marT="0" marB="0" anchor="b"/>
                </a:tc>
                <a:extLst>
                  <a:ext uri="{0D108BD9-81ED-4DB2-BD59-A6C34878D82A}">
                    <a16:rowId xmlns:a16="http://schemas.microsoft.com/office/drawing/2014/main" val="1767475843"/>
                  </a:ext>
                </a:extLst>
              </a:tr>
            </a:tbl>
          </a:graphicData>
        </a:graphic>
      </p:graphicFrame>
    </p:spTree>
    <p:extLst>
      <p:ext uri="{BB962C8B-B14F-4D97-AF65-F5344CB8AC3E}">
        <p14:creationId xmlns:p14="http://schemas.microsoft.com/office/powerpoint/2010/main" val="371829094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67F535-EFF8-AD85-FB6E-AF047C2C0760}"/>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FEFE05D7-021A-4B23-461F-C7CC56DEBEFC}"/>
              </a:ext>
            </a:extLst>
          </p:cNvPr>
          <p:cNvSpPr>
            <a:spLocks noGrp="1"/>
          </p:cNvSpPr>
          <p:nvPr>
            <p:ph type="sldNum" sz="quarter" idx="4"/>
          </p:nvPr>
        </p:nvSpPr>
        <p:spPr>
          <a:xfrm>
            <a:off x="22331085" y="13027080"/>
            <a:ext cx="1234804" cy="215444"/>
          </a:xfrm>
        </p:spPr>
        <p:txBody>
          <a:bodyPr/>
          <a:lstStyle/>
          <a:p>
            <a:fld id="{762E77F0-FB5B-4E8E-9BC9-34F14560A017}" type="slidenum">
              <a:rPr lang="en-GB" noProof="0" smtClean="0"/>
              <a:pPr/>
              <a:t>23</a:t>
            </a:fld>
            <a:endParaRPr lang="en-GB" noProof="0"/>
          </a:p>
        </p:txBody>
      </p:sp>
      <p:sp>
        <p:nvSpPr>
          <p:cNvPr id="4" name="TextBox 3">
            <a:extLst>
              <a:ext uri="{FF2B5EF4-FFF2-40B4-BE49-F238E27FC236}">
                <a16:creationId xmlns:a16="http://schemas.microsoft.com/office/drawing/2014/main" id="{32202BA8-5466-CFFB-A193-D1102FCDCF8D}"/>
              </a:ext>
            </a:extLst>
          </p:cNvPr>
          <p:cNvSpPr txBox="1"/>
          <p:nvPr/>
        </p:nvSpPr>
        <p:spPr>
          <a:xfrm>
            <a:off x="406009" y="473476"/>
            <a:ext cx="21331044" cy="1046440"/>
          </a:xfrm>
          <a:prstGeom prst="rect">
            <a:avLst/>
          </a:prstGeom>
          <a:noFill/>
        </p:spPr>
        <p:txBody>
          <a:bodyPr wrap="square" rtlCol="0">
            <a:spAutoFit/>
          </a:bodyPr>
          <a:lstStyle/>
          <a:p>
            <a:pPr algn="l"/>
            <a:r>
              <a:rPr lang="en-GB" sz="6200">
                <a:solidFill>
                  <a:srgbClr val="FF0000"/>
                </a:solidFill>
                <a:latin typeface="Fira Sans Light" panose="020B0403050000020004" pitchFamily="34" charset="0"/>
              </a:rPr>
              <a:t>Cloud Infra Cost Comparison – PAYG vs. 3 Year Commitment</a:t>
            </a:r>
            <a:endParaRPr lang="en-GB" sz="6200" noProof="0">
              <a:solidFill>
                <a:srgbClr val="FF0000"/>
              </a:solidFill>
              <a:latin typeface="Fira Sans Light" panose="020B0403050000020004" pitchFamily="34" charset="0"/>
            </a:endParaRPr>
          </a:p>
        </p:txBody>
      </p:sp>
      <p:sp>
        <p:nvSpPr>
          <p:cNvPr id="11" name="TextBox 10">
            <a:extLst>
              <a:ext uri="{FF2B5EF4-FFF2-40B4-BE49-F238E27FC236}">
                <a16:creationId xmlns:a16="http://schemas.microsoft.com/office/drawing/2014/main" id="{E1907E8D-B628-F175-3FEB-B9BB65AFB266}"/>
              </a:ext>
            </a:extLst>
          </p:cNvPr>
          <p:cNvSpPr txBox="1"/>
          <p:nvPr/>
        </p:nvSpPr>
        <p:spPr>
          <a:xfrm>
            <a:off x="293714" y="2767695"/>
            <a:ext cx="11240560" cy="5262979"/>
          </a:xfrm>
          <a:prstGeom prst="rect">
            <a:avLst/>
          </a:prstGeom>
          <a:noFill/>
        </p:spPr>
        <p:txBody>
          <a:bodyPr wrap="square" rtlCol="0">
            <a:spAutoFit/>
          </a:bodyPr>
          <a:lstStyle/>
          <a:p>
            <a:pPr algn="l"/>
            <a:r>
              <a:rPr lang="en-GB" sz="2800">
                <a:solidFill>
                  <a:srgbClr val="FF0000"/>
                </a:solidFill>
                <a:latin typeface="Fira Sans" panose="020B0503050000020004" pitchFamily="34" charset="0"/>
              </a:rPr>
              <a:t>Key Points:</a:t>
            </a:r>
          </a:p>
          <a:p>
            <a:pPr marL="285750" indent="-285750">
              <a:buClr>
                <a:srgbClr val="FF0000"/>
              </a:buClr>
              <a:buFont typeface="Arial" panose="020B0604020202020204" pitchFamily="34" charset="0"/>
              <a:buChar char="•"/>
            </a:pPr>
            <a:r>
              <a:rPr lang="en-GB" sz="2800">
                <a:latin typeface="Fira Sans" panose="020B0503050000020004" pitchFamily="34" charset="0"/>
              </a:rPr>
              <a:t>AWS + GCP pricing are very closely matched (2%)</a:t>
            </a:r>
          </a:p>
          <a:p>
            <a:pPr marL="285750" indent="-285750" algn="l">
              <a:buClr>
                <a:srgbClr val="FF0000"/>
              </a:buClr>
              <a:buFont typeface="Arial" panose="020B0604020202020204" pitchFamily="34" charset="0"/>
              <a:buChar char="•"/>
            </a:pPr>
            <a:r>
              <a:rPr lang="en-GB" sz="2800">
                <a:latin typeface="Fira Sans" panose="020B0503050000020004" pitchFamily="34" charset="0"/>
              </a:rPr>
              <a:t>We priced independent of the Hyperscaler offerings</a:t>
            </a:r>
          </a:p>
          <a:p>
            <a:pPr marL="285750" indent="-285750" algn="l">
              <a:buClr>
                <a:srgbClr val="FF0000"/>
              </a:buClr>
              <a:buFont typeface="Arial" panose="020B0604020202020204" pitchFamily="34" charset="0"/>
              <a:buChar char="•"/>
            </a:pPr>
            <a:r>
              <a:rPr lang="en-GB" sz="2800">
                <a:latin typeface="Fira Sans" panose="020B0503050000020004" pitchFamily="34" charset="0"/>
              </a:rPr>
              <a:t>Same source data was fed to all three hyperscaler tools</a:t>
            </a:r>
            <a:endParaRPr lang="en-DE" sz="2800">
              <a:latin typeface="Fira Sans" panose="020B0503050000020004" pitchFamily="34" charset="0"/>
            </a:endParaRPr>
          </a:p>
          <a:p>
            <a:pPr marL="742950" lvl="1" indent="-285750">
              <a:buClr>
                <a:srgbClr val="FF0000"/>
              </a:buClr>
              <a:buFont typeface="Arial" panose="020B0604020202020204" pitchFamily="34" charset="0"/>
              <a:buChar char="•"/>
            </a:pPr>
            <a:r>
              <a:rPr lang="en-GB" sz="2800">
                <a:latin typeface="Fira Sans" panose="020B0503050000020004" pitchFamily="34" charset="0"/>
              </a:rPr>
              <a:t>3038 servers</a:t>
            </a:r>
          </a:p>
          <a:p>
            <a:pPr marL="1200150" lvl="2" indent="-285750">
              <a:buClr>
                <a:srgbClr val="FF0000"/>
              </a:buClr>
              <a:buFont typeface="Arial" panose="020B0604020202020204" pitchFamily="34" charset="0"/>
              <a:buChar char="•"/>
            </a:pPr>
            <a:r>
              <a:rPr lang="en-GB" sz="2800">
                <a:latin typeface="Fira Sans" panose="020B0503050000020004" pitchFamily="34" charset="0"/>
              </a:rPr>
              <a:t>14,165 vCPUs</a:t>
            </a:r>
          </a:p>
          <a:p>
            <a:pPr marL="1200150" lvl="2" indent="-285750">
              <a:buClr>
                <a:srgbClr val="FF0000"/>
              </a:buClr>
              <a:buFont typeface="Arial" panose="020B0604020202020204" pitchFamily="34" charset="0"/>
              <a:buChar char="•"/>
            </a:pPr>
            <a:r>
              <a:rPr lang="en-GB" sz="2800">
                <a:latin typeface="Fira Sans" panose="020B0503050000020004" pitchFamily="34" charset="0"/>
              </a:rPr>
              <a:t>53,758 GB Memory</a:t>
            </a:r>
          </a:p>
          <a:p>
            <a:pPr marL="1200150" lvl="2" indent="-285750">
              <a:buClr>
                <a:srgbClr val="FF0000"/>
              </a:buClr>
              <a:buFont typeface="Arial" panose="020B0604020202020204" pitchFamily="34" charset="0"/>
              <a:buChar char="•"/>
            </a:pPr>
            <a:r>
              <a:rPr lang="en-GB" sz="2800">
                <a:latin typeface="Fira Sans" panose="020B0503050000020004" pitchFamily="34" charset="0"/>
              </a:rPr>
              <a:t>1,261,841 Gb storage</a:t>
            </a:r>
            <a:endParaRPr lang="en-DE" sz="2800">
              <a:latin typeface="Fira Sans" panose="020B0503050000020004" pitchFamily="34" charset="0"/>
            </a:endParaRPr>
          </a:p>
          <a:p>
            <a:pPr marL="285750" indent="-285750" algn="l">
              <a:buClr>
                <a:srgbClr val="FF0000"/>
              </a:buClr>
              <a:buFont typeface="Arial" panose="020B0604020202020204" pitchFamily="34" charset="0"/>
              <a:buChar char="•"/>
            </a:pPr>
            <a:r>
              <a:rPr lang="en-GB" sz="2800">
                <a:latin typeface="Fira Sans" panose="020B0503050000020004" pitchFamily="34" charset="0"/>
              </a:rPr>
              <a:t>We focused on agnostic “apples-to-apples” comparison</a:t>
            </a:r>
          </a:p>
          <a:p>
            <a:pPr marL="285750" indent="-285750" algn="l">
              <a:buClr>
                <a:srgbClr val="FF0000"/>
              </a:buClr>
              <a:buFont typeface="Arial" panose="020B0604020202020204" pitchFamily="34" charset="0"/>
              <a:buChar char="•"/>
            </a:pPr>
            <a:r>
              <a:rPr lang="en-GB" sz="2800">
                <a:latin typeface="Fira Sans" panose="020B0503050000020004" pitchFamily="34" charset="0"/>
              </a:rPr>
              <a:t>GCP tooling can create custom sizing (mem)</a:t>
            </a:r>
          </a:p>
          <a:p>
            <a:pPr marL="285750" indent="-285750">
              <a:buClr>
                <a:srgbClr val="FF0000"/>
              </a:buClr>
              <a:buFont typeface="Arial" panose="020B0604020202020204" pitchFamily="34" charset="0"/>
              <a:buChar char="•"/>
            </a:pPr>
            <a:r>
              <a:rPr lang="en-GB" sz="2800">
                <a:latin typeface="Fira Sans" panose="020B0503050000020004" pitchFamily="34" charset="0"/>
              </a:rPr>
              <a:t>Our numbers provide a strong baseline for a Phase 1 independent comparison</a:t>
            </a:r>
          </a:p>
        </p:txBody>
      </p:sp>
      <p:sp>
        <p:nvSpPr>
          <p:cNvPr id="18" name="TextBox 17">
            <a:extLst>
              <a:ext uri="{FF2B5EF4-FFF2-40B4-BE49-F238E27FC236}">
                <a16:creationId xmlns:a16="http://schemas.microsoft.com/office/drawing/2014/main" id="{DBEF160F-8C1C-156D-03E1-11299B7CB912}"/>
              </a:ext>
            </a:extLst>
          </p:cNvPr>
          <p:cNvSpPr txBox="1"/>
          <p:nvPr/>
        </p:nvSpPr>
        <p:spPr>
          <a:xfrm>
            <a:off x="293714" y="9721839"/>
            <a:ext cx="11898286" cy="2800767"/>
          </a:xfrm>
          <a:prstGeom prst="rect">
            <a:avLst/>
          </a:prstGeom>
          <a:noFill/>
        </p:spPr>
        <p:txBody>
          <a:bodyPr wrap="square">
            <a:spAutoFit/>
          </a:bodyPr>
          <a:lstStyle/>
          <a:p>
            <a:r>
              <a:rPr lang="en-GB" sz="1600">
                <a:latin typeface="Fira Sans" panose="020B0503050000020004" pitchFamily="34" charset="0"/>
              </a:rPr>
              <a:t>Methodology:</a:t>
            </a:r>
          </a:p>
          <a:p>
            <a:pPr marL="514350" indent="-514350">
              <a:buAutoNum type="arabicPeriod"/>
            </a:pPr>
            <a:r>
              <a:rPr lang="en-GB" sz="1600">
                <a:latin typeface="Fira Sans" panose="020B0503050000020004" pitchFamily="34" charset="0"/>
              </a:rPr>
              <a:t>All pricing verified via official cloud APIs (GCP Billing Catalog, AWS Price List, Azure Retail Prices)</a:t>
            </a:r>
          </a:p>
          <a:p>
            <a:pPr marL="514350" indent="-514350">
              <a:buAutoNum type="arabicPeriod"/>
            </a:pPr>
            <a:r>
              <a:rPr lang="en-GB" sz="1600">
                <a:latin typeface="Fira Sans" panose="020B0503050000020004" pitchFamily="34" charset="0"/>
              </a:rPr>
              <a:t>GCP and Azure rates in native GBP from API. AWS rates in USD, converted at corporate FX rate above.</a:t>
            </a:r>
          </a:p>
          <a:p>
            <a:pPr marL="514350" indent="-514350">
              <a:buAutoNum type="arabicPeriod"/>
            </a:pPr>
            <a:r>
              <a:rPr lang="en-GB" sz="1600">
                <a:latin typeface="Fira Sans" panose="020B0503050000020004" pitchFamily="34" charset="0"/>
              </a:rPr>
              <a:t>PAYG = on-demand. 3yr = GCP CUD / AWS 3yr Standard NURI (per-instance from API) / Azure 3yr RI</a:t>
            </a:r>
          </a:p>
          <a:p>
            <a:pPr marL="514350" indent="-514350">
              <a:buAutoNum type="arabicPeriod"/>
            </a:pPr>
            <a:r>
              <a:rPr lang="en-GB" sz="1600">
                <a:latin typeface="Fira Sans" panose="020B0503050000020004" pitchFamily="34" charset="0"/>
              </a:rPr>
              <a:t>Storage: GCP Balanced PD/</a:t>
            </a:r>
            <a:r>
              <a:rPr lang="en-GB" sz="1600" err="1">
                <a:latin typeface="Fira Sans" panose="020B0503050000020004" pitchFamily="34" charset="0"/>
              </a:rPr>
              <a:t>Hyperdisk</a:t>
            </a:r>
            <a:r>
              <a:rPr lang="en-GB" sz="1600">
                <a:latin typeface="Fira Sans" panose="020B0503050000020004" pitchFamily="34" charset="0"/>
              </a:rPr>
              <a:t> (SSD), AWS gp3 (per-region from API), Azure Premium SSD</a:t>
            </a:r>
          </a:p>
          <a:p>
            <a:pPr marL="514350" indent="-514350">
              <a:buAutoNum type="arabicPeriod"/>
            </a:pPr>
            <a:r>
              <a:rPr lang="en-GB" sz="1600">
                <a:latin typeface="Fira Sans" panose="020B0503050000020004" pitchFamily="34" charset="0"/>
              </a:rPr>
              <a:t>Network: 5% of (compute + storage) - standard cloud estimate estimate</a:t>
            </a:r>
          </a:p>
          <a:p>
            <a:pPr marL="514350" indent="-514350">
              <a:buAutoNum type="arabicPeriod"/>
            </a:pPr>
            <a:r>
              <a:rPr lang="en-GB" sz="1600">
                <a:latin typeface="Fira Sans" panose="020B0503050000020004" pitchFamily="34" charset="0"/>
              </a:rPr>
              <a:t>OS licensing: Windows/RHEL at PAYG surcharge rates. SQL Server and Oracle licensing in separate workbook.</a:t>
            </a:r>
          </a:p>
          <a:p>
            <a:pPr marL="514350" indent="-514350">
              <a:buAutoNum type="arabicPeriod"/>
            </a:pPr>
            <a:r>
              <a:rPr lang="en-GB" sz="1600">
                <a:latin typeface="Fira Sans" panose="020B0503050000020004" pitchFamily="34" charset="0"/>
              </a:rPr>
              <a:t>Instance mapping: GCP Migration </a:t>
            </a:r>
            <a:r>
              <a:rPr lang="en-GB" sz="1600" err="1">
                <a:latin typeface="Fira Sans" panose="020B0503050000020004" pitchFamily="34" charset="0"/>
              </a:rPr>
              <a:t>Center</a:t>
            </a:r>
            <a:r>
              <a:rPr lang="en-GB" sz="1600">
                <a:latin typeface="Fira Sans" panose="020B0503050000020004" pitchFamily="34" charset="0"/>
              </a:rPr>
              <a:t>, AWS Transform, Azure Migrate - all architect-assigned</a:t>
            </a:r>
          </a:p>
          <a:p>
            <a:pPr marL="514350" indent="-514350">
              <a:buAutoNum type="arabicPeriod"/>
            </a:pPr>
            <a:r>
              <a:rPr lang="en-GB" sz="1600">
                <a:latin typeface="Fira Sans" panose="020B0503050000020004" pitchFamily="34" charset="0"/>
              </a:rPr>
              <a:t>All 3 clouds sized from the same source dataset (GCP Migration </a:t>
            </a:r>
            <a:r>
              <a:rPr lang="en-GB" sz="1600" err="1">
                <a:latin typeface="Fira Sans" panose="020B0503050000020004" pitchFamily="34" charset="0"/>
              </a:rPr>
              <a:t>Center</a:t>
            </a:r>
            <a:r>
              <a:rPr lang="en-GB" sz="1600">
                <a:latin typeface="Fira Sans" panose="020B0503050000020004" pitchFamily="34" charset="0"/>
              </a:rPr>
              <a:t> export, 3,038 servers in scope)</a:t>
            </a:r>
          </a:p>
          <a:p>
            <a:endParaRPr lang="en-GB" sz="1600">
              <a:latin typeface="Fira Sans" panose="020B0503050000020004" pitchFamily="34" charset="0"/>
            </a:endParaRPr>
          </a:p>
          <a:p>
            <a:r>
              <a:rPr lang="en-GB" sz="1600">
                <a:latin typeface="Fira Sans" panose="020B0503050000020004" pitchFamily="34" charset="0"/>
              </a:rPr>
              <a:t>Not included: backup/DR, management tooling, migration execution, double-run overlap, egress, headcount, VMware savings</a:t>
            </a:r>
          </a:p>
        </p:txBody>
      </p:sp>
      <p:graphicFrame>
        <p:nvGraphicFramePr>
          <p:cNvPr id="20" name="Table 19">
            <a:extLst>
              <a:ext uri="{FF2B5EF4-FFF2-40B4-BE49-F238E27FC236}">
                <a16:creationId xmlns:a16="http://schemas.microsoft.com/office/drawing/2014/main" id="{B41B91A8-2F4A-AECE-3B4A-D12DC615055C}"/>
              </a:ext>
            </a:extLst>
          </p:cNvPr>
          <p:cNvGraphicFramePr>
            <a:graphicFrameLocks noGrp="1"/>
          </p:cNvGraphicFramePr>
          <p:nvPr>
            <p:extLst>
              <p:ext uri="{D42A27DB-BD31-4B8C-83A1-F6EECF244321}">
                <p14:modId xmlns:p14="http://schemas.microsoft.com/office/powerpoint/2010/main" val="44075217"/>
              </p:ext>
            </p:extLst>
          </p:nvPr>
        </p:nvGraphicFramePr>
        <p:xfrm>
          <a:off x="12641214" y="2791326"/>
          <a:ext cx="11101137" cy="8969712"/>
        </p:xfrm>
        <a:graphic>
          <a:graphicData uri="http://schemas.openxmlformats.org/drawingml/2006/table">
            <a:tbl>
              <a:tblPr/>
              <a:tblGrid>
                <a:gridCol w="3211014">
                  <a:extLst>
                    <a:ext uri="{9D8B030D-6E8A-4147-A177-3AD203B41FA5}">
                      <a16:colId xmlns:a16="http://schemas.microsoft.com/office/drawing/2014/main" val="1767108210"/>
                    </a:ext>
                  </a:extLst>
                </a:gridCol>
                <a:gridCol w="2625219">
                  <a:extLst>
                    <a:ext uri="{9D8B030D-6E8A-4147-A177-3AD203B41FA5}">
                      <a16:colId xmlns:a16="http://schemas.microsoft.com/office/drawing/2014/main" val="3765965991"/>
                    </a:ext>
                  </a:extLst>
                </a:gridCol>
                <a:gridCol w="2632452">
                  <a:extLst>
                    <a:ext uri="{9D8B030D-6E8A-4147-A177-3AD203B41FA5}">
                      <a16:colId xmlns:a16="http://schemas.microsoft.com/office/drawing/2014/main" val="617367112"/>
                    </a:ext>
                  </a:extLst>
                </a:gridCol>
                <a:gridCol w="2632452">
                  <a:extLst>
                    <a:ext uri="{9D8B030D-6E8A-4147-A177-3AD203B41FA5}">
                      <a16:colId xmlns:a16="http://schemas.microsoft.com/office/drawing/2014/main" val="3388370713"/>
                    </a:ext>
                  </a:extLst>
                </a:gridCol>
              </a:tblGrid>
              <a:tr h="703507">
                <a:tc gridSpan="2">
                  <a:txBody>
                    <a:bodyPr/>
                    <a:lstStyle/>
                    <a:p>
                      <a:pPr algn="l" fontAlgn="b">
                        <a:buNone/>
                      </a:pPr>
                      <a:r>
                        <a:rPr lang="en-GB" sz="2000" b="0" i="0" u="none" strike="noStrike">
                          <a:solidFill>
                            <a:srgbClr val="404040"/>
                          </a:solidFill>
                          <a:effectLst/>
                          <a:latin typeface="Calibri" panose="020F0502020204030204" pitchFamily="34" charset="0"/>
                        </a:rPr>
                        <a:t>Generated: 15 April 2026 19:51</a:t>
                      </a:r>
                    </a:p>
                  </a:txBody>
                  <a:tcPr marL="8256" marR="8256" marT="8256" marB="0" anchor="b">
                    <a:lnL w="12700" cap="flat" cmpd="sng" algn="ctr">
                      <a:solidFill>
                        <a:schemeClr val="tx1"/>
                      </a:solidFill>
                      <a:prstDash val="solid"/>
                      <a:round/>
                      <a:headEnd type="none" w="med" len="med"/>
                      <a:tailEnd type="none" w="med" len="med"/>
                    </a:lnL>
                    <a:lnR>
                      <a:noFill/>
                    </a:lnR>
                    <a:lnT w="12700" cap="flat" cmpd="sng" algn="ctr">
                      <a:solidFill>
                        <a:schemeClr val="tx1"/>
                      </a:solidFill>
                      <a:prstDash val="solid"/>
                      <a:round/>
                      <a:headEnd type="none" w="med" len="med"/>
                      <a:tailEnd type="none" w="med" len="med"/>
                    </a:lnT>
                    <a:lnB>
                      <a:noFill/>
                    </a:lnB>
                    <a:noFill/>
                  </a:tcPr>
                </a:tc>
                <a:tc hMerge="1">
                  <a:txBody>
                    <a:bodyPr/>
                    <a:lstStyle/>
                    <a:p>
                      <a:endParaRPr lang="en-GB"/>
                    </a:p>
                  </a:txBody>
                  <a:tcPr/>
                </a:tc>
                <a:tc>
                  <a:txBody>
                    <a:bodyPr/>
                    <a:lstStyle/>
                    <a:p>
                      <a:pPr algn="l" fontAlgn="b">
                        <a:buNone/>
                      </a:pPr>
                      <a:endParaRPr lang="en-DE" sz="2000" b="0" i="0" u="none" strike="noStrike">
                        <a:solidFill>
                          <a:srgbClr val="000000"/>
                        </a:solidFill>
                        <a:effectLst/>
                        <a:latin typeface="Calibri" panose="020F0502020204030204" pitchFamily="34" charset="0"/>
                      </a:endParaRPr>
                    </a:p>
                  </a:txBody>
                  <a:tcPr marL="8256" marR="8256" marT="8256" marB="0" anchor="b">
                    <a:lnL>
                      <a:noFill/>
                    </a:lnL>
                    <a:lnR>
                      <a:noFill/>
                    </a:lnR>
                    <a:lnT w="12700" cap="flat" cmpd="sng" algn="ctr">
                      <a:solidFill>
                        <a:schemeClr val="tx1"/>
                      </a:solidFill>
                      <a:prstDash val="solid"/>
                      <a:round/>
                      <a:headEnd type="none" w="med" len="med"/>
                      <a:tailEnd type="none" w="med" len="med"/>
                    </a:lnT>
                    <a:lnB>
                      <a:noFill/>
                    </a:lnB>
                    <a:noFill/>
                  </a:tcPr>
                </a:tc>
                <a:tc>
                  <a:txBody>
                    <a:bodyPr/>
                    <a:lstStyle/>
                    <a:p>
                      <a:pPr algn="l" fontAlgn="b">
                        <a:buNone/>
                      </a:pPr>
                      <a:endParaRPr lang="en-DE" sz="2000" b="0" i="0" u="none" strike="noStrike">
                        <a:solidFill>
                          <a:srgbClr val="000000"/>
                        </a:solidFill>
                        <a:effectLst/>
                        <a:latin typeface="Calibri" panose="020F0502020204030204" pitchFamily="34" charset="0"/>
                      </a:endParaRPr>
                    </a:p>
                  </a:txBody>
                  <a:tcPr marL="8256" marR="8256" marT="8256" marB="0" anchor="b">
                    <a:lnL>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noFill/>
                  </a:tcPr>
                </a:tc>
                <a:extLst>
                  <a:ext uri="{0D108BD9-81ED-4DB2-BD59-A6C34878D82A}">
                    <a16:rowId xmlns:a16="http://schemas.microsoft.com/office/drawing/2014/main" val="208278700"/>
                  </a:ext>
                </a:extLst>
              </a:tr>
              <a:tr h="449127">
                <a:tc gridSpan="4">
                  <a:txBody>
                    <a:bodyPr/>
                    <a:lstStyle/>
                    <a:p>
                      <a:pPr algn="l" fontAlgn="b">
                        <a:buNone/>
                      </a:pPr>
                      <a:r>
                        <a:rPr lang="en-GB" sz="2000" b="0" i="0" u="none" strike="noStrike">
                          <a:solidFill>
                            <a:srgbClr val="404040"/>
                          </a:solidFill>
                          <a:effectLst/>
                          <a:latin typeface="Calibri" panose="020F0502020204030204" pitchFamily="34" charset="0"/>
                        </a:rPr>
                        <a:t>Servers in scope: 3,038 | Currency: GBP | FX Rate: 1 USD = 0.755 GBP</a:t>
                      </a:r>
                    </a:p>
                  </a:txBody>
                  <a:tcPr marL="8256" marR="8256" marT="8256"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noFill/>
                  </a:tcPr>
                </a:tc>
                <a:tc hMerge="1">
                  <a:txBody>
                    <a:bodyPr/>
                    <a:lstStyle/>
                    <a:p>
                      <a:endParaRPr lang="en-GB"/>
                    </a:p>
                  </a:txBody>
                  <a:tcPr/>
                </a:tc>
                <a:tc hMerge="1">
                  <a:txBody>
                    <a:bodyPr/>
                    <a:lstStyle/>
                    <a:p>
                      <a:endParaRPr lang="en-GB"/>
                    </a:p>
                  </a:txBody>
                  <a:tcPr/>
                </a:tc>
                <a:tc hMerge="1">
                  <a:txBody>
                    <a:bodyPr/>
                    <a:lstStyle/>
                    <a:p>
                      <a:endParaRPr lang="en-GB"/>
                    </a:p>
                  </a:txBody>
                  <a:tcPr/>
                </a:tc>
                <a:extLst>
                  <a:ext uri="{0D108BD9-81ED-4DB2-BD59-A6C34878D82A}">
                    <a16:rowId xmlns:a16="http://schemas.microsoft.com/office/drawing/2014/main" val="3047331229"/>
                  </a:ext>
                </a:extLst>
              </a:tr>
              <a:tr h="410508">
                <a:tc gridSpan="4">
                  <a:txBody>
                    <a:bodyPr/>
                    <a:lstStyle/>
                    <a:p>
                      <a:pPr algn="l" fontAlgn="b">
                        <a:buNone/>
                      </a:pPr>
                      <a:r>
                        <a:rPr lang="en-GB" sz="2000" b="1" i="0" u="none" strike="noStrike">
                          <a:solidFill>
                            <a:srgbClr val="808080"/>
                          </a:solidFill>
                          <a:effectLst/>
                          <a:latin typeface="Calibri" panose="020F0502020204030204" pitchFamily="34" charset="0"/>
                        </a:rPr>
                        <a:t>All pricing API-verified: </a:t>
                      </a:r>
                      <a:r>
                        <a:rPr lang="en-GB" sz="2000" b="1" i="0" u="none" strike="noStrike">
                          <a:solidFill>
                            <a:srgbClr val="FABF8F"/>
                          </a:solidFill>
                          <a:effectLst/>
                          <a:latin typeface="Calibri" panose="020F0502020204030204" pitchFamily="34" charset="0"/>
                        </a:rPr>
                        <a:t>AWS Price List API</a:t>
                      </a:r>
                      <a:r>
                        <a:rPr lang="en-GB" sz="2000" b="1" i="0" u="none" strike="noStrike">
                          <a:solidFill>
                            <a:srgbClr val="808080"/>
                          </a:solidFill>
                          <a:effectLst/>
                          <a:latin typeface="Calibri" panose="020F0502020204030204" pitchFamily="34" charset="0"/>
                        </a:rPr>
                        <a:t> | </a:t>
                      </a:r>
                      <a:r>
                        <a:rPr lang="en-GB" sz="2000" b="1" i="0" u="none" strike="noStrike">
                          <a:solidFill>
                            <a:srgbClr val="C4D79B"/>
                          </a:solidFill>
                          <a:effectLst/>
                          <a:latin typeface="Calibri" panose="020F0502020204030204" pitchFamily="34" charset="0"/>
                        </a:rPr>
                        <a:t>GCP Billing Catalog API </a:t>
                      </a:r>
                      <a:r>
                        <a:rPr lang="en-GB" sz="2000" b="1" i="0" u="none" strike="noStrike">
                          <a:solidFill>
                            <a:srgbClr val="808080"/>
                          </a:solidFill>
                          <a:effectLst/>
                          <a:latin typeface="Calibri" panose="020F0502020204030204" pitchFamily="34" charset="0"/>
                        </a:rPr>
                        <a:t>| </a:t>
                      </a:r>
                      <a:r>
                        <a:rPr lang="en-GB" sz="2000" b="1" i="0" u="none" strike="noStrike">
                          <a:solidFill>
                            <a:srgbClr val="8DB4E2"/>
                          </a:solidFill>
                          <a:effectLst/>
                          <a:latin typeface="Calibri" panose="020F0502020204030204" pitchFamily="34" charset="0"/>
                        </a:rPr>
                        <a:t>Azure Retail Prices API</a:t>
                      </a:r>
                      <a:endParaRPr lang="en-GB" sz="2000" b="1" i="0" u="none" strike="noStrike">
                        <a:solidFill>
                          <a:srgbClr val="808080"/>
                        </a:solidFill>
                        <a:effectLst/>
                        <a:latin typeface="Calibri" panose="020F0502020204030204" pitchFamily="34" charset="0"/>
                      </a:endParaRPr>
                    </a:p>
                  </a:txBody>
                  <a:tcPr marL="8256" marR="8256" marT="8256"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noFill/>
                  </a:tcPr>
                </a:tc>
                <a:tc hMerge="1">
                  <a:txBody>
                    <a:bodyPr/>
                    <a:lstStyle/>
                    <a:p>
                      <a:endParaRPr lang="en-GB"/>
                    </a:p>
                  </a:txBody>
                  <a:tcPr/>
                </a:tc>
                <a:tc hMerge="1">
                  <a:txBody>
                    <a:bodyPr/>
                    <a:lstStyle/>
                    <a:p>
                      <a:endParaRPr lang="en-GB"/>
                    </a:p>
                  </a:txBody>
                  <a:tcPr/>
                </a:tc>
                <a:tc hMerge="1">
                  <a:txBody>
                    <a:bodyPr/>
                    <a:lstStyle/>
                    <a:p>
                      <a:endParaRPr lang="en-GB"/>
                    </a:p>
                  </a:txBody>
                  <a:tcPr/>
                </a:tc>
                <a:extLst>
                  <a:ext uri="{0D108BD9-81ED-4DB2-BD59-A6C34878D82A}">
                    <a16:rowId xmlns:a16="http://schemas.microsoft.com/office/drawing/2014/main" val="97320224"/>
                  </a:ext>
                </a:extLst>
              </a:tr>
              <a:tr h="160421">
                <a:tc>
                  <a:txBody>
                    <a:bodyPr/>
                    <a:lstStyle/>
                    <a:p>
                      <a:pPr algn="l" fontAlgn="b">
                        <a:buNone/>
                      </a:pPr>
                      <a:endParaRPr lang="en-DE" sz="1000" b="0" i="0" u="none" strike="noStrike">
                        <a:solidFill>
                          <a:srgbClr val="000000"/>
                        </a:solidFill>
                        <a:effectLst/>
                        <a:latin typeface="Calibri" panose="020F0502020204030204" pitchFamily="34" charset="0"/>
                      </a:endParaRPr>
                    </a:p>
                  </a:txBody>
                  <a:tcPr marL="8256" marR="8256" marT="8256" marB="0" anchor="b">
                    <a:lnL w="12700" cap="flat" cmpd="sng" algn="ctr">
                      <a:solidFill>
                        <a:schemeClr val="tx1"/>
                      </a:solidFill>
                      <a:prstDash val="solid"/>
                      <a:round/>
                      <a:headEnd type="none" w="med" len="med"/>
                      <a:tailEnd type="none" w="med" len="med"/>
                    </a:lnL>
                    <a:lnR>
                      <a:noFill/>
                    </a:lnR>
                    <a:lnT>
                      <a:noFill/>
                    </a:lnT>
                    <a:lnB>
                      <a:noFill/>
                    </a:lnB>
                    <a:noFill/>
                  </a:tcPr>
                </a:tc>
                <a:tc>
                  <a:txBody>
                    <a:bodyPr/>
                    <a:lstStyle/>
                    <a:p>
                      <a:pPr algn="l" fontAlgn="b">
                        <a:buNone/>
                      </a:pPr>
                      <a:endParaRPr lang="en-DE" sz="1000" b="0" i="0" u="none" strike="noStrike">
                        <a:solidFill>
                          <a:srgbClr val="000000"/>
                        </a:solidFill>
                        <a:effectLst/>
                        <a:latin typeface="Calibri" panose="020F0502020204030204" pitchFamily="34" charset="0"/>
                      </a:endParaRPr>
                    </a:p>
                  </a:txBody>
                  <a:tcPr marL="8256" marR="8256" marT="8256" marB="0" anchor="b">
                    <a:lnL>
                      <a:noFill/>
                    </a:lnL>
                    <a:lnR>
                      <a:noFill/>
                    </a:lnR>
                    <a:lnT>
                      <a:noFill/>
                    </a:lnT>
                    <a:lnB>
                      <a:noFill/>
                    </a:lnB>
                    <a:noFill/>
                  </a:tcPr>
                </a:tc>
                <a:tc>
                  <a:txBody>
                    <a:bodyPr/>
                    <a:lstStyle/>
                    <a:p>
                      <a:pPr algn="l" fontAlgn="b">
                        <a:buNone/>
                      </a:pPr>
                      <a:endParaRPr lang="en-DE" sz="1000" b="0" i="0" u="none" strike="noStrike">
                        <a:solidFill>
                          <a:srgbClr val="000000"/>
                        </a:solidFill>
                        <a:effectLst/>
                        <a:latin typeface="Calibri" panose="020F0502020204030204" pitchFamily="34" charset="0"/>
                      </a:endParaRPr>
                    </a:p>
                  </a:txBody>
                  <a:tcPr marL="8256" marR="8256" marT="8256" marB="0" anchor="b">
                    <a:lnL>
                      <a:noFill/>
                    </a:lnL>
                    <a:lnR>
                      <a:noFill/>
                    </a:lnR>
                    <a:lnT>
                      <a:noFill/>
                    </a:lnT>
                    <a:lnB>
                      <a:noFill/>
                    </a:lnB>
                    <a:noFill/>
                  </a:tcPr>
                </a:tc>
                <a:tc>
                  <a:txBody>
                    <a:bodyPr/>
                    <a:lstStyle/>
                    <a:p>
                      <a:pPr algn="l" fontAlgn="b">
                        <a:buNone/>
                      </a:pPr>
                      <a:endParaRPr lang="en-DE" sz="1000" b="0" i="0" u="none" strike="noStrike">
                        <a:solidFill>
                          <a:srgbClr val="000000"/>
                        </a:solidFill>
                        <a:effectLst/>
                        <a:latin typeface="Calibri" panose="020F0502020204030204" pitchFamily="34" charset="0"/>
                      </a:endParaRPr>
                    </a:p>
                  </a:txBody>
                  <a:tcPr marL="8256" marR="8256" marT="8256" marB="0" anchor="b">
                    <a:lnL>
                      <a:noFill/>
                    </a:lnL>
                    <a:lnR w="12700" cap="flat" cmpd="sng" algn="ctr">
                      <a:solidFill>
                        <a:schemeClr val="tx1"/>
                      </a:solidFill>
                      <a:prstDash val="solid"/>
                      <a:round/>
                      <a:headEnd type="none" w="med" len="med"/>
                      <a:tailEnd type="none" w="med" len="med"/>
                    </a:lnR>
                    <a:lnT>
                      <a:noFill/>
                    </a:lnT>
                    <a:lnB>
                      <a:noFill/>
                    </a:lnB>
                    <a:noFill/>
                  </a:tcPr>
                </a:tc>
                <a:extLst>
                  <a:ext uri="{0D108BD9-81ED-4DB2-BD59-A6C34878D82A}">
                    <a16:rowId xmlns:a16="http://schemas.microsoft.com/office/drawing/2014/main" val="1273258797"/>
                  </a:ext>
                </a:extLst>
              </a:tr>
              <a:tr h="479068">
                <a:tc gridSpan="3">
                  <a:txBody>
                    <a:bodyPr/>
                    <a:lstStyle/>
                    <a:p>
                      <a:pPr algn="l" fontAlgn="b">
                        <a:buNone/>
                      </a:pPr>
                      <a:r>
                        <a:rPr lang="en-GB" sz="2400" b="1" i="0" u="none" strike="noStrike">
                          <a:solidFill>
                            <a:srgbClr val="1F4E79"/>
                          </a:solidFill>
                          <a:effectLst/>
                          <a:latin typeface="Calibri" panose="020F0502020204030204" pitchFamily="34" charset="0"/>
                        </a:rPr>
                        <a:t>PAYG Component Breakdown (Monthly, GBP)</a:t>
                      </a:r>
                    </a:p>
                  </a:txBody>
                  <a:tcPr marL="8256" marR="8256" marT="8256" marB="0" anchor="b">
                    <a:lnL w="12700" cap="flat" cmpd="sng" algn="ctr">
                      <a:solidFill>
                        <a:schemeClr val="tx1"/>
                      </a:solidFill>
                      <a:prstDash val="solid"/>
                      <a:round/>
                      <a:headEnd type="none" w="med" len="med"/>
                      <a:tailEnd type="none" w="med" len="med"/>
                    </a:lnL>
                    <a:lnR>
                      <a:noFill/>
                    </a:lnR>
                    <a:lnT>
                      <a:noFill/>
                    </a:lnT>
                    <a:lnB>
                      <a:noFill/>
                    </a:lnB>
                    <a:solidFill>
                      <a:srgbClr val="D6DCE4"/>
                    </a:solidFill>
                  </a:tcPr>
                </a:tc>
                <a:tc hMerge="1">
                  <a:txBody>
                    <a:bodyPr/>
                    <a:lstStyle/>
                    <a:p>
                      <a:endParaRPr lang="en-GB"/>
                    </a:p>
                  </a:txBody>
                  <a:tcPr/>
                </a:tc>
                <a:tc hMerge="1">
                  <a:txBody>
                    <a:bodyPr/>
                    <a:lstStyle/>
                    <a:p>
                      <a:endParaRPr lang="en-GB"/>
                    </a:p>
                  </a:txBody>
                  <a:tcPr/>
                </a:tc>
                <a:tc>
                  <a:txBody>
                    <a:bodyPr/>
                    <a:lstStyle/>
                    <a:p>
                      <a:pPr algn="l" fontAlgn="b">
                        <a:buNone/>
                      </a:pPr>
                      <a:r>
                        <a:rPr lang="en-DE" sz="2400" b="0" i="0" u="none" strike="noStrike">
                          <a:solidFill>
                            <a:srgbClr val="000000"/>
                          </a:solidFill>
                          <a:effectLst/>
                          <a:latin typeface="Calibri" panose="020F0502020204030204" pitchFamily="34" charset="0"/>
                        </a:rPr>
                        <a:t> </a:t>
                      </a:r>
                    </a:p>
                  </a:txBody>
                  <a:tcPr marL="8256" marR="8256" marT="8256" marB="0" anchor="b">
                    <a:lnL>
                      <a:noFill/>
                    </a:lnL>
                    <a:lnR w="12700" cap="flat" cmpd="sng" algn="ctr">
                      <a:solidFill>
                        <a:schemeClr val="tx1"/>
                      </a:solidFill>
                      <a:prstDash val="solid"/>
                      <a:round/>
                      <a:headEnd type="none" w="med" len="med"/>
                      <a:tailEnd type="none" w="med" len="med"/>
                    </a:lnR>
                    <a:lnT>
                      <a:noFill/>
                    </a:lnT>
                    <a:lnB>
                      <a:noFill/>
                    </a:lnB>
                    <a:solidFill>
                      <a:srgbClr val="D6DCE4"/>
                    </a:solidFill>
                  </a:tcPr>
                </a:tc>
                <a:extLst>
                  <a:ext uri="{0D108BD9-81ED-4DB2-BD59-A6C34878D82A}">
                    <a16:rowId xmlns:a16="http://schemas.microsoft.com/office/drawing/2014/main" val="4212657850"/>
                  </a:ext>
                </a:extLst>
              </a:tr>
              <a:tr h="449127">
                <a:tc>
                  <a:txBody>
                    <a:bodyPr/>
                    <a:lstStyle/>
                    <a:p>
                      <a:pPr algn="l" fontAlgn="b">
                        <a:buNone/>
                      </a:pPr>
                      <a:endParaRPr lang="en-DE" sz="2400" b="0" i="0" u="none" strike="noStrike">
                        <a:solidFill>
                          <a:srgbClr val="000000"/>
                        </a:solidFill>
                        <a:effectLst/>
                        <a:latin typeface="Calibri" panose="020F0502020204030204" pitchFamily="34" charset="0"/>
                      </a:endParaRPr>
                    </a:p>
                  </a:txBody>
                  <a:tcPr marL="8256" marR="8256" marT="8256" marB="0" anchor="b">
                    <a:lnL w="12700" cap="flat" cmpd="sng" algn="ctr">
                      <a:solidFill>
                        <a:schemeClr val="tx1"/>
                      </a:solidFill>
                      <a:prstDash val="solid"/>
                      <a:round/>
                      <a:headEnd type="none" w="med" len="med"/>
                      <a:tailEnd type="none" w="med" len="med"/>
                    </a:lnL>
                    <a:lnR>
                      <a:noFill/>
                    </a:lnR>
                    <a:lnT>
                      <a:noFill/>
                    </a:lnT>
                    <a:lnB>
                      <a:noFill/>
                    </a:lnB>
                    <a:noFill/>
                  </a:tcPr>
                </a:tc>
                <a:tc>
                  <a:txBody>
                    <a:bodyPr/>
                    <a:lstStyle/>
                    <a:p>
                      <a:pPr algn="l" fontAlgn="b">
                        <a:buNone/>
                      </a:pPr>
                      <a:r>
                        <a:rPr lang="en-DE" sz="2400" b="0" i="0" u="none" strike="noStrike">
                          <a:solidFill>
                            <a:srgbClr val="000000"/>
                          </a:solidFill>
                          <a:effectLst/>
                          <a:latin typeface="Calibri" panose="020F0502020204030204" pitchFamily="34" charset="0"/>
                        </a:rPr>
                        <a:t> </a:t>
                      </a:r>
                    </a:p>
                  </a:txBody>
                  <a:tcPr marL="8256" marR="8256" marT="8256" marB="0" anchor="b">
                    <a:lnL>
                      <a:noFill/>
                    </a:lnL>
                    <a:lnR>
                      <a:noFill/>
                    </a:lnR>
                    <a:lnT>
                      <a:noFill/>
                    </a:lnT>
                    <a:lnB>
                      <a:noFill/>
                    </a:lnB>
                    <a:solidFill>
                      <a:srgbClr val="1F4E79"/>
                    </a:solidFill>
                  </a:tcPr>
                </a:tc>
                <a:tc>
                  <a:txBody>
                    <a:bodyPr/>
                    <a:lstStyle/>
                    <a:p>
                      <a:pPr algn="l" fontAlgn="b">
                        <a:buNone/>
                      </a:pPr>
                      <a:r>
                        <a:rPr lang="en-GB" sz="2400" b="1" i="0" u="none" strike="noStrike">
                          <a:solidFill>
                            <a:srgbClr val="FFFFFF"/>
                          </a:solidFill>
                          <a:effectLst/>
                          <a:latin typeface="Calibri" panose="020F0502020204030204" pitchFamily="34" charset="0"/>
                        </a:rPr>
                        <a:t>London</a:t>
                      </a:r>
                    </a:p>
                  </a:txBody>
                  <a:tcPr marL="8256" marR="8256" marT="8256" marB="0" anchor="b">
                    <a:lnL>
                      <a:noFill/>
                    </a:lnL>
                    <a:lnR>
                      <a:noFill/>
                    </a:lnR>
                    <a:lnT>
                      <a:noFill/>
                    </a:lnT>
                    <a:lnB>
                      <a:noFill/>
                    </a:lnB>
                    <a:solidFill>
                      <a:srgbClr val="1F4E79"/>
                    </a:solidFill>
                  </a:tcPr>
                </a:tc>
                <a:tc>
                  <a:txBody>
                    <a:bodyPr/>
                    <a:lstStyle/>
                    <a:p>
                      <a:pPr algn="l" fontAlgn="b">
                        <a:buNone/>
                      </a:pPr>
                      <a:r>
                        <a:rPr lang="en-DE" sz="2400" b="0" i="0" u="none" strike="noStrike">
                          <a:solidFill>
                            <a:srgbClr val="000000"/>
                          </a:solidFill>
                          <a:effectLst/>
                          <a:latin typeface="Calibri" panose="020F0502020204030204" pitchFamily="34" charset="0"/>
                        </a:rPr>
                        <a:t> </a:t>
                      </a:r>
                    </a:p>
                  </a:txBody>
                  <a:tcPr marL="8256" marR="8256" marT="8256" marB="0" anchor="b">
                    <a:lnL>
                      <a:noFill/>
                    </a:lnL>
                    <a:lnR w="12700" cap="flat" cmpd="sng" algn="ctr">
                      <a:solidFill>
                        <a:schemeClr val="tx1"/>
                      </a:solidFill>
                      <a:prstDash val="solid"/>
                      <a:round/>
                      <a:headEnd type="none" w="med" len="med"/>
                      <a:tailEnd type="none" w="med" len="med"/>
                    </a:lnR>
                    <a:lnT>
                      <a:noFill/>
                    </a:lnT>
                    <a:lnB>
                      <a:noFill/>
                    </a:lnB>
                    <a:solidFill>
                      <a:srgbClr val="1F4E79"/>
                    </a:solidFill>
                  </a:tcPr>
                </a:tc>
                <a:extLst>
                  <a:ext uri="{0D108BD9-81ED-4DB2-BD59-A6C34878D82A}">
                    <a16:rowId xmlns:a16="http://schemas.microsoft.com/office/drawing/2014/main" val="2698480142"/>
                  </a:ext>
                </a:extLst>
              </a:tr>
              <a:tr h="449127">
                <a:tc>
                  <a:txBody>
                    <a:bodyPr/>
                    <a:lstStyle/>
                    <a:p>
                      <a:pPr algn="l" fontAlgn="b">
                        <a:buNone/>
                      </a:pPr>
                      <a:endParaRPr lang="en-DE" sz="2400" b="0" i="0" u="none" strike="noStrike">
                        <a:solidFill>
                          <a:srgbClr val="000000"/>
                        </a:solidFill>
                        <a:effectLst/>
                        <a:latin typeface="Calibri" panose="020F0502020204030204" pitchFamily="34" charset="0"/>
                      </a:endParaRPr>
                    </a:p>
                  </a:txBody>
                  <a:tcPr marL="8256" marR="8256" marT="8256" marB="0" anchor="b">
                    <a:lnL w="12700" cap="flat" cmpd="sng" algn="ctr">
                      <a:solidFill>
                        <a:schemeClr val="tx1"/>
                      </a:solidFill>
                      <a:prstDash val="solid"/>
                      <a:round/>
                      <a:headEnd type="none" w="med" len="med"/>
                      <a:tailEnd type="none" w="med" len="med"/>
                    </a:lnL>
                    <a:lnR>
                      <a:noFill/>
                    </a:lnR>
                    <a:lnT>
                      <a:noFill/>
                    </a:lnT>
                    <a:lnB>
                      <a:noFill/>
                    </a:lnB>
                    <a:noFill/>
                  </a:tcPr>
                </a:tc>
                <a:tc>
                  <a:txBody>
                    <a:bodyPr/>
                    <a:lstStyle/>
                    <a:p>
                      <a:pPr algn="ctr" fontAlgn="b">
                        <a:buNone/>
                      </a:pPr>
                      <a:r>
                        <a:rPr lang="en-GB" sz="2400" b="1" i="0" u="none" strike="noStrike">
                          <a:solidFill>
                            <a:srgbClr val="000000"/>
                          </a:solidFill>
                          <a:effectLst/>
                          <a:latin typeface="Calibri" panose="020F0502020204030204" pitchFamily="34" charset="0"/>
                        </a:rPr>
                        <a:t>AWS</a:t>
                      </a:r>
                    </a:p>
                  </a:txBody>
                  <a:tcPr marL="8256" marR="8256" marT="8256" marB="0" anchor="b">
                    <a:lnL>
                      <a:noFill/>
                    </a:lnL>
                    <a:lnR>
                      <a:noFill/>
                    </a:lnR>
                    <a:lnT>
                      <a:noFill/>
                    </a:lnT>
                    <a:lnB w="6350" cap="flat" cmpd="sng" algn="ctr">
                      <a:solidFill>
                        <a:srgbClr val="000000"/>
                      </a:solidFill>
                      <a:prstDash val="solid"/>
                      <a:round/>
                      <a:headEnd type="none" w="med" len="med"/>
                      <a:tailEnd type="none" w="med" len="med"/>
                    </a:lnB>
                    <a:solidFill>
                      <a:srgbClr val="FFF3E0"/>
                    </a:solidFill>
                  </a:tcPr>
                </a:tc>
                <a:tc>
                  <a:txBody>
                    <a:bodyPr/>
                    <a:lstStyle/>
                    <a:p>
                      <a:pPr algn="ctr" fontAlgn="b">
                        <a:buNone/>
                      </a:pPr>
                      <a:r>
                        <a:rPr lang="en-GB" sz="2400" b="1" i="0" u="none" strike="noStrike">
                          <a:solidFill>
                            <a:srgbClr val="000000"/>
                          </a:solidFill>
                          <a:effectLst/>
                          <a:latin typeface="Calibri" panose="020F0502020204030204" pitchFamily="34" charset="0"/>
                        </a:rPr>
                        <a:t>GCP</a:t>
                      </a:r>
                    </a:p>
                  </a:txBody>
                  <a:tcPr marL="8256" marR="8256" marT="8256" marB="0" anchor="b">
                    <a:lnL>
                      <a:noFill/>
                    </a:lnL>
                    <a:lnR>
                      <a:noFill/>
                    </a:lnR>
                    <a:lnT>
                      <a:noFill/>
                    </a:lnT>
                    <a:lnB w="6350" cap="flat" cmpd="sng" algn="ctr">
                      <a:solidFill>
                        <a:srgbClr val="000000"/>
                      </a:solidFill>
                      <a:prstDash val="solid"/>
                      <a:round/>
                      <a:headEnd type="none" w="med" len="med"/>
                      <a:tailEnd type="none" w="med" len="med"/>
                    </a:lnB>
                    <a:solidFill>
                      <a:srgbClr val="E8F5E9"/>
                    </a:solidFill>
                  </a:tcPr>
                </a:tc>
                <a:tc>
                  <a:txBody>
                    <a:bodyPr/>
                    <a:lstStyle/>
                    <a:p>
                      <a:pPr algn="ctr" fontAlgn="b">
                        <a:buNone/>
                      </a:pPr>
                      <a:r>
                        <a:rPr lang="en-GB" sz="2400" b="1" i="0" u="none" strike="noStrike">
                          <a:solidFill>
                            <a:srgbClr val="000000"/>
                          </a:solidFill>
                          <a:effectLst/>
                          <a:latin typeface="Calibri" panose="020F0502020204030204" pitchFamily="34" charset="0"/>
                        </a:rPr>
                        <a:t>Azure</a:t>
                      </a:r>
                    </a:p>
                  </a:txBody>
                  <a:tcPr marL="8256" marR="8256" marT="8256" marB="0" anchor="b">
                    <a:lnL>
                      <a:noFill/>
                    </a:lnL>
                    <a:lnR w="12700" cap="flat" cmpd="sng" algn="ctr">
                      <a:solidFill>
                        <a:schemeClr val="tx1"/>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rgbClr val="E3F2FD"/>
                    </a:solidFill>
                  </a:tcPr>
                </a:tc>
                <a:extLst>
                  <a:ext uri="{0D108BD9-81ED-4DB2-BD59-A6C34878D82A}">
                    <a16:rowId xmlns:a16="http://schemas.microsoft.com/office/drawing/2014/main" val="2087117143"/>
                  </a:ext>
                </a:extLst>
              </a:tr>
              <a:tr h="449127">
                <a:tc>
                  <a:txBody>
                    <a:bodyPr/>
                    <a:lstStyle/>
                    <a:p>
                      <a:pPr algn="l" fontAlgn="b">
                        <a:buNone/>
                      </a:pPr>
                      <a:r>
                        <a:rPr lang="en-GB" sz="2400" b="0" i="0" u="none" strike="noStrike">
                          <a:solidFill>
                            <a:srgbClr val="000000"/>
                          </a:solidFill>
                          <a:effectLst/>
                          <a:latin typeface="Calibri" panose="020F0502020204030204" pitchFamily="34" charset="0"/>
                        </a:rPr>
                        <a:t>Compute</a:t>
                      </a:r>
                    </a:p>
                  </a:txBody>
                  <a:tcPr marL="8256" marR="8256" marT="8256" marB="0" anchor="b">
                    <a:lnL w="12700" cap="flat" cmpd="sng" algn="ctr">
                      <a:solidFill>
                        <a:schemeClr val="tx1"/>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r" fontAlgn="b">
                        <a:buNone/>
                      </a:pPr>
                      <a:r>
                        <a:rPr lang="en-DE" sz="2400" b="0" i="0" u="none" strike="noStrike">
                          <a:solidFill>
                            <a:srgbClr val="000000"/>
                          </a:solidFill>
                          <a:effectLst/>
                          <a:latin typeface="Calibri" panose="020F0502020204030204" pitchFamily="34" charset="0"/>
                        </a:rPr>
                        <a:t>228.907</a:t>
                      </a:r>
                    </a:p>
                  </a:txBody>
                  <a:tcPr marL="8256" marR="8256" marT="8256"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3E0"/>
                    </a:solidFill>
                  </a:tcPr>
                </a:tc>
                <a:tc>
                  <a:txBody>
                    <a:bodyPr/>
                    <a:lstStyle/>
                    <a:p>
                      <a:pPr algn="r" fontAlgn="b">
                        <a:buNone/>
                      </a:pPr>
                      <a:r>
                        <a:rPr lang="en-DE" sz="2400" b="0" i="0" u="none" strike="noStrike">
                          <a:solidFill>
                            <a:srgbClr val="000000"/>
                          </a:solidFill>
                          <a:effectLst/>
                          <a:latin typeface="Calibri" panose="020F0502020204030204" pitchFamily="34" charset="0"/>
                        </a:rPr>
                        <a:t>196.025</a:t>
                      </a:r>
                    </a:p>
                  </a:txBody>
                  <a:tcPr marL="8256" marR="8256" marT="8256"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E8F5E9"/>
                    </a:solidFill>
                  </a:tcPr>
                </a:tc>
                <a:tc>
                  <a:txBody>
                    <a:bodyPr/>
                    <a:lstStyle/>
                    <a:p>
                      <a:pPr algn="r" fontAlgn="b">
                        <a:buNone/>
                      </a:pPr>
                      <a:r>
                        <a:rPr lang="en-DE" sz="2400" b="0" i="0" u="none" strike="noStrike">
                          <a:solidFill>
                            <a:srgbClr val="000000"/>
                          </a:solidFill>
                          <a:effectLst/>
                          <a:latin typeface="Calibri" panose="020F0502020204030204" pitchFamily="34" charset="0"/>
                        </a:rPr>
                        <a:t>228.410</a:t>
                      </a:r>
                    </a:p>
                  </a:txBody>
                  <a:tcPr marL="8256" marR="8256" marT="8256" marB="0" anchor="b">
                    <a:lnL w="6350" cap="flat" cmpd="sng" algn="ctr">
                      <a:solidFill>
                        <a:srgbClr val="000000"/>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E3F2FD"/>
                    </a:solidFill>
                  </a:tcPr>
                </a:tc>
                <a:extLst>
                  <a:ext uri="{0D108BD9-81ED-4DB2-BD59-A6C34878D82A}">
                    <a16:rowId xmlns:a16="http://schemas.microsoft.com/office/drawing/2014/main" val="155959910"/>
                  </a:ext>
                </a:extLst>
              </a:tr>
              <a:tr h="449127">
                <a:tc>
                  <a:txBody>
                    <a:bodyPr/>
                    <a:lstStyle/>
                    <a:p>
                      <a:pPr algn="l" fontAlgn="b">
                        <a:buNone/>
                      </a:pPr>
                      <a:r>
                        <a:rPr lang="en-GB" sz="2400" b="0" i="0" u="none" strike="noStrike">
                          <a:solidFill>
                            <a:srgbClr val="000000"/>
                          </a:solidFill>
                          <a:effectLst/>
                          <a:latin typeface="Calibri" panose="020F0502020204030204" pitchFamily="34" charset="0"/>
                        </a:rPr>
                        <a:t>Storage</a:t>
                      </a:r>
                    </a:p>
                  </a:txBody>
                  <a:tcPr marL="8256" marR="8256" marT="8256" marB="0" anchor="b">
                    <a:lnL w="12700" cap="flat" cmpd="sng" algn="ctr">
                      <a:solidFill>
                        <a:schemeClr val="tx1"/>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r" fontAlgn="b">
                        <a:buNone/>
                      </a:pPr>
                      <a:r>
                        <a:rPr lang="en-DE" sz="2400" b="0" i="0" u="none" strike="noStrike">
                          <a:solidFill>
                            <a:srgbClr val="000000"/>
                          </a:solidFill>
                          <a:effectLst/>
                          <a:latin typeface="Calibri" panose="020F0502020204030204" pitchFamily="34" charset="0"/>
                        </a:rPr>
                        <a:t>63.587</a:t>
                      </a:r>
                    </a:p>
                  </a:txBody>
                  <a:tcPr marL="8256" marR="8256" marT="8256"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3E0"/>
                    </a:solidFill>
                  </a:tcPr>
                </a:tc>
                <a:tc>
                  <a:txBody>
                    <a:bodyPr/>
                    <a:lstStyle/>
                    <a:p>
                      <a:pPr algn="r" fontAlgn="b">
                        <a:buNone/>
                      </a:pPr>
                      <a:r>
                        <a:rPr lang="en-DE" sz="2400" b="0" i="0" u="none" strike="noStrike">
                          <a:solidFill>
                            <a:srgbClr val="000000"/>
                          </a:solidFill>
                          <a:effectLst/>
                          <a:latin typeface="Calibri" panose="020F0502020204030204" pitchFamily="34" charset="0"/>
                        </a:rPr>
                        <a:t>91.005</a:t>
                      </a:r>
                    </a:p>
                  </a:txBody>
                  <a:tcPr marL="8256" marR="8256" marT="8256"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E8F5E9"/>
                    </a:solidFill>
                  </a:tcPr>
                </a:tc>
                <a:tc>
                  <a:txBody>
                    <a:bodyPr/>
                    <a:lstStyle/>
                    <a:p>
                      <a:pPr algn="r" fontAlgn="b">
                        <a:buNone/>
                      </a:pPr>
                      <a:r>
                        <a:rPr lang="en-DE" sz="2400" b="0" i="0" u="none" strike="noStrike">
                          <a:solidFill>
                            <a:srgbClr val="000000"/>
                          </a:solidFill>
                          <a:effectLst/>
                          <a:latin typeface="Calibri" panose="020F0502020204030204" pitchFamily="34" charset="0"/>
                        </a:rPr>
                        <a:t>159.446</a:t>
                      </a:r>
                    </a:p>
                  </a:txBody>
                  <a:tcPr marL="8256" marR="8256" marT="8256" marB="0" anchor="b">
                    <a:lnL w="6350" cap="flat" cmpd="sng" algn="ctr">
                      <a:solidFill>
                        <a:srgbClr val="000000"/>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E3F2FD"/>
                    </a:solidFill>
                  </a:tcPr>
                </a:tc>
                <a:extLst>
                  <a:ext uri="{0D108BD9-81ED-4DB2-BD59-A6C34878D82A}">
                    <a16:rowId xmlns:a16="http://schemas.microsoft.com/office/drawing/2014/main" val="722904484"/>
                  </a:ext>
                </a:extLst>
              </a:tr>
              <a:tr h="449127">
                <a:tc>
                  <a:txBody>
                    <a:bodyPr/>
                    <a:lstStyle/>
                    <a:p>
                      <a:pPr algn="l" fontAlgn="b">
                        <a:buNone/>
                      </a:pPr>
                      <a:r>
                        <a:rPr lang="en-GB" sz="2400" b="0" i="0" u="none" strike="noStrike">
                          <a:solidFill>
                            <a:srgbClr val="000000"/>
                          </a:solidFill>
                          <a:effectLst/>
                          <a:latin typeface="Calibri" panose="020F0502020204030204" pitchFamily="34" charset="0"/>
                        </a:rPr>
                        <a:t>OS License</a:t>
                      </a:r>
                    </a:p>
                  </a:txBody>
                  <a:tcPr marL="8256" marR="8256" marT="8256" marB="0" anchor="b">
                    <a:lnL w="12700" cap="flat" cmpd="sng" algn="ctr">
                      <a:solidFill>
                        <a:schemeClr val="tx1"/>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r" fontAlgn="b">
                        <a:buNone/>
                      </a:pPr>
                      <a:r>
                        <a:rPr lang="en-DE" sz="2400" b="0" i="0" u="none" strike="noStrike">
                          <a:solidFill>
                            <a:srgbClr val="000000"/>
                          </a:solidFill>
                          <a:effectLst/>
                          <a:latin typeface="Calibri" panose="020F0502020204030204" pitchFamily="34" charset="0"/>
                        </a:rPr>
                        <a:t>21.105</a:t>
                      </a:r>
                    </a:p>
                  </a:txBody>
                  <a:tcPr marL="8256" marR="8256" marT="8256"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3E0"/>
                    </a:solidFill>
                  </a:tcPr>
                </a:tc>
                <a:tc>
                  <a:txBody>
                    <a:bodyPr/>
                    <a:lstStyle/>
                    <a:p>
                      <a:pPr algn="r" fontAlgn="b">
                        <a:buNone/>
                      </a:pPr>
                      <a:r>
                        <a:rPr lang="en-DE" sz="2400" b="0" i="0" u="none" strike="noStrike">
                          <a:solidFill>
                            <a:srgbClr val="000000"/>
                          </a:solidFill>
                          <a:effectLst/>
                          <a:latin typeface="Calibri" panose="020F0502020204030204" pitchFamily="34" charset="0"/>
                        </a:rPr>
                        <a:t>9.883</a:t>
                      </a:r>
                    </a:p>
                  </a:txBody>
                  <a:tcPr marL="8256" marR="8256" marT="8256"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E8F5E9"/>
                    </a:solidFill>
                  </a:tcPr>
                </a:tc>
                <a:tc>
                  <a:txBody>
                    <a:bodyPr/>
                    <a:lstStyle/>
                    <a:p>
                      <a:pPr algn="r" fontAlgn="b">
                        <a:buNone/>
                      </a:pPr>
                      <a:r>
                        <a:rPr lang="en-DE" sz="2400" b="0" i="0" u="none" strike="noStrike">
                          <a:solidFill>
                            <a:srgbClr val="000000"/>
                          </a:solidFill>
                          <a:effectLst/>
                          <a:latin typeface="Calibri" panose="020F0502020204030204" pitchFamily="34" charset="0"/>
                        </a:rPr>
                        <a:t>17.582</a:t>
                      </a:r>
                    </a:p>
                  </a:txBody>
                  <a:tcPr marL="8256" marR="8256" marT="8256" marB="0" anchor="b">
                    <a:lnL w="6350" cap="flat" cmpd="sng" algn="ctr">
                      <a:solidFill>
                        <a:srgbClr val="000000"/>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E3F2FD"/>
                    </a:solidFill>
                  </a:tcPr>
                </a:tc>
                <a:extLst>
                  <a:ext uri="{0D108BD9-81ED-4DB2-BD59-A6C34878D82A}">
                    <a16:rowId xmlns:a16="http://schemas.microsoft.com/office/drawing/2014/main" val="2637787268"/>
                  </a:ext>
                </a:extLst>
              </a:tr>
              <a:tr h="449127">
                <a:tc>
                  <a:txBody>
                    <a:bodyPr/>
                    <a:lstStyle/>
                    <a:p>
                      <a:pPr algn="l" fontAlgn="b">
                        <a:buNone/>
                      </a:pPr>
                      <a:r>
                        <a:rPr lang="en-GB" sz="2400" b="0" i="0" u="none" strike="noStrike">
                          <a:solidFill>
                            <a:srgbClr val="000000"/>
                          </a:solidFill>
                          <a:effectLst/>
                          <a:latin typeface="Calibri" panose="020F0502020204030204" pitchFamily="34" charset="0"/>
                        </a:rPr>
                        <a:t>Network (5%)</a:t>
                      </a:r>
                    </a:p>
                  </a:txBody>
                  <a:tcPr marL="8256" marR="8256" marT="8256" marB="0" anchor="b">
                    <a:lnL w="12700" cap="flat" cmpd="sng" algn="ctr">
                      <a:solidFill>
                        <a:schemeClr val="tx1"/>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r" fontAlgn="b">
                        <a:buNone/>
                      </a:pPr>
                      <a:r>
                        <a:rPr lang="en-DE" sz="2400" b="0" i="0" u="none" strike="noStrike">
                          <a:solidFill>
                            <a:srgbClr val="000000"/>
                          </a:solidFill>
                          <a:effectLst/>
                          <a:latin typeface="Calibri" panose="020F0502020204030204" pitchFamily="34" charset="0"/>
                        </a:rPr>
                        <a:t>14.625</a:t>
                      </a:r>
                    </a:p>
                  </a:txBody>
                  <a:tcPr marL="8256" marR="8256" marT="8256"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3E0"/>
                    </a:solidFill>
                  </a:tcPr>
                </a:tc>
                <a:tc>
                  <a:txBody>
                    <a:bodyPr/>
                    <a:lstStyle/>
                    <a:p>
                      <a:pPr algn="r" fontAlgn="b">
                        <a:buNone/>
                      </a:pPr>
                      <a:r>
                        <a:rPr lang="en-DE" sz="2400" b="0" i="0" u="none" strike="noStrike">
                          <a:solidFill>
                            <a:srgbClr val="000000"/>
                          </a:solidFill>
                          <a:effectLst/>
                          <a:latin typeface="Calibri" panose="020F0502020204030204" pitchFamily="34" charset="0"/>
                        </a:rPr>
                        <a:t>14.351</a:t>
                      </a:r>
                    </a:p>
                  </a:txBody>
                  <a:tcPr marL="8256" marR="8256" marT="8256"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E8F5E9"/>
                    </a:solidFill>
                  </a:tcPr>
                </a:tc>
                <a:tc>
                  <a:txBody>
                    <a:bodyPr/>
                    <a:lstStyle/>
                    <a:p>
                      <a:pPr algn="r" fontAlgn="b">
                        <a:buNone/>
                      </a:pPr>
                      <a:r>
                        <a:rPr lang="en-DE" sz="2400" b="0" i="0" u="none" strike="noStrike">
                          <a:solidFill>
                            <a:srgbClr val="000000"/>
                          </a:solidFill>
                          <a:effectLst/>
                          <a:latin typeface="Calibri" panose="020F0502020204030204" pitchFamily="34" charset="0"/>
                        </a:rPr>
                        <a:t>19.393</a:t>
                      </a:r>
                    </a:p>
                  </a:txBody>
                  <a:tcPr marL="8256" marR="8256" marT="8256" marB="0" anchor="b">
                    <a:lnL w="6350" cap="flat" cmpd="sng" algn="ctr">
                      <a:solidFill>
                        <a:srgbClr val="000000"/>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E3F2FD"/>
                    </a:solidFill>
                  </a:tcPr>
                </a:tc>
                <a:extLst>
                  <a:ext uri="{0D108BD9-81ED-4DB2-BD59-A6C34878D82A}">
                    <a16:rowId xmlns:a16="http://schemas.microsoft.com/office/drawing/2014/main" val="2019845363"/>
                  </a:ext>
                </a:extLst>
              </a:tr>
              <a:tr h="449127">
                <a:tc>
                  <a:txBody>
                    <a:bodyPr/>
                    <a:lstStyle/>
                    <a:p>
                      <a:pPr algn="l" fontAlgn="b">
                        <a:buNone/>
                      </a:pPr>
                      <a:r>
                        <a:rPr lang="en-GB" sz="2400" b="1" i="0" u="none" strike="noStrike">
                          <a:solidFill>
                            <a:srgbClr val="000000"/>
                          </a:solidFill>
                          <a:effectLst/>
                          <a:latin typeface="Calibri" panose="020F0502020204030204" pitchFamily="34" charset="0"/>
                        </a:rPr>
                        <a:t>Total - Monthly</a:t>
                      </a:r>
                    </a:p>
                  </a:txBody>
                  <a:tcPr marL="8256" marR="8256" marT="8256" marB="0" anchor="b">
                    <a:lnL w="12700" cap="flat" cmpd="sng" algn="ctr">
                      <a:solidFill>
                        <a:schemeClr val="tx1"/>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r" fontAlgn="b">
                        <a:buNone/>
                      </a:pPr>
                      <a:r>
                        <a:rPr lang="en-DE" sz="2400" b="1" i="0" u="none" strike="noStrike">
                          <a:solidFill>
                            <a:srgbClr val="000000"/>
                          </a:solidFill>
                          <a:effectLst/>
                          <a:latin typeface="Calibri" panose="020F0502020204030204" pitchFamily="34" charset="0"/>
                        </a:rPr>
                        <a:t>328.223</a:t>
                      </a:r>
                    </a:p>
                  </a:txBody>
                  <a:tcPr marL="8256" marR="8256" marT="8256"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3E0"/>
                    </a:solidFill>
                  </a:tcPr>
                </a:tc>
                <a:tc>
                  <a:txBody>
                    <a:bodyPr/>
                    <a:lstStyle/>
                    <a:p>
                      <a:pPr algn="r" fontAlgn="b">
                        <a:buNone/>
                      </a:pPr>
                      <a:r>
                        <a:rPr lang="en-DE" sz="2400" b="1" i="0" u="none" strike="noStrike">
                          <a:solidFill>
                            <a:srgbClr val="000000"/>
                          </a:solidFill>
                          <a:effectLst/>
                          <a:latin typeface="Calibri" panose="020F0502020204030204" pitchFamily="34" charset="0"/>
                        </a:rPr>
                        <a:t>311.264</a:t>
                      </a:r>
                    </a:p>
                  </a:txBody>
                  <a:tcPr marL="8256" marR="8256" marT="8256"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E8F5E9"/>
                    </a:solidFill>
                  </a:tcPr>
                </a:tc>
                <a:tc>
                  <a:txBody>
                    <a:bodyPr/>
                    <a:lstStyle/>
                    <a:p>
                      <a:pPr algn="r" fontAlgn="b">
                        <a:buNone/>
                      </a:pPr>
                      <a:r>
                        <a:rPr lang="en-DE" sz="2400" b="1" i="0" u="none" strike="noStrike">
                          <a:solidFill>
                            <a:srgbClr val="000000"/>
                          </a:solidFill>
                          <a:effectLst/>
                          <a:latin typeface="Calibri" panose="020F0502020204030204" pitchFamily="34" charset="0"/>
                        </a:rPr>
                        <a:t>424.831</a:t>
                      </a:r>
                    </a:p>
                  </a:txBody>
                  <a:tcPr marL="8256" marR="8256" marT="8256" marB="0" anchor="b">
                    <a:lnL w="6350" cap="flat" cmpd="sng" algn="ctr">
                      <a:solidFill>
                        <a:srgbClr val="000000"/>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E3F2FD"/>
                    </a:solidFill>
                  </a:tcPr>
                </a:tc>
                <a:extLst>
                  <a:ext uri="{0D108BD9-81ED-4DB2-BD59-A6C34878D82A}">
                    <a16:rowId xmlns:a16="http://schemas.microsoft.com/office/drawing/2014/main" val="1243592117"/>
                  </a:ext>
                </a:extLst>
              </a:tr>
              <a:tr h="449127">
                <a:tc>
                  <a:txBody>
                    <a:bodyPr/>
                    <a:lstStyle/>
                    <a:p>
                      <a:pPr algn="l" fontAlgn="b">
                        <a:buNone/>
                      </a:pPr>
                      <a:r>
                        <a:rPr lang="en-GB" sz="2400" b="1" i="0" u="none" strike="noStrike">
                          <a:solidFill>
                            <a:srgbClr val="000000"/>
                          </a:solidFill>
                          <a:effectLst/>
                          <a:latin typeface="Calibri" panose="020F0502020204030204" pitchFamily="34" charset="0"/>
                        </a:rPr>
                        <a:t>Annual (GBP)</a:t>
                      </a:r>
                    </a:p>
                  </a:txBody>
                  <a:tcPr marL="8256" marR="8256" marT="8256" marB="0" anchor="b">
                    <a:lnL w="12700" cap="flat" cmpd="sng" algn="ctr">
                      <a:solidFill>
                        <a:schemeClr val="tx1"/>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r" fontAlgn="b">
                        <a:buNone/>
                      </a:pPr>
                      <a:r>
                        <a:rPr lang="en-DE" sz="2400" b="1" i="0" u="none" strike="noStrike">
                          <a:solidFill>
                            <a:srgbClr val="000000"/>
                          </a:solidFill>
                          <a:effectLst/>
                          <a:latin typeface="Calibri" panose="020F0502020204030204" pitchFamily="34" charset="0"/>
                        </a:rPr>
                        <a:t>3.938.677</a:t>
                      </a:r>
                    </a:p>
                  </a:txBody>
                  <a:tcPr marL="8256" marR="8256" marT="8256"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3E0"/>
                    </a:solidFill>
                  </a:tcPr>
                </a:tc>
                <a:tc>
                  <a:txBody>
                    <a:bodyPr/>
                    <a:lstStyle/>
                    <a:p>
                      <a:pPr algn="r" fontAlgn="b">
                        <a:buNone/>
                      </a:pPr>
                      <a:r>
                        <a:rPr lang="en-DE" sz="2400" b="1" i="0" u="none" strike="noStrike">
                          <a:solidFill>
                            <a:srgbClr val="000000"/>
                          </a:solidFill>
                          <a:effectLst/>
                          <a:latin typeface="Calibri" panose="020F0502020204030204" pitchFamily="34" charset="0"/>
                        </a:rPr>
                        <a:t>3.735.172</a:t>
                      </a:r>
                    </a:p>
                  </a:txBody>
                  <a:tcPr marL="8256" marR="8256" marT="8256"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E8F5E9"/>
                    </a:solidFill>
                  </a:tcPr>
                </a:tc>
                <a:tc>
                  <a:txBody>
                    <a:bodyPr/>
                    <a:lstStyle/>
                    <a:p>
                      <a:pPr algn="r" fontAlgn="b">
                        <a:buNone/>
                      </a:pPr>
                      <a:r>
                        <a:rPr lang="en-DE" sz="2400" b="1" i="0" u="none" strike="noStrike">
                          <a:solidFill>
                            <a:srgbClr val="000000"/>
                          </a:solidFill>
                          <a:effectLst/>
                          <a:latin typeface="Calibri" panose="020F0502020204030204" pitchFamily="34" charset="0"/>
                        </a:rPr>
                        <a:t>5.097.970</a:t>
                      </a:r>
                    </a:p>
                  </a:txBody>
                  <a:tcPr marL="8256" marR="8256" marT="8256" marB="0" anchor="b">
                    <a:lnL w="6350" cap="flat" cmpd="sng" algn="ctr">
                      <a:solidFill>
                        <a:srgbClr val="000000"/>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E3F2FD"/>
                    </a:solidFill>
                  </a:tcPr>
                </a:tc>
                <a:extLst>
                  <a:ext uri="{0D108BD9-81ED-4DB2-BD59-A6C34878D82A}">
                    <a16:rowId xmlns:a16="http://schemas.microsoft.com/office/drawing/2014/main" val="1383537535"/>
                  </a:ext>
                </a:extLst>
              </a:tr>
              <a:tr h="449127">
                <a:tc>
                  <a:txBody>
                    <a:bodyPr/>
                    <a:lstStyle/>
                    <a:p>
                      <a:pPr algn="l" fontAlgn="b">
                        <a:buNone/>
                      </a:pPr>
                      <a:endParaRPr lang="en-DE" sz="2400" b="0" i="0" u="none" strike="noStrike">
                        <a:solidFill>
                          <a:srgbClr val="000000"/>
                        </a:solidFill>
                        <a:effectLst/>
                        <a:latin typeface="Calibri" panose="020F0502020204030204" pitchFamily="34" charset="0"/>
                      </a:endParaRPr>
                    </a:p>
                  </a:txBody>
                  <a:tcPr marL="8256" marR="8256" marT="8256" marB="0" anchor="b">
                    <a:lnL w="12700" cap="flat" cmpd="sng" algn="ctr">
                      <a:solidFill>
                        <a:schemeClr val="tx1"/>
                      </a:solidFill>
                      <a:prstDash val="solid"/>
                      <a:round/>
                      <a:headEnd type="none" w="med" len="med"/>
                      <a:tailEnd type="none" w="med" len="med"/>
                    </a:lnL>
                    <a:lnR>
                      <a:noFill/>
                    </a:lnR>
                    <a:lnT>
                      <a:noFill/>
                    </a:lnT>
                    <a:lnB>
                      <a:noFill/>
                    </a:lnB>
                    <a:noFill/>
                  </a:tcPr>
                </a:tc>
                <a:tc>
                  <a:txBody>
                    <a:bodyPr/>
                    <a:lstStyle/>
                    <a:p>
                      <a:pPr algn="l" fontAlgn="b">
                        <a:buNone/>
                      </a:pPr>
                      <a:endParaRPr lang="en-DE" sz="2400" b="0" i="0" u="none" strike="noStrike">
                        <a:solidFill>
                          <a:srgbClr val="000000"/>
                        </a:solidFill>
                        <a:effectLst/>
                        <a:latin typeface="Calibri" panose="020F0502020204030204" pitchFamily="34" charset="0"/>
                      </a:endParaRPr>
                    </a:p>
                  </a:txBody>
                  <a:tcPr marL="8256" marR="8256" marT="8256" marB="0" anchor="b">
                    <a:lnL>
                      <a:noFill/>
                    </a:lnL>
                    <a:lnR>
                      <a:noFill/>
                    </a:lnR>
                    <a:lnT w="6350" cap="flat" cmpd="sng" algn="ctr">
                      <a:solidFill>
                        <a:srgbClr val="000000"/>
                      </a:solidFill>
                      <a:prstDash val="solid"/>
                      <a:round/>
                      <a:headEnd type="none" w="med" len="med"/>
                      <a:tailEnd type="none" w="med" len="med"/>
                    </a:lnT>
                    <a:lnB>
                      <a:noFill/>
                    </a:lnB>
                    <a:noFill/>
                  </a:tcPr>
                </a:tc>
                <a:tc>
                  <a:txBody>
                    <a:bodyPr/>
                    <a:lstStyle/>
                    <a:p>
                      <a:pPr algn="l" fontAlgn="b">
                        <a:buNone/>
                      </a:pPr>
                      <a:endParaRPr lang="en-DE" sz="2400" b="0" i="0" u="none" strike="noStrike">
                        <a:solidFill>
                          <a:srgbClr val="000000"/>
                        </a:solidFill>
                        <a:effectLst/>
                        <a:latin typeface="Calibri" panose="020F0502020204030204" pitchFamily="34" charset="0"/>
                      </a:endParaRPr>
                    </a:p>
                  </a:txBody>
                  <a:tcPr marL="8256" marR="8256" marT="8256" marB="0" anchor="b">
                    <a:lnL>
                      <a:noFill/>
                    </a:lnL>
                    <a:lnR>
                      <a:noFill/>
                    </a:lnR>
                    <a:lnT w="6350" cap="flat" cmpd="sng" algn="ctr">
                      <a:solidFill>
                        <a:srgbClr val="000000"/>
                      </a:solidFill>
                      <a:prstDash val="solid"/>
                      <a:round/>
                      <a:headEnd type="none" w="med" len="med"/>
                      <a:tailEnd type="none" w="med" len="med"/>
                    </a:lnT>
                    <a:lnB>
                      <a:noFill/>
                    </a:lnB>
                    <a:noFill/>
                  </a:tcPr>
                </a:tc>
                <a:tc>
                  <a:txBody>
                    <a:bodyPr/>
                    <a:lstStyle/>
                    <a:p>
                      <a:pPr algn="l" fontAlgn="b">
                        <a:buNone/>
                      </a:pPr>
                      <a:endParaRPr lang="en-DE" sz="2400" b="0" i="0" u="none" strike="noStrike">
                        <a:solidFill>
                          <a:srgbClr val="000000"/>
                        </a:solidFill>
                        <a:effectLst/>
                        <a:latin typeface="Calibri" panose="020F0502020204030204" pitchFamily="34" charset="0"/>
                      </a:endParaRPr>
                    </a:p>
                  </a:txBody>
                  <a:tcPr marL="8256" marR="8256" marT="8256" marB="0" anchor="b">
                    <a:lnL>
                      <a:noFill/>
                    </a:lnL>
                    <a:lnR w="12700" cap="flat" cmpd="sng" algn="ctr">
                      <a:solidFill>
                        <a:schemeClr val="tx1"/>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noFill/>
                  </a:tcPr>
                </a:tc>
                <a:extLst>
                  <a:ext uri="{0D108BD9-81ED-4DB2-BD59-A6C34878D82A}">
                    <a16:rowId xmlns:a16="http://schemas.microsoft.com/office/drawing/2014/main" val="2591853246"/>
                  </a:ext>
                </a:extLst>
              </a:tr>
              <a:tr h="479068">
                <a:tc gridSpan="2">
                  <a:txBody>
                    <a:bodyPr/>
                    <a:lstStyle/>
                    <a:p>
                      <a:pPr algn="l" fontAlgn="b">
                        <a:buNone/>
                      </a:pPr>
                      <a:r>
                        <a:rPr lang="en-GB" sz="2400" b="1" i="0" u="none" strike="noStrike">
                          <a:solidFill>
                            <a:srgbClr val="1F4E79"/>
                          </a:solidFill>
                          <a:effectLst/>
                          <a:latin typeface="Calibri" panose="020F0502020204030204" pitchFamily="34" charset="0"/>
                        </a:rPr>
                        <a:t>3yr Commitment Pricing Breakdown (GBP)</a:t>
                      </a:r>
                    </a:p>
                  </a:txBody>
                  <a:tcPr marL="8256" marR="8256" marT="8256" marB="0" anchor="b">
                    <a:lnL w="12700" cap="flat" cmpd="sng" algn="ctr">
                      <a:solidFill>
                        <a:schemeClr val="tx1"/>
                      </a:solidFill>
                      <a:prstDash val="solid"/>
                      <a:round/>
                      <a:headEnd type="none" w="med" len="med"/>
                      <a:tailEnd type="none" w="med" len="med"/>
                    </a:lnL>
                    <a:lnR>
                      <a:noFill/>
                    </a:lnR>
                    <a:lnT>
                      <a:noFill/>
                    </a:lnT>
                    <a:lnB>
                      <a:noFill/>
                    </a:lnB>
                    <a:solidFill>
                      <a:srgbClr val="D6DCE4"/>
                    </a:solidFill>
                  </a:tcPr>
                </a:tc>
                <a:tc hMerge="1">
                  <a:txBody>
                    <a:bodyPr/>
                    <a:lstStyle/>
                    <a:p>
                      <a:endParaRPr lang="en-GB"/>
                    </a:p>
                  </a:txBody>
                  <a:tcPr/>
                </a:tc>
                <a:tc>
                  <a:txBody>
                    <a:bodyPr/>
                    <a:lstStyle/>
                    <a:p>
                      <a:pPr algn="l" fontAlgn="b">
                        <a:buNone/>
                      </a:pPr>
                      <a:r>
                        <a:rPr lang="en-DE" sz="2400" b="0" i="0" u="none" strike="noStrike">
                          <a:solidFill>
                            <a:srgbClr val="000000"/>
                          </a:solidFill>
                          <a:effectLst/>
                          <a:latin typeface="Calibri" panose="020F0502020204030204" pitchFamily="34" charset="0"/>
                        </a:rPr>
                        <a:t> </a:t>
                      </a:r>
                    </a:p>
                  </a:txBody>
                  <a:tcPr marL="8256" marR="8256" marT="8256" marB="0" anchor="b">
                    <a:lnL>
                      <a:noFill/>
                    </a:lnL>
                    <a:lnR>
                      <a:noFill/>
                    </a:lnR>
                    <a:lnT>
                      <a:noFill/>
                    </a:lnT>
                    <a:lnB>
                      <a:noFill/>
                    </a:lnB>
                    <a:solidFill>
                      <a:srgbClr val="D6DCE4"/>
                    </a:solidFill>
                  </a:tcPr>
                </a:tc>
                <a:tc>
                  <a:txBody>
                    <a:bodyPr/>
                    <a:lstStyle/>
                    <a:p>
                      <a:pPr algn="l" fontAlgn="b">
                        <a:buNone/>
                      </a:pPr>
                      <a:r>
                        <a:rPr lang="en-DE" sz="2400" b="0" i="0" u="none" strike="noStrike">
                          <a:solidFill>
                            <a:srgbClr val="000000"/>
                          </a:solidFill>
                          <a:effectLst/>
                          <a:latin typeface="Calibri" panose="020F0502020204030204" pitchFamily="34" charset="0"/>
                        </a:rPr>
                        <a:t> </a:t>
                      </a:r>
                    </a:p>
                  </a:txBody>
                  <a:tcPr marL="8256" marR="8256" marT="8256" marB="0" anchor="b">
                    <a:lnL>
                      <a:noFill/>
                    </a:lnL>
                    <a:lnR w="12700" cap="flat" cmpd="sng" algn="ctr">
                      <a:solidFill>
                        <a:schemeClr val="tx1"/>
                      </a:solidFill>
                      <a:prstDash val="solid"/>
                      <a:round/>
                      <a:headEnd type="none" w="med" len="med"/>
                      <a:tailEnd type="none" w="med" len="med"/>
                    </a:lnR>
                    <a:lnT>
                      <a:noFill/>
                    </a:lnT>
                    <a:lnB>
                      <a:noFill/>
                    </a:lnB>
                    <a:solidFill>
                      <a:srgbClr val="D6DCE4"/>
                    </a:solidFill>
                  </a:tcPr>
                </a:tc>
                <a:extLst>
                  <a:ext uri="{0D108BD9-81ED-4DB2-BD59-A6C34878D82A}">
                    <a16:rowId xmlns:a16="http://schemas.microsoft.com/office/drawing/2014/main" val="524040744"/>
                  </a:ext>
                </a:extLst>
              </a:tr>
              <a:tr h="449127">
                <a:tc>
                  <a:txBody>
                    <a:bodyPr/>
                    <a:lstStyle/>
                    <a:p>
                      <a:pPr algn="l" fontAlgn="b">
                        <a:buNone/>
                      </a:pPr>
                      <a:endParaRPr lang="en-DE" sz="2400" b="0" i="0" u="none" strike="noStrike">
                        <a:solidFill>
                          <a:srgbClr val="000000"/>
                        </a:solidFill>
                        <a:effectLst/>
                        <a:latin typeface="Calibri" panose="020F0502020204030204" pitchFamily="34" charset="0"/>
                      </a:endParaRPr>
                    </a:p>
                  </a:txBody>
                  <a:tcPr marL="8256" marR="8256" marT="8256" marB="0" anchor="b">
                    <a:lnL w="12700" cap="flat" cmpd="sng" algn="ctr">
                      <a:solidFill>
                        <a:schemeClr val="tx1"/>
                      </a:solidFill>
                      <a:prstDash val="solid"/>
                      <a:round/>
                      <a:headEnd type="none" w="med" len="med"/>
                      <a:tailEnd type="none" w="med" len="med"/>
                    </a:lnL>
                    <a:lnR>
                      <a:noFill/>
                    </a:lnR>
                    <a:lnT>
                      <a:noFill/>
                    </a:lnT>
                    <a:lnB>
                      <a:noFill/>
                    </a:lnB>
                    <a:noFill/>
                  </a:tcPr>
                </a:tc>
                <a:tc>
                  <a:txBody>
                    <a:bodyPr/>
                    <a:lstStyle/>
                    <a:p>
                      <a:pPr algn="l" fontAlgn="b">
                        <a:buNone/>
                      </a:pPr>
                      <a:r>
                        <a:rPr lang="en-DE" sz="2400" b="0" i="0" u="none" strike="noStrike">
                          <a:solidFill>
                            <a:srgbClr val="000000"/>
                          </a:solidFill>
                          <a:effectLst/>
                          <a:latin typeface="Calibri" panose="020F0502020204030204" pitchFamily="34" charset="0"/>
                        </a:rPr>
                        <a:t> </a:t>
                      </a:r>
                    </a:p>
                  </a:txBody>
                  <a:tcPr marL="8256" marR="8256" marT="8256" marB="0" anchor="b">
                    <a:lnL>
                      <a:noFill/>
                    </a:lnL>
                    <a:lnR>
                      <a:noFill/>
                    </a:lnR>
                    <a:lnT>
                      <a:noFill/>
                    </a:lnT>
                    <a:lnB>
                      <a:noFill/>
                    </a:lnB>
                    <a:solidFill>
                      <a:srgbClr val="1F4E79"/>
                    </a:solidFill>
                  </a:tcPr>
                </a:tc>
                <a:tc>
                  <a:txBody>
                    <a:bodyPr/>
                    <a:lstStyle/>
                    <a:p>
                      <a:pPr algn="l" fontAlgn="b">
                        <a:buNone/>
                      </a:pPr>
                      <a:r>
                        <a:rPr lang="en-GB" sz="2400" b="1" i="0" u="none" strike="noStrike">
                          <a:solidFill>
                            <a:srgbClr val="FFFFFF"/>
                          </a:solidFill>
                          <a:effectLst/>
                          <a:latin typeface="Calibri" panose="020F0502020204030204" pitchFamily="34" charset="0"/>
                        </a:rPr>
                        <a:t>London</a:t>
                      </a:r>
                    </a:p>
                  </a:txBody>
                  <a:tcPr marL="8256" marR="8256" marT="8256" marB="0" anchor="b">
                    <a:lnL>
                      <a:noFill/>
                    </a:lnL>
                    <a:lnR>
                      <a:noFill/>
                    </a:lnR>
                    <a:lnT>
                      <a:noFill/>
                    </a:lnT>
                    <a:lnB>
                      <a:noFill/>
                    </a:lnB>
                    <a:solidFill>
                      <a:srgbClr val="1F4E79"/>
                    </a:solidFill>
                  </a:tcPr>
                </a:tc>
                <a:tc>
                  <a:txBody>
                    <a:bodyPr/>
                    <a:lstStyle/>
                    <a:p>
                      <a:pPr algn="l" fontAlgn="b">
                        <a:buNone/>
                      </a:pPr>
                      <a:r>
                        <a:rPr lang="en-DE" sz="2400" b="0" i="0" u="none" strike="noStrike">
                          <a:solidFill>
                            <a:srgbClr val="000000"/>
                          </a:solidFill>
                          <a:effectLst/>
                          <a:latin typeface="Calibri" panose="020F0502020204030204" pitchFamily="34" charset="0"/>
                        </a:rPr>
                        <a:t> </a:t>
                      </a:r>
                    </a:p>
                  </a:txBody>
                  <a:tcPr marL="8256" marR="8256" marT="8256" marB="0" anchor="b">
                    <a:lnL>
                      <a:noFill/>
                    </a:lnL>
                    <a:lnR w="12700" cap="flat" cmpd="sng" algn="ctr">
                      <a:solidFill>
                        <a:schemeClr val="tx1"/>
                      </a:solidFill>
                      <a:prstDash val="solid"/>
                      <a:round/>
                      <a:headEnd type="none" w="med" len="med"/>
                      <a:tailEnd type="none" w="med" len="med"/>
                    </a:lnR>
                    <a:lnT>
                      <a:noFill/>
                    </a:lnT>
                    <a:lnB>
                      <a:noFill/>
                    </a:lnB>
                    <a:solidFill>
                      <a:srgbClr val="1F4E79"/>
                    </a:solidFill>
                  </a:tcPr>
                </a:tc>
                <a:extLst>
                  <a:ext uri="{0D108BD9-81ED-4DB2-BD59-A6C34878D82A}">
                    <a16:rowId xmlns:a16="http://schemas.microsoft.com/office/drawing/2014/main" val="818262096"/>
                  </a:ext>
                </a:extLst>
              </a:tr>
              <a:tr h="449127">
                <a:tc>
                  <a:txBody>
                    <a:bodyPr/>
                    <a:lstStyle/>
                    <a:p>
                      <a:pPr algn="l" fontAlgn="b">
                        <a:buNone/>
                      </a:pPr>
                      <a:endParaRPr lang="en-DE" sz="2400" b="0" i="0" u="none" strike="noStrike">
                        <a:solidFill>
                          <a:srgbClr val="000000"/>
                        </a:solidFill>
                        <a:effectLst/>
                        <a:latin typeface="Calibri" panose="020F0502020204030204" pitchFamily="34" charset="0"/>
                      </a:endParaRPr>
                    </a:p>
                  </a:txBody>
                  <a:tcPr marL="8256" marR="8256" marT="8256" marB="0" anchor="b">
                    <a:lnL w="12700" cap="flat" cmpd="sng" algn="ctr">
                      <a:solidFill>
                        <a:schemeClr val="tx1"/>
                      </a:solidFill>
                      <a:prstDash val="solid"/>
                      <a:round/>
                      <a:headEnd type="none" w="med" len="med"/>
                      <a:tailEnd type="none" w="med" len="med"/>
                    </a:lnL>
                    <a:lnR>
                      <a:noFill/>
                    </a:lnR>
                    <a:lnT>
                      <a:noFill/>
                    </a:lnT>
                    <a:lnB>
                      <a:noFill/>
                    </a:lnB>
                    <a:noFill/>
                  </a:tcPr>
                </a:tc>
                <a:tc>
                  <a:txBody>
                    <a:bodyPr/>
                    <a:lstStyle/>
                    <a:p>
                      <a:pPr algn="ctr" fontAlgn="b">
                        <a:buNone/>
                      </a:pPr>
                      <a:r>
                        <a:rPr lang="en-GB" sz="2400" b="1" i="0" u="none" strike="noStrike">
                          <a:solidFill>
                            <a:srgbClr val="000000"/>
                          </a:solidFill>
                          <a:effectLst/>
                          <a:latin typeface="Calibri" panose="020F0502020204030204" pitchFamily="34" charset="0"/>
                        </a:rPr>
                        <a:t>AWS</a:t>
                      </a:r>
                    </a:p>
                  </a:txBody>
                  <a:tcPr marL="8256" marR="8256" marT="8256" marB="0" anchor="b">
                    <a:lnL>
                      <a:noFill/>
                    </a:lnL>
                    <a:lnR>
                      <a:noFill/>
                    </a:lnR>
                    <a:lnT>
                      <a:noFill/>
                    </a:lnT>
                    <a:lnB w="6350" cap="flat" cmpd="sng" algn="ctr">
                      <a:solidFill>
                        <a:srgbClr val="000000"/>
                      </a:solidFill>
                      <a:prstDash val="solid"/>
                      <a:round/>
                      <a:headEnd type="none" w="med" len="med"/>
                      <a:tailEnd type="none" w="med" len="med"/>
                    </a:lnB>
                    <a:solidFill>
                      <a:srgbClr val="FFF3E0"/>
                    </a:solidFill>
                  </a:tcPr>
                </a:tc>
                <a:tc>
                  <a:txBody>
                    <a:bodyPr/>
                    <a:lstStyle/>
                    <a:p>
                      <a:pPr algn="ctr" fontAlgn="b">
                        <a:buNone/>
                      </a:pPr>
                      <a:r>
                        <a:rPr lang="en-GB" sz="2400" b="1" i="0" u="none" strike="noStrike">
                          <a:solidFill>
                            <a:srgbClr val="000000"/>
                          </a:solidFill>
                          <a:effectLst/>
                          <a:latin typeface="Calibri" panose="020F0502020204030204" pitchFamily="34" charset="0"/>
                        </a:rPr>
                        <a:t>GCP</a:t>
                      </a:r>
                    </a:p>
                  </a:txBody>
                  <a:tcPr marL="8256" marR="8256" marT="8256" marB="0" anchor="b">
                    <a:lnL>
                      <a:noFill/>
                    </a:lnL>
                    <a:lnR>
                      <a:noFill/>
                    </a:lnR>
                    <a:lnT>
                      <a:noFill/>
                    </a:lnT>
                    <a:lnB w="6350" cap="flat" cmpd="sng" algn="ctr">
                      <a:solidFill>
                        <a:srgbClr val="000000"/>
                      </a:solidFill>
                      <a:prstDash val="solid"/>
                      <a:round/>
                      <a:headEnd type="none" w="med" len="med"/>
                      <a:tailEnd type="none" w="med" len="med"/>
                    </a:lnB>
                    <a:solidFill>
                      <a:srgbClr val="E8F5E9"/>
                    </a:solidFill>
                  </a:tcPr>
                </a:tc>
                <a:tc>
                  <a:txBody>
                    <a:bodyPr/>
                    <a:lstStyle/>
                    <a:p>
                      <a:pPr algn="ctr" fontAlgn="b">
                        <a:buNone/>
                      </a:pPr>
                      <a:r>
                        <a:rPr lang="en-GB" sz="2400" b="1" i="0" u="none" strike="noStrike">
                          <a:solidFill>
                            <a:srgbClr val="000000"/>
                          </a:solidFill>
                          <a:effectLst/>
                          <a:latin typeface="Calibri" panose="020F0502020204030204" pitchFamily="34" charset="0"/>
                        </a:rPr>
                        <a:t>Azure</a:t>
                      </a:r>
                    </a:p>
                  </a:txBody>
                  <a:tcPr marL="8256" marR="8256" marT="8256" marB="0" anchor="b">
                    <a:lnL>
                      <a:noFill/>
                    </a:lnL>
                    <a:lnR w="12700" cap="flat" cmpd="sng" algn="ctr">
                      <a:solidFill>
                        <a:schemeClr val="tx1"/>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rgbClr val="E3F2FD"/>
                    </a:solidFill>
                  </a:tcPr>
                </a:tc>
                <a:extLst>
                  <a:ext uri="{0D108BD9-81ED-4DB2-BD59-A6C34878D82A}">
                    <a16:rowId xmlns:a16="http://schemas.microsoft.com/office/drawing/2014/main" val="2542220453"/>
                  </a:ext>
                </a:extLst>
              </a:tr>
              <a:tr h="449127">
                <a:tc>
                  <a:txBody>
                    <a:bodyPr/>
                    <a:lstStyle/>
                    <a:p>
                      <a:pPr algn="l" fontAlgn="b">
                        <a:buNone/>
                      </a:pPr>
                      <a:r>
                        <a:rPr lang="en-GB" sz="2400" b="1" i="0" u="none" strike="noStrike">
                          <a:solidFill>
                            <a:srgbClr val="000000"/>
                          </a:solidFill>
                          <a:effectLst/>
                          <a:latin typeface="Calibri" panose="020F0502020204030204" pitchFamily="34" charset="0"/>
                        </a:rPr>
                        <a:t>Total - Monthly</a:t>
                      </a:r>
                    </a:p>
                  </a:txBody>
                  <a:tcPr marL="8256" marR="8256" marT="8256" marB="0" anchor="b">
                    <a:lnL w="12700" cap="flat" cmpd="sng" algn="ctr">
                      <a:solidFill>
                        <a:schemeClr val="tx1"/>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r" fontAlgn="b">
                        <a:buNone/>
                      </a:pPr>
                      <a:r>
                        <a:rPr lang="en-DE" sz="2400" b="0" i="0" u="none" strike="noStrike">
                          <a:solidFill>
                            <a:srgbClr val="000000"/>
                          </a:solidFill>
                          <a:effectLst/>
                          <a:latin typeface="Calibri" panose="020F0502020204030204" pitchFamily="34" charset="0"/>
                        </a:rPr>
                        <a:t>190.285</a:t>
                      </a:r>
                    </a:p>
                  </a:txBody>
                  <a:tcPr marL="8256" marR="8256" marT="8256"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3E0"/>
                    </a:solidFill>
                  </a:tcPr>
                </a:tc>
                <a:tc>
                  <a:txBody>
                    <a:bodyPr/>
                    <a:lstStyle/>
                    <a:p>
                      <a:pPr algn="r" fontAlgn="b">
                        <a:buNone/>
                      </a:pPr>
                      <a:r>
                        <a:rPr lang="en-DE" sz="2400" b="0" i="0" u="none" strike="noStrike">
                          <a:solidFill>
                            <a:srgbClr val="000000"/>
                          </a:solidFill>
                          <a:effectLst/>
                          <a:latin typeface="Calibri" panose="020F0502020204030204" pitchFamily="34" charset="0"/>
                        </a:rPr>
                        <a:t>186.974</a:t>
                      </a:r>
                    </a:p>
                  </a:txBody>
                  <a:tcPr marL="8256" marR="8256" marT="8256"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E8F5E9"/>
                    </a:solidFill>
                  </a:tcPr>
                </a:tc>
                <a:tc>
                  <a:txBody>
                    <a:bodyPr/>
                    <a:lstStyle/>
                    <a:p>
                      <a:pPr algn="r" fontAlgn="b">
                        <a:buNone/>
                      </a:pPr>
                      <a:r>
                        <a:rPr lang="en-DE" sz="2400" b="0" i="0" u="none" strike="noStrike">
                          <a:solidFill>
                            <a:srgbClr val="000000"/>
                          </a:solidFill>
                          <a:effectLst/>
                          <a:latin typeface="Calibri" panose="020F0502020204030204" pitchFamily="34" charset="0"/>
                        </a:rPr>
                        <a:t>274.881</a:t>
                      </a:r>
                    </a:p>
                  </a:txBody>
                  <a:tcPr marL="8256" marR="8256" marT="8256" marB="0" anchor="b">
                    <a:lnL w="6350" cap="flat" cmpd="sng" algn="ctr">
                      <a:solidFill>
                        <a:srgbClr val="000000"/>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E3F2FD"/>
                    </a:solidFill>
                  </a:tcPr>
                </a:tc>
                <a:extLst>
                  <a:ext uri="{0D108BD9-81ED-4DB2-BD59-A6C34878D82A}">
                    <a16:rowId xmlns:a16="http://schemas.microsoft.com/office/drawing/2014/main" val="3505649206"/>
                  </a:ext>
                </a:extLst>
              </a:tr>
              <a:tr h="449127">
                <a:tc>
                  <a:txBody>
                    <a:bodyPr/>
                    <a:lstStyle/>
                    <a:p>
                      <a:pPr algn="l" fontAlgn="b">
                        <a:buNone/>
                      </a:pPr>
                      <a:r>
                        <a:rPr lang="en-GB" sz="2400" b="1" i="0" u="none" strike="noStrike">
                          <a:solidFill>
                            <a:srgbClr val="000000"/>
                          </a:solidFill>
                          <a:effectLst/>
                          <a:latin typeface="Calibri" panose="020F0502020204030204" pitchFamily="34" charset="0"/>
                        </a:rPr>
                        <a:t>Annual</a:t>
                      </a:r>
                    </a:p>
                  </a:txBody>
                  <a:tcPr marL="8256" marR="8256" marT="8256" marB="0" anchor="b">
                    <a:lnL w="12700" cap="flat" cmpd="sng" algn="ctr">
                      <a:solidFill>
                        <a:schemeClr val="tx1"/>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r" fontAlgn="b">
                        <a:buNone/>
                      </a:pPr>
                      <a:r>
                        <a:rPr lang="en-DE" sz="2400" b="0" i="0" u="none" strike="noStrike">
                          <a:solidFill>
                            <a:srgbClr val="000000"/>
                          </a:solidFill>
                          <a:effectLst/>
                          <a:latin typeface="Calibri" panose="020F0502020204030204" pitchFamily="34" charset="0"/>
                        </a:rPr>
                        <a:t>2.283.419</a:t>
                      </a:r>
                    </a:p>
                  </a:txBody>
                  <a:tcPr marL="8256" marR="8256" marT="8256"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3E0"/>
                    </a:solidFill>
                  </a:tcPr>
                </a:tc>
                <a:tc>
                  <a:txBody>
                    <a:bodyPr/>
                    <a:lstStyle/>
                    <a:p>
                      <a:pPr algn="r" fontAlgn="b">
                        <a:buNone/>
                      </a:pPr>
                      <a:r>
                        <a:rPr lang="en-DE" sz="2400" b="0" i="0" u="none" strike="noStrike">
                          <a:solidFill>
                            <a:srgbClr val="000000"/>
                          </a:solidFill>
                          <a:effectLst/>
                          <a:latin typeface="Calibri" panose="020F0502020204030204" pitchFamily="34" charset="0"/>
                        </a:rPr>
                        <a:t>2.243.685</a:t>
                      </a:r>
                    </a:p>
                  </a:txBody>
                  <a:tcPr marL="8256" marR="8256" marT="8256"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E8F5E9"/>
                    </a:solidFill>
                  </a:tcPr>
                </a:tc>
                <a:tc>
                  <a:txBody>
                    <a:bodyPr/>
                    <a:lstStyle/>
                    <a:p>
                      <a:pPr algn="r" fontAlgn="b">
                        <a:buNone/>
                      </a:pPr>
                      <a:r>
                        <a:rPr lang="en-DE" sz="2400" b="0" i="0" u="none" strike="noStrike">
                          <a:solidFill>
                            <a:srgbClr val="000000"/>
                          </a:solidFill>
                          <a:effectLst/>
                          <a:latin typeface="Calibri" panose="020F0502020204030204" pitchFamily="34" charset="0"/>
                        </a:rPr>
                        <a:t>3.298.566</a:t>
                      </a:r>
                    </a:p>
                  </a:txBody>
                  <a:tcPr marL="8256" marR="8256" marT="8256" marB="0" anchor="b">
                    <a:lnL w="6350" cap="flat" cmpd="sng" algn="ctr">
                      <a:solidFill>
                        <a:srgbClr val="000000"/>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E3F2FD"/>
                    </a:solidFill>
                  </a:tcPr>
                </a:tc>
                <a:extLst>
                  <a:ext uri="{0D108BD9-81ED-4DB2-BD59-A6C34878D82A}">
                    <a16:rowId xmlns:a16="http://schemas.microsoft.com/office/drawing/2014/main" val="3418260792"/>
                  </a:ext>
                </a:extLst>
              </a:tr>
              <a:tr h="449127">
                <a:tc>
                  <a:txBody>
                    <a:bodyPr/>
                    <a:lstStyle/>
                    <a:p>
                      <a:pPr algn="l" fontAlgn="b">
                        <a:buNone/>
                      </a:pPr>
                      <a:r>
                        <a:rPr lang="en-GB" sz="2400" b="0" i="0" u="none" strike="noStrike">
                          <a:solidFill>
                            <a:srgbClr val="000000"/>
                          </a:solidFill>
                          <a:effectLst/>
                          <a:latin typeface="Calibri" panose="020F0502020204030204" pitchFamily="34" charset="0"/>
                        </a:rPr>
                        <a:t>Savings %</a:t>
                      </a:r>
                    </a:p>
                  </a:txBody>
                  <a:tcPr marL="8256" marR="8256" marT="8256" marB="0" anchor="b">
                    <a:lnL w="12700" cap="flat" cmpd="sng" algn="ctr">
                      <a:solidFill>
                        <a:schemeClr val="tx1"/>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noFill/>
                  </a:tcPr>
                </a:tc>
                <a:tc>
                  <a:txBody>
                    <a:bodyPr/>
                    <a:lstStyle/>
                    <a:p>
                      <a:pPr algn="r" fontAlgn="b">
                        <a:buNone/>
                      </a:pPr>
                      <a:r>
                        <a:rPr lang="en-DE" sz="2400" b="0" i="0" u="none" strike="noStrike">
                          <a:solidFill>
                            <a:srgbClr val="000000"/>
                          </a:solidFill>
                          <a:effectLst/>
                          <a:latin typeface="Calibri" panose="020F0502020204030204" pitchFamily="34" charset="0"/>
                        </a:rPr>
                        <a:t>42,0%</a:t>
                      </a:r>
                    </a:p>
                  </a:txBody>
                  <a:tcPr marL="8256" marR="8256" marT="8256"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3E0"/>
                    </a:solidFill>
                  </a:tcPr>
                </a:tc>
                <a:tc>
                  <a:txBody>
                    <a:bodyPr/>
                    <a:lstStyle/>
                    <a:p>
                      <a:pPr algn="r" fontAlgn="b">
                        <a:buNone/>
                      </a:pPr>
                      <a:r>
                        <a:rPr lang="en-DE" sz="2400" b="0" i="0" u="none" strike="noStrike">
                          <a:solidFill>
                            <a:srgbClr val="000000"/>
                          </a:solidFill>
                          <a:effectLst/>
                          <a:latin typeface="Calibri" panose="020F0502020204030204" pitchFamily="34" charset="0"/>
                        </a:rPr>
                        <a:t>39,9%</a:t>
                      </a:r>
                    </a:p>
                  </a:txBody>
                  <a:tcPr marL="8256" marR="8256" marT="8256"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E8F5E9"/>
                    </a:solidFill>
                  </a:tcPr>
                </a:tc>
                <a:tc>
                  <a:txBody>
                    <a:bodyPr/>
                    <a:lstStyle/>
                    <a:p>
                      <a:pPr algn="r" fontAlgn="b">
                        <a:buNone/>
                      </a:pPr>
                      <a:r>
                        <a:rPr lang="en-DE" sz="2400" b="0" i="0" u="none" strike="noStrike">
                          <a:solidFill>
                            <a:srgbClr val="000000"/>
                          </a:solidFill>
                          <a:effectLst/>
                          <a:latin typeface="Calibri" panose="020F0502020204030204" pitchFamily="34" charset="0"/>
                        </a:rPr>
                        <a:t>35,3%</a:t>
                      </a:r>
                    </a:p>
                  </a:txBody>
                  <a:tcPr marL="8256" marR="8256" marT="8256" marB="0" anchor="b">
                    <a:lnL w="6350" cap="flat" cmpd="sng" algn="ctr">
                      <a:solidFill>
                        <a:srgbClr val="000000"/>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E3F2FD"/>
                    </a:solidFill>
                  </a:tcPr>
                </a:tc>
                <a:extLst>
                  <a:ext uri="{0D108BD9-81ED-4DB2-BD59-A6C34878D82A}">
                    <a16:rowId xmlns:a16="http://schemas.microsoft.com/office/drawing/2014/main" val="1583354433"/>
                  </a:ext>
                </a:extLst>
              </a:tr>
            </a:tbl>
          </a:graphicData>
        </a:graphic>
      </p:graphicFrame>
    </p:spTree>
    <p:extLst>
      <p:ext uri="{BB962C8B-B14F-4D97-AF65-F5344CB8AC3E}">
        <p14:creationId xmlns:p14="http://schemas.microsoft.com/office/powerpoint/2010/main" val="68661271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F410A5-9944-3AED-FC9A-8E5A1D4285D0}"/>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4CE46C1B-A4B0-79AA-5A23-6D8EA91B79E6}"/>
              </a:ext>
            </a:extLst>
          </p:cNvPr>
          <p:cNvSpPr>
            <a:spLocks noGrp="1"/>
          </p:cNvSpPr>
          <p:nvPr>
            <p:ph type="sldNum" sz="quarter" idx="4"/>
          </p:nvPr>
        </p:nvSpPr>
        <p:spPr>
          <a:xfrm>
            <a:off x="22331085" y="13027080"/>
            <a:ext cx="1234804" cy="215444"/>
          </a:xfrm>
        </p:spPr>
        <p:txBody>
          <a:bodyPr/>
          <a:lstStyle/>
          <a:p>
            <a:fld id="{762E77F0-FB5B-4E8E-9BC9-34F14560A017}" type="slidenum">
              <a:rPr lang="en-GB" noProof="0" smtClean="0"/>
              <a:pPr/>
              <a:t>24</a:t>
            </a:fld>
            <a:endParaRPr lang="en-GB" noProof="0"/>
          </a:p>
        </p:txBody>
      </p:sp>
      <p:sp>
        <p:nvSpPr>
          <p:cNvPr id="4" name="TextBox 3">
            <a:extLst>
              <a:ext uri="{FF2B5EF4-FFF2-40B4-BE49-F238E27FC236}">
                <a16:creationId xmlns:a16="http://schemas.microsoft.com/office/drawing/2014/main" id="{C20D9D89-E403-CA1F-4EEA-CDF27B36E441}"/>
              </a:ext>
            </a:extLst>
          </p:cNvPr>
          <p:cNvSpPr txBox="1"/>
          <p:nvPr/>
        </p:nvSpPr>
        <p:spPr>
          <a:xfrm>
            <a:off x="406009" y="473476"/>
            <a:ext cx="8335936" cy="1046440"/>
          </a:xfrm>
          <a:prstGeom prst="rect">
            <a:avLst/>
          </a:prstGeom>
          <a:noFill/>
        </p:spPr>
        <p:txBody>
          <a:bodyPr wrap="none" rtlCol="0">
            <a:spAutoFit/>
          </a:bodyPr>
          <a:lstStyle/>
          <a:p>
            <a:pPr algn="l"/>
            <a:r>
              <a:rPr lang="en-GB" sz="6200">
                <a:solidFill>
                  <a:srgbClr val="FF0000"/>
                </a:solidFill>
                <a:latin typeface="Fira Sans Light" panose="020B0403050000020004" pitchFamily="34" charset="0"/>
              </a:rPr>
              <a:t>Cost Comparison - TCO</a:t>
            </a:r>
            <a:endParaRPr lang="en-GB" sz="6200" noProof="0">
              <a:solidFill>
                <a:srgbClr val="FF0000"/>
              </a:solidFill>
              <a:latin typeface="Fira Sans Light" panose="020B0403050000020004" pitchFamily="34" charset="0"/>
            </a:endParaRPr>
          </a:p>
        </p:txBody>
      </p:sp>
      <p:graphicFrame>
        <p:nvGraphicFramePr>
          <p:cNvPr id="11" name="Table 10">
            <a:extLst>
              <a:ext uri="{FF2B5EF4-FFF2-40B4-BE49-F238E27FC236}">
                <a16:creationId xmlns:a16="http://schemas.microsoft.com/office/drawing/2014/main" id="{7D185968-1A54-8C2D-927D-9A12172A4478}"/>
              </a:ext>
            </a:extLst>
          </p:cNvPr>
          <p:cNvGraphicFramePr>
            <a:graphicFrameLocks noGrp="1"/>
          </p:cNvGraphicFramePr>
          <p:nvPr>
            <p:extLst>
              <p:ext uri="{D42A27DB-BD31-4B8C-83A1-F6EECF244321}">
                <p14:modId xmlns:p14="http://schemas.microsoft.com/office/powerpoint/2010/main" val="712655022"/>
              </p:ext>
            </p:extLst>
          </p:nvPr>
        </p:nvGraphicFramePr>
        <p:xfrm>
          <a:off x="9585413" y="2335979"/>
          <a:ext cx="14389768" cy="10906548"/>
        </p:xfrm>
        <a:graphic>
          <a:graphicData uri="http://schemas.openxmlformats.org/drawingml/2006/table">
            <a:tbl>
              <a:tblPr/>
              <a:tblGrid>
                <a:gridCol w="6715225">
                  <a:extLst>
                    <a:ext uri="{9D8B030D-6E8A-4147-A177-3AD203B41FA5}">
                      <a16:colId xmlns:a16="http://schemas.microsoft.com/office/drawing/2014/main" val="4179381671"/>
                    </a:ext>
                  </a:extLst>
                </a:gridCol>
                <a:gridCol w="2558181">
                  <a:extLst>
                    <a:ext uri="{9D8B030D-6E8A-4147-A177-3AD203B41FA5}">
                      <a16:colId xmlns:a16="http://schemas.microsoft.com/office/drawing/2014/main" val="1081959294"/>
                    </a:ext>
                  </a:extLst>
                </a:gridCol>
                <a:gridCol w="2558181">
                  <a:extLst>
                    <a:ext uri="{9D8B030D-6E8A-4147-A177-3AD203B41FA5}">
                      <a16:colId xmlns:a16="http://schemas.microsoft.com/office/drawing/2014/main" val="3637626932"/>
                    </a:ext>
                  </a:extLst>
                </a:gridCol>
                <a:gridCol w="2558181">
                  <a:extLst>
                    <a:ext uri="{9D8B030D-6E8A-4147-A177-3AD203B41FA5}">
                      <a16:colId xmlns:a16="http://schemas.microsoft.com/office/drawing/2014/main" val="3927490610"/>
                    </a:ext>
                  </a:extLst>
                </a:gridCol>
              </a:tblGrid>
              <a:tr h="336555">
                <a:tc>
                  <a:txBody>
                    <a:bodyPr/>
                    <a:lstStyle/>
                    <a:p>
                      <a:pPr algn="ctr" fontAlgn="b">
                        <a:buNone/>
                      </a:pPr>
                      <a:r>
                        <a:rPr lang="en-DE" sz="2000" b="1" i="0" u="none" strike="noStrike">
                          <a:solidFill>
                            <a:srgbClr val="FFFFFF"/>
                          </a:solidFill>
                          <a:effectLst/>
                          <a:latin typeface="Calibri" panose="020F0502020204030204" pitchFamily="34" charset="0"/>
                        </a:rPr>
                        <a:t> </a:t>
                      </a:r>
                    </a:p>
                  </a:txBody>
                  <a:tcPr marL="3579" marR="3579" marT="3579" marB="0" anchor="b">
                    <a:lnL>
                      <a:noFill/>
                    </a:lnL>
                    <a:lnR>
                      <a:noFill/>
                    </a:lnR>
                    <a:lnT>
                      <a:noFill/>
                    </a:lnT>
                    <a:lnB>
                      <a:noFill/>
                    </a:lnB>
                    <a:solidFill>
                      <a:srgbClr val="1F4E79"/>
                    </a:solidFill>
                  </a:tcPr>
                </a:tc>
                <a:tc>
                  <a:txBody>
                    <a:bodyPr/>
                    <a:lstStyle/>
                    <a:p>
                      <a:pPr algn="ctr" fontAlgn="b">
                        <a:buNone/>
                      </a:pPr>
                      <a:r>
                        <a:rPr lang="en-GB" sz="2000" b="1" i="0" u="none" strike="noStrike">
                          <a:solidFill>
                            <a:srgbClr val="FFFFFF"/>
                          </a:solidFill>
                          <a:effectLst/>
                          <a:latin typeface="Calibri" panose="020F0502020204030204" pitchFamily="34" charset="0"/>
                        </a:rPr>
                        <a:t>GCP (GBP/mo)</a:t>
                      </a:r>
                    </a:p>
                  </a:txBody>
                  <a:tcPr marL="3579" marR="3579" marT="3579" marB="0" anchor="b">
                    <a:lnL>
                      <a:noFill/>
                    </a:lnL>
                    <a:lnR>
                      <a:noFill/>
                    </a:lnR>
                    <a:lnT>
                      <a:noFill/>
                    </a:lnT>
                    <a:lnB>
                      <a:noFill/>
                    </a:lnB>
                    <a:solidFill>
                      <a:srgbClr val="1F4E79"/>
                    </a:solidFill>
                  </a:tcPr>
                </a:tc>
                <a:tc>
                  <a:txBody>
                    <a:bodyPr/>
                    <a:lstStyle/>
                    <a:p>
                      <a:pPr algn="ctr" fontAlgn="b">
                        <a:buNone/>
                      </a:pPr>
                      <a:r>
                        <a:rPr lang="en-GB" sz="2000" b="1" i="0" u="none" strike="noStrike">
                          <a:solidFill>
                            <a:srgbClr val="FFFFFF"/>
                          </a:solidFill>
                          <a:effectLst/>
                          <a:latin typeface="Calibri" panose="020F0502020204030204" pitchFamily="34" charset="0"/>
                        </a:rPr>
                        <a:t>AWS (GBP/mo)</a:t>
                      </a:r>
                    </a:p>
                  </a:txBody>
                  <a:tcPr marL="3579" marR="3579" marT="3579" marB="0" anchor="b">
                    <a:lnL>
                      <a:noFill/>
                    </a:lnL>
                    <a:lnR>
                      <a:noFill/>
                    </a:lnR>
                    <a:lnT>
                      <a:noFill/>
                    </a:lnT>
                    <a:lnB>
                      <a:noFill/>
                    </a:lnB>
                    <a:solidFill>
                      <a:srgbClr val="1F4E79"/>
                    </a:solidFill>
                  </a:tcPr>
                </a:tc>
                <a:tc>
                  <a:txBody>
                    <a:bodyPr/>
                    <a:lstStyle/>
                    <a:p>
                      <a:pPr algn="ctr" fontAlgn="b">
                        <a:buNone/>
                      </a:pPr>
                      <a:r>
                        <a:rPr lang="en-GB" sz="2000" b="1" i="0" u="none" strike="noStrike">
                          <a:solidFill>
                            <a:srgbClr val="FFFFFF"/>
                          </a:solidFill>
                          <a:effectLst/>
                          <a:latin typeface="Calibri" panose="020F0502020204030204" pitchFamily="34" charset="0"/>
                        </a:rPr>
                        <a:t>Azure (GBP/mo)</a:t>
                      </a:r>
                    </a:p>
                  </a:txBody>
                  <a:tcPr marL="3579" marR="3579" marT="3579" marB="0" anchor="b">
                    <a:lnL>
                      <a:noFill/>
                    </a:lnL>
                    <a:lnR>
                      <a:noFill/>
                    </a:lnR>
                    <a:lnT>
                      <a:noFill/>
                    </a:lnT>
                    <a:lnB>
                      <a:noFill/>
                    </a:lnB>
                    <a:solidFill>
                      <a:srgbClr val="1F4E79"/>
                    </a:solidFill>
                  </a:tcPr>
                </a:tc>
                <a:extLst>
                  <a:ext uri="{0D108BD9-81ED-4DB2-BD59-A6C34878D82A}">
                    <a16:rowId xmlns:a16="http://schemas.microsoft.com/office/drawing/2014/main" val="4164838871"/>
                  </a:ext>
                </a:extLst>
              </a:tr>
              <a:tr h="336555">
                <a:tc gridSpan="4">
                  <a:txBody>
                    <a:bodyPr/>
                    <a:lstStyle/>
                    <a:p>
                      <a:pPr algn="l" fontAlgn="b">
                        <a:buNone/>
                      </a:pPr>
                      <a:r>
                        <a:rPr lang="en-GB" sz="2000" b="1" i="0" u="none" strike="noStrike">
                          <a:solidFill>
                            <a:srgbClr val="000000"/>
                          </a:solidFill>
                          <a:effectLst/>
                          <a:latin typeface="Calibri" panose="020F0502020204030204" pitchFamily="34" charset="0"/>
                        </a:rPr>
                        <a:t>BASELINE (3yr Committed, London, Monthly)</a:t>
                      </a:r>
                    </a:p>
                  </a:txBody>
                  <a:tcPr marL="3579" marR="3579" marT="3579" marB="0" anchor="b">
                    <a:lnL>
                      <a:noFill/>
                    </a:lnL>
                    <a:lnR>
                      <a:noFill/>
                    </a:lnR>
                    <a:lnT>
                      <a:noFill/>
                    </a:lnT>
                    <a:lnB>
                      <a:noFill/>
                    </a:lnB>
                    <a:solidFill>
                      <a:srgbClr val="D6DCE4"/>
                    </a:solidFill>
                  </a:tcPr>
                </a:tc>
                <a:tc hMerge="1">
                  <a:txBody>
                    <a:bodyPr/>
                    <a:lstStyle/>
                    <a:p>
                      <a:endParaRPr lang="en-GB"/>
                    </a:p>
                  </a:txBody>
                  <a:tcPr/>
                </a:tc>
                <a:tc hMerge="1">
                  <a:txBody>
                    <a:bodyPr/>
                    <a:lstStyle/>
                    <a:p>
                      <a:endParaRPr lang="en-GB"/>
                    </a:p>
                  </a:txBody>
                  <a:tcPr/>
                </a:tc>
                <a:tc hMerge="1">
                  <a:txBody>
                    <a:bodyPr/>
                    <a:lstStyle/>
                    <a:p>
                      <a:endParaRPr lang="en-GB"/>
                    </a:p>
                  </a:txBody>
                  <a:tcPr/>
                </a:tc>
                <a:extLst>
                  <a:ext uri="{0D108BD9-81ED-4DB2-BD59-A6C34878D82A}">
                    <a16:rowId xmlns:a16="http://schemas.microsoft.com/office/drawing/2014/main" val="2746638487"/>
                  </a:ext>
                </a:extLst>
              </a:tr>
              <a:tr h="336555">
                <a:tc>
                  <a:txBody>
                    <a:bodyPr/>
                    <a:lstStyle/>
                    <a:p>
                      <a:pPr algn="l" fontAlgn="b">
                        <a:buNone/>
                      </a:pPr>
                      <a:r>
                        <a:rPr lang="en-GB" sz="2000" b="1" i="0" u="none" strike="noStrike">
                          <a:solidFill>
                            <a:srgbClr val="000000"/>
                          </a:solidFill>
                          <a:effectLst/>
                          <a:latin typeface="Calibri" panose="020F0502020204030204" pitchFamily="34" charset="0"/>
                        </a:rPr>
                        <a:t>Compute + Storage + OS + Network</a:t>
                      </a:r>
                    </a:p>
                  </a:txBody>
                  <a:tcPr marL="3579" marR="3579" marT="3579" marB="0" anchor="b">
                    <a:lnL>
                      <a:noFill/>
                    </a:lnL>
                    <a:lnR>
                      <a:noFill/>
                    </a:lnR>
                    <a:lnT>
                      <a:noFill/>
                    </a:lnT>
                    <a:lnB>
                      <a:noFill/>
                    </a:lnB>
                    <a:noFill/>
                  </a:tcPr>
                </a:tc>
                <a:tc>
                  <a:txBody>
                    <a:bodyPr/>
                    <a:lstStyle/>
                    <a:p>
                      <a:pPr algn="r" fontAlgn="b">
                        <a:buNone/>
                      </a:pPr>
                      <a:r>
                        <a:rPr lang="en-DE" sz="2000" b="1" i="0" u="none" strike="noStrike">
                          <a:solidFill>
                            <a:srgbClr val="000000"/>
                          </a:solidFill>
                          <a:effectLst/>
                          <a:latin typeface="Calibri" panose="020F0502020204030204" pitchFamily="34" charset="0"/>
                        </a:rPr>
                        <a:t>186.974</a:t>
                      </a:r>
                    </a:p>
                  </a:txBody>
                  <a:tcPr marL="3579" marR="3579" marT="3579" marB="0" anchor="b">
                    <a:lnL>
                      <a:noFill/>
                    </a:lnL>
                    <a:lnR>
                      <a:noFill/>
                    </a:lnR>
                    <a:lnT>
                      <a:noFill/>
                    </a:lnT>
                    <a:lnB>
                      <a:noFill/>
                    </a:lnB>
                    <a:solidFill>
                      <a:srgbClr val="E8F5E9"/>
                    </a:solidFill>
                  </a:tcPr>
                </a:tc>
                <a:tc>
                  <a:txBody>
                    <a:bodyPr/>
                    <a:lstStyle/>
                    <a:p>
                      <a:pPr algn="r" fontAlgn="b">
                        <a:buNone/>
                      </a:pPr>
                      <a:r>
                        <a:rPr lang="en-DE" sz="2000" b="1" i="0" u="none" strike="noStrike">
                          <a:solidFill>
                            <a:srgbClr val="000000"/>
                          </a:solidFill>
                          <a:effectLst/>
                          <a:latin typeface="Calibri" panose="020F0502020204030204" pitchFamily="34" charset="0"/>
                        </a:rPr>
                        <a:t>190.285</a:t>
                      </a:r>
                    </a:p>
                  </a:txBody>
                  <a:tcPr marL="3579" marR="3579" marT="3579" marB="0" anchor="b">
                    <a:lnL>
                      <a:noFill/>
                    </a:lnL>
                    <a:lnR>
                      <a:noFill/>
                    </a:lnR>
                    <a:lnT>
                      <a:noFill/>
                    </a:lnT>
                    <a:lnB>
                      <a:noFill/>
                    </a:lnB>
                    <a:solidFill>
                      <a:srgbClr val="FFF3E0"/>
                    </a:solidFill>
                  </a:tcPr>
                </a:tc>
                <a:tc>
                  <a:txBody>
                    <a:bodyPr/>
                    <a:lstStyle/>
                    <a:p>
                      <a:pPr algn="r" fontAlgn="b">
                        <a:buNone/>
                      </a:pPr>
                      <a:r>
                        <a:rPr lang="en-DE" sz="2000" b="1" i="0" u="none" strike="noStrike">
                          <a:solidFill>
                            <a:srgbClr val="000000"/>
                          </a:solidFill>
                          <a:effectLst/>
                          <a:latin typeface="Calibri" panose="020F0502020204030204" pitchFamily="34" charset="0"/>
                        </a:rPr>
                        <a:t>274.881</a:t>
                      </a:r>
                    </a:p>
                  </a:txBody>
                  <a:tcPr marL="3579" marR="3579" marT="3579" marB="0" anchor="b">
                    <a:lnL>
                      <a:noFill/>
                    </a:lnL>
                    <a:lnR>
                      <a:noFill/>
                    </a:lnR>
                    <a:lnT>
                      <a:noFill/>
                    </a:lnT>
                    <a:lnB>
                      <a:noFill/>
                    </a:lnB>
                    <a:solidFill>
                      <a:srgbClr val="E3F2FD"/>
                    </a:solidFill>
                  </a:tcPr>
                </a:tc>
                <a:extLst>
                  <a:ext uri="{0D108BD9-81ED-4DB2-BD59-A6C34878D82A}">
                    <a16:rowId xmlns:a16="http://schemas.microsoft.com/office/drawing/2014/main" val="2570661193"/>
                  </a:ext>
                </a:extLst>
              </a:tr>
              <a:tr h="134341">
                <a:tc>
                  <a:txBody>
                    <a:bodyPr/>
                    <a:lstStyle/>
                    <a:p>
                      <a:pPr algn="l" fontAlgn="b">
                        <a:buNone/>
                      </a:pPr>
                      <a:endParaRPr lang="en-DE" sz="800" b="0" i="0" u="none" strike="noStrike">
                        <a:solidFill>
                          <a:srgbClr val="000000"/>
                        </a:solidFill>
                        <a:effectLst/>
                        <a:latin typeface="Calibri" panose="020F0502020204030204" pitchFamily="34" charset="0"/>
                      </a:endParaRPr>
                    </a:p>
                  </a:txBody>
                  <a:tcPr marL="3579" marR="3579" marT="3579" marB="0" anchor="b">
                    <a:lnL>
                      <a:noFill/>
                    </a:lnL>
                    <a:lnR>
                      <a:noFill/>
                    </a:lnR>
                    <a:lnT>
                      <a:noFill/>
                    </a:lnT>
                    <a:lnB>
                      <a:noFill/>
                    </a:lnB>
                    <a:noFill/>
                  </a:tcPr>
                </a:tc>
                <a:tc>
                  <a:txBody>
                    <a:bodyPr/>
                    <a:lstStyle/>
                    <a:p>
                      <a:pPr algn="l" fontAlgn="b">
                        <a:buNone/>
                      </a:pPr>
                      <a:endParaRPr lang="en-DE" sz="800" b="0" i="0" u="none" strike="noStrike">
                        <a:solidFill>
                          <a:srgbClr val="000000"/>
                        </a:solidFill>
                        <a:effectLst/>
                        <a:latin typeface="Calibri" panose="020F0502020204030204" pitchFamily="34" charset="0"/>
                      </a:endParaRPr>
                    </a:p>
                  </a:txBody>
                  <a:tcPr marL="3579" marR="3579" marT="3579" marB="0" anchor="b">
                    <a:lnL>
                      <a:noFill/>
                    </a:lnL>
                    <a:lnR>
                      <a:noFill/>
                    </a:lnR>
                    <a:lnT>
                      <a:noFill/>
                    </a:lnT>
                    <a:lnB>
                      <a:noFill/>
                    </a:lnB>
                    <a:noFill/>
                  </a:tcPr>
                </a:tc>
                <a:tc>
                  <a:txBody>
                    <a:bodyPr/>
                    <a:lstStyle/>
                    <a:p>
                      <a:pPr algn="l" fontAlgn="b">
                        <a:buNone/>
                      </a:pPr>
                      <a:endParaRPr lang="en-DE" sz="800" b="0" i="0" u="none" strike="noStrike">
                        <a:solidFill>
                          <a:srgbClr val="000000"/>
                        </a:solidFill>
                        <a:effectLst/>
                        <a:latin typeface="Calibri" panose="020F0502020204030204" pitchFamily="34" charset="0"/>
                      </a:endParaRPr>
                    </a:p>
                  </a:txBody>
                  <a:tcPr marL="3579" marR="3579" marT="3579" marB="0" anchor="b">
                    <a:lnL>
                      <a:noFill/>
                    </a:lnL>
                    <a:lnR>
                      <a:noFill/>
                    </a:lnR>
                    <a:lnT>
                      <a:noFill/>
                    </a:lnT>
                    <a:lnB>
                      <a:noFill/>
                    </a:lnB>
                    <a:noFill/>
                  </a:tcPr>
                </a:tc>
                <a:tc>
                  <a:txBody>
                    <a:bodyPr/>
                    <a:lstStyle/>
                    <a:p>
                      <a:pPr algn="l" fontAlgn="b">
                        <a:buNone/>
                      </a:pPr>
                      <a:endParaRPr lang="en-DE" sz="800" b="0" i="0" u="none" strike="noStrike">
                        <a:solidFill>
                          <a:srgbClr val="000000"/>
                        </a:solidFill>
                        <a:effectLst/>
                        <a:latin typeface="Calibri" panose="020F0502020204030204" pitchFamily="34" charset="0"/>
                      </a:endParaRPr>
                    </a:p>
                  </a:txBody>
                  <a:tcPr marL="3579" marR="3579" marT="3579" marB="0" anchor="b">
                    <a:lnL>
                      <a:noFill/>
                    </a:lnL>
                    <a:lnR>
                      <a:noFill/>
                    </a:lnR>
                    <a:lnT>
                      <a:noFill/>
                    </a:lnT>
                    <a:lnB>
                      <a:noFill/>
                    </a:lnB>
                    <a:noFill/>
                  </a:tcPr>
                </a:tc>
                <a:extLst>
                  <a:ext uri="{0D108BD9-81ED-4DB2-BD59-A6C34878D82A}">
                    <a16:rowId xmlns:a16="http://schemas.microsoft.com/office/drawing/2014/main" val="3214771770"/>
                  </a:ext>
                </a:extLst>
              </a:tr>
              <a:tr h="336555">
                <a:tc gridSpan="4">
                  <a:txBody>
                    <a:bodyPr/>
                    <a:lstStyle/>
                    <a:p>
                      <a:pPr algn="l" fontAlgn="b">
                        <a:buNone/>
                      </a:pPr>
                      <a:r>
                        <a:rPr lang="en-GB" sz="2000" b="1" i="0" u="none" strike="noStrike">
                          <a:solidFill>
                            <a:srgbClr val="000000"/>
                          </a:solidFill>
                          <a:effectLst/>
                          <a:latin typeface="Calibri" panose="020F0502020204030204" pitchFamily="34" charset="0"/>
                        </a:rPr>
                        <a:t>WINDOWS BYOL (234 servers, requires SA)</a:t>
                      </a:r>
                    </a:p>
                  </a:txBody>
                  <a:tcPr marL="3579" marR="3579" marT="3579" marB="0" anchor="b">
                    <a:lnL>
                      <a:noFill/>
                    </a:lnL>
                    <a:lnR>
                      <a:noFill/>
                    </a:lnR>
                    <a:lnT>
                      <a:noFill/>
                    </a:lnT>
                    <a:lnB>
                      <a:noFill/>
                    </a:lnB>
                    <a:solidFill>
                      <a:srgbClr val="D6DCE4"/>
                    </a:solidFill>
                  </a:tcPr>
                </a:tc>
                <a:tc hMerge="1">
                  <a:txBody>
                    <a:bodyPr/>
                    <a:lstStyle/>
                    <a:p>
                      <a:endParaRPr lang="en-GB"/>
                    </a:p>
                  </a:txBody>
                  <a:tcPr/>
                </a:tc>
                <a:tc hMerge="1">
                  <a:txBody>
                    <a:bodyPr/>
                    <a:lstStyle/>
                    <a:p>
                      <a:endParaRPr lang="en-GB"/>
                    </a:p>
                  </a:txBody>
                  <a:tcPr/>
                </a:tc>
                <a:tc hMerge="1">
                  <a:txBody>
                    <a:bodyPr/>
                    <a:lstStyle/>
                    <a:p>
                      <a:endParaRPr lang="en-GB"/>
                    </a:p>
                  </a:txBody>
                  <a:tcPr/>
                </a:tc>
                <a:extLst>
                  <a:ext uri="{0D108BD9-81ED-4DB2-BD59-A6C34878D82A}">
                    <a16:rowId xmlns:a16="http://schemas.microsoft.com/office/drawing/2014/main" val="1203153263"/>
                  </a:ext>
                </a:extLst>
              </a:tr>
              <a:tr h="336555">
                <a:tc>
                  <a:txBody>
                    <a:bodyPr/>
                    <a:lstStyle/>
                    <a:p>
                      <a:pPr algn="l" fontAlgn="b">
                        <a:buNone/>
                      </a:pPr>
                      <a:r>
                        <a:rPr lang="en-GB" sz="2000" b="0" i="0" u="none" strike="noStrike">
                          <a:solidFill>
                            <a:srgbClr val="000000"/>
                          </a:solidFill>
                          <a:effectLst/>
                          <a:latin typeface="Calibri" panose="020F0502020204030204" pitchFamily="34" charset="0"/>
                        </a:rPr>
                        <a:t>Net saving</a:t>
                      </a:r>
                    </a:p>
                  </a:txBody>
                  <a:tcPr marL="3579" marR="3579" marT="3579" marB="0" anchor="b">
                    <a:lnL>
                      <a:noFill/>
                    </a:lnL>
                    <a:lnR>
                      <a:noFill/>
                    </a:lnR>
                    <a:lnT>
                      <a:noFill/>
                    </a:lnT>
                    <a:lnB>
                      <a:noFill/>
                    </a:lnB>
                    <a:noFill/>
                  </a:tcPr>
                </a:tc>
                <a:tc>
                  <a:txBody>
                    <a:bodyPr/>
                    <a:lstStyle/>
                    <a:p>
                      <a:pPr algn="r" fontAlgn="b">
                        <a:buNone/>
                      </a:pPr>
                      <a:r>
                        <a:rPr lang="en-DE" sz="2000" b="0" i="0" u="none" strike="noStrike">
                          <a:solidFill>
                            <a:srgbClr val="000000"/>
                          </a:solidFill>
                          <a:effectLst/>
                          <a:latin typeface="Calibri" panose="020F0502020204030204" pitchFamily="34" charset="0"/>
                        </a:rPr>
                        <a:t>-7.220</a:t>
                      </a:r>
                    </a:p>
                  </a:txBody>
                  <a:tcPr marL="3579" marR="3579" marT="3579" marB="0" anchor="b">
                    <a:lnL>
                      <a:noFill/>
                    </a:lnL>
                    <a:lnR>
                      <a:noFill/>
                    </a:lnR>
                    <a:lnT>
                      <a:noFill/>
                    </a:lnT>
                    <a:lnB>
                      <a:noFill/>
                    </a:lnB>
                    <a:solidFill>
                      <a:srgbClr val="C8E6C9"/>
                    </a:solidFill>
                  </a:tcPr>
                </a:tc>
                <a:tc>
                  <a:txBody>
                    <a:bodyPr/>
                    <a:lstStyle/>
                    <a:p>
                      <a:pPr algn="r" fontAlgn="b">
                        <a:buNone/>
                      </a:pPr>
                      <a:r>
                        <a:rPr lang="en-DE" sz="2000" b="0" i="0" u="none" strike="noStrike">
                          <a:solidFill>
                            <a:srgbClr val="000000"/>
                          </a:solidFill>
                          <a:effectLst/>
                          <a:latin typeface="Calibri" panose="020F0502020204030204" pitchFamily="34" charset="0"/>
                        </a:rPr>
                        <a:t>-8.605</a:t>
                      </a:r>
                    </a:p>
                  </a:txBody>
                  <a:tcPr marL="3579" marR="3579" marT="3579" marB="0" anchor="b">
                    <a:lnL>
                      <a:noFill/>
                    </a:lnL>
                    <a:lnR>
                      <a:noFill/>
                    </a:lnR>
                    <a:lnT>
                      <a:noFill/>
                    </a:lnT>
                    <a:lnB>
                      <a:noFill/>
                    </a:lnB>
                    <a:solidFill>
                      <a:srgbClr val="C8E6C9"/>
                    </a:solidFill>
                  </a:tcPr>
                </a:tc>
                <a:tc>
                  <a:txBody>
                    <a:bodyPr/>
                    <a:lstStyle/>
                    <a:p>
                      <a:pPr algn="r" fontAlgn="b">
                        <a:buNone/>
                      </a:pPr>
                      <a:r>
                        <a:rPr lang="en-DE" sz="2000" b="0" i="0" u="none" strike="noStrike">
                          <a:solidFill>
                            <a:srgbClr val="000000"/>
                          </a:solidFill>
                          <a:effectLst/>
                          <a:latin typeface="Calibri" panose="020F0502020204030204" pitchFamily="34" charset="0"/>
                        </a:rPr>
                        <a:t>-17.529</a:t>
                      </a:r>
                    </a:p>
                  </a:txBody>
                  <a:tcPr marL="3579" marR="3579" marT="3579" marB="0" anchor="b">
                    <a:lnL>
                      <a:noFill/>
                    </a:lnL>
                    <a:lnR>
                      <a:noFill/>
                    </a:lnR>
                    <a:lnT>
                      <a:noFill/>
                    </a:lnT>
                    <a:lnB>
                      <a:noFill/>
                    </a:lnB>
                    <a:solidFill>
                      <a:srgbClr val="C8E6C9"/>
                    </a:solidFill>
                  </a:tcPr>
                </a:tc>
                <a:extLst>
                  <a:ext uri="{0D108BD9-81ED-4DB2-BD59-A6C34878D82A}">
                    <a16:rowId xmlns:a16="http://schemas.microsoft.com/office/drawing/2014/main" val="1131937685"/>
                  </a:ext>
                </a:extLst>
              </a:tr>
              <a:tr h="336555">
                <a:tc gridSpan="3">
                  <a:txBody>
                    <a:bodyPr/>
                    <a:lstStyle/>
                    <a:p>
                      <a:pPr algn="l" fontAlgn="b">
                        <a:buNone/>
                      </a:pPr>
                      <a:r>
                        <a:rPr lang="en-GB" sz="1800" b="0" i="1" u="none" strike="noStrike">
                          <a:solidFill>
                            <a:srgbClr val="808080"/>
                          </a:solidFill>
                          <a:effectLst/>
                          <a:latin typeface="Calibri" panose="020F0502020204030204" pitchFamily="34" charset="0"/>
                        </a:rPr>
                        <a:t>Net of Sole Tenant (GCP) and Dedicated Host (AWS) overhead. Azure AHB has no infrastructure overhead.</a:t>
                      </a:r>
                    </a:p>
                  </a:txBody>
                  <a:tcPr marL="3579" marR="3579" marT="3579" marB="0" anchor="b">
                    <a:lnL>
                      <a:noFill/>
                    </a:lnL>
                    <a:lnR>
                      <a:noFill/>
                    </a:lnR>
                    <a:lnT>
                      <a:noFill/>
                    </a:lnT>
                    <a:lnB>
                      <a:noFill/>
                    </a:lnB>
                    <a:noFill/>
                  </a:tcPr>
                </a:tc>
                <a:tc hMerge="1">
                  <a:txBody>
                    <a:bodyPr/>
                    <a:lstStyle/>
                    <a:p>
                      <a:endParaRPr lang="en-GB"/>
                    </a:p>
                  </a:txBody>
                  <a:tcPr/>
                </a:tc>
                <a:tc hMerge="1">
                  <a:txBody>
                    <a:bodyPr/>
                    <a:lstStyle/>
                    <a:p>
                      <a:endParaRPr lang="en-GB"/>
                    </a:p>
                  </a:txBody>
                  <a:tcPr/>
                </a:tc>
                <a:tc>
                  <a:txBody>
                    <a:bodyPr/>
                    <a:lstStyle/>
                    <a:p>
                      <a:pPr algn="l" fontAlgn="b">
                        <a:buNone/>
                      </a:pPr>
                      <a:endParaRPr lang="en-DE" sz="2000" b="0" i="0" u="none" strike="noStrike">
                        <a:solidFill>
                          <a:srgbClr val="000000"/>
                        </a:solidFill>
                        <a:effectLst/>
                        <a:latin typeface="Calibri" panose="020F0502020204030204" pitchFamily="34" charset="0"/>
                      </a:endParaRPr>
                    </a:p>
                  </a:txBody>
                  <a:tcPr marL="3579" marR="3579" marT="3579" marB="0" anchor="b">
                    <a:lnL>
                      <a:noFill/>
                    </a:lnL>
                    <a:lnR>
                      <a:noFill/>
                    </a:lnR>
                    <a:lnT>
                      <a:noFill/>
                    </a:lnT>
                    <a:lnB>
                      <a:noFill/>
                    </a:lnB>
                    <a:noFill/>
                  </a:tcPr>
                </a:tc>
                <a:extLst>
                  <a:ext uri="{0D108BD9-81ED-4DB2-BD59-A6C34878D82A}">
                    <a16:rowId xmlns:a16="http://schemas.microsoft.com/office/drawing/2014/main" val="4118593608"/>
                  </a:ext>
                </a:extLst>
              </a:tr>
              <a:tr h="134341">
                <a:tc>
                  <a:txBody>
                    <a:bodyPr/>
                    <a:lstStyle/>
                    <a:p>
                      <a:pPr algn="l" fontAlgn="b">
                        <a:buNone/>
                      </a:pPr>
                      <a:endParaRPr lang="en-DE" sz="800" b="0" i="0" u="none" strike="noStrike">
                        <a:solidFill>
                          <a:srgbClr val="000000"/>
                        </a:solidFill>
                        <a:effectLst/>
                        <a:latin typeface="Calibri" panose="020F0502020204030204" pitchFamily="34" charset="0"/>
                      </a:endParaRPr>
                    </a:p>
                  </a:txBody>
                  <a:tcPr marL="3579" marR="3579" marT="3579" marB="0" anchor="b">
                    <a:lnL>
                      <a:noFill/>
                    </a:lnL>
                    <a:lnR>
                      <a:noFill/>
                    </a:lnR>
                    <a:lnT>
                      <a:noFill/>
                    </a:lnT>
                    <a:lnB>
                      <a:noFill/>
                    </a:lnB>
                    <a:noFill/>
                  </a:tcPr>
                </a:tc>
                <a:tc>
                  <a:txBody>
                    <a:bodyPr/>
                    <a:lstStyle/>
                    <a:p>
                      <a:pPr algn="l" fontAlgn="b">
                        <a:buNone/>
                      </a:pPr>
                      <a:endParaRPr lang="en-DE" sz="800" b="0" i="0" u="none" strike="noStrike">
                        <a:solidFill>
                          <a:srgbClr val="000000"/>
                        </a:solidFill>
                        <a:effectLst/>
                        <a:latin typeface="Calibri" panose="020F0502020204030204" pitchFamily="34" charset="0"/>
                      </a:endParaRPr>
                    </a:p>
                  </a:txBody>
                  <a:tcPr marL="3579" marR="3579" marT="3579" marB="0" anchor="b">
                    <a:lnL>
                      <a:noFill/>
                    </a:lnL>
                    <a:lnR>
                      <a:noFill/>
                    </a:lnR>
                    <a:lnT>
                      <a:noFill/>
                    </a:lnT>
                    <a:lnB>
                      <a:noFill/>
                    </a:lnB>
                    <a:noFill/>
                  </a:tcPr>
                </a:tc>
                <a:tc>
                  <a:txBody>
                    <a:bodyPr/>
                    <a:lstStyle/>
                    <a:p>
                      <a:pPr algn="l" fontAlgn="b">
                        <a:buNone/>
                      </a:pPr>
                      <a:endParaRPr lang="en-DE" sz="800" b="0" i="0" u="none" strike="noStrike">
                        <a:solidFill>
                          <a:srgbClr val="000000"/>
                        </a:solidFill>
                        <a:effectLst/>
                        <a:latin typeface="Calibri" panose="020F0502020204030204" pitchFamily="34" charset="0"/>
                      </a:endParaRPr>
                    </a:p>
                  </a:txBody>
                  <a:tcPr marL="3579" marR="3579" marT="3579" marB="0" anchor="b">
                    <a:lnL>
                      <a:noFill/>
                    </a:lnL>
                    <a:lnR>
                      <a:noFill/>
                    </a:lnR>
                    <a:lnT>
                      <a:noFill/>
                    </a:lnT>
                    <a:lnB>
                      <a:noFill/>
                    </a:lnB>
                    <a:noFill/>
                  </a:tcPr>
                </a:tc>
                <a:tc>
                  <a:txBody>
                    <a:bodyPr/>
                    <a:lstStyle/>
                    <a:p>
                      <a:pPr algn="l" fontAlgn="b">
                        <a:buNone/>
                      </a:pPr>
                      <a:endParaRPr lang="en-DE" sz="800" b="0" i="0" u="none" strike="noStrike">
                        <a:solidFill>
                          <a:srgbClr val="000000"/>
                        </a:solidFill>
                        <a:effectLst/>
                        <a:latin typeface="Calibri" panose="020F0502020204030204" pitchFamily="34" charset="0"/>
                      </a:endParaRPr>
                    </a:p>
                  </a:txBody>
                  <a:tcPr marL="3579" marR="3579" marT="3579" marB="0" anchor="b">
                    <a:lnL>
                      <a:noFill/>
                    </a:lnL>
                    <a:lnR>
                      <a:noFill/>
                    </a:lnR>
                    <a:lnT>
                      <a:noFill/>
                    </a:lnT>
                    <a:lnB>
                      <a:noFill/>
                    </a:lnB>
                    <a:noFill/>
                  </a:tcPr>
                </a:tc>
                <a:extLst>
                  <a:ext uri="{0D108BD9-81ED-4DB2-BD59-A6C34878D82A}">
                    <a16:rowId xmlns:a16="http://schemas.microsoft.com/office/drawing/2014/main" val="3506211411"/>
                  </a:ext>
                </a:extLst>
              </a:tr>
              <a:tr h="336555">
                <a:tc gridSpan="4">
                  <a:txBody>
                    <a:bodyPr/>
                    <a:lstStyle/>
                    <a:p>
                      <a:pPr algn="l" fontAlgn="b">
                        <a:buNone/>
                      </a:pPr>
                      <a:r>
                        <a:rPr lang="en-GB" sz="2000" b="1" i="0" u="none" strike="noStrike">
                          <a:solidFill>
                            <a:srgbClr val="000000"/>
                          </a:solidFill>
                          <a:effectLst/>
                          <a:latin typeface="Calibri" panose="020F0502020204030204" pitchFamily="34" charset="0"/>
                        </a:rPr>
                        <a:t>SQL SERVER (33 instances, 132 cores)</a:t>
                      </a:r>
                    </a:p>
                  </a:txBody>
                  <a:tcPr marL="3579" marR="3579" marT="3579" marB="0" anchor="b">
                    <a:lnL>
                      <a:noFill/>
                    </a:lnL>
                    <a:lnR>
                      <a:noFill/>
                    </a:lnR>
                    <a:lnT>
                      <a:noFill/>
                    </a:lnT>
                    <a:lnB>
                      <a:noFill/>
                    </a:lnB>
                    <a:solidFill>
                      <a:srgbClr val="D6DCE4"/>
                    </a:solidFill>
                  </a:tcPr>
                </a:tc>
                <a:tc hMerge="1">
                  <a:txBody>
                    <a:bodyPr/>
                    <a:lstStyle/>
                    <a:p>
                      <a:endParaRPr lang="en-GB"/>
                    </a:p>
                  </a:txBody>
                  <a:tcPr/>
                </a:tc>
                <a:tc hMerge="1">
                  <a:txBody>
                    <a:bodyPr/>
                    <a:lstStyle/>
                    <a:p>
                      <a:endParaRPr lang="en-GB"/>
                    </a:p>
                  </a:txBody>
                  <a:tcPr/>
                </a:tc>
                <a:tc hMerge="1">
                  <a:txBody>
                    <a:bodyPr/>
                    <a:lstStyle/>
                    <a:p>
                      <a:endParaRPr lang="en-GB"/>
                    </a:p>
                  </a:txBody>
                  <a:tcPr/>
                </a:tc>
                <a:extLst>
                  <a:ext uri="{0D108BD9-81ED-4DB2-BD59-A6C34878D82A}">
                    <a16:rowId xmlns:a16="http://schemas.microsoft.com/office/drawing/2014/main" val="1208072485"/>
                  </a:ext>
                </a:extLst>
              </a:tr>
              <a:tr h="336555">
                <a:tc>
                  <a:txBody>
                    <a:bodyPr/>
                    <a:lstStyle/>
                    <a:p>
                      <a:pPr algn="l" fontAlgn="b">
                        <a:buNone/>
                      </a:pPr>
                      <a:r>
                        <a:rPr lang="en-GB" sz="2000" b="0" i="0" u="none" strike="noStrike">
                          <a:solidFill>
                            <a:srgbClr val="000000"/>
                          </a:solidFill>
                          <a:effectLst/>
                          <a:latin typeface="Calibri" panose="020F0502020204030204" pitchFamily="34" charset="0"/>
                        </a:rPr>
                        <a:t>License surcharge (included in total below)</a:t>
                      </a:r>
                    </a:p>
                  </a:txBody>
                  <a:tcPr marL="3579" marR="3579" marT="3579" marB="0" anchor="b">
                    <a:lnL>
                      <a:noFill/>
                    </a:lnL>
                    <a:lnR>
                      <a:noFill/>
                    </a:lnR>
                    <a:lnT>
                      <a:noFill/>
                    </a:lnT>
                    <a:lnB>
                      <a:noFill/>
                    </a:lnB>
                    <a:noFill/>
                  </a:tcPr>
                </a:tc>
                <a:tc>
                  <a:txBody>
                    <a:bodyPr/>
                    <a:lstStyle/>
                    <a:p>
                      <a:pPr algn="r" fontAlgn="b">
                        <a:buNone/>
                      </a:pPr>
                      <a:r>
                        <a:rPr lang="en-DE" sz="2000" b="0" i="0" u="none" strike="noStrike">
                          <a:solidFill>
                            <a:srgbClr val="000000"/>
                          </a:solidFill>
                          <a:effectLst/>
                          <a:latin typeface="Calibri" panose="020F0502020204030204" pitchFamily="34" charset="0"/>
                        </a:rPr>
                        <a:t>15.284</a:t>
                      </a:r>
                    </a:p>
                  </a:txBody>
                  <a:tcPr marL="3579" marR="3579" marT="3579" marB="0" anchor="b">
                    <a:lnL>
                      <a:noFill/>
                    </a:lnL>
                    <a:lnR>
                      <a:noFill/>
                    </a:lnR>
                    <a:lnT>
                      <a:noFill/>
                    </a:lnT>
                    <a:lnB>
                      <a:noFill/>
                    </a:lnB>
                    <a:solidFill>
                      <a:srgbClr val="E8F5E9"/>
                    </a:solidFill>
                  </a:tcPr>
                </a:tc>
                <a:tc>
                  <a:txBody>
                    <a:bodyPr/>
                    <a:lstStyle/>
                    <a:p>
                      <a:pPr algn="r" fontAlgn="b">
                        <a:buNone/>
                      </a:pPr>
                      <a:r>
                        <a:rPr lang="en-DE" sz="2000" b="0" i="0" u="none" strike="noStrike">
                          <a:solidFill>
                            <a:srgbClr val="000000"/>
                          </a:solidFill>
                          <a:effectLst/>
                          <a:latin typeface="Calibri" panose="020F0502020204030204" pitchFamily="34" charset="0"/>
                        </a:rPr>
                        <a:t>14.286</a:t>
                      </a:r>
                    </a:p>
                  </a:txBody>
                  <a:tcPr marL="3579" marR="3579" marT="3579" marB="0" anchor="b">
                    <a:lnL>
                      <a:noFill/>
                    </a:lnL>
                    <a:lnR>
                      <a:noFill/>
                    </a:lnR>
                    <a:lnT>
                      <a:noFill/>
                    </a:lnT>
                    <a:lnB>
                      <a:noFill/>
                    </a:lnB>
                    <a:solidFill>
                      <a:srgbClr val="FFF3E0"/>
                    </a:solidFill>
                  </a:tcPr>
                </a:tc>
                <a:tc>
                  <a:txBody>
                    <a:bodyPr/>
                    <a:lstStyle/>
                    <a:p>
                      <a:pPr algn="r" fontAlgn="b">
                        <a:buNone/>
                      </a:pPr>
                      <a:r>
                        <a:rPr lang="en-DE" sz="2000" b="0" i="0" u="none" strike="noStrike">
                          <a:solidFill>
                            <a:srgbClr val="000000"/>
                          </a:solidFill>
                          <a:effectLst/>
                          <a:latin typeface="Calibri" panose="020F0502020204030204" pitchFamily="34" charset="0"/>
                        </a:rPr>
                        <a:t>14.286</a:t>
                      </a:r>
                    </a:p>
                  </a:txBody>
                  <a:tcPr marL="3579" marR="3579" marT="3579" marB="0" anchor="b">
                    <a:lnL>
                      <a:noFill/>
                    </a:lnL>
                    <a:lnR>
                      <a:noFill/>
                    </a:lnR>
                    <a:lnT>
                      <a:noFill/>
                    </a:lnT>
                    <a:lnB>
                      <a:noFill/>
                    </a:lnB>
                    <a:solidFill>
                      <a:srgbClr val="E3F2FD"/>
                    </a:solidFill>
                  </a:tcPr>
                </a:tc>
                <a:extLst>
                  <a:ext uri="{0D108BD9-81ED-4DB2-BD59-A6C34878D82A}">
                    <a16:rowId xmlns:a16="http://schemas.microsoft.com/office/drawing/2014/main" val="3177415816"/>
                  </a:ext>
                </a:extLst>
              </a:tr>
              <a:tr h="336555">
                <a:tc>
                  <a:txBody>
                    <a:bodyPr/>
                    <a:lstStyle/>
                    <a:p>
                      <a:pPr algn="l" fontAlgn="b">
                        <a:buNone/>
                      </a:pPr>
                      <a:r>
                        <a:rPr lang="en-GB" sz="2000" b="0" i="0" u="none" strike="noStrike">
                          <a:solidFill>
                            <a:srgbClr val="000000"/>
                          </a:solidFill>
                          <a:effectLst/>
                          <a:latin typeface="Calibri" panose="020F0502020204030204" pitchFamily="34" charset="0"/>
                        </a:rPr>
                        <a:t>BYOL saving (nets to zero if SA confirmed)</a:t>
                      </a:r>
                    </a:p>
                  </a:txBody>
                  <a:tcPr marL="3579" marR="3579" marT="3579" marB="0" anchor="b">
                    <a:lnL>
                      <a:noFill/>
                    </a:lnL>
                    <a:lnR>
                      <a:noFill/>
                    </a:lnR>
                    <a:lnT>
                      <a:noFill/>
                    </a:lnT>
                    <a:lnB>
                      <a:noFill/>
                    </a:lnB>
                    <a:noFill/>
                  </a:tcPr>
                </a:tc>
                <a:tc>
                  <a:txBody>
                    <a:bodyPr/>
                    <a:lstStyle/>
                    <a:p>
                      <a:pPr algn="r" fontAlgn="b">
                        <a:buNone/>
                      </a:pPr>
                      <a:r>
                        <a:rPr lang="en-DE" sz="2000" b="0" i="0" u="none" strike="noStrike">
                          <a:solidFill>
                            <a:srgbClr val="000000"/>
                          </a:solidFill>
                          <a:effectLst/>
                          <a:latin typeface="Calibri" panose="020F0502020204030204" pitchFamily="34" charset="0"/>
                        </a:rPr>
                        <a:t>-15.284</a:t>
                      </a:r>
                    </a:p>
                  </a:txBody>
                  <a:tcPr marL="3579" marR="3579" marT="3579" marB="0" anchor="b">
                    <a:lnL>
                      <a:noFill/>
                    </a:lnL>
                    <a:lnR>
                      <a:noFill/>
                    </a:lnR>
                    <a:lnT>
                      <a:noFill/>
                    </a:lnT>
                    <a:lnB>
                      <a:noFill/>
                    </a:lnB>
                    <a:solidFill>
                      <a:srgbClr val="C8E6C9"/>
                    </a:solidFill>
                  </a:tcPr>
                </a:tc>
                <a:tc>
                  <a:txBody>
                    <a:bodyPr/>
                    <a:lstStyle/>
                    <a:p>
                      <a:pPr algn="r" fontAlgn="b">
                        <a:buNone/>
                      </a:pPr>
                      <a:r>
                        <a:rPr lang="en-DE" sz="2000" b="0" i="0" u="none" strike="noStrike">
                          <a:solidFill>
                            <a:srgbClr val="000000"/>
                          </a:solidFill>
                          <a:effectLst/>
                          <a:latin typeface="Calibri" panose="020F0502020204030204" pitchFamily="34" charset="0"/>
                        </a:rPr>
                        <a:t>-14.286</a:t>
                      </a:r>
                    </a:p>
                  </a:txBody>
                  <a:tcPr marL="3579" marR="3579" marT="3579" marB="0" anchor="b">
                    <a:lnL>
                      <a:noFill/>
                    </a:lnL>
                    <a:lnR>
                      <a:noFill/>
                    </a:lnR>
                    <a:lnT>
                      <a:noFill/>
                    </a:lnT>
                    <a:lnB>
                      <a:noFill/>
                    </a:lnB>
                    <a:solidFill>
                      <a:srgbClr val="C8E6C9"/>
                    </a:solidFill>
                  </a:tcPr>
                </a:tc>
                <a:tc>
                  <a:txBody>
                    <a:bodyPr/>
                    <a:lstStyle/>
                    <a:p>
                      <a:pPr algn="r" fontAlgn="b">
                        <a:buNone/>
                      </a:pPr>
                      <a:r>
                        <a:rPr lang="en-DE" sz="2000" b="0" i="0" u="none" strike="noStrike">
                          <a:solidFill>
                            <a:srgbClr val="000000"/>
                          </a:solidFill>
                          <a:effectLst/>
                          <a:latin typeface="Calibri" panose="020F0502020204030204" pitchFamily="34" charset="0"/>
                        </a:rPr>
                        <a:t>-14.286</a:t>
                      </a:r>
                    </a:p>
                  </a:txBody>
                  <a:tcPr marL="3579" marR="3579" marT="3579" marB="0" anchor="b">
                    <a:lnL>
                      <a:noFill/>
                    </a:lnL>
                    <a:lnR>
                      <a:noFill/>
                    </a:lnR>
                    <a:lnT>
                      <a:noFill/>
                    </a:lnT>
                    <a:lnB>
                      <a:noFill/>
                    </a:lnB>
                    <a:solidFill>
                      <a:srgbClr val="C8E6C9"/>
                    </a:solidFill>
                  </a:tcPr>
                </a:tc>
                <a:extLst>
                  <a:ext uri="{0D108BD9-81ED-4DB2-BD59-A6C34878D82A}">
                    <a16:rowId xmlns:a16="http://schemas.microsoft.com/office/drawing/2014/main" val="989864790"/>
                  </a:ext>
                </a:extLst>
              </a:tr>
              <a:tr h="336555">
                <a:tc gridSpan="2">
                  <a:txBody>
                    <a:bodyPr/>
                    <a:lstStyle/>
                    <a:p>
                      <a:pPr algn="l" fontAlgn="b">
                        <a:buNone/>
                      </a:pPr>
                      <a:r>
                        <a:rPr lang="en-GB" sz="1800" b="0" i="1" u="none" strike="noStrike">
                          <a:solidFill>
                            <a:srgbClr val="808080"/>
                          </a:solidFill>
                          <a:effectLst/>
                          <a:latin typeface="Calibri" panose="020F0502020204030204" pitchFamily="34" charset="0"/>
                        </a:rPr>
                        <a:t>Surcharge included in total. BYOL offset requires client SA confirmation.</a:t>
                      </a:r>
                    </a:p>
                  </a:txBody>
                  <a:tcPr marL="3579" marR="3579" marT="3579" marB="0" anchor="b">
                    <a:lnL>
                      <a:noFill/>
                    </a:lnL>
                    <a:lnR>
                      <a:noFill/>
                    </a:lnR>
                    <a:lnT>
                      <a:noFill/>
                    </a:lnT>
                    <a:lnB>
                      <a:noFill/>
                    </a:lnB>
                    <a:noFill/>
                  </a:tcPr>
                </a:tc>
                <a:tc hMerge="1">
                  <a:txBody>
                    <a:bodyPr/>
                    <a:lstStyle/>
                    <a:p>
                      <a:endParaRPr lang="en-GB"/>
                    </a:p>
                  </a:txBody>
                  <a:tcPr/>
                </a:tc>
                <a:tc>
                  <a:txBody>
                    <a:bodyPr/>
                    <a:lstStyle/>
                    <a:p>
                      <a:pPr algn="l" fontAlgn="b">
                        <a:buNone/>
                      </a:pPr>
                      <a:endParaRPr lang="en-DE" sz="2000" b="0" i="0" u="none" strike="noStrike">
                        <a:solidFill>
                          <a:srgbClr val="000000"/>
                        </a:solidFill>
                        <a:effectLst/>
                        <a:latin typeface="Calibri" panose="020F0502020204030204" pitchFamily="34" charset="0"/>
                      </a:endParaRPr>
                    </a:p>
                  </a:txBody>
                  <a:tcPr marL="3579" marR="3579" marT="3579" marB="0" anchor="b">
                    <a:lnL>
                      <a:noFill/>
                    </a:lnL>
                    <a:lnR>
                      <a:noFill/>
                    </a:lnR>
                    <a:lnT>
                      <a:noFill/>
                    </a:lnT>
                    <a:lnB>
                      <a:noFill/>
                    </a:lnB>
                    <a:noFill/>
                  </a:tcPr>
                </a:tc>
                <a:tc>
                  <a:txBody>
                    <a:bodyPr/>
                    <a:lstStyle/>
                    <a:p>
                      <a:pPr algn="l" fontAlgn="b">
                        <a:buNone/>
                      </a:pPr>
                      <a:endParaRPr lang="en-DE" sz="2000" b="0" i="0" u="none" strike="noStrike">
                        <a:solidFill>
                          <a:srgbClr val="000000"/>
                        </a:solidFill>
                        <a:effectLst/>
                        <a:latin typeface="Calibri" panose="020F0502020204030204" pitchFamily="34" charset="0"/>
                      </a:endParaRPr>
                    </a:p>
                  </a:txBody>
                  <a:tcPr marL="3579" marR="3579" marT="3579" marB="0" anchor="b">
                    <a:lnL>
                      <a:noFill/>
                    </a:lnL>
                    <a:lnR>
                      <a:noFill/>
                    </a:lnR>
                    <a:lnT>
                      <a:noFill/>
                    </a:lnT>
                    <a:lnB>
                      <a:noFill/>
                    </a:lnB>
                    <a:noFill/>
                  </a:tcPr>
                </a:tc>
                <a:extLst>
                  <a:ext uri="{0D108BD9-81ED-4DB2-BD59-A6C34878D82A}">
                    <a16:rowId xmlns:a16="http://schemas.microsoft.com/office/drawing/2014/main" val="1775435005"/>
                  </a:ext>
                </a:extLst>
              </a:tr>
              <a:tr h="134341">
                <a:tc>
                  <a:txBody>
                    <a:bodyPr/>
                    <a:lstStyle/>
                    <a:p>
                      <a:pPr algn="l" fontAlgn="b">
                        <a:buNone/>
                      </a:pPr>
                      <a:endParaRPr lang="en-DE" sz="800" b="0" i="0" u="none" strike="noStrike">
                        <a:solidFill>
                          <a:srgbClr val="000000"/>
                        </a:solidFill>
                        <a:effectLst/>
                        <a:latin typeface="Calibri" panose="020F0502020204030204" pitchFamily="34" charset="0"/>
                      </a:endParaRPr>
                    </a:p>
                  </a:txBody>
                  <a:tcPr marL="3579" marR="3579" marT="3579" marB="0" anchor="b">
                    <a:lnL>
                      <a:noFill/>
                    </a:lnL>
                    <a:lnR>
                      <a:noFill/>
                    </a:lnR>
                    <a:lnT>
                      <a:noFill/>
                    </a:lnT>
                    <a:lnB>
                      <a:noFill/>
                    </a:lnB>
                    <a:noFill/>
                  </a:tcPr>
                </a:tc>
                <a:tc>
                  <a:txBody>
                    <a:bodyPr/>
                    <a:lstStyle/>
                    <a:p>
                      <a:pPr algn="l" fontAlgn="b">
                        <a:buNone/>
                      </a:pPr>
                      <a:endParaRPr lang="en-DE" sz="800" b="0" i="0" u="none" strike="noStrike">
                        <a:solidFill>
                          <a:srgbClr val="000000"/>
                        </a:solidFill>
                        <a:effectLst/>
                        <a:latin typeface="Calibri" panose="020F0502020204030204" pitchFamily="34" charset="0"/>
                      </a:endParaRPr>
                    </a:p>
                  </a:txBody>
                  <a:tcPr marL="3579" marR="3579" marT="3579" marB="0" anchor="b">
                    <a:lnL>
                      <a:noFill/>
                    </a:lnL>
                    <a:lnR>
                      <a:noFill/>
                    </a:lnR>
                    <a:lnT>
                      <a:noFill/>
                    </a:lnT>
                    <a:lnB>
                      <a:noFill/>
                    </a:lnB>
                    <a:noFill/>
                  </a:tcPr>
                </a:tc>
                <a:tc>
                  <a:txBody>
                    <a:bodyPr/>
                    <a:lstStyle/>
                    <a:p>
                      <a:pPr algn="l" fontAlgn="b">
                        <a:buNone/>
                      </a:pPr>
                      <a:endParaRPr lang="en-DE" sz="800" b="0" i="0" u="none" strike="noStrike">
                        <a:solidFill>
                          <a:srgbClr val="000000"/>
                        </a:solidFill>
                        <a:effectLst/>
                        <a:latin typeface="Calibri" panose="020F0502020204030204" pitchFamily="34" charset="0"/>
                      </a:endParaRPr>
                    </a:p>
                  </a:txBody>
                  <a:tcPr marL="3579" marR="3579" marT="3579" marB="0" anchor="b">
                    <a:lnL>
                      <a:noFill/>
                    </a:lnL>
                    <a:lnR>
                      <a:noFill/>
                    </a:lnR>
                    <a:lnT>
                      <a:noFill/>
                    </a:lnT>
                    <a:lnB>
                      <a:noFill/>
                    </a:lnB>
                    <a:noFill/>
                  </a:tcPr>
                </a:tc>
                <a:tc>
                  <a:txBody>
                    <a:bodyPr/>
                    <a:lstStyle/>
                    <a:p>
                      <a:pPr algn="l" fontAlgn="b">
                        <a:buNone/>
                      </a:pPr>
                      <a:endParaRPr lang="en-DE" sz="800" b="0" i="0" u="none" strike="noStrike">
                        <a:solidFill>
                          <a:srgbClr val="000000"/>
                        </a:solidFill>
                        <a:effectLst/>
                        <a:latin typeface="Calibri" panose="020F0502020204030204" pitchFamily="34" charset="0"/>
                      </a:endParaRPr>
                    </a:p>
                  </a:txBody>
                  <a:tcPr marL="3579" marR="3579" marT="3579" marB="0" anchor="b">
                    <a:lnL>
                      <a:noFill/>
                    </a:lnL>
                    <a:lnR>
                      <a:noFill/>
                    </a:lnR>
                    <a:lnT>
                      <a:noFill/>
                    </a:lnT>
                    <a:lnB>
                      <a:noFill/>
                    </a:lnB>
                    <a:noFill/>
                  </a:tcPr>
                </a:tc>
                <a:extLst>
                  <a:ext uri="{0D108BD9-81ED-4DB2-BD59-A6C34878D82A}">
                    <a16:rowId xmlns:a16="http://schemas.microsoft.com/office/drawing/2014/main" val="1970582759"/>
                  </a:ext>
                </a:extLst>
              </a:tr>
              <a:tr h="336555">
                <a:tc gridSpan="4">
                  <a:txBody>
                    <a:bodyPr/>
                    <a:lstStyle/>
                    <a:p>
                      <a:pPr algn="l" fontAlgn="b">
                        <a:buNone/>
                      </a:pPr>
                      <a:r>
                        <a:rPr lang="en-GB" sz="2000" b="1" i="0" u="none" strike="noStrike">
                          <a:solidFill>
                            <a:srgbClr val="000000"/>
                          </a:solidFill>
                          <a:effectLst/>
                          <a:latin typeface="Calibri" panose="020F0502020204030204" pitchFamily="34" charset="0"/>
                        </a:rPr>
                        <a:t>ORACLE DATABASE (6 servers, 24 proc licenses, support GBP 650K/yr)</a:t>
                      </a:r>
                    </a:p>
                  </a:txBody>
                  <a:tcPr marL="3579" marR="3579" marT="3579" marB="0" anchor="b">
                    <a:lnL>
                      <a:noFill/>
                    </a:lnL>
                    <a:lnR>
                      <a:noFill/>
                    </a:lnR>
                    <a:lnT>
                      <a:noFill/>
                    </a:lnT>
                    <a:lnB>
                      <a:noFill/>
                    </a:lnB>
                    <a:solidFill>
                      <a:srgbClr val="D6DCE4"/>
                    </a:solidFill>
                  </a:tcPr>
                </a:tc>
                <a:tc hMerge="1">
                  <a:txBody>
                    <a:bodyPr/>
                    <a:lstStyle/>
                    <a:p>
                      <a:endParaRPr lang="en-GB"/>
                    </a:p>
                  </a:txBody>
                  <a:tcPr/>
                </a:tc>
                <a:tc hMerge="1">
                  <a:txBody>
                    <a:bodyPr/>
                    <a:lstStyle/>
                    <a:p>
                      <a:endParaRPr lang="en-GB"/>
                    </a:p>
                  </a:txBody>
                  <a:tcPr/>
                </a:tc>
                <a:tc hMerge="1">
                  <a:txBody>
                    <a:bodyPr/>
                    <a:lstStyle/>
                    <a:p>
                      <a:endParaRPr lang="en-GB"/>
                    </a:p>
                  </a:txBody>
                  <a:tcPr/>
                </a:tc>
                <a:extLst>
                  <a:ext uri="{0D108BD9-81ED-4DB2-BD59-A6C34878D82A}">
                    <a16:rowId xmlns:a16="http://schemas.microsoft.com/office/drawing/2014/main" val="3207454382"/>
                  </a:ext>
                </a:extLst>
              </a:tr>
              <a:tr h="481278">
                <a:tc>
                  <a:txBody>
                    <a:bodyPr/>
                    <a:lstStyle/>
                    <a:p>
                      <a:pPr algn="l" fontAlgn="b">
                        <a:buNone/>
                      </a:pPr>
                      <a:r>
                        <a:rPr lang="en-GB" sz="2000" b="1" i="0" u="none" strike="noStrike">
                          <a:solidFill>
                            <a:srgbClr val="000000"/>
                          </a:solidFill>
                          <a:effectLst/>
                          <a:latin typeface="Calibri" panose="020F0502020204030204" pitchFamily="34" charset="0"/>
                        </a:rPr>
                        <a:t>Option A: Oracle Exadata@Cloud (keep RAC, keep Oracle)</a:t>
                      </a:r>
                    </a:p>
                  </a:txBody>
                  <a:tcPr marL="3579" marR="3579" marT="3579" marB="0" anchor="b">
                    <a:lnL>
                      <a:noFill/>
                    </a:lnL>
                    <a:lnR>
                      <a:noFill/>
                    </a:lnR>
                    <a:lnT>
                      <a:noFill/>
                    </a:lnT>
                    <a:lnB>
                      <a:noFill/>
                    </a:lnB>
                    <a:noFill/>
                  </a:tcPr>
                </a:tc>
                <a:tc>
                  <a:txBody>
                    <a:bodyPr/>
                    <a:lstStyle/>
                    <a:p>
                      <a:pPr algn="r" fontAlgn="b">
                        <a:buNone/>
                      </a:pPr>
                      <a:r>
                        <a:rPr lang="en-DE" sz="2000" b="1" i="0" u="none" strike="noStrike">
                          <a:solidFill>
                            <a:srgbClr val="000000"/>
                          </a:solidFill>
                          <a:effectLst/>
                          <a:latin typeface="Calibri" panose="020F0502020204030204" pitchFamily="34" charset="0"/>
                        </a:rPr>
                        <a:t>42.909</a:t>
                      </a:r>
                    </a:p>
                  </a:txBody>
                  <a:tcPr marL="3579" marR="3579" marT="3579" marB="0" anchor="b">
                    <a:lnL>
                      <a:noFill/>
                    </a:lnL>
                    <a:lnR>
                      <a:noFill/>
                    </a:lnR>
                    <a:lnT>
                      <a:noFill/>
                    </a:lnT>
                    <a:lnB>
                      <a:noFill/>
                    </a:lnB>
                    <a:solidFill>
                      <a:srgbClr val="E8F5E9"/>
                    </a:solidFill>
                  </a:tcPr>
                </a:tc>
                <a:tc>
                  <a:txBody>
                    <a:bodyPr/>
                    <a:lstStyle/>
                    <a:p>
                      <a:pPr algn="r" fontAlgn="b">
                        <a:buNone/>
                      </a:pPr>
                      <a:r>
                        <a:rPr lang="en-DE" sz="2000" b="1" i="0" u="none" strike="noStrike">
                          <a:solidFill>
                            <a:srgbClr val="000000"/>
                          </a:solidFill>
                          <a:effectLst/>
                          <a:latin typeface="Calibri" panose="020F0502020204030204" pitchFamily="34" charset="0"/>
                        </a:rPr>
                        <a:t>42.909</a:t>
                      </a:r>
                    </a:p>
                  </a:txBody>
                  <a:tcPr marL="3579" marR="3579" marT="3579" marB="0" anchor="b">
                    <a:lnL>
                      <a:noFill/>
                    </a:lnL>
                    <a:lnR>
                      <a:noFill/>
                    </a:lnR>
                    <a:lnT>
                      <a:noFill/>
                    </a:lnT>
                    <a:lnB>
                      <a:noFill/>
                    </a:lnB>
                    <a:solidFill>
                      <a:srgbClr val="FFF3E0"/>
                    </a:solidFill>
                  </a:tcPr>
                </a:tc>
                <a:tc>
                  <a:txBody>
                    <a:bodyPr/>
                    <a:lstStyle/>
                    <a:p>
                      <a:pPr algn="r" fontAlgn="b">
                        <a:buNone/>
                      </a:pPr>
                      <a:r>
                        <a:rPr lang="en-DE" sz="2000" b="1" i="0" u="none" strike="noStrike">
                          <a:solidFill>
                            <a:srgbClr val="000000"/>
                          </a:solidFill>
                          <a:effectLst/>
                          <a:latin typeface="Calibri" panose="020F0502020204030204" pitchFamily="34" charset="0"/>
                        </a:rPr>
                        <a:t>42.909</a:t>
                      </a:r>
                    </a:p>
                  </a:txBody>
                  <a:tcPr marL="3579" marR="3579" marT="3579" marB="0" anchor="b">
                    <a:lnL>
                      <a:noFill/>
                    </a:lnL>
                    <a:lnR>
                      <a:noFill/>
                    </a:lnR>
                    <a:lnT>
                      <a:noFill/>
                    </a:lnT>
                    <a:lnB>
                      <a:noFill/>
                    </a:lnB>
                    <a:solidFill>
                      <a:srgbClr val="E3F2FD"/>
                    </a:solidFill>
                  </a:tcPr>
                </a:tc>
                <a:extLst>
                  <a:ext uri="{0D108BD9-81ED-4DB2-BD59-A6C34878D82A}">
                    <a16:rowId xmlns:a16="http://schemas.microsoft.com/office/drawing/2014/main" val="1976125025"/>
                  </a:ext>
                </a:extLst>
              </a:tr>
              <a:tr h="336555">
                <a:tc gridSpan="3">
                  <a:txBody>
                    <a:bodyPr/>
                    <a:lstStyle/>
                    <a:p>
                      <a:pPr algn="l" fontAlgn="b">
                        <a:buNone/>
                      </a:pPr>
                      <a:r>
                        <a:rPr lang="en-GB" sz="1800" b="0" i="1" u="none" strike="noStrike">
                          <a:solidFill>
                            <a:srgbClr val="808080"/>
                          </a:solidFill>
                          <a:effectLst/>
                          <a:latin typeface="Calibri" panose="020F0502020204030204" pitchFamily="34" charset="0"/>
                        </a:rPr>
                        <a:t>All three clouds offer Exadata@Cloud in London (GA). </a:t>
                      </a:r>
                    </a:p>
                  </a:txBody>
                  <a:tcPr marL="3579" marR="3579" marT="3579" marB="0" anchor="b">
                    <a:lnL>
                      <a:noFill/>
                    </a:lnL>
                    <a:lnR>
                      <a:noFill/>
                    </a:lnR>
                    <a:lnT>
                      <a:noFill/>
                    </a:lnT>
                    <a:lnB>
                      <a:noFill/>
                    </a:lnB>
                    <a:noFill/>
                  </a:tcPr>
                </a:tc>
                <a:tc hMerge="1">
                  <a:txBody>
                    <a:bodyPr/>
                    <a:lstStyle/>
                    <a:p>
                      <a:endParaRPr lang="en-GB"/>
                    </a:p>
                  </a:txBody>
                  <a:tcPr/>
                </a:tc>
                <a:tc hMerge="1">
                  <a:txBody>
                    <a:bodyPr/>
                    <a:lstStyle/>
                    <a:p>
                      <a:endParaRPr lang="en-GB"/>
                    </a:p>
                  </a:txBody>
                  <a:tcPr/>
                </a:tc>
                <a:tc>
                  <a:txBody>
                    <a:bodyPr/>
                    <a:lstStyle/>
                    <a:p>
                      <a:pPr algn="l" fontAlgn="b">
                        <a:buNone/>
                      </a:pPr>
                      <a:endParaRPr lang="en-DE" sz="2000" b="0" i="0" u="none" strike="noStrike">
                        <a:solidFill>
                          <a:srgbClr val="000000"/>
                        </a:solidFill>
                        <a:effectLst/>
                        <a:latin typeface="Calibri" panose="020F0502020204030204" pitchFamily="34" charset="0"/>
                      </a:endParaRPr>
                    </a:p>
                  </a:txBody>
                  <a:tcPr marL="3579" marR="3579" marT="3579" marB="0" anchor="b">
                    <a:lnL>
                      <a:noFill/>
                    </a:lnL>
                    <a:lnR>
                      <a:noFill/>
                    </a:lnR>
                    <a:lnT>
                      <a:noFill/>
                    </a:lnT>
                    <a:lnB>
                      <a:noFill/>
                    </a:lnB>
                    <a:noFill/>
                  </a:tcPr>
                </a:tc>
                <a:extLst>
                  <a:ext uri="{0D108BD9-81ED-4DB2-BD59-A6C34878D82A}">
                    <a16:rowId xmlns:a16="http://schemas.microsoft.com/office/drawing/2014/main" val="768481179"/>
                  </a:ext>
                </a:extLst>
              </a:tr>
              <a:tr h="134341">
                <a:tc>
                  <a:txBody>
                    <a:bodyPr/>
                    <a:lstStyle/>
                    <a:p>
                      <a:pPr algn="l" fontAlgn="b">
                        <a:buNone/>
                      </a:pPr>
                      <a:endParaRPr lang="en-DE" sz="800" b="0" i="0" u="none" strike="noStrike">
                        <a:solidFill>
                          <a:srgbClr val="000000"/>
                        </a:solidFill>
                        <a:effectLst/>
                        <a:latin typeface="Calibri" panose="020F0502020204030204" pitchFamily="34" charset="0"/>
                      </a:endParaRPr>
                    </a:p>
                  </a:txBody>
                  <a:tcPr marL="3579" marR="3579" marT="3579" marB="0" anchor="b">
                    <a:lnL>
                      <a:noFill/>
                    </a:lnL>
                    <a:lnR>
                      <a:noFill/>
                    </a:lnR>
                    <a:lnT>
                      <a:noFill/>
                    </a:lnT>
                    <a:lnB>
                      <a:noFill/>
                    </a:lnB>
                    <a:noFill/>
                  </a:tcPr>
                </a:tc>
                <a:tc>
                  <a:txBody>
                    <a:bodyPr/>
                    <a:lstStyle/>
                    <a:p>
                      <a:pPr algn="l" fontAlgn="b">
                        <a:buNone/>
                      </a:pPr>
                      <a:endParaRPr lang="en-DE" sz="800" b="0" i="0" u="none" strike="noStrike">
                        <a:solidFill>
                          <a:srgbClr val="000000"/>
                        </a:solidFill>
                        <a:effectLst/>
                        <a:latin typeface="Calibri" panose="020F0502020204030204" pitchFamily="34" charset="0"/>
                      </a:endParaRPr>
                    </a:p>
                  </a:txBody>
                  <a:tcPr marL="3579" marR="3579" marT="3579" marB="0" anchor="b">
                    <a:lnL>
                      <a:noFill/>
                    </a:lnL>
                    <a:lnR>
                      <a:noFill/>
                    </a:lnR>
                    <a:lnT>
                      <a:noFill/>
                    </a:lnT>
                    <a:lnB>
                      <a:noFill/>
                    </a:lnB>
                    <a:noFill/>
                  </a:tcPr>
                </a:tc>
                <a:tc>
                  <a:txBody>
                    <a:bodyPr/>
                    <a:lstStyle/>
                    <a:p>
                      <a:pPr algn="l" fontAlgn="b">
                        <a:buNone/>
                      </a:pPr>
                      <a:endParaRPr lang="en-DE" sz="800" b="0" i="0" u="none" strike="noStrike">
                        <a:solidFill>
                          <a:srgbClr val="000000"/>
                        </a:solidFill>
                        <a:effectLst/>
                        <a:latin typeface="Calibri" panose="020F0502020204030204" pitchFamily="34" charset="0"/>
                      </a:endParaRPr>
                    </a:p>
                  </a:txBody>
                  <a:tcPr marL="3579" marR="3579" marT="3579" marB="0" anchor="b">
                    <a:lnL>
                      <a:noFill/>
                    </a:lnL>
                    <a:lnR>
                      <a:noFill/>
                    </a:lnR>
                    <a:lnT>
                      <a:noFill/>
                    </a:lnT>
                    <a:lnB>
                      <a:noFill/>
                    </a:lnB>
                    <a:noFill/>
                  </a:tcPr>
                </a:tc>
                <a:tc>
                  <a:txBody>
                    <a:bodyPr/>
                    <a:lstStyle/>
                    <a:p>
                      <a:pPr algn="l" fontAlgn="b">
                        <a:buNone/>
                      </a:pPr>
                      <a:endParaRPr lang="en-DE" sz="800" b="0" i="0" u="none" strike="noStrike">
                        <a:solidFill>
                          <a:srgbClr val="000000"/>
                        </a:solidFill>
                        <a:effectLst/>
                        <a:latin typeface="Calibri" panose="020F0502020204030204" pitchFamily="34" charset="0"/>
                      </a:endParaRPr>
                    </a:p>
                  </a:txBody>
                  <a:tcPr marL="3579" marR="3579" marT="3579" marB="0" anchor="b">
                    <a:lnL>
                      <a:noFill/>
                    </a:lnL>
                    <a:lnR>
                      <a:noFill/>
                    </a:lnR>
                    <a:lnT>
                      <a:noFill/>
                    </a:lnT>
                    <a:lnB>
                      <a:noFill/>
                    </a:lnB>
                    <a:noFill/>
                  </a:tcPr>
                </a:tc>
                <a:extLst>
                  <a:ext uri="{0D108BD9-81ED-4DB2-BD59-A6C34878D82A}">
                    <a16:rowId xmlns:a16="http://schemas.microsoft.com/office/drawing/2014/main" val="958234996"/>
                  </a:ext>
                </a:extLst>
              </a:tr>
              <a:tr h="336555">
                <a:tc gridSpan="4">
                  <a:txBody>
                    <a:bodyPr/>
                    <a:lstStyle/>
                    <a:p>
                      <a:pPr algn="l" fontAlgn="b">
                        <a:buNone/>
                      </a:pPr>
                      <a:r>
                        <a:rPr lang="en-GB" sz="2000" b="1" i="0" u="none" strike="noStrike">
                          <a:solidFill>
                            <a:srgbClr val="000000"/>
                          </a:solidFill>
                          <a:effectLst/>
                          <a:latin typeface="Calibri" panose="020F0502020204030204" pitchFamily="34" charset="0"/>
                        </a:rPr>
                        <a:t>STORAGE TIERING (336 TiB non-prod, SSD to HDD)</a:t>
                      </a:r>
                    </a:p>
                  </a:txBody>
                  <a:tcPr marL="3579" marR="3579" marT="3579" marB="0" anchor="b">
                    <a:lnL>
                      <a:noFill/>
                    </a:lnL>
                    <a:lnR>
                      <a:noFill/>
                    </a:lnR>
                    <a:lnT>
                      <a:noFill/>
                    </a:lnT>
                    <a:lnB>
                      <a:noFill/>
                    </a:lnB>
                    <a:solidFill>
                      <a:srgbClr val="D6DCE4"/>
                    </a:solidFill>
                  </a:tcPr>
                </a:tc>
                <a:tc hMerge="1">
                  <a:txBody>
                    <a:bodyPr/>
                    <a:lstStyle/>
                    <a:p>
                      <a:endParaRPr lang="en-GB"/>
                    </a:p>
                  </a:txBody>
                  <a:tcPr/>
                </a:tc>
                <a:tc hMerge="1">
                  <a:txBody>
                    <a:bodyPr/>
                    <a:lstStyle/>
                    <a:p>
                      <a:endParaRPr lang="en-GB"/>
                    </a:p>
                  </a:txBody>
                  <a:tcPr/>
                </a:tc>
                <a:tc hMerge="1">
                  <a:txBody>
                    <a:bodyPr/>
                    <a:lstStyle/>
                    <a:p>
                      <a:endParaRPr lang="en-GB"/>
                    </a:p>
                  </a:txBody>
                  <a:tcPr/>
                </a:tc>
                <a:extLst>
                  <a:ext uri="{0D108BD9-81ED-4DB2-BD59-A6C34878D82A}">
                    <a16:rowId xmlns:a16="http://schemas.microsoft.com/office/drawing/2014/main" val="4164943379"/>
                  </a:ext>
                </a:extLst>
              </a:tr>
              <a:tr h="336555">
                <a:tc>
                  <a:txBody>
                    <a:bodyPr/>
                    <a:lstStyle/>
                    <a:p>
                      <a:pPr algn="l" fontAlgn="b">
                        <a:buNone/>
                      </a:pPr>
                      <a:r>
                        <a:rPr lang="en-GB" sz="2000" b="0" i="0" u="none" strike="noStrike">
                          <a:solidFill>
                            <a:srgbClr val="000000"/>
                          </a:solidFill>
                          <a:effectLst/>
                          <a:latin typeface="Calibri" panose="020F0502020204030204" pitchFamily="34" charset="0"/>
                        </a:rPr>
                        <a:t>Non-prod storage saving</a:t>
                      </a:r>
                    </a:p>
                  </a:txBody>
                  <a:tcPr marL="3579" marR="3579" marT="3579" marB="0" anchor="b">
                    <a:lnL>
                      <a:noFill/>
                    </a:lnL>
                    <a:lnR>
                      <a:noFill/>
                    </a:lnR>
                    <a:lnT>
                      <a:noFill/>
                    </a:lnT>
                    <a:lnB>
                      <a:noFill/>
                    </a:lnB>
                    <a:noFill/>
                  </a:tcPr>
                </a:tc>
                <a:tc>
                  <a:txBody>
                    <a:bodyPr/>
                    <a:lstStyle/>
                    <a:p>
                      <a:pPr algn="r" fontAlgn="b">
                        <a:buNone/>
                      </a:pPr>
                      <a:r>
                        <a:rPr lang="en-DE" sz="2000" b="0" i="0" u="none" strike="noStrike">
                          <a:solidFill>
                            <a:srgbClr val="000000"/>
                          </a:solidFill>
                          <a:effectLst/>
                          <a:latin typeface="Calibri" panose="020F0502020204030204" pitchFamily="34" charset="0"/>
                        </a:rPr>
                        <a:t>-18.603</a:t>
                      </a:r>
                    </a:p>
                  </a:txBody>
                  <a:tcPr marL="3579" marR="3579" marT="3579" marB="0" anchor="b">
                    <a:lnL>
                      <a:noFill/>
                    </a:lnL>
                    <a:lnR>
                      <a:noFill/>
                    </a:lnR>
                    <a:lnT>
                      <a:noFill/>
                    </a:lnT>
                    <a:lnB>
                      <a:noFill/>
                    </a:lnB>
                    <a:solidFill>
                      <a:srgbClr val="C8E6C9"/>
                    </a:solidFill>
                  </a:tcPr>
                </a:tc>
                <a:tc>
                  <a:txBody>
                    <a:bodyPr/>
                    <a:lstStyle/>
                    <a:p>
                      <a:pPr algn="r" fontAlgn="b">
                        <a:buNone/>
                      </a:pPr>
                      <a:r>
                        <a:rPr lang="en-DE" sz="2000" b="0" i="0" u="none" strike="noStrike">
                          <a:solidFill>
                            <a:srgbClr val="000000"/>
                          </a:solidFill>
                          <a:effectLst/>
                          <a:latin typeface="Calibri" panose="020F0502020204030204" pitchFamily="34" charset="0"/>
                        </a:rPr>
                        <a:t>-10.261</a:t>
                      </a:r>
                    </a:p>
                  </a:txBody>
                  <a:tcPr marL="3579" marR="3579" marT="3579" marB="0" anchor="b">
                    <a:lnL>
                      <a:noFill/>
                    </a:lnL>
                    <a:lnR>
                      <a:noFill/>
                    </a:lnR>
                    <a:lnT>
                      <a:noFill/>
                    </a:lnT>
                    <a:lnB>
                      <a:noFill/>
                    </a:lnB>
                    <a:solidFill>
                      <a:srgbClr val="C8E6C9"/>
                    </a:solidFill>
                  </a:tcPr>
                </a:tc>
                <a:tc>
                  <a:txBody>
                    <a:bodyPr/>
                    <a:lstStyle/>
                    <a:p>
                      <a:pPr algn="r" fontAlgn="b">
                        <a:buNone/>
                      </a:pPr>
                      <a:r>
                        <a:rPr lang="en-DE" sz="2000" b="0" i="0" u="none" strike="noStrike">
                          <a:solidFill>
                            <a:srgbClr val="000000"/>
                          </a:solidFill>
                          <a:effectLst/>
                          <a:latin typeface="Calibri" panose="020F0502020204030204" pitchFamily="34" charset="0"/>
                        </a:rPr>
                        <a:t>-9.964</a:t>
                      </a:r>
                    </a:p>
                  </a:txBody>
                  <a:tcPr marL="3579" marR="3579" marT="3579" marB="0" anchor="b">
                    <a:lnL>
                      <a:noFill/>
                    </a:lnL>
                    <a:lnR>
                      <a:noFill/>
                    </a:lnR>
                    <a:lnT>
                      <a:noFill/>
                    </a:lnT>
                    <a:lnB>
                      <a:noFill/>
                    </a:lnB>
                    <a:solidFill>
                      <a:srgbClr val="C8E6C9"/>
                    </a:solidFill>
                  </a:tcPr>
                </a:tc>
                <a:extLst>
                  <a:ext uri="{0D108BD9-81ED-4DB2-BD59-A6C34878D82A}">
                    <a16:rowId xmlns:a16="http://schemas.microsoft.com/office/drawing/2014/main" val="3510047562"/>
                  </a:ext>
                </a:extLst>
              </a:tr>
              <a:tr h="134341">
                <a:tc>
                  <a:txBody>
                    <a:bodyPr/>
                    <a:lstStyle/>
                    <a:p>
                      <a:pPr algn="l" fontAlgn="b">
                        <a:buNone/>
                      </a:pPr>
                      <a:endParaRPr lang="en-DE" sz="800" b="0" i="0" u="none" strike="noStrike">
                        <a:solidFill>
                          <a:srgbClr val="000000"/>
                        </a:solidFill>
                        <a:effectLst/>
                        <a:latin typeface="Calibri" panose="020F0502020204030204" pitchFamily="34" charset="0"/>
                      </a:endParaRPr>
                    </a:p>
                  </a:txBody>
                  <a:tcPr marL="3579" marR="3579" marT="3579" marB="0" anchor="b">
                    <a:lnL>
                      <a:noFill/>
                    </a:lnL>
                    <a:lnR>
                      <a:noFill/>
                    </a:lnR>
                    <a:lnT>
                      <a:noFill/>
                    </a:lnT>
                    <a:lnB>
                      <a:noFill/>
                    </a:lnB>
                    <a:noFill/>
                  </a:tcPr>
                </a:tc>
                <a:tc>
                  <a:txBody>
                    <a:bodyPr/>
                    <a:lstStyle/>
                    <a:p>
                      <a:pPr algn="l" fontAlgn="b">
                        <a:buNone/>
                      </a:pPr>
                      <a:endParaRPr lang="en-DE" sz="800" b="0" i="0" u="none" strike="noStrike">
                        <a:solidFill>
                          <a:srgbClr val="000000"/>
                        </a:solidFill>
                        <a:effectLst/>
                        <a:latin typeface="Calibri" panose="020F0502020204030204" pitchFamily="34" charset="0"/>
                      </a:endParaRPr>
                    </a:p>
                  </a:txBody>
                  <a:tcPr marL="3579" marR="3579" marT="3579" marB="0" anchor="b">
                    <a:lnL>
                      <a:noFill/>
                    </a:lnL>
                    <a:lnR>
                      <a:noFill/>
                    </a:lnR>
                    <a:lnT>
                      <a:noFill/>
                    </a:lnT>
                    <a:lnB>
                      <a:noFill/>
                    </a:lnB>
                    <a:noFill/>
                  </a:tcPr>
                </a:tc>
                <a:tc>
                  <a:txBody>
                    <a:bodyPr/>
                    <a:lstStyle/>
                    <a:p>
                      <a:pPr algn="l" fontAlgn="b">
                        <a:buNone/>
                      </a:pPr>
                      <a:endParaRPr lang="en-DE" sz="800" b="0" i="0" u="none" strike="noStrike">
                        <a:solidFill>
                          <a:srgbClr val="000000"/>
                        </a:solidFill>
                        <a:effectLst/>
                        <a:latin typeface="Calibri" panose="020F0502020204030204" pitchFamily="34" charset="0"/>
                      </a:endParaRPr>
                    </a:p>
                  </a:txBody>
                  <a:tcPr marL="3579" marR="3579" marT="3579" marB="0" anchor="b">
                    <a:lnL>
                      <a:noFill/>
                    </a:lnL>
                    <a:lnR>
                      <a:noFill/>
                    </a:lnR>
                    <a:lnT>
                      <a:noFill/>
                    </a:lnT>
                    <a:lnB>
                      <a:noFill/>
                    </a:lnB>
                    <a:noFill/>
                  </a:tcPr>
                </a:tc>
                <a:tc>
                  <a:txBody>
                    <a:bodyPr/>
                    <a:lstStyle/>
                    <a:p>
                      <a:pPr algn="l" fontAlgn="b">
                        <a:buNone/>
                      </a:pPr>
                      <a:endParaRPr lang="en-DE" sz="800" b="0" i="0" u="none" strike="noStrike">
                        <a:solidFill>
                          <a:srgbClr val="000000"/>
                        </a:solidFill>
                        <a:effectLst/>
                        <a:latin typeface="Calibri" panose="020F0502020204030204" pitchFamily="34" charset="0"/>
                      </a:endParaRPr>
                    </a:p>
                  </a:txBody>
                  <a:tcPr marL="3579" marR="3579" marT="3579" marB="0" anchor="b">
                    <a:lnL>
                      <a:noFill/>
                    </a:lnL>
                    <a:lnR>
                      <a:noFill/>
                    </a:lnR>
                    <a:lnT>
                      <a:noFill/>
                    </a:lnT>
                    <a:lnB>
                      <a:noFill/>
                    </a:lnB>
                    <a:noFill/>
                  </a:tcPr>
                </a:tc>
                <a:extLst>
                  <a:ext uri="{0D108BD9-81ED-4DB2-BD59-A6C34878D82A}">
                    <a16:rowId xmlns:a16="http://schemas.microsoft.com/office/drawing/2014/main" val="2094820845"/>
                  </a:ext>
                </a:extLst>
              </a:tr>
              <a:tr h="336555">
                <a:tc gridSpan="4">
                  <a:txBody>
                    <a:bodyPr/>
                    <a:lstStyle/>
                    <a:p>
                      <a:pPr algn="l" fontAlgn="b">
                        <a:buNone/>
                      </a:pPr>
                      <a:r>
                        <a:rPr lang="en-GB" sz="2000" b="1" i="0" u="none" strike="noStrike">
                          <a:solidFill>
                            <a:srgbClr val="000000"/>
                          </a:solidFill>
                          <a:effectLst/>
                          <a:latin typeface="Calibri" panose="020F0502020204030204" pitchFamily="34" charset="0"/>
                        </a:rPr>
                        <a:t>COMPLETE VIEW (Baseline + Oracle Exadata + Savings)</a:t>
                      </a:r>
                    </a:p>
                  </a:txBody>
                  <a:tcPr marL="3579" marR="3579" marT="3579" marB="0" anchor="b">
                    <a:lnL>
                      <a:noFill/>
                    </a:lnL>
                    <a:lnR>
                      <a:noFill/>
                    </a:lnR>
                    <a:lnT>
                      <a:noFill/>
                    </a:lnT>
                    <a:lnB>
                      <a:noFill/>
                    </a:lnB>
                    <a:solidFill>
                      <a:srgbClr val="D6DCE4"/>
                    </a:solidFill>
                  </a:tcPr>
                </a:tc>
                <a:tc hMerge="1">
                  <a:txBody>
                    <a:bodyPr/>
                    <a:lstStyle/>
                    <a:p>
                      <a:endParaRPr lang="en-GB"/>
                    </a:p>
                  </a:txBody>
                  <a:tcPr/>
                </a:tc>
                <a:tc hMerge="1">
                  <a:txBody>
                    <a:bodyPr/>
                    <a:lstStyle/>
                    <a:p>
                      <a:endParaRPr lang="en-GB"/>
                    </a:p>
                  </a:txBody>
                  <a:tcPr/>
                </a:tc>
                <a:tc hMerge="1">
                  <a:txBody>
                    <a:bodyPr/>
                    <a:lstStyle/>
                    <a:p>
                      <a:endParaRPr lang="en-GB"/>
                    </a:p>
                  </a:txBody>
                  <a:tcPr/>
                </a:tc>
                <a:extLst>
                  <a:ext uri="{0D108BD9-81ED-4DB2-BD59-A6C34878D82A}">
                    <a16:rowId xmlns:a16="http://schemas.microsoft.com/office/drawing/2014/main" val="221693299"/>
                  </a:ext>
                </a:extLst>
              </a:tr>
              <a:tr h="602674">
                <a:tc gridSpan="4">
                  <a:txBody>
                    <a:bodyPr/>
                    <a:lstStyle/>
                    <a:p>
                      <a:pPr algn="l" fontAlgn="b">
                        <a:buNone/>
                      </a:pPr>
                      <a:r>
                        <a:rPr lang="en-GB" sz="1800" b="0" i="1" u="none" strike="noStrike">
                          <a:solidFill>
                            <a:srgbClr val="808080"/>
                          </a:solidFill>
                          <a:effectLst/>
                          <a:latin typeface="Calibri" panose="020F0502020204030204" pitchFamily="34" charset="0"/>
                        </a:rPr>
                        <a:t>Includes: compute, storage, OS, 5% network placeholder (inter-zone/region), Oracle (Option A Exadata@Cloud), Oracle support retained under BYOL, Windows + SQL Server BYOL (SA assumed). SQL surcharge is not added because SA is assumed in place.</a:t>
                      </a:r>
                    </a:p>
                  </a:txBody>
                  <a:tcPr marL="3579" marR="3579" marT="3579" marB="0" anchor="b">
                    <a:lnL>
                      <a:noFill/>
                    </a:lnL>
                    <a:lnR>
                      <a:noFill/>
                    </a:lnR>
                    <a:lnT>
                      <a:noFill/>
                    </a:lnT>
                    <a:lnB>
                      <a:noFill/>
                    </a:lnB>
                    <a:noFill/>
                  </a:tcPr>
                </a:tc>
                <a:tc hMerge="1">
                  <a:txBody>
                    <a:bodyPr/>
                    <a:lstStyle/>
                    <a:p>
                      <a:endParaRPr lang="en-GB"/>
                    </a:p>
                  </a:txBody>
                  <a:tcPr/>
                </a:tc>
                <a:tc hMerge="1">
                  <a:txBody>
                    <a:bodyPr/>
                    <a:lstStyle/>
                    <a:p>
                      <a:endParaRPr lang="en-GB"/>
                    </a:p>
                  </a:txBody>
                  <a:tcPr/>
                </a:tc>
                <a:tc hMerge="1">
                  <a:txBody>
                    <a:bodyPr/>
                    <a:lstStyle/>
                    <a:p>
                      <a:endParaRPr lang="en-GB"/>
                    </a:p>
                  </a:txBody>
                  <a:tcPr/>
                </a:tc>
                <a:extLst>
                  <a:ext uri="{0D108BD9-81ED-4DB2-BD59-A6C34878D82A}">
                    <a16:rowId xmlns:a16="http://schemas.microsoft.com/office/drawing/2014/main" val="1921987468"/>
                  </a:ext>
                </a:extLst>
              </a:tr>
              <a:tr h="336555">
                <a:tc>
                  <a:txBody>
                    <a:bodyPr/>
                    <a:lstStyle/>
                    <a:p>
                      <a:pPr algn="l" fontAlgn="b">
                        <a:buNone/>
                      </a:pPr>
                      <a:r>
                        <a:rPr lang="en-GB" sz="2000" b="0" i="0" u="none" strike="noStrike">
                          <a:solidFill>
                            <a:srgbClr val="000000"/>
                          </a:solidFill>
                          <a:effectLst/>
                          <a:latin typeface="Calibri" panose="020F0502020204030204" pitchFamily="34" charset="0"/>
                        </a:rPr>
                        <a:t>Baseline 3yr</a:t>
                      </a:r>
                    </a:p>
                  </a:txBody>
                  <a:tcPr marL="3579" marR="3579" marT="3579" marB="0" anchor="b">
                    <a:lnL>
                      <a:noFill/>
                    </a:lnL>
                    <a:lnR>
                      <a:noFill/>
                    </a:lnR>
                    <a:lnT>
                      <a:noFill/>
                    </a:lnT>
                    <a:lnB>
                      <a:noFill/>
                    </a:lnB>
                    <a:noFill/>
                  </a:tcPr>
                </a:tc>
                <a:tc>
                  <a:txBody>
                    <a:bodyPr/>
                    <a:lstStyle/>
                    <a:p>
                      <a:pPr algn="r" fontAlgn="b">
                        <a:buNone/>
                      </a:pPr>
                      <a:r>
                        <a:rPr lang="en-DE" sz="2000" b="0" i="0" u="none" strike="noStrike">
                          <a:solidFill>
                            <a:srgbClr val="000000"/>
                          </a:solidFill>
                          <a:effectLst/>
                          <a:latin typeface="Calibri" panose="020F0502020204030204" pitchFamily="34" charset="0"/>
                        </a:rPr>
                        <a:t>186.974</a:t>
                      </a:r>
                    </a:p>
                  </a:txBody>
                  <a:tcPr marL="3579" marR="3579" marT="3579" marB="0" anchor="b">
                    <a:lnL>
                      <a:noFill/>
                    </a:lnL>
                    <a:lnR>
                      <a:noFill/>
                    </a:lnR>
                    <a:lnT>
                      <a:noFill/>
                    </a:lnT>
                    <a:lnB>
                      <a:noFill/>
                    </a:lnB>
                    <a:solidFill>
                      <a:srgbClr val="E8F5E9"/>
                    </a:solidFill>
                  </a:tcPr>
                </a:tc>
                <a:tc>
                  <a:txBody>
                    <a:bodyPr/>
                    <a:lstStyle/>
                    <a:p>
                      <a:pPr algn="r" fontAlgn="b">
                        <a:buNone/>
                      </a:pPr>
                      <a:r>
                        <a:rPr lang="en-DE" sz="2000" b="0" i="0" u="none" strike="noStrike">
                          <a:solidFill>
                            <a:srgbClr val="000000"/>
                          </a:solidFill>
                          <a:effectLst/>
                          <a:latin typeface="Calibri" panose="020F0502020204030204" pitchFamily="34" charset="0"/>
                        </a:rPr>
                        <a:t>190.285</a:t>
                      </a:r>
                    </a:p>
                  </a:txBody>
                  <a:tcPr marL="3579" marR="3579" marT="3579" marB="0" anchor="b">
                    <a:lnL>
                      <a:noFill/>
                    </a:lnL>
                    <a:lnR>
                      <a:noFill/>
                    </a:lnR>
                    <a:lnT>
                      <a:noFill/>
                    </a:lnT>
                    <a:lnB>
                      <a:noFill/>
                    </a:lnB>
                    <a:solidFill>
                      <a:srgbClr val="FFF3E0"/>
                    </a:solidFill>
                  </a:tcPr>
                </a:tc>
                <a:tc>
                  <a:txBody>
                    <a:bodyPr/>
                    <a:lstStyle/>
                    <a:p>
                      <a:pPr algn="r" fontAlgn="b">
                        <a:buNone/>
                      </a:pPr>
                      <a:r>
                        <a:rPr lang="en-DE" sz="2000" b="0" i="0" u="none" strike="noStrike">
                          <a:solidFill>
                            <a:srgbClr val="000000"/>
                          </a:solidFill>
                          <a:effectLst/>
                          <a:latin typeface="Calibri" panose="020F0502020204030204" pitchFamily="34" charset="0"/>
                        </a:rPr>
                        <a:t>274.881</a:t>
                      </a:r>
                    </a:p>
                  </a:txBody>
                  <a:tcPr marL="3579" marR="3579" marT="3579" marB="0" anchor="b">
                    <a:lnL>
                      <a:noFill/>
                    </a:lnL>
                    <a:lnR>
                      <a:noFill/>
                    </a:lnR>
                    <a:lnT>
                      <a:noFill/>
                    </a:lnT>
                    <a:lnB>
                      <a:noFill/>
                    </a:lnB>
                    <a:solidFill>
                      <a:srgbClr val="E3F2FD"/>
                    </a:solidFill>
                  </a:tcPr>
                </a:tc>
                <a:extLst>
                  <a:ext uri="{0D108BD9-81ED-4DB2-BD59-A6C34878D82A}">
                    <a16:rowId xmlns:a16="http://schemas.microsoft.com/office/drawing/2014/main" val="2541069097"/>
                  </a:ext>
                </a:extLst>
              </a:tr>
              <a:tr h="336555">
                <a:tc>
                  <a:txBody>
                    <a:bodyPr/>
                    <a:lstStyle/>
                    <a:p>
                      <a:pPr algn="l" fontAlgn="b">
                        <a:buNone/>
                      </a:pPr>
                      <a:r>
                        <a:rPr lang="en-GB" sz="2000" b="0" i="0" u="none" strike="noStrike">
                          <a:solidFill>
                            <a:srgbClr val="000000"/>
                          </a:solidFill>
                          <a:effectLst/>
                          <a:latin typeface="Calibri" panose="020F0502020204030204" pitchFamily="34" charset="0"/>
                        </a:rPr>
                        <a:t>- Windows BYOL (SA assumed)</a:t>
                      </a:r>
                    </a:p>
                  </a:txBody>
                  <a:tcPr marL="3579" marR="3579" marT="3579" marB="0" anchor="b">
                    <a:lnL>
                      <a:noFill/>
                    </a:lnL>
                    <a:lnR>
                      <a:noFill/>
                    </a:lnR>
                    <a:lnT>
                      <a:noFill/>
                    </a:lnT>
                    <a:lnB>
                      <a:noFill/>
                    </a:lnB>
                    <a:noFill/>
                  </a:tcPr>
                </a:tc>
                <a:tc>
                  <a:txBody>
                    <a:bodyPr/>
                    <a:lstStyle/>
                    <a:p>
                      <a:pPr algn="r" fontAlgn="b">
                        <a:buNone/>
                      </a:pPr>
                      <a:r>
                        <a:rPr lang="en-DE" sz="2000" b="0" i="0" u="none" strike="noStrike">
                          <a:solidFill>
                            <a:srgbClr val="000000"/>
                          </a:solidFill>
                          <a:effectLst/>
                          <a:latin typeface="Calibri" panose="020F0502020204030204" pitchFamily="34" charset="0"/>
                        </a:rPr>
                        <a:t>-7.220</a:t>
                      </a:r>
                    </a:p>
                  </a:txBody>
                  <a:tcPr marL="3579" marR="3579" marT="3579" marB="0" anchor="b">
                    <a:lnL>
                      <a:noFill/>
                    </a:lnL>
                    <a:lnR>
                      <a:noFill/>
                    </a:lnR>
                    <a:lnT>
                      <a:noFill/>
                    </a:lnT>
                    <a:lnB>
                      <a:noFill/>
                    </a:lnB>
                    <a:solidFill>
                      <a:srgbClr val="C8E6C9"/>
                    </a:solidFill>
                  </a:tcPr>
                </a:tc>
                <a:tc>
                  <a:txBody>
                    <a:bodyPr/>
                    <a:lstStyle/>
                    <a:p>
                      <a:pPr algn="r" fontAlgn="b">
                        <a:buNone/>
                      </a:pPr>
                      <a:r>
                        <a:rPr lang="en-DE" sz="2000" b="0" i="0" u="none" strike="noStrike">
                          <a:solidFill>
                            <a:srgbClr val="000000"/>
                          </a:solidFill>
                          <a:effectLst/>
                          <a:latin typeface="Calibri" panose="020F0502020204030204" pitchFamily="34" charset="0"/>
                        </a:rPr>
                        <a:t>-8.605</a:t>
                      </a:r>
                    </a:p>
                  </a:txBody>
                  <a:tcPr marL="3579" marR="3579" marT="3579" marB="0" anchor="b">
                    <a:lnL>
                      <a:noFill/>
                    </a:lnL>
                    <a:lnR>
                      <a:noFill/>
                    </a:lnR>
                    <a:lnT>
                      <a:noFill/>
                    </a:lnT>
                    <a:lnB>
                      <a:noFill/>
                    </a:lnB>
                    <a:solidFill>
                      <a:srgbClr val="C8E6C9"/>
                    </a:solidFill>
                  </a:tcPr>
                </a:tc>
                <a:tc>
                  <a:txBody>
                    <a:bodyPr/>
                    <a:lstStyle/>
                    <a:p>
                      <a:pPr algn="r" fontAlgn="b">
                        <a:buNone/>
                      </a:pPr>
                      <a:r>
                        <a:rPr lang="en-DE" sz="2000" b="0" i="0" u="none" strike="noStrike">
                          <a:solidFill>
                            <a:srgbClr val="000000"/>
                          </a:solidFill>
                          <a:effectLst/>
                          <a:latin typeface="Calibri" panose="020F0502020204030204" pitchFamily="34" charset="0"/>
                        </a:rPr>
                        <a:t>-17.529</a:t>
                      </a:r>
                    </a:p>
                  </a:txBody>
                  <a:tcPr marL="3579" marR="3579" marT="3579" marB="0" anchor="b">
                    <a:lnL>
                      <a:noFill/>
                    </a:lnL>
                    <a:lnR>
                      <a:noFill/>
                    </a:lnR>
                    <a:lnT>
                      <a:noFill/>
                    </a:lnT>
                    <a:lnB>
                      <a:noFill/>
                    </a:lnB>
                    <a:solidFill>
                      <a:srgbClr val="C8E6C9"/>
                    </a:solidFill>
                  </a:tcPr>
                </a:tc>
                <a:extLst>
                  <a:ext uri="{0D108BD9-81ED-4DB2-BD59-A6C34878D82A}">
                    <a16:rowId xmlns:a16="http://schemas.microsoft.com/office/drawing/2014/main" val="2552023162"/>
                  </a:ext>
                </a:extLst>
              </a:tr>
              <a:tr h="336555">
                <a:tc>
                  <a:txBody>
                    <a:bodyPr/>
                    <a:lstStyle/>
                    <a:p>
                      <a:pPr algn="l" fontAlgn="b">
                        <a:buNone/>
                      </a:pPr>
                      <a:r>
                        <a:rPr lang="en-GB" sz="2000" b="0" i="0" u="none" strike="noStrike">
                          <a:solidFill>
                            <a:srgbClr val="000000"/>
                          </a:solidFill>
                          <a:effectLst/>
                          <a:latin typeface="Calibri" panose="020F0502020204030204" pitchFamily="34" charset="0"/>
                        </a:rPr>
                        <a:t>- Storage tiering (non-prod to HDD)</a:t>
                      </a:r>
                    </a:p>
                  </a:txBody>
                  <a:tcPr marL="3579" marR="3579" marT="3579" marB="0" anchor="b">
                    <a:lnL>
                      <a:noFill/>
                    </a:lnL>
                    <a:lnR>
                      <a:noFill/>
                    </a:lnR>
                    <a:lnT>
                      <a:noFill/>
                    </a:lnT>
                    <a:lnB>
                      <a:noFill/>
                    </a:lnB>
                    <a:noFill/>
                  </a:tcPr>
                </a:tc>
                <a:tc>
                  <a:txBody>
                    <a:bodyPr/>
                    <a:lstStyle/>
                    <a:p>
                      <a:pPr algn="r" fontAlgn="b">
                        <a:buNone/>
                      </a:pPr>
                      <a:r>
                        <a:rPr lang="en-DE" sz="2000" b="0" i="0" u="none" strike="noStrike">
                          <a:solidFill>
                            <a:srgbClr val="000000"/>
                          </a:solidFill>
                          <a:effectLst/>
                          <a:latin typeface="Calibri" panose="020F0502020204030204" pitchFamily="34" charset="0"/>
                        </a:rPr>
                        <a:t>-18.603</a:t>
                      </a:r>
                    </a:p>
                  </a:txBody>
                  <a:tcPr marL="3579" marR="3579" marT="3579" marB="0" anchor="b">
                    <a:lnL>
                      <a:noFill/>
                    </a:lnL>
                    <a:lnR>
                      <a:noFill/>
                    </a:lnR>
                    <a:lnT>
                      <a:noFill/>
                    </a:lnT>
                    <a:lnB>
                      <a:noFill/>
                    </a:lnB>
                    <a:solidFill>
                      <a:srgbClr val="C8E6C9"/>
                    </a:solidFill>
                  </a:tcPr>
                </a:tc>
                <a:tc>
                  <a:txBody>
                    <a:bodyPr/>
                    <a:lstStyle/>
                    <a:p>
                      <a:pPr algn="r" fontAlgn="b">
                        <a:buNone/>
                      </a:pPr>
                      <a:r>
                        <a:rPr lang="en-DE" sz="2000" b="0" i="0" u="none" strike="noStrike">
                          <a:solidFill>
                            <a:srgbClr val="000000"/>
                          </a:solidFill>
                          <a:effectLst/>
                          <a:latin typeface="Calibri" panose="020F0502020204030204" pitchFamily="34" charset="0"/>
                        </a:rPr>
                        <a:t>-10.261</a:t>
                      </a:r>
                    </a:p>
                  </a:txBody>
                  <a:tcPr marL="3579" marR="3579" marT="3579" marB="0" anchor="b">
                    <a:lnL>
                      <a:noFill/>
                    </a:lnL>
                    <a:lnR>
                      <a:noFill/>
                    </a:lnR>
                    <a:lnT>
                      <a:noFill/>
                    </a:lnT>
                    <a:lnB>
                      <a:noFill/>
                    </a:lnB>
                    <a:solidFill>
                      <a:srgbClr val="C8E6C9"/>
                    </a:solidFill>
                  </a:tcPr>
                </a:tc>
                <a:tc>
                  <a:txBody>
                    <a:bodyPr/>
                    <a:lstStyle/>
                    <a:p>
                      <a:pPr algn="r" fontAlgn="b">
                        <a:buNone/>
                      </a:pPr>
                      <a:r>
                        <a:rPr lang="en-DE" sz="2000" b="0" i="0" u="none" strike="noStrike">
                          <a:solidFill>
                            <a:srgbClr val="000000"/>
                          </a:solidFill>
                          <a:effectLst/>
                          <a:latin typeface="Calibri" panose="020F0502020204030204" pitchFamily="34" charset="0"/>
                        </a:rPr>
                        <a:t>-9.964</a:t>
                      </a:r>
                    </a:p>
                  </a:txBody>
                  <a:tcPr marL="3579" marR="3579" marT="3579" marB="0" anchor="b">
                    <a:lnL>
                      <a:noFill/>
                    </a:lnL>
                    <a:lnR>
                      <a:noFill/>
                    </a:lnR>
                    <a:lnT>
                      <a:noFill/>
                    </a:lnT>
                    <a:lnB>
                      <a:noFill/>
                    </a:lnB>
                    <a:solidFill>
                      <a:srgbClr val="C8E6C9"/>
                    </a:solidFill>
                  </a:tcPr>
                </a:tc>
                <a:extLst>
                  <a:ext uri="{0D108BD9-81ED-4DB2-BD59-A6C34878D82A}">
                    <a16:rowId xmlns:a16="http://schemas.microsoft.com/office/drawing/2014/main" val="1333840635"/>
                  </a:ext>
                </a:extLst>
              </a:tr>
              <a:tr h="336555">
                <a:tc>
                  <a:txBody>
                    <a:bodyPr/>
                    <a:lstStyle/>
                    <a:p>
                      <a:pPr algn="l" fontAlgn="b">
                        <a:buNone/>
                      </a:pPr>
                      <a:r>
                        <a:rPr lang="en-GB" sz="2000" b="0" i="0" u="none" strike="noStrike">
                          <a:solidFill>
                            <a:srgbClr val="000000"/>
                          </a:solidFill>
                          <a:effectLst/>
                          <a:latin typeface="Calibri" panose="020F0502020204030204" pitchFamily="34" charset="0"/>
                        </a:rPr>
                        <a:t>+ Oracle Option A (Exadata@Cloud)</a:t>
                      </a:r>
                    </a:p>
                  </a:txBody>
                  <a:tcPr marL="3579" marR="3579" marT="3579" marB="0" anchor="b">
                    <a:lnL>
                      <a:noFill/>
                    </a:lnL>
                    <a:lnR>
                      <a:noFill/>
                    </a:lnR>
                    <a:lnT>
                      <a:noFill/>
                    </a:lnT>
                    <a:lnB>
                      <a:noFill/>
                    </a:lnB>
                    <a:noFill/>
                  </a:tcPr>
                </a:tc>
                <a:tc>
                  <a:txBody>
                    <a:bodyPr/>
                    <a:lstStyle/>
                    <a:p>
                      <a:pPr algn="r" fontAlgn="b">
                        <a:buNone/>
                      </a:pPr>
                      <a:r>
                        <a:rPr lang="en-DE" sz="2000" b="0" i="0" u="none" strike="noStrike">
                          <a:solidFill>
                            <a:srgbClr val="000000"/>
                          </a:solidFill>
                          <a:effectLst/>
                          <a:latin typeface="Calibri" panose="020F0502020204030204" pitchFamily="34" charset="0"/>
                        </a:rPr>
                        <a:t>42.909</a:t>
                      </a:r>
                    </a:p>
                  </a:txBody>
                  <a:tcPr marL="3579" marR="3579" marT="3579" marB="0" anchor="b">
                    <a:lnL>
                      <a:noFill/>
                    </a:lnL>
                    <a:lnR>
                      <a:noFill/>
                    </a:lnR>
                    <a:lnT>
                      <a:noFill/>
                    </a:lnT>
                    <a:lnB>
                      <a:noFill/>
                    </a:lnB>
                    <a:solidFill>
                      <a:srgbClr val="E8F5E9"/>
                    </a:solidFill>
                  </a:tcPr>
                </a:tc>
                <a:tc>
                  <a:txBody>
                    <a:bodyPr/>
                    <a:lstStyle/>
                    <a:p>
                      <a:pPr algn="r" fontAlgn="b">
                        <a:buNone/>
                      </a:pPr>
                      <a:r>
                        <a:rPr lang="en-DE" sz="2000" b="0" i="0" u="none" strike="noStrike">
                          <a:solidFill>
                            <a:srgbClr val="000000"/>
                          </a:solidFill>
                          <a:effectLst/>
                          <a:latin typeface="Calibri" panose="020F0502020204030204" pitchFamily="34" charset="0"/>
                        </a:rPr>
                        <a:t>42.909</a:t>
                      </a:r>
                    </a:p>
                  </a:txBody>
                  <a:tcPr marL="3579" marR="3579" marT="3579" marB="0" anchor="b">
                    <a:lnL>
                      <a:noFill/>
                    </a:lnL>
                    <a:lnR>
                      <a:noFill/>
                    </a:lnR>
                    <a:lnT>
                      <a:noFill/>
                    </a:lnT>
                    <a:lnB>
                      <a:noFill/>
                    </a:lnB>
                    <a:solidFill>
                      <a:srgbClr val="FFF3E0"/>
                    </a:solidFill>
                  </a:tcPr>
                </a:tc>
                <a:tc>
                  <a:txBody>
                    <a:bodyPr/>
                    <a:lstStyle/>
                    <a:p>
                      <a:pPr algn="r" fontAlgn="b">
                        <a:buNone/>
                      </a:pPr>
                      <a:r>
                        <a:rPr lang="en-DE" sz="2000" b="0" i="0" u="none" strike="noStrike">
                          <a:solidFill>
                            <a:srgbClr val="000000"/>
                          </a:solidFill>
                          <a:effectLst/>
                          <a:latin typeface="Calibri" panose="020F0502020204030204" pitchFamily="34" charset="0"/>
                        </a:rPr>
                        <a:t>42.909</a:t>
                      </a:r>
                    </a:p>
                  </a:txBody>
                  <a:tcPr marL="3579" marR="3579" marT="3579" marB="0" anchor="b">
                    <a:lnL>
                      <a:noFill/>
                    </a:lnL>
                    <a:lnR>
                      <a:noFill/>
                    </a:lnR>
                    <a:lnT>
                      <a:noFill/>
                    </a:lnT>
                    <a:lnB>
                      <a:noFill/>
                    </a:lnB>
                    <a:solidFill>
                      <a:srgbClr val="E3F2FD"/>
                    </a:solidFill>
                  </a:tcPr>
                </a:tc>
                <a:extLst>
                  <a:ext uri="{0D108BD9-81ED-4DB2-BD59-A6C34878D82A}">
                    <a16:rowId xmlns:a16="http://schemas.microsoft.com/office/drawing/2014/main" val="1137816672"/>
                  </a:ext>
                </a:extLst>
              </a:tr>
              <a:tr h="336555">
                <a:tc>
                  <a:txBody>
                    <a:bodyPr/>
                    <a:lstStyle/>
                    <a:p>
                      <a:pPr algn="l" fontAlgn="b">
                        <a:buNone/>
                      </a:pPr>
                      <a:r>
                        <a:rPr lang="en-GB" sz="2000" b="0" i="0" u="none" strike="noStrike">
                          <a:solidFill>
                            <a:srgbClr val="000000"/>
                          </a:solidFill>
                          <a:effectLst/>
                          <a:latin typeface="Calibri" panose="020F0502020204030204" pitchFamily="34" charset="0"/>
                        </a:rPr>
                        <a:t>+ Oracle support (GBP 650K/yr, retained under BYOL)</a:t>
                      </a:r>
                    </a:p>
                  </a:txBody>
                  <a:tcPr marL="3579" marR="3579" marT="3579" marB="0" anchor="b">
                    <a:lnL>
                      <a:noFill/>
                    </a:lnL>
                    <a:lnR>
                      <a:noFill/>
                    </a:lnR>
                    <a:lnT>
                      <a:noFill/>
                    </a:lnT>
                    <a:lnB>
                      <a:noFill/>
                    </a:lnB>
                    <a:noFill/>
                  </a:tcPr>
                </a:tc>
                <a:tc>
                  <a:txBody>
                    <a:bodyPr/>
                    <a:lstStyle/>
                    <a:p>
                      <a:pPr algn="r" fontAlgn="b">
                        <a:buNone/>
                      </a:pPr>
                      <a:r>
                        <a:rPr lang="en-DE" sz="2000" b="0" i="0" u="none" strike="noStrike">
                          <a:solidFill>
                            <a:srgbClr val="000000"/>
                          </a:solidFill>
                          <a:effectLst/>
                          <a:latin typeface="Calibri" panose="020F0502020204030204" pitchFamily="34" charset="0"/>
                        </a:rPr>
                        <a:t>54.167</a:t>
                      </a:r>
                    </a:p>
                  </a:txBody>
                  <a:tcPr marL="3579" marR="3579" marT="3579" marB="0" anchor="b">
                    <a:lnL>
                      <a:noFill/>
                    </a:lnL>
                    <a:lnR>
                      <a:noFill/>
                    </a:lnR>
                    <a:lnT>
                      <a:noFill/>
                    </a:lnT>
                    <a:lnB>
                      <a:noFill/>
                    </a:lnB>
                    <a:solidFill>
                      <a:srgbClr val="E8F5E9"/>
                    </a:solidFill>
                  </a:tcPr>
                </a:tc>
                <a:tc>
                  <a:txBody>
                    <a:bodyPr/>
                    <a:lstStyle/>
                    <a:p>
                      <a:pPr algn="r" fontAlgn="b">
                        <a:buNone/>
                      </a:pPr>
                      <a:r>
                        <a:rPr lang="en-DE" sz="2000" b="0" i="0" u="none" strike="noStrike">
                          <a:solidFill>
                            <a:srgbClr val="000000"/>
                          </a:solidFill>
                          <a:effectLst/>
                          <a:latin typeface="Calibri" panose="020F0502020204030204" pitchFamily="34" charset="0"/>
                        </a:rPr>
                        <a:t>54.167</a:t>
                      </a:r>
                    </a:p>
                  </a:txBody>
                  <a:tcPr marL="3579" marR="3579" marT="3579" marB="0" anchor="b">
                    <a:lnL>
                      <a:noFill/>
                    </a:lnL>
                    <a:lnR>
                      <a:noFill/>
                    </a:lnR>
                    <a:lnT>
                      <a:noFill/>
                    </a:lnT>
                    <a:lnB>
                      <a:noFill/>
                    </a:lnB>
                    <a:solidFill>
                      <a:srgbClr val="FFF3E0"/>
                    </a:solidFill>
                  </a:tcPr>
                </a:tc>
                <a:tc>
                  <a:txBody>
                    <a:bodyPr/>
                    <a:lstStyle/>
                    <a:p>
                      <a:pPr algn="r" fontAlgn="b">
                        <a:buNone/>
                      </a:pPr>
                      <a:r>
                        <a:rPr lang="en-DE" sz="2000" b="0" i="0" u="none" strike="noStrike">
                          <a:solidFill>
                            <a:srgbClr val="000000"/>
                          </a:solidFill>
                          <a:effectLst/>
                          <a:latin typeface="Calibri" panose="020F0502020204030204" pitchFamily="34" charset="0"/>
                        </a:rPr>
                        <a:t>54.167</a:t>
                      </a:r>
                    </a:p>
                  </a:txBody>
                  <a:tcPr marL="3579" marR="3579" marT="3579" marB="0" anchor="b">
                    <a:lnL>
                      <a:noFill/>
                    </a:lnL>
                    <a:lnR>
                      <a:noFill/>
                    </a:lnR>
                    <a:lnT>
                      <a:noFill/>
                    </a:lnT>
                    <a:lnB>
                      <a:noFill/>
                    </a:lnB>
                    <a:solidFill>
                      <a:srgbClr val="E3F2FD"/>
                    </a:solidFill>
                  </a:tcPr>
                </a:tc>
                <a:extLst>
                  <a:ext uri="{0D108BD9-81ED-4DB2-BD59-A6C34878D82A}">
                    <a16:rowId xmlns:a16="http://schemas.microsoft.com/office/drawing/2014/main" val="24665110"/>
                  </a:ext>
                </a:extLst>
              </a:tr>
              <a:tr h="403085">
                <a:tc>
                  <a:txBody>
                    <a:bodyPr/>
                    <a:lstStyle/>
                    <a:p>
                      <a:pPr algn="l" fontAlgn="b">
                        <a:buNone/>
                      </a:pPr>
                      <a:r>
                        <a:rPr lang="en-GB" sz="2400" b="1" i="0" u="none" strike="noStrike">
                          <a:solidFill>
                            <a:srgbClr val="FFFFFF"/>
                          </a:solidFill>
                          <a:effectLst/>
                          <a:latin typeface="Calibri" panose="020F0502020204030204" pitchFamily="34" charset="0"/>
                        </a:rPr>
                        <a:t>COMPLETE VIEW TOTAL (Monthly)</a:t>
                      </a:r>
                    </a:p>
                  </a:txBody>
                  <a:tcPr marL="3579" marR="3579" marT="3579" marB="0" anchor="b">
                    <a:lnL>
                      <a:noFill/>
                    </a:lnL>
                    <a:lnR>
                      <a:noFill/>
                    </a:lnR>
                    <a:lnT>
                      <a:noFill/>
                    </a:lnT>
                    <a:lnB>
                      <a:noFill/>
                    </a:lnB>
                    <a:solidFill>
                      <a:srgbClr val="1F4E79"/>
                    </a:solidFill>
                  </a:tcPr>
                </a:tc>
                <a:tc>
                  <a:txBody>
                    <a:bodyPr/>
                    <a:lstStyle/>
                    <a:p>
                      <a:pPr algn="r" fontAlgn="b">
                        <a:buNone/>
                      </a:pPr>
                      <a:r>
                        <a:rPr lang="en-DE" sz="2400" b="1" i="0" u="none" strike="noStrike">
                          <a:solidFill>
                            <a:srgbClr val="FFFFFF"/>
                          </a:solidFill>
                          <a:effectLst/>
                          <a:latin typeface="Calibri" panose="020F0502020204030204" pitchFamily="34" charset="0"/>
                        </a:rPr>
                        <a:t>258.227</a:t>
                      </a:r>
                    </a:p>
                  </a:txBody>
                  <a:tcPr marL="3579" marR="3579" marT="3579" marB="0" anchor="b">
                    <a:lnL>
                      <a:noFill/>
                    </a:lnL>
                    <a:lnR>
                      <a:noFill/>
                    </a:lnR>
                    <a:lnT>
                      <a:noFill/>
                    </a:lnT>
                    <a:lnB>
                      <a:noFill/>
                    </a:lnB>
                    <a:solidFill>
                      <a:srgbClr val="1F4E79"/>
                    </a:solidFill>
                  </a:tcPr>
                </a:tc>
                <a:tc>
                  <a:txBody>
                    <a:bodyPr/>
                    <a:lstStyle/>
                    <a:p>
                      <a:pPr algn="r" fontAlgn="b">
                        <a:buNone/>
                      </a:pPr>
                      <a:r>
                        <a:rPr lang="en-DE" sz="2400" b="1" i="0" u="none" strike="noStrike">
                          <a:solidFill>
                            <a:srgbClr val="FFFFFF"/>
                          </a:solidFill>
                          <a:effectLst/>
                          <a:latin typeface="Calibri" panose="020F0502020204030204" pitchFamily="34" charset="0"/>
                        </a:rPr>
                        <a:t>268.495</a:t>
                      </a:r>
                    </a:p>
                  </a:txBody>
                  <a:tcPr marL="3579" marR="3579" marT="3579" marB="0" anchor="b">
                    <a:lnL>
                      <a:noFill/>
                    </a:lnL>
                    <a:lnR>
                      <a:noFill/>
                    </a:lnR>
                    <a:lnT>
                      <a:noFill/>
                    </a:lnT>
                    <a:lnB>
                      <a:noFill/>
                    </a:lnB>
                    <a:solidFill>
                      <a:srgbClr val="1F4E79"/>
                    </a:solidFill>
                  </a:tcPr>
                </a:tc>
                <a:tc>
                  <a:txBody>
                    <a:bodyPr/>
                    <a:lstStyle/>
                    <a:p>
                      <a:pPr algn="r" fontAlgn="b">
                        <a:buNone/>
                      </a:pPr>
                      <a:r>
                        <a:rPr lang="en-DE" sz="2400" b="1" i="0" u="none" strike="noStrike">
                          <a:solidFill>
                            <a:srgbClr val="FFFFFF"/>
                          </a:solidFill>
                          <a:effectLst/>
                          <a:latin typeface="Calibri" panose="020F0502020204030204" pitchFamily="34" charset="0"/>
                        </a:rPr>
                        <a:t>344.464</a:t>
                      </a:r>
                    </a:p>
                  </a:txBody>
                  <a:tcPr marL="3579" marR="3579" marT="3579" marB="0" anchor="b">
                    <a:lnL>
                      <a:noFill/>
                    </a:lnL>
                    <a:lnR>
                      <a:noFill/>
                    </a:lnR>
                    <a:lnT>
                      <a:noFill/>
                    </a:lnT>
                    <a:lnB>
                      <a:noFill/>
                    </a:lnB>
                    <a:solidFill>
                      <a:srgbClr val="1F4E79"/>
                    </a:solidFill>
                  </a:tcPr>
                </a:tc>
                <a:extLst>
                  <a:ext uri="{0D108BD9-81ED-4DB2-BD59-A6C34878D82A}">
                    <a16:rowId xmlns:a16="http://schemas.microsoft.com/office/drawing/2014/main" val="2884233559"/>
                  </a:ext>
                </a:extLst>
              </a:tr>
              <a:tr h="403085">
                <a:tc>
                  <a:txBody>
                    <a:bodyPr/>
                    <a:lstStyle/>
                    <a:p>
                      <a:pPr algn="l" fontAlgn="b">
                        <a:buNone/>
                      </a:pPr>
                      <a:r>
                        <a:rPr lang="en-GB" sz="2400" b="1" i="0" u="none" strike="noStrike">
                          <a:solidFill>
                            <a:srgbClr val="FFFFFF"/>
                          </a:solidFill>
                          <a:effectLst/>
                          <a:latin typeface="Calibri" panose="020F0502020204030204" pitchFamily="34" charset="0"/>
                        </a:rPr>
                        <a:t>COMPLETE VIEW TOTAL (Annual)</a:t>
                      </a:r>
                    </a:p>
                  </a:txBody>
                  <a:tcPr marL="3579" marR="3579" marT="3579" marB="0" anchor="b">
                    <a:lnL>
                      <a:noFill/>
                    </a:lnL>
                    <a:lnR>
                      <a:noFill/>
                    </a:lnR>
                    <a:lnT>
                      <a:noFill/>
                    </a:lnT>
                    <a:lnB>
                      <a:noFill/>
                    </a:lnB>
                    <a:solidFill>
                      <a:srgbClr val="1F4E79"/>
                    </a:solidFill>
                  </a:tcPr>
                </a:tc>
                <a:tc>
                  <a:txBody>
                    <a:bodyPr/>
                    <a:lstStyle/>
                    <a:p>
                      <a:pPr algn="r" fontAlgn="b">
                        <a:buNone/>
                      </a:pPr>
                      <a:r>
                        <a:rPr lang="en-DE" sz="2400" b="1" i="0" u="none" strike="noStrike">
                          <a:solidFill>
                            <a:srgbClr val="FFFFFF"/>
                          </a:solidFill>
                          <a:effectLst/>
                          <a:latin typeface="Calibri" panose="020F0502020204030204" pitchFamily="34" charset="0"/>
                        </a:rPr>
                        <a:t>3.098.724</a:t>
                      </a:r>
                    </a:p>
                  </a:txBody>
                  <a:tcPr marL="3579" marR="3579" marT="3579" marB="0" anchor="b">
                    <a:lnL>
                      <a:noFill/>
                    </a:lnL>
                    <a:lnR>
                      <a:noFill/>
                    </a:lnR>
                    <a:lnT>
                      <a:noFill/>
                    </a:lnT>
                    <a:lnB>
                      <a:noFill/>
                    </a:lnB>
                    <a:solidFill>
                      <a:srgbClr val="1F4E79"/>
                    </a:solidFill>
                  </a:tcPr>
                </a:tc>
                <a:tc>
                  <a:txBody>
                    <a:bodyPr/>
                    <a:lstStyle/>
                    <a:p>
                      <a:pPr algn="r" fontAlgn="b">
                        <a:buNone/>
                      </a:pPr>
                      <a:r>
                        <a:rPr lang="en-DE" sz="2400" b="1" i="0" u="none" strike="noStrike">
                          <a:solidFill>
                            <a:srgbClr val="FFFFFF"/>
                          </a:solidFill>
                          <a:effectLst/>
                          <a:latin typeface="Calibri" panose="020F0502020204030204" pitchFamily="34" charset="0"/>
                        </a:rPr>
                        <a:t>3.221.940</a:t>
                      </a:r>
                    </a:p>
                  </a:txBody>
                  <a:tcPr marL="3579" marR="3579" marT="3579" marB="0" anchor="b">
                    <a:lnL>
                      <a:noFill/>
                    </a:lnL>
                    <a:lnR>
                      <a:noFill/>
                    </a:lnR>
                    <a:lnT>
                      <a:noFill/>
                    </a:lnT>
                    <a:lnB>
                      <a:noFill/>
                    </a:lnB>
                    <a:solidFill>
                      <a:srgbClr val="1F4E79"/>
                    </a:solidFill>
                  </a:tcPr>
                </a:tc>
                <a:tc>
                  <a:txBody>
                    <a:bodyPr/>
                    <a:lstStyle/>
                    <a:p>
                      <a:pPr algn="r" fontAlgn="b">
                        <a:buNone/>
                      </a:pPr>
                      <a:r>
                        <a:rPr lang="en-DE" sz="2400" b="1" i="0" u="none" strike="noStrike">
                          <a:solidFill>
                            <a:srgbClr val="FFFFFF"/>
                          </a:solidFill>
                          <a:effectLst/>
                          <a:latin typeface="Calibri" panose="020F0502020204030204" pitchFamily="34" charset="0"/>
                        </a:rPr>
                        <a:t>4.133.568</a:t>
                      </a:r>
                    </a:p>
                  </a:txBody>
                  <a:tcPr marL="3579" marR="3579" marT="3579" marB="0" anchor="b">
                    <a:lnL>
                      <a:noFill/>
                    </a:lnL>
                    <a:lnR>
                      <a:noFill/>
                    </a:lnR>
                    <a:lnT>
                      <a:noFill/>
                    </a:lnT>
                    <a:lnB>
                      <a:noFill/>
                    </a:lnB>
                    <a:solidFill>
                      <a:srgbClr val="1F4E79"/>
                    </a:solidFill>
                  </a:tcPr>
                </a:tc>
                <a:extLst>
                  <a:ext uri="{0D108BD9-81ED-4DB2-BD59-A6C34878D82A}">
                    <a16:rowId xmlns:a16="http://schemas.microsoft.com/office/drawing/2014/main" val="2780842579"/>
                  </a:ext>
                </a:extLst>
              </a:tr>
              <a:tr h="134341">
                <a:tc>
                  <a:txBody>
                    <a:bodyPr/>
                    <a:lstStyle/>
                    <a:p>
                      <a:pPr algn="l" fontAlgn="b">
                        <a:buNone/>
                      </a:pPr>
                      <a:endParaRPr lang="en-DE" sz="800" b="0" i="0" u="none" strike="noStrike">
                        <a:solidFill>
                          <a:srgbClr val="000000"/>
                        </a:solidFill>
                        <a:effectLst/>
                        <a:latin typeface="Calibri" panose="020F0502020204030204" pitchFamily="34" charset="0"/>
                      </a:endParaRPr>
                    </a:p>
                  </a:txBody>
                  <a:tcPr marL="3579" marR="3579" marT="3579" marB="0" anchor="b">
                    <a:lnL>
                      <a:noFill/>
                    </a:lnL>
                    <a:lnR>
                      <a:noFill/>
                    </a:lnR>
                    <a:lnT>
                      <a:noFill/>
                    </a:lnT>
                    <a:lnB>
                      <a:noFill/>
                    </a:lnB>
                    <a:noFill/>
                  </a:tcPr>
                </a:tc>
                <a:tc>
                  <a:txBody>
                    <a:bodyPr/>
                    <a:lstStyle/>
                    <a:p>
                      <a:pPr algn="l" fontAlgn="b">
                        <a:buNone/>
                      </a:pPr>
                      <a:endParaRPr lang="en-DE" sz="800" b="0" i="0" u="none" strike="noStrike">
                        <a:solidFill>
                          <a:srgbClr val="000000"/>
                        </a:solidFill>
                        <a:effectLst/>
                        <a:latin typeface="Calibri" panose="020F0502020204030204" pitchFamily="34" charset="0"/>
                      </a:endParaRPr>
                    </a:p>
                  </a:txBody>
                  <a:tcPr marL="3579" marR="3579" marT="3579" marB="0" anchor="b">
                    <a:lnL>
                      <a:noFill/>
                    </a:lnL>
                    <a:lnR>
                      <a:noFill/>
                    </a:lnR>
                    <a:lnT>
                      <a:noFill/>
                    </a:lnT>
                    <a:lnB>
                      <a:noFill/>
                    </a:lnB>
                    <a:noFill/>
                  </a:tcPr>
                </a:tc>
                <a:tc>
                  <a:txBody>
                    <a:bodyPr/>
                    <a:lstStyle/>
                    <a:p>
                      <a:pPr algn="l" fontAlgn="b">
                        <a:buNone/>
                      </a:pPr>
                      <a:endParaRPr lang="en-DE" sz="800" b="0" i="0" u="none" strike="noStrike">
                        <a:solidFill>
                          <a:srgbClr val="000000"/>
                        </a:solidFill>
                        <a:effectLst/>
                        <a:latin typeface="Calibri" panose="020F0502020204030204" pitchFamily="34" charset="0"/>
                      </a:endParaRPr>
                    </a:p>
                  </a:txBody>
                  <a:tcPr marL="3579" marR="3579" marT="3579" marB="0" anchor="b">
                    <a:lnL>
                      <a:noFill/>
                    </a:lnL>
                    <a:lnR>
                      <a:noFill/>
                    </a:lnR>
                    <a:lnT>
                      <a:noFill/>
                    </a:lnT>
                    <a:lnB>
                      <a:noFill/>
                    </a:lnB>
                    <a:noFill/>
                  </a:tcPr>
                </a:tc>
                <a:tc>
                  <a:txBody>
                    <a:bodyPr/>
                    <a:lstStyle/>
                    <a:p>
                      <a:pPr algn="l" fontAlgn="b">
                        <a:buNone/>
                      </a:pPr>
                      <a:endParaRPr lang="en-DE" sz="800" b="0" i="0" u="none" strike="noStrike">
                        <a:solidFill>
                          <a:srgbClr val="000000"/>
                        </a:solidFill>
                        <a:effectLst/>
                        <a:latin typeface="Calibri" panose="020F0502020204030204" pitchFamily="34" charset="0"/>
                      </a:endParaRPr>
                    </a:p>
                  </a:txBody>
                  <a:tcPr marL="3579" marR="3579" marT="3579" marB="0" anchor="b">
                    <a:lnL>
                      <a:noFill/>
                    </a:lnL>
                    <a:lnR>
                      <a:noFill/>
                    </a:lnR>
                    <a:lnT>
                      <a:noFill/>
                    </a:lnT>
                    <a:lnB>
                      <a:noFill/>
                    </a:lnB>
                    <a:noFill/>
                  </a:tcPr>
                </a:tc>
                <a:extLst>
                  <a:ext uri="{0D108BD9-81ED-4DB2-BD59-A6C34878D82A}">
                    <a16:rowId xmlns:a16="http://schemas.microsoft.com/office/drawing/2014/main" val="2872609472"/>
                  </a:ext>
                </a:extLst>
              </a:tr>
              <a:tr h="336555">
                <a:tc gridSpan="4">
                  <a:txBody>
                    <a:bodyPr/>
                    <a:lstStyle/>
                    <a:p>
                      <a:pPr algn="l" fontAlgn="b">
                        <a:buNone/>
                      </a:pPr>
                      <a:r>
                        <a:rPr lang="en-GB" sz="2000" b="1" i="0" u="none" strike="noStrike">
                          <a:solidFill>
                            <a:srgbClr val="000000"/>
                          </a:solidFill>
                          <a:effectLst/>
                          <a:latin typeface="Calibri" panose="020F0502020204030204" pitchFamily="34" charset="0"/>
                        </a:rPr>
                        <a:t>WITH INDICATIVE EGRESS (100TB/mo) - illustrative, Phase 2 to quantify actual volume</a:t>
                      </a:r>
                    </a:p>
                  </a:txBody>
                  <a:tcPr marL="3579" marR="3579" marT="3579" marB="0" anchor="b">
                    <a:lnL>
                      <a:noFill/>
                    </a:lnL>
                    <a:lnR>
                      <a:noFill/>
                    </a:lnR>
                    <a:lnT>
                      <a:noFill/>
                    </a:lnT>
                    <a:lnB>
                      <a:noFill/>
                    </a:lnB>
                    <a:solidFill>
                      <a:srgbClr val="D6DCE4"/>
                    </a:solidFill>
                  </a:tcPr>
                </a:tc>
                <a:tc hMerge="1">
                  <a:txBody>
                    <a:bodyPr/>
                    <a:lstStyle/>
                    <a:p>
                      <a:endParaRPr lang="en-GB"/>
                    </a:p>
                  </a:txBody>
                  <a:tcPr/>
                </a:tc>
                <a:tc hMerge="1">
                  <a:txBody>
                    <a:bodyPr/>
                    <a:lstStyle/>
                    <a:p>
                      <a:endParaRPr lang="en-GB"/>
                    </a:p>
                  </a:txBody>
                  <a:tcPr/>
                </a:tc>
                <a:tc hMerge="1">
                  <a:txBody>
                    <a:bodyPr/>
                    <a:lstStyle/>
                    <a:p>
                      <a:endParaRPr lang="en-GB"/>
                    </a:p>
                  </a:txBody>
                  <a:tcPr/>
                </a:tc>
                <a:extLst>
                  <a:ext uri="{0D108BD9-81ED-4DB2-BD59-A6C34878D82A}">
                    <a16:rowId xmlns:a16="http://schemas.microsoft.com/office/drawing/2014/main" val="1427502218"/>
                  </a:ext>
                </a:extLst>
              </a:tr>
              <a:tr h="336555">
                <a:tc>
                  <a:txBody>
                    <a:bodyPr/>
                    <a:lstStyle/>
                    <a:p>
                      <a:pPr algn="l" fontAlgn="b">
                        <a:buNone/>
                      </a:pPr>
                      <a:r>
                        <a:rPr lang="en-GB" sz="2000" b="0" i="0" u="none" strike="noStrike">
                          <a:solidFill>
                            <a:srgbClr val="000000"/>
                          </a:solidFill>
                          <a:effectLst/>
                          <a:latin typeface="Calibri" panose="020F0502020204030204" pitchFamily="34" charset="0"/>
                        </a:rPr>
                        <a:t>+ Internet egress at 100TB/mo</a:t>
                      </a:r>
                    </a:p>
                  </a:txBody>
                  <a:tcPr marL="3579" marR="3579" marT="3579" marB="0" anchor="b">
                    <a:lnL>
                      <a:noFill/>
                    </a:lnL>
                    <a:lnR>
                      <a:noFill/>
                    </a:lnR>
                    <a:lnT>
                      <a:noFill/>
                    </a:lnT>
                    <a:lnB>
                      <a:noFill/>
                    </a:lnB>
                    <a:noFill/>
                  </a:tcPr>
                </a:tc>
                <a:tc>
                  <a:txBody>
                    <a:bodyPr/>
                    <a:lstStyle/>
                    <a:p>
                      <a:pPr algn="r" fontAlgn="b">
                        <a:buNone/>
                      </a:pPr>
                      <a:r>
                        <a:rPr lang="en-DE" sz="2000" b="0" i="0" u="none" strike="noStrike">
                          <a:solidFill>
                            <a:srgbClr val="000000"/>
                          </a:solidFill>
                          <a:effectLst/>
                          <a:latin typeface="Calibri" panose="020F0502020204030204" pitchFamily="34" charset="0"/>
                        </a:rPr>
                        <a:t>6.274</a:t>
                      </a:r>
                    </a:p>
                  </a:txBody>
                  <a:tcPr marL="3579" marR="3579" marT="3579" marB="0" anchor="b">
                    <a:lnL>
                      <a:noFill/>
                    </a:lnL>
                    <a:lnR>
                      <a:noFill/>
                    </a:lnR>
                    <a:lnT>
                      <a:noFill/>
                    </a:lnT>
                    <a:lnB>
                      <a:noFill/>
                    </a:lnB>
                    <a:solidFill>
                      <a:srgbClr val="E8F5E9"/>
                    </a:solidFill>
                  </a:tcPr>
                </a:tc>
                <a:tc>
                  <a:txBody>
                    <a:bodyPr/>
                    <a:lstStyle/>
                    <a:p>
                      <a:pPr algn="r" fontAlgn="b">
                        <a:buNone/>
                      </a:pPr>
                      <a:r>
                        <a:rPr lang="en-DE" sz="2000" b="0" i="0" u="none" strike="noStrike">
                          <a:solidFill>
                            <a:srgbClr val="000000"/>
                          </a:solidFill>
                          <a:effectLst/>
                          <a:latin typeface="Calibri" panose="020F0502020204030204" pitchFamily="34" charset="0"/>
                        </a:rPr>
                        <a:t>5.889</a:t>
                      </a:r>
                    </a:p>
                  </a:txBody>
                  <a:tcPr marL="3579" marR="3579" marT="3579" marB="0" anchor="b">
                    <a:lnL>
                      <a:noFill/>
                    </a:lnL>
                    <a:lnR>
                      <a:noFill/>
                    </a:lnR>
                    <a:lnT>
                      <a:noFill/>
                    </a:lnT>
                    <a:lnB>
                      <a:noFill/>
                    </a:lnB>
                    <a:solidFill>
                      <a:srgbClr val="FFF3E0"/>
                    </a:solidFill>
                  </a:tcPr>
                </a:tc>
                <a:tc>
                  <a:txBody>
                    <a:bodyPr/>
                    <a:lstStyle/>
                    <a:p>
                      <a:pPr algn="r" fontAlgn="b">
                        <a:buNone/>
                      </a:pPr>
                      <a:r>
                        <a:rPr lang="en-DE" sz="2000" b="0" i="0" u="none" strike="noStrike">
                          <a:solidFill>
                            <a:srgbClr val="000000"/>
                          </a:solidFill>
                          <a:effectLst/>
                          <a:latin typeface="Calibri" panose="020F0502020204030204" pitchFamily="34" charset="0"/>
                        </a:rPr>
                        <a:t>4.832</a:t>
                      </a:r>
                    </a:p>
                  </a:txBody>
                  <a:tcPr marL="3579" marR="3579" marT="3579" marB="0" anchor="b">
                    <a:lnL>
                      <a:noFill/>
                    </a:lnL>
                    <a:lnR>
                      <a:noFill/>
                    </a:lnR>
                    <a:lnT>
                      <a:noFill/>
                    </a:lnT>
                    <a:lnB>
                      <a:noFill/>
                    </a:lnB>
                    <a:solidFill>
                      <a:srgbClr val="E3F2FD"/>
                    </a:solidFill>
                  </a:tcPr>
                </a:tc>
                <a:extLst>
                  <a:ext uri="{0D108BD9-81ED-4DB2-BD59-A6C34878D82A}">
                    <a16:rowId xmlns:a16="http://schemas.microsoft.com/office/drawing/2014/main" val="31544034"/>
                  </a:ext>
                </a:extLst>
              </a:tr>
              <a:tr h="403085">
                <a:tc>
                  <a:txBody>
                    <a:bodyPr/>
                    <a:lstStyle/>
                    <a:p>
                      <a:pPr algn="l" fontAlgn="b">
                        <a:buNone/>
                      </a:pPr>
                      <a:r>
                        <a:rPr lang="en-GB" sz="2400" b="1" i="0" u="none" strike="noStrike">
                          <a:solidFill>
                            <a:srgbClr val="FFFFFF"/>
                          </a:solidFill>
                          <a:effectLst/>
                          <a:latin typeface="Calibri" panose="020F0502020204030204" pitchFamily="34" charset="0"/>
                        </a:rPr>
                        <a:t>COMPLETE VIEW + EGRESS (Monthly)</a:t>
                      </a:r>
                    </a:p>
                  </a:txBody>
                  <a:tcPr marL="3579" marR="3579" marT="3579" marB="0" anchor="b">
                    <a:lnL>
                      <a:noFill/>
                    </a:lnL>
                    <a:lnR>
                      <a:noFill/>
                    </a:lnR>
                    <a:lnT>
                      <a:noFill/>
                    </a:lnT>
                    <a:lnB>
                      <a:noFill/>
                    </a:lnB>
                    <a:solidFill>
                      <a:srgbClr val="1F4E79"/>
                    </a:solidFill>
                  </a:tcPr>
                </a:tc>
                <a:tc>
                  <a:txBody>
                    <a:bodyPr/>
                    <a:lstStyle/>
                    <a:p>
                      <a:pPr algn="r" fontAlgn="b">
                        <a:buNone/>
                      </a:pPr>
                      <a:r>
                        <a:rPr lang="en-DE" sz="2400" b="1" i="0" u="none" strike="noStrike">
                          <a:solidFill>
                            <a:srgbClr val="FFFFFF"/>
                          </a:solidFill>
                          <a:effectLst/>
                          <a:latin typeface="Calibri" panose="020F0502020204030204" pitchFamily="34" charset="0"/>
                        </a:rPr>
                        <a:t>264.501</a:t>
                      </a:r>
                    </a:p>
                  </a:txBody>
                  <a:tcPr marL="3579" marR="3579" marT="3579" marB="0" anchor="b">
                    <a:lnL>
                      <a:noFill/>
                    </a:lnL>
                    <a:lnR>
                      <a:noFill/>
                    </a:lnR>
                    <a:lnT>
                      <a:noFill/>
                    </a:lnT>
                    <a:lnB>
                      <a:noFill/>
                    </a:lnB>
                    <a:solidFill>
                      <a:srgbClr val="1F4E79"/>
                    </a:solidFill>
                  </a:tcPr>
                </a:tc>
                <a:tc>
                  <a:txBody>
                    <a:bodyPr/>
                    <a:lstStyle/>
                    <a:p>
                      <a:pPr algn="r" fontAlgn="b">
                        <a:buNone/>
                      </a:pPr>
                      <a:r>
                        <a:rPr lang="en-DE" sz="2400" b="1" i="0" u="none" strike="noStrike">
                          <a:solidFill>
                            <a:srgbClr val="FFFFFF"/>
                          </a:solidFill>
                          <a:effectLst/>
                          <a:latin typeface="Calibri" panose="020F0502020204030204" pitchFamily="34" charset="0"/>
                        </a:rPr>
                        <a:t>274.384</a:t>
                      </a:r>
                    </a:p>
                  </a:txBody>
                  <a:tcPr marL="3579" marR="3579" marT="3579" marB="0" anchor="b">
                    <a:lnL>
                      <a:noFill/>
                    </a:lnL>
                    <a:lnR>
                      <a:noFill/>
                    </a:lnR>
                    <a:lnT>
                      <a:noFill/>
                    </a:lnT>
                    <a:lnB>
                      <a:noFill/>
                    </a:lnB>
                    <a:solidFill>
                      <a:srgbClr val="1F4E79"/>
                    </a:solidFill>
                  </a:tcPr>
                </a:tc>
                <a:tc>
                  <a:txBody>
                    <a:bodyPr/>
                    <a:lstStyle/>
                    <a:p>
                      <a:pPr algn="r" fontAlgn="b">
                        <a:buNone/>
                      </a:pPr>
                      <a:r>
                        <a:rPr lang="en-DE" sz="2400" b="1" i="0" u="none" strike="noStrike">
                          <a:solidFill>
                            <a:srgbClr val="FFFFFF"/>
                          </a:solidFill>
                          <a:effectLst/>
                          <a:latin typeface="Calibri" panose="020F0502020204030204" pitchFamily="34" charset="0"/>
                        </a:rPr>
                        <a:t>349.296</a:t>
                      </a:r>
                    </a:p>
                  </a:txBody>
                  <a:tcPr marL="3579" marR="3579" marT="3579" marB="0" anchor="b">
                    <a:lnL>
                      <a:noFill/>
                    </a:lnL>
                    <a:lnR>
                      <a:noFill/>
                    </a:lnR>
                    <a:lnT>
                      <a:noFill/>
                    </a:lnT>
                    <a:lnB>
                      <a:noFill/>
                    </a:lnB>
                    <a:solidFill>
                      <a:srgbClr val="1F4E79"/>
                    </a:solidFill>
                  </a:tcPr>
                </a:tc>
                <a:extLst>
                  <a:ext uri="{0D108BD9-81ED-4DB2-BD59-A6C34878D82A}">
                    <a16:rowId xmlns:a16="http://schemas.microsoft.com/office/drawing/2014/main" val="3220287520"/>
                  </a:ext>
                </a:extLst>
              </a:tr>
              <a:tr h="403085">
                <a:tc>
                  <a:txBody>
                    <a:bodyPr/>
                    <a:lstStyle/>
                    <a:p>
                      <a:pPr algn="l" fontAlgn="b">
                        <a:buNone/>
                      </a:pPr>
                      <a:r>
                        <a:rPr lang="en-GB" sz="2400" b="1" i="0" u="none" strike="noStrike">
                          <a:solidFill>
                            <a:srgbClr val="FFFFFF"/>
                          </a:solidFill>
                          <a:effectLst/>
                          <a:latin typeface="Calibri" panose="020F0502020204030204" pitchFamily="34" charset="0"/>
                        </a:rPr>
                        <a:t>COMPLETE VIEW + EGRESS (Annual)</a:t>
                      </a:r>
                    </a:p>
                  </a:txBody>
                  <a:tcPr marL="3579" marR="3579" marT="3579" marB="0" anchor="b">
                    <a:lnL>
                      <a:noFill/>
                    </a:lnL>
                    <a:lnR>
                      <a:noFill/>
                    </a:lnR>
                    <a:lnT>
                      <a:noFill/>
                    </a:lnT>
                    <a:lnB>
                      <a:noFill/>
                    </a:lnB>
                    <a:solidFill>
                      <a:srgbClr val="1F4E79"/>
                    </a:solidFill>
                  </a:tcPr>
                </a:tc>
                <a:tc>
                  <a:txBody>
                    <a:bodyPr/>
                    <a:lstStyle/>
                    <a:p>
                      <a:pPr algn="r" fontAlgn="b">
                        <a:buNone/>
                      </a:pPr>
                      <a:r>
                        <a:rPr lang="en-DE" sz="2400" b="1" i="0" u="none" strike="noStrike">
                          <a:solidFill>
                            <a:srgbClr val="FFFFFF"/>
                          </a:solidFill>
                          <a:effectLst/>
                          <a:latin typeface="Calibri" panose="020F0502020204030204" pitchFamily="34" charset="0"/>
                        </a:rPr>
                        <a:t>3.174.012</a:t>
                      </a:r>
                    </a:p>
                  </a:txBody>
                  <a:tcPr marL="3579" marR="3579" marT="3579" marB="0" anchor="b">
                    <a:lnL>
                      <a:noFill/>
                    </a:lnL>
                    <a:lnR>
                      <a:noFill/>
                    </a:lnR>
                    <a:lnT>
                      <a:noFill/>
                    </a:lnT>
                    <a:lnB>
                      <a:noFill/>
                    </a:lnB>
                    <a:solidFill>
                      <a:srgbClr val="1F4E79"/>
                    </a:solidFill>
                  </a:tcPr>
                </a:tc>
                <a:tc>
                  <a:txBody>
                    <a:bodyPr/>
                    <a:lstStyle/>
                    <a:p>
                      <a:pPr algn="r" fontAlgn="b">
                        <a:buNone/>
                      </a:pPr>
                      <a:r>
                        <a:rPr lang="en-DE" sz="2400" b="1" i="0" u="none" strike="noStrike">
                          <a:solidFill>
                            <a:srgbClr val="FFFFFF"/>
                          </a:solidFill>
                          <a:effectLst/>
                          <a:latin typeface="Calibri" panose="020F0502020204030204" pitchFamily="34" charset="0"/>
                        </a:rPr>
                        <a:t>3.292.608</a:t>
                      </a:r>
                    </a:p>
                  </a:txBody>
                  <a:tcPr marL="3579" marR="3579" marT="3579" marB="0" anchor="b">
                    <a:lnL>
                      <a:noFill/>
                    </a:lnL>
                    <a:lnR>
                      <a:noFill/>
                    </a:lnR>
                    <a:lnT>
                      <a:noFill/>
                    </a:lnT>
                    <a:lnB>
                      <a:noFill/>
                    </a:lnB>
                    <a:solidFill>
                      <a:srgbClr val="1F4E79"/>
                    </a:solidFill>
                  </a:tcPr>
                </a:tc>
                <a:tc>
                  <a:txBody>
                    <a:bodyPr/>
                    <a:lstStyle/>
                    <a:p>
                      <a:pPr algn="r" fontAlgn="b">
                        <a:buNone/>
                      </a:pPr>
                      <a:r>
                        <a:rPr lang="en-DE" sz="2400" b="1" i="0" u="none" strike="noStrike">
                          <a:solidFill>
                            <a:srgbClr val="FFFFFF"/>
                          </a:solidFill>
                          <a:effectLst/>
                          <a:latin typeface="Calibri" panose="020F0502020204030204" pitchFamily="34" charset="0"/>
                        </a:rPr>
                        <a:t>4.191.552</a:t>
                      </a:r>
                    </a:p>
                  </a:txBody>
                  <a:tcPr marL="3579" marR="3579" marT="3579" marB="0" anchor="b">
                    <a:lnL>
                      <a:noFill/>
                    </a:lnL>
                    <a:lnR>
                      <a:noFill/>
                    </a:lnR>
                    <a:lnT>
                      <a:noFill/>
                    </a:lnT>
                    <a:lnB>
                      <a:noFill/>
                    </a:lnB>
                    <a:solidFill>
                      <a:srgbClr val="1F4E79"/>
                    </a:solidFill>
                  </a:tcPr>
                </a:tc>
                <a:extLst>
                  <a:ext uri="{0D108BD9-81ED-4DB2-BD59-A6C34878D82A}">
                    <a16:rowId xmlns:a16="http://schemas.microsoft.com/office/drawing/2014/main" val="2479566585"/>
                  </a:ext>
                </a:extLst>
              </a:tr>
            </a:tbl>
          </a:graphicData>
        </a:graphic>
      </p:graphicFrame>
      <p:sp>
        <p:nvSpPr>
          <p:cNvPr id="12" name="TextBox 11">
            <a:extLst>
              <a:ext uri="{FF2B5EF4-FFF2-40B4-BE49-F238E27FC236}">
                <a16:creationId xmlns:a16="http://schemas.microsoft.com/office/drawing/2014/main" id="{7CB5F6D8-648A-4156-C69B-39B74037DA41}"/>
              </a:ext>
            </a:extLst>
          </p:cNvPr>
          <p:cNvSpPr txBox="1"/>
          <p:nvPr/>
        </p:nvSpPr>
        <p:spPr>
          <a:xfrm>
            <a:off x="293714" y="2767695"/>
            <a:ext cx="8048181" cy="1815882"/>
          </a:xfrm>
          <a:prstGeom prst="rect">
            <a:avLst/>
          </a:prstGeom>
          <a:noFill/>
        </p:spPr>
        <p:txBody>
          <a:bodyPr wrap="square" rtlCol="0">
            <a:spAutoFit/>
          </a:bodyPr>
          <a:lstStyle/>
          <a:p>
            <a:pPr algn="l"/>
            <a:r>
              <a:rPr lang="en-GB" sz="2800">
                <a:solidFill>
                  <a:srgbClr val="FF0000"/>
                </a:solidFill>
                <a:latin typeface="Fira Sans" panose="020B0503050000020004" pitchFamily="34" charset="0"/>
              </a:rPr>
              <a:t>Key Points:</a:t>
            </a:r>
          </a:p>
          <a:p>
            <a:pPr marL="285750" indent="-285750">
              <a:buClr>
                <a:srgbClr val="FF0000"/>
              </a:buClr>
              <a:buFont typeface="Arial" panose="020B0604020202020204" pitchFamily="34" charset="0"/>
              <a:buChar char="•"/>
            </a:pPr>
            <a:r>
              <a:rPr lang="en-GB" sz="2800">
                <a:latin typeface="Fira Sans" panose="020B0503050000020004" pitchFamily="34" charset="0"/>
              </a:rPr>
              <a:t>Windows BYOL – 2019 Only vs AHB</a:t>
            </a:r>
          </a:p>
          <a:p>
            <a:pPr marL="285750" indent="-285750">
              <a:buClr>
                <a:srgbClr val="FF0000"/>
              </a:buClr>
              <a:buFont typeface="Arial" panose="020B0604020202020204" pitchFamily="34" charset="0"/>
              <a:buChar char="•"/>
            </a:pPr>
            <a:r>
              <a:rPr lang="en-GB" sz="2800">
                <a:latin typeface="Fira Sans" panose="020B0503050000020004" pitchFamily="34" charset="0"/>
              </a:rPr>
              <a:t>SQL ???</a:t>
            </a:r>
          </a:p>
          <a:p>
            <a:pPr marL="285750" indent="-285750">
              <a:buClr>
                <a:srgbClr val="FF0000"/>
              </a:buClr>
              <a:buFont typeface="Arial" panose="020B0604020202020204" pitchFamily="34" charset="0"/>
              <a:buChar char="•"/>
            </a:pPr>
            <a:endParaRPr lang="en-GB" sz="2800">
              <a:latin typeface="Fira Sans" panose="020B0503050000020004" pitchFamily="34" charset="0"/>
            </a:endParaRPr>
          </a:p>
        </p:txBody>
      </p:sp>
    </p:spTree>
    <p:extLst>
      <p:ext uri="{BB962C8B-B14F-4D97-AF65-F5344CB8AC3E}">
        <p14:creationId xmlns:p14="http://schemas.microsoft.com/office/powerpoint/2010/main" val="166765345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2A6434-335C-3241-F512-291243EFDCAF}"/>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6DA1E31D-4ABA-C2DB-35F8-ACEE819BD521}"/>
              </a:ext>
            </a:extLst>
          </p:cNvPr>
          <p:cNvSpPr>
            <a:spLocks noGrp="1"/>
          </p:cNvSpPr>
          <p:nvPr>
            <p:ph type="sldNum" sz="quarter" idx="4"/>
          </p:nvPr>
        </p:nvSpPr>
        <p:spPr>
          <a:xfrm>
            <a:off x="22331085" y="13027080"/>
            <a:ext cx="1234804" cy="215444"/>
          </a:xfrm>
        </p:spPr>
        <p:txBody>
          <a:bodyPr/>
          <a:lstStyle/>
          <a:p>
            <a:fld id="{762E77F0-FB5B-4E8E-9BC9-34F14560A017}" type="slidenum">
              <a:rPr lang="en-GB" noProof="0" smtClean="0"/>
              <a:pPr/>
              <a:t>25</a:t>
            </a:fld>
            <a:endParaRPr lang="en-GB" noProof="0"/>
          </a:p>
        </p:txBody>
      </p:sp>
      <p:sp>
        <p:nvSpPr>
          <p:cNvPr id="4" name="TextBox 3">
            <a:extLst>
              <a:ext uri="{FF2B5EF4-FFF2-40B4-BE49-F238E27FC236}">
                <a16:creationId xmlns:a16="http://schemas.microsoft.com/office/drawing/2014/main" id="{D88C413E-0629-D710-22BE-828ABD1A41F8}"/>
              </a:ext>
            </a:extLst>
          </p:cNvPr>
          <p:cNvSpPr txBox="1"/>
          <p:nvPr/>
        </p:nvSpPr>
        <p:spPr>
          <a:xfrm>
            <a:off x="406009" y="473476"/>
            <a:ext cx="11024172" cy="1046440"/>
          </a:xfrm>
          <a:prstGeom prst="rect">
            <a:avLst/>
          </a:prstGeom>
          <a:noFill/>
        </p:spPr>
        <p:txBody>
          <a:bodyPr wrap="none" rtlCol="0">
            <a:spAutoFit/>
          </a:bodyPr>
          <a:lstStyle/>
          <a:p>
            <a:r>
              <a:rPr lang="en-US" sz="6200" err="1">
                <a:solidFill>
                  <a:srgbClr val="FF0000"/>
                </a:solidFill>
                <a:latin typeface="Fira Sans Light" panose="020B0403050000020004" pitchFamily="34" charset="0"/>
              </a:rPr>
              <a:t>Hyperscaler</a:t>
            </a:r>
            <a:r>
              <a:rPr lang="en-US" sz="6200">
                <a:solidFill>
                  <a:srgbClr val="FF0000"/>
                </a:solidFill>
                <a:latin typeface="Fira Sans Light" panose="020B0403050000020004" pitchFamily="34" charset="0"/>
              </a:rPr>
              <a:t> Funding Summary</a:t>
            </a:r>
            <a:endParaRPr lang="en-GB" sz="6200">
              <a:solidFill>
                <a:srgbClr val="FF0000"/>
              </a:solidFill>
              <a:latin typeface="Fira Sans Light" panose="020B0403050000020004" pitchFamily="34" charset="0"/>
            </a:endParaRPr>
          </a:p>
        </p:txBody>
      </p:sp>
      <p:pic>
        <p:nvPicPr>
          <p:cNvPr id="7" name="Picture 2">
            <a:extLst>
              <a:ext uri="{FF2B5EF4-FFF2-40B4-BE49-F238E27FC236}">
                <a16:creationId xmlns:a16="http://schemas.microsoft.com/office/drawing/2014/main" id="{79F4CFD7-B204-5240-7756-C6AC34F26F6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6475752" y="3421608"/>
            <a:ext cx="1020269" cy="1020269"/>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4">
            <a:extLst>
              <a:ext uri="{FF2B5EF4-FFF2-40B4-BE49-F238E27FC236}">
                <a16:creationId xmlns:a16="http://schemas.microsoft.com/office/drawing/2014/main" id="{2C6B9788-9302-00E2-D458-FC8EF1D06F59}"/>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1804683" y="3577038"/>
            <a:ext cx="1202360" cy="721415"/>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6" descr="Google Cloud Icon - High-Quality GCP Logo for Your Projects">
            <a:extLst>
              <a:ext uri="{FF2B5EF4-FFF2-40B4-BE49-F238E27FC236}">
                <a16:creationId xmlns:a16="http://schemas.microsoft.com/office/drawing/2014/main" id="{7A145B94-D257-70F7-9930-826BDCCF7E78}"/>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0964730" y="3338474"/>
            <a:ext cx="1366355" cy="1366355"/>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3" name="Table 2">
            <a:extLst>
              <a:ext uri="{FF2B5EF4-FFF2-40B4-BE49-F238E27FC236}">
                <a16:creationId xmlns:a16="http://schemas.microsoft.com/office/drawing/2014/main" id="{18937DF5-DD1F-DF1B-BEC8-C5F931E0328F}"/>
              </a:ext>
            </a:extLst>
          </p:cNvPr>
          <p:cNvGraphicFramePr>
            <a:graphicFrameLocks noGrp="1"/>
          </p:cNvGraphicFramePr>
          <p:nvPr>
            <p:extLst>
              <p:ext uri="{D42A27DB-BD31-4B8C-83A1-F6EECF244321}">
                <p14:modId xmlns:p14="http://schemas.microsoft.com/office/powerpoint/2010/main" val="3964336679"/>
              </p:ext>
            </p:extLst>
          </p:nvPr>
        </p:nvGraphicFramePr>
        <p:xfrm>
          <a:off x="2779487" y="2857540"/>
          <a:ext cx="20455112" cy="9017078"/>
        </p:xfrm>
        <a:graphic>
          <a:graphicData uri="http://schemas.openxmlformats.org/drawingml/2006/table">
            <a:tbl>
              <a:tblPr firstRow="1" bandRow="1">
                <a:tableStyleId>{5940675A-B579-460E-94D1-54222C63F5DA}</a:tableStyleId>
              </a:tblPr>
              <a:tblGrid>
                <a:gridCol w="6986726">
                  <a:extLst>
                    <a:ext uri="{9D8B030D-6E8A-4147-A177-3AD203B41FA5}">
                      <a16:colId xmlns:a16="http://schemas.microsoft.com/office/drawing/2014/main" val="3363330012"/>
                    </a:ext>
                  </a:extLst>
                </a:gridCol>
                <a:gridCol w="4503492">
                  <a:extLst>
                    <a:ext uri="{9D8B030D-6E8A-4147-A177-3AD203B41FA5}">
                      <a16:colId xmlns:a16="http://schemas.microsoft.com/office/drawing/2014/main" val="1756671025"/>
                    </a:ext>
                  </a:extLst>
                </a:gridCol>
                <a:gridCol w="4482447">
                  <a:extLst>
                    <a:ext uri="{9D8B030D-6E8A-4147-A177-3AD203B41FA5}">
                      <a16:colId xmlns:a16="http://schemas.microsoft.com/office/drawing/2014/main" val="3364758751"/>
                    </a:ext>
                  </a:extLst>
                </a:gridCol>
                <a:gridCol w="4482447">
                  <a:extLst>
                    <a:ext uri="{9D8B030D-6E8A-4147-A177-3AD203B41FA5}">
                      <a16:colId xmlns:a16="http://schemas.microsoft.com/office/drawing/2014/main" val="1513833535"/>
                    </a:ext>
                  </a:extLst>
                </a:gridCol>
              </a:tblGrid>
              <a:tr h="2191538">
                <a:tc>
                  <a:txBody>
                    <a:bodyPr/>
                    <a:lstStyle/>
                    <a:p>
                      <a:endParaRPr lang="en-IN" sz="3200">
                        <a:latin typeface="Fira Sans" panose="020B0503050000020004" pitchFamily="34" charset="0"/>
                      </a:endParaRPr>
                    </a:p>
                  </a:txBody>
                  <a:tcPr/>
                </a:tc>
                <a:tc>
                  <a:txBody>
                    <a:bodyPr/>
                    <a:lstStyle/>
                    <a:p>
                      <a:pPr algn="ctr"/>
                      <a:endParaRPr lang="en-IN" sz="3200" b="1">
                        <a:latin typeface="Fira Sans" panose="020B0503050000020004" pitchFamily="34" charset="0"/>
                      </a:endParaRPr>
                    </a:p>
                  </a:txBody>
                  <a:tcPr/>
                </a:tc>
                <a:tc>
                  <a:txBody>
                    <a:bodyPr/>
                    <a:lstStyle/>
                    <a:p>
                      <a:pPr algn="ctr"/>
                      <a:endParaRPr lang="en-IN" sz="3200" b="1">
                        <a:latin typeface="Fira Sans" panose="020B0503050000020004" pitchFamily="34" charset="0"/>
                      </a:endParaRPr>
                    </a:p>
                  </a:txBody>
                  <a:tcPr/>
                </a:tc>
                <a:tc>
                  <a:txBody>
                    <a:bodyPr/>
                    <a:lstStyle/>
                    <a:p>
                      <a:pPr algn="ctr"/>
                      <a:endParaRPr lang="en-IN" sz="3200" b="1">
                        <a:latin typeface="Fira Sans" panose="020B0503050000020004" pitchFamily="34" charset="0"/>
                      </a:endParaRPr>
                    </a:p>
                  </a:txBody>
                  <a:tcPr/>
                </a:tc>
                <a:extLst>
                  <a:ext uri="{0D108BD9-81ED-4DB2-BD59-A6C34878D82A}">
                    <a16:rowId xmlns:a16="http://schemas.microsoft.com/office/drawing/2014/main" val="1473724744"/>
                  </a:ext>
                </a:extLst>
              </a:tr>
              <a:tr h="1042807">
                <a:tc>
                  <a:txBody>
                    <a:bodyPr/>
                    <a:lstStyle/>
                    <a:p>
                      <a:r>
                        <a:rPr lang="en-US" sz="3200">
                          <a:latin typeface="Fira Sans" panose="020B0503050000020004" pitchFamily="34" charset="0"/>
                        </a:rPr>
                        <a:t>Total cloud spend (PAYG yearly)</a:t>
                      </a:r>
                      <a:endParaRPr lang="en-IN" sz="3200">
                        <a:latin typeface="Fira Sans" panose="020B05030500000200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3200" b="0" i="0" u="none" strike="noStrike" kern="1200">
                          <a:solidFill>
                            <a:srgbClr val="000000"/>
                          </a:solidFill>
                          <a:effectLst/>
                          <a:latin typeface="Fira Sans"/>
                          <a:ea typeface="+mn-ea"/>
                          <a:cs typeface="+mn-cs"/>
                        </a:rPr>
                        <a:t>$ </a:t>
                      </a:r>
                      <a:r>
                        <a:rPr lang="en-GB" sz="3200" b="0" i="0" u="none" strike="noStrike" kern="1200" noProof="0">
                          <a:solidFill>
                            <a:srgbClr val="000000"/>
                          </a:solidFill>
                          <a:effectLst/>
                          <a:latin typeface="Fira Sans"/>
                          <a:ea typeface="+mn-ea"/>
                          <a:cs typeface="+mn-cs"/>
                        </a:rPr>
                        <a:t>3,024,396</a:t>
                      </a:r>
                      <a:endParaRPr lang="en-IN" sz="3200" b="0" i="0" u="none" strike="noStrike" kern="1200">
                        <a:solidFill>
                          <a:srgbClr val="000000"/>
                        </a:solidFill>
                        <a:effectLst/>
                        <a:latin typeface="Fira Sans"/>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3200" b="0" i="0" u="none" strike="noStrike">
                          <a:solidFill>
                            <a:srgbClr val="000000"/>
                          </a:solidFill>
                          <a:effectLst/>
                          <a:latin typeface="Fira Sans" panose="020B0503050000020004" pitchFamily="34" charset="0"/>
                        </a:rPr>
                        <a:t>$ 4,368,962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3200" b="0" i="0" u="none" strike="noStrike" kern="1200">
                          <a:solidFill>
                            <a:srgbClr val="000000"/>
                          </a:solidFill>
                          <a:effectLst/>
                          <a:latin typeface="Fira Sans" panose="020B0503050000020004" pitchFamily="34" charset="0"/>
                          <a:ea typeface="+mn-ea"/>
                          <a:cs typeface="+mn-cs"/>
                        </a:rPr>
                        <a:t>$ </a:t>
                      </a:r>
                      <a:r>
                        <a:rPr lang="en-IN" sz="3200" b="0" i="0" u="none" strike="noStrike" kern="1200">
                          <a:solidFill>
                            <a:srgbClr val="000000"/>
                          </a:solidFill>
                          <a:effectLst/>
                          <a:latin typeface="Fira Sans" panose="020B0503050000020004" pitchFamily="34" charset="0"/>
                          <a:ea typeface="+mn-ea"/>
                          <a:cs typeface="+mn-cs"/>
                        </a:rPr>
                        <a:t>2,243,685</a:t>
                      </a:r>
                    </a:p>
                  </a:txBody>
                  <a:tcPr/>
                </a:tc>
                <a:extLst>
                  <a:ext uri="{0D108BD9-81ED-4DB2-BD59-A6C34878D82A}">
                    <a16:rowId xmlns:a16="http://schemas.microsoft.com/office/drawing/2014/main" val="772295587"/>
                  </a:ext>
                </a:extLst>
              </a:tr>
              <a:tr h="1628492">
                <a:tc>
                  <a:txBody>
                    <a:bodyPr/>
                    <a:lstStyle/>
                    <a:p>
                      <a:r>
                        <a:rPr lang="en-US" sz="3200">
                          <a:latin typeface="Fira Sans" panose="020B0503050000020004" pitchFamily="34" charset="0"/>
                        </a:rPr>
                        <a:t>Total Partner Payment (A)</a:t>
                      </a:r>
                    </a:p>
                    <a:p>
                      <a:r>
                        <a:rPr lang="en-US" sz="3200" kern="1200">
                          <a:solidFill>
                            <a:schemeClr val="tx1"/>
                          </a:solidFill>
                          <a:latin typeface="Fira Sans" panose="020B0503050000020004" pitchFamily="34" charset="0"/>
                          <a:ea typeface="+mn-ea"/>
                          <a:cs typeface="+mn-cs"/>
                        </a:rPr>
                        <a:t>(discount against Rackspace Fees)</a:t>
                      </a:r>
                      <a:endParaRPr lang="en-IN" sz="3200" kern="1200">
                        <a:solidFill>
                          <a:schemeClr val="tx1"/>
                        </a:solidFill>
                        <a:latin typeface="Fira Sans" panose="020B0503050000020004" pitchFamily="34"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3200" b="0" i="0" u="none" strike="noStrike">
                          <a:solidFill>
                            <a:srgbClr val="000000"/>
                          </a:solidFill>
                          <a:effectLst/>
                          <a:latin typeface="Fira Sans" panose="020B0503050000020004" pitchFamily="34" charset="0"/>
                        </a:rPr>
                        <a:t>$ 1,757,600 </a:t>
                      </a:r>
                    </a:p>
                    <a:p>
                      <a:pPr algn="ctr"/>
                      <a:endParaRPr lang="en-IN" sz="3200">
                        <a:latin typeface="Fira Sans" panose="020B05030500000200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3200" b="0" i="0" u="none" strike="noStrike" kern="1200">
                          <a:solidFill>
                            <a:srgbClr val="FF0000"/>
                          </a:solidFill>
                          <a:effectLst/>
                          <a:latin typeface="Fira Sans" panose="020B0503050000020004" pitchFamily="34" charset="0"/>
                          <a:ea typeface="+mn-ea"/>
                          <a:cs typeface="+mn-cs"/>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3200" b="0" i="0" u="none" strike="noStrike">
                          <a:solidFill>
                            <a:srgbClr val="000000"/>
                          </a:solidFill>
                          <a:effectLst/>
                          <a:latin typeface="Fira Sans" panose="020B0503050000020004" pitchFamily="34" charset="0"/>
                        </a:rPr>
                        <a:t>$ 1,080,498</a:t>
                      </a:r>
                    </a:p>
                  </a:txBody>
                  <a:tcPr/>
                </a:tc>
                <a:extLst>
                  <a:ext uri="{0D108BD9-81ED-4DB2-BD59-A6C34878D82A}">
                    <a16:rowId xmlns:a16="http://schemas.microsoft.com/office/drawing/2014/main" val="824352456"/>
                  </a:ext>
                </a:extLst>
              </a:tr>
              <a:tr h="1961981">
                <a:tc>
                  <a:txBody>
                    <a:bodyPr/>
                    <a:lstStyle/>
                    <a:p>
                      <a:r>
                        <a:rPr lang="en-US" sz="3200">
                          <a:latin typeface="Fira Sans" panose="020B0503050000020004" pitchFamily="34" charset="0"/>
                        </a:rPr>
                        <a:t>Total Cloud Credits (B)</a:t>
                      </a:r>
                    </a:p>
                    <a:p>
                      <a:r>
                        <a:rPr lang="en-US" sz="3200" kern="1200">
                          <a:solidFill>
                            <a:schemeClr val="tx1"/>
                          </a:solidFill>
                          <a:latin typeface="Fira Sans" panose="020B0503050000020004" pitchFamily="34" charset="0"/>
                          <a:ea typeface="+mn-ea"/>
                          <a:cs typeface="+mn-cs"/>
                        </a:rPr>
                        <a:t>(discount against [Client]’s consumption)</a:t>
                      </a:r>
                      <a:endParaRPr lang="en-IN" sz="3200" kern="1200">
                        <a:solidFill>
                          <a:schemeClr val="tx1"/>
                        </a:solidFill>
                        <a:latin typeface="Fira Sans" panose="020B0503050000020004" pitchFamily="34"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3200" b="0" i="0" u="none" strike="noStrike" kern="1200">
                          <a:solidFill>
                            <a:srgbClr val="000000"/>
                          </a:solidFill>
                          <a:effectLst/>
                          <a:latin typeface="Fira Sans" panose="020B0503050000020004" pitchFamily="34" charset="0"/>
                          <a:ea typeface="+mn-ea"/>
                          <a:cs typeface="+mn-cs"/>
                        </a:rPr>
                        <a:t>$ 756,099</a:t>
                      </a:r>
                    </a:p>
                  </a:txBody>
                  <a:tcPr/>
                </a:tc>
                <a:tc>
                  <a:txBody>
                    <a:bodyPr/>
                    <a:lstStyle/>
                    <a:p>
                      <a:pPr algn="ctr"/>
                      <a:r>
                        <a:rPr lang="en-US" sz="3200">
                          <a:solidFill>
                            <a:srgbClr val="FF0000"/>
                          </a:solidFill>
                          <a:latin typeface="Fira Sans" panose="020B0503050000020004" pitchFamily="34" charset="0"/>
                        </a:rPr>
                        <a:t>-</a:t>
                      </a:r>
                      <a:endParaRPr lang="en-IN" sz="3200">
                        <a:solidFill>
                          <a:srgbClr val="FF0000"/>
                        </a:solidFill>
                        <a:latin typeface="Fira Sans" panose="020B05030500000200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3200" b="0" i="0" u="none" strike="noStrike" kern="1200">
                          <a:solidFill>
                            <a:srgbClr val="000000"/>
                          </a:solidFill>
                          <a:effectLst/>
                          <a:latin typeface="Fira Sans" panose="020B0503050000020004" pitchFamily="34" charset="0"/>
                          <a:ea typeface="+mn-ea"/>
                          <a:cs typeface="+mn-cs"/>
                        </a:rPr>
                        <a:t>$ 745,192</a:t>
                      </a:r>
                    </a:p>
                  </a:txBody>
                  <a:tcPr/>
                </a:tc>
                <a:extLst>
                  <a:ext uri="{0D108BD9-81ED-4DB2-BD59-A6C34878D82A}">
                    <a16:rowId xmlns:a16="http://schemas.microsoft.com/office/drawing/2014/main" val="1493135200"/>
                  </a:ext>
                </a:extLst>
              </a:tr>
              <a:tr h="1042807">
                <a:tc>
                  <a:txBody>
                    <a:bodyPr/>
                    <a:lstStyle/>
                    <a:p>
                      <a:r>
                        <a:rPr lang="en-IN" sz="3200">
                          <a:latin typeface="Fira Sans" panose="020B0503050000020004" pitchFamily="34" charset="0"/>
                        </a:rPr>
                        <a:t>Total funding in USD (A+B)</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3200" b="0" i="0" u="none" strike="noStrike" kern="1200">
                          <a:solidFill>
                            <a:srgbClr val="000000"/>
                          </a:solidFill>
                          <a:effectLst/>
                          <a:latin typeface="Fira Sans" panose="020B0503050000020004" pitchFamily="34" charset="0"/>
                          <a:ea typeface="+mn-ea"/>
                          <a:cs typeface="+mn-cs"/>
                        </a:rPr>
                        <a:t>$ 2,513,699</a:t>
                      </a:r>
                    </a:p>
                  </a:txBody>
                  <a:tcPr/>
                </a:tc>
                <a:tc>
                  <a:txBody>
                    <a:bodyPr/>
                    <a:lstStyle/>
                    <a:p>
                      <a:pPr algn="ctr"/>
                      <a:r>
                        <a:rPr lang="en-IN" sz="3200">
                          <a:solidFill>
                            <a:srgbClr val="FF0000"/>
                          </a:solidFill>
                          <a:latin typeface="Fira Sans" panose="020B05030500000200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3200" b="0" i="0" u="none" strike="noStrike" kern="1200">
                          <a:solidFill>
                            <a:srgbClr val="000000"/>
                          </a:solidFill>
                          <a:effectLst/>
                          <a:latin typeface="Fira Sans" panose="020B0503050000020004" pitchFamily="34" charset="0"/>
                          <a:ea typeface="+mn-ea"/>
                          <a:cs typeface="+mn-cs"/>
                        </a:rPr>
                        <a:t>$ 1,825,690</a:t>
                      </a:r>
                    </a:p>
                  </a:txBody>
                  <a:tcPr/>
                </a:tc>
                <a:extLst>
                  <a:ext uri="{0D108BD9-81ED-4DB2-BD59-A6C34878D82A}">
                    <a16:rowId xmlns:a16="http://schemas.microsoft.com/office/drawing/2014/main" val="3857889692"/>
                  </a:ext>
                </a:extLst>
              </a:tr>
              <a:tr h="1149453">
                <a:tc>
                  <a:txBody>
                    <a:bodyPr/>
                    <a:lstStyle/>
                    <a:p>
                      <a:r>
                        <a:rPr lang="en-IN" sz="3200">
                          <a:latin typeface="Fira Sans" panose="020B0503050000020004" pitchFamily="34" charset="0"/>
                        </a:rPr>
                        <a:t>Total funding in GBP*</a:t>
                      </a:r>
                    </a:p>
                  </a:txBody>
                  <a:tcPr/>
                </a:tc>
                <a:tc>
                  <a:txBody>
                    <a:bodyPr/>
                    <a:lstStyle/>
                    <a:p>
                      <a:pPr algn="ctr" fontAlgn="b">
                        <a:buNone/>
                      </a:pPr>
                      <a:r>
                        <a:rPr lang="en-DE" sz="3200" b="0" i="0" u="none" strike="noStrike" kern="1200">
                          <a:solidFill>
                            <a:srgbClr val="000000"/>
                          </a:solidFill>
                          <a:effectLst/>
                          <a:latin typeface="Fira Sans" panose="020B0503050000020004" pitchFamily="34" charset="0"/>
                          <a:ea typeface="+mn-ea"/>
                          <a:cs typeface="+mn-cs"/>
                        </a:rPr>
                        <a:t> GBP 1</a:t>
                      </a:r>
                      <a:r>
                        <a:rPr lang="en-IN" sz="3200" b="0" i="0" u="none" strike="noStrike" kern="1200">
                          <a:solidFill>
                            <a:srgbClr val="000000"/>
                          </a:solidFill>
                          <a:effectLst/>
                          <a:latin typeface="Fira Sans" panose="020B0503050000020004" pitchFamily="34" charset="0"/>
                          <a:ea typeface="+mn-ea"/>
                          <a:cs typeface="+mn-cs"/>
                        </a:rPr>
                        <a:t>,897,842</a:t>
                      </a:r>
                      <a:endParaRPr lang="en-DE" sz="3200" b="0" i="0" u="none" strike="noStrike" kern="1200">
                        <a:solidFill>
                          <a:srgbClr val="000000"/>
                        </a:solidFill>
                        <a:effectLst/>
                        <a:latin typeface="Fira Sans" panose="020B0503050000020004" pitchFamily="34" charset="0"/>
                        <a:ea typeface="+mn-ea"/>
                        <a:cs typeface="+mn-cs"/>
                      </a:endParaRPr>
                    </a:p>
                  </a:txBody>
                  <a:tcPr marL="9525" marR="9525" marT="9525" marB="0" anchor="b"/>
                </a:tc>
                <a:tc>
                  <a:txBody>
                    <a:bodyPr/>
                    <a:lstStyle/>
                    <a:p>
                      <a:pPr algn="ctr"/>
                      <a:endParaRPr lang="en-IN" sz="3200" b="0" i="0" u="none" strike="noStrike" kern="1200">
                        <a:solidFill>
                          <a:srgbClr val="000000"/>
                        </a:solidFill>
                        <a:effectLst/>
                        <a:latin typeface="Fira Sans" panose="020B0503050000020004" pitchFamily="34" charset="0"/>
                        <a:ea typeface="+mn-ea"/>
                        <a:cs typeface="+mn-cs"/>
                      </a:endParaRPr>
                    </a:p>
                  </a:txBody>
                  <a:tcPr/>
                </a:tc>
                <a:tc>
                  <a:txBody>
                    <a:bodyPr/>
                    <a:lstStyle/>
                    <a:p>
                      <a:pPr algn="ctr" fontAlgn="b">
                        <a:buNone/>
                      </a:pPr>
                      <a:r>
                        <a:rPr lang="en-DE" sz="3200" b="0" i="0" u="none" strike="noStrike" kern="1200">
                          <a:solidFill>
                            <a:srgbClr val="000000"/>
                          </a:solidFill>
                          <a:effectLst/>
                          <a:latin typeface="Fira Sans" panose="020B0503050000020004" pitchFamily="34" charset="0"/>
                          <a:ea typeface="+mn-ea"/>
                          <a:cs typeface="+mn-cs"/>
                        </a:rPr>
                        <a:t> GBP 1,</a:t>
                      </a:r>
                      <a:r>
                        <a:rPr lang="en-IN" sz="3200" b="0" i="0" u="none" strike="noStrike" kern="1200">
                          <a:solidFill>
                            <a:srgbClr val="000000"/>
                          </a:solidFill>
                          <a:effectLst/>
                          <a:latin typeface="Fira Sans" panose="020B0503050000020004" pitchFamily="34" charset="0"/>
                          <a:ea typeface="+mn-ea"/>
                          <a:cs typeface="+mn-cs"/>
                        </a:rPr>
                        <a:t>378</a:t>
                      </a:r>
                      <a:r>
                        <a:rPr lang="en-DE" sz="3200" b="0" i="0" u="none" strike="noStrike" kern="1200">
                          <a:solidFill>
                            <a:srgbClr val="000000"/>
                          </a:solidFill>
                          <a:effectLst/>
                          <a:latin typeface="Fira Sans" panose="020B0503050000020004" pitchFamily="34" charset="0"/>
                          <a:ea typeface="+mn-ea"/>
                          <a:cs typeface="+mn-cs"/>
                        </a:rPr>
                        <a:t>,</a:t>
                      </a:r>
                      <a:r>
                        <a:rPr lang="en-IN" sz="3200" b="0" i="0" u="none" strike="noStrike" kern="1200">
                          <a:solidFill>
                            <a:srgbClr val="000000"/>
                          </a:solidFill>
                          <a:effectLst/>
                          <a:latin typeface="Fira Sans" panose="020B0503050000020004" pitchFamily="34" charset="0"/>
                          <a:ea typeface="+mn-ea"/>
                          <a:cs typeface="+mn-cs"/>
                        </a:rPr>
                        <a:t>396</a:t>
                      </a:r>
                      <a:endParaRPr lang="en-DE" sz="3200" b="0" i="0" u="none" strike="noStrike" kern="1200">
                        <a:solidFill>
                          <a:srgbClr val="000000"/>
                        </a:solidFill>
                        <a:effectLst/>
                        <a:latin typeface="Fira Sans" panose="020B0503050000020004" pitchFamily="34" charset="0"/>
                        <a:ea typeface="+mn-ea"/>
                        <a:cs typeface="+mn-cs"/>
                      </a:endParaRPr>
                    </a:p>
                  </a:txBody>
                  <a:tcPr marL="9525" marR="9525" marT="9525" marB="0" anchor="b"/>
                </a:tc>
                <a:extLst>
                  <a:ext uri="{0D108BD9-81ED-4DB2-BD59-A6C34878D82A}">
                    <a16:rowId xmlns:a16="http://schemas.microsoft.com/office/drawing/2014/main" val="3246490241"/>
                  </a:ext>
                </a:extLst>
              </a:tr>
            </a:tbl>
          </a:graphicData>
        </a:graphic>
      </p:graphicFrame>
      <p:sp>
        <p:nvSpPr>
          <p:cNvPr id="5" name="TextBox 4">
            <a:extLst>
              <a:ext uri="{FF2B5EF4-FFF2-40B4-BE49-F238E27FC236}">
                <a16:creationId xmlns:a16="http://schemas.microsoft.com/office/drawing/2014/main" id="{EE6B9C73-A484-DCE3-DA54-4512701DFCBB}"/>
              </a:ext>
            </a:extLst>
          </p:cNvPr>
          <p:cNvSpPr txBox="1"/>
          <p:nvPr/>
        </p:nvSpPr>
        <p:spPr>
          <a:xfrm rot="20554523">
            <a:off x="14387680" y="7503168"/>
            <a:ext cx="4176143" cy="523220"/>
          </a:xfrm>
          <a:prstGeom prst="rect">
            <a:avLst/>
          </a:prstGeom>
          <a:noFill/>
        </p:spPr>
        <p:txBody>
          <a:bodyPr wrap="none" rtlCol="0">
            <a:spAutoFit/>
          </a:bodyPr>
          <a:lstStyle/>
          <a:p>
            <a:pPr algn="l"/>
            <a:r>
              <a:rPr lang="en-GB" sz="2800" b="1">
                <a:solidFill>
                  <a:schemeClr val="bg2"/>
                </a:solidFill>
              </a:rPr>
              <a:t>AZURE NUMBERS TBD</a:t>
            </a:r>
          </a:p>
        </p:txBody>
      </p:sp>
      <p:sp>
        <p:nvSpPr>
          <p:cNvPr id="6" name="TextBox 5">
            <a:extLst>
              <a:ext uri="{FF2B5EF4-FFF2-40B4-BE49-F238E27FC236}">
                <a16:creationId xmlns:a16="http://schemas.microsoft.com/office/drawing/2014/main" id="{72634ED8-9EA3-0B80-2DD0-0A297B80FC0B}"/>
              </a:ext>
            </a:extLst>
          </p:cNvPr>
          <p:cNvSpPr txBox="1"/>
          <p:nvPr/>
        </p:nvSpPr>
        <p:spPr>
          <a:xfrm>
            <a:off x="8385036" y="12319539"/>
            <a:ext cx="5309699" cy="400110"/>
          </a:xfrm>
          <a:prstGeom prst="rect">
            <a:avLst/>
          </a:prstGeom>
          <a:noFill/>
        </p:spPr>
        <p:txBody>
          <a:bodyPr wrap="square" rtlCol="0">
            <a:spAutoFit/>
          </a:bodyPr>
          <a:lstStyle/>
          <a:p>
            <a:pPr algn="l"/>
            <a:r>
              <a:rPr lang="en-IN" sz="2000" b="1" i="1">
                <a:latin typeface="Fira Sans Light" panose="020B0403050000020004" pitchFamily="34" charset="0"/>
              </a:rPr>
              <a:t>*FX Rate 1 USD = 0.755 GBP</a:t>
            </a:r>
          </a:p>
        </p:txBody>
      </p:sp>
    </p:spTree>
    <p:extLst>
      <p:ext uri="{BB962C8B-B14F-4D97-AF65-F5344CB8AC3E}">
        <p14:creationId xmlns:p14="http://schemas.microsoft.com/office/powerpoint/2010/main" val="367462296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BCC1BD-401E-25F7-D7B9-FE5DB368A2C2}"/>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3AAA6ADF-CF47-0A06-9D46-CB96396DEF52}"/>
              </a:ext>
            </a:extLst>
          </p:cNvPr>
          <p:cNvSpPr>
            <a:spLocks noGrp="1"/>
          </p:cNvSpPr>
          <p:nvPr>
            <p:ph type="body" sz="quarter" idx="16"/>
          </p:nvPr>
        </p:nvSpPr>
        <p:spPr>
          <a:xfrm>
            <a:off x="6122839" y="3715469"/>
            <a:ext cx="11160126" cy="4200146"/>
          </a:xfrm>
        </p:spPr>
        <p:txBody>
          <a:bodyPr anchor="ctr"/>
          <a:lstStyle/>
          <a:p>
            <a:pPr algn="ctr"/>
            <a:r>
              <a:rPr lang="en-GB" b="1" noProof="0">
                <a:latin typeface="Fira Sans Light" panose="020B0403050000020004" pitchFamily="34" charset="0"/>
              </a:rPr>
              <a:t>Business and Application Fit</a:t>
            </a:r>
          </a:p>
        </p:txBody>
      </p:sp>
    </p:spTree>
    <p:extLst>
      <p:ext uri="{BB962C8B-B14F-4D97-AF65-F5344CB8AC3E}">
        <p14:creationId xmlns:p14="http://schemas.microsoft.com/office/powerpoint/2010/main" val="408879201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1F65B2-5525-3CD0-74B0-45784F4321D4}"/>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EEBB4766-C4BB-F05A-F39C-6B34E1B733BA}"/>
              </a:ext>
            </a:extLst>
          </p:cNvPr>
          <p:cNvSpPr>
            <a:spLocks noGrp="1"/>
          </p:cNvSpPr>
          <p:nvPr>
            <p:ph type="sldNum" sz="quarter" idx="11"/>
          </p:nvPr>
        </p:nvSpPr>
        <p:spPr/>
        <p:txBody>
          <a:bodyPr vert="horz" lIns="0" tIns="0" rIns="0" bIns="0" rtlCol="0" anchor="t" anchorCtr="0">
            <a:normAutofit/>
          </a:bodyPr>
          <a:lstStyle/>
          <a:p>
            <a:pPr>
              <a:spcAft>
                <a:spcPts val="600"/>
              </a:spcAft>
            </a:pPr>
            <a:fld id="{762E77F0-FB5B-4E8E-9BC9-34F14560A017}" type="slidenum">
              <a:rPr lang="en-GB" noProof="0" smtClean="0"/>
              <a:pPr>
                <a:spcAft>
                  <a:spcPts val="600"/>
                </a:spcAft>
              </a:pPr>
              <a:t>27</a:t>
            </a:fld>
            <a:endParaRPr lang="en-GB" noProof="0"/>
          </a:p>
        </p:txBody>
      </p:sp>
      <p:sp>
        <p:nvSpPr>
          <p:cNvPr id="10" name="Text Placeholder 9">
            <a:extLst>
              <a:ext uri="{FF2B5EF4-FFF2-40B4-BE49-F238E27FC236}">
                <a16:creationId xmlns:a16="http://schemas.microsoft.com/office/drawing/2014/main" id="{A0BCA0D2-2FF2-9541-8B80-A50A090264BD}"/>
              </a:ext>
            </a:extLst>
          </p:cNvPr>
          <p:cNvSpPr>
            <a:spLocks noGrp="1"/>
          </p:cNvSpPr>
          <p:nvPr>
            <p:ph type="body" sz="quarter" idx="13"/>
          </p:nvPr>
        </p:nvSpPr>
        <p:spPr>
          <a:xfrm>
            <a:off x="533709" y="7180506"/>
            <a:ext cx="5216526" cy="3536261"/>
          </a:xfrm>
        </p:spPr>
        <p:txBody>
          <a:bodyPr/>
          <a:lstStyle/>
          <a:p>
            <a:pPr algn="ctr"/>
            <a:r>
              <a:rPr lang="en-GB" sz="3200" dirty="0">
                <a:latin typeface="Fira Sans" panose="020B0503050000020004" pitchFamily="34" charset="0"/>
              </a:rPr>
              <a:t>Three constraints that shape the approach</a:t>
            </a:r>
            <a:endParaRPr lang="en-GB" sz="3200" noProof="0" dirty="0">
              <a:latin typeface="Fira Sans" panose="020B0503050000020004" pitchFamily="34" charset="0"/>
            </a:endParaRPr>
          </a:p>
        </p:txBody>
      </p:sp>
      <p:sp>
        <p:nvSpPr>
          <p:cNvPr id="5" name="Title 1">
            <a:extLst>
              <a:ext uri="{FF2B5EF4-FFF2-40B4-BE49-F238E27FC236}">
                <a16:creationId xmlns:a16="http://schemas.microsoft.com/office/drawing/2014/main" id="{49B48473-C0F9-3100-D80C-F19F0DF19BD7}"/>
              </a:ext>
            </a:extLst>
          </p:cNvPr>
          <p:cNvSpPr>
            <a:spLocks noGrp="1"/>
          </p:cNvSpPr>
          <p:nvPr>
            <p:ph type="title"/>
          </p:nvPr>
        </p:nvSpPr>
        <p:spPr>
          <a:xfrm>
            <a:off x="508649" y="3609563"/>
            <a:ext cx="5241586" cy="3062106"/>
          </a:xfrm>
        </p:spPr>
        <p:txBody>
          <a:bodyPr vert="horz" wrap="square" lIns="0" tIns="0" rIns="0" bIns="0" rtlCol="0" anchor="t" anchorCtr="0">
            <a:normAutofit/>
          </a:bodyPr>
          <a:lstStyle/>
          <a:p>
            <a:pPr algn="ctr"/>
            <a:r>
              <a:rPr lang="en-GB" sz="5400" dirty="0">
                <a:latin typeface="Fira Sans" panose="020B0503050000020004" pitchFamily="34" charset="0"/>
              </a:rPr>
              <a:t>Technical constraints</a:t>
            </a:r>
            <a:endParaRPr lang="en-GB" sz="5400" kern="1200" noProof="0" dirty="0">
              <a:ln w="9525">
                <a:noFill/>
              </a:ln>
              <a:latin typeface="Fira Sans" panose="020B0503050000020004" pitchFamily="34" charset="0"/>
            </a:endParaRPr>
          </a:p>
        </p:txBody>
      </p:sp>
      <p:sp>
        <p:nvSpPr>
          <p:cNvPr id="6" name="TextBox 5">
            <a:extLst>
              <a:ext uri="{FF2B5EF4-FFF2-40B4-BE49-F238E27FC236}">
                <a16:creationId xmlns:a16="http://schemas.microsoft.com/office/drawing/2014/main" id="{9B582F84-8075-BA1E-994A-7559FBAD14C6}"/>
              </a:ext>
            </a:extLst>
          </p:cNvPr>
          <p:cNvSpPr txBox="1"/>
          <p:nvPr/>
        </p:nvSpPr>
        <p:spPr>
          <a:xfrm>
            <a:off x="7107173" y="2330247"/>
            <a:ext cx="15913031" cy="6904454"/>
          </a:xfrm>
          <a:prstGeom prst="rect">
            <a:avLst/>
          </a:prstGeom>
          <a:noFill/>
        </p:spPr>
        <p:txBody>
          <a:bodyPr wrap="square">
            <a:spAutoFit/>
          </a:bodyPr>
          <a:lstStyle/>
          <a:p>
            <a:pPr marL="571500" indent="-571500" defTabSz="1828800" fontAlgn="t">
              <a:spcAft>
                <a:spcPts val="1400"/>
              </a:spcAft>
              <a:buClr>
                <a:srgbClr val="EB0000"/>
              </a:buClr>
              <a:buFont typeface="Arial" panose="020B0604020202020204" pitchFamily="34" charset="0"/>
              <a:buChar char="•"/>
            </a:pPr>
            <a:r>
              <a:rPr lang="en-GB" sz="3600" b="1" dirty="0" err="1">
                <a:latin typeface="Fira Sans" panose="020B0503050000020004" pitchFamily="34" charset="0"/>
              </a:rPr>
              <a:t>Atex</a:t>
            </a:r>
            <a:r>
              <a:rPr lang="en-GB" sz="3600" b="1" dirty="0">
                <a:latin typeface="Fira Sans" panose="020B0503050000020004" pitchFamily="34" charset="0"/>
              </a:rPr>
              <a:t> multicast </a:t>
            </a:r>
            <a:r>
              <a:rPr lang="en-GB" sz="3600" dirty="0">
                <a:latin typeface="Fira Sans" panose="020B0503050000020004" pitchFamily="34" charset="0"/>
              </a:rPr>
              <a:t>Prestige clustering requires multicast for node discovery. AWS supports natively via Transit Gateway. GCP and Azure do not. Vendor engagement on unicast is a Phase 2 action.</a:t>
            </a:r>
          </a:p>
          <a:p>
            <a:pPr marL="571500" indent="-571500" defTabSz="1828800" fontAlgn="t">
              <a:spcAft>
                <a:spcPts val="1400"/>
              </a:spcAft>
              <a:buClr>
                <a:srgbClr val="EB0000"/>
              </a:buClr>
              <a:buFont typeface="Arial" panose="020B0604020202020204" pitchFamily="34" charset="0"/>
              <a:buChar char="•"/>
            </a:pPr>
            <a:endParaRPr lang="en-GB" sz="3600" dirty="0">
              <a:latin typeface="Fira Sans" panose="020B0503050000020004" pitchFamily="34" charset="0"/>
            </a:endParaRPr>
          </a:p>
          <a:p>
            <a:pPr marL="571500" indent="-571500" defTabSz="1828800" fontAlgn="t">
              <a:spcAft>
                <a:spcPts val="1400"/>
              </a:spcAft>
              <a:buClr>
                <a:srgbClr val="EB0000"/>
              </a:buClr>
              <a:buFont typeface="Arial" panose="020B0604020202020204" pitchFamily="34" charset="0"/>
              <a:buChar char="•"/>
            </a:pPr>
            <a:r>
              <a:rPr lang="en-GB" sz="3600" b="1" dirty="0">
                <a:latin typeface="Fira Sans" panose="020B0503050000020004" pitchFamily="34" charset="0"/>
              </a:rPr>
              <a:t>Oracle RAC </a:t>
            </a:r>
            <a:r>
              <a:rPr lang="en-GB" sz="3600" dirty="0">
                <a:latin typeface="Fira Sans" panose="020B0503050000020004" pitchFamily="34" charset="0"/>
              </a:rPr>
              <a:t>Shared storage, cluster interconnect. </a:t>
            </a:r>
            <a:r>
              <a:rPr lang="en-GB" sz="3600" dirty="0" err="1">
                <a:latin typeface="Fira Sans" panose="020B0503050000020004" pitchFamily="34" charset="0"/>
              </a:rPr>
              <a:t>Exadata@Cloud</a:t>
            </a:r>
            <a:r>
              <a:rPr lang="en-GB" sz="3600" dirty="0">
                <a:latin typeface="Fira Sans" panose="020B0503050000020004" pitchFamily="34" charset="0"/>
              </a:rPr>
              <a:t> available on all three platforms in London. Same OCI pricing. This is not a differentiator between clouds.</a:t>
            </a:r>
          </a:p>
          <a:p>
            <a:pPr marL="571500" indent="-571500" defTabSz="1828800" fontAlgn="t">
              <a:spcAft>
                <a:spcPts val="1400"/>
              </a:spcAft>
              <a:buClr>
                <a:srgbClr val="EB0000"/>
              </a:buClr>
              <a:buFont typeface="Arial" panose="020B0604020202020204" pitchFamily="34" charset="0"/>
              <a:buChar char="•"/>
            </a:pPr>
            <a:endParaRPr lang="en-GB" sz="3600" dirty="0">
              <a:latin typeface="Fira Sans" panose="020B0503050000020004" pitchFamily="34" charset="0"/>
            </a:endParaRPr>
          </a:p>
          <a:p>
            <a:pPr marL="571500" indent="-571500" defTabSz="1828800" fontAlgn="t">
              <a:spcAft>
                <a:spcPts val="1400"/>
              </a:spcAft>
              <a:buClr>
                <a:srgbClr val="EB0000"/>
              </a:buClr>
              <a:buFont typeface="Arial" panose="020B0604020202020204" pitchFamily="34" charset="0"/>
              <a:buChar char="•"/>
            </a:pPr>
            <a:r>
              <a:rPr lang="en-GB" sz="3600" b="1" dirty="0">
                <a:latin typeface="Fira Sans" panose="020B0503050000020004" pitchFamily="34" charset="0"/>
              </a:rPr>
              <a:t>SQL Server </a:t>
            </a:r>
            <a:r>
              <a:rPr lang="en-GB" sz="3600" b="1" dirty="0" err="1">
                <a:latin typeface="Fira Sans" panose="020B0503050000020004" pitchFamily="34" charset="0"/>
              </a:rPr>
              <a:t>Datacenter</a:t>
            </a:r>
            <a:r>
              <a:rPr lang="en-GB" sz="3600" b="1" dirty="0">
                <a:latin typeface="Fira Sans" panose="020B0503050000020004" pitchFamily="34" charset="0"/>
              </a:rPr>
              <a:t> </a:t>
            </a:r>
            <a:r>
              <a:rPr lang="en-GB" sz="3600" dirty="0">
                <a:latin typeface="Fira Sans" panose="020B0503050000020004" pitchFamily="34" charset="0"/>
              </a:rPr>
              <a:t>BYOL with Software Assurance. Azure AHB is simplest. AWS and GCP require Dedicated Hosts or Sole Tenant. Windows Server 2022 BYOL blocked on AWS and GCP (Listed Provider rules).</a:t>
            </a:r>
            <a:endParaRPr lang="en-GB" sz="3600" noProof="0" dirty="0">
              <a:latin typeface="Fira Sans" panose="020B0503050000020004" pitchFamily="34" charset="0"/>
            </a:endParaRPr>
          </a:p>
        </p:txBody>
      </p:sp>
    </p:spTree>
    <p:extLst>
      <p:ext uri="{BB962C8B-B14F-4D97-AF65-F5344CB8AC3E}">
        <p14:creationId xmlns:p14="http://schemas.microsoft.com/office/powerpoint/2010/main" val="174863264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F6DB93-D18E-906E-125C-E1E41ACF393D}"/>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F0555FA0-7063-5FC4-3810-63E06AADDEFE}"/>
              </a:ext>
            </a:extLst>
          </p:cNvPr>
          <p:cNvSpPr>
            <a:spLocks noGrp="1"/>
          </p:cNvSpPr>
          <p:nvPr>
            <p:ph type="sldNum" sz="quarter" idx="11"/>
          </p:nvPr>
        </p:nvSpPr>
        <p:spPr/>
        <p:txBody>
          <a:bodyPr vert="horz" lIns="0" tIns="0" rIns="0" bIns="0" rtlCol="0" anchor="t" anchorCtr="0">
            <a:normAutofit/>
          </a:bodyPr>
          <a:lstStyle/>
          <a:p>
            <a:pPr>
              <a:spcAft>
                <a:spcPts val="600"/>
              </a:spcAft>
            </a:pPr>
            <a:fld id="{762E77F0-FB5B-4E8E-9BC9-34F14560A017}" type="slidenum">
              <a:rPr lang="en-GB" noProof="0" smtClean="0"/>
              <a:pPr>
                <a:spcAft>
                  <a:spcPts val="600"/>
                </a:spcAft>
              </a:pPr>
              <a:t>28</a:t>
            </a:fld>
            <a:endParaRPr lang="en-GB" noProof="0"/>
          </a:p>
        </p:txBody>
      </p:sp>
      <p:sp>
        <p:nvSpPr>
          <p:cNvPr id="10" name="Text Placeholder 9">
            <a:extLst>
              <a:ext uri="{FF2B5EF4-FFF2-40B4-BE49-F238E27FC236}">
                <a16:creationId xmlns:a16="http://schemas.microsoft.com/office/drawing/2014/main" id="{06A8287A-295B-8389-D389-1BD4FF605854}"/>
              </a:ext>
            </a:extLst>
          </p:cNvPr>
          <p:cNvSpPr>
            <a:spLocks noGrp="1"/>
          </p:cNvSpPr>
          <p:nvPr>
            <p:ph type="body" sz="quarter" idx="13"/>
          </p:nvPr>
        </p:nvSpPr>
        <p:spPr>
          <a:xfrm>
            <a:off x="533709" y="6028362"/>
            <a:ext cx="5216526" cy="3536261"/>
          </a:xfrm>
        </p:spPr>
        <p:txBody>
          <a:bodyPr anchor="ctr"/>
          <a:lstStyle/>
          <a:p>
            <a:pPr algn="ctr"/>
            <a:r>
              <a:rPr lang="en-GB" sz="3200" dirty="0">
                <a:latin typeface="Fira Sans" panose="020B0503050000020004" pitchFamily="34" charset="0"/>
              </a:rPr>
              <a:t>Five cohorts, one critical path</a:t>
            </a:r>
            <a:endParaRPr lang="en-GB" sz="3200" noProof="0" dirty="0">
              <a:latin typeface="Fira Sans" panose="020B0503050000020004" pitchFamily="34" charset="0"/>
            </a:endParaRPr>
          </a:p>
        </p:txBody>
      </p:sp>
      <p:sp>
        <p:nvSpPr>
          <p:cNvPr id="5" name="Title 1">
            <a:extLst>
              <a:ext uri="{FF2B5EF4-FFF2-40B4-BE49-F238E27FC236}">
                <a16:creationId xmlns:a16="http://schemas.microsoft.com/office/drawing/2014/main" id="{A083AC47-87AD-BCFF-25C5-60EC1B9B8BB3}"/>
              </a:ext>
            </a:extLst>
          </p:cNvPr>
          <p:cNvSpPr>
            <a:spLocks noGrp="1"/>
          </p:cNvSpPr>
          <p:nvPr>
            <p:ph type="title"/>
          </p:nvPr>
        </p:nvSpPr>
        <p:spPr>
          <a:xfrm>
            <a:off x="508649" y="3609563"/>
            <a:ext cx="5241586" cy="3062106"/>
          </a:xfrm>
        </p:spPr>
        <p:txBody>
          <a:bodyPr vert="horz" wrap="square" lIns="0" tIns="0" rIns="0" bIns="0" rtlCol="0" anchor="t" anchorCtr="0">
            <a:normAutofit/>
          </a:bodyPr>
          <a:lstStyle/>
          <a:p>
            <a:pPr algn="ctr"/>
            <a:r>
              <a:rPr lang="en-GB" sz="5400" dirty="0">
                <a:latin typeface="Fira Sans" panose="020B0503050000020004" pitchFamily="34" charset="0"/>
              </a:rPr>
              <a:t>Migration cohorts</a:t>
            </a:r>
            <a:endParaRPr lang="en-GB" sz="5400" kern="1200" noProof="0" dirty="0">
              <a:ln w="9525">
                <a:noFill/>
              </a:ln>
              <a:latin typeface="Fira Sans" panose="020B0503050000020004" pitchFamily="34" charset="0"/>
            </a:endParaRPr>
          </a:p>
        </p:txBody>
      </p:sp>
      <p:sp>
        <p:nvSpPr>
          <p:cNvPr id="6" name="TextBox 5">
            <a:extLst>
              <a:ext uri="{FF2B5EF4-FFF2-40B4-BE49-F238E27FC236}">
                <a16:creationId xmlns:a16="http://schemas.microsoft.com/office/drawing/2014/main" id="{29441D17-5B5E-40C0-AB9C-ED7E0B812BAF}"/>
              </a:ext>
            </a:extLst>
          </p:cNvPr>
          <p:cNvSpPr txBox="1"/>
          <p:nvPr/>
        </p:nvSpPr>
        <p:spPr>
          <a:xfrm>
            <a:off x="7107173" y="2330247"/>
            <a:ext cx="15913031" cy="9284593"/>
          </a:xfrm>
          <a:prstGeom prst="rect">
            <a:avLst/>
          </a:prstGeom>
          <a:noFill/>
        </p:spPr>
        <p:txBody>
          <a:bodyPr wrap="square">
            <a:spAutoFit/>
          </a:bodyPr>
          <a:lstStyle/>
          <a:p>
            <a:pPr marL="742950" indent="-742950" defTabSz="1828800" fontAlgn="t">
              <a:spcAft>
                <a:spcPts val="1400"/>
              </a:spcAft>
              <a:buClr>
                <a:srgbClr val="EB0000"/>
              </a:buClr>
              <a:buFont typeface="Arial" panose="020B0604020202020204" pitchFamily="34" charset="0"/>
              <a:buChar char="•"/>
            </a:pPr>
            <a:r>
              <a:rPr lang="en-GB" sz="3600" b="1" dirty="0">
                <a:latin typeface="Fira Sans" panose="020B0503050000020004" pitchFamily="34" charset="0"/>
              </a:rPr>
              <a:t>Cohort 0: Foundation </a:t>
            </a:r>
            <a:r>
              <a:rPr lang="en-GB" sz="3600" dirty="0">
                <a:latin typeface="Fira Sans" panose="020B0503050000020004" pitchFamily="34" charset="0"/>
              </a:rPr>
              <a:t>| 5 apps, 95 servers AD, monitoring, security, config management. Must exist before anything migrates.</a:t>
            </a:r>
          </a:p>
          <a:p>
            <a:pPr marL="742950" indent="-742950" defTabSz="1828800" fontAlgn="t">
              <a:spcAft>
                <a:spcPts val="1400"/>
              </a:spcAft>
              <a:buClr>
                <a:srgbClr val="EB0000"/>
              </a:buClr>
              <a:buFont typeface="Arial" panose="020B0604020202020204" pitchFamily="34" charset="0"/>
              <a:buChar char="•"/>
            </a:pPr>
            <a:endParaRPr lang="en-GB" sz="3600" dirty="0">
              <a:latin typeface="Fira Sans" panose="020B0503050000020004" pitchFamily="34" charset="0"/>
            </a:endParaRPr>
          </a:p>
          <a:p>
            <a:pPr marL="742950" indent="-742950" defTabSz="1828800" fontAlgn="t">
              <a:spcAft>
                <a:spcPts val="1400"/>
              </a:spcAft>
              <a:buClr>
                <a:srgbClr val="EB0000"/>
              </a:buClr>
              <a:buFont typeface="Arial" panose="020B0604020202020204" pitchFamily="34" charset="0"/>
              <a:buChar char="•"/>
            </a:pPr>
            <a:r>
              <a:rPr lang="en-GB" sz="3600" b="1" dirty="0">
                <a:latin typeface="Fira Sans" panose="020B0503050000020004" pitchFamily="34" charset="0"/>
              </a:rPr>
              <a:t>Cohort 1: Quick wins </a:t>
            </a:r>
            <a:r>
              <a:rPr lang="en-GB" sz="3600" dirty="0">
                <a:latin typeface="Fira Sans" panose="020B0503050000020004" pitchFamily="34" charset="0"/>
              </a:rPr>
              <a:t>| 13 apps, 63 servers Independent, well-discovered, clear cloud fit. Early value and operational experience.</a:t>
            </a:r>
          </a:p>
          <a:p>
            <a:pPr marL="742950" indent="-742950" defTabSz="1828800" fontAlgn="t">
              <a:spcAft>
                <a:spcPts val="1400"/>
              </a:spcAft>
              <a:buClr>
                <a:srgbClr val="EB0000"/>
              </a:buClr>
              <a:buFont typeface="Arial" panose="020B0604020202020204" pitchFamily="34" charset="0"/>
              <a:buChar char="•"/>
            </a:pPr>
            <a:endParaRPr lang="en-GB" sz="3600" dirty="0">
              <a:latin typeface="Fira Sans" panose="020B0503050000020004" pitchFamily="34" charset="0"/>
            </a:endParaRPr>
          </a:p>
          <a:p>
            <a:pPr marL="742950" indent="-742950" defTabSz="1828800" fontAlgn="t">
              <a:spcAft>
                <a:spcPts val="1400"/>
              </a:spcAft>
              <a:buClr>
                <a:srgbClr val="EB0000"/>
              </a:buClr>
              <a:buFont typeface="Arial" panose="020B0604020202020204" pitchFamily="34" charset="0"/>
              <a:buChar char="•"/>
            </a:pPr>
            <a:r>
              <a:rPr lang="en-GB" sz="3600" b="1" dirty="0">
                <a:latin typeface="Fira Sans" panose="020B0503050000020004" pitchFamily="34" charset="0"/>
              </a:rPr>
              <a:t>Cohort 2: Planned </a:t>
            </a:r>
            <a:r>
              <a:rPr lang="en-GB" sz="3600" dirty="0">
                <a:latin typeface="Fira Sans" panose="020B0503050000020004" pitchFamily="34" charset="0"/>
              </a:rPr>
              <a:t>| 17 apps, 425 servers Some database dependencies, mixed infrastructure. Manageable complexity.</a:t>
            </a:r>
          </a:p>
          <a:p>
            <a:pPr marL="742950" indent="-742950" defTabSz="1828800" fontAlgn="t">
              <a:spcAft>
                <a:spcPts val="1400"/>
              </a:spcAft>
              <a:buClr>
                <a:srgbClr val="EB0000"/>
              </a:buClr>
              <a:buFont typeface="Arial" panose="020B0604020202020204" pitchFamily="34" charset="0"/>
              <a:buChar char="•"/>
            </a:pPr>
            <a:endParaRPr lang="en-GB" sz="3600" dirty="0">
              <a:latin typeface="Fira Sans" panose="020B0503050000020004" pitchFamily="34" charset="0"/>
            </a:endParaRPr>
          </a:p>
          <a:p>
            <a:pPr marL="742950" indent="-742950" defTabSz="1828800" fontAlgn="t">
              <a:spcAft>
                <a:spcPts val="1400"/>
              </a:spcAft>
              <a:buClr>
                <a:srgbClr val="EB0000"/>
              </a:buClr>
              <a:buFont typeface="Arial" panose="020B0604020202020204" pitchFamily="34" charset="0"/>
              <a:buChar char="•"/>
            </a:pPr>
            <a:r>
              <a:rPr lang="en-GB" sz="3600" b="1" dirty="0">
                <a:latin typeface="Fira Sans" panose="020B0503050000020004" pitchFamily="34" charset="0"/>
              </a:rPr>
              <a:t>Cohort 3: Complex </a:t>
            </a:r>
            <a:r>
              <a:rPr lang="en-GB" sz="3600" dirty="0">
                <a:latin typeface="Fira Sans" panose="020B0503050000020004" pitchFamily="34" charset="0"/>
              </a:rPr>
              <a:t>| 2 apps, 2,342 servers (77%) Customer_App1 + WPS. Oracle dependency. 91 sub-components. This is the programme.</a:t>
            </a:r>
          </a:p>
          <a:p>
            <a:pPr marL="742950" indent="-742950" defTabSz="1828800" fontAlgn="t">
              <a:spcAft>
                <a:spcPts val="1400"/>
              </a:spcAft>
              <a:buClr>
                <a:srgbClr val="EB0000"/>
              </a:buClr>
              <a:buFont typeface="Arial" panose="020B0604020202020204" pitchFamily="34" charset="0"/>
              <a:buChar char="•"/>
            </a:pPr>
            <a:endParaRPr lang="en-GB" sz="3600" dirty="0">
              <a:latin typeface="Fira Sans" panose="020B0503050000020004" pitchFamily="34" charset="0"/>
            </a:endParaRPr>
          </a:p>
          <a:p>
            <a:pPr marL="742950" indent="-742950" defTabSz="1828800" fontAlgn="t">
              <a:spcAft>
                <a:spcPts val="1400"/>
              </a:spcAft>
              <a:buClr>
                <a:srgbClr val="EB0000"/>
              </a:buClr>
              <a:buFont typeface="Arial" panose="020B0604020202020204" pitchFamily="34" charset="0"/>
              <a:buChar char="•"/>
            </a:pPr>
            <a:r>
              <a:rPr lang="en-GB" sz="3600" b="1" dirty="0">
                <a:latin typeface="Fira Sans" panose="020B0503050000020004" pitchFamily="34" charset="0"/>
              </a:rPr>
              <a:t>Cohort 4: Decision required </a:t>
            </a:r>
            <a:r>
              <a:rPr lang="en-GB" sz="3600" dirty="0">
                <a:latin typeface="Fira Sans" panose="020B0503050000020004" pitchFamily="34" charset="0"/>
              </a:rPr>
              <a:t>| 2 apps, 113 servers </a:t>
            </a:r>
            <a:r>
              <a:rPr lang="en-GB" sz="3600" dirty="0" err="1">
                <a:latin typeface="Fira Sans" panose="020B0503050000020004" pitchFamily="34" charset="0"/>
              </a:rPr>
              <a:t>Atex</a:t>
            </a:r>
            <a:r>
              <a:rPr lang="en-GB" sz="3600" dirty="0">
                <a:latin typeface="Fira Sans" panose="020B0503050000020004" pitchFamily="34" charset="0"/>
              </a:rPr>
              <a:t> + </a:t>
            </a:r>
            <a:r>
              <a:rPr lang="en-GB" sz="3600" dirty="0" err="1">
                <a:latin typeface="Fira Sans" panose="020B0503050000020004" pitchFamily="34" charset="0"/>
              </a:rPr>
              <a:t>InstantPress</a:t>
            </a:r>
            <a:r>
              <a:rPr lang="en-GB" sz="3600" dirty="0">
                <a:latin typeface="Fira Sans" panose="020B0503050000020004" pitchFamily="34" charset="0"/>
              </a:rPr>
              <a:t>. Multicast constraint. Cannot progress until unicast decision is made.</a:t>
            </a:r>
            <a:endParaRPr lang="en-GB" sz="3600" noProof="0" dirty="0">
              <a:latin typeface="Fira Sans" panose="020B0503050000020004" pitchFamily="34" charset="0"/>
            </a:endParaRPr>
          </a:p>
        </p:txBody>
      </p:sp>
    </p:spTree>
    <p:extLst>
      <p:ext uri="{BB962C8B-B14F-4D97-AF65-F5344CB8AC3E}">
        <p14:creationId xmlns:p14="http://schemas.microsoft.com/office/powerpoint/2010/main" val="47983796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8B400C-7F7D-B5A0-DDB0-3AE766D62046}"/>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CEBFC1A2-1006-F69F-8897-FB5A6978BB9F}"/>
              </a:ext>
            </a:extLst>
          </p:cNvPr>
          <p:cNvSpPr>
            <a:spLocks noGrp="1"/>
          </p:cNvSpPr>
          <p:nvPr>
            <p:ph type="sldNum" sz="quarter" idx="11"/>
          </p:nvPr>
        </p:nvSpPr>
        <p:spPr/>
        <p:txBody>
          <a:bodyPr vert="horz" lIns="0" tIns="0" rIns="0" bIns="0" rtlCol="0" anchor="t" anchorCtr="0">
            <a:normAutofit/>
          </a:bodyPr>
          <a:lstStyle/>
          <a:p>
            <a:pPr>
              <a:spcAft>
                <a:spcPts val="600"/>
              </a:spcAft>
            </a:pPr>
            <a:fld id="{762E77F0-FB5B-4E8E-9BC9-34F14560A017}" type="slidenum">
              <a:rPr lang="en-GB" noProof="0" smtClean="0"/>
              <a:pPr>
                <a:spcAft>
                  <a:spcPts val="600"/>
                </a:spcAft>
              </a:pPr>
              <a:t>29</a:t>
            </a:fld>
            <a:endParaRPr lang="en-GB" noProof="0"/>
          </a:p>
        </p:txBody>
      </p:sp>
      <p:sp>
        <p:nvSpPr>
          <p:cNvPr id="10" name="Text Placeholder 9">
            <a:extLst>
              <a:ext uri="{FF2B5EF4-FFF2-40B4-BE49-F238E27FC236}">
                <a16:creationId xmlns:a16="http://schemas.microsoft.com/office/drawing/2014/main" id="{0F0A0912-99AC-48BB-5196-DDBDC9A84575}"/>
              </a:ext>
            </a:extLst>
          </p:cNvPr>
          <p:cNvSpPr>
            <a:spLocks noGrp="1"/>
          </p:cNvSpPr>
          <p:nvPr>
            <p:ph type="body" sz="quarter" idx="13"/>
          </p:nvPr>
        </p:nvSpPr>
        <p:spPr>
          <a:xfrm>
            <a:off x="533709" y="5827194"/>
            <a:ext cx="5216526" cy="3536261"/>
          </a:xfrm>
        </p:spPr>
        <p:txBody>
          <a:bodyPr anchor="ctr"/>
          <a:lstStyle/>
          <a:p>
            <a:pPr algn="ctr"/>
            <a:r>
              <a:rPr lang="en-GB" sz="3200" dirty="0">
                <a:latin typeface="Fira Sans" panose="020B0503050000020004" pitchFamily="34" charset="0"/>
              </a:rPr>
              <a:t>Applications that must move together</a:t>
            </a:r>
            <a:endParaRPr lang="en-GB" sz="3200" noProof="0" dirty="0">
              <a:latin typeface="Fira Sans" panose="020B0503050000020004" pitchFamily="34" charset="0"/>
            </a:endParaRPr>
          </a:p>
        </p:txBody>
      </p:sp>
      <p:sp>
        <p:nvSpPr>
          <p:cNvPr id="5" name="Title 1">
            <a:extLst>
              <a:ext uri="{FF2B5EF4-FFF2-40B4-BE49-F238E27FC236}">
                <a16:creationId xmlns:a16="http://schemas.microsoft.com/office/drawing/2014/main" id="{79CC79FA-3D62-F423-86E4-B3519EF51A04}"/>
              </a:ext>
            </a:extLst>
          </p:cNvPr>
          <p:cNvSpPr>
            <a:spLocks noGrp="1"/>
          </p:cNvSpPr>
          <p:nvPr>
            <p:ph type="title"/>
          </p:nvPr>
        </p:nvSpPr>
        <p:spPr>
          <a:xfrm>
            <a:off x="508649" y="3609563"/>
            <a:ext cx="5241586" cy="3062106"/>
          </a:xfrm>
        </p:spPr>
        <p:txBody>
          <a:bodyPr vert="horz" wrap="square" lIns="0" tIns="0" rIns="0" bIns="0" rtlCol="0" anchor="t" anchorCtr="0">
            <a:normAutofit/>
          </a:bodyPr>
          <a:lstStyle/>
          <a:p>
            <a:pPr algn="ctr"/>
            <a:r>
              <a:rPr lang="en-GB" sz="5400" dirty="0">
                <a:latin typeface="Fira Sans" panose="020B0503050000020004" pitchFamily="34" charset="0"/>
              </a:rPr>
              <a:t>Co-migration groups</a:t>
            </a:r>
            <a:endParaRPr lang="en-GB" sz="5400" kern="1200" noProof="0" dirty="0">
              <a:ln w="9525">
                <a:noFill/>
              </a:ln>
              <a:latin typeface="Fira Sans" panose="020B0503050000020004" pitchFamily="34" charset="0"/>
            </a:endParaRPr>
          </a:p>
        </p:txBody>
      </p:sp>
      <p:sp>
        <p:nvSpPr>
          <p:cNvPr id="6" name="TextBox 5">
            <a:extLst>
              <a:ext uri="{FF2B5EF4-FFF2-40B4-BE49-F238E27FC236}">
                <a16:creationId xmlns:a16="http://schemas.microsoft.com/office/drawing/2014/main" id="{B9C95ECD-5ACA-A985-AA1A-C8346EAA8578}"/>
              </a:ext>
            </a:extLst>
          </p:cNvPr>
          <p:cNvSpPr txBox="1"/>
          <p:nvPr/>
        </p:nvSpPr>
        <p:spPr>
          <a:xfrm>
            <a:off x="7107173" y="2330247"/>
            <a:ext cx="7047739" cy="5991384"/>
          </a:xfrm>
          <a:prstGeom prst="rect">
            <a:avLst/>
          </a:prstGeom>
          <a:noFill/>
        </p:spPr>
        <p:txBody>
          <a:bodyPr wrap="square">
            <a:spAutoFit/>
          </a:bodyPr>
          <a:lstStyle/>
          <a:p>
            <a:pPr marL="571500" indent="-571500" defTabSz="1828800" fontAlgn="t">
              <a:spcAft>
                <a:spcPts val="1400"/>
              </a:spcAft>
              <a:buClr>
                <a:srgbClr val="EB0000"/>
              </a:buClr>
              <a:buFont typeface="Arial" panose="020B0604020202020204" pitchFamily="34" charset="0"/>
              <a:buChar char="•"/>
            </a:pPr>
            <a:r>
              <a:rPr lang="en-GB" sz="3600" dirty="0">
                <a:latin typeface="Fira Sans" panose="020B0503050000020004" pitchFamily="34" charset="0"/>
              </a:rPr>
              <a:t>Customer_App1 + WPS </a:t>
            </a:r>
            <a:r>
              <a:rPr lang="en-GB" sz="3600" dirty="0" err="1">
                <a:latin typeface="Fira Sans" panose="020B0503050000020004" pitchFamily="34" charset="0"/>
              </a:rPr>
              <a:t>WPS</a:t>
            </a:r>
            <a:r>
              <a:rPr lang="en-GB" sz="3600" dirty="0">
                <a:latin typeface="Fira Sans" panose="020B0503050000020004" pitchFamily="34" charset="0"/>
              </a:rPr>
              <a:t> maintains sustained Oracle connections to the B-cluster. Splitting them breaks the publishing pipeline.</a:t>
            </a:r>
          </a:p>
          <a:p>
            <a:pPr marL="571500" indent="-571500" defTabSz="1828800" fontAlgn="t">
              <a:spcAft>
                <a:spcPts val="1400"/>
              </a:spcAft>
              <a:buClr>
                <a:srgbClr val="EB0000"/>
              </a:buClr>
              <a:buFont typeface="Arial" panose="020B0604020202020204" pitchFamily="34" charset="0"/>
              <a:buChar char="•"/>
            </a:pPr>
            <a:endParaRPr lang="en-GB" sz="3600" dirty="0">
              <a:latin typeface="Fira Sans" panose="020B0503050000020004" pitchFamily="34" charset="0"/>
            </a:endParaRPr>
          </a:p>
          <a:p>
            <a:pPr marL="571500" indent="-571500" defTabSz="1828800" fontAlgn="t">
              <a:spcAft>
                <a:spcPts val="1400"/>
              </a:spcAft>
              <a:buClr>
                <a:srgbClr val="EB0000"/>
              </a:buClr>
              <a:buFont typeface="Arial" panose="020B0604020202020204" pitchFamily="34" charset="0"/>
              <a:buChar char="•"/>
            </a:pPr>
            <a:r>
              <a:rPr lang="en-GB" sz="3600" dirty="0">
                <a:latin typeface="Fira Sans" panose="020B0503050000020004" pitchFamily="34" charset="0"/>
              </a:rPr>
              <a:t>ECO3 + </a:t>
            </a:r>
            <a:r>
              <a:rPr lang="en-GB" sz="3600" dirty="0" err="1">
                <a:latin typeface="Fira Sans" panose="020B0503050000020004" pitchFamily="34" charset="0"/>
              </a:rPr>
              <a:t>OneVision</a:t>
            </a:r>
            <a:r>
              <a:rPr lang="en-GB" sz="3600" dirty="0">
                <a:latin typeface="Fira Sans" panose="020B0503050000020004" pitchFamily="34" charset="0"/>
              </a:rPr>
              <a:t> </a:t>
            </a:r>
            <a:r>
              <a:rPr lang="en-GB" sz="3600" dirty="0" err="1">
                <a:latin typeface="Fira Sans" panose="020B0503050000020004" pitchFamily="34" charset="0"/>
              </a:rPr>
              <a:t>OneVision</a:t>
            </a:r>
            <a:r>
              <a:rPr lang="en-GB" sz="3600" dirty="0">
                <a:latin typeface="Fira Sans" panose="020B0503050000020004" pitchFamily="34" charset="0"/>
              </a:rPr>
              <a:t> reads from ECO3's courier database via SMB (port 445, network-confirmed).</a:t>
            </a:r>
            <a:endParaRPr lang="en-GB" sz="3600" noProof="0" dirty="0">
              <a:latin typeface="Fira Sans" panose="020B0503050000020004" pitchFamily="34" charset="0"/>
            </a:endParaRPr>
          </a:p>
        </p:txBody>
      </p:sp>
      <p:sp>
        <p:nvSpPr>
          <p:cNvPr id="2" name="TextBox 1">
            <a:extLst>
              <a:ext uri="{FF2B5EF4-FFF2-40B4-BE49-F238E27FC236}">
                <a16:creationId xmlns:a16="http://schemas.microsoft.com/office/drawing/2014/main" id="{D1AE85BF-0870-686A-9C6D-DA40CBE782A1}"/>
              </a:ext>
            </a:extLst>
          </p:cNvPr>
          <p:cNvSpPr txBox="1"/>
          <p:nvPr/>
        </p:nvSpPr>
        <p:spPr>
          <a:xfrm>
            <a:off x="15123413" y="2330247"/>
            <a:ext cx="8175499" cy="5991384"/>
          </a:xfrm>
          <a:prstGeom prst="rect">
            <a:avLst/>
          </a:prstGeom>
          <a:noFill/>
        </p:spPr>
        <p:txBody>
          <a:bodyPr wrap="square">
            <a:spAutoFit/>
          </a:bodyPr>
          <a:lstStyle/>
          <a:p>
            <a:pPr marL="571500" indent="-571500" defTabSz="1828800" fontAlgn="t">
              <a:spcAft>
                <a:spcPts val="1400"/>
              </a:spcAft>
              <a:buClr>
                <a:srgbClr val="EB0000"/>
              </a:buClr>
              <a:buFont typeface="Arial" panose="020B0604020202020204" pitchFamily="34" charset="0"/>
              <a:buChar char="•"/>
            </a:pPr>
            <a:r>
              <a:rPr lang="en-GB" sz="3600" dirty="0" err="1">
                <a:latin typeface="Fira Sans" panose="020B0503050000020004" pitchFamily="34" charset="0"/>
              </a:rPr>
              <a:t>Atex</a:t>
            </a:r>
            <a:r>
              <a:rPr lang="en-GB" sz="3600" dirty="0">
                <a:latin typeface="Fira Sans" panose="020B0503050000020004" pitchFamily="34" charset="0"/>
              </a:rPr>
              <a:t> + </a:t>
            </a:r>
            <a:r>
              <a:rPr lang="en-GB" sz="3600" dirty="0" err="1">
                <a:latin typeface="Fira Sans" panose="020B0503050000020004" pitchFamily="34" charset="0"/>
              </a:rPr>
              <a:t>InstantPress</a:t>
            </a:r>
            <a:r>
              <a:rPr lang="en-GB" sz="3600" dirty="0">
                <a:latin typeface="Fira Sans" panose="020B0503050000020004" pitchFamily="34" charset="0"/>
              </a:rPr>
              <a:t> </a:t>
            </a:r>
            <a:r>
              <a:rPr lang="en-GB" sz="3600" dirty="0" err="1">
                <a:latin typeface="Fira Sans" panose="020B0503050000020004" pitchFamily="34" charset="0"/>
              </a:rPr>
              <a:t>InstantPress</a:t>
            </a:r>
            <a:r>
              <a:rPr lang="en-GB" sz="3600" dirty="0">
                <a:latin typeface="Fira Sans" panose="020B0503050000020004" pitchFamily="34" charset="0"/>
              </a:rPr>
              <a:t> produces PDF output from </a:t>
            </a:r>
            <a:r>
              <a:rPr lang="en-GB" sz="3600" dirty="0" err="1">
                <a:latin typeface="Fira Sans" panose="020B0503050000020004" pitchFamily="34" charset="0"/>
              </a:rPr>
              <a:t>Atex</a:t>
            </a:r>
            <a:r>
              <a:rPr lang="en-GB" sz="3600" dirty="0">
                <a:latin typeface="Fira Sans" panose="020B0503050000020004" pitchFamily="34" charset="0"/>
              </a:rPr>
              <a:t> content. Coupled by data flow.</a:t>
            </a:r>
          </a:p>
          <a:p>
            <a:pPr marL="571500" indent="-571500" defTabSz="1828800" fontAlgn="t">
              <a:spcAft>
                <a:spcPts val="1400"/>
              </a:spcAft>
              <a:buClr>
                <a:srgbClr val="EB0000"/>
              </a:buClr>
              <a:buFont typeface="Arial" panose="020B0604020202020204" pitchFamily="34" charset="0"/>
              <a:buChar char="•"/>
            </a:pPr>
            <a:endParaRPr lang="en-GB" sz="3600" dirty="0">
              <a:latin typeface="Fira Sans" panose="020B0503050000020004" pitchFamily="34" charset="0"/>
            </a:endParaRPr>
          </a:p>
          <a:p>
            <a:pPr marL="571500" indent="-571500" defTabSz="1828800" fontAlgn="t">
              <a:spcAft>
                <a:spcPts val="1400"/>
              </a:spcAft>
              <a:buClr>
                <a:srgbClr val="EB0000"/>
              </a:buClr>
              <a:buFont typeface="Arial" panose="020B0604020202020204" pitchFamily="34" charset="0"/>
              <a:buChar char="•"/>
            </a:pPr>
            <a:r>
              <a:rPr lang="en-GB" sz="3600" dirty="0">
                <a:latin typeface="Fira Sans" panose="020B0503050000020004" pitchFamily="34" charset="0"/>
              </a:rPr>
              <a:t>What this means These groups are scheduling constraints. Phase 2 builds the release plan around them. You cannot pick applications for convenience. You pick them by coupling.</a:t>
            </a:r>
            <a:endParaRPr lang="en-GB" sz="3600" noProof="0" dirty="0">
              <a:latin typeface="Fira Sans" panose="020B0503050000020004" pitchFamily="34" charset="0"/>
            </a:endParaRPr>
          </a:p>
        </p:txBody>
      </p:sp>
    </p:spTree>
    <p:extLst>
      <p:ext uri="{BB962C8B-B14F-4D97-AF65-F5344CB8AC3E}">
        <p14:creationId xmlns:p14="http://schemas.microsoft.com/office/powerpoint/2010/main" val="296121859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1A5AD6-59E2-F5F0-389A-8F02C5437863}"/>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5469EB9B-88AE-478E-B6D1-DB2FECBB9026}"/>
              </a:ext>
            </a:extLst>
          </p:cNvPr>
          <p:cNvSpPr>
            <a:spLocks noGrp="1"/>
          </p:cNvSpPr>
          <p:nvPr>
            <p:ph type="body" sz="quarter" idx="16"/>
          </p:nvPr>
        </p:nvSpPr>
        <p:spPr>
          <a:xfrm>
            <a:off x="6122839" y="3715469"/>
            <a:ext cx="11160126" cy="4200146"/>
          </a:xfrm>
        </p:spPr>
        <p:txBody>
          <a:bodyPr anchor="ctr"/>
          <a:lstStyle/>
          <a:p>
            <a:pPr algn="ctr"/>
            <a:r>
              <a:rPr lang="en-GB" b="1" noProof="0">
                <a:latin typeface="Fira Sans Light" panose="020B0403050000020004" pitchFamily="34" charset="0"/>
              </a:rPr>
              <a:t>Hyperscaler Recommendation</a:t>
            </a:r>
          </a:p>
        </p:txBody>
      </p:sp>
    </p:spTree>
    <p:extLst>
      <p:ext uri="{BB962C8B-B14F-4D97-AF65-F5344CB8AC3E}">
        <p14:creationId xmlns:p14="http://schemas.microsoft.com/office/powerpoint/2010/main" val="349772528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A6F332-3CBB-ABEB-DEFD-F92FD0118363}"/>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05ED1762-A821-09E6-32B7-9C8330F8F049}"/>
              </a:ext>
            </a:extLst>
          </p:cNvPr>
          <p:cNvSpPr>
            <a:spLocks noGrp="1"/>
          </p:cNvSpPr>
          <p:nvPr>
            <p:ph type="sldNum" sz="quarter" idx="4"/>
          </p:nvPr>
        </p:nvSpPr>
        <p:spPr>
          <a:xfrm>
            <a:off x="22331085" y="13027080"/>
            <a:ext cx="1234804" cy="215444"/>
          </a:xfrm>
        </p:spPr>
        <p:txBody>
          <a:bodyPr/>
          <a:lstStyle/>
          <a:p>
            <a:fld id="{762E77F0-FB5B-4E8E-9BC9-34F14560A017}" type="slidenum">
              <a:rPr lang="en-GB" noProof="0" smtClean="0"/>
              <a:pPr/>
              <a:t>31</a:t>
            </a:fld>
            <a:endParaRPr lang="en-GB" noProof="0"/>
          </a:p>
        </p:txBody>
      </p:sp>
      <p:sp>
        <p:nvSpPr>
          <p:cNvPr id="4" name="TextBox 3">
            <a:extLst>
              <a:ext uri="{FF2B5EF4-FFF2-40B4-BE49-F238E27FC236}">
                <a16:creationId xmlns:a16="http://schemas.microsoft.com/office/drawing/2014/main" id="{2F139D62-377B-36D8-6C5E-EA9171311A0B}"/>
              </a:ext>
            </a:extLst>
          </p:cNvPr>
          <p:cNvSpPr txBox="1"/>
          <p:nvPr/>
        </p:nvSpPr>
        <p:spPr>
          <a:xfrm>
            <a:off x="406009" y="473476"/>
            <a:ext cx="10775707" cy="1046440"/>
          </a:xfrm>
          <a:prstGeom prst="rect">
            <a:avLst/>
          </a:prstGeom>
          <a:noFill/>
        </p:spPr>
        <p:txBody>
          <a:bodyPr wrap="none" rtlCol="0">
            <a:spAutoFit/>
          </a:bodyPr>
          <a:lstStyle/>
          <a:p>
            <a:pPr algn="l"/>
            <a:r>
              <a:rPr lang="en-GB" sz="6200">
                <a:solidFill>
                  <a:srgbClr val="FF0000"/>
                </a:solidFill>
                <a:latin typeface="Fira Sans Light" panose="020B0403050000020004" pitchFamily="34" charset="0"/>
              </a:rPr>
              <a:t>Hyperscaler Weighted Scoring</a:t>
            </a:r>
            <a:endParaRPr lang="en-GB" sz="6200" noProof="0">
              <a:solidFill>
                <a:srgbClr val="FF0000"/>
              </a:solidFill>
              <a:latin typeface="Fira Sans Light" panose="020B0403050000020004" pitchFamily="34" charset="0"/>
            </a:endParaRPr>
          </a:p>
        </p:txBody>
      </p:sp>
      <p:pic>
        <p:nvPicPr>
          <p:cNvPr id="7" name="Picture 2">
            <a:extLst>
              <a:ext uri="{FF2B5EF4-FFF2-40B4-BE49-F238E27FC236}">
                <a16:creationId xmlns:a16="http://schemas.microsoft.com/office/drawing/2014/main" id="{5E6F0E27-8A17-5F34-28DD-D1AF52FD09A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8514208" y="857224"/>
            <a:ext cx="1020269" cy="1020269"/>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4">
            <a:extLst>
              <a:ext uri="{FF2B5EF4-FFF2-40B4-BE49-F238E27FC236}">
                <a16:creationId xmlns:a16="http://schemas.microsoft.com/office/drawing/2014/main" id="{65CFBA47-DC15-22B1-17FB-BCD53387CB3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451535" y="996696"/>
            <a:ext cx="1202360" cy="721415"/>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6" descr="Google Cloud Icon - High-Quality GCP Logo for Your Projects">
            <a:extLst>
              <a:ext uri="{FF2B5EF4-FFF2-40B4-BE49-F238E27FC236}">
                <a16:creationId xmlns:a16="http://schemas.microsoft.com/office/drawing/2014/main" id="{42AE44BD-2547-68E3-63FE-62F39629D867}"/>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1394790" y="733744"/>
            <a:ext cx="1366355" cy="1366355"/>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9" descr="A table with numbers and a number of data&#10;&#10;AI-generated content may be incorrect.">
            <a:extLst>
              <a:ext uri="{FF2B5EF4-FFF2-40B4-BE49-F238E27FC236}">
                <a16:creationId xmlns:a16="http://schemas.microsoft.com/office/drawing/2014/main" id="{1A171E64-1E03-BC4A-4CFD-ED4622D40FB3}"/>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939114" y="2680282"/>
            <a:ext cx="22612863" cy="8395193"/>
          </a:xfrm>
          <a:prstGeom prst="rect">
            <a:avLst/>
          </a:prstGeom>
        </p:spPr>
      </p:pic>
      <p:sp>
        <p:nvSpPr>
          <p:cNvPr id="11" name="Rectangle 10">
            <a:extLst>
              <a:ext uri="{FF2B5EF4-FFF2-40B4-BE49-F238E27FC236}">
                <a16:creationId xmlns:a16="http://schemas.microsoft.com/office/drawing/2014/main" id="{D0C9F766-7CC9-E39D-29B3-0CBAFF628989}"/>
              </a:ext>
            </a:extLst>
          </p:cNvPr>
          <p:cNvSpPr/>
          <p:nvPr/>
        </p:nvSpPr>
        <p:spPr>
          <a:xfrm>
            <a:off x="5793862" y="7654542"/>
            <a:ext cx="2419350" cy="42265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600">
                <a:solidFill>
                  <a:schemeClr val="tx1"/>
                </a:solidFill>
              </a:rPr>
              <a:t>Very High</a:t>
            </a:r>
          </a:p>
        </p:txBody>
      </p:sp>
    </p:spTree>
    <p:extLst>
      <p:ext uri="{BB962C8B-B14F-4D97-AF65-F5344CB8AC3E}">
        <p14:creationId xmlns:p14="http://schemas.microsoft.com/office/powerpoint/2010/main" val="178427062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4CB945-EBC7-5685-31DF-CF9CBE13A10B}"/>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7C149A93-726E-42F7-A2C9-57A819CA2720}"/>
              </a:ext>
            </a:extLst>
          </p:cNvPr>
          <p:cNvSpPr>
            <a:spLocks noGrp="1"/>
          </p:cNvSpPr>
          <p:nvPr>
            <p:ph type="sldNum" sz="quarter" idx="4"/>
          </p:nvPr>
        </p:nvSpPr>
        <p:spPr>
          <a:xfrm>
            <a:off x="22331085" y="13027080"/>
            <a:ext cx="1234804" cy="215444"/>
          </a:xfrm>
        </p:spPr>
        <p:txBody>
          <a:bodyPr/>
          <a:lstStyle/>
          <a:p>
            <a:fld id="{762E77F0-FB5B-4E8E-9BC9-34F14560A017}" type="slidenum">
              <a:rPr lang="en-GB" noProof="0" smtClean="0"/>
              <a:pPr/>
              <a:t>32</a:t>
            </a:fld>
            <a:endParaRPr lang="en-GB" noProof="0"/>
          </a:p>
        </p:txBody>
      </p:sp>
      <p:sp>
        <p:nvSpPr>
          <p:cNvPr id="4" name="TextBox 3">
            <a:extLst>
              <a:ext uri="{FF2B5EF4-FFF2-40B4-BE49-F238E27FC236}">
                <a16:creationId xmlns:a16="http://schemas.microsoft.com/office/drawing/2014/main" id="{13C92150-B960-0FDB-8D63-077CB50584B7}"/>
              </a:ext>
            </a:extLst>
          </p:cNvPr>
          <p:cNvSpPr txBox="1"/>
          <p:nvPr/>
        </p:nvSpPr>
        <p:spPr>
          <a:xfrm>
            <a:off x="406009" y="473476"/>
            <a:ext cx="14417729" cy="1046440"/>
          </a:xfrm>
          <a:prstGeom prst="rect">
            <a:avLst/>
          </a:prstGeom>
          <a:noFill/>
        </p:spPr>
        <p:txBody>
          <a:bodyPr wrap="none" rtlCol="0">
            <a:spAutoFit/>
          </a:bodyPr>
          <a:lstStyle/>
          <a:p>
            <a:pPr algn="l"/>
            <a:r>
              <a:rPr lang="en-GB" sz="6200">
                <a:solidFill>
                  <a:srgbClr val="FF0000"/>
                </a:solidFill>
                <a:latin typeface="Fira Sans Light" panose="020B0403050000020004" pitchFamily="34" charset="0"/>
              </a:rPr>
              <a:t>Weighted Scoring – [Client] Key Value Dials</a:t>
            </a:r>
            <a:endParaRPr lang="en-GB" sz="6200" noProof="0">
              <a:solidFill>
                <a:srgbClr val="FF0000"/>
              </a:solidFill>
              <a:latin typeface="Fira Sans Light" panose="020B0403050000020004" pitchFamily="34" charset="0"/>
            </a:endParaRPr>
          </a:p>
        </p:txBody>
      </p:sp>
      <p:pic>
        <p:nvPicPr>
          <p:cNvPr id="3" name="Picture 2" descr="A table with numbers and words&#10;&#10;AI-generated content may be incorrect.">
            <a:extLst>
              <a:ext uri="{FF2B5EF4-FFF2-40B4-BE49-F238E27FC236}">
                <a16:creationId xmlns:a16="http://schemas.microsoft.com/office/drawing/2014/main" id="{1BF78A30-D7BC-9B3A-AFAC-01591E220A3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568390" y="2233782"/>
            <a:ext cx="20815610" cy="11482218"/>
          </a:xfrm>
          <a:prstGeom prst="rect">
            <a:avLst/>
          </a:prstGeom>
        </p:spPr>
      </p:pic>
      <p:pic>
        <p:nvPicPr>
          <p:cNvPr id="5" name="Picture 2">
            <a:extLst>
              <a:ext uri="{FF2B5EF4-FFF2-40B4-BE49-F238E27FC236}">
                <a16:creationId xmlns:a16="http://schemas.microsoft.com/office/drawing/2014/main" id="{E7BB14E0-0F45-F05E-B07B-4CB6088E1BD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8826442" y="856580"/>
            <a:ext cx="1020269" cy="1020269"/>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4">
            <a:extLst>
              <a:ext uri="{FF2B5EF4-FFF2-40B4-BE49-F238E27FC236}">
                <a16:creationId xmlns:a16="http://schemas.microsoft.com/office/drawing/2014/main" id="{A0C5E74C-F1B7-FCEA-C8B8-4E60DD122CB7}"/>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5451535" y="996696"/>
            <a:ext cx="1202360" cy="721415"/>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6" descr="Google Cloud Icon - High-Quality GCP Logo for Your Projects">
            <a:extLst>
              <a:ext uri="{FF2B5EF4-FFF2-40B4-BE49-F238E27FC236}">
                <a16:creationId xmlns:a16="http://schemas.microsoft.com/office/drawing/2014/main" id="{7112C275-63F1-138D-6885-30928428A871}"/>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22019259" y="684180"/>
            <a:ext cx="1366355" cy="136635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9246660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E057D4-DE2B-7B5C-4466-F312F61C3C33}"/>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CCDDF73A-4024-C5C0-B3F2-5095950BD5B5}"/>
              </a:ext>
            </a:extLst>
          </p:cNvPr>
          <p:cNvSpPr>
            <a:spLocks noGrp="1"/>
          </p:cNvSpPr>
          <p:nvPr>
            <p:ph type="sldNum" sz="quarter" idx="4"/>
          </p:nvPr>
        </p:nvSpPr>
        <p:spPr>
          <a:xfrm>
            <a:off x="22331085" y="13027080"/>
            <a:ext cx="1234804" cy="215444"/>
          </a:xfrm>
        </p:spPr>
        <p:txBody>
          <a:bodyPr/>
          <a:lstStyle/>
          <a:p>
            <a:fld id="{762E77F0-FB5B-4E8E-9BC9-34F14560A017}" type="slidenum">
              <a:rPr lang="en-GB" noProof="0" smtClean="0"/>
              <a:pPr/>
              <a:t>33</a:t>
            </a:fld>
            <a:endParaRPr lang="en-GB" noProof="0"/>
          </a:p>
        </p:txBody>
      </p:sp>
      <p:sp>
        <p:nvSpPr>
          <p:cNvPr id="4" name="TextBox 3">
            <a:extLst>
              <a:ext uri="{FF2B5EF4-FFF2-40B4-BE49-F238E27FC236}">
                <a16:creationId xmlns:a16="http://schemas.microsoft.com/office/drawing/2014/main" id="{A2232670-F755-7B6B-2A4E-BF6E73E7CCA6}"/>
              </a:ext>
            </a:extLst>
          </p:cNvPr>
          <p:cNvSpPr txBox="1"/>
          <p:nvPr/>
        </p:nvSpPr>
        <p:spPr>
          <a:xfrm>
            <a:off x="406009" y="473476"/>
            <a:ext cx="9196748" cy="1046440"/>
          </a:xfrm>
          <a:prstGeom prst="rect">
            <a:avLst/>
          </a:prstGeom>
          <a:noFill/>
        </p:spPr>
        <p:txBody>
          <a:bodyPr wrap="none" rtlCol="0">
            <a:spAutoFit/>
          </a:bodyPr>
          <a:lstStyle/>
          <a:p>
            <a:pPr algn="l"/>
            <a:r>
              <a:rPr lang="en-GB" sz="6200">
                <a:solidFill>
                  <a:srgbClr val="FF0000"/>
                </a:solidFill>
                <a:latin typeface="Fira Sans Light" panose="020B0403050000020004" pitchFamily="34" charset="0"/>
              </a:rPr>
              <a:t>Overall Recommendation</a:t>
            </a:r>
            <a:endParaRPr lang="en-GB" sz="6200" noProof="0">
              <a:solidFill>
                <a:srgbClr val="FF0000"/>
              </a:solidFill>
              <a:latin typeface="Fira Sans Light" panose="020B0403050000020004" pitchFamily="34" charset="0"/>
            </a:endParaRPr>
          </a:p>
        </p:txBody>
      </p:sp>
      <p:grpSp>
        <p:nvGrpSpPr>
          <p:cNvPr id="3" name="Group 2">
            <a:extLst>
              <a:ext uri="{FF2B5EF4-FFF2-40B4-BE49-F238E27FC236}">
                <a16:creationId xmlns:a16="http://schemas.microsoft.com/office/drawing/2014/main" id="{824CD360-3A4A-CDB7-9F7C-88F19624B966}"/>
              </a:ext>
            </a:extLst>
          </p:cNvPr>
          <p:cNvGrpSpPr/>
          <p:nvPr/>
        </p:nvGrpSpPr>
        <p:grpSpPr>
          <a:xfrm>
            <a:off x="6705600" y="3883169"/>
            <a:ext cx="17082178" cy="1477260"/>
            <a:chOff x="518985" y="2214774"/>
            <a:chExt cx="23268793" cy="2111982"/>
          </a:xfrm>
        </p:grpSpPr>
        <p:sp>
          <p:nvSpPr>
            <p:cNvPr id="5" name="Rectangle 4">
              <a:extLst>
                <a:ext uri="{FF2B5EF4-FFF2-40B4-BE49-F238E27FC236}">
                  <a16:creationId xmlns:a16="http://schemas.microsoft.com/office/drawing/2014/main" id="{A5837DC6-4341-7137-EFB4-069AFAC2F550}"/>
                </a:ext>
              </a:extLst>
            </p:cNvPr>
            <p:cNvSpPr/>
            <p:nvPr/>
          </p:nvSpPr>
          <p:spPr>
            <a:xfrm>
              <a:off x="518985" y="3987573"/>
              <a:ext cx="23268793" cy="339183"/>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400"/>
            </a:p>
          </p:txBody>
        </p:sp>
        <p:sp>
          <p:nvSpPr>
            <p:cNvPr id="6" name="Rectangle 5">
              <a:extLst>
                <a:ext uri="{FF2B5EF4-FFF2-40B4-BE49-F238E27FC236}">
                  <a16:creationId xmlns:a16="http://schemas.microsoft.com/office/drawing/2014/main" id="{12757E88-34A1-E4BC-47E5-E4BBB7437F67}"/>
                </a:ext>
              </a:extLst>
            </p:cNvPr>
            <p:cNvSpPr/>
            <p:nvPr/>
          </p:nvSpPr>
          <p:spPr>
            <a:xfrm>
              <a:off x="518985" y="2979374"/>
              <a:ext cx="7198260" cy="1100241"/>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400"/>
                <a:t>2nd</a:t>
              </a:r>
            </a:p>
          </p:txBody>
        </p:sp>
        <p:sp>
          <p:nvSpPr>
            <p:cNvPr id="12" name="Rectangle 11">
              <a:extLst>
                <a:ext uri="{FF2B5EF4-FFF2-40B4-BE49-F238E27FC236}">
                  <a16:creationId xmlns:a16="http://schemas.microsoft.com/office/drawing/2014/main" id="{43F49F4F-0A07-C80D-D24A-AD51D21F522B}"/>
                </a:ext>
              </a:extLst>
            </p:cNvPr>
            <p:cNvSpPr/>
            <p:nvPr/>
          </p:nvSpPr>
          <p:spPr>
            <a:xfrm>
              <a:off x="7717245" y="2214774"/>
              <a:ext cx="8001786" cy="184105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400"/>
                <a:t>1st</a:t>
              </a:r>
            </a:p>
          </p:txBody>
        </p:sp>
        <p:sp>
          <p:nvSpPr>
            <p:cNvPr id="13" name="Rectangle 12">
              <a:extLst>
                <a:ext uri="{FF2B5EF4-FFF2-40B4-BE49-F238E27FC236}">
                  <a16:creationId xmlns:a16="http://schemas.microsoft.com/office/drawing/2014/main" id="{AA1001CF-DADD-075D-1920-0E72970B48B1}"/>
                </a:ext>
              </a:extLst>
            </p:cNvPr>
            <p:cNvSpPr/>
            <p:nvPr/>
          </p:nvSpPr>
          <p:spPr>
            <a:xfrm>
              <a:off x="15698472" y="3486895"/>
              <a:ext cx="8089306" cy="568938"/>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400"/>
                <a:t>3rd</a:t>
              </a:r>
            </a:p>
          </p:txBody>
        </p:sp>
      </p:grpSp>
      <p:pic>
        <p:nvPicPr>
          <p:cNvPr id="14" name="Picture 2">
            <a:extLst>
              <a:ext uri="{FF2B5EF4-FFF2-40B4-BE49-F238E27FC236}">
                <a16:creationId xmlns:a16="http://schemas.microsoft.com/office/drawing/2014/main" id="{F341D167-7D46-E7AA-B4E4-55F47D3C3E7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9886080" y="2553362"/>
            <a:ext cx="1864841" cy="1864841"/>
          </a:xfrm>
          <a:prstGeom prst="rect">
            <a:avLst/>
          </a:prstGeom>
          <a:noFill/>
          <a:extLst>
            <a:ext uri="{909E8E84-426E-40DD-AFC4-6F175D3DCCD1}">
              <a14:hiddenFill xmlns:a14="http://schemas.microsoft.com/office/drawing/2010/main">
                <a:solidFill>
                  <a:srgbClr val="FFFFFF"/>
                </a:solidFill>
              </a14:hiddenFill>
            </a:ext>
          </a:extLst>
        </p:spPr>
      </p:pic>
      <p:pic>
        <p:nvPicPr>
          <p:cNvPr id="15" name="Picture 4">
            <a:extLst>
              <a:ext uri="{FF2B5EF4-FFF2-40B4-BE49-F238E27FC236}">
                <a16:creationId xmlns:a16="http://schemas.microsoft.com/office/drawing/2014/main" id="{37255965-48C9-F329-6BF9-905A255F4D6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3914276" y="2439107"/>
            <a:ext cx="2025780" cy="1215467"/>
          </a:xfrm>
          <a:prstGeom prst="rect">
            <a:avLst/>
          </a:prstGeom>
          <a:noFill/>
          <a:extLst>
            <a:ext uri="{909E8E84-426E-40DD-AFC4-6F175D3DCCD1}">
              <a14:hiddenFill xmlns:a14="http://schemas.microsoft.com/office/drawing/2010/main">
                <a:solidFill>
                  <a:srgbClr val="FFFFFF"/>
                </a:solidFill>
              </a14:hiddenFill>
            </a:ext>
          </a:extLst>
        </p:spPr>
      </p:pic>
      <p:pic>
        <p:nvPicPr>
          <p:cNvPr id="16" name="Picture 6" descr="Google Cloud Icon - High-Quality GCP Logo for Your Projects">
            <a:extLst>
              <a:ext uri="{FF2B5EF4-FFF2-40B4-BE49-F238E27FC236}">
                <a16:creationId xmlns:a16="http://schemas.microsoft.com/office/drawing/2014/main" id="{54A167C4-AC66-5584-62A8-24D5BD56937B}"/>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8241943" y="2315320"/>
            <a:ext cx="2211727" cy="2211727"/>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22" name="Table 21">
            <a:extLst>
              <a:ext uri="{FF2B5EF4-FFF2-40B4-BE49-F238E27FC236}">
                <a16:creationId xmlns:a16="http://schemas.microsoft.com/office/drawing/2014/main" id="{C78093CE-F6EC-44BA-FC8B-BBB7190BB42A}"/>
              </a:ext>
            </a:extLst>
          </p:cNvPr>
          <p:cNvGraphicFramePr>
            <a:graphicFrameLocks noGrp="1"/>
          </p:cNvGraphicFramePr>
          <p:nvPr>
            <p:extLst>
              <p:ext uri="{D42A27DB-BD31-4B8C-83A1-F6EECF244321}">
                <p14:modId xmlns:p14="http://schemas.microsoft.com/office/powerpoint/2010/main" val="3168390117"/>
              </p:ext>
            </p:extLst>
          </p:nvPr>
        </p:nvGraphicFramePr>
        <p:xfrm>
          <a:off x="657726" y="6313393"/>
          <a:ext cx="23130052" cy="3200400"/>
        </p:xfrm>
        <a:graphic>
          <a:graphicData uri="http://schemas.openxmlformats.org/drawingml/2006/table">
            <a:tbl>
              <a:tblPr firstRow="1" bandRow="1">
                <a:tableStyleId>{9D7B26C5-4107-4FEC-AEDC-1716B250A1EF}</a:tableStyleId>
              </a:tblPr>
              <a:tblGrid>
                <a:gridCol w="5983706">
                  <a:extLst>
                    <a:ext uri="{9D8B030D-6E8A-4147-A177-3AD203B41FA5}">
                      <a16:colId xmlns:a16="http://schemas.microsoft.com/office/drawing/2014/main" val="2583583823"/>
                    </a:ext>
                  </a:extLst>
                </a:gridCol>
                <a:gridCol w="5325979">
                  <a:extLst>
                    <a:ext uri="{9D8B030D-6E8A-4147-A177-3AD203B41FA5}">
                      <a16:colId xmlns:a16="http://schemas.microsoft.com/office/drawing/2014/main" val="2386034005"/>
                    </a:ext>
                  </a:extLst>
                </a:gridCol>
                <a:gridCol w="5887452">
                  <a:extLst>
                    <a:ext uri="{9D8B030D-6E8A-4147-A177-3AD203B41FA5}">
                      <a16:colId xmlns:a16="http://schemas.microsoft.com/office/drawing/2014/main" val="2893148149"/>
                    </a:ext>
                  </a:extLst>
                </a:gridCol>
                <a:gridCol w="5932915">
                  <a:extLst>
                    <a:ext uri="{9D8B030D-6E8A-4147-A177-3AD203B41FA5}">
                      <a16:colId xmlns:a16="http://schemas.microsoft.com/office/drawing/2014/main" val="1943227566"/>
                    </a:ext>
                  </a:extLst>
                </a:gridCol>
              </a:tblGrid>
              <a:tr h="370840">
                <a:tc>
                  <a:txBody>
                    <a:bodyPr/>
                    <a:lstStyle/>
                    <a:p>
                      <a:r>
                        <a:rPr lang="en-GB"/>
                        <a:t>Cost – 3 year</a:t>
                      </a:r>
                    </a:p>
                  </a:txBody>
                  <a:tcPr/>
                </a:tc>
                <a:tc>
                  <a:txBody>
                    <a:bodyPr/>
                    <a:lstStyle/>
                    <a:p>
                      <a:endParaRPr lang="en-GB"/>
                    </a:p>
                  </a:txBody>
                  <a:tcPr/>
                </a:tc>
                <a:tc>
                  <a:txBody>
                    <a:bodyPr/>
                    <a:lstStyle/>
                    <a:p>
                      <a:endParaRPr lang="en-GB"/>
                    </a:p>
                  </a:txBody>
                  <a:tcPr/>
                </a:tc>
                <a:tc>
                  <a:txBody>
                    <a:bodyPr/>
                    <a:lstStyle/>
                    <a:p>
                      <a:endParaRPr lang="en-GB"/>
                    </a:p>
                  </a:txBody>
                  <a:tcPr/>
                </a:tc>
                <a:extLst>
                  <a:ext uri="{0D108BD9-81ED-4DB2-BD59-A6C34878D82A}">
                    <a16:rowId xmlns:a16="http://schemas.microsoft.com/office/drawing/2014/main" val="2865893680"/>
                  </a:ext>
                </a:extLst>
              </a:tr>
              <a:tr h="370840">
                <a:tc>
                  <a:txBody>
                    <a:bodyPr/>
                    <a:lstStyle/>
                    <a:p>
                      <a:r>
                        <a:rPr lang="en-GB"/>
                        <a:t>Weighted Scoring</a:t>
                      </a:r>
                    </a:p>
                  </a:txBody>
                  <a:tcPr/>
                </a:tc>
                <a:tc>
                  <a:txBody>
                    <a:bodyPr/>
                    <a:lstStyle/>
                    <a:p>
                      <a:endParaRPr lang="en-GB"/>
                    </a:p>
                  </a:txBody>
                  <a:tcPr/>
                </a:tc>
                <a:tc>
                  <a:txBody>
                    <a:bodyPr/>
                    <a:lstStyle/>
                    <a:p>
                      <a:endParaRPr lang="en-GB"/>
                    </a:p>
                  </a:txBody>
                  <a:tcPr/>
                </a:tc>
                <a:tc>
                  <a:txBody>
                    <a:bodyPr/>
                    <a:lstStyle/>
                    <a:p>
                      <a:endParaRPr lang="en-GB"/>
                    </a:p>
                  </a:txBody>
                  <a:tcPr/>
                </a:tc>
                <a:extLst>
                  <a:ext uri="{0D108BD9-81ED-4DB2-BD59-A6C34878D82A}">
                    <a16:rowId xmlns:a16="http://schemas.microsoft.com/office/drawing/2014/main" val="2158348663"/>
                  </a:ext>
                </a:extLst>
              </a:tr>
              <a:tr h="370840">
                <a:tc>
                  <a:txBody>
                    <a:bodyPr/>
                    <a:lstStyle/>
                    <a:p>
                      <a:pPr marL="0" marR="0" lvl="0" indent="0" algn="l" defTabSz="1828800" rtl="0" eaLnBrk="1" fontAlgn="auto" latinLnBrk="0" hangingPunct="1">
                        <a:lnSpc>
                          <a:spcPct val="100000"/>
                        </a:lnSpc>
                        <a:spcBef>
                          <a:spcPts val="0"/>
                        </a:spcBef>
                        <a:spcAft>
                          <a:spcPts val="0"/>
                        </a:spcAft>
                        <a:buClrTx/>
                        <a:buSzTx/>
                        <a:buFontTx/>
                        <a:buNone/>
                        <a:tabLst/>
                        <a:defRPr/>
                      </a:pPr>
                      <a:r>
                        <a:rPr lang="en-GB"/>
                        <a:t>Business Fit</a:t>
                      </a:r>
                    </a:p>
                  </a:txBody>
                  <a:tcPr/>
                </a:tc>
                <a:tc>
                  <a:txBody>
                    <a:bodyPr/>
                    <a:lstStyle/>
                    <a:p>
                      <a:endParaRPr lang="en-GB"/>
                    </a:p>
                  </a:txBody>
                  <a:tcPr/>
                </a:tc>
                <a:tc>
                  <a:txBody>
                    <a:bodyPr/>
                    <a:lstStyle/>
                    <a:p>
                      <a:endParaRPr lang="en-GB"/>
                    </a:p>
                  </a:txBody>
                  <a:tcPr/>
                </a:tc>
                <a:tc>
                  <a:txBody>
                    <a:bodyPr/>
                    <a:lstStyle/>
                    <a:p>
                      <a:endParaRPr lang="en-GB"/>
                    </a:p>
                  </a:txBody>
                  <a:tcPr/>
                </a:tc>
                <a:extLst>
                  <a:ext uri="{0D108BD9-81ED-4DB2-BD59-A6C34878D82A}">
                    <a16:rowId xmlns:a16="http://schemas.microsoft.com/office/drawing/2014/main" val="4165690047"/>
                  </a:ext>
                </a:extLst>
              </a:tr>
              <a:tr h="370840">
                <a:tc>
                  <a:txBody>
                    <a:bodyPr/>
                    <a:lstStyle/>
                    <a:p>
                      <a:endParaRPr lang="en-GB"/>
                    </a:p>
                  </a:txBody>
                  <a:tcPr/>
                </a:tc>
                <a:tc>
                  <a:txBody>
                    <a:bodyPr/>
                    <a:lstStyle/>
                    <a:p>
                      <a:endParaRPr lang="en-GB"/>
                    </a:p>
                  </a:txBody>
                  <a:tcPr/>
                </a:tc>
                <a:tc>
                  <a:txBody>
                    <a:bodyPr/>
                    <a:lstStyle/>
                    <a:p>
                      <a:endParaRPr lang="en-GB"/>
                    </a:p>
                  </a:txBody>
                  <a:tcPr/>
                </a:tc>
                <a:tc>
                  <a:txBody>
                    <a:bodyPr/>
                    <a:lstStyle/>
                    <a:p>
                      <a:endParaRPr lang="en-GB"/>
                    </a:p>
                  </a:txBody>
                  <a:tcPr/>
                </a:tc>
                <a:extLst>
                  <a:ext uri="{0D108BD9-81ED-4DB2-BD59-A6C34878D82A}">
                    <a16:rowId xmlns:a16="http://schemas.microsoft.com/office/drawing/2014/main" val="1423128237"/>
                  </a:ext>
                </a:extLst>
              </a:tr>
              <a:tr h="370840">
                <a:tc>
                  <a:txBody>
                    <a:bodyPr/>
                    <a:lstStyle/>
                    <a:p>
                      <a:endParaRPr lang="en-GB"/>
                    </a:p>
                  </a:txBody>
                  <a:tcPr/>
                </a:tc>
                <a:tc>
                  <a:txBody>
                    <a:bodyPr/>
                    <a:lstStyle/>
                    <a:p>
                      <a:endParaRPr lang="en-GB"/>
                    </a:p>
                  </a:txBody>
                  <a:tcPr/>
                </a:tc>
                <a:tc>
                  <a:txBody>
                    <a:bodyPr/>
                    <a:lstStyle/>
                    <a:p>
                      <a:endParaRPr lang="en-GB"/>
                    </a:p>
                  </a:txBody>
                  <a:tcPr/>
                </a:tc>
                <a:tc>
                  <a:txBody>
                    <a:bodyPr/>
                    <a:lstStyle/>
                    <a:p>
                      <a:endParaRPr lang="en-GB"/>
                    </a:p>
                  </a:txBody>
                  <a:tcPr/>
                </a:tc>
                <a:extLst>
                  <a:ext uri="{0D108BD9-81ED-4DB2-BD59-A6C34878D82A}">
                    <a16:rowId xmlns:a16="http://schemas.microsoft.com/office/drawing/2014/main" val="2482917179"/>
                  </a:ext>
                </a:extLst>
              </a:tr>
            </a:tbl>
          </a:graphicData>
        </a:graphic>
      </p:graphicFrame>
    </p:spTree>
    <p:extLst>
      <p:ext uri="{BB962C8B-B14F-4D97-AF65-F5344CB8AC3E}">
        <p14:creationId xmlns:p14="http://schemas.microsoft.com/office/powerpoint/2010/main" val="218322878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0" name="Group 19">
            <a:extLst>
              <a:ext uri="{FF2B5EF4-FFF2-40B4-BE49-F238E27FC236}">
                <a16:creationId xmlns:a16="http://schemas.microsoft.com/office/drawing/2014/main" id="{55B5F7FD-B69B-AFD3-2014-C5B01E880030}"/>
              </a:ext>
            </a:extLst>
          </p:cNvPr>
          <p:cNvGrpSpPr/>
          <p:nvPr/>
        </p:nvGrpSpPr>
        <p:grpSpPr>
          <a:xfrm>
            <a:off x="518985" y="2214774"/>
            <a:ext cx="23268793" cy="2111982"/>
            <a:chOff x="518985" y="2214774"/>
            <a:chExt cx="23268793" cy="2111982"/>
          </a:xfrm>
        </p:grpSpPr>
        <p:sp>
          <p:nvSpPr>
            <p:cNvPr id="4" name="Rectangle 3">
              <a:extLst>
                <a:ext uri="{FF2B5EF4-FFF2-40B4-BE49-F238E27FC236}">
                  <a16:creationId xmlns:a16="http://schemas.microsoft.com/office/drawing/2014/main" id="{05803474-4C9F-C14D-7283-E60ED653F2E3}"/>
                </a:ext>
              </a:extLst>
            </p:cNvPr>
            <p:cNvSpPr/>
            <p:nvPr/>
          </p:nvSpPr>
          <p:spPr>
            <a:xfrm>
              <a:off x="518985" y="3987573"/>
              <a:ext cx="23268793" cy="339183"/>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400"/>
            </a:p>
          </p:txBody>
        </p:sp>
        <p:sp>
          <p:nvSpPr>
            <p:cNvPr id="5" name="Rectangle 4">
              <a:extLst>
                <a:ext uri="{FF2B5EF4-FFF2-40B4-BE49-F238E27FC236}">
                  <a16:creationId xmlns:a16="http://schemas.microsoft.com/office/drawing/2014/main" id="{895140AA-815E-9C6E-20ED-B2214AA5130E}"/>
                </a:ext>
              </a:extLst>
            </p:cNvPr>
            <p:cNvSpPr/>
            <p:nvPr/>
          </p:nvSpPr>
          <p:spPr>
            <a:xfrm>
              <a:off x="518985" y="2979374"/>
              <a:ext cx="7198260" cy="1100241"/>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400"/>
                <a:t>2nd</a:t>
              </a:r>
            </a:p>
          </p:txBody>
        </p:sp>
        <p:sp>
          <p:nvSpPr>
            <p:cNvPr id="6" name="Rectangle 5">
              <a:extLst>
                <a:ext uri="{FF2B5EF4-FFF2-40B4-BE49-F238E27FC236}">
                  <a16:creationId xmlns:a16="http://schemas.microsoft.com/office/drawing/2014/main" id="{FC627EC0-4D0C-404E-3A13-1538B1B8835C}"/>
                </a:ext>
              </a:extLst>
            </p:cNvPr>
            <p:cNvSpPr/>
            <p:nvPr/>
          </p:nvSpPr>
          <p:spPr>
            <a:xfrm>
              <a:off x="7717245" y="2214774"/>
              <a:ext cx="8001786" cy="184105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400"/>
                <a:t>1st</a:t>
              </a:r>
            </a:p>
          </p:txBody>
        </p:sp>
        <p:sp>
          <p:nvSpPr>
            <p:cNvPr id="19" name="Rectangle 18">
              <a:extLst>
                <a:ext uri="{FF2B5EF4-FFF2-40B4-BE49-F238E27FC236}">
                  <a16:creationId xmlns:a16="http://schemas.microsoft.com/office/drawing/2014/main" id="{B80DF2CC-85BC-9B1D-A81C-ECC5136CD6CB}"/>
                </a:ext>
              </a:extLst>
            </p:cNvPr>
            <p:cNvSpPr/>
            <p:nvPr/>
          </p:nvSpPr>
          <p:spPr>
            <a:xfrm>
              <a:off x="15698472" y="3486895"/>
              <a:ext cx="8089306" cy="568938"/>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400"/>
                <a:t>3rd</a:t>
              </a:r>
            </a:p>
          </p:txBody>
        </p:sp>
      </p:grpSp>
      <p:pic>
        <p:nvPicPr>
          <p:cNvPr id="8" name="Picture 2">
            <a:extLst>
              <a:ext uri="{FF2B5EF4-FFF2-40B4-BE49-F238E27FC236}">
                <a16:creationId xmlns:a16="http://schemas.microsoft.com/office/drawing/2014/main" id="{CFA2D427-7484-05AF-19B2-BB4F5830B34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9153512" y="1280790"/>
            <a:ext cx="1864841" cy="1864841"/>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4">
            <a:extLst>
              <a:ext uri="{FF2B5EF4-FFF2-40B4-BE49-F238E27FC236}">
                <a16:creationId xmlns:a16="http://schemas.microsoft.com/office/drawing/2014/main" id="{5BEFBC67-EEA4-AD0D-AFA8-0E923154ECA5}"/>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705247" y="658043"/>
            <a:ext cx="2025780" cy="1215467"/>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6" descr="Google Cloud Icon - High-Quality GCP Logo for Your Projects">
            <a:extLst>
              <a:ext uri="{FF2B5EF4-FFF2-40B4-BE49-F238E27FC236}">
                <a16:creationId xmlns:a16="http://schemas.microsoft.com/office/drawing/2014/main" id="{A87061EE-0A40-75D0-38EB-B75A22616456}"/>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811813" y="767647"/>
            <a:ext cx="2211727" cy="2211727"/>
          </a:xfrm>
          <a:prstGeom prst="rect">
            <a:avLst/>
          </a:prstGeom>
          <a:noFill/>
          <a:extLst>
            <a:ext uri="{909E8E84-426E-40DD-AFC4-6F175D3DCCD1}">
              <a14:hiddenFill xmlns:a14="http://schemas.microsoft.com/office/drawing/2010/main">
                <a:solidFill>
                  <a:srgbClr val="FFFFFF"/>
                </a:solidFill>
              </a14:hiddenFill>
            </a:ext>
          </a:extLst>
        </p:spPr>
      </p:pic>
      <p:sp>
        <p:nvSpPr>
          <p:cNvPr id="12" name="TextBox 11">
            <a:extLst>
              <a:ext uri="{FF2B5EF4-FFF2-40B4-BE49-F238E27FC236}">
                <a16:creationId xmlns:a16="http://schemas.microsoft.com/office/drawing/2014/main" id="{2E063326-0751-5BEB-CF13-B14F6994D6F7}"/>
              </a:ext>
            </a:extLst>
          </p:cNvPr>
          <p:cNvSpPr txBox="1"/>
          <p:nvPr/>
        </p:nvSpPr>
        <p:spPr>
          <a:xfrm>
            <a:off x="518985" y="4893277"/>
            <a:ext cx="6780393" cy="4401205"/>
          </a:xfrm>
          <a:prstGeom prst="rect">
            <a:avLst/>
          </a:prstGeom>
          <a:noFill/>
        </p:spPr>
        <p:txBody>
          <a:bodyPr wrap="square" rtlCol="0">
            <a:spAutoFit/>
          </a:bodyPr>
          <a:lstStyle/>
          <a:p>
            <a:pPr marL="285750" indent="-285750">
              <a:buFont typeface="Arial" panose="020B0604020202020204" pitchFamily="34" charset="0"/>
              <a:buChar char="•"/>
            </a:pPr>
            <a:r>
              <a:rPr lang="en-GB" sz="2400">
                <a:latin typeface="Fira Sans" panose="020B0503050000020004" pitchFamily="34" charset="0"/>
              </a:rPr>
              <a:t>Least engagement during process</a:t>
            </a:r>
          </a:p>
          <a:p>
            <a:pPr marL="285750" indent="-285750">
              <a:buFont typeface="Arial" panose="020B0604020202020204" pitchFamily="34" charset="0"/>
              <a:buChar char="•"/>
            </a:pPr>
            <a:r>
              <a:rPr lang="en-GB" sz="2400">
                <a:latin typeface="Fira Sans" panose="020B0503050000020004" pitchFamily="34" charset="0"/>
              </a:rPr>
              <a:t>Best up-front 3 year pricing</a:t>
            </a:r>
          </a:p>
          <a:p>
            <a:pPr marL="285750" indent="-285750">
              <a:buFont typeface="Arial" panose="020B0604020202020204" pitchFamily="34" charset="0"/>
              <a:buChar char="•"/>
            </a:pPr>
            <a:r>
              <a:rPr lang="en-GB" sz="2400">
                <a:latin typeface="Fira Sans" panose="020B0503050000020004" pitchFamily="34" charset="0"/>
              </a:rPr>
              <a:t>good discounts offered</a:t>
            </a:r>
          </a:p>
          <a:p>
            <a:pPr marL="742950" lvl="1" indent="-285750">
              <a:buFont typeface="Arial" panose="020B0604020202020204" pitchFamily="34" charset="0"/>
              <a:buChar char="•"/>
            </a:pPr>
            <a:r>
              <a:rPr lang="en-GB" sz="2400">
                <a:latin typeface="Fira Sans" panose="020B0503050000020004" pitchFamily="34" charset="0"/>
              </a:rPr>
              <a:t>% (TBC)</a:t>
            </a:r>
          </a:p>
          <a:p>
            <a:pPr marL="285750" indent="-285750">
              <a:buFont typeface="Arial" panose="020B0604020202020204" pitchFamily="34" charset="0"/>
              <a:buChar char="•"/>
            </a:pPr>
            <a:r>
              <a:rPr lang="en-GB" sz="2400">
                <a:latin typeface="Fira Sans" panose="020B0503050000020004" pitchFamily="34" charset="0"/>
              </a:rPr>
              <a:t>GCP 3rd overall in weighted scoring assessment</a:t>
            </a:r>
          </a:p>
          <a:p>
            <a:pPr marL="285750" indent="-285750">
              <a:buFont typeface="Arial" panose="020B0604020202020204" pitchFamily="34" charset="0"/>
              <a:buChar char="•"/>
            </a:pPr>
            <a:r>
              <a:rPr lang="en-GB" sz="2400">
                <a:latin typeface="Fira Sans" panose="020B0503050000020004" pitchFamily="34" charset="0"/>
              </a:rPr>
              <a:t>Strong native container solution</a:t>
            </a:r>
          </a:p>
          <a:p>
            <a:pPr marL="285750" indent="-285750">
              <a:buFont typeface="Arial" panose="020B0604020202020204" pitchFamily="34" charset="0"/>
              <a:buChar char="•"/>
            </a:pPr>
            <a:r>
              <a:rPr lang="en-GB" sz="2400">
                <a:latin typeface="Fira Sans" panose="020B0503050000020004" pitchFamily="34" charset="0"/>
              </a:rPr>
              <a:t>Expected synergy with google related to Telegraph bid removed</a:t>
            </a:r>
          </a:p>
          <a:p>
            <a:pPr marL="285750" indent="-285750">
              <a:buFont typeface="Arial" panose="020B0604020202020204" pitchFamily="34" charset="0"/>
              <a:buChar char="•"/>
            </a:pPr>
            <a:r>
              <a:rPr lang="en-GB" sz="2400">
                <a:latin typeface="Fira Sans" panose="020B0503050000020004" pitchFamily="34" charset="0"/>
              </a:rPr>
              <a:t>Not able to run multicast (</a:t>
            </a:r>
            <a:r>
              <a:rPr lang="en-GB" sz="2400" err="1">
                <a:latin typeface="Fira Sans" panose="020B0503050000020004" pitchFamily="34" charset="0"/>
              </a:rPr>
              <a:t>Atex</a:t>
            </a:r>
            <a:r>
              <a:rPr lang="en-GB" sz="2400">
                <a:latin typeface="Fira Sans" panose="020B0503050000020004" pitchFamily="34" charset="0"/>
              </a:rPr>
              <a:t>) without major architecture refactor to unicast.</a:t>
            </a:r>
          </a:p>
          <a:p>
            <a:pPr algn="l"/>
            <a:endParaRPr lang="en-GB" sz="1600">
              <a:latin typeface="Fira Sans" panose="020B0503050000020004" pitchFamily="34" charset="0"/>
            </a:endParaRPr>
          </a:p>
        </p:txBody>
      </p:sp>
      <p:sp>
        <p:nvSpPr>
          <p:cNvPr id="14" name="TextBox 13">
            <a:extLst>
              <a:ext uri="{FF2B5EF4-FFF2-40B4-BE49-F238E27FC236}">
                <a16:creationId xmlns:a16="http://schemas.microsoft.com/office/drawing/2014/main" id="{1E74AC83-9A4F-4173-3FD8-D28A74F2B4FF}"/>
              </a:ext>
            </a:extLst>
          </p:cNvPr>
          <p:cNvSpPr txBox="1"/>
          <p:nvPr/>
        </p:nvSpPr>
        <p:spPr>
          <a:xfrm>
            <a:off x="7717245" y="4856206"/>
            <a:ext cx="8001786" cy="6740307"/>
          </a:xfrm>
          <a:prstGeom prst="rect">
            <a:avLst/>
          </a:prstGeom>
          <a:noFill/>
        </p:spPr>
        <p:txBody>
          <a:bodyPr wrap="square">
            <a:spAutoFit/>
          </a:bodyPr>
          <a:lstStyle/>
          <a:p>
            <a:pPr marL="285750" indent="-285750">
              <a:buFont typeface="Arial" panose="020B0604020202020204" pitchFamily="34" charset="0"/>
              <a:buChar char="•"/>
            </a:pPr>
            <a:r>
              <a:rPr lang="en-GB" sz="2400">
                <a:latin typeface="Fira Sans" panose="020B0503050000020004" pitchFamily="34" charset="0"/>
              </a:rPr>
              <a:t>Strong engagement from account team</a:t>
            </a:r>
          </a:p>
          <a:p>
            <a:pPr marL="285750" indent="-285750">
              <a:buFont typeface="Arial" panose="020B0604020202020204" pitchFamily="34" charset="0"/>
              <a:buChar char="•"/>
            </a:pPr>
            <a:r>
              <a:rPr lang="en-GB" sz="2400">
                <a:latin typeface="Fira Sans" panose="020B0503050000020004" pitchFamily="34" charset="0"/>
              </a:rPr>
              <a:t>Competitive (&lt; 5% difference) 3 year pricing. </a:t>
            </a:r>
          </a:p>
          <a:p>
            <a:pPr marL="285750" indent="-285750">
              <a:buFont typeface="Arial" panose="020B0604020202020204" pitchFamily="34" charset="0"/>
              <a:buChar char="•"/>
            </a:pPr>
            <a:r>
              <a:rPr lang="en-GB" sz="2400">
                <a:latin typeface="Fira Sans" panose="020B0503050000020004" pitchFamily="34" charset="0"/>
              </a:rPr>
              <a:t>Best credits/discounts/MAP funding means long-term (3yr) cheapest partner </a:t>
            </a:r>
          </a:p>
          <a:p>
            <a:pPr marL="742950" lvl="1" indent="-285750">
              <a:buFont typeface="Arial" panose="020B0604020202020204" pitchFamily="34" charset="0"/>
              <a:buChar char="•"/>
            </a:pPr>
            <a:r>
              <a:rPr lang="en-GB" sz="2400">
                <a:latin typeface="Fira Sans" panose="020B0503050000020004" pitchFamily="34" charset="0"/>
              </a:rPr>
              <a:t>ARR: NN% (TBC)</a:t>
            </a:r>
          </a:p>
          <a:p>
            <a:pPr marL="285750" indent="-285750">
              <a:buFont typeface="Arial" panose="020B0604020202020204" pitchFamily="34" charset="0"/>
              <a:buChar char="•"/>
            </a:pPr>
            <a:r>
              <a:rPr lang="en-GB" sz="2400">
                <a:latin typeface="Fira Sans" panose="020B0503050000020004" pitchFamily="34" charset="0"/>
              </a:rPr>
              <a:t>AWS best overall in weighted scoring assessment</a:t>
            </a:r>
          </a:p>
          <a:p>
            <a:pPr marL="285750" indent="-285750">
              <a:buFont typeface="Arial" panose="020B0604020202020204" pitchFamily="34" charset="0"/>
              <a:buChar char="•"/>
            </a:pPr>
            <a:r>
              <a:rPr lang="en-GB" sz="2400">
                <a:latin typeface="Fira Sans" panose="020B0503050000020004" pitchFamily="34" charset="0"/>
              </a:rPr>
              <a:t>mixed/mostly </a:t>
            </a:r>
            <a:r>
              <a:rPr lang="en-GB" sz="2400" err="1">
                <a:latin typeface="Fira Sans" panose="020B0503050000020004" pitchFamily="34" charset="0"/>
              </a:rPr>
              <a:t>linux</a:t>
            </a:r>
            <a:r>
              <a:rPr lang="en-GB" sz="2400">
                <a:latin typeface="Fira Sans" panose="020B0503050000020004" pitchFamily="34" charset="0"/>
              </a:rPr>
              <a:t> workloads well suited to AWS</a:t>
            </a:r>
          </a:p>
          <a:p>
            <a:pPr marL="285750" indent="-285750">
              <a:buFont typeface="Arial" panose="020B0604020202020204" pitchFamily="34" charset="0"/>
              <a:buChar char="•"/>
            </a:pPr>
            <a:r>
              <a:rPr lang="en-GB" sz="2400">
                <a:latin typeface="Fira Sans" panose="020B0503050000020004" pitchFamily="34" charset="0"/>
              </a:rPr>
              <a:t>on-premise connectivity (direct-connect) already configured</a:t>
            </a:r>
          </a:p>
          <a:p>
            <a:pPr marL="285750" indent="-285750">
              <a:buFont typeface="Arial" panose="020B0604020202020204" pitchFamily="34" charset="0"/>
              <a:buChar char="•"/>
            </a:pPr>
            <a:r>
              <a:rPr lang="en-GB" sz="2400">
                <a:latin typeface="Fira Sans" panose="020B0503050000020004" pitchFamily="34" charset="0"/>
              </a:rPr>
              <a:t>Video streaming already on AWS</a:t>
            </a:r>
          </a:p>
          <a:p>
            <a:pPr marL="285750" indent="-285750">
              <a:buFont typeface="Arial" panose="020B0604020202020204" pitchFamily="34" charset="0"/>
              <a:buChar char="•"/>
            </a:pPr>
            <a:r>
              <a:rPr lang="en-GB" sz="2400">
                <a:latin typeface="Fira Sans" panose="020B0503050000020004" pitchFamily="34" charset="0"/>
              </a:rPr>
              <a:t>Able to run multicast without refactoring (</a:t>
            </a:r>
            <a:r>
              <a:rPr lang="en-GB" sz="2400" err="1">
                <a:latin typeface="Fira Sans" panose="020B0503050000020004" pitchFamily="34" charset="0"/>
              </a:rPr>
              <a:t>Atex</a:t>
            </a:r>
            <a:r>
              <a:rPr lang="en-GB" sz="2400">
                <a:latin typeface="Fira Sans" panose="020B0503050000020004" pitchFamily="34" charset="0"/>
              </a:rPr>
              <a:t>)</a:t>
            </a:r>
          </a:p>
          <a:p>
            <a:pPr marL="285750" indent="-285750">
              <a:buFont typeface="Arial" panose="020B0604020202020204" pitchFamily="34" charset="0"/>
              <a:buChar char="•"/>
            </a:pPr>
            <a:r>
              <a:rPr lang="en-GB" sz="2400">
                <a:latin typeface="Fira Sans" panose="020B0503050000020004" pitchFamily="34" charset="0"/>
              </a:rPr>
              <a:t>In-House knowledge of AWS within business teams (</a:t>
            </a:r>
            <a:r>
              <a:rPr lang="en-GB" sz="2400" err="1">
                <a:latin typeface="Fira Sans" panose="020B0503050000020004" pitchFamily="34" charset="0"/>
              </a:rPr>
              <a:t>MIMIR,Airtable,[Client]</a:t>
            </a:r>
            <a:r>
              <a:rPr lang="en-GB" sz="2400">
                <a:latin typeface="Fira Sans" panose="020B0503050000020004" pitchFamily="34" charset="0"/>
              </a:rPr>
              <a:t> </a:t>
            </a:r>
            <a:r>
              <a:rPr lang="en-GB" sz="2400" err="1">
                <a:latin typeface="Fira Sans" panose="020B0503050000020004" pitchFamily="34" charset="0"/>
              </a:rPr>
              <a:t>iQ</a:t>
            </a:r>
            <a:r>
              <a:rPr lang="en-GB" sz="2400">
                <a:latin typeface="Fira Sans" panose="020B0503050000020004" pitchFamily="34" charset="0"/>
              </a:rPr>
              <a:t> - Social Media &amp; MSN Gallery Creator)</a:t>
            </a:r>
          </a:p>
          <a:p>
            <a:pPr marL="285750" indent="-285750">
              <a:buFont typeface="Arial" panose="020B0604020202020204" pitchFamily="34" charset="0"/>
              <a:buChar char="•"/>
            </a:pPr>
            <a:r>
              <a:rPr lang="en-GB" sz="2400">
                <a:latin typeface="Fira Sans" panose="020B0503050000020004" pitchFamily="34" charset="0"/>
              </a:rPr>
              <a:t>Basic entry level understanding within current platform team</a:t>
            </a:r>
          </a:p>
          <a:p>
            <a:pPr marL="285750" indent="-285750">
              <a:buFont typeface="Arial" panose="020B0604020202020204" pitchFamily="34" charset="0"/>
              <a:buChar char="•"/>
            </a:pPr>
            <a:r>
              <a:rPr lang="en-GB" sz="2400">
                <a:latin typeface="Fira Sans" panose="020B0503050000020004" pitchFamily="34" charset="0"/>
              </a:rPr>
              <a:t>Largest partner ecosystem and skills market across all segments – media</a:t>
            </a:r>
          </a:p>
        </p:txBody>
      </p:sp>
      <p:sp>
        <p:nvSpPr>
          <p:cNvPr id="16" name="TextBox 15">
            <a:extLst>
              <a:ext uri="{FF2B5EF4-FFF2-40B4-BE49-F238E27FC236}">
                <a16:creationId xmlns:a16="http://schemas.microsoft.com/office/drawing/2014/main" id="{2B492284-2046-B867-8C65-28C137BFCC4C}"/>
              </a:ext>
            </a:extLst>
          </p:cNvPr>
          <p:cNvSpPr txBox="1"/>
          <p:nvPr/>
        </p:nvSpPr>
        <p:spPr>
          <a:xfrm>
            <a:off x="15785992" y="4880921"/>
            <a:ext cx="8001786" cy="3785652"/>
          </a:xfrm>
          <a:prstGeom prst="rect">
            <a:avLst/>
          </a:prstGeom>
          <a:noFill/>
        </p:spPr>
        <p:txBody>
          <a:bodyPr wrap="square">
            <a:spAutoFit/>
          </a:bodyPr>
          <a:lstStyle/>
          <a:p>
            <a:pPr marL="457200" indent="-457200">
              <a:buFont typeface="Arial" panose="020B0604020202020204" pitchFamily="34" charset="0"/>
              <a:buChar char="•"/>
            </a:pPr>
            <a:r>
              <a:rPr lang="en-GB" sz="2400">
                <a:latin typeface="Fira Sans" panose="020B0503050000020004" pitchFamily="34" charset="0"/>
              </a:rPr>
              <a:t>Good engagement from account team</a:t>
            </a:r>
          </a:p>
          <a:p>
            <a:pPr marL="457200" indent="-457200">
              <a:buFont typeface="Arial" panose="020B0604020202020204" pitchFamily="34" charset="0"/>
              <a:buChar char="•"/>
            </a:pPr>
            <a:r>
              <a:rPr lang="en-GB" sz="2400">
                <a:latin typeface="Fira Sans" panose="020B0503050000020004" pitchFamily="34" charset="0"/>
              </a:rPr>
              <a:t>Least attractive 3 year pricing </a:t>
            </a:r>
          </a:p>
          <a:p>
            <a:pPr marL="914400" lvl="1" indent="-457200">
              <a:buFont typeface="Arial" panose="020B0604020202020204" pitchFamily="34" charset="0"/>
              <a:buChar char="•"/>
            </a:pPr>
            <a:r>
              <a:rPr lang="en-GB" sz="2400">
                <a:latin typeface="Fira Sans" panose="020B0503050000020004" pitchFamily="34" charset="0"/>
              </a:rPr>
              <a:t>unclear position on credits/discounts </a:t>
            </a:r>
          </a:p>
          <a:p>
            <a:pPr marL="457200" indent="-457200">
              <a:buFont typeface="Arial" panose="020B0604020202020204" pitchFamily="34" charset="0"/>
              <a:buChar char="•"/>
            </a:pPr>
            <a:r>
              <a:rPr lang="en-GB" sz="2400">
                <a:latin typeface="Fira Sans" panose="020B0503050000020004" pitchFamily="34" charset="0"/>
              </a:rPr>
              <a:t>AHB makes a </a:t>
            </a:r>
            <a:r>
              <a:rPr lang="en-GB" sz="2400" err="1">
                <a:latin typeface="Fira Sans" panose="020B0503050000020004" pitchFamily="34" charset="0"/>
              </a:rPr>
              <a:t>negligable</a:t>
            </a:r>
            <a:r>
              <a:rPr lang="en-GB" sz="2400">
                <a:latin typeface="Fira Sans" panose="020B0503050000020004" pitchFamily="34" charset="0"/>
              </a:rPr>
              <a:t> difference (windows VMs = 234/3038 = 7.7%)</a:t>
            </a:r>
          </a:p>
          <a:p>
            <a:pPr marL="457200" indent="-457200">
              <a:buFont typeface="Arial" panose="020B0604020202020204" pitchFamily="34" charset="0"/>
              <a:buChar char="•"/>
            </a:pPr>
            <a:r>
              <a:rPr lang="en-GB" sz="2400">
                <a:latin typeface="Fira Sans" panose="020B0503050000020004" pitchFamily="34" charset="0"/>
              </a:rPr>
              <a:t>Microsoft came 2</a:t>
            </a:r>
            <a:r>
              <a:rPr lang="en-GB" sz="2400" baseline="30000">
                <a:latin typeface="Fira Sans" panose="020B0503050000020004" pitchFamily="34" charset="0"/>
              </a:rPr>
              <a:t>nd</a:t>
            </a:r>
            <a:r>
              <a:rPr lang="en-GB" sz="2400">
                <a:latin typeface="Fira Sans" panose="020B0503050000020004" pitchFamily="34" charset="0"/>
              </a:rPr>
              <a:t> overall in weighted scoring assessment</a:t>
            </a:r>
          </a:p>
          <a:p>
            <a:pPr marL="457200" indent="-457200">
              <a:buFont typeface="Arial" panose="020B0604020202020204" pitchFamily="34" charset="0"/>
              <a:buChar char="•"/>
            </a:pPr>
            <a:r>
              <a:rPr lang="en-GB" sz="2400">
                <a:latin typeface="Fira Sans" panose="020B0503050000020004" pitchFamily="34" charset="0"/>
              </a:rPr>
              <a:t>Not able to run multicast (</a:t>
            </a:r>
            <a:r>
              <a:rPr lang="en-GB" sz="2400" err="1">
                <a:latin typeface="Fira Sans" panose="020B0503050000020004" pitchFamily="34" charset="0"/>
              </a:rPr>
              <a:t>Atex</a:t>
            </a:r>
            <a:r>
              <a:rPr lang="en-GB" sz="2400">
                <a:latin typeface="Fira Sans" panose="020B0503050000020004" pitchFamily="34" charset="0"/>
              </a:rPr>
              <a:t>) without major architecture refactor to unicast.</a:t>
            </a:r>
          </a:p>
          <a:p>
            <a:pPr marL="457200" indent="-457200">
              <a:buFont typeface="Arial" panose="020B0604020202020204" pitchFamily="34" charset="0"/>
              <a:buChar char="•"/>
            </a:pPr>
            <a:r>
              <a:rPr lang="en-GB" sz="2400">
                <a:latin typeface="Fira Sans" panose="020B0503050000020004" pitchFamily="34" charset="0"/>
              </a:rPr>
              <a:t>UK South struggling for </a:t>
            </a:r>
            <a:r>
              <a:rPr lang="en-GB" sz="2400">
                <a:latin typeface="Fira Sans" panose="020B0503050000020004" pitchFamily="34" charset="0"/>
                <a:hlinkClick r:id="rId6"/>
              </a:rPr>
              <a:t>capacity</a:t>
            </a:r>
            <a:endParaRPr lang="en-GB" sz="2400">
              <a:latin typeface="Fira Sans" panose="020B0503050000020004" pitchFamily="34" charset="0"/>
            </a:endParaRPr>
          </a:p>
        </p:txBody>
      </p:sp>
      <p:sp>
        <p:nvSpPr>
          <p:cNvPr id="21" name="TextBox 20">
            <a:extLst>
              <a:ext uri="{FF2B5EF4-FFF2-40B4-BE49-F238E27FC236}">
                <a16:creationId xmlns:a16="http://schemas.microsoft.com/office/drawing/2014/main" id="{18C6C70A-B1CC-4216-102F-8453C769B5F3}"/>
              </a:ext>
            </a:extLst>
          </p:cNvPr>
          <p:cNvSpPr txBox="1"/>
          <p:nvPr/>
        </p:nvSpPr>
        <p:spPr>
          <a:xfrm>
            <a:off x="971549" y="10624063"/>
            <a:ext cx="6920778" cy="1754326"/>
          </a:xfrm>
          <a:prstGeom prst="rect">
            <a:avLst/>
          </a:prstGeom>
          <a:noFill/>
        </p:spPr>
        <p:txBody>
          <a:bodyPr wrap="square" rtlCol="0">
            <a:spAutoFit/>
          </a:bodyPr>
          <a:lstStyle/>
          <a:p>
            <a:pPr algn="l"/>
            <a:r>
              <a:rPr lang="en-GB" sz="1800">
                <a:solidFill>
                  <a:schemeClr val="bg2"/>
                </a:solidFill>
                <a:highlight>
                  <a:srgbClr val="FFFF00"/>
                </a:highlight>
              </a:rPr>
              <a:t>Rephrase to fit business objectives</a:t>
            </a:r>
          </a:p>
          <a:p>
            <a:pPr algn="l"/>
            <a:endParaRPr lang="en-GB">
              <a:solidFill>
                <a:schemeClr val="bg2"/>
              </a:solidFill>
              <a:highlight>
                <a:srgbClr val="FFFF00"/>
              </a:highlight>
            </a:endParaRPr>
          </a:p>
          <a:p>
            <a:pPr algn="l"/>
            <a:r>
              <a:rPr lang="en-GB">
                <a:solidFill>
                  <a:schemeClr val="bg2"/>
                </a:solidFill>
                <a:highlight>
                  <a:srgbClr val="FFFF00"/>
                </a:highlight>
              </a:rPr>
              <a:t>Table format might be better</a:t>
            </a:r>
          </a:p>
          <a:p>
            <a:pPr algn="l"/>
            <a:endParaRPr lang="en-GB" sz="1800">
              <a:solidFill>
                <a:schemeClr val="bg2"/>
              </a:solidFill>
              <a:highlight>
                <a:srgbClr val="FFFF00"/>
              </a:highlight>
            </a:endParaRPr>
          </a:p>
          <a:p>
            <a:pPr algn="l"/>
            <a:r>
              <a:rPr lang="en-GB">
                <a:solidFill>
                  <a:schemeClr val="bg2"/>
                </a:solidFill>
                <a:highlight>
                  <a:srgbClr val="FFFF00"/>
                </a:highlight>
              </a:rPr>
              <a:t>Rephrase engagement to quality of response.</a:t>
            </a:r>
          </a:p>
          <a:p>
            <a:pPr algn="l"/>
            <a:r>
              <a:rPr lang="en-GB">
                <a:solidFill>
                  <a:schemeClr val="bg2"/>
                </a:solidFill>
                <a:highlight>
                  <a:srgbClr val="FFFF00"/>
                </a:highlight>
              </a:rPr>
              <a:t>	quality sets expectation around further </a:t>
            </a:r>
            <a:endParaRPr lang="en-GB" sz="1800">
              <a:solidFill>
                <a:schemeClr val="bg2"/>
              </a:solidFill>
              <a:highlight>
                <a:srgbClr val="FFFF00"/>
              </a:highlight>
            </a:endParaRPr>
          </a:p>
        </p:txBody>
      </p:sp>
    </p:spTree>
    <p:extLst>
      <p:ext uri="{BB962C8B-B14F-4D97-AF65-F5344CB8AC3E}">
        <p14:creationId xmlns:p14="http://schemas.microsoft.com/office/powerpoint/2010/main" val="387035356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055589-8388-2506-0CE5-5982BCBF6885}"/>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14C16BF6-3B26-43DE-0B74-0627EA4F7636}"/>
              </a:ext>
            </a:extLst>
          </p:cNvPr>
          <p:cNvSpPr>
            <a:spLocks noGrp="1"/>
          </p:cNvSpPr>
          <p:nvPr>
            <p:ph type="body" sz="quarter" idx="16"/>
          </p:nvPr>
        </p:nvSpPr>
        <p:spPr>
          <a:xfrm>
            <a:off x="6122839" y="3715469"/>
            <a:ext cx="11160126" cy="4200146"/>
          </a:xfrm>
        </p:spPr>
        <p:txBody>
          <a:bodyPr anchor="ctr"/>
          <a:lstStyle/>
          <a:p>
            <a:pPr algn="ctr"/>
            <a:r>
              <a:rPr lang="en-GB" b="1" noProof="0">
                <a:latin typeface="Fira Sans Light" panose="020B0403050000020004" pitchFamily="34" charset="0"/>
              </a:rPr>
              <a:t>[Client] Readiness</a:t>
            </a:r>
          </a:p>
        </p:txBody>
      </p:sp>
    </p:spTree>
    <p:extLst>
      <p:ext uri="{BB962C8B-B14F-4D97-AF65-F5344CB8AC3E}">
        <p14:creationId xmlns:p14="http://schemas.microsoft.com/office/powerpoint/2010/main" val="105377687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F54255-2512-EAE0-2A1B-48D08554C9DA}"/>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6A4B089E-4AB3-6689-07BA-9DA231FE85D4}"/>
              </a:ext>
            </a:extLst>
          </p:cNvPr>
          <p:cNvSpPr>
            <a:spLocks noGrp="1"/>
          </p:cNvSpPr>
          <p:nvPr>
            <p:ph type="sldNum" sz="quarter" idx="11"/>
          </p:nvPr>
        </p:nvSpPr>
        <p:spPr/>
        <p:txBody>
          <a:bodyPr vert="horz" lIns="0" tIns="0" rIns="0" bIns="0" rtlCol="0" anchor="t" anchorCtr="0">
            <a:normAutofit/>
          </a:bodyPr>
          <a:lstStyle/>
          <a:p>
            <a:pPr>
              <a:spcAft>
                <a:spcPts val="600"/>
              </a:spcAft>
            </a:pPr>
            <a:fld id="{762E77F0-FB5B-4E8E-9BC9-34F14560A017}" type="slidenum">
              <a:rPr lang="en-GB" noProof="0" smtClean="0"/>
              <a:pPr>
                <a:spcAft>
                  <a:spcPts val="600"/>
                </a:spcAft>
              </a:pPr>
              <a:t>36</a:t>
            </a:fld>
            <a:endParaRPr lang="en-GB" noProof="0"/>
          </a:p>
        </p:txBody>
      </p:sp>
      <p:sp>
        <p:nvSpPr>
          <p:cNvPr id="10" name="Text Placeholder 9">
            <a:extLst>
              <a:ext uri="{FF2B5EF4-FFF2-40B4-BE49-F238E27FC236}">
                <a16:creationId xmlns:a16="http://schemas.microsoft.com/office/drawing/2014/main" id="{4E65BEEF-32F8-0D83-D953-FAE80AAA90F0}"/>
              </a:ext>
            </a:extLst>
          </p:cNvPr>
          <p:cNvSpPr>
            <a:spLocks noGrp="1"/>
          </p:cNvSpPr>
          <p:nvPr>
            <p:ph type="body" sz="quarter" idx="13"/>
          </p:nvPr>
        </p:nvSpPr>
        <p:spPr>
          <a:xfrm>
            <a:off x="533709" y="6028362"/>
            <a:ext cx="5216526" cy="3536261"/>
          </a:xfrm>
        </p:spPr>
        <p:txBody>
          <a:bodyPr anchor="ctr"/>
          <a:lstStyle/>
          <a:p>
            <a:pPr algn="ctr"/>
            <a:r>
              <a:rPr lang="en-GB" sz="3200" dirty="0">
                <a:latin typeface="Fira Sans" panose="020B0503050000020004" pitchFamily="34" charset="0"/>
              </a:rPr>
              <a:t>Cloud-specific, not overall capability</a:t>
            </a:r>
            <a:endParaRPr lang="en-GB" sz="3200" noProof="0" dirty="0">
              <a:latin typeface="Fira Sans" panose="020B0503050000020004" pitchFamily="34" charset="0"/>
            </a:endParaRPr>
          </a:p>
        </p:txBody>
      </p:sp>
      <p:sp>
        <p:nvSpPr>
          <p:cNvPr id="5" name="Title 1">
            <a:extLst>
              <a:ext uri="{FF2B5EF4-FFF2-40B4-BE49-F238E27FC236}">
                <a16:creationId xmlns:a16="http://schemas.microsoft.com/office/drawing/2014/main" id="{8F8FE1E0-BE6B-5CD7-6A97-344197DA7E54}"/>
              </a:ext>
            </a:extLst>
          </p:cNvPr>
          <p:cNvSpPr>
            <a:spLocks noGrp="1"/>
          </p:cNvSpPr>
          <p:nvPr>
            <p:ph type="title"/>
          </p:nvPr>
        </p:nvSpPr>
        <p:spPr>
          <a:xfrm>
            <a:off x="508649" y="3609563"/>
            <a:ext cx="5241586" cy="3062106"/>
          </a:xfrm>
        </p:spPr>
        <p:txBody>
          <a:bodyPr vert="horz" wrap="square" lIns="0" tIns="0" rIns="0" bIns="0" rtlCol="0" anchor="t" anchorCtr="0">
            <a:normAutofit/>
          </a:bodyPr>
          <a:lstStyle/>
          <a:p>
            <a:pPr algn="ctr"/>
            <a:r>
              <a:rPr lang="en-GB" sz="5400" dirty="0">
                <a:latin typeface="Fira Sans" panose="020B0503050000020004" pitchFamily="34" charset="0"/>
              </a:rPr>
              <a:t>Readiness today</a:t>
            </a:r>
            <a:endParaRPr lang="en-GB" sz="5400" kern="1200" noProof="0" dirty="0">
              <a:ln w="9525">
                <a:noFill/>
              </a:ln>
              <a:latin typeface="Fira Sans" panose="020B0503050000020004" pitchFamily="34" charset="0"/>
            </a:endParaRPr>
          </a:p>
        </p:txBody>
      </p:sp>
      <p:sp>
        <p:nvSpPr>
          <p:cNvPr id="6" name="TextBox 5">
            <a:extLst>
              <a:ext uri="{FF2B5EF4-FFF2-40B4-BE49-F238E27FC236}">
                <a16:creationId xmlns:a16="http://schemas.microsoft.com/office/drawing/2014/main" id="{EB7ADBED-5845-2955-16AA-D4BD4328EC82}"/>
              </a:ext>
            </a:extLst>
          </p:cNvPr>
          <p:cNvSpPr txBox="1"/>
          <p:nvPr/>
        </p:nvSpPr>
        <p:spPr>
          <a:xfrm>
            <a:off x="7107173" y="1362523"/>
            <a:ext cx="15913031" cy="10618291"/>
          </a:xfrm>
          <a:prstGeom prst="rect">
            <a:avLst/>
          </a:prstGeom>
          <a:noFill/>
        </p:spPr>
        <p:txBody>
          <a:bodyPr wrap="square">
            <a:spAutoFit/>
          </a:bodyPr>
          <a:lstStyle/>
          <a:p>
            <a:pPr defTabSz="1828800" fontAlgn="t">
              <a:spcAft>
                <a:spcPts val="1400"/>
              </a:spcAft>
              <a:buClr>
                <a:srgbClr val="EB0000"/>
              </a:buClr>
            </a:pPr>
            <a:r>
              <a:rPr lang="en-GB" sz="3200" b="1" dirty="0">
                <a:latin typeface="Fira Sans" panose="020B0503050000020004" pitchFamily="34" charset="0"/>
              </a:rPr>
              <a:t>Your team has deep expertise in VMware, Oracle, and networking. This score measures cloud readiness only.</a:t>
            </a:r>
          </a:p>
          <a:p>
            <a:pPr marL="742950" indent="-742950" defTabSz="1828800" fontAlgn="t">
              <a:spcAft>
                <a:spcPts val="1400"/>
              </a:spcAft>
              <a:buClr>
                <a:srgbClr val="EB0000"/>
              </a:buClr>
              <a:buFont typeface="Arial" panose="020B0604020202020204" pitchFamily="34" charset="0"/>
              <a:buChar char="•"/>
            </a:pPr>
            <a:endParaRPr lang="en-GB" sz="3200" b="1" noProof="0" dirty="0">
              <a:latin typeface="Fira Sans" panose="020B0503050000020004" pitchFamily="34" charset="0"/>
            </a:endParaRPr>
          </a:p>
          <a:p>
            <a:pPr marL="742950" indent="-742950" defTabSz="1828800" fontAlgn="t">
              <a:spcAft>
                <a:spcPts val="1400"/>
              </a:spcAft>
              <a:buClr>
                <a:srgbClr val="EB0000"/>
              </a:buClr>
              <a:buFont typeface="Arial" panose="020B0604020202020204" pitchFamily="34" charset="0"/>
              <a:buChar char="•"/>
            </a:pPr>
            <a:r>
              <a:rPr lang="en-GB" sz="3200" dirty="0">
                <a:latin typeface="Fira Sans" panose="020B0503050000020004" pitchFamily="34" charset="0"/>
              </a:rPr>
              <a:t>Business: 2.5 Objectives clear. Operating model definition is the gap.</a:t>
            </a:r>
          </a:p>
          <a:p>
            <a:pPr marL="742950" indent="-742950" defTabSz="1828800" fontAlgn="t">
              <a:spcAft>
                <a:spcPts val="1400"/>
              </a:spcAft>
              <a:buClr>
                <a:srgbClr val="EB0000"/>
              </a:buClr>
              <a:buFont typeface="Arial" panose="020B0604020202020204" pitchFamily="34" charset="0"/>
              <a:buChar char="•"/>
            </a:pPr>
            <a:endParaRPr lang="en-GB" sz="3200" dirty="0">
              <a:latin typeface="Fira Sans" panose="020B0503050000020004" pitchFamily="34" charset="0"/>
            </a:endParaRPr>
          </a:p>
          <a:p>
            <a:pPr marL="742950" indent="-742950" defTabSz="1828800" fontAlgn="t">
              <a:spcAft>
                <a:spcPts val="1400"/>
              </a:spcAft>
              <a:buClr>
                <a:srgbClr val="EB0000"/>
              </a:buClr>
              <a:buFont typeface="Arial" panose="020B0604020202020204" pitchFamily="34" charset="0"/>
              <a:buChar char="•"/>
            </a:pPr>
            <a:r>
              <a:rPr lang="en-GB" sz="3200" dirty="0">
                <a:latin typeface="Fira Sans" panose="020B0503050000020004" pitchFamily="34" charset="0"/>
              </a:rPr>
              <a:t>Governance: 3.0 Strongest area. CMDB maintained, supplier management mature.</a:t>
            </a:r>
          </a:p>
          <a:p>
            <a:pPr marL="742950" indent="-742950" defTabSz="1828800" fontAlgn="t">
              <a:spcAft>
                <a:spcPts val="1400"/>
              </a:spcAft>
              <a:buClr>
                <a:srgbClr val="EB0000"/>
              </a:buClr>
              <a:buFont typeface="Arial" panose="020B0604020202020204" pitchFamily="34" charset="0"/>
              <a:buChar char="•"/>
            </a:pPr>
            <a:endParaRPr lang="en-GB" sz="3200" dirty="0">
              <a:latin typeface="Fira Sans" panose="020B0503050000020004" pitchFamily="34" charset="0"/>
            </a:endParaRPr>
          </a:p>
          <a:p>
            <a:pPr marL="742950" indent="-742950" defTabSz="1828800" fontAlgn="t">
              <a:spcAft>
                <a:spcPts val="1400"/>
              </a:spcAft>
              <a:buClr>
                <a:srgbClr val="EB0000"/>
              </a:buClr>
              <a:buFont typeface="Arial" panose="020B0604020202020204" pitchFamily="34" charset="0"/>
              <a:buChar char="•"/>
            </a:pPr>
            <a:r>
              <a:rPr lang="en-GB" sz="3200" dirty="0">
                <a:latin typeface="Fira Sans" panose="020B0503050000020004" pitchFamily="34" charset="0"/>
              </a:rPr>
              <a:t>Operations: 1.8 DR planning and cross-brand monitoring consistency are the gaps.</a:t>
            </a:r>
          </a:p>
          <a:p>
            <a:pPr marL="742950" indent="-742950" defTabSz="1828800" fontAlgn="t">
              <a:spcAft>
                <a:spcPts val="1400"/>
              </a:spcAft>
              <a:buClr>
                <a:srgbClr val="EB0000"/>
              </a:buClr>
              <a:buFont typeface="Arial" panose="020B0604020202020204" pitchFamily="34" charset="0"/>
              <a:buChar char="•"/>
            </a:pPr>
            <a:endParaRPr lang="en-GB" sz="3200" dirty="0">
              <a:latin typeface="Fira Sans" panose="020B0503050000020004" pitchFamily="34" charset="0"/>
            </a:endParaRPr>
          </a:p>
          <a:p>
            <a:pPr marL="742950" indent="-742950" defTabSz="1828800" fontAlgn="t">
              <a:spcAft>
                <a:spcPts val="1400"/>
              </a:spcAft>
              <a:buClr>
                <a:srgbClr val="EB0000"/>
              </a:buClr>
              <a:buFont typeface="Arial" panose="020B0604020202020204" pitchFamily="34" charset="0"/>
              <a:buChar char="•"/>
            </a:pPr>
            <a:r>
              <a:rPr lang="en-GB" sz="3200" dirty="0">
                <a:latin typeface="Fira Sans" panose="020B0503050000020004" pitchFamily="34" charset="0"/>
              </a:rPr>
              <a:t>People: 1.2 Cloud-specific skills at earliest stage. No formal training plan yet.</a:t>
            </a:r>
          </a:p>
          <a:p>
            <a:pPr marL="742950" indent="-742950" defTabSz="1828800" fontAlgn="t">
              <a:spcAft>
                <a:spcPts val="1400"/>
              </a:spcAft>
              <a:buClr>
                <a:srgbClr val="EB0000"/>
              </a:buClr>
              <a:buFont typeface="Arial" panose="020B0604020202020204" pitchFamily="34" charset="0"/>
              <a:buChar char="•"/>
            </a:pPr>
            <a:endParaRPr lang="en-GB" sz="3200" dirty="0">
              <a:latin typeface="Fira Sans" panose="020B0503050000020004" pitchFamily="34" charset="0"/>
            </a:endParaRPr>
          </a:p>
          <a:p>
            <a:pPr marL="742950" indent="-742950" defTabSz="1828800" fontAlgn="t">
              <a:spcAft>
                <a:spcPts val="1400"/>
              </a:spcAft>
              <a:buClr>
                <a:srgbClr val="EB0000"/>
              </a:buClr>
              <a:buFont typeface="Arial" panose="020B0604020202020204" pitchFamily="34" charset="0"/>
              <a:buChar char="•"/>
            </a:pPr>
            <a:r>
              <a:rPr lang="en-GB" sz="3200" dirty="0">
                <a:latin typeface="Fira Sans" panose="020B0503050000020004" pitchFamily="34" charset="0"/>
              </a:rPr>
              <a:t>Security: 2.0 CISO engaged. Shared responsibility model and cloud-native GRC early-stage.</a:t>
            </a:r>
          </a:p>
          <a:p>
            <a:pPr marL="742950" indent="-742950" defTabSz="1828800" fontAlgn="t">
              <a:spcAft>
                <a:spcPts val="1400"/>
              </a:spcAft>
              <a:buClr>
                <a:srgbClr val="EB0000"/>
              </a:buClr>
              <a:buFont typeface="Arial" panose="020B0604020202020204" pitchFamily="34" charset="0"/>
              <a:buChar char="•"/>
            </a:pPr>
            <a:endParaRPr lang="en-GB" sz="3200" dirty="0">
              <a:latin typeface="Fira Sans" panose="020B0503050000020004" pitchFamily="34" charset="0"/>
            </a:endParaRPr>
          </a:p>
          <a:p>
            <a:pPr marL="742950" indent="-742950" defTabSz="1828800" fontAlgn="t">
              <a:spcAft>
                <a:spcPts val="1400"/>
              </a:spcAft>
              <a:buClr>
                <a:srgbClr val="EB0000"/>
              </a:buClr>
              <a:buFont typeface="Arial" panose="020B0604020202020204" pitchFamily="34" charset="0"/>
              <a:buChar char="•"/>
            </a:pPr>
            <a:r>
              <a:rPr lang="en-GB" sz="3200" dirty="0">
                <a:latin typeface="Fira Sans" panose="020B0503050000020004" pitchFamily="34" charset="0"/>
              </a:rPr>
              <a:t>Bottom line: Overall: 2.1 of 5. Consistent with an organisation at the start of its cloud journey.</a:t>
            </a:r>
            <a:endParaRPr lang="en-GB" sz="3200" noProof="0" dirty="0">
              <a:latin typeface="Fira Sans" panose="020B0503050000020004" pitchFamily="34" charset="0"/>
            </a:endParaRPr>
          </a:p>
        </p:txBody>
      </p:sp>
    </p:spTree>
    <p:extLst>
      <p:ext uri="{BB962C8B-B14F-4D97-AF65-F5344CB8AC3E}">
        <p14:creationId xmlns:p14="http://schemas.microsoft.com/office/powerpoint/2010/main" val="141041323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2444BF-3352-6CA4-BA20-1916CC886B6A}"/>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0E497C3E-582E-28FB-3EF4-0B51737D5CB6}"/>
              </a:ext>
            </a:extLst>
          </p:cNvPr>
          <p:cNvSpPr>
            <a:spLocks noGrp="1"/>
          </p:cNvSpPr>
          <p:nvPr>
            <p:ph type="sldNum" sz="quarter" idx="11"/>
          </p:nvPr>
        </p:nvSpPr>
        <p:spPr/>
        <p:txBody>
          <a:bodyPr vert="horz" lIns="0" tIns="0" rIns="0" bIns="0" rtlCol="0" anchor="t" anchorCtr="0">
            <a:normAutofit/>
          </a:bodyPr>
          <a:lstStyle/>
          <a:p>
            <a:pPr>
              <a:spcAft>
                <a:spcPts val="600"/>
              </a:spcAft>
            </a:pPr>
            <a:fld id="{762E77F0-FB5B-4E8E-9BC9-34F14560A017}" type="slidenum">
              <a:rPr lang="en-GB" noProof="0" smtClean="0"/>
              <a:pPr>
                <a:spcAft>
                  <a:spcPts val="600"/>
                </a:spcAft>
              </a:pPr>
              <a:t>37</a:t>
            </a:fld>
            <a:endParaRPr lang="en-GB" noProof="0"/>
          </a:p>
        </p:txBody>
      </p:sp>
      <p:sp>
        <p:nvSpPr>
          <p:cNvPr id="10" name="Text Placeholder 9">
            <a:extLst>
              <a:ext uri="{FF2B5EF4-FFF2-40B4-BE49-F238E27FC236}">
                <a16:creationId xmlns:a16="http://schemas.microsoft.com/office/drawing/2014/main" id="{97DD4CE2-3ECD-5BAD-4FBA-DB9E4FFC84B7}"/>
              </a:ext>
            </a:extLst>
          </p:cNvPr>
          <p:cNvSpPr>
            <a:spLocks noGrp="1"/>
          </p:cNvSpPr>
          <p:nvPr>
            <p:ph type="body" sz="quarter" idx="13"/>
          </p:nvPr>
        </p:nvSpPr>
        <p:spPr>
          <a:xfrm>
            <a:off x="533709" y="6028362"/>
            <a:ext cx="5216526" cy="3536261"/>
          </a:xfrm>
        </p:spPr>
        <p:txBody>
          <a:bodyPr anchor="ctr"/>
          <a:lstStyle/>
          <a:p>
            <a:pPr algn="ctr"/>
            <a:r>
              <a:rPr lang="en-GB" sz="3200" dirty="0">
                <a:latin typeface="Fira Sans" panose="020B0503050000020004" pitchFamily="34" charset="0"/>
              </a:rPr>
              <a:t>Current state to 12-month target</a:t>
            </a:r>
            <a:endParaRPr lang="en-GB" sz="3200" noProof="0" dirty="0">
              <a:latin typeface="Fira Sans" panose="020B0503050000020004" pitchFamily="34" charset="0"/>
            </a:endParaRPr>
          </a:p>
        </p:txBody>
      </p:sp>
      <p:sp>
        <p:nvSpPr>
          <p:cNvPr id="5" name="Title 1">
            <a:extLst>
              <a:ext uri="{FF2B5EF4-FFF2-40B4-BE49-F238E27FC236}">
                <a16:creationId xmlns:a16="http://schemas.microsoft.com/office/drawing/2014/main" id="{2E824F35-3346-0328-FEDC-239C9A47D41D}"/>
              </a:ext>
            </a:extLst>
          </p:cNvPr>
          <p:cNvSpPr>
            <a:spLocks noGrp="1"/>
          </p:cNvSpPr>
          <p:nvPr>
            <p:ph type="title"/>
          </p:nvPr>
        </p:nvSpPr>
        <p:spPr>
          <a:xfrm>
            <a:off x="508649" y="3609563"/>
            <a:ext cx="5241586" cy="3062106"/>
          </a:xfrm>
        </p:spPr>
        <p:txBody>
          <a:bodyPr vert="horz" wrap="square" lIns="0" tIns="0" rIns="0" bIns="0" rtlCol="0" anchor="t" anchorCtr="0">
            <a:normAutofit/>
          </a:bodyPr>
          <a:lstStyle/>
          <a:p>
            <a:pPr algn="ctr"/>
            <a:r>
              <a:rPr lang="en-GB" sz="5400" dirty="0">
                <a:latin typeface="Fira Sans" panose="020B0503050000020004" pitchFamily="34" charset="0"/>
              </a:rPr>
              <a:t>Closing the gap</a:t>
            </a:r>
            <a:endParaRPr lang="en-GB" sz="5400" kern="1200" noProof="0" dirty="0">
              <a:ln w="9525">
                <a:noFill/>
              </a:ln>
              <a:latin typeface="Fira Sans" panose="020B0503050000020004" pitchFamily="34" charset="0"/>
            </a:endParaRPr>
          </a:p>
        </p:txBody>
      </p:sp>
      <p:sp>
        <p:nvSpPr>
          <p:cNvPr id="2" name="TextBox 1">
            <a:extLst>
              <a:ext uri="{FF2B5EF4-FFF2-40B4-BE49-F238E27FC236}">
                <a16:creationId xmlns:a16="http://schemas.microsoft.com/office/drawing/2014/main" id="{C193EC8B-1C23-D119-528E-F70FE180230A}"/>
              </a:ext>
            </a:extLst>
          </p:cNvPr>
          <p:cNvSpPr txBox="1"/>
          <p:nvPr/>
        </p:nvSpPr>
        <p:spPr>
          <a:xfrm>
            <a:off x="7424165" y="1982775"/>
            <a:ext cx="7047739" cy="5047536"/>
          </a:xfrm>
          <a:prstGeom prst="rect">
            <a:avLst/>
          </a:prstGeom>
          <a:noFill/>
        </p:spPr>
        <p:txBody>
          <a:bodyPr wrap="square">
            <a:spAutoFit/>
          </a:bodyPr>
          <a:lstStyle/>
          <a:p>
            <a:pPr defTabSz="1828800" fontAlgn="t">
              <a:spcAft>
                <a:spcPts val="1400"/>
              </a:spcAft>
              <a:buClr>
                <a:srgbClr val="EB0000"/>
              </a:buClr>
            </a:pPr>
            <a:r>
              <a:rPr lang="en-GB" sz="3600" dirty="0">
                <a:latin typeface="Fira Sans" panose="020B0503050000020004" pitchFamily="34" charset="0"/>
              </a:rPr>
              <a:t>Current</a:t>
            </a:r>
          </a:p>
          <a:p>
            <a:pPr marL="571500" indent="-571500" defTabSz="1828800" fontAlgn="t">
              <a:spcAft>
                <a:spcPts val="1400"/>
              </a:spcAft>
              <a:buClr>
                <a:srgbClr val="EB0000"/>
              </a:buClr>
              <a:buFont typeface="Arial" panose="020B0604020202020204" pitchFamily="34" charset="0"/>
              <a:buChar char="•"/>
            </a:pPr>
            <a:r>
              <a:rPr lang="en-GB" sz="3600" dirty="0">
                <a:latin typeface="Fira Sans" panose="020B0503050000020004" pitchFamily="34" charset="0"/>
              </a:rPr>
              <a:t>Business: 2.5</a:t>
            </a:r>
          </a:p>
          <a:p>
            <a:pPr marL="571500" indent="-571500" defTabSz="1828800" fontAlgn="t">
              <a:spcAft>
                <a:spcPts val="1400"/>
              </a:spcAft>
              <a:buClr>
                <a:srgbClr val="EB0000"/>
              </a:buClr>
              <a:buFont typeface="Arial" panose="020B0604020202020204" pitchFamily="34" charset="0"/>
              <a:buChar char="•"/>
            </a:pPr>
            <a:r>
              <a:rPr lang="en-GB" sz="3600" dirty="0">
                <a:latin typeface="Fira Sans" panose="020B0503050000020004" pitchFamily="34" charset="0"/>
              </a:rPr>
              <a:t>Governance: 3.0</a:t>
            </a:r>
          </a:p>
          <a:p>
            <a:pPr marL="571500" indent="-571500" defTabSz="1828800" fontAlgn="t">
              <a:spcAft>
                <a:spcPts val="1400"/>
              </a:spcAft>
              <a:buClr>
                <a:srgbClr val="EB0000"/>
              </a:buClr>
              <a:buFont typeface="Arial" panose="020B0604020202020204" pitchFamily="34" charset="0"/>
              <a:buChar char="•"/>
            </a:pPr>
            <a:r>
              <a:rPr lang="en-GB" sz="3600" dirty="0">
                <a:latin typeface="Fira Sans" panose="020B0503050000020004" pitchFamily="34" charset="0"/>
              </a:rPr>
              <a:t>Operations: 1.8</a:t>
            </a:r>
          </a:p>
          <a:p>
            <a:pPr marL="571500" indent="-571500" defTabSz="1828800" fontAlgn="t">
              <a:spcAft>
                <a:spcPts val="1400"/>
              </a:spcAft>
              <a:buClr>
                <a:srgbClr val="EB0000"/>
              </a:buClr>
              <a:buFont typeface="Arial" panose="020B0604020202020204" pitchFamily="34" charset="0"/>
              <a:buChar char="•"/>
            </a:pPr>
            <a:r>
              <a:rPr lang="en-GB" sz="3600" dirty="0">
                <a:latin typeface="Fira Sans" panose="020B0503050000020004" pitchFamily="34" charset="0"/>
              </a:rPr>
              <a:t>People: 1.2</a:t>
            </a:r>
          </a:p>
          <a:p>
            <a:pPr marL="571500" indent="-571500" defTabSz="1828800" fontAlgn="t">
              <a:spcAft>
                <a:spcPts val="1400"/>
              </a:spcAft>
              <a:buClr>
                <a:srgbClr val="EB0000"/>
              </a:buClr>
              <a:buFont typeface="Arial" panose="020B0604020202020204" pitchFamily="34" charset="0"/>
              <a:buChar char="•"/>
            </a:pPr>
            <a:r>
              <a:rPr lang="en-GB" sz="3600" dirty="0">
                <a:latin typeface="Fira Sans" panose="020B0503050000020004" pitchFamily="34" charset="0"/>
              </a:rPr>
              <a:t>Security: 2.0</a:t>
            </a:r>
          </a:p>
          <a:p>
            <a:pPr marL="571500" indent="-571500" defTabSz="1828800" fontAlgn="t">
              <a:spcAft>
                <a:spcPts val="1400"/>
              </a:spcAft>
              <a:buClr>
                <a:srgbClr val="EB0000"/>
              </a:buClr>
              <a:buFont typeface="Arial" panose="020B0604020202020204" pitchFamily="34" charset="0"/>
              <a:buChar char="•"/>
            </a:pPr>
            <a:r>
              <a:rPr lang="en-GB" sz="3600" dirty="0">
                <a:latin typeface="Fira Sans" panose="020B0503050000020004" pitchFamily="34" charset="0"/>
              </a:rPr>
              <a:t>Overall: 2.1</a:t>
            </a:r>
          </a:p>
        </p:txBody>
      </p:sp>
      <p:sp>
        <p:nvSpPr>
          <p:cNvPr id="3" name="TextBox 2">
            <a:extLst>
              <a:ext uri="{FF2B5EF4-FFF2-40B4-BE49-F238E27FC236}">
                <a16:creationId xmlns:a16="http://schemas.microsoft.com/office/drawing/2014/main" id="{58937000-C9B7-14D5-012B-AB7000F3396F}"/>
              </a:ext>
            </a:extLst>
          </p:cNvPr>
          <p:cNvSpPr txBox="1"/>
          <p:nvPr/>
        </p:nvSpPr>
        <p:spPr>
          <a:xfrm>
            <a:off x="15440405" y="1982775"/>
            <a:ext cx="8175499" cy="5047536"/>
          </a:xfrm>
          <a:prstGeom prst="rect">
            <a:avLst/>
          </a:prstGeom>
          <a:noFill/>
        </p:spPr>
        <p:txBody>
          <a:bodyPr wrap="square">
            <a:spAutoFit/>
          </a:bodyPr>
          <a:lstStyle/>
          <a:p>
            <a:pPr defTabSz="1828800" fontAlgn="t">
              <a:spcAft>
                <a:spcPts val="1400"/>
              </a:spcAft>
              <a:buClr>
                <a:srgbClr val="EB0000"/>
              </a:buClr>
            </a:pPr>
            <a:r>
              <a:rPr lang="en-GB" sz="3600" dirty="0">
                <a:latin typeface="Fira Sans" panose="020B0503050000020004" pitchFamily="34" charset="0"/>
              </a:rPr>
              <a:t>12 Month target</a:t>
            </a:r>
          </a:p>
          <a:p>
            <a:pPr marL="571500" indent="-571500" defTabSz="1828800" fontAlgn="t">
              <a:spcAft>
                <a:spcPts val="1400"/>
              </a:spcAft>
              <a:buClr>
                <a:srgbClr val="EB0000"/>
              </a:buClr>
              <a:buFont typeface="Arial" panose="020B0604020202020204" pitchFamily="34" charset="0"/>
              <a:buChar char="•"/>
            </a:pPr>
            <a:r>
              <a:rPr lang="en-GB" sz="3600" dirty="0">
                <a:latin typeface="Fira Sans" panose="020B0503050000020004" pitchFamily="34" charset="0"/>
              </a:rPr>
              <a:t>Business: 4.0</a:t>
            </a:r>
          </a:p>
          <a:p>
            <a:pPr marL="571500" indent="-571500" defTabSz="1828800" fontAlgn="t">
              <a:spcAft>
                <a:spcPts val="1400"/>
              </a:spcAft>
              <a:buClr>
                <a:srgbClr val="EB0000"/>
              </a:buClr>
              <a:buFont typeface="Arial" panose="020B0604020202020204" pitchFamily="34" charset="0"/>
              <a:buChar char="•"/>
            </a:pPr>
            <a:r>
              <a:rPr lang="en-GB" sz="3600" dirty="0">
                <a:latin typeface="Fira Sans" panose="020B0503050000020004" pitchFamily="34" charset="0"/>
              </a:rPr>
              <a:t>Governance: 4.0</a:t>
            </a:r>
          </a:p>
          <a:p>
            <a:pPr marL="571500" indent="-571500" defTabSz="1828800" fontAlgn="t">
              <a:spcAft>
                <a:spcPts val="1400"/>
              </a:spcAft>
              <a:buClr>
                <a:srgbClr val="EB0000"/>
              </a:buClr>
              <a:buFont typeface="Arial" panose="020B0604020202020204" pitchFamily="34" charset="0"/>
              <a:buChar char="•"/>
            </a:pPr>
            <a:r>
              <a:rPr lang="en-GB" sz="3600" dirty="0">
                <a:latin typeface="Fira Sans" panose="020B0503050000020004" pitchFamily="34" charset="0"/>
              </a:rPr>
              <a:t>Operations: 3.0</a:t>
            </a:r>
          </a:p>
          <a:p>
            <a:pPr marL="571500" indent="-571500" defTabSz="1828800" fontAlgn="t">
              <a:spcAft>
                <a:spcPts val="1400"/>
              </a:spcAft>
              <a:buClr>
                <a:srgbClr val="EB0000"/>
              </a:buClr>
              <a:buFont typeface="Arial" panose="020B0604020202020204" pitchFamily="34" charset="0"/>
              <a:buChar char="•"/>
            </a:pPr>
            <a:r>
              <a:rPr lang="en-GB" sz="3600" dirty="0">
                <a:latin typeface="Fira Sans" panose="020B0503050000020004" pitchFamily="34" charset="0"/>
              </a:rPr>
              <a:t>People: 3.0</a:t>
            </a:r>
          </a:p>
          <a:p>
            <a:pPr marL="571500" indent="-571500" defTabSz="1828800" fontAlgn="t">
              <a:spcAft>
                <a:spcPts val="1400"/>
              </a:spcAft>
              <a:buClr>
                <a:srgbClr val="EB0000"/>
              </a:buClr>
              <a:buFont typeface="Arial" panose="020B0604020202020204" pitchFamily="34" charset="0"/>
              <a:buChar char="•"/>
            </a:pPr>
            <a:r>
              <a:rPr lang="en-GB" sz="3600" dirty="0">
                <a:latin typeface="Fira Sans" panose="020B0503050000020004" pitchFamily="34" charset="0"/>
              </a:rPr>
              <a:t>Security: 4.0</a:t>
            </a:r>
          </a:p>
          <a:p>
            <a:pPr marL="571500" indent="-571500" defTabSz="1828800" fontAlgn="t">
              <a:spcAft>
                <a:spcPts val="1400"/>
              </a:spcAft>
              <a:buClr>
                <a:srgbClr val="EB0000"/>
              </a:buClr>
              <a:buFont typeface="Arial" panose="020B0604020202020204" pitchFamily="34" charset="0"/>
              <a:buChar char="•"/>
            </a:pPr>
            <a:r>
              <a:rPr lang="en-GB" sz="3600" dirty="0">
                <a:latin typeface="Fira Sans" panose="020B0503050000020004" pitchFamily="34" charset="0"/>
              </a:rPr>
              <a:t>Overall: 3.6</a:t>
            </a:r>
            <a:endParaRPr lang="en-GB" sz="3600" noProof="0" dirty="0">
              <a:latin typeface="Fira Sans" panose="020B0503050000020004" pitchFamily="34" charset="0"/>
            </a:endParaRPr>
          </a:p>
        </p:txBody>
      </p:sp>
      <p:sp>
        <p:nvSpPr>
          <p:cNvPr id="7" name="TextBox 6">
            <a:extLst>
              <a:ext uri="{FF2B5EF4-FFF2-40B4-BE49-F238E27FC236}">
                <a16:creationId xmlns:a16="http://schemas.microsoft.com/office/drawing/2014/main" id="{61D5B0E8-340B-F60D-1B96-48C9715C90F0}"/>
              </a:ext>
            </a:extLst>
          </p:cNvPr>
          <p:cNvSpPr txBox="1"/>
          <p:nvPr/>
        </p:nvSpPr>
        <p:spPr>
          <a:xfrm>
            <a:off x="7424165" y="8140243"/>
            <a:ext cx="15179803" cy="4688463"/>
          </a:xfrm>
          <a:prstGeom prst="rect">
            <a:avLst/>
          </a:prstGeom>
          <a:noFill/>
        </p:spPr>
        <p:txBody>
          <a:bodyPr wrap="square">
            <a:spAutoFit/>
          </a:bodyPr>
          <a:lstStyle/>
          <a:p>
            <a:pPr defTabSz="1828800" fontAlgn="t">
              <a:spcAft>
                <a:spcPts val="1400"/>
              </a:spcAft>
              <a:buClr>
                <a:srgbClr val="EB0000"/>
              </a:buClr>
            </a:pPr>
            <a:r>
              <a:rPr lang="en-GB" sz="3600" dirty="0">
                <a:latin typeface="Fira Sans" panose="020B0503050000020004" pitchFamily="34" charset="0"/>
              </a:rPr>
              <a:t>How it closes:</a:t>
            </a:r>
          </a:p>
          <a:p>
            <a:pPr marL="571500" indent="-571500" defTabSz="1828800" fontAlgn="t">
              <a:spcAft>
                <a:spcPts val="1400"/>
              </a:spcAft>
              <a:buClr>
                <a:srgbClr val="EB0000"/>
              </a:buClr>
              <a:buFont typeface="Arial" panose="020B0604020202020204" pitchFamily="34" charset="0"/>
              <a:buChar char="•"/>
            </a:pPr>
            <a:r>
              <a:rPr lang="en-GB" sz="3600" dirty="0">
                <a:latin typeface="Fira Sans" panose="020B0503050000020004" pitchFamily="34" charset="0"/>
              </a:rPr>
              <a:t>Landing zone build establishes governance, security baselines, and </a:t>
            </a:r>
            <a:r>
              <a:rPr lang="en-GB" sz="3600" dirty="0" err="1">
                <a:latin typeface="Fira Sans" panose="020B0503050000020004" pitchFamily="34" charset="0"/>
              </a:rPr>
              <a:t>IaC</a:t>
            </a:r>
            <a:r>
              <a:rPr lang="en-GB" sz="3600" dirty="0">
                <a:latin typeface="Fira Sans" panose="020B0503050000020004" pitchFamily="34" charset="0"/>
              </a:rPr>
              <a:t> from day one</a:t>
            </a:r>
          </a:p>
          <a:p>
            <a:pPr marL="571500" indent="-571500" defTabSz="1828800" fontAlgn="t">
              <a:spcAft>
                <a:spcPts val="1400"/>
              </a:spcAft>
              <a:buClr>
                <a:srgbClr val="EB0000"/>
              </a:buClr>
              <a:buFont typeface="Arial" panose="020B0604020202020204" pitchFamily="34" charset="0"/>
              <a:buChar char="•"/>
            </a:pPr>
            <a:r>
              <a:rPr lang="en-GB" sz="3600" dirty="0">
                <a:latin typeface="Fira Sans" panose="020B0503050000020004" pitchFamily="34" charset="0"/>
              </a:rPr>
              <a:t>Partner-assisted delivery carries the specialist load during transition</a:t>
            </a:r>
          </a:p>
          <a:p>
            <a:pPr marL="571500" indent="-571500" defTabSz="1828800" fontAlgn="t">
              <a:spcAft>
                <a:spcPts val="1400"/>
              </a:spcAft>
              <a:buClr>
                <a:srgbClr val="EB0000"/>
              </a:buClr>
              <a:buFont typeface="Arial" panose="020B0604020202020204" pitchFamily="34" charset="0"/>
              <a:buChar char="•"/>
            </a:pPr>
            <a:r>
              <a:rPr lang="en-GB" sz="3600" dirty="0">
                <a:latin typeface="Fira Sans" panose="020B0503050000020004" pitchFamily="34" charset="0"/>
              </a:rPr>
              <a:t>Your team works alongside, absorbing capability cohort by cohort</a:t>
            </a:r>
          </a:p>
          <a:p>
            <a:pPr marL="571500" indent="-571500" defTabSz="1828800" fontAlgn="t">
              <a:spcAft>
                <a:spcPts val="1400"/>
              </a:spcAft>
              <a:buClr>
                <a:srgbClr val="EB0000"/>
              </a:buClr>
              <a:buFont typeface="Arial" panose="020B0604020202020204" pitchFamily="34" charset="0"/>
              <a:buChar char="•"/>
            </a:pPr>
            <a:r>
              <a:rPr lang="en-GB" sz="3600" dirty="0">
                <a:latin typeface="Fira Sans" panose="020B0503050000020004" pitchFamily="34" charset="0"/>
              </a:rPr>
              <a:t>End state: Customer-led cloud operation with internal capability built in-flight</a:t>
            </a:r>
          </a:p>
        </p:txBody>
      </p:sp>
    </p:spTree>
    <p:extLst>
      <p:ext uri="{BB962C8B-B14F-4D97-AF65-F5344CB8AC3E}">
        <p14:creationId xmlns:p14="http://schemas.microsoft.com/office/powerpoint/2010/main" val="224674306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3DAD97-DDC6-211E-ABF0-ADB52762880D}"/>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A1575E3D-C54D-758F-C43A-031C9A8C6F5E}"/>
              </a:ext>
            </a:extLst>
          </p:cNvPr>
          <p:cNvSpPr>
            <a:spLocks noGrp="1"/>
          </p:cNvSpPr>
          <p:nvPr>
            <p:ph type="body" sz="quarter" idx="16"/>
          </p:nvPr>
        </p:nvSpPr>
        <p:spPr>
          <a:xfrm>
            <a:off x="6122839" y="3715469"/>
            <a:ext cx="11160126" cy="4200146"/>
          </a:xfrm>
        </p:spPr>
        <p:txBody>
          <a:bodyPr anchor="ctr"/>
          <a:lstStyle/>
          <a:p>
            <a:pPr algn="ctr"/>
            <a:r>
              <a:rPr lang="en-GB" b="1" noProof="0" dirty="0">
                <a:latin typeface="Fira Sans Light" panose="020B0403050000020004" pitchFamily="34" charset="0"/>
              </a:rPr>
              <a:t>Challenges</a:t>
            </a:r>
          </a:p>
        </p:txBody>
      </p:sp>
    </p:spTree>
    <p:extLst>
      <p:ext uri="{BB962C8B-B14F-4D97-AF65-F5344CB8AC3E}">
        <p14:creationId xmlns:p14="http://schemas.microsoft.com/office/powerpoint/2010/main" val="47644464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711866-C390-50DB-2F36-8A5D5AC5776D}"/>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AE93F0B7-991F-7B1A-8B6C-97B315A0D3CC}"/>
              </a:ext>
            </a:extLst>
          </p:cNvPr>
          <p:cNvSpPr>
            <a:spLocks noGrp="1"/>
          </p:cNvSpPr>
          <p:nvPr>
            <p:ph type="sldNum" sz="quarter" idx="4"/>
          </p:nvPr>
        </p:nvSpPr>
        <p:spPr>
          <a:xfrm>
            <a:off x="22331085" y="13027080"/>
            <a:ext cx="1234804" cy="215444"/>
          </a:xfrm>
        </p:spPr>
        <p:txBody>
          <a:bodyPr/>
          <a:lstStyle/>
          <a:p>
            <a:fld id="{762E77F0-FB5B-4E8E-9BC9-34F14560A017}" type="slidenum">
              <a:rPr lang="en-GB" noProof="0" smtClean="0"/>
              <a:pPr/>
              <a:t>39</a:t>
            </a:fld>
            <a:endParaRPr lang="en-GB" noProof="0"/>
          </a:p>
        </p:txBody>
      </p:sp>
      <p:sp>
        <p:nvSpPr>
          <p:cNvPr id="4" name="TextBox 3">
            <a:extLst>
              <a:ext uri="{FF2B5EF4-FFF2-40B4-BE49-F238E27FC236}">
                <a16:creationId xmlns:a16="http://schemas.microsoft.com/office/drawing/2014/main" id="{22CB9205-8BC5-A354-3074-1839182EBC53}"/>
              </a:ext>
            </a:extLst>
          </p:cNvPr>
          <p:cNvSpPr txBox="1"/>
          <p:nvPr/>
        </p:nvSpPr>
        <p:spPr>
          <a:xfrm>
            <a:off x="406009" y="473476"/>
            <a:ext cx="4051109" cy="1046440"/>
          </a:xfrm>
          <a:prstGeom prst="rect">
            <a:avLst/>
          </a:prstGeom>
          <a:noFill/>
        </p:spPr>
        <p:txBody>
          <a:bodyPr wrap="none" rtlCol="0">
            <a:spAutoFit/>
          </a:bodyPr>
          <a:lstStyle/>
          <a:p>
            <a:pPr algn="l"/>
            <a:r>
              <a:rPr lang="en-GB" sz="6200" dirty="0">
                <a:solidFill>
                  <a:srgbClr val="FF0000"/>
                </a:solidFill>
                <a:latin typeface="Fira Sans Light" panose="020B0403050000020004" pitchFamily="34" charset="0"/>
              </a:rPr>
              <a:t>Challenges</a:t>
            </a:r>
            <a:endParaRPr lang="en-GB" sz="6200" noProof="0" dirty="0">
              <a:solidFill>
                <a:srgbClr val="FF0000"/>
              </a:solidFill>
              <a:latin typeface="Fira Sans Light" panose="020B0403050000020004" pitchFamily="34" charset="0"/>
            </a:endParaRPr>
          </a:p>
        </p:txBody>
      </p:sp>
      <p:graphicFrame>
        <p:nvGraphicFramePr>
          <p:cNvPr id="92" name="Diagram 91">
            <a:extLst>
              <a:ext uri="{FF2B5EF4-FFF2-40B4-BE49-F238E27FC236}">
                <a16:creationId xmlns:a16="http://schemas.microsoft.com/office/drawing/2014/main" id="{91E2D2B3-D579-E6F3-BA2D-5A316438FA45}"/>
              </a:ext>
            </a:extLst>
          </p:cNvPr>
          <p:cNvGraphicFramePr/>
          <p:nvPr>
            <p:extLst>
              <p:ext uri="{D42A27DB-BD31-4B8C-83A1-F6EECF244321}">
                <p14:modId xmlns:p14="http://schemas.microsoft.com/office/powerpoint/2010/main" val="3044437016"/>
              </p:ext>
            </p:extLst>
          </p:nvPr>
        </p:nvGraphicFramePr>
        <p:xfrm>
          <a:off x="775368" y="2341022"/>
          <a:ext cx="9908674" cy="9850977"/>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graphicFrame>
        <p:nvGraphicFramePr>
          <p:cNvPr id="93" name="Diagram 92">
            <a:extLst>
              <a:ext uri="{FF2B5EF4-FFF2-40B4-BE49-F238E27FC236}">
                <a16:creationId xmlns:a16="http://schemas.microsoft.com/office/drawing/2014/main" id="{7EF226EF-5554-E991-EDE7-BFF4D3E2B4AC}"/>
              </a:ext>
            </a:extLst>
          </p:cNvPr>
          <p:cNvGraphicFramePr/>
          <p:nvPr>
            <p:extLst>
              <p:ext uri="{D42A27DB-BD31-4B8C-83A1-F6EECF244321}">
                <p14:modId xmlns:p14="http://schemas.microsoft.com/office/powerpoint/2010/main" val="3280303278"/>
              </p:ext>
            </p:extLst>
          </p:nvPr>
        </p:nvGraphicFramePr>
        <p:xfrm>
          <a:off x="11566358" y="2629780"/>
          <a:ext cx="9908674" cy="9850977"/>
        </p:xfrm>
        <a:graphic>
          <a:graphicData uri="http://schemas.openxmlformats.org/drawingml/2006/diagram">
            <dgm:relIds xmlns:dgm="http://schemas.openxmlformats.org/drawingml/2006/diagram" xmlns:r="http://schemas.openxmlformats.org/officeDocument/2006/relationships" r:dm="rId8" r:lo="rId9" r:qs="rId10" r:cs="rId11"/>
          </a:graphicData>
        </a:graphic>
      </p:graphicFrame>
    </p:spTree>
    <p:extLst>
      <p:ext uri="{BB962C8B-B14F-4D97-AF65-F5344CB8AC3E}">
        <p14:creationId xmlns:p14="http://schemas.microsoft.com/office/powerpoint/2010/main" val="27878417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672014-674A-13BB-EF10-D6F44E502D70}"/>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3087EE60-60F6-E329-E47E-7E19DE29C8C3}"/>
              </a:ext>
            </a:extLst>
          </p:cNvPr>
          <p:cNvSpPr>
            <a:spLocks noGrp="1"/>
          </p:cNvSpPr>
          <p:nvPr>
            <p:ph type="body" sz="quarter" idx="16"/>
          </p:nvPr>
        </p:nvSpPr>
        <p:spPr>
          <a:xfrm>
            <a:off x="6122839" y="3715469"/>
            <a:ext cx="11160126" cy="4200146"/>
          </a:xfrm>
        </p:spPr>
        <p:txBody>
          <a:bodyPr anchor="ctr"/>
          <a:lstStyle/>
          <a:p>
            <a:pPr algn="ctr"/>
            <a:r>
              <a:rPr lang="en-GB" b="1" noProof="0" dirty="0">
                <a:latin typeface="Fira Sans Light" panose="020B0403050000020004" pitchFamily="34" charset="0"/>
              </a:rPr>
              <a:t>Opportunities</a:t>
            </a:r>
          </a:p>
        </p:txBody>
      </p:sp>
    </p:spTree>
    <p:extLst>
      <p:ext uri="{BB962C8B-B14F-4D97-AF65-F5344CB8AC3E}">
        <p14:creationId xmlns:p14="http://schemas.microsoft.com/office/powerpoint/2010/main" val="46879153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D63C28-257F-78A0-04F8-E290C97EF3C1}"/>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AABDA1C0-E651-62A9-74F9-7204AD2E09E1}"/>
              </a:ext>
            </a:extLst>
          </p:cNvPr>
          <p:cNvSpPr>
            <a:spLocks noGrp="1"/>
          </p:cNvSpPr>
          <p:nvPr>
            <p:ph type="sldNum" sz="quarter" idx="11"/>
          </p:nvPr>
        </p:nvSpPr>
        <p:spPr/>
        <p:txBody>
          <a:bodyPr vert="horz" lIns="0" tIns="0" rIns="0" bIns="0" rtlCol="0" anchor="t" anchorCtr="0">
            <a:normAutofit/>
          </a:bodyPr>
          <a:lstStyle/>
          <a:p>
            <a:pPr>
              <a:spcAft>
                <a:spcPts val="600"/>
              </a:spcAft>
            </a:pPr>
            <a:fld id="{762E77F0-FB5B-4E8E-9BC9-34F14560A017}" type="slidenum">
              <a:rPr lang="en-GB" noProof="0" smtClean="0"/>
              <a:pPr>
                <a:spcAft>
                  <a:spcPts val="600"/>
                </a:spcAft>
              </a:pPr>
              <a:t>41</a:t>
            </a:fld>
            <a:endParaRPr lang="en-GB" noProof="0"/>
          </a:p>
        </p:txBody>
      </p:sp>
      <p:sp>
        <p:nvSpPr>
          <p:cNvPr id="10" name="Text Placeholder 9">
            <a:extLst>
              <a:ext uri="{FF2B5EF4-FFF2-40B4-BE49-F238E27FC236}">
                <a16:creationId xmlns:a16="http://schemas.microsoft.com/office/drawing/2014/main" id="{624581D9-21E5-38ED-A56C-9D9D68AF9862}"/>
              </a:ext>
            </a:extLst>
          </p:cNvPr>
          <p:cNvSpPr>
            <a:spLocks noGrp="1"/>
          </p:cNvSpPr>
          <p:nvPr>
            <p:ph type="body" sz="quarter" idx="13"/>
          </p:nvPr>
        </p:nvSpPr>
        <p:spPr>
          <a:xfrm>
            <a:off x="533709" y="6028362"/>
            <a:ext cx="5216526" cy="3536261"/>
          </a:xfrm>
        </p:spPr>
        <p:txBody>
          <a:bodyPr anchor="ctr"/>
          <a:lstStyle/>
          <a:p>
            <a:pPr algn="ctr"/>
            <a:r>
              <a:rPr lang="en-GB" sz="3200" dirty="0">
                <a:latin typeface="Fira Sans" panose="020B0503050000020004" pitchFamily="34" charset="0"/>
              </a:rPr>
              <a:t>Modelled in Part 1</a:t>
            </a:r>
            <a:endParaRPr lang="en-GB" sz="3200" noProof="0" dirty="0">
              <a:latin typeface="Fira Sans" panose="020B0503050000020004" pitchFamily="34" charset="0"/>
            </a:endParaRPr>
          </a:p>
        </p:txBody>
      </p:sp>
      <p:sp>
        <p:nvSpPr>
          <p:cNvPr id="5" name="Title 1">
            <a:extLst>
              <a:ext uri="{FF2B5EF4-FFF2-40B4-BE49-F238E27FC236}">
                <a16:creationId xmlns:a16="http://schemas.microsoft.com/office/drawing/2014/main" id="{1D2F2C55-F3DF-B7BC-FAB8-A4BC02716B47}"/>
              </a:ext>
            </a:extLst>
          </p:cNvPr>
          <p:cNvSpPr>
            <a:spLocks noGrp="1"/>
          </p:cNvSpPr>
          <p:nvPr>
            <p:ph type="title"/>
          </p:nvPr>
        </p:nvSpPr>
        <p:spPr>
          <a:xfrm>
            <a:off x="508649" y="3609563"/>
            <a:ext cx="5241586" cy="3062106"/>
          </a:xfrm>
        </p:spPr>
        <p:txBody>
          <a:bodyPr vert="horz" wrap="square" lIns="0" tIns="0" rIns="0" bIns="0" rtlCol="0" anchor="t" anchorCtr="0">
            <a:normAutofit/>
          </a:bodyPr>
          <a:lstStyle/>
          <a:p>
            <a:pPr algn="ctr"/>
            <a:r>
              <a:rPr lang="en-GB" sz="5400" dirty="0">
                <a:latin typeface="Fira Sans" panose="020B0503050000020004" pitchFamily="34" charset="0"/>
              </a:rPr>
              <a:t>Quantified opportunities</a:t>
            </a:r>
            <a:endParaRPr lang="en-GB" sz="5400" kern="1200" noProof="0" dirty="0">
              <a:ln w="9525">
                <a:noFill/>
              </a:ln>
              <a:latin typeface="Fira Sans" panose="020B0503050000020004" pitchFamily="34" charset="0"/>
            </a:endParaRPr>
          </a:p>
        </p:txBody>
      </p:sp>
      <p:sp>
        <p:nvSpPr>
          <p:cNvPr id="3" name="TextBox 2">
            <a:extLst>
              <a:ext uri="{FF2B5EF4-FFF2-40B4-BE49-F238E27FC236}">
                <a16:creationId xmlns:a16="http://schemas.microsoft.com/office/drawing/2014/main" id="{E471A8B5-1F74-1A17-E2CB-322DF4B62735}"/>
              </a:ext>
            </a:extLst>
          </p:cNvPr>
          <p:cNvSpPr txBox="1"/>
          <p:nvPr/>
        </p:nvSpPr>
        <p:spPr>
          <a:xfrm>
            <a:off x="6899911" y="830709"/>
            <a:ext cx="16344137" cy="10946586"/>
          </a:xfrm>
          <a:prstGeom prst="rect">
            <a:avLst/>
          </a:prstGeom>
          <a:noFill/>
        </p:spPr>
        <p:txBody>
          <a:bodyPr wrap="square">
            <a:spAutoFit/>
          </a:bodyPr>
          <a:lstStyle/>
          <a:p>
            <a:pPr marL="571500" indent="-571500" defTabSz="1828800" fontAlgn="t">
              <a:spcAft>
                <a:spcPts val="1400"/>
              </a:spcAft>
              <a:buClr>
                <a:srgbClr val="EB0000"/>
              </a:buClr>
              <a:buFont typeface="Arial" panose="020B0604020202020204" pitchFamily="34" charset="0"/>
              <a:buChar char="•"/>
            </a:pPr>
            <a:r>
              <a:rPr lang="en-GB" sz="3600" b="1" dirty="0">
                <a:latin typeface="Fira Sans" panose="020B0503050000020004" pitchFamily="34" charset="0"/>
              </a:rPr>
              <a:t>Oracle modernisation to PostgreSQL </a:t>
            </a:r>
            <a:r>
              <a:rPr lang="en-GB" sz="3600" dirty="0">
                <a:latin typeface="Fira Sans" panose="020B0503050000020004" pitchFamily="34" charset="0"/>
              </a:rPr>
              <a:t>| £45-65K/</a:t>
            </a:r>
            <a:r>
              <a:rPr lang="en-GB" sz="3600" dirty="0" err="1">
                <a:latin typeface="Fira Sans" panose="020B0503050000020004" pitchFamily="34" charset="0"/>
              </a:rPr>
              <a:t>mo</a:t>
            </a:r>
            <a:r>
              <a:rPr lang="en-GB" sz="3600" dirty="0">
                <a:latin typeface="Fira Sans" panose="020B0503050000020004" pitchFamily="34" charset="0"/>
              </a:rPr>
              <a:t> saving (£540-780K/yr) Eliminates £650K/yr support contract. Requires Phase 2 assessment. Conversion cost not yet estimated.</a:t>
            </a:r>
          </a:p>
          <a:p>
            <a:pPr marL="571500" indent="-571500" defTabSz="1828800" fontAlgn="t">
              <a:spcAft>
                <a:spcPts val="1400"/>
              </a:spcAft>
              <a:buClr>
                <a:srgbClr val="EB0000"/>
              </a:buClr>
              <a:buFont typeface="Arial" panose="020B0604020202020204" pitchFamily="34" charset="0"/>
              <a:buChar char="•"/>
            </a:pPr>
            <a:endParaRPr lang="en-GB" sz="3600" dirty="0">
              <a:latin typeface="Fira Sans" panose="020B0503050000020004" pitchFamily="34" charset="0"/>
            </a:endParaRPr>
          </a:p>
          <a:p>
            <a:pPr marL="571500" indent="-571500" defTabSz="1828800" fontAlgn="t">
              <a:spcAft>
                <a:spcPts val="1400"/>
              </a:spcAft>
              <a:buClr>
                <a:srgbClr val="EB0000"/>
              </a:buClr>
              <a:buFont typeface="Arial" panose="020B0604020202020204" pitchFamily="34" charset="0"/>
              <a:buChar char="•"/>
            </a:pPr>
            <a:r>
              <a:rPr lang="en-GB" sz="3600" b="1" dirty="0">
                <a:latin typeface="Fira Sans" panose="020B0503050000020004" pitchFamily="34" charset="0"/>
              </a:rPr>
              <a:t>Windows BYOL </a:t>
            </a:r>
            <a:r>
              <a:rPr lang="en-GB" sz="3600" dirty="0">
                <a:latin typeface="Fira Sans" panose="020B0503050000020004" pitchFamily="34" charset="0"/>
              </a:rPr>
              <a:t>| £7-18K/</a:t>
            </a:r>
            <a:r>
              <a:rPr lang="en-GB" sz="3600" dirty="0" err="1">
                <a:latin typeface="Fira Sans" panose="020B0503050000020004" pitchFamily="34" charset="0"/>
              </a:rPr>
              <a:t>mo</a:t>
            </a:r>
            <a:r>
              <a:rPr lang="en-GB" sz="3600" dirty="0">
                <a:latin typeface="Fira Sans" panose="020B0503050000020004" pitchFamily="34" charset="0"/>
              </a:rPr>
              <a:t> saving depending on cloud Requires active SA. Cost-effective on Azure (AHB). On AWS/GCP only while EA is active (expires May 2027).</a:t>
            </a:r>
          </a:p>
          <a:p>
            <a:pPr marL="571500" indent="-571500" defTabSz="1828800" fontAlgn="t">
              <a:spcAft>
                <a:spcPts val="1400"/>
              </a:spcAft>
              <a:buClr>
                <a:srgbClr val="EB0000"/>
              </a:buClr>
              <a:buFont typeface="Arial" panose="020B0604020202020204" pitchFamily="34" charset="0"/>
              <a:buChar char="•"/>
            </a:pPr>
            <a:endParaRPr lang="en-GB" sz="3600" dirty="0">
              <a:latin typeface="Fira Sans" panose="020B0503050000020004" pitchFamily="34" charset="0"/>
            </a:endParaRPr>
          </a:p>
          <a:p>
            <a:pPr marL="571500" indent="-571500" defTabSz="1828800" fontAlgn="t">
              <a:spcAft>
                <a:spcPts val="1400"/>
              </a:spcAft>
              <a:buClr>
                <a:srgbClr val="EB0000"/>
              </a:buClr>
              <a:buFont typeface="Arial" panose="020B0604020202020204" pitchFamily="34" charset="0"/>
              <a:buChar char="•"/>
            </a:pPr>
            <a:r>
              <a:rPr lang="en-GB" sz="3600" b="1" dirty="0">
                <a:latin typeface="Fira Sans" panose="020B0503050000020004" pitchFamily="34" charset="0"/>
              </a:rPr>
              <a:t>SQL Server BYOL </a:t>
            </a:r>
            <a:r>
              <a:rPr lang="en-GB" sz="3600" dirty="0">
                <a:latin typeface="Fira Sans" panose="020B0503050000020004" pitchFamily="34" charset="0"/>
              </a:rPr>
              <a:t>| £14-15K/</a:t>
            </a:r>
            <a:r>
              <a:rPr lang="en-GB" sz="3600" dirty="0" err="1">
                <a:latin typeface="Fira Sans" panose="020B0503050000020004" pitchFamily="34" charset="0"/>
              </a:rPr>
              <a:t>mo</a:t>
            </a:r>
            <a:r>
              <a:rPr lang="en-GB" sz="3600" dirty="0">
                <a:latin typeface="Fira Sans" panose="020B0503050000020004" pitchFamily="34" charset="0"/>
              </a:rPr>
              <a:t> saving across all clouds Requires SA confirmation from </a:t>
            </a:r>
            <a:r>
              <a:rPr lang="en-GB" sz="3600" dirty="0" err="1">
                <a:latin typeface="Fira Sans" panose="020B0503050000020004" pitchFamily="34" charset="0"/>
              </a:rPr>
              <a:t>Bluesource</a:t>
            </a:r>
            <a:r>
              <a:rPr lang="en-GB" sz="3600" dirty="0">
                <a:latin typeface="Fira Sans" panose="020B0503050000020004" pitchFamily="34" charset="0"/>
              </a:rPr>
              <a:t>. Cost-effective on all three platforms.</a:t>
            </a:r>
          </a:p>
          <a:p>
            <a:pPr marL="571500" indent="-571500" defTabSz="1828800" fontAlgn="t">
              <a:spcAft>
                <a:spcPts val="1400"/>
              </a:spcAft>
              <a:buClr>
                <a:srgbClr val="EB0000"/>
              </a:buClr>
              <a:buFont typeface="Arial" panose="020B0604020202020204" pitchFamily="34" charset="0"/>
              <a:buChar char="•"/>
            </a:pPr>
            <a:endParaRPr lang="en-GB" sz="3600" dirty="0">
              <a:latin typeface="Fira Sans" panose="020B0503050000020004" pitchFamily="34" charset="0"/>
            </a:endParaRPr>
          </a:p>
          <a:p>
            <a:pPr marL="571500" indent="-571500" defTabSz="1828800" fontAlgn="t">
              <a:spcAft>
                <a:spcPts val="1400"/>
              </a:spcAft>
              <a:buClr>
                <a:srgbClr val="EB0000"/>
              </a:buClr>
              <a:buFont typeface="Arial" panose="020B0604020202020204" pitchFamily="34" charset="0"/>
              <a:buChar char="•"/>
            </a:pPr>
            <a:r>
              <a:rPr lang="en-GB" sz="3600" b="1" dirty="0">
                <a:latin typeface="Fira Sans" panose="020B0503050000020004" pitchFamily="34" charset="0"/>
              </a:rPr>
              <a:t>Storage tiering </a:t>
            </a:r>
            <a:r>
              <a:rPr lang="en-GB" sz="3600" dirty="0">
                <a:latin typeface="Fira Sans" panose="020B0503050000020004" pitchFamily="34" charset="0"/>
              </a:rPr>
              <a:t>| £10-19K/</a:t>
            </a:r>
            <a:r>
              <a:rPr lang="en-GB" sz="3600" dirty="0" err="1">
                <a:latin typeface="Fira Sans" panose="020B0503050000020004" pitchFamily="34" charset="0"/>
              </a:rPr>
              <a:t>mo</a:t>
            </a:r>
            <a:r>
              <a:rPr lang="en-GB" sz="3600" dirty="0">
                <a:latin typeface="Fira Sans" panose="020B0503050000020004" pitchFamily="34" charset="0"/>
              </a:rPr>
              <a:t> saving depending on cloud 336 TiB non-production moved from SSD to HDD class. No application impact.</a:t>
            </a:r>
          </a:p>
          <a:p>
            <a:pPr marL="571500" indent="-571500" defTabSz="1828800" fontAlgn="t">
              <a:spcAft>
                <a:spcPts val="1400"/>
              </a:spcAft>
              <a:buClr>
                <a:srgbClr val="EB0000"/>
              </a:buClr>
              <a:buFont typeface="Arial" panose="020B0604020202020204" pitchFamily="34" charset="0"/>
              <a:buChar char="•"/>
            </a:pPr>
            <a:endParaRPr lang="en-GB" sz="3600" dirty="0">
              <a:latin typeface="Fira Sans" panose="020B0503050000020004" pitchFamily="34" charset="0"/>
            </a:endParaRPr>
          </a:p>
          <a:p>
            <a:pPr marL="571500" indent="-571500" defTabSz="1828800" fontAlgn="t">
              <a:spcAft>
                <a:spcPts val="1400"/>
              </a:spcAft>
              <a:buClr>
                <a:srgbClr val="EB0000"/>
              </a:buClr>
              <a:buFont typeface="Arial" panose="020B0604020202020204" pitchFamily="34" charset="0"/>
              <a:buChar char="•"/>
            </a:pPr>
            <a:r>
              <a:rPr lang="en-GB" sz="3600" b="1" dirty="0">
                <a:latin typeface="Fira Sans" panose="020B0503050000020004" pitchFamily="34" charset="0"/>
              </a:rPr>
              <a:t>RTA rightsizing </a:t>
            </a:r>
            <a:r>
              <a:rPr lang="en-GB" sz="3600" dirty="0">
                <a:latin typeface="Fira Sans" panose="020B0503050000020004" pitchFamily="34" charset="0"/>
              </a:rPr>
              <a:t>| Saving TBD (Phase 2 to quantify) Many instances significantly overprovisioned. Right-size during migration for immediate saving.</a:t>
            </a:r>
            <a:endParaRPr lang="en-GB" sz="3600" noProof="0" dirty="0">
              <a:latin typeface="Fira Sans" panose="020B0503050000020004" pitchFamily="34" charset="0"/>
            </a:endParaRPr>
          </a:p>
        </p:txBody>
      </p:sp>
    </p:spTree>
    <p:extLst>
      <p:ext uri="{BB962C8B-B14F-4D97-AF65-F5344CB8AC3E}">
        <p14:creationId xmlns:p14="http://schemas.microsoft.com/office/powerpoint/2010/main" val="421120260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5195C4-3CC9-C48C-CA19-FF3EF8297415}"/>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482EECA7-7E5A-B22F-8BA7-E7F83BDBDFB8}"/>
              </a:ext>
            </a:extLst>
          </p:cNvPr>
          <p:cNvSpPr>
            <a:spLocks noGrp="1"/>
          </p:cNvSpPr>
          <p:nvPr>
            <p:ph type="sldNum" sz="quarter" idx="11"/>
          </p:nvPr>
        </p:nvSpPr>
        <p:spPr/>
        <p:txBody>
          <a:bodyPr vert="horz" lIns="0" tIns="0" rIns="0" bIns="0" rtlCol="0" anchor="t" anchorCtr="0">
            <a:normAutofit/>
          </a:bodyPr>
          <a:lstStyle/>
          <a:p>
            <a:pPr>
              <a:spcAft>
                <a:spcPts val="600"/>
              </a:spcAft>
            </a:pPr>
            <a:fld id="{762E77F0-FB5B-4E8E-9BC9-34F14560A017}" type="slidenum">
              <a:rPr lang="en-GB" noProof="0" smtClean="0"/>
              <a:pPr>
                <a:spcAft>
                  <a:spcPts val="600"/>
                </a:spcAft>
              </a:pPr>
              <a:t>42</a:t>
            </a:fld>
            <a:endParaRPr lang="en-GB" noProof="0"/>
          </a:p>
        </p:txBody>
      </p:sp>
      <p:sp>
        <p:nvSpPr>
          <p:cNvPr id="10" name="Text Placeholder 9">
            <a:extLst>
              <a:ext uri="{FF2B5EF4-FFF2-40B4-BE49-F238E27FC236}">
                <a16:creationId xmlns:a16="http://schemas.microsoft.com/office/drawing/2014/main" id="{86B0F577-CC24-6B54-0AAC-0D730517E2B2}"/>
              </a:ext>
            </a:extLst>
          </p:cNvPr>
          <p:cNvSpPr>
            <a:spLocks noGrp="1"/>
          </p:cNvSpPr>
          <p:nvPr>
            <p:ph type="body" sz="quarter" idx="13"/>
          </p:nvPr>
        </p:nvSpPr>
        <p:spPr>
          <a:xfrm>
            <a:off x="533709" y="6028362"/>
            <a:ext cx="5216526" cy="3536261"/>
          </a:xfrm>
        </p:spPr>
        <p:txBody>
          <a:bodyPr anchor="ctr"/>
          <a:lstStyle/>
          <a:p>
            <a:pPr algn="ctr"/>
            <a:r>
              <a:rPr lang="en-GB" sz="3200" dirty="0">
                <a:latin typeface="Fira Sans" panose="020B0503050000020004" pitchFamily="34" charset="0"/>
              </a:rPr>
              <a:t>Phase 2 to validate</a:t>
            </a:r>
            <a:endParaRPr lang="en-GB" sz="3200" noProof="0" dirty="0">
              <a:latin typeface="Fira Sans" panose="020B0503050000020004" pitchFamily="34" charset="0"/>
            </a:endParaRPr>
          </a:p>
        </p:txBody>
      </p:sp>
      <p:sp>
        <p:nvSpPr>
          <p:cNvPr id="5" name="Title 1">
            <a:extLst>
              <a:ext uri="{FF2B5EF4-FFF2-40B4-BE49-F238E27FC236}">
                <a16:creationId xmlns:a16="http://schemas.microsoft.com/office/drawing/2014/main" id="{324EF621-39AE-9401-C78E-96A36D7F6CFC}"/>
              </a:ext>
            </a:extLst>
          </p:cNvPr>
          <p:cNvSpPr>
            <a:spLocks noGrp="1"/>
          </p:cNvSpPr>
          <p:nvPr>
            <p:ph type="title"/>
          </p:nvPr>
        </p:nvSpPr>
        <p:spPr>
          <a:xfrm>
            <a:off x="508649" y="3609563"/>
            <a:ext cx="5241586" cy="3062106"/>
          </a:xfrm>
        </p:spPr>
        <p:txBody>
          <a:bodyPr vert="horz" wrap="square" lIns="0" tIns="0" rIns="0" bIns="0" rtlCol="0" anchor="t" anchorCtr="0">
            <a:normAutofit/>
          </a:bodyPr>
          <a:lstStyle/>
          <a:p>
            <a:pPr algn="ctr"/>
            <a:r>
              <a:rPr lang="en-GB" sz="5400" dirty="0">
                <a:latin typeface="Fira Sans" panose="020B0503050000020004" pitchFamily="34" charset="0"/>
              </a:rPr>
              <a:t>Strategic opportunities</a:t>
            </a:r>
            <a:endParaRPr lang="en-GB" sz="5400" kern="1200" noProof="0" dirty="0">
              <a:ln w="9525">
                <a:noFill/>
              </a:ln>
              <a:latin typeface="Fira Sans" panose="020B0503050000020004" pitchFamily="34" charset="0"/>
            </a:endParaRPr>
          </a:p>
        </p:txBody>
      </p:sp>
      <p:sp>
        <p:nvSpPr>
          <p:cNvPr id="6" name="TextBox 5">
            <a:extLst>
              <a:ext uri="{FF2B5EF4-FFF2-40B4-BE49-F238E27FC236}">
                <a16:creationId xmlns:a16="http://schemas.microsoft.com/office/drawing/2014/main" id="{32752ACD-A3A2-82EB-AAAC-3182A829071A}"/>
              </a:ext>
            </a:extLst>
          </p:cNvPr>
          <p:cNvSpPr txBox="1"/>
          <p:nvPr/>
        </p:nvSpPr>
        <p:spPr>
          <a:xfrm>
            <a:off x="6899911" y="830709"/>
            <a:ext cx="16344137" cy="12054582"/>
          </a:xfrm>
          <a:prstGeom prst="rect">
            <a:avLst/>
          </a:prstGeom>
          <a:noFill/>
        </p:spPr>
        <p:txBody>
          <a:bodyPr wrap="square">
            <a:spAutoFit/>
          </a:bodyPr>
          <a:lstStyle/>
          <a:p>
            <a:pPr marL="571500" indent="-571500" defTabSz="1828800" fontAlgn="t">
              <a:spcAft>
                <a:spcPts val="1400"/>
              </a:spcAft>
              <a:buClr>
                <a:srgbClr val="EB0000"/>
              </a:buClr>
              <a:buFont typeface="Arial" panose="020B0604020202020204" pitchFamily="34" charset="0"/>
              <a:buChar char="•"/>
            </a:pPr>
            <a:r>
              <a:rPr lang="en-GB" sz="3600" b="1" dirty="0">
                <a:latin typeface="Fira Sans" panose="020B0503050000020004" pitchFamily="34" charset="0"/>
              </a:rPr>
              <a:t>Sydney datacentre exit </a:t>
            </a:r>
            <a:r>
              <a:rPr lang="en-GB" sz="3600" dirty="0">
                <a:latin typeface="Fira Sans" panose="020B0503050000020004" pitchFamily="34" charset="0"/>
              </a:rPr>
              <a:t>4 servers, flexible contract, £40K/yr cost offset. Low-risk proof point. Migrate early</a:t>
            </a:r>
            <a:r>
              <a:rPr lang="en-GB" sz="3600" b="1" dirty="0">
                <a:latin typeface="Fira Sans" panose="020B0503050000020004" pitchFamily="34" charset="0"/>
              </a:rPr>
              <a:t>.</a:t>
            </a:r>
          </a:p>
          <a:p>
            <a:pPr marL="571500" indent="-571500" defTabSz="1828800" fontAlgn="t">
              <a:spcAft>
                <a:spcPts val="1400"/>
              </a:spcAft>
              <a:buClr>
                <a:srgbClr val="EB0000"/>
              </a:buClr>
              <a:buFont typeface="Arial" panose="020B0604020202020204" pitchFamily="34" charset="0"/>
              <a:buChar char="•"/>
            </a:pPr>
            <a:endParaRPr lang="en-GB" sz="3600" b="1" dirty="0">
              <a:latin typeface="Fira Sans" panose="020B0503050000020004" pitchFamily="34" charset="0"/>
            </a:endParaRPr>
          </a:p>
          <a:p>
            <a:pPr marL="571500" indent="-571500" defTabSz="1828800" fontAlgn="t">
              <a:spcAft>
                <a:spcPts val="1400"/>
              </a:spcAft>
              <a:buClr>
                <a:srgbClr val="EB0000"/>
              </a:buClr>
              <a:buFont typeface="Arial" panose="020B0604020202020204" pitchFamily="34" charset="0"/>
              <a:buChar char="•"/>
            </a:pPr>
            <a:r>
              <a:rPr lang="en-GB" sz="3600" b="1" dirty="0">
                <a:latin typeface="Fira Sans" panose="020B0503050000020004" pitchFamily="34" charset="0"/>
              </a:rPr>
              <a:t>Application rationalisation </a:t>
            </a:r>
            <a:r>
              <a:rPr lang="en-GB" sz="3600" dirty="0">
                <a:latin typeface="Fira Sans" panose="020B0503050000020004" pitchFamily="34" charset="0"/>
              </a:rPr>
              <a:t>Lotus Notes (SaaS replacement), </a:t>
            </a:r>
            <a:r>
              <a:rPr lang="en-GB" sz="3600" dirty="0" err="1">
                <a:latin typeface="Fira Sans" panose="020B0503050000020004" pitchFamily="34" charset="0"/>
              </a:rPr>
              <a:t>Atex</a:t>
            </a:r>
            <a:r>
              <a:rPr lang="en-GB" sz="3600" dirty="0">
                <a:latin typeface="Fira Sans" panose="020B0503050000020004" pitchFamily="34" charset="0"/>
              </a:rPr>
              <a:t> 5.5 (32-bit, retire when </a:t>
            </a:r>
            <a:r>
              <a:rPr lang="en-GB" sz="3600" dirty="0" err="1">
                <a:latin typeface="Fira Sans" panose="020B0503050000020004" pitchFamily="34" charset="0"/>
              </a:rPr>
              <a:t>Atex</a:t>
            </a:r>
            <a:r>
              <a:rPr lang="en-GB" sz="3600" dirty="0">
                <a:latin typeface="Fira Sans" panose="020B0503050000020004" pitchFamily="34" charset="0"/>
              </a:rPr>
              <a:t> 6 complete), SolarWinds and Zabbix (replace with cloud-native monitoring). Every app retired is servers removed from migration scope.</a:t>
            </a:r>
          </a:p>
          <a:p>
            <a:pPr marL="571500" indent="-571500" defTabSz="1828800" fontAlgn="t">
              <a:spcAft>
                <a:spcPts val="1400"/>
              </a:spcAft>
              <a:buClr>
                <a:srgbClr val="EB0000"/>
              </a:buClr>
              <a:buFont typeface="Arial" panose="020B0604020202020204" pitchFamily="34" charset="0"/>
              <a:buChar char="•"/>
            </a:pPr>
            <a:endParaRPr lang="en-GB" sz="3600" b="1" dirty="0">
              <a:latin typeface="Fira Sans" panose="020B0503050000020004" pitchFamily="34" charset="0"/>
            </a:endParaRPr>
          </a:p>
          <a:p>
            <a:pPr marL="571500" indent="-571500" defTabSz="1828800" fontAlgn="t">
              <a:spcAft>
                <a:spcPts val="1400"/>
              </a:spcAft>
              <a:buClr>
                <a:srgbClr val="EB0000"/>
              </a:buClr>
              <a:buFont typeface="Arial" panose="020B0604020202020204" pitchFamily="34" charset="0"/>
              <a:buChar char="•"/>
            </a:pPr>
            <a:r>
              <a:rPr lang="en-GB" sz="3600" b="1" dirty="0">
                <a:latin typeface="Fira Sans" panose="020B0503050000020004" pitchFamily="34" charset="0"/>
              </a:rPr>
              <a:t>Load balancer modernisation </a:t>
            </a:r>
            <a:r>
              <a:rPr lang="en-GB" sz="3600" dirty="0">
                <a:latin typeface="Fira Sans" panose="020B0503050000020004" pitchFamily="34" charset="0"/>
              </a:rPr>
              <a:t>F5 (corporate) and Zeus/Ivanti </a:t>
            </a:r>
            <a:r>
              <a:rPr lang="en-GB" sz="3600" dirty="0" err="1">
                <a:latin typeface="Fira Sans" panose="020B0503050000020004" pitchFamily="34" charset="0"/>
              </a:rPr>
              <a:t>vTM</a:t>
            </a:r>
            <a:r>
              <a:rPr lang="en-GB" sz="3600" dirty="0">
                <a:latin typeface="Fira Sans" panose="020B0503050000020004" pitchFamily="34" charset="0"/>
              </a:rPr>
              <a:t> (Customer_App1) replaced by cloud-native. No hardware lifecycle, auto-scaling, native integration.</a:t>
            </a:r>
          </a:p>
          <a:p>
            <a:pPr marL="571500" indent="-571500" defTabSz="1828800" fontAlgn="t">
              <a:spcAft>
                <a:spcPts val="1400"/>
              </a:spcAft>
              <a:buClr>
                <a:srgbClr val="EB0000"/>
              </a:buClr>
              <a:buFont typeface="Arial" panose="020B0604020202020204" pitchFamily="34" charset="0"/>
              <a:buChar char="•"/>
            </a:pPr>
            <a:endParaRPr lang="en-GB" sz="3600" b="1" dirty="0">
              <a:latin typeface="Fira Sans" panose="020B0503050000020004" pitchFamily="34" charset="0"/>
            </a:endParaRPr>
          </a:p>
          <a:p>
            <a:pPr marL="571500" indent="-571500" defTabSz="1828800" fontAlgn="t">
              <a:spcAft>
                <a:spcPts val="1400"/>
              </a:spcAft>
              <a:buClr>
                <a:srgbClr val="EB0000"/>
              </a:buClr>
              <a:buFont typeface="Arial" panose="020B0604020202020204" pitchFamily="34" charset="0"/>
              <a:buChar char="•"/>
            </a:pPr>
            <a:r>
              <a:rPr lang="en-GB" sz="3600" b="1" dirty="0">
                <a:latin typeface="Fira Sans" panose="020B0503050000020004" pitchFamily="34" charset="0"/>
              </a:rPr>
              <a:t>Observability consolidation </a:t>
            </a:r>
            <a:r>
              <a:rPr lang="en-GB" sz="3600" dirty="0">
                <a:latin typeface="Fira Sans" panose="020B0503050000020004" pitchFamily="34" charset="0"/>
              </a:rPr>
              <a:t>Replace SolarWinds and Zabbix with a single cloud-native or cloud-agnostic monitoring platform. Consistent across brands.</a:t>
            </a:r>
          </a:p>
          <a:p>
            <a:pPr marL="571500" indent="-571500" defTabSz="1828800" fontAlgn="t">
              <a:spcAft>
                <a:spcPts val="1400"/>
              </a:spcAft>
              <a:buClr>
                <a:srgbClr val="EB0000"/>
              </a:buClr>
              <a:buFont typeface="Arial" panose="020B0604020202020204" pitchFamily="34" charset="0"/>
              <a:buChar char="•"/>
            </a:pPr>
            <a:endParaRPr lang="en-GB" sz="3600" b="1" dirty="0">
              <a:latin typeface="Fira Sans" panose="020B0503050000020004" pitchFamily="34" charset="0"/>
            </a:endParaRPr>
          </a:p>
          <a:p>
            <a:pPr marL="571500" indent="-571500" defTabSz="1828800" fontAlgn="t">
              <a:spcAft>
                <a:spcPts val="1400"/>
              </a:spcAft>
              <a:buClr>
                <a:srgbClr val="EB0000"/>
              </a:buClr>
              <a:buFont typeface="Arial" panose="020B0604020202020204" pitchFamily="34" charset="0"/>
              <a:buChar char="•"/>
            </a:pPr>
            <a:r>
              <a:rPr lang="en-GB" sz="3600" b="1" dirty="0">
                <a:latin typeface="Fira Sans" panose="020B0503050000020004" pitchFamily="34" charset="0"/>
              </a:rPr>
              <a:t>Infrastructure as Code from day one </a:t>
            </a:r>
            <a:r>
              <a:rPr lang="en-GB" sz="3600" dirty="0">
                <a:latin typeface="Fira Sans" panose="020B0503050000020004" pitchFamily="34" charset="0"/>
              </a:rPr>
              <a:t>All cloud provisioning via Terraform or cloud-native equivalent. Reproducible, auditable, eliminates manual configuration errors.</a:t>
            </a:r>
            <a:endParaRPr lang="en-GB" sz="3600" noProof="0" dirty="0">
              <a:latin typeface="Fira Sans" panose="020B0503050000020004" pitchFamily="34" charset="0"/>
            </a:endParaRPr>
          </a:p>
        </p:txBody>
      </p:sp>
    </p:spTree>
    <p:extLst>
      <p:ext uri="{BB962C8B-B14F-4D97-AF65-F5344CB8AC3E}">
        <p14:creationId xmlns:p14="http://schemas.microsoft.com/office/powerpoint/2010/main" val="3742802056"/>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0BDBEA-0CE9-F5E1-B3AB-C63A574AFD17}"/>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EAE1DFF3-C252-F86B-085F-D8DA7CDD85D1}"/>
              </a:ext>
            </a:extLst>
          </p:cNvPr>
          <p:cNvSpPr>
            <a:spLocks noGrp="1"/>
          </p:cNvSpPr>
          <p:nvPr>
            <p:ph type="body" sz="quarter" idx="16"/>
          </p:nvPr>
        </p:nvSpPr>
        <p:spPr>
          <a:xfrm>
            <a:off x="6122839" y="3715469"/>
            <a:ext cx="11160126" cy="4200146"/>
          </a:xfrm>
        </p:spPr>
        <p:txBody>
          <a:bodyPr anchor="ctr"/>
          <a:lstStyle/>
          <a:p>
            <a:pPr algn="ctr"/>
            <a:r>
              <a:rPr lang="en-GB" b="1" noProof="0" dirty="0">
                <a:latin typeface="Fira Sans Light" panose="020B0403050000020004" pitchFamily="34" charset="0"/>
              </a:rPr>
              <a:t>Moving Forward and Part 2</a:t>
            </a:r>
          </a:p>
        </p:txBody>
      </p:sp>
    </p:spTree>
    <p:extLst>
      <p:ext uri="{BB962C8B-B14F-4D97-AF65-F5344CB8AC3E}">
        <p14:creationId xmlns:p14="http://schemas.microsoft.com/office/powerpoint/2010/main" val="424070235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F5D3A8-8F8B-22C2-DC2B-0B7E38610AB2}"/>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C726A489-A3AB-7E81-EF6B-F1A5EF65B5E5}"/>
              </a:ext>
            </a:extLst>
          </p:cNvPr>
          <p:cNvSpPr>
            <a:spLocks noGrp="1"/>
          </p:cNvSpPr>
          <p:nvPr>
            <p:ph type="sldNum" sz="quarter" idx="11"/>
          </p:nvPr>
        </p:nvSpPr>
        <p:spPr/>
        <p:txBody>
          <a:bodyPr vert="horz" lIns="0" tIns="0" rIns="0" bIns="0" rtlCol="0" anchor="t" anchorCtr="0">
            <a:normAutofit/>
          </a:bodyPr>
          <a:lstStyle/>
          <a:p>
            <a:pPr>
              <a:spcAft>
                <a:spcPts val="600"/>
              </a:spcAft>
            </a:pPr>
            <a:fld id="{762E77F0-FB5B-4E8E-9BC9-34F14560A017}" type="slidenum">
              <a:rPr lang="en-GB" noProof="0" smtClean="0"/>
              <a:pPr>
                <a:spcAft>
                  <a:spcPts val="600"/>
                </a:spcAft>
              </a:pPr>
              <a:t>44</a:t>
            </a:fld>
            <a:endParaRPr lang="en-GB" noProof="0"/>
          </a:p>
        </p:txBody>
      </p:sp>
      <p:sp>
        <p:nvSpPr>
          <p:cNvPr id="10" name="Text Placeholder 9">
            <a:extLst>
              <a:ext uri="{FF2B5EF4-FFF2-40B4-BE49-F238E27FC236}">
                <a16:creationId xmlns:a16="http://schemas.microsoft.com/office/drawing/2014/main" id="{191A3925-6712-2B0A-4984-C119C216D840}"/>
              </a:ext>
            </a:extLst>
          </p:cNvPr>
          <p:cNvSpPr>
            <a:spLocks noGrp="1"/>
          </p:cNvSpPr>
          <p:nvPr>
            <p:ph type="body" sz="quarter" idx="13"/>
          </p:nvPr>
        </p:nvSpPr>
        <p:spPr>
          <a:xfrm>
            <a:off x="533709" y="6028362"/>
            <a:ext cx="5216526" cy="3536261"/>
          </a:xfrm>
        </p:spPr>
        <p:txBody>
          <a:bodyPr anchor="ctr"/>
          <a:lstStyle/>
          <a:p>
            <a:pPr algn="ctr"/>
            <a:r>
              <a:rPr lang="en-GB" sz="3200" dirty="0">
                <a:latin typeface="Fira Sans" panose="020B0503050000020004" pitchFamily="34" charset="0"/>
              </a:rPr>
              <a:t>Data and decisions</a:t>
            </a:r>
            <a:endParaRPr lang="en-GB" sz="3200" noProof="0" dirty="0">
              <a:latin typeface="Fira Sans" panose="020B0503050000020004" pitchFamily="34" charset="0"/>
            </a:endParaRPr>
          </a:p>
        </p:txBody>
      </p:sp>
      <p:sp>
        <p:nvSpPr>
          <p:cNvPr id="5" name="Title 1">
            <a:extLst>
              <a:ext uri="{FF2B5EF4-FFF2-40B4-BE49-F238E27FC236}">
                <a16:creationId xmlns:a16="http://schemas.microsoft.com/office/drawing/2014/main" id="{2F9BB55B-FD0C-79E9-DF2D-A7BCBA9E1FDF}"/>
              </a:ext>
            </a:extLst>
          </p:cNvPr>
          <p:cNvSpPr>
            <a:spLocks noGrp="1"/>
          </p:cNvSpPr>
          <p:nvPr>
            <p:ph type="title"/>
          </p:nvPr>
        </p:nvSpPr>
        <p:spPr>
          <a:xfrm>
            <a:off x="508649" y="3609563"/>
            <a:ext cx="5241586" cy="3062106"/>
          </a:xfrm>
        </p:spPr>
        <p:txBody>
          <a:bodyPr vert="horz" wrap="square" lIns="0" tIns="0" rIns="0" bIns="0" rtlCol="0" anchor="t" anchorCtr="0">
            <a:normAutofit/>
          </a:bodyPr>
          <a:lstStyle/>
          <a:p>
            <a:pPr algn="ctr"/>
            <a:r>
              <a:rPr lang="en-GB" sz="5400" dirty="0">
                <a:latin typeface="Fira Sans" panose="020B0503050000020004" pitchFamily="34" charset="0"/>
              </a:rPr>
              <a:t>What you need to do now</a:t>
            </a:r>
            <a:endParaRPr lang="en-GB" sz="5400" kern="1200" noProof="0" dirty="0">
              <a:ln w="9525">
                <a:noFill/>
              </a:ln>
              <a:latin typeface="Fira Sans" panose="020B0503050000020004" pitchFamily="34" charset="0"/>
            </a:endParaRPr>
          </a:p>
        </p:txBody>
      </p:sp>
      <p:sp>
        <p:nvSpPr>
          <p:cNvPr id="2" name="TextBox 1">
            <a:extLst>
              <a:ext uri="{FF2B5EF4-FFF2-40B4-BE49-F238E27FC236}">
                <a16:creationId xmlns:a16="http://schemas.microsoft.com/office/drawing/2014/main" id="{0149AB80-CC43-1C95-F269-8BA70F5FC9D7}"/>
              </a:ext>
            </a:extLst>
          </p:cNvPr>
          <p:cNvSpPr txBox="1"/>
          <p:nvPr/>
        </p:nvSpPr>
        <p:spPr>
          <a:xfrm>
            <a:off x="7424165" y="1982775"/>
            <a:ext cx="7047739" cy="7458452"/>
          </a:xfrm>
          <a:prstGeom prst="rect">
            <a:avLst/>
          </a:prstGeom>
          <a:noFill/>
        </p:spPr>
        <p:txBody>
          <a:bodyPr wrap="square">
            <a:spAutoFit/>
          </a:bodyPr>
          <a:lstStyle/>
          <a:p>
            <a:pPr defTabSz="1828800" fontAlgn="t">
              <a:spcAft>
                <a:spcPts val="1400"/>
              </a:spcAft>
              <a:buClr>
                <a:srgbClr val="EB0000"/>
              </a:buClr>
            </a:pPr>
            <a:r>
              <a:rPr lang="en-GB" sz="3600" dirty="0">
                <a:latin typeface="Fira Sans" panose="020B0503050000020004" pitchFamily="34" charset="0"/>
              </a:rPr>
              <a:t>Data to provide</a:t>
            </a:r>
          </a:p>
          <a:p>
            <a:pPr marL="571500" indent="-571500" defTabSz="1828800" fontAlgn="t">
              <a:spcAft>
                <a:spcPts val="1400"/>
              </a:spcAft>
              <a:buClr>
                <a:srgbClr val="EB0000"/>
              </a:buClr>
              <a:buFont typeface="Arial" panose="020B0604020202020204" pitchFamily="34" charset="0"/>
              <a:buChar char="•"/>
            </a:pPr>
            <a:endParaRPr lang="en-GB" sz="3600" dirty="0">
              <a:latin typeface="Fira Sans" panose="020B0503050000020004" pitchFamily="34" charset="0"/>
            </a:endParaRPr>
          </a:p>
          <a:p>
            <a:pPr marL="571500" indent="-571500" defTabSz="1828800" fontAlgn="t">
              <a:spcAft>
                <a:spcPts val="1400"/>
              </a:spcAft>
              <a:buClr>
                <a:srgbClr val="EB0000"/>
              </a:buClr>
              <a:buFont typeface="Arial" panose="020B0604020202020204" pitchFamily="34" charset="0"/>
              <a:buChar char="•"/>
            </a:pPr>
            <a:r>
              <a:rPr lang="en-GB" sz="3600" dirty="0">
                <a:latin typeface="Fira Sans" panose="020B0503050000020004" pitchFamily="34" charset="0"/>
              </a:rPr>
              <a:t>SA confirmation from </a:t>
            </a:r>
            <a:r>
              <a:rPr lang="en-GB" sz="3600" dirty="0" err="1">
                <a:latin typeface="Fira Sans" panose="020B0503050000020004" pitchFamily="34" charset="0"/>
              </a:rPr>
              <a:t>Bluesource</a:t>
            </a:r>
            <a:r>
              <a:rPr lang="en-GB" sz="3600" dirty="0">
                <a:latin typeface="Fira Sans" panose="020B0503050000020004" pitchFamily="34" charset="0"/>
              </a:rPr>
              <a:t> (unblocks BYOL modelling)</a:t>
            </a:r>
          </a:p>
          <a:p>
            <a:pPr marL="571500" indent="-571500" defTabSz="1828800" fontAlgn="t">
              <a:spcAft>
                <a:spcPts val="1400"/>
              </a:spcAft>
              <a:buClr>
                <a:srgbClr val="EB0000"/>
              </a:buClr>
              <a:buFont typeface="Arial" panose="020B0604020202020204" pitchFamily="34" charset="0"/>
              <a:buChar char="•"/>
            </a:pPr>
            <a:r>
              <a:rPr lang="en-GB" sz="3600" dirty="0">
                <a:latin typeface="Fira Sans" panose="020B0503050000020004" pitchFamily="34" charset="0"/>
              </a:rPr>
              <a:t>Broadcom VCF subscription quote (completes cost of doing nothing)</a:t>
            </a:r>
          </a:p>
          <a:p>
            <a:pPr marL="571500" indent="-571500" defTabSz="1828800" fontAlgn="t">
              <a:spcAft>
                <a:spcPts val="1400"/>
              </a:spcAft>
              <a:buClr>
                <a:srgbClr val="EB0000"/>
              </a:buClr>
              <a:buFont typeface="Arial" panose="020B0604020202020204" pitchFamily="34" charset="0"/>
              <a:buChar char="•"/>
            </a:pPr>
            <a:r>
              <a:rPr lang="en-GB" sz="3600" dirty="0">
                <a:latin typeface="Fira Sans" panose="020B0503050000020004" pitchFamily="34" charset="0"/>
              </a:rPr>
              <a:t>MOL B-cluster DMA access (largest database, currently sized from hardware spec only)</a:t>
            </a:r>
          </a:p>
        </p:txBody>
      </p:sp>
      <p:sp>
        <p:nvSpPr>
          <p:cNvPr id="3" name="TextBox 2">
            <a:extLst>
              <a:ext uri="{FF2B5EF4-FFF2-40B4-BE49-F238E27FC236}">
                <a16:creationId xmlns:a16="http://schemas.microsoft.com/office/drawing/2014/main" id="{6CF84058-421F-8E28-EE84-440D2C3A3409}"/>
              </a:ext>
            </a:extLst>
          </p:cNvPr>
          <p:cNvSpPr txBox="1"/>
          <p:nvPr/>
        </p:nvSpPr>
        <p:spPr>
          <a:xfrm>
            <a:off x="15440405" y="1982775"/>
            <a:ext cx="8175499" cy="7817525"/>
          </a:xfrm>
          <a:prstGeom prst="rect">
            <a:avLst/>
          </a:prstGeom>
          <a:noFill/>
        </p:spPr>
        <p:txBody>
          <a:bodyPr wrap="square">
            <a:spAutoFit/>
          </a:bodyPr>
          <a:lstStyle/>
          <a:p>
            <a:pPr defTabSz="1828800" fontAlgn="t">
              <a:spcAft>
                <a:spcPts val="1400"/>
              </a:spcAft>
              <a:buClr>
                <a:srgbClr val="EB0000"/>
              </a:buClr>
            </a:pPr>
            <a:r>
              <a:rPr lang="en-GB" sz="3600" dirty="0">
                <a:latin typeface="Fira Sans" panose="020B0503050000020004" pitchFamily="34" charset="0"/>
              </a:rPr>
              <a:t>Decisions to make</a:t>
            </a:r>
          </a:p>
          <a:p>
            <a:pPr defTabSz="1828800" fontAlgn="t">
              <a:spcAft>
                <a:spcPts val="1400"/>
              </a:spcAft>
              <a:buClr>
                <a:srgbClr val="EB0000"/>
              </a:buClr>
            </a:pPr>
            <a:endParaRPr lang="en-GB" sz="3600" dirty="0">
              <a:latin typeface="Fira Sans" panose="020B0503050000020004" pitchFamily="34" charset="0"/>
            </a:endParaRPr>
          </a:p>
          <a:p>
            <a:pPr marL="571500" indent="-571500" defTabSz="1828800" fontAlgn="t">
              <a:spcAft>
                <a:spcPts val="1400"/>
              </a:spcAft>
              <a:buClr>
                <a:srgbClr val="EB0000"/>
              </a:buClr>
              <a:buFont typeface="Arial" panose="020B0604020202020204" pitchFamily="34" charset="0"/>
              <a:buChar char="•"/>
            </a:pPr>
            <a:r>
              <a:rPr lang="en-GB" sz="3600" dirty="0">
                <a:latin typeface="Fira Sans" panose="020B0503050000020004" pitchFamily="34" charset="0"/>
              </a:rPr>
              <a:t>Primary platform (this assessment recommends AWS)</a:t>
            </a:r>
          </a:p>
          <a:p>
            <a:pPr marL="571500" indent="-571500" defTabSz="1828800" fontAlgn="t">
              <a:spcAft>
                <a:spcPts val="1400"/>
              </a:spcAft>
              <a:buClr>
                <a:srgbClr val="EB0000"/>
              </a:buClr>
              <a:buFont typeface="Arial" panose="020B0604020202020204" pitchFamily="34" charset="0"/>
              <a:buChar char="•"/>
            </a:pPr>
            <a:r>
              <a:rPr lang="en-GB" sz="3600" dirty="0" err="1">
                <a:latin typeface="Fira Sans" panose="020B0503050000020004" pitchFamily="34" charset="0"/>
              </a:rPr>
              <a:t>Atex</a:t>
            </a:r>
            <a:r>
              <a:rPr lang="en-GB" sz="3600" dirty="0">
                <a:latin typeface="Fira Sans" panose="020B0503050000020004" pitchFamily="34" charset="0"/>
              </a:rPr>
              <a:t> vendor engagement on unicast support</a:t>
            </a:r>
          </a:p>
          <a:p>
            <a:pPr marL="571500" indent="-571500" defTabSz="1828800" fontAlgn="t">
              <a:spcAft>
                <a:spcPts val="1400"/>
              </a:spcAft>
              <a:buClr>
                <a:srgbClr val="EB0000"/>
              </a:buClr>
              <a:buFont typeface="Arial" panose="020B0604020202020204" pitchFamily="34" charset="0"/>
              <a:buChar char="•"/>
            </a:pPr>
            <a:r>
              <a:rPr lang="en-GB" sz="3600" dirty="0">
                <a:latin typeface="Fira Sans" panose="020B0503050000020004" pitchFamily="34" charset="0"/>
              </a:rPr>
              <a:t>Oracle path: </a:t>
            </a:r>
            <a:r>
              <a:rPr lang="en-GB" sz="3600" dirty="0" err="1">
                <a:latin typeface="Fira Sans" panose="020B0503050000020004" pitchFamily="34" charset="0"/>
              </a:rPr>
              <a:t>Exadata@Cloud</a:t>
            </a:r>
            <a:r>
              <a:rPr lang="en-GB" sz="3600" dirty="0">
                <a:latin typeface="Fira Sans" panose="020B0503050000020004" pitchFamily="34" charset="0"/>
              </a:rPr>
              <a:t> now, PostgreSQL timing for Phase 2</a:t>
            </a:r>
          </a:p>
          <a:p>
            <a:pPr marL="571500" indent="-571500" defTabSz="1828800" fontAlgn="t">
              <a:spcAft>
                <a:spcPts val="1400"/>
              </a:spcAft>
              <a:buClr>
                <a:srgbClr val="EB0000"/>
              </a:buClr>
              <a:buFont typeface="Arial" panose="020B0604020202020204" pitchFamily="34" charset="0"/>
              <a:buChar char="•"/>
            </a:pPr>
            <a:r>
              <a:rPr lang="en-GB" sz="3600" dirty="0">
                <a:latin typeface="Fira Sans" panose="020B0503050000020004" pitchFamily="34" charset="0"/>
              </a:rPr>
              <a:t>Day 2 operating model (partner-assisted with upskilling)</a:t>
            </a:r>
          </a:p>
          <a:p>
            <a:pPr marL="571500" indent="-571500" defTabSz="1828800" fontAlgn="t">
              <a:spcAft>
                <a:spcPts val="1400"/>
              </a:spcAft>
              <a:buClr>
                <a:srgbClr val="EB0000"/>
              </a:buClr>
              <a:buFont typeface="Arial" panose="020B0604020202020204" pitchFamily="34" charset="0"/>
              <a:buChar char="•"/>
            </a:pPr>
            <a:r>
              <a:rPr lang="en-GB" sz="3600" dirty="0">
                <a:latin typeface="Fira Sans" panose="020B0503050000020004" pitchFamily="34" charset="0"/>
              </a:rPr>
              <a:t>CPO and CTO joint sponsorship for Mail Online</a:t>
            </a:r>
            <a:endParaRPr lang="en-GB" sz="3600" noProof="0" dirty="0">
              <a:latin typeface="Fira Sans" panose="020B0503050000020004" pitchFamily="34" charset="0"/>
            </a:endParaRPr>
          </a:p>
        </p:txBody>
      </p:sp>
    </p:spTree>
    <p:extLst>
      <p:ext uri="{BB962C8B-B14F-4D97-AF65-F5344CB8AC3E}">
        <p14:creationId xmlns:p14="http://schemas.microsoft.com/office/powerpoint/2010/main" val="229806563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BECC5E-FDFD-3533-E973-5BD06E774B86}"/>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5F46896A-0D31-5322-ED74-6C607EB91D57}"/>
              </a:ext>
            </a:extLst>
          </p:cNvPr>
          <p:cNvSpPr>
            <a:spLocks noGrp="1"/>
          </p:cNvSpPr>
          <p:nvPr>
            <p:ph type="sldNum" sz="quarter" idx="11"/>
          </p:nvPr>
        </p:nvSpPr>
        <p:spPr/>
        <p:txBody>
          <a:bodyPr vert="horz" lIns="0" tIns="0" rIns="0" bIns="0" rtlCol="0" anchor="t" anchorCtr="0">
            <a:normAutofit/>
          </a:bodyPr>
          <a:lstStyle/>
          <a:p>
            <a:pPr>
              <a:spcAft>
                <a:spcPts val="600"/>
              </a:spcAft>
            </a:pPr>
            <a:fld id="{762E77F0-FB5B-4E8E-9BC9-34F14560A017}" type="slidenum">
              <a:rPr lang="en-GB" noProof="0" smtClean="0"/>
              <a:pPr>
                <a:spcAft>
                  <a:spcPts val="600"/>
                </a:spcAft>
              </a:pPr>
              <a:t>45</a:t>
            </a:fld>
            <a:endParaRPr lang="en-GB" noProof="0"/>
          </a:p>
        </p:txBody>
      </p:sp>
      <p:sp>
        <p:nvSpPr>
          <p:cNvPr id="10" name="Text Placeholder 9">
            <a:extLst>
              <a:ext uri="{FF2B5EF4-FFF2-40B4-BE49-F238E27FC236}">
                <a16:creationId xmlns:a16="http://schemas.microsoft.com/office/drawing/2014/main" id="{3CE5B241-B260-C5AC-BAFD-EF7391ABBDC3}"/>
              </a:ext>
            </a:extLst>
          </p:cNvPr>
          <p:cNvSpPr>
            <a:spLocks noGrp="1"/>
          </p:cNvSpPr>
          <p:nvPr>
            <p:ph type="body" sz="quarter" idx="13"/>
          </p:nvPr>
        </p:nvSpPr>
        <p:spPr>
          <a:xfrm>
            <a:off x="533709" y="6028362"/>
            <a:ext cx="5216526" cy="3536261"/>
          </a:xfrm>
        </p:spPr>
        <p:txBody>
          <a:bodyPr anchor="ctr"/>
          <a:lstStyle/>
          <a:p>
            <a:pPr algn="ctr"/>
            <a:r>
              <a:rPr lang="en-GB" sz="3200" dirty="0">
                <a:latin typeface="Fira Sans" panose="020B0503050000020004" pitchFamily="34" charset="0"/>
              </a:rPr>
              <a:t>From assessment to migration plan</a:t>
            </a:r>
            <a:endParaRPr lang="en-GB" sz="3200" noProof="0" dirty="0">
              <a:latin typeface="Fira Sans" panose="020B0503050000020004" pitchFamily="34" charset="0"/>
            </a:endParaRPr>
          </a:p>
        </p:txBody>
      </p:sp>
      <p:sp>
        <p:nvSpPr>
          <p:cNvPr id="5" name="Title 1">
            <a:extLst>
              <a:ext uri="{FF2B5EF4-FFF2-40B4-BE49-F238E27FC236}">
                <a16:creationId xmlns:a16="http://schemas.microsoft.com/office/drawing/2014/main" id="{9C7D1CD1-3791-40A5-2547-73556686B41B}"/>
              </a:ext>
            </a:extLst>
          </p:cNvPr>
          <p:cNvSpPr>
            <a:spLocks noGrp="1"/>
          </p:cNvSpPr>
          <p:nvPr>
            <p:ph type="title"/>
          </p:nvPr>
        </p:nvSpPr>
        <p:spPr>
          <a:xfrm>
            <a:off x="508649" y="3609563"/>
            <a:ext cx="5241586" cy="3062106"/>
          </a:xfrm>
        </p:spPr>
        <p:txBody>
          <a:bodyPr vert="horz" wrap="square" lIns="0" tIns="0" rIns="0" bIns="0" rtlCol="0" anchor="t" anchorCtr="0">
            <a:normAutofit/>
          </a:bodyPr>
          <a:lstStyle/>
          <a:p>
            <a:pPr algn="ctr"/>
            <a:r>
              <a:rPr lang="en-GB" sz="5400" dirty="0">
                <a:latin typeface="Fira Sans" panose="020B0503050000020004" pitchFamily="34" charset="0"/>
              </a:rPr>
              <a:t>Phase 2 entry point</a:t>
            </a:r>
            <a:endParaRPr lang="en-GB" sz="5400" kern="1200" noProof="0" dirty="0">
              <a:ln w="9525">
                <a:noFill/>
              </a:ln>
              <a:latin typeface="Fira Sans" panose="020B0503050000020004" pitchFamily="34" charset="0"/>
            </a:endParaRPr>
          </a:p>
        </p:txBody>
      </p:sp>
      <p:sp>
        <p:nvSpPr>
          <p:cNvPr id="6" name="TextBox 5">
            <a:extLst>
              <a:ext uri="{FF2B5EF4-FFF2-40B4-BE49-F238E27FC236}">
                <a16:creationId xmlns:a16="http://schemas.microsoft.com/office/drawing/2014/main" id="{96DA1012-AA8A-567A-F1EE-138B84859202}"/>
              </a:ext>
            </a:extLst>
          </p:cNvPr>
          <p:cNvSpPr txBox="1"/>
          <p:nvPr/>
        </p:nvSpPr>
        <p:spPr>
          <a:xfrm>
            <a:off x="6899911" y="1475374"/>
            <a:ext cx="16344137" cy="10392589"/>
          </a:xfrm>
          <a:prstGeom prst="rect">
            <a:avLst/>
          </a:prstGeom>
          <a:noFill/>
        </p:spPr>
        <p:txBody>
          <a:bodyPr wrap="square">
            <a:spAutoFit/>
          </a:bodyPr>
          <a:lstStyle/>
          <a:p>
            <a:pPr marL="571500" indent="-571500" defTabSz="1828800" fontAlgn="t">
              <a:spcAft>
                <a:spcPts val="1400"/>
              </a:spcAft>
              <a:buClr>
                <a:srgbClr val="EB0000"/>
              </a:buClr>
              <a:buFont typeface="Arial" panose="020B0604020202020204" pitchFamily="34" charset="0"/>
              <a:buChar char="•"/>
            </a:pPr>
            <a:r>
              <a:rPr lang="en-GB" sz="3600" b="1" dirty="0">
                <a:latin typeface="Fira Sans" panose="020B0503050000020004" pitchFamily="34" charset="0"/>
              </a:rPr>
              <a:t>Discovery and profiling </a:t>
            </a:r>
            <a:r>
              <a:rPr lang="en-GB" sz="3600" dirty="0">
                <a:latin typeface="Fira Sans" panose="020B0503050000020004" pitchFamily="34" charset="0"/>
              </a:rPr>
              <a:t>Extend to full 4,500+ estate. MOL B-cluster DMA. Deep performance profiling. Per-application 7R classification.</a:t>
            </a:r>
          </a:p>
          <a:p>
            <a:pPr marL="571500" indent="-571500" defTabSz="1828800" fontAlgn="t">
              <a:spcAft>
                <a:spcPts val="1400"/>
              </a:spcAft>
              <a:buClr>
                <a:srgbClr val="EB0000"/>
              </a:buClr>
              <a:buFont typeface="Arial" panose="020B0604020202020204" pitchFamily="34" charset="0"/>
              <a:buChar char="•"/>
            </a:pPr>
            <a:endParaRPr lang="en-GB" sz="3600" b="1" dirty="0">
              <a:latin typeface="Fira Sans" panose="020B0503050000020004" pitchFamily="34" charset="0"/>
            </a:endParaRPr>
          </a:p>
          <a:p>
            <a:pPr marL="571500" indent="-571500" defTabSz="1828800" fontAlgn="t">
              <a:spcAft>
                <a:spcPts val="1400"/>
              </a:spcAft>
              <a:buClr>
                <a:srgbClr val="EB0000"/>
              </a:buClr>
              <a:buFont typeface="Arial" panose="020B0604020202020204" pitchFamily="34" charset="0"/>
              <a:buChar char="•"/>
            </a:pPr>
            <a:r>
              <a:rPr lang="en-GB" sz="3600" b="1" dirty="0">
                <a:latin typeface="Fira Sans" panose="020B0503050000020004" pitchFamily="34" charset="0"/>
              </a:rPr>
              <a:t>Architecture and design </a:t>
            </a:r>
            <a:r>
              <a:rPr lang="en-GB" sz="3600" dirty="0">
                <a:latin typeface="Fira Sans" panose="020B0503050000020004" pitchFamily="34" charset="0"/>
              </a:rPr>
              <a:t>Landing zone design. Security posture assessment. Network and load balancer modernisation. </a:t>
            </a:r>
            <a:r>
              <a:rPr lang="en-GB" sz="3600" dirty="0" err="1">
                <a:latin typeface="Fira Sans" panose="020B0503050000020004" pitchFamily="34" charset="0"/>
              </a:rPr>
              <a:t>Guardicore</a:t>
            </a:r>
            <a:r>
              <a:rPr lang="en-GB" sz="3600" dirty="0">
                <a:latin typeface="Fira Sans" panose="020B0503050000020004" pitchFamily="34" charset="0"/>
              </a:rPr>
              <a:t> policy migration.</a:t>
            </a:r>
          </a:p>
          <a:p>
            <a:pPr marL="571500" indent="-571500" defTabSz="1828800" fontAlgn="t">
              <a:spcAft>
                <a:spcPts val="1400"/>
              </a:spcAft>
              <a:buClr>
                <a:srgbClr val="EB0000"/>
              </a:buClr>
              <a:buFont typeface="Arial" panose="020B0604020202020204" pitchFamily="34" charset="0"/>
              <a:buChar char="•"/>
            </a:pPr>
            <a:endParaRPr lang="en-GB" sz="3600" b="1" dirty="0">
              <a:latin typeface="Fira Sans" panose="020B0503050000020004" pitchFamily="34" charset="0"/>
            </a:endParaRPr>
          </a:p>
          <a:p>
            <a:pPr marL="571500" indent="-571500" defTabSz="1828800" fontAlgn="t">
              <a:spcAft>
                <a:spcPts val="1400"/>
              </a:spcAft>
              <a:buClr>
                <a:srgbClr val="EB0000"/>
              </a:buClr>
              <a:buFont typeface="Arial" panose="020B0604020202020204" pitchFamily="34" charset="0"/>
              <a:buChar char="•"/>
            </a:pPr>
            <a:r>
              <a:rPr lang="en-GB" sz="3600" b="1" dirty="0">
                <a:latin typeface="Fira Sans" panose="020B0503050000020004" pitchFamily="34" charset="0"/>
              </a:rPr>
              <a:t>Data and modernisation </a:t>
            </a:r>
            <a:r>
              <a:rPr lang="en-GB" sz="3600" dirty="0">
                <a:latin typeface="Fira Sans" panose="020B0503050000020004" pitchFamily="34" charset="0"/>
              </a:rPr>
              <a:t>Oracle modernisation assessment (highest-value workstream). SQL Server per-instance assessment. PostgreSQL feasibility</a:t>
            </a:r>
            <a:r>
              <a:rPr lang="en-GB" sz="3600" b="1" dirty="0">
                <a:latin typeface="Fira Sans" panose="020B0503050000020004" pitchFamily="34" charset="0"/>
              </a:rPr>
              <a:t>.</a:t>
            </a:r>
          </a:p>
          <a:p>
            <a:pPr marL="571500" indent="-571500" defTabSz="1828800" fontAlgn="t">
              <a:spcAft>
                <a:spcPts val="1400"/>
              </a:spcAft>
              <a:buClr>
                <a:srgbClr val="EB0000"/>
              </a:buClr>
              <a:buFont typeface="Arial" panose="020B0604020202020204" pitchFamily="34" charset="0"/>
              <a:buChar char="•"/>
            </a:pPr>
            <a:endParaRPr lang="en-GB" sz="3600" b="1" dirty="0">
              <a:latin typeface="Fira Sans" panose="020B0503050000020004" pitchFamily="34" charset="0"/>
            </a:endParaRPr>
          </a:p>
          <a:p>
            <a:pPr marL="571500" indent="-571500" defTabSz="1828800" fontAlgn="t">
              <a:spcAft>
                <a:spcPts val="1400"/>
              </a:spcAft>
              <a:buClr>
                <a:srgbClr val="EB0000"/>
              </a:buClr>
              <a:buFont typeface="Arial" panose="020B0604020202020204" pitchFamily="34" charset="0"/>
              <a:buChar char="•"/>
            </a:pPr>
            <a:r>
              <a:rPr lang="en-GB" sz="3600" b="1" dirty="0">
                <a:latin typeface="Fira Sans" panose="020B0503050000020004" pitchFamily="34" charset="0"/>
              </a:rPr>
              <a:t>Planning and governance </a:t>
            </a:r>
            <a:r>
              <a:rPr lang="en-GB" sz="3600" dirty="0">
                <a:latin typeface="Fira Sans" panose="020B0503050000020004" pitchFamily="34" charset="0"/>
              </a:rPr>
              <a:t>Cohort sequencing with timeline. Co-migration group scheduling. Dual-run cost modelling. Cloud Platform Team formation. Staff training roadmap.</a:t>
            </a:r>
          </a:p>
          <a:p>
            <a:pPr marL="571500" indent="-571500" defTabSz="1828800" fontAlgn="t">
              <a:spcAft>
                <a:spcPts val="1400"/>
              </a:spcAft>
              <a:buClr>
                <a:srgbClr val="EB0000"/>
              </a:buClr>
              <a:buFont typeface="Arial" panose="020B0604020202020204" pitchFamily="34" charset="0"/>
              <a:buChar char="•"/>
            </a:pPr>
            <a:endParaRPr lang="en-GB" sz="3600" b="1" dirty="0">
              <a:latin typeface="Fira Sans" panose="020B0503050000020004" pitchFamily="34" charset="0"/>
            </a:endParaRPr>
          </a:p>
          <a:p>
            <a:pPr marL="571500" indent="-571500" defTabSz="1828800" fontAlgn="t">
              <a:spcAft>
                <a:spcPts val="1400"/>
              </a:spcAft>
              <a:buClr>
                <a:srgbClr val="EB0000"/>
              </a:buClr>
              <a:buFont typeface="Arial" panose="020B0604020202020204" pitchFamily="34" charset="0"/>
              <a:buChar char="•"/>
            </a:pPr>
            <a:r>
              <a:rPr lang="en-GB" sz="3600" b="1" dirty="0">
                <a:latin typeface="Fira Sans" panose="020B0503050000020004" pitchFamily="34" charset="0"/>
              </a:rPr>
              <a:t>Bottom line: </a:t>
            </a:r>
            <a:r>
              <a:rPr lang="en-GB" sz="3600" dirty="0">
                <a:latin typeface="Fira Sans" panose="020B0503050000020004" pitchFamily="34" charset="0"/>
              </a:rPr>
              <a:t>Phase 2 is a separately proposed engagement. It turns this report into a concrete migration plan. It does not execute migration.</a:t>
            </a:r>
            <a:endParaRPr lang="en-GB" sz="3600" noProof="0" dirty="0">
              <a:latin typeface="Fira Sans" panose="020B0503050000020004" pitchFamily="34" charset="0"/>
            </a:endParaRPr>
          </a:p>
        </p:txBody>
      </p:sp>
    </p:spTree>
    <p:extLst>
      <p:ext uri="{BB962C8B-B14F-4D97-AF65-F5344CB8AC3E}">
        <p14:creationId xmlns:p14="http://schemas.microsoft.com/office/powerpoint/2010/main" val="318731445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E664A3-0BAF-3C29-662A-F13BF64FABF9}"/>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934F41C5-ED8C-324F-AFDC-EDA6FF552217}"/>
              </a:ext>
            </a:extLst>
          </p:cNvPr>
          <p:cNvSpPr>
            <a:spLocks noGrp="1"/>
          </p:cNvSpPr>
          <p:nvPr>
            <p:ph type="title"/>
          </p:nvPr>
        </p:nvSpPr>
        <p:spPr/>
        <p:txBody>
          <a:bodyPr/>
          <a:lstStyle/>
          <a:p>
            <a:r>
              <a:rPr lang="en-GB" dirty="0"/>
              <a:t>Indicative timeline</a:t>
            </a:r>
          </a:p>
        </p:txBody>
      </p:sp>
      <p:sp>
        <p:nvSpPr>
          <p:cNvPr id="4" name="Slide Number Placeholder 3">
            <a:extLst>
              <a:ext uri="{FF2B5EF4-FFF2-40B4-BE49-F238E27FC236}">
                <a16:creationId xmlns:a16="http://schemas.microsoft.com/office/drawing/2014/main" id="{EBB272EC-310E-F466-C142-AE3F0077C418}"/>
              </a:ext>
            </a:extLst>
          </p:cNvPr>
          <p:cNvSpPr>
            <a:spLocks noGrp="1"/>
          </p:cNvSpPr>
          <p:nvPr>
            <p:ph type="sldNum" sz="quarter" idx="4"/>
          </p:nvPr>
        </p:nvSpPr>
        <p:spPr/>
        <p:txBody>
          <a:bodyPr/>
          <a:lstStyle/>
          <a:p>
            <a:fld id="{762E77F0-FB5B-4E8E-9BC9-34F14560A017}" type="slidenum">
              <a:rPr lang="en-US" smtClean="0"/>
              <a:pPr/>
              <a:t>46</a:t>
            </a:fld>
            <a:endParaRPr lang="en-US"/>
          </a:p>
        </p:txBody>
      </p:sp>
      <p:sp>
        <p:nvSpPr>
          <p:cNvPr id="7" name="TextBox 6">
            <a:extLst>
              <a:ext uri="{FF2B5EF4-FFF2-40B4-BE49-F238E27FC236}">
                <a16:creationId xmlns:a16="http://schemas.microsoft.com/office/drawing/2014/main" id="{C65B0B31-8E7C-6E89-9711-2FA74D033D4E}"/>
              </a:ext>
            </a:extLst>
          </p:cNvPr>
          <p:cNvSpPr txBox="1"/>
          <p:nvPr/>
        </p:nvSpPr>
        <p:spPr>
          <a:xfrm>
            <a:off x="1261872" y="3409801"/>
            <a:ext cx="18416016" cy="2677656"/>
          </a:xfrm>
          <a:prstGeom prst="rect">
            <a:avLst/>
          </a:prstGeom>
          <a:noFill/>
        </p:spPr>
        <p:txBody>
          <a:bodyPr wrap="square" rtlCol="0">
            <a:spAutoFit/>
          </a:bodyPr>
          <a:lstStyle/>
          <a:p>
            <a:pPr marL="285750" indent="-285750">
              <a:buFont typeface="Arial" panose="020B0604020202020204" pitchFamily="34" charset="0"/>
              <a:buChar char="•"/>
            </a:pPr>
            <a:r>
              <a:rPr lang="en-GB" sz="2800" dirty="0"/>
              <a:t>Phase 2 (planning and design): 15 weeks, Q3 2026</a:t>
            </a:r>
          </a:p>
          <a:p>
            <a:pPr marL="285750" indent="-285750">
              <a:buFont typeface="Arial" panose="020B0604020202020204" pitchFamily="34" charset="0"/>
              <a:buChar char="•"/>
            </a:pPr>
            <a:endParaRPr lang="en-GB" sz="2800" dirty="0"/>
          </a:p>
          <a:p>
            <a:pPr marL="285750" indent="-285750">
              <a:buFont typeface="Arial" panose="020B0604020202020204" pitchFamily="34" charset="0"/>
              <a:buChar char="•"/>
            </a:pPr>
            <a:r>
              <a:rPr lang="en-GB" sz="2800" dirty="0"/>
              <a:t>Migration execution: Q4 2026 to Q3 2027 (13 months)</a:t>
            </a:r>
          </a:p>
          <a:p>
            <a:pPr marL="285750" indent="-285750">
              <a:buFont typeface="Arial" panose="020B0604020202020204" pitchFamily="34" charset="0"/>
              <a:buChar char="•"/>
            </a:pPr>
            <a:endParaRPr lang="en-GB" sz="2800" dirty="0"/>
          </a:p>
          <a:p>
            <a:pPr marL="285750" indent="-285750">
              <a:buFont typeface="Arial" panose="020B0604020202020204" pitchFamily="34" charset="0"/>
              <a:buChar char="•"/>
            </a:pPr>
            <a:r>
              <a:rPr lang="en-GB" sz="2800" dirty="0"/>
              <a:t>DC lease expiry: November 2027 (achievable if Phase 2 starts Q3 and critical decisions are made during planning)</a:t>
            </a:r>
            <a:endParaRPr lang="en-GB" sz="2800" b="1" dirty="0"/>
          </a:p>
        </p:txBody>
      </p:sp>
    </p:spTree>
    <p:extLst>
      <p:ext uri="{BB962C8B-B14F-4D97-AF65-F5344CB8AC3E}">
        <p14:creationId xmlns:p14="http://schemas.microsoft.com/office/powerpoint/2010/main" val="236048916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4234D6-843F-A625-0E1E-384E38E98AD3}"/>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91D04AE8-9F37-FD1E-8B3F-26FA8E8864DC}"/>
              </a:ext>
            </a:extLst>
          </p:cNvPr>
          <p:cNvSpPr>
            <a:spLocks noGrp="1"/>
          </p:cNvSpPr>
          <p:nvPr>
            <p:ph type="title"/>
          </p:nvPr>
        </p:nvSpPr>
        <p:spPr/>
        <p:txBody>
          <a:bodyPr/>
          <a:lstStyle/>
          <a:p>
            <a:r>
              <a:rPr lang="en-GB" dirty="0"/>
              <a:t>Hyperscaler guidance</a:t>
            </a:r>
          </a:p>
        </p:txBody>
      </p:sp>
      <p:sp>
        <p:nvSpPr>
          <p:cNvPr id="4" name="Slide Number Placeholder 3">
            <a:extLst>
              <a:ext uri="{FF2B5EF4-FFF2-40B4-BE49-F238E27FC236}">
                <a16:creationId xmlns:a16="http://schemas.microsoft.com/office/drawing/2014/main" id="{3CDED91F-43F1-7AAD-8F36-77B49DFC1BA3}"/>
              </a:ext>
            </a:extLst>
          </p:cNvPr>
          <p:cNvSpPr>
            <a:spLocks noGrp="1"/>
          </p:cNvSpPr>
          <p:nvPr>
            <p:ph type="sldNum" sz="quarter" idx="4"/>
          </p:nvPr>
        </p:nvSpPr>
        <p:spPr/>
        <p:txBody>
          <a:bodyPr/>
          <a:lstStyle/>
          <a:p>
            <a:fld id="{762E77F0-FB5B-4E8E-9BC9-34F14560A017}" type="slidenum">
              <a:rPr lang="en-US" smtClean="0"/>
              <a:pPr/>
              <a:t>47</a:t>
            </a:fld>
            <a:endParaRPr lang="en-US"/>
          </a:p>
        </p:txBody>
      </p:sp>
      <p:sp>
        <p:nvSpPr>
          <p:cNvPr id="7" name="TextBox 6">
            <a:extLst>
              <a:ext uri="{FF2B5EF4-FFF2-40B4-BE49-F238E27FC236}">
                <a16:creationId xmlns:a16="http://schemas.microsoft.com/office/drawing/2014/main" id="{CB3B8C02-3404-3AE7-455A-ADD05A394A50}"/>
              </a:ext>
            </a:extLst>
          </p:cNvPr>
          <p:cNvSpPr txBox="1"/>
          <p:nvPr/>
        </p:nvSpPr>
        <p:spPr>
          <a:xfrm>
            <a:off x="1261872" y="3409801"/>
            <a:ext cx="9582912" cy="5386090"/>
          </a:xfrm>
          <a:prstGeom prst="rect">
            <a:avLst/>
          </a:prstGeom>
          <a:noFill/>
        </p:spPr>
        <p:txBody>
          <a:bodyPr wrap="square" rtlCol="0">
            <a:spAutoFit/>
          </a:bodyPr>
          <a:lstStyle/>
          <a:p>
            <a:r>
              <a:rPr lang="en-GB" sz="2800" b="1" dirty="0"/>
              <a:t>Questions to ask each cloud</a:t>
            </a:r>
          </a:p>
          <a:p>
            <a:pPr marL="285750" indent="-285750">
              <a:buFont typeface="Arial" panose="020B0604020202020204" pitchFamily="34" charset="0"/>
              <a:buChar char="•"/>
            </a:pPr>
            <a:endParaRPr lang="en-GB" sz="2800" dirty="0"/>
          </a:p>
          <a:p>
            <a:pPr marL="285750" indent="-285750">
              <a:buFont typeface="Arial" panose="020B0604020202020204" pitchFamily="34" charset="0"/>
              <a:buChar char="•"/>
            </a:pPr>
            <a:r>
              <a:rPr lang="en-GB" sz="3200" dirty="0"/>
              <a:t>What is your answer for Oracle? (the whole path, not just the price)</a:t>
            </a:r>
          </a:p>
          <a:p>
            <a:pPr marL="285750" indent="-285750">
              <a:buFont typeface="Arial" panose="020B0604020202020204" pitchFamily="34" charset="0"/>
              <a:buChar char="•"/>
            </a:pPr>
            <a:r>
              <a:rPr lang="en-GB" sz="3200" dirty="0"/>
              <a:t>How have you sized our workloads? (does their methodology match?)</a:t>
            </a:r>
          </a:p>
          <a:p>
            <a:pPr marL="285750" indent="-285750">
              <a:buFont typeface="Arial" panose="020B0604020202020204" pitchFamily="34" charset="0"/>
              <a:buChar char="•"/>
            </a:pPr>
            <a:r>
              <a:rPr lang="en-GB" sz="3200" dirty="0"/>
              <a:t>What does BYOL look like for Server 2022? (only Azure AHB works without restrictions)</a:t>
            </a:r>
          </a:p>
          <a:p>
            <a:pPr marL="285750" indent="-285750">
              <a:buFont typeface="Arial" panose="020B0604020202020204" pitchFamily="34" charset="0"/>
              <a:buChar char="•"/>
            </a:pPr>
            <a:r>
              <a:rPr lang="en-GB" sz="3200" dirty="0"/>
              <a:t>What is your commercial offer? (private pricing, credits, funded resources)</a:t>
            </a:r>
          </a:p>
          <a:p>
            <a:pPr marL="285750" indent="-285750">
              <a:buFont typeface="Arial" panose="020B0604020202020204" pitchFamily="34" charset="0"/>
              <a:buChar char="•"/>
            </a:pPr>
            <a:r>
              <a:rPr lang="en-GB" sz="3200" dirty="0"/>
              <a:t>Who owns Day 2 operations?</a:t>
            </a:r>
            <a:endParaRPr lang="en-GB" sz="3200" b="1" dirty="0"/>
          </a:p>
        </p:txBody>
      </p:sp>
      <p:sp>
        <p:nvSpPr>
          <p:cNvPr id="2" name="TextBox 1">
            <a:extLst>
              <a:ext uri="{FF2B5EF4-FFF2-40B4-BE49-F238E27FC236}">
                <a16:creationId xmlns:a16="http://schemas.microsoft.com/office/drawing/2014/main" id="{4494EDA4-5135-6095-2609-F7FD8617C914}"/>
              </a:ext>
            </a:extLst>
          </p:cNvPr>
          <p:cNvSpPr txBox="1"/>
          <p:nvPr/>
        </p:nvSpPr>
        <p:spPr>
          <a:xfrm>
            <a:off x="12819890" y="2948136"/>
            <a:ext cx="9582912" cy="6309420"/>
          </a:xfrm>
          <a:prstGeom prst="rect">
            <a:avLst/>
          </a:prstGeom>
          <a:noFill/>
        </p:spPr>
        <p:txBody>
          <a:bodyPr wrap="square" rtlCol="0">
            <a:spAutoFit/>
          </a:bodyPr>
          <a:lstStyle/>
          <a:p>
            <a:endParaRPr lang="en-GB" sz="2800" dirty="0"/>
          </a:p>
          <a:p>
            <a:r>
              <a:rPr lang="en-GB" sz="2800" b="1" dirty="0"/>
              <a:t>Warning signs</a:t>
            </a:r>
          </a:p>
          <a:p>
            <a:pPr marL="285750" indent="-285750">
              <a:buFont typeface="Arial" panose="020B0604020202020204" pitchFamily="34" charset="0"/>
              <a:buChar char="•"/>
            </a:pPr>
            <a:endParaRPr lang="en-GB" sz="2800" dirty="0"/>
          </a:p>
          <a:p>
            <a:pPr marL="285750" indent="-285750">
              <a:buFont typeface="Arial" panose="020B0604020202020204" pitchFamily="34" charset="0"/>
              <a:buChar char="•"/>
            </a:pPr>
            <a:r>
              <a:rPr lang="en-GB" sz="3200" dirty="0"/>
              <a:t>All-5 self-ratings without Customer-specific justification</a:t>
            </a:r>
          </a:p>
          <a:p>
            <a:pPr marL="285750" indent="-285750">
              <a:buFont typeface="Arial" panose="020B0604020202020204" pitchFamily="34" charset="0"/>
              <a:buChar char="•"/>
            </a:pPr>
            <a:r>
              <a:rPr lang="en-GB" sz="3200" dirty="0"/>
              <a:t>Cost figures that do not include Oracle, SQL licensing, or support</a:t>
            </a:r>
          </a:p>
          <a:p>
            <a:pPr marL="285750" indent="-285750">
              <a:buFont typeface="Arial" panose="020B0604020202020204" pitchFamily="34" charset="0"/>
              <a:buChar char="•"/>
            </a:pPr>
            <a:r>
              <a:rPr lang="en-GB" sz="3200" dirty="0"/>
              <a:t>Sizing using only their own tool without independent validation</a:t>
            </a:r>
          </a:p>
          <a:p>
            <a:pPr marL="285750" indent="-285750">
              <a:buFont typeface="Arial" panose="020B0604020202020204" pitchFamily="34" charset="0"/>
              <a:buChar char="•"/>
            </a:pPr>
            <a:r>
              <a:rPr lang="en-GB" sz="3200" dirty="0"/>
              <a:t>Year 1 savings claims without acknowledging dual-run cost</a:t>
            </a:r>
          </a:p>
          <a:p>
            <a:pPr marL="285750" indent="-285750">
              <a:buFont typeface="Arial" panose="020B0604020202020204" pitchFamily="34" charset="0"/>
              <a:buChar char="•"/>
            </a:pPr>
            <a:r>
              <a:rPr lang="en-GB" sz="3200" dirty="0"/>
              <a:t>Proposals that ignore your Software Assurance status</a:t>
            </a:r>
            <a:endParaRPr lang="en-GB" sz="3200" b="1" dirty="0"/>
          </a:p>
        </p:txBody>
      </p:sp>
    </p:spTree>
    <p:extLst>
      <p:ext uri="{BB962C8B-B14F-4D97-AF65-F5344CB8AC3E}">
        <p14:creationId xmlns:p14="http://schemas.microsoft.com/office/powerpoint/2010/main" val="1908731718"/>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5C3F6B7D-9F2B-1D64-C1D6-061C3C9A7D69}"/>
              </a:ext>
            </a:extLst>
          </p:cNvPr>
          <p:cNvSpPr>
            <a:spLocks noGrp="1"/>
          </p:cNvSpPr>
          <p:nvPr>
            <p:ph type="sldNum" sz="quarter" idx="4"/>
          </p:nvPr>
        </p:nvSpPr>
        <p:spPr/>
        <p:txBody>
          <a:bodyPr/>
          <a:lstStyle/>
          <a:p>
            <a:fld id="{762E77F0-FB5B-4E8E-9BC9-34F14560A017}" type="slidenum">
              <a:rPr lang="en-US" smtClean="0"/>
              <a:pPr/>
              <a:t>48</a:t>
            </a:fld>
            <a:endParaRPr lang="en-US"/>
          </a:p>
        </p:txBody>
      </p:sp>
      <p:pic>
        <p:nvPicPr>
          <p:cNvPr id="4" name="Picture 3">
            <a:extLst>
              <a:ext uri="{FF2B5EF4-FFF2-40B4-BE49-F238E27FC236}">
                <a16:creationId xmlns:a16="http://schemas.microsoft.com/office/drawing/2014/main" id="{FEAD8882-BE4B-EE79-BAC2-0281377516D4}"/>
              </a:ext>
            </a:extLst>
          </p:cNvPr>
          <p:cNvPicPr>
            <a:picLocks noChangeAspect="1"/>
          </p:cNvPicPr>
          <p:nvPr/>
        </p:nvPicPr>
        <p:blipFill>
          <a:blip r:embed="rId2"/>
          <a:stretch>
            <a:fillRect/>
          </a:stretch>
        </p:blipFill>
        <p:spPr>
          <a:xfrm>
            <a:off x="0" y="0"/>
            <a:ext cx="24384000" cy="13716000"/>
          </a:xfrm>
          <a:prstGeom prst="rect">
            <a:avLst/>
          </a:prstGeom>
        </p:spPr>
      </p:pic>
    </p:spTree>
    <p:extLst>
      <p:ext uri="{BB962C8B-B14F-4D97-AF65-F5344CB8AC3E}">
        <p14:creationId xmlns:p14="http://schemas.microsoft.com/office/powerpoint/2010/main" val="957030974"/>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MM_SLIDE_TYPE" val="6"/>
</p:tagLst>
</file>

<file path=ppt/tags/tag2.xml><?xml version="1.0" encoding="utf-8"?>
<p:tagLst xmlns:a="http://schemas.openxmlformats.org/drawingml/2006/main" xmlns:r="http://schemas.openxmlformats.org/officeDocument/2006/relationships" xmlns:p="http://schemas.openxmlformats.org/presentationml/2006/main">
  <p:tag name="MM_SLIDE_TYPE" val="6"/>
</p:tagLst>
</file>

<file path=ppt/tags/tag3.xml><?xml version="1.0" encoding="utf-8"?>
<p:tagLst xmlns:a="http://schemas.openxmlformats.org/drawingml/2006/main" xmlns:r="http://schemas.openxmlformats.org/officeDocument/2006/relationships" xmlns:p="http://schemas.openxmlformats.org/presentationml/2006/main">
  <p:tag name="MM_SLIDE_TYPE" val="6"/>
</p:tagLst>
</file>

<file path=ppt/tags/tag4.xml><?xml version="1.0" encoding="utf-8"?>
<p:tagLst xmlns:a="http://schemas.openxmlformats.org/drawingml/2006/main" xmlns:r="http://schemas.openxmlformats.org/officeDocument/2006/relationships" xmlns:p="http://schemas.openxmlformats.org/presentationml/2006/main">
  <p:tag name="MM_SLIDE_TYPE" val="6"/>
</p:tagLst>
</file>

<file path=ppt/tags/tag5.xml><?xml version="1.0" encoding="utf-8"?>
<p:tagLst xmlns:a="http://schemas.openxmlformats.org/drawingml/2006/main" xmlns:r="http://schemas.openxmlformats.org/officeDocument/2006/relationships" xmlns:p="http://schemas.openxmlformats.org/presentationml/2006/main">
  <p:tag name="NAME" val="CustomIcon"/>
</p:tagLst>
</file>

<file path=ppt/tags/tag6.xml><?xml version="1.0" encoding="utf-8"?>
<p:tagLst xmlns:a="http://schemas.openxmlformats.org/drawingml/2006/main" xmlns:r="http://schemas.openxmlformats.org/officeDocument/2006/relationships" xmlns:p="http://schemas.openxmlformats.org/presentationml/2006/main">
  <p:tag name="NAME" val="CustomIcon"/>
</p:tagLst>
</file>

<file path=ppt/tags/tag7.xml><?xml version="1.0" encoding="utf-8"?>
<p:tagLst xmlns:a="http://schemas.openxmlformats.org/drawingml/2006/main" xmlns:r="http://schemas.openxmlformats.org/officeDocument/2006/relationships" xmlns:p="http://schemas.openxmlformats.org/presentationml/2006/main">
  <p:tag name="NAME" val="CustomIcon"/>
</p:tagLst>
</file>

<file path=ppt/tags/tag8.xml><?xml version="1.0" encoding="utf-8"?>
<p:tagLst xmlns:a="http://schemas.openxmlformats.org/drawingml/2006/main" xmlns:r="http://schemas.openxmlformats.org/officeDocument/2006/relationships" xmlns:p="http://schemas.openxmlformats.org/presentationml/2006/main">
  <p:tag name="NAME" val="CustomIcon"/>
</p:tagLst>
</file>

<file path=ppt/tags/tag9.xml><?xml version="1.0" encoding="utf-8"?>
<p:tagLst xmlns:a="http://schemas.openxmlformats.org/drawingml/2006/main" xmlns:r="http://schemas.openxmlformats.org/officeDocument/2006/relationships" xmlns:p="http://schemas.openxmlformats.org/presentationml/2006/main">
  <p:tag name="NAME" val="CustomIcon"/>
</p:tagLst>
</file>

<file path=ppt/tags/tag10.xml><?xml version="1.0" encoding="utf-8"?>
<p:tagLst xmlns:a="http://schemas.openxmlformats.org/drawingml/2006/main" xmlns:r="http://schemas.openxmlformats.org/officeDocument/2006/relationships" xmlns:p="http://schemas.openxmlformats.org/presentationml/2006/main">
  <p:tag name="NAME" val="CustomIcon"/>
</p:tagLst>
</file>

<file path=ppt/tags/tag11.xml><?xml version="1.0" encoding="utf-8"?>
<p:tagLst xmlns:a="http://schemas.openxmlformats.org/drawingml/2006/main" xmlns:r="http://schemas.openxmlformats.org/officeDocument/2006/relationships" xmlns:p="http://schemas.openxmlformats.org/presentationml/2006/main">
  <p:tag name="NAME" val="CustomIcon"/>
</p:tagLst>
</file>

<file path=ppt/theme/theme1.xml><?xml version="1.0" encoding="utf-8"?>
<a:theme xmlns:a="http://schemas.openxmlformats.org/drawingml/2006/main" name="4_Content Slides">
  <a:themeElements>
    <a:clrScheme name="RXT2020">
      <a:dk1>
        <a:srgbClr val="000000"/>
      </a:dk1>
      <a:lt1>
        <a:srgbClr val="FFFFFF"/>
      </a:lt1>
      <a:dk2>
        <a:srgbClr val="EB0000"/>
      </a:dk2>
      <a:lt2>
        <a:srgbClr val="EB0000"/>
      </a:lt2>
      <a:accent1>
        <a:srgbClr val="E6E6E6"/>
      </a:accent1>
      <a:accent2>
        <a:srgbClr val="95008A"/>
      </a:accent2>
      <a:accent3>
        <a:srgbClr val="F6D7F4"/>
      </a:accent3>
      <a:accent4>
        <a:srgbClr val="0059C8"/>
      </a:accent4>
      <a:accent5>
        <a:srgbClr val="D8EBF9"/>
      </a:accent5>
      <a:accent6>
        <a:srgbClr val="00BEBC"/>
      </a:accent6>
      <a:hlink>
        <a:srgbClr val="EB0000"/>
      </a:hlink>
      <a:folHlink>
        <a:srgbClr val="EB0000"/>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1800"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1800" dirty="0" err="1" smtClean="0"/>
        </a:defPPr>
      </a:lstStyle>
    </a:txDef>
  </a:objectDefaults>
  <a:extraClrSchemeLst/>
  <a:extLst>
    <a:ext uri="{05A4C25C-085E-4340-85A3-A5531E510DB2}">
      <thm15:themeFamily xmlns:thm15="http://schemas.microsoft.com/office/thememl/2012/main" name="Rackspace Presentation Template-Updated_July 2021" id="{9DC0DFF7-4B98-4262-B9B0-4787C784AF89}" vid="{0BAECED5-D2FA-4AB6-BDCE-7A4DC20C2143}"/>
    </a:ext>
  </a:extLst>
</a:theme>
</file>

<file path=ppt/theme/theme2.xml><?xml version="1.0" encoding="utf-8"?>
<a:theme xmlns:a="http://schemas.openxmlformats.org/drawingml/2006/main" name="2_Titles and Breakers">
  <a:themeElements>
    <a:clrScheme name="RACKSPACE COLORS">
      <a:dk1>
        <a:sysClr val="windowText" lastClr="000000"/>
      </a:dk1>
      <a:lt1>
        <a:sysClr val="window" lastClr="FFFFFF"/>
      </a:lt1>
      <a:dk2>
        <a:srgbClr val="EB0000"/>
      </a:dk2>
      <a:lt2>
        <a:srgbClr val="EB0000"/>
      </a:lt2>
      <a:accent1>
        <a:srgbClr val="E6E6E6"/>
      </a:accent1>
      <a:accent2>
        <a:srgbClr val="95008A"/>
      </a:accent2>
      <a:accent3>
        <a:srgbClr val="F6D7F4"/>
      </a:accent3>
      <a:accent4>
        <a:srgbClr val="3300FC"/>
      </a:accent4>
      <a:accent5>
        <a:srgbClr val="E8F2FD"/>
      </a:accent5>
      <a:accent6>
        <a:srgbClr val="00C8BC"/>
      </a:accent6>
      <a:hlink>
        <a:srgbClr val="EB0000"/>
      </a:hlink>
      <a:folHlink>
        <a:srgbClr val="4472C4"/>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3600" dirty="0" err="1" smtClean="0">
            <a:solidFill>
              <a:schemeClr val="bg1"/>
            </a:solidFill>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3600" dirty="0" err="1" smtClean="0"/>
        </a:defPPr>
      </a:lstStyle>
    </a:txDef>
  </a:objectDefaults>
  <a:extraClrSchemeLst/>
  <a:extLst>
    <a:ext uri="{05A4C25C-085E-4340-85A3-A5531E510DB2}">
      <thm15:themeFamily xmlns:thm15="http://schemas.microsoft.com/office/thememl/2012/main" name="Rackspace Presentation Template-Updated_July 2021" id="{9DC0DFF7-4B98-4262-B9B0-4787C784AF89}" vid="{6BC1B7C2-A54B-4E6B-BC00-FBFF31B13FE3}"/>
    </a:ext>
  </a:extLst>
</a:theme>
</file>

<file path=ppt/theme/theme3.xml><?xml version="1.0" encoding="utf-8"?>
<a:theme xmlns:a="http://schemas.openxmlformats.org/drawingml/2006/main" name="6_Content Slides">
  <a:themeElements>
    <a:clrScheme name="RXT2020">
      <a:dk1>
        <a:srgbClr val="000000"/>
      </a:dk1>
      <a:lt1>
        <a:srgbClr val="FFFFFF"/>
      </a:lt1>
      <a:dk2>
        <a:srgbClr val="EB0000"/>
      </a:dk2>
      <a:lt2>
        <a:srgbClr val="EB0000"/>
      </a:lt2>
      <a:accent1>
        <a:srgbClr val="E6E6E6"/>
      </a:accent1>
      <a:accent2>
        <a:srgbClr val="95008A"/>
      </a:accent2>
      <a:accent3>
        <a:srgbClr val="F6D7F4"/>
      </a:accent3>
      <a:accent4>
        <a:srgbClr val="0059C8"/>
      </a:accent4>
      <a:accent5>
        <a:srgbClr val="D8EBF9"/>
      </a:accent5>
      <a:accent6>
        <a:srgbClr val="00BEBC"/>
      </a:accent6>
      <a:hlink>
        <a:srgbClr val="EB0000"/>
      </a:hlink>
      <a:folHlink>
        <a:srgbClr val="EB0000"/>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1800"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1800" dirty="0" err="1" smtClean="0"/>
        </a:defPPr>
      </a:lstStyle>
    </a:txDef>
  </a:objectDefaults>
  <a:extraClrSchemeLst/>
  <a:extLst>
    <a:ext uri="{05A4C25C-085E-4340-85A3-A5531E510DB2}">
      <thm15:themeFamily xmlns:thm15="http://schemas.microsoft.com/office/thememl/2012/main" name="Rackspace Presentation Template-Updated_July 2021" id="{9DC0DFF7-4B98-4262-B9B0-4787C784AF89}" vid="{5E6EA557-0305-46A3-ADF1-D52C877C392A}"/>
    </a:ext>
  </a:extLst>
</a:theme>
</file>

<file path=ppt/theme/theme4.xml><?xml version="1.0" encoding="utf-8"?>
<a:theme xmlns:a="http://schemas.openxmlformats.org/drawingml/2006/main" name="Rackspace 2023">
  <a:themeElements>
    <a:clrScheme name="RXT2020">
      <a:dk1>
        <a:srgbClr val="000000"/>
      </a:dk1>
      <a:lt1>
        <a:srgbClr val="FFFFFF"/>
      </a:lt1>
      <a:dk2>
        <a:srgbClr val="EB0000"/>
      </a:dk2>
      <a:lt2>
        <a:srgbClr val="EB0000"/>
      </a:lt2>
      <a:accent1>
        <a:srgbClr val="E6E6E6"/>
      </a:accent1>
      <a:accent2>
        <a:srgbClr val="95008A"/>
      </a:accent2>
      <a:accent3>
        <a:srgbClr val="F6D7F4"/>
      </a:accent3>
      <a:accent4>
        <a:srgbClr val="0059C8"/>
      </a:accent4>
      <a:accent5>
        <a:srgbClr val="D8EBF9"/>
      </a:accent5>
      <a:accent6>
        <a:srgbClr val="00BEBC"/>
      </a:accent6>
      <a:hlink>
        <a:srgbClr val="EB0000"/>
      </a:hlink>
      <a:folHlink>
        <a:srgbClr val="EB0000"/>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1800"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1800" dirty="0" err="1" smtClean="0"/>
        </a:defPPr>
      </a:lstStyle>
    </a:txDef>
  </a:objectDefaults>
  <a:extraClrSchemeLst/>
  <a:extLst>
    <a:ext uri="{05A4C25C-085E-4340-85A3-A5531E510DB2}">
      <thm15:themeFamily xmlns:thm15="http://schemas.microsoft.com/office/thememl/2012/main" name="Rackspace 2023" id="{9BB2CC51-9438-4C35-8B2C-7A7A8B4F8208}" vid="{CC9A9EA2-656E-478E-A2A9-7E1377856A26}"/>
    </a:ext>
  </a:extLst>
</a:theme>
</file>

<file path=ppt/theme/theme5.xml><?xml version="1.0" encoding="utf-8"?>
<a:theme xmlns:a="http://schemas.openxmlformats.org/drawingml/2006/main" name="18_Content Slides">
  <a:themeElements>
    <a:clrScheme name="RXT2020">
      <a:dk1>
        <a:srgbClr val="000000"/>
      </a:dk1>
      <a:lt1>
        <a:srgbClr val="FFFFFF"/>
      </a:lt1>
      <a:dk2>
        <a:srgbClr val="EB0000"/>
      </a:dk2>
      <a:lt2>
        <a:srgbClr val="EB0000"/>
      </a:lt2>
      <a:accent1>
        <a:srgbClr val="E6E6E6"/>
      </a:accent1>
      <a:accent2>
        <a:srgbClr val="95008A"/>
      </a:accent2>
      <a:accent3>
        <a:srgbClr val="F6D7F4"/>
      </a:accent3>
      <a:accent4>
        <a:srgbClr val="0059C8"/>
      </a:accent4>
      <a:accent5>
        <a:srgbClr val="D8EBF9"/>
      </a:accent5>
      <a:accent6>
        <a:srgbClr val="00BEBC"/>
      </a:accent6>
      <a:hlink>
        <a:srgbClr val="EB0000"/>
      </a:hlink>
      <a:folHlink>
        <a:srgbClr val="EB0000"/>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1800"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1800" dirty="0" err="1" smtClean="0"/>
        </a:defPPr>
      </a:lstStyle>
    </a:txDef>
  </a:objectDefaults>
  <a:extraClrSchemeLst/>
  <a:extLst>
    <a:ext uri="{05A4C25C-085E-4340-85A3-A5531E510DB2}">
      <thm15:themeFamily xmlns:thm15="http://schemas.microsoft.com/office/thememl/2012/main" name="2023-02-08 Rackspace Presentation Template" id="{790D1522-6AE7-0541-82FD-6183D1CAFA67}" vid="{0C21EC38-3C6D-A346-BDA6-917BABB8ED51}"/>
    </a:ext>
  </a:extLst>
</a:theme>
</file>

<file path=ppt/theme/theme6.xml><?xml version="1.0" encoding="utf-8"?>
<a:theme xmlns:a="http://schemas.openxmlformats.org/drawingml/2006/main" name="4_Titles and Breakers">
  <a:themeElements>
    <a:clrScheme name="RACKSPACE COLORS">
      <a:dk1>
        <a:sysClr val="windowText" lastClr="000000"/>
      </a:dk1>
      <a:lt1>
        <a:sysClr val="window" lastClr="FFFFFF"/>
      </a:lt1>
      <a:dk2>
        <a:srgbClr val="EB0000"/>
      </a:dk2>
      <a:lt2>
        <a:srgbClr val="EB0000"/>
      </a:lt2>
      <a:accent1>
        <a:srgbClr val="E6E6E6"/>
      </a:accent1>
      <a:accent2>
        <a:srgbClr val="95008A"/>
      </a:accent2>
      <a:accent3>
        <a:srgbClr val="F6D7F4"/>
      </a:accent3>
      <a:accent4>
        <a:srgbClr val="3300FC"/>
      </a:accent4>
      <a:accent5>
        <a:srgbClr val="E8F2FD"/>
      </a:accent5>
      <a:accent6>
        <a:srgbClr val="00C8BC"/>
      </a:accent6>
      <a:hlink>
        <a:srgbClr val="EB0000"/>
      </a:hlink>
      <a:folHlink>
        <a:srgbClr val="4472C4"/>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3600" dirty="0" err="1" smtClean="0">
            <a:solidFill>
              <a:schemeClr val="bg1"/>
            </a:solidFill>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3600" dirty="0" err="1" smtClean="0"/>
        </a:defPPr>
      </a:lstStyle>
    </a:txDef>
  </a:objectDefaults>
  <a:extraClrSchemeLst/>
  <a:extLst>
    <a:ext uri="{05A4C25C-085E-4340-85A3-A5531E510DB2}">
      <thm15:themeFamily xmlns:thm15="http://schemas.microsoft.com/office/thememl/2012/main" name="Rackspace Presentation Template-Updated_July 2021" id="{9DC0DFF7-4B98-4262-B9B0-4787C784AF89}" vid="{6BC1B7C2-A54B-4E6B-BC00-FBFF31B13FE3}"/>
    </a:ext>
  </a:extLst>
</a:theme>
</file>

<file path=ppt/theme/theme7.xml><?xml version="1.0" encoding="utf-8"?>
<a:theme xmlns:a="http://schemas.openxmlformats.org/drawingml/2006/main" name="2_Content Slides">
  <a:themeElements>
    <a:clrScheme name="RXT2020">
      <a:dk1>
        <a:srgbClr val="000000"/>
      </a:dk1>
      <a:lt1>
        <a:srgbClr val="FFFFFF"/>
      </a:lt1>
      <a:dk2>
        <a:srgbClr val="EB0000"/>
      </a:dk2>
      <a:lt2>
        <a:srgbClr val="EB0000"/>
      </a:lt2>
      <a:accent1>
        <a:srgbClr val="E6E6E6"/>
      </a:accent1>
      <a:accent2>
        <a:srgbClr val="95008A"/>
      </a:accent2>
      <a:accent3>
        <a:srgbClr val="F6D7F4"/>
      </a:accent3>
      <a:accent4>
        <a:srgbClr val="0059C8"/>
      </a:accent4>
      <a:accent5>
        <a:srgbClr val="D8EBF9"/>
      </a:accent5>
      <a:accent6>
        <a:srgbClr val="00BEBC"/>
      </a:accent6>
      <a:hlink>
        <a:srgbClr val="EB0000"/>
      </a:hlink>
      <a:folHlink>
        <a:srgbClr val="EB0000"/>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1800"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1800" dirty="0" err="1" smtClean="0"/>
        </a:defPPr>
      </a:lstStyle>
    </a:txDef>
  </a:objectDefaults>
  <a:extraClrSchemeLst/>
  <a:extLst>
    <a:ext uri="{05A4C25C-085E-4340-85A3-A5531E510DB2}">
      <thm15:themeFamily xmlns:thm15="http://schemas.microsoft.com/office/thememl/2012/main" name="Rackspace Presentation Template-Updated_July 2021" id="{9DC0DFF7-4B98-4262-B9B0-4787C784AF89}" vid="{0BAECED5-D2FA-4AB6-BDCE-7A4DC20C2143}"/>
    </a:ext>
  </a:extLst>
</a:theme>
</file>

<file path=ppt/theme/theme8.xml><?xml version="1.0" encoding="utf-8"?>
<a:theme xmlns:a="http://schemas.openxmlformats.org/drawingml/2006/main" name="6_Titles and Breakers">
  <a:themeElements>
    <a:clrScheme name="RACKSPACE COLORS">
      <a:dk1>
        <a:sysClr val="windowText" lastClr="000000"/>
      </a:dk1>
      <a:lt1>
        <a:sysClr val="window" lastClr="FFFFFF"/>
      </a:lt1>
      <a:dk2>
        <a:srgbClr val="EB0000"/>
      </a:dk2>
      <a:lt2>
        <a:srgbClr val="EB0000"/>
      </a:lt2>
      <a:accent1>
        <a:srgbClr val="E6E6E6"/>
      </a:accent1>
      <a:accent2>
        <a:srgbClr val="95008A"/>
      </a:accent2>
      <a:accent3>
        <a:srgbClr val="F6D7F4"/>
      </a:accent3>
      <a:accent4>
        <a:srgbClr val="3300FC"/>
      </a:accent4>
      <a:accent5>
        <a:srgbClr val="E8F2FD"/>
      </a:accent5>
      <a:accent6>
        <a:srgbClr val="00C8BC"/>
      </a:accent6>
      <a:hlink>
        <a:srgbClr val="EB0000"/>
      </a:hlink>
      <a:folHlink>
        <a:srgbClr val="4472C4"/>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3600" dirty="0" err="1" smtClean="0">
            <a:solidFill>
              <a:schemeClr val="bg1"/>
            </a:solidFill>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3600" dirty="0" err="1" smtClean="0"/>
        </a:defPPr>
      </a:lstStyle>
    </a:txDef>
  </a:objectDefaults>
  <a:extraClrSchemeLst/>
  <a:extLst>
    <a:ext uri="{05A4C25C-085E-4340-85A3-A5531E510DB2}">
      <thm15:themeFamily xmlns:thm15="http://schemas.microsoft.com/office/thememl/2012/main" name="Rackspace Presentation Template-Updated_July 2021" id="{9DC0DFF7-4B98-4262-B9B0-4787C784AF89}" vid="{6BC1B7C2-A54B-4E6B-BC00-FBFF31B13FE3}"/>
    </a:ext>
  </a:extLst>
</a:theme>
</file>

<file path=ppt/theme/theme9.xml><?xml version="1.0" encoding="utf-8"?>
<a:theme xmlns:a="http://schemas.openxmlformats.org/drawingml/2006/main" name="3_Content Slides">
  <a:themeElements>
    <a:clrScheme name="Rackspace Colors">
      <a:dk1>
        <a:sysClr val="windowText" lastClr="000000"/>
      </a:dk1>
      <a:lt1>
        <a:sysClr val="window" lastClr="FFFFFF"/>
      </a:lt1>
      <a:dk2>
        <a:srgbClr val="EB0000"/>
      </a:dk2>
      <a:lt2>
        <a:srgbClr val="C40023"/>
      </a:lt2>
      <a:accent1>
        <a:srgbClr val="FFDEDF"/>
      </a:accent1>
      <a:accent2>
        <a:srgbClr val="95008A"/>
      </a:accent2>
      <a:accent3>
        <a:srgbClr val="F6D7F4"/>
      </a:accent3>
      <a:accent4>
        <a:srgbClr val="3300FC"/>
      </a:accent4>
      <a:accent5>
        <a:srgbClr val="E8F2FD"/>
      </a:accent5>
      <a:accent6>
        <a:srgbClr val="00C8BC"/>
      </a:accent6>
      <a:hlink>
        <a:srgbClr val="EB0000"/>
      </a:hlink>
      <a:folHlink>
        <a:srgbClr val="4472C4"/>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1800"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1800" dirty="0" err="1" smtClean="0"/>
        </a:defPPr>
      </a:lstStyle>
    </a:txDef>
  </a:objectDefaults>
  <a:extraClrSchemeLst/>
  <a:extLst>
    <a:ext uri="{05A4C25C-085E-4340-85A3-A5531E510DB2}">
      <thm15:themeFamily xmlns:thm15="http://schemas.microsoft.com/office/thememl/2012/main" name="2019_Rackspace_Corporate Template_Final" id="{BD243B5E-A660-4A2D-A86C-E9A7143720F4}" vid="{989F1BD3-4AB3-423D-BADD-16CC6349B145}"/>
    </a:ext>
  </a:extLst>
</a:theme>
</file>

<file path=ppt/theme/theme10.xml><?xml version="1.0" encoding="utf-8"?>
<a:theme xmlns:a="http://schemas.openxmlformats.org/drawingml/2006/main" name="7_Content Slides">
  <a:themeElements>
    <a:clrScheme name="Rackspace 2022">
      <a:dk1>
        <a:srgbClr val="000000"/>
      </a:dk1>
      <a:lt1>
        <a:srgbClr val="FFFFFF"/>
      </a:lt1>
      <a:dk2>
        <a:srgbClr val="EB0000"/>
      </a:dk2>
      <a:lt2>
        <a:srgbClr val="EB0000"/>
      </a:lt2>
      <a:accent1>
        <a:srgbClr val="E6E6E6"/>
      </a:accent1>
      <a:accent2>
        <a:srgbClr val="95008A"/>
      </a:accent2>
      <a:accent3>
        <a:srgbClr val="F6D7F4"/>
      </a:accent3>
      <a:accent4>
        <a:srgbClr val="0059C8"/>
      </a:accent4>
      <a:accent5>
        <a:srgbClr val="D8EBF9"/>
      </a:accent5>
      <a:accent6>
        <a:srgbClr val="00BEBC"/>
      </a:accent6>
      <a:hlink>
        <a:srgbClr val="EB0000"/>
      </a:hlink>
      <a:folHlink>
        <a:srgbClr val="EB0000"/>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1800"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1800" dirty="0" err="1" smtClean="0"/>
        </a:defPPr>
      </a:lstStyle>
    </a:txDef>
  </a:objectDefaults>
  <a:extraClrSchemeLst/>
  <a:extLst>
    <a:ext uri="{05A4C25C-085E-4340-85A3-A5531E510DB2}">
      <thm15:themeFamily xmlns:thm15="http://schemas.microsoft.com/office/thememl/2012/main" name="Presentation1" id="{06D57514-C1CE-4861-9236-3782C3B29C1A}" vid="{A31391CC-A32B-4E69-9218-0CD0190CABA3}"/>
    </a:ext>
  </a:extLst>
</a:theme>
</file>

<file path=ppt/theme/theme11.xml><?xml version="1.0" encoding="utf-8"?>
<a:theme xmlns:a="http://schemas.openxmlformats.org/drawingml/2006/main" name="8_Content Slides">
  <a:themeElements>
    <a:clrScheme name="Rackspace Colors">
      <a:dk1>
        <a:sysClr val="windowText" lastClr="000000"/>
      </a:dk1>
      <a:lt1>
        <a:sysClr val="window" lastClr="FFFFFF"/>
      </a:lt1>
      <a:dk2>
        <a:srgbClr val="EB0000"/>
      </a:dk2>
      <a:lt2>
        <a:srgbClr val="C40023"/>
      </a:lt2>
      <a:accent1>
        <a:srgbClr val="FFDEDF"/>
      </a:accent1>
      <a:accent2>
        <a:srgbClr val="95008A"/>
      </a:accent2>
      <a:accent3>
        <a:srgbClr val="F6D7F4"/>
      </a:accent3>
      <a:accent4>
        <a:srgbClr val="3300FC"/>
      </a:accent4>
      <a:accent5>
        <a:srgbClr val="E8F2FD"/>
      </a:accent5>
      <a:accent6>
        <a:srgbClr val="00C8BC"/>
      </a:accent6>
      <a:hlink>
        <a:srgbClr val="EB0000"/>
      </a:hlink>
      <a:folHlink>
        <a:srgbClr val="4472C4"/>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1800"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1800" dirty="0" err="1" smtClean="0"/>
        </a:defPPr>
      </a:lstStyle>
    </a:txDef>
  </a:objectDefaults>
  <a:extraClrSchemeLst/>
  <a:extLst>
    <a:ext uri="{05A4C25C-085E-4340-85A3-A5531E510DB2}">
      <thm15:themeFamily xmlns:thm15="http://schemas.microsoft.com/office/thememl/2012/main" name="2019_Rackspace_Corporate Template_Final" id="{BD243B5E-A660-4A2D-A86C-E9A7143720F4}" vid="{989F1BD3-4AB3-423D-BADD-16CC6349B145}"/>
    </a:ext>
  </a:extLst>
</a:theme>
</file>

<file path=ppt/theme/theme12.xml><?xml version="1.0" encoding="utf-8"?>
<a:theme xmlns:a="http://schemas.openxmlformats.org/drawingml/2006/main" name="Content Slides">
  <a:themeElements>
    <a:clrScheme name="RXT2020">
      <a:dk1>
        <a:srgbClr val="000000"/>
      </a:dk1>
      <a:lt1>
        <a:srgbClr val="FFFFFF"/>
      </a:lt1>
      <a:dk2>
        <a:srgbClr val="EB0000"/>
      </a:dk2>
      <a:lt2>
        <a:srgbClr val="EB0000"/>
      </a:lt2>
      <a:accent1>
        <a:srgbClr val="E6E6E6"/>
      </a:accent1>
      <a:accent2>
        <a:srgbClr val="95008A"/>
      </a:accent2>
      <a:accent3>
        <a:srgbClr val="F6D7F4"/>
      </a:accent3>
      <a:accent4>
        <a:srgbClr val="0059C8"/>
      </a:accent4>
      <a:accent5>
        <a:srgbClr val="D8EBF9"/>
      </a:accent5>
      <a:accent6>
        <a:srgbClr val="00BEBC"/>
      </a:accent6>
      <a:hlink>
        <a:srgbClr val="EB0000"/>
      </a:hlink>
      <a:folHlink>
        <a:srgbClr val="EB0000"/>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1800"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1800" dirty="0" err="1" smtClean="0"/>
        </a:defPPr>
      </a:lstStyle>
    </a:txDef>
  </a:objectDefaults>
  <a:extraClrSchemeLst/>
  <a:extLst>
    <a:ext uri="{05A4C25C-085E-4340-85A3-A5531E510DB2}">
      <thm15:themeFamily xmlns:thm15="http://schemas.microsoft.com/office/thememl/2012/main" name="Rackspace Presentation Template-Updated_July 2021" id="{9DC0DFF7-4B98-4262-B9B0-4787C784AF89}" vid="{0BAECED5-D2FA-4AB6-BDCE-7A4DC20C2143}"/>
    </a:ext>
  </a:extLst>
</a:theme>
</file>

<file path=ppt/theme/theme13.xml><?xml version="1.0" encoding="utf-8"?>
<a:theme xmlns:a="http://schemas.openxmlformats.org/drawingml/2006/main" name="1_Content Slides">
  <a:themeElements>
    <a:clrScheme name="RXT2020">
      <a:dk1>
        <a:srgbClr val="000000"/>
      </a:dk1>
      <a:lt1>
        <a:srgbClr val="FFFFFF"/>
      </a:lt1>
      <a:dk2>
        <a:srgbClr val="EB0000"/>
      </a:dk2>
      <a:lt2>
        <a:srgbClr val="EB0000"/>
      </a:lt2>
      <a:accent1>
        <a:srgbClr val="E6E6E6"/>
      </a:accent1>
      <a:accent2>
        <a:srgbClr val="95008A"/>
      </a:accent2>
      <a:accent3>
        <a:srgbClr val="F6D7F4"/>
      </a:accent3>
      <a:accent4>
        <a:srgbClr val="0059C8"/>
      </a:accent4>
      <a:accent5>
        <a:srgbClr val="D8EBF9"/>
      </a:accent5>
      <a:accent6>
        <a:srgbClr val="00BEBC"/>
      </a:accent6>
      <a:hlink>
        <a:srgbClr val="EB0000"/>
      </a:hlink>
      <a:folHlink>
        <a:srgbClr val="EB0000"/>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1800"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1800" dirty="0" err="1" smtClean="0"/>
        </a:defPPr>
      </a:lstStyle>
    </a:txDef>
  </a:objectDefaults>
  <a:extraClrSchemeLst/>
  <a:extLst>
    <a:ext uri="{05A4C25C-085E-4340-85A3-A5531E510DB2}">
      <thm15:themeFamily xmlns:thm15="http://schemas.microsoft.com/office/thememl/2012/main" name="Rackspace Presentation Template-Updated_July 2021" id="{9DC0DFF7-4B98-4262-B9B0-4787C784AF89}" vid="{0BAECED5-D2FA-4AB6-BDCE-7A4DC20C2143}"/>
    </a:ext>
  </a:extLst>
</a:theme>
</file>

<file path=ppt/theme/theme1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1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C88EDB08-C564-D545-8C74-F0B6A2375E3B}">
  <we:reference id="wa104379997" version="2.0.0.0" store="en-US" storeType="OMEX"/>
  <we:alternateReferences>
    <we:reference id="wa104379997" version="2.0.0.0" store="WA104379997" storeType="OMEX"/>
  </we:alternateReferences>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B104D1C152C32946844AA72ED5B510AE" ma:contentTypeVersion="24" ma:contentTypeDescription="Create a new document." ma:contentTypeScope="" ma:versionID="40948e22bc3c5fc56b3589e180180867">
  <xsd:schema xmlns:xsd="http://www.w3.org/2001/XMLSchema" xmlns:xs="http://www.w3.org/2001/XMLSchema" xmlns:p="http://schemas.microsoft.com/office/2006/metadata/properties" xmlns:ns2="236d467e-fe90-4ae0-9fe2-011d77897820" xmlns:ns3="4544b03d-ed08-46e1-a5f8-632fc735be33" targetNamespace="http://schemas.microsoft.com/office/2006/metadata/properties" ma:root="true" ma:fieldsID="d8ffb09f5a9b81b82a3526b32c263078" ns2:_="" ns3:_="">
    <xsd:import namespace="236d467e-fe90-4ae0-9fe2-011d77897820"/>
    <xsd:import namespace="4544b03d-ed08-46e1-a5f8-632fc735be33"/>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OCR" minOccurs="0"/>
                <xsd:element ref="ns2:MediaServiceDateTaken" minOccurs="0"/>
                <xsd:element ref="ns2:MediaServiceLocation" minOccurs="0"/>
                <xsd:element ref="ns3:SharedWithUsers" minOccurs="0"/>
                <xsd:element ref="ns3:SharedWithDetails" minOccurs="0"/>
                <xsd:element ref="ns2:MediaServiceGenerationTime" minOccurs="0"/>
                <xsd:element ref="ns2:MediaServiceEventHashCode" minOccurs="0"/>
                <xsd:element ref="ns2:_Flow_SignoffStatus" minOccurs="0"/>
                <xsd:element ref="ns2:MediaServiceAutoKeyPoints" minOccurs="0"/>
                <xsd:element ref="ns2:MediaServiceKeyPoints" minOccurs="0"/>
                <xsd:element ref="ns2:MediaLengthInSeconds" minOccurs="0"/>
                <xsd:element ref="ns2:lcf76f155ced4ddcb4097134ff3c332f" minOccurs="0"/>
                <xsd:element ref="ns3:TaxCatchAll" minOccurs="0"/>
                <xsd:element ref="ns2:DateandTime" minOccurs="0"/>
                <xsd:element ref="ns2:MediaServiceObjectDetectorVersions" minOccurs="0"/>
                <xsd:element ref="ns2:AssignedTo" minOccurs="0"/>
                <xsd:element ref="ns2:MediaServiceSearchProperties" minOccurs="0"/>
                <xsd:element ref="ns2:Tag"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236d467e-fe90-4ae0-9fe2-011d77897820"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0" nillable="true" ma:displayName="Tags" ma:internalName="MediaServiceAutoTags" ma:readOnly="true">
      <xsd:simpleType>
        <xsd:restriction base="dms:Text"/>
      </xsd:simpleType>
    </xsd:element>
    <xsd:element name="MediaServiceOCR" ma:index="11" nillable="true" ma:displayName="Extracted Text" ma:internalName="MediaServiceOCR" ma:readOnly="true">
      <xsd:simpleType>
        <xsd:restriction base="dms:Note">
          <xsd:maxLength value="255"/>
        </xsd:restriction>
      </xsd:simpleType>
    </xsd:element>
    <xsd:element name="MediaServiceDateTaken" ma:index="12" nillable="true" ma:displayName="MediaServiceDateTaken" ma:hidden="true" ma:internalName="MediaServiceDateTaken" ma:readOnly="true">
      <xsd:simpleType>
        <xsd:restriction base="dms:Text"/>
      </xsd:simpleType>
    </xsd:element>
    <xsd:element name="MediaServiceLocation" ma:index="13" nillable="true" ma:displayName="Location" ma:internalName="MediaServiceLocation" ma:readOnly="true">
      <xsd:simpleType>
        <xsd:restriction base="dms:Text"/>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_Flow_SignoffStatus" ma:index="18" nillable="true" ma:displayName="Sign-off status" ma:internalName="Sign_x002d_off_x0020_status">
      <xsd:simpleType>
        <xsd:restriction base="dms:Text"/>
      </xsd:simpleType>
    </xsd:element>
    <xsd:element name="MediaServiceAutoKeyPoints" ma:index="19" nillable="true" ma:displayName="MediaServiceAutoKeyPoints" ma:hidden="true" ma:internalName="MediaServiceAutoKeyPoints" ma:readOnly="true">
      <xsd:simpleType>
        <xsd:restriction base="dms:Note"/>
      </xsd:simpleType>
    </xsd:element>
    <xsd:element name="MediaServiceKeyPoints" ma:index="20" nillable="true" ma:displayName="KeyPoints" ma:internalName="MediaServiceKeyPoints" ma:readOnly="true">
      <xsd:simpleType>
        <xsd:restriction base="dms:Note">
          <xsd:maxLength value="255"/>
        </xsd:restriction>
      </xsd:simpleType>
    </xsd:element>
    <xsd:element name="MediaLengthInSeconds" ma:index="21" nillable="true" ma:displayName="Length (seconds)" ma:internalName="MediaLengthInSeconds" ma:readOnly="true">
      <xsd:simpleType>
        <xsd:restriction base="dms:Unknown"/>
      </xsd:simpleType>
    </xsd:element>
    <xsd:element name="lcf76f155ced4ddcb4097134ff3c332f" ma:index="23" nillable="true" ma:taxonomy="true" ma:internalName="lcf76f155ced4ddcb4097134ff3c332f" ma:taxonomyFieldName="MediaServiceImageTags" ma:displayName="Image Tags" ma:readOnly="false" ma:fieldId="{5cf76f15-5ced-4ddc-b409-7134ff3c332f}" ma:taxonomyMulti="true" ma:sspId="2de1bf74-4a37-48ce-b614-74b37de43851" ma:termSetId="09814cd3-568e-fe90-9814-8d621ff8fb84" ma:anchorId="fba54fb3-c3e1-fe81-a776-ca4b69148c4d" ma:open="true" ma:isKeyword="false">
      <xsd:complexType>
        <xsd:sequence>
          <xsd:element ref="pc:Terms" minOccurs="0" maxOccurs="1"/>
        </xsd:sequence>
      </xsd:complexType>
    </xsd:element>
    <xsd:element name="DateandTime" ma:index="25" nillable="true" ma:displayName="Date and Time" ma:format="DateOnly" ma:internalName="DateandTime">
      <xsd:simpleType>
        <xsd:restriction base="dms:DateTime"/>
      </xsd:simpleType>
    </xsd:element>
    <xsd:element name="MediaServiceObjectDetectorVersions" ma:index="26" nillable="true" ma:displayName="MediaServiceObjectDetectorVersions" ma:description="" ma:hidden="true" ma:indexed="true" ma:internalName="MediaServiceObjectDetectorVersions" ma:readOnly="true">
      <xsd:simpleType>
        <xsd:restriction base="dms:Text"/>
      </xsd:simpleType>
    </xsd:element>
    <xsd:element name="AssignedTo" ma:index="27" nillable="true" ma:displayName="Assigned To" ma:format="Dropdown" ma:list="UserInfo" ma:SharePointGroup="0" ma:internalName="AssignedTo">
      <xsd:complexType>
        <xsd:complexContent>
          <xsd:extension base="dms:User">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MediaServiceSearchProperties" ma:index="28" nillable="true" ma:displayName="MediaServiceSearchProperties" ma:hidden="true" ma:internalName="MediaServiceSearchProperties" ma:readOnly="true">
      <xsd:simpleType>
        <xsd:restriction base="dms:Note"/>
      </xsd:simpleType>
    </xsd:element>
    <xsd:element name="Tag" ma:index="29" nillable="true" ma:displayName="Tag" ma:description="Description of document" ma:format="Dropdown" ma:internalName="Tag">
      <xsd:simpleType>
        <xsd:restriction base="dms:Text">
          <xsd:maxLength value="255"/>
        </xsd:restriction>
      </xsd:simpleType>
    </xsd:element>
    <xsd:element name="MediaServiceBillingMetadata" ma:index="30"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4544b03d-ed08-46e1-a5f8-632fc735be33"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element name="TaxCatchAll" ma:index="24" nillable="true" ma:displayName="Taxonomy Catch All Column" ma:hidden="true" ma:list="{a735703f-a276-49e5-accf-32bfcce930c1}" ma:internalName="TaxCatchAll" ma:showField="CatchAllData" ma:web="4544b03d-ed08-46e1-a5f8-632fc735be33">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TaxCatchAll xmlns="4544b03d-ed08-46e1-a5f8-632fc735be33" xsi:nil="true"/>
    <lcf76f155ced4ddcb4097134ff3c332f xmlns="236d467e-fe90-4ae0-9fe2-011d77897820">
      <Terms xmlns="http://schemas.microsoft.com/office/infopath/2007/PartnerControls"/>
    </lcf76f155ced4ddcb4097134ff3c332f>
    <Tag xmlns="236d467e-fe90-4ae0-9fe2-011d77897820" xsi:nil="true"/>
    <DateandTime xmlns="236d467e-fe90-4ae0-9fe2-011d77897820" xsi:nil="true"/>
    <AssignedTo xmlns="236d467e-fe90-4ae0-9fe2-011d77897820">
      <UserInfo>
        <DisplayName/>
        <AccountId xsi:nil="true"/>
        <AccountType/>
      </UserInfo>
    </AssignedTo>
    <_Flow_SignoffStatus xmlns="236d467e-fe90-4ae0-9fe2-011d77897820" xsi:nil="true"/>
  </documentManagement>
</p:properties>
</file>

<file path=customXml/itemProps1.xml><?xml version="1.0" encoding="utf-8"?>
<ds:datastoreItem xmlns:ds="http://schemas.openxmlformats.org/officeDocument/2006/customXml" ds:itemID="{9CE5A395-71BD-474C-94DE-E3F449D46F50}">
  <ds:schemaRefs>
    <ds:schemaRef ds:uri="236d467e-fe90-4ae0-9fe2-011d77897820"/>
    <ds:schemaRef ds:uri="4544b03d-ed08-46e1-a5f8-632fc735be33"/>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9DC8F994-8845-446E-8C57-4F2A064E13ED}">
  <ds:schemaRefs>
    <ds:schemaRef ds:uri="http://schemas.microsoft.com/sharepoint/v3/contenttype/forms"/>
  </ds:schemaRefs>
</ds:datastoreItem>
</file>

<file path=customXml/itemProps3.xml><?xml version="1.0" encoding="utf-8"?>
<ds:datastoreItem xmlns:ds="http://schemas.openxmlformats.org/officeDocument/2006/customXml" ds:itemID="{545E54FE-1271-4B25-A017-622AE12E6FD6}">
  <ds:schemaRefs>
    <ds:schemaRef ds:uri="http://schemas.openxmlformats.org/package/2006/metadata/core-properties"/>
    <ds:schemaRef ds:uri="236d467e-fe90-4ae0-9fe2-011d77897820"/>
    <ds:schemaRef ds:uri="http://purl.org/dc/terms/"/>
    <ds:schemaRef ds:uri="http://schemas.microsoft.com/office/2006/metadata/properties"/>
    <ds:schemaRef ds:uri="http://schemas.microsoft.com/office/2006/documentManagement/types"/>
    <ds:schemaRef ds:uri="http://purl.org/dc/dcmitype/"/>
    <ds:schemaRef ds:uri="http://www.w3.org/XML/1998/namespace"/>
    <ds:schemaRef ds:uri="http://schemas.microsoft.com/office/infopath/2007/PartnerControls"/>
    <ds:schemaRef ds:uri="4544b03d-ed08-46e1-a5f8-632fc735be33"/>
    <ds:schemaRef ds:uri="http://purl.org/dc/elements/1.1/"/>
  </ds:schemaRefs>
</ds:datastoreItem>
</file>

<file path=docMetadata/LabelInfo.xml><?xml version="1.0" encoding="utf-8"?>
<clbl:labelList xmlns:clbl="http://schemas.microsoft.com/office/2020/mipLabelMetadata">
  <clbl:label id="{e7f09a8f-df31-4464-b100-d09a5dbff5c8}" enabled="1" method="Privileged" siteId="{570057f4-73ef-41c8-bcbb-08db2fc15c2b}" removed="0"/>
</clbl:labelList>
</file>

<file path=docProps/app.xml><?xml version="1.0" encoding="utf-8"?>
<Properties xmlns="http://schemas.openxmlformats.org/officeDocument/2006/extended-properties" xmlns:vt="http://schemas.openxmlformats.org/officeDocument/2006/docPropsVTypes">
  <Template/>
  <TotalTime>25</TotalTime>
  <Words>5599</Words>
  <Application>Microsoft Office PowerPoint</Application>
  <PresentationFormat>Custom</PresentationFormat>
  <Paragraphs>1094</Paragraphs>
  <Slides>48</Slides>
  <Notes>18</Notes>
  <HiddenSlides>1</HiddenSlides>
  <MMClips>0</MMClips>
  <ScaleCrop>false</ScaleCrop>
  <HeadingPairs>
    <vt:vector size="4" baseType="variant">
      <vt:variant>
        <vt:lpstr>Theme</vt:lpstr>
      </vt:variant>
      <vt:variant>
        <vt:i4>13</vt:i4>
      </vt:variant>
      <vt:variant>
        <vt:lpstr>Slide Titles</vt:lpstr>
      </vt:variant>
      <vt:variant>
        <vt:i4>48</vt:i4>
      </vt:variant>
    </vt:vector>
  </HeadingPairs>
  <TitlesOfParts>
    <vt:vector size="61" baseType="lpstr">
      <vt:lpstr>4_Content Slides</vt:lpstr>
      <vt:lpstr>2_Titles and Breakers</vt:lpstr>
      <vt:lpstr>6_Content Slides</vt:lpstr>
      <vt:lpstr>Rackspace 2023</vt:lpstr>
      <vt:lpstr>18_Content Slides</vt:lpstr>
      <vt:lpstr>4_Titles and Breakers</vt:lpstr>
      <vt:lpstr>2_Content Slides</vt:lpstr>
      <vt:lpstr>6_Titles and Breakers</vt:lpstr>
      <vt:lpstr>3_Content Slides</vt:lpstr>
      <vt:lpstr>7_Content Slides</vt:lpstr>
      <vt:lpstr>8_Content Slides</vt:lpstr>
      <vt:lpstr>Content Slides</vt:lpstr>
      <vt:lpstr>1_Content Slides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Standardisation +  Simplification</vt:lpstr>
      <vt:lpstr>Productivity + Cost Optimisation</vt:lpstr>
      <vt:lpstr>Automation + Workflow Optimisation</vt:lpstr>
      <vt:lpstr>The case for acting now</vt:lpstr>
      <vt:lpstr>PowerPoint Presentation</vt:lpstr>
      <vt:lpstr>DMG’s Global Presence</vt:lpstr>
      <vt:lpstr>PowerPoint Presentation</vt:lpstr>
      <vt:lpstr>Application landscape </vt:lpstr>
      <vt:lpstr>Workshop findings</vt:lpstr>
      <vt:lpstr>Discovery and data gaps</vt:lpstr>
      <vt:lpstr>PowerPoint Presentation</vt:lpstr>
      <vt:lpstr>How we built the numbers</vt:lpstr>
      <vt:lpstr>PowerPoint Presentation</vt:lpstr>
      <vt:lpstr>PowerPoint Presentation</vt:lpstr>
      <vt:lpstr>PowerPoint Presentation</vt:lpstr>
      <vt:lpstr>PowerPoint Presentation</vt:lpstr>
      <vt:lpstr>PowerPoint Presentation</vt:lpstr>
      <vt:lpstr>PowerPoint Presentation</vt:lpstr>
      <vt:lpstr>Technical constraints</vt:lpstr>
      <vt:lpstr>Migration cohorts</vt:lpstr>
      <vt:lpstr>Co-migration groups</vt:lpstr>
      <vt:lpstr>PowerPoint Presentation</vt:lpstr>
      <vt:lpstr>PowerPoint Presentation</vt:lpstr>
      <vt:lpstr>PowerPoint Presentation</vt:lpstr>
      <vt:lpstr>PowerPoint Presentation</vt:lpstr>
      <vt:lpstr>PowerPoint Presentation</vt:lpstr>
      <vt:lpstr>PowerPoint Presentation</vt:lpstr>
      <vt:lpstr>Readiness today</vt:lpstr>
      <vt:lpstr>Closing the gap</vt:lpstr>
      <vt:lpstr>PowerPoint Presentation</vt:lpstr>
      <vt:lpstr>PowerPoint Presentation</vt:lpstr>
      <vt:lpstr>PowerPoint Presentation</vt:lpstr>
      <vt:lpstr>Quantified opportunities</vt:lpstr>
      <vt:lpstr>Strategic opportunities</vt:lpstr>
      <vt:lpstr>PowerPoint Presentation</vt:lpstr>
      <vt:lpstr>What you need to do now</vt:lpstr>
      <vt:lpstr>Phase 2 entry point</vt:lpstr>
      <vt:lpstr>Indicative timeline</vt:lpstr>
      <vt:lpstr>Hyperscaler guidance</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Stephanie</dc:creator>
  <cp:lastModifiedBy>Matthew Wright</cp:lastModifiedBy>
  <cp:revision>2</cp:revision>
  <dcterms:created xsi:type="dcterms:W3CDTF">2018-11-07T18:59:03Z</dcterms:created>
  <dcterms:modified xsi:type="dcterms:W3CDTF">2026-04-26T11:46:24Z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0x010100B104D1C152C32946844AA72ED5B510AE</vt:lpwstr>
  </property>
  <property fmtid="{D5CDD505-2E9C-101B-9397-08002B2CF9AE}" pid="3" name="MediaServiceImageTags">
    <vt:lpwstr/>
  </property>
</Properties>
</file>