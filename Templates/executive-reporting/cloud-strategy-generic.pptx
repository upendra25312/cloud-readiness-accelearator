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handoutMasters/handoutMaster1.xml" ContentType="application/vnd.openxmlformats-officedocument.presentationml.handoutMaster+xml"/>
  <Override PartName="/ppt/media/image1.svg" ContentType="image/svg+xml"/>
  <Override PartName="/ppt/media/image11.svg" ContentType="image/svg+xml"/>
  <Override PartName="/ppt/media/image12.svg" ContentType="image/svg+xml"/>
  <Override PartName="/ppt/media/image15.svg" ContentType="image/svg+xml"/>
  <Override PartName="/ppt/media/image23.svg" ContentType="image/svg+xml"/>
  <Override PartName="/ppt/media/image24.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4"/>
    <p:sldMasterId id="2147483944" r:id="rId5"/>
    <p:sldMasterId id="2147483830" r:id="rId6"/>
    <p:sldMasterId id="2147484008" r:id="rId7"/>
  </p:sldMasterIdLst>
  <p:notesMasterIdLst>
    <p:notesMasterId r:id="rId27"/>
  </p:notesMasterIdLst>
  <p:handoutMasterIdLst>
    <p:handoutMasterId r:id="rId28"/>
  </p:handoutMasterIdLst>
  <p:sldIdLst>
    <p:sldId id="2147478933" r:id="rId34"/>
    <p:sldId id="2113417359" r:id="rId8"/>
    <p:sldId id="2134806602" r:id="rId9"/>
    <p:sldId id="2147478921" r:id="rId10"/>
    <p:sldId id="2147478925" r:id="rId11"/>
    <p:sldId id="2147478922" r:id="rId12"/>
    <p:sldId id="2147478926" r:id="rId13"/>
    <p:sldId id="2147478927" r:id="rId14"/>
    <p:sldId id="2147478928" r:id="rId15"/>
    <p:sldId id="2147478929" r:id="rId16"/>
    <p:sldId id="2147478930" r:id="rId17"/>
    <p:sldId id="2147478931" r:id="rId18"/>
    <p:sldId id="2147478932" r:id="rId19"/>
    <p:sldId id="2147478253" r:id="rId20"/>
    <p:sldId id="2147478923" r:id="rId21"/>
    <p:sldId id="2147478301" r:id="rId22"/>
    <p:sldId id="2147478313" r:id="rId23"/>
    <p:sldId id="261" r:id="rId24"/>
    <p:sldId id="2147478924" r:id="rId25"/>
    <p:sldId id="2113417364" r:id="rId26"/>
  </p:sldIdLst>
  <p:sldSz cx="12192000" cy="6858000"/>
  <p:notesSz cx="6858000" cy="9144000"/>
  <p:defaultTextStyle>
    <a:defPPr>
      <a:defRPr lang="en-US"/>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and Breaker Layouts" id="{4AE7326D-D6F2-440D-9A41-85E2343213A5}">
          <p14:sldIdLst/>
        </p14:section>
        <p14:section name="Content Slides" id="{846C7ABD-83F7-4BA2-BD1F-579980DED47E}">
          <p14:sldIdLst>
            <p14:sldId id="2113417359"/>
            <p14:sldId id="2134806602"/>
            <p14:sldId id="2147478921"/>
            <p14:sldId id="2147478925"/>
            <p14:sldId id="2147478922"/>
            <p14:sldId id="2147478926"/>
            <p14:sldId id="2147478927"/>
            <p14:sldId id="2147478928"/>
            <p14:sldId id="2147478929"/>
            <p14:sldId id="2147478930"/>
            <p14:sldId id="2147478931"/>
            <p14:sldId id="2147478932"/>
            <p14:sldId id="2147478253"/>
            <p14:sldId id="2147478923"/>
            <p14:sldId id="2147478301"/>
            <p14:sldId id="2147478313"/>
            <p14:sldId id="261"/>
            <p14:sldId id="2147478924"/>
            <p14:sldId id="211341736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hley Miesner" initials="AM" lastIdx="5" clrIdx="0">
    <p:extLst>
      <p:ext uri="{19B8F6BF-5375-455C-9EA6-DF929625EA0E}">
        <p15:presenceInfo xmlns:p15="http://schemas.microsoft.com/office/powerpoint/2012/main" userId="ad8e07fa54b49bda" providerId="Windows Live"/>
      </p:ext>
    </p:extLst>
  </p:cmAuthor>
  <p:cmAuthor id="2" name="Kim Wright" initials="KW" lastIdx="3" clrIdx="1">
    <p:extLst>
      <p:ext uri="{19B8F6BF-5375-455C-9EA6-DF929625EA0E}">
        <p15:presenceInfo xmlns:p15="http://schemas.microsoft.com/office/powerpoint/2012/main" userId="S::kim.wright@rackspace.com::c351f5f5-0fc6-4393-8dd9-32c85309048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1C1C"/>
    <a:srgbClr val="111111"/>
    <a:srgbClr val="D1FFFB"/>
    <a:srgbClr val="003482"/>
    <a:srgbClr val="D8EBF9"/>
    <a:srgbClr val="005AC8"/>
    <a:srgbClr val="64005A"/>
    <a:srgbClr val="9E0000"/>
    <a:srgbClr val="BB5CB4"/>
    <a:srgbClr val="F6D7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954" y="10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notesMaster" Target="notesMasters/notesMaster1.xml"/><Relationship Id="rId28" Type="http://schemas.openxmlformats.org/officeDocument/2006/relationships/handoutMaster" Target="handoutMasters/handoutMaster1.xml"/><Relationship Id="rId29" Type="http://schemas.openxmlformats.org/officeDocument/2006/relationships/commentAuthors" Target="commentAuthors.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6E11BD-5FD5-467D-86D8-5622CFF4C466}" type="doc">
      <dgm:prSet loTypeId="urn:microsoft.com/office/officeart/2005/8/layout/cycle5" loCatId="cycle" qsTypeId="urn:microsoft.com/office/officeart/2005/8/quickstyle/simple5" qsCatId="simple" csTypeId="urn:microsoft.com/office/officeart/2005/8/colors/accent0_2" csCatId="mainScheme" phldr="1"/>
      <dgm:spPr/>
      <dgm:t>
        <a:bodyPr/>
        <a:lstStyle/>
        <a:p>
          <a:endParaRPr lang="en-GB"/>
        </a:p>
      </dgm:t>
    </dgm:pt>
    <dgm:pt modelId="{E0707A46-47A2-4273-B250-3B7CDD68A023}">
      <dgm:prSet phldrT="[Text]"/>
      <dgm:spPr/>
      <dgm:t>
        <a:bodyPr/>
        <a:lstStyle/>
        <a:p>
          <a:r>
            <a:rPr lang="en-US"/>
            <a:t>Identify Goals/Define Return on Investment </a:t>
          </a:r>
          <a:endParaRPr lang="en-GB"/>
        </a:p>
      </dgm:t>
    </dgm:pt>
    <dgm:pt modelId="{71780E9D-5266-4D97-93CB-F3D2B09BD71B}" type="parTrans" cxnId="{084BC98E-444F-4126-BFB9-69EC6D24E2FE}">
      <dgm:prSet/>
      <dgm:spPr/>
      <dgm:t>
        <a:bodyPr/>
        <a:lstStyle/>
        <a:p>
          <a:endParaRPr lang="en-GB"/>
        </a:p>
      </dgm:t>
    </dgm:pt>
    <dgm:pt modelId="{816E6571-1E07-49FA-A88A-400D50DA581E}" type="sibTrans" cxnId="{084BC98E-444F-4126-BFB9-69EC6D24E2FE}">
      <dgm:prSet/>
      <dgm:spPr/>
      <dgm:t>
        <a:bodyPr/>
        <a:lstStyle/>
        <a:p>
          <a:endParaRPr lang="en-GB"/>
        </a:p>
      </dgm:t>
    </dgm:pt>
    <dgm:pt modelId="{AAEEE6D2-C029-4259-9248-755D7166FCBE}">
      <dgm:prSet phldrT="[Text]"/>
      <dgm:spPr/>
      <dgm:t>
        <a:bodyPr/>
        <a:lstStyle/>
        <a:p>
          <a:r>
            <a:rPr lang="en-US"/>
            <a:t>Create execution plan</a:t>
          </a:r>
          <a:endParaRPr lang="en-GB"/>
        </a:p>
      </dgm:t>
    </dgm:pt>
    <dgm:pt modelId="{A70F9BAC-C636-49B1-9C8E-E60052DAEC43}" type="parTrans" cxnId="{4E040597-11B8-4B3B-B905-4D5DC4B5FEF7}">
      <dgm:prSet/>
      <dgm:spPr/>
      <dgm:t>
        <a:bodyPr/>
        <a:lstStyle/>
        <a:p>
          <a:endParaRPr lang="en-GB"/>
        </a:p>
      </dgm:t>
    </dgm:pt>
    <dgm:pt modelId="{D69B0798-1EEB-47CD-A61B-6AB56C8DC06F}" type="sibTrans" cxnId="{4E040597-11B8-4B3B-B905-4D5DC4B5FEF7}">
      <dgm:prSet/>
      <dgm:spPr/>
      <dgm:t>
        <a:bodyPr/>
        <a:lstStyle/>
        <a:p>
          <a:endParaRPr lang="en-GB"/>
        </a:p>
      </dgm:t>
    </dgm:pt>
    <dgm:pt modelId="{94EF14CA-CBCA-4980-A1C9-0F3FFA6A5174}">
      <dgm:prSet phldrT="[Text]"/>
      <dgm:spPr/>
      <dgm:t>
        <a:bodyPr/>
        <a:lstStyle/>
        <a:p>
          <a:r>
            <a:rPr lang="en-US"/>
            <a:t>Measure Results </a:t>
          </a:r>
          <a:endParaRPr lang="en-GB"/>
        </a:p>
      </dgm:t>
    </dgm:pt>
    <dgm:pt modelId="{45A1C413-5A7F-4EA3-9AC3-748E49014BE4}" type="parTrans" cxnId="{3122DA5C-92FD-4B7B-B28C-5B867DAA2F85}">
      <dgm:prSet/>
      <dgm:spPr/>
      <dgm:t>
        <a:bodyPr/>
        <a:lstStyle/>
        <a:p>
          <a:endParaRPr lang="en-GB"/>
        </a:p>
      </dgm:t>
    </dgm:pt>
    <dgm:pt modelId="{B964AEE2-9C82-4797-AEA3-126D0095661C}" type="sibTrans" cxnId="{3122DA5C-92FD-4B7B-B28C-5B867DAA2F85}">
      <dgm:prSet/>
      <dgm:spPr/>
      <dgm:t>
        <a:bodyPr/>
        <a:lstStyle/>
        <a:p>
          <a:endParaRPr lang="en-GB"/>
        </a:p>
      </dgm:t>
    </dgm:pt>
    <dgm:pt modelId="{31609DB3-B467-4533-931D-B66819134960}">
      <dgm:prSet phldrT="[Text]"/>
      <dgm:spPr/>
      <dgm:t>
        <a:bodyPr/>
        <a:lstStyle/>
        <a:p>
          <a:r>
            <a:rPr lang="en-US"/>
            <a:t>Implementation </a:t>
          </a:r>
          <a:endParaRPr lang="en-GB"/>
        </a:p>
      </dgm:t>
    </dgm:pt>
    <dgm:pt modelId="{CF5C7C05-3A0F-4AA6-A372-BB94244A6F16}" type="parTrans" cxnId="{FD822B74-06D7-4BFB-94E4-FCE86D082854}">
      <dgm:prSet/>
      <dgm:spPr/>
      <dgm:t>
        <a:bodyPr/>
        <a:lstStyle/>
        <a:p>
          <a:endParaRPr lang="en-GB"/>
        </a:p>
      </dgm:t>
    </dgm:pt>
    <dgm:pt modelId="{68B7A237-32BE-4C5E-8D03-D2DED1034305}" type="sibTrans" cxnId="{FD822B74-06D7-4BFB-94E4-FCE86D082854}">
      <dgm:prSet/>
      <dgm:spPr/>
      <dgm:t>
        <a:bodyPr/>
        <a:lstStyle/>
        <a:p>
          <a:endParaRPr lang="en-GB"/>
        </a:p>
      </dgm:t>
    </dgm:pt>
    <dgm:pt modelId="{66EB2840-DD65-455D-B75A-76DAD07112D8}" type="pres">
      <dgm:prSet presAssocID="{6F6E11BD-5FD5-467D-86D8-5622CFF4C466}" presName="cycle" presStyleCnt="0">
        <dgm:presLayoutVars>
          <dgm:dir/>
          <dgm:resizeHandles val="exact"/>
        </dgm:presLayoutVars>
      </dgm:prSet>
      <dgm:spPr/>
    </dgm:pt>
    <dgm:pt modelId="{A2332F7F-EFD6-47BD-86FA-4D1AFD5F353A}" type="pres">
      <dgm:prSet presAssocID="{E0707A46-47A2-4273-B250-3B7CDD68A023}" presName="node" presStyleLbl="node1" presStyleIdx="0" presStyleCnt="4">
        <dgm:presLayoutVars>
          <dgm:bulletEnabled val="1"/>
        </dgm:presLayoutVars>
      </dgm:prSet>
      <dgm:spPr/>
    </dgm:pt>
    <dgm:pt modelId="{C7CBBB95-7258-4254-9284-1EBF274C3855}" type="pres">
      <dgm:prSet presAssocID="{E0707A46-47A2-4273-B250-3B7CDD68A023}" presName="spNode" presStyleCnt="0"/>
      <dgm:spPr/>
    </dgm:pt>
    <dgm:pt modelId="{1704CDAC-6F50-49CB-9A24-A62B5481EB4C}" type="pres">
      <dgm:prSet presAssocID="{816E6571-1E07-49FA-A88A-400D50DA581E}" presName="sibTrans" presStyleLbl="sibTrans1D1" presStyleIdx="0" presStyleCnt="4"/>
      <dgm:spPr/>
    </dgm:pt>
    <dgm:pt modelId="{C9D40551-014E-4784-9FCD-FB00461370A8}" type="pres">
      <dgm:prSet presAssocID="{AAEEE6D2-C029-4259-9248-755D7166FCBE}" presName="node" presStyleLbl="node1" presStyleIdx="1" presStyleCnt="4" custRadScaleRad="137292" custRadScaleInc="3282">
        <dgm:presLayoutVars>
          <dgm:bulletEnabled val="1"/>
        </dgm:presLayoutVars>
      </dgm:prSet>
      <dgm:spPr/>
    </dgm:pt>
    <dgm:pt modelId="{86F87427-5783-47B1-8B8F-FB8EF72D2DDA}" type="pres">
      <dgm:prSet presAssocID="{AAEEE6D2-C029-4259-9248-755D7166FCBE}" presName="spNode" presStyleCnt="0"/>
      <dgm:spPr/>
    </dgm:pt>
    <dgm:pt modelId="{8E2285AA-71C9-481B-A7FC-7CB0C6549811}" type="pres">
      <dgm:prSet presAssocID="{D69B0798-1EEB-47CD-A61B-6AB56C8DC06F}" presName="sibTrans" presStyleLbl="sibTrans1D1" presStyleIdx="1" presStyleCnt="4"/>
      <dgm:spPr/>
    </dgm:pt>
    <dgm:pt modelId="{73E53B5E-6E8C-4A5B-A807-BE5320BDB918}" type="pres">
      <dgm:prSet presAssocID="{31609DB3-B467-4533-931D-B66819134960}" presName="node" presStyleLbl="node1" presStyleIdx="2" presStyleCnt="4">
        <dgm:presLayoutVars>
          <dgm:bulletEnabled val="1"/>
        </dgm:presLayoutVars>
      </dgm:prSet>
      <dgm:spPr/>
    </dgm:pt>
    <dgm:pt modelId="{6CC54312-6122-4720-833E-229A7F4DACBD}" type="pres">
      <dgm:prSet presAssocID="{31609DB3-B467-4533-931D-B66819134960}" presName="spNode" presStyleCnt="0"/>
      <dgm:spPr/>
    </dgm:pt>
    <dgm:pt modelId="{DD7D3FFC-FFE2-43EE-B413-F8F1C89C5765}" type="pres">
      <dgm:prSet presAssocID="{68B7A237-32BE-4C5E-8D03-D2DED1034305}" presName="sibTrans" presStyleLbl="sibTrans1D1" presStyleIdx="2" presStyleCnt="4"/>
      <dgm:spPr/>
    </dgm:pt>
    <dgm:pt modelId="{2D0DC1BE-775E-4D5C-B920-1FCA14BF837F}" type="pres">
      <dgm:prSet presAssocID="{94EF14CA-CBCA-4980-A1C9-0F3FFA6A5174}" presName="node" presStyleLbl="node1" presStyleIdx="3" presStyleCnt="4" custRadScaleRad="128308">
        <dgm:presLayoutVars>
          <dgm:bulletEnabled val="1"/>
        </dgm:presLayoutVars>
      </dgm:prSet>
      <dgm:spPr/>
    </dgm:pt>
    <dgm:pt modelId="{E6D9956F-93B4-44BA-8770-F509B007FE82}" type="pres">
      <dgm:prSet presAssocID="{94EF14CA-CBCA-4980-A1C9-0F3FFA6A5174}" presName="spNode" presStyleCnt="0"/>
      <dgm:spPr/>
    </dgm:pt>
    <dgm:pt modelId="{6AD29B0B-69DF-4E50-B91A-C638F72FA411}" type="pres">
      <dgm:prSet presAssocID="{B964AEE2-9C82-4797-AEA3-126D0095661C}" presName="sibTrans" presStyleLbl="sibTrans1D1" presStyleIdx="3" presStyleCnt="4"/>
      <dgm:spPr/>
    </dgm:pt>
  </dgm:ptLst>
  <dgm:cxnLst>
    <dgm:cxn modelId="{73ADC507-2D0B-470F-B86D-B223BB9B0F71}" type="presOf" srcId="{816E6571-1E07-49FA-A88A-400D50DA581E}" destId="{1704CDAC-6F50-49CB-9A24-A62B5481EB4C}" srcOrd="0" destOrd="0" presId="urn:microsoft.com/office/officeart/2005/8/layout/cycle5"/>
    <dgm:cxn modelId="{1AB96E0E-DDF3-4522-A139-749F4311BB59}" type="presOf" srcId="{68B7A237-32BE-4C5E-8D03-D2DED1034305}" destId="{DD7D3FFC-FFE2-43EE-B413-F8F1C89C5765}" srcOrd="0" destOrd="0" presId="urn:microsoft.com/office/officeart/2005/8/layout/cycle5"/>
    <dgm:cxn modelId="{77929938-AC5E-41A1-80E0-814DC1E5AB30}" type="presOf" srcId="{94EF14CA-CBCA-4980-A1C9-0F3FFA6A5174}" destId="{2D0DC1BE-775E-4D5C-B920-1FCA14BF837F}" srcOrd="0" destOrd="0" presId="urn:microsoft.com/office/officeart/2005/8/layout/cycle5"/>
    <dgm:cxn modelId="{3122DA5C-92FD-4B7B-B28C-5B867DAA2F85}" srcId="{6F6E11BD-5FD5-467D-86D8-5622CFF4C466}" destId="{94EF14CA-CBCA-4980-A1C9-0F3FFA6A5174}" srcOrd="3" destOrd="0" parTransId="{45A1C413-5A7F-4EA3-9AC3-748E49014BE4}" sibTransId="{B964AEE2-9C82-4797-AEA3-126D0095661C}"/>
    <dgm:cxn modelId="{6545124C-CEC7-46E8-9C9D-C91C935EE53B}" type="presOf" srcId="{31609DB3-B467-4533-931D-B66819134960}" destId="{73E53B5E-6E8C-4A5B-A807-BE5320BDB918}" srcOrd="0" destOrd="0" presId="urn:microsoft.com/office/officeart/2005/8/layout/cycle5"/>
    <dgm:cxn modelId="{FD822B74-06D7-4BFB-94E4-FCE86D082854}" srcId="{6F6E11BD-5FD5-467D-86D8-5622CFF4C466}" destId="{31609DB3-B467-4533-931D-B66819134960}" srcOrd="2" destOrd="0" parTransId="{CF5C7C05-3A0F-4AA6-A372-BB94244A6F16}" sibTransId="{68B7A237-32BE-4C5E-8D03-D2DED1034305}"/>
    <dgm:cxn modelId="{BAE2D67D-FEA0-46A8-AE36-58C1E720D199}" type="presOf" srcId="{6F6E11BD-5FD5-467D-86D8-5622CFF4C466}" destId="{66EB2840-DD65-455D-B75A-76DAD07112D8}" srcOrd="0" destOrd="0" presId="urn:microsoft.com/office/officeart/2005/8/layout/cycle5"/>
    <dgm:cxn modelId="{084BC98E-444F-4126-BFB9-69EC6D24E2FE}" srcId="{6F6E11BD-5FD5-467D-86D8-5622CFF4C466}" destId="{E0707A46-47A2-4273-B250-3B7CDD68A023}" srcOrd="0" destOrd="0" parTransId="{71780E9D-5266-4D97-93CB-F3D2B09BD71B}" sibTransId="{816E6571-1E07-49FA-A88A-400D50DA581E}"/>
    <dgm:cxn modelId="{3E46CC93-005D-4769-B91B-420E321EB000}" type="presOf" srcId="{D69B0798-1EEB-47CD-A61B-6AB56C8DC06F}" destId="{8E2285AA-71C9-481B-A7FC-7CB0C6549811}" srcOrd="0" destOrd="0" presId="urn:microsoft.com/office/officeart/2005/8/layout/cycle5"/>
    <dgm:cxn modelId="{4E040597-11B8-4B3B-B905-4D5DC4B5FEF7}" srcId="{6F6E11BD-5FD5-467D-86D8-5622CFF4C466}" destId="{AAEEE6D2-C029-4259-9248-755D7166FCBE}" srcOrd="1" destOrd="0" parTransId="{A70F9BAC-C636-49B1-9C8E-E60052DAEC43}" sibTransId="{D69B0798-1EEB-47CD-A61B-6AB56C8DC06F}"/>
    <dgm:cxn modelId="{2F74429D-FC92-42EC-B747-018F4D889B6C}" type="presOf" srcId="{AAEEE6D2-C029-4259-9248-755D7166FCBE}" destId="{C9D40551-014E-4784-9FCD-FB00461370A8}" srcOrd="0" destOrd="0" presId="urn:microsoft.com/office/officeart/2005/8/layout/cycle5"/>
    <dgm:cxn modelId="{A50496D6-64AD-449C-A4FE-40CFA8D0B025}" type="presOf" srcId="{E0707A46-47A2-4273-B250-3B7CDD68A023}" destId="{A2332F7F-EFD6-47BD-86FA-4D1AFD5F353A}" srcOrd="0" destOrd="0" presId="urn:microsoft.com/office/officeart/2005/8/layout/cycle5"/>
    <dgm:cxn modelId="{0AAAF0E7-51DD-411B-BBC3-913E7FF26B4B}" type="presOf" srcId="{B964AEE2-9C82-4797-AEA3-126D0095661C}" destId="{6AD29B0B-69DF-4E50-B91A-C638F72FA411}" srcOrd="0" destOrd="0" presId="urn:microsoft.com/office/officeart/2005/8/layout/cycle5"/>
    <dgm:cxn modelId="{5103AC69-DAB7-47B1-9685-DAF9F70C2F89}" type="presParOf" srcId="{66EB2840-DD65-455D-B75A-76DAD07112D8}" destId="{A2332F7F-EFD6-47BD-86FA-4D1AFD5F353A}" srcOrd="0" destOrd="0" presId="urn:microsoft.com/office/officeart/2005/8/layout/cycle5"/>
    <dgm:cxn modelId="{15A54ECC-80BE-4FD4-8A91-BEFAFFFA21C6}" type="presParOf" srcId="{66EB2840-DD65-455D-B75A-76DAD07112D8}" destId="{C7CBBB95-7258-4254-9284-1EBF274C3855}" srcOrd="1" destOrd="0" presId="urn:microsoft.com/office/officeart/2005/8/layout/cycle5"/>
    <dgm:cxn modelId="{D379E15E-0628-4706-8150-54DF8A672AE1}" type="presParOf" srcId="{66EB2840-DD65-455D-B75A-76DAD07112D8}" destId="{1704CDAC-6F50-49CB-9A24-A62B5481EB4C}" srcOrd="2" destOrd="0" presId="urn:microsoft.com/office/officeart/2005/8/layout/cycle5"/>
    <dgm:cxn modelId="{56E8C042-9745-46AA-B109-73A7AB41789D}" type="presParOf" srcId="{66EB2840-DD65-455D-B75A-76DAD07112D8}" destId="{C9D40551-014E-4784-9FCD-FB00461370A8}" srcOrd="3" destOrd="0" presId="urn:microsoft.com/office/officeart/2005/8/layout/cycle5"/>
    <dgm:cxn modelId="{2AF91261-7AD6-4D3D-90E8-699649776131}" type="presParOf" srcId="{66EB2840-DD65-455D-B75A-76DAD07112D8}" destId="{86F87427-5783-47B1-8B8F-FB8EF72D2DDA}" srcOrd="4" destOrd="0" presId="urn:microsoft.com/office/officeart/2005/8/layout/cycle5"/>
    <dgm:cxn modelId="{CE4B3DF6-E069-4555-BE10-0153B98231C1}" type="presParOf" srcId="{66EB2840-DD65-455D-B75A-76DAD07112D8}" destId="{8E2285AA-71C9-481B-A7FC-7CB0C6549811}" srcOrd="5" destOrd="0" presId="urn:microsoft.com/office/officeart/2005/8/layout/cycle5"/>
    <dgm:cxn modelId="{7BCB04EC-71D4-462B-B372-115C954A1E44}" type="presParOf" srcId="{66EB2840-DD65-455D-B75A-76DAD07112D8}" destId="{73E53B5E-6E8C-4A5B-A807-BE5320BDB918}" srcOrd="6" destOrd="0" presId="urn:microsoft.com/office/officeart/2005/8/layout/cycle5"/>
    <dgm:cxn modelId="{637ED7A8-79B8-4A9E-8D96-1F304BBB1505}" type="presParOf" srcId="{66EB2840-DD65-455D-B75A-76DAD07112D8}" destId="{6CC54312-6122-4720-833E-229A7F4DACBD}" srcOrd="7" destOrd="0" presId="urn:microsoft.com/office/officeart/2005/8/layout/cycle5"/>
    <dgm:cxn modelId="{A4594471-A047-486E-9981-5839B42A920A}" type="presParOf" srcId="{66EB2840-DD65-455D-B75A-76DAD07112D8}" destId="{DD7D3FFC-FFE2-43EE-B413-F8F1C89C5765}" srcOrd="8" destOrd="0" presId="urn:microsoft.com/office/officeart/2005/8/layout/cycle5"/>
    <dgm:cxn modelId="{1F7B0BE0-92A4-4361-8146-34346C657E6C}" type="presParOf" srcId="{66EB2840-DD65-455D-B75A-76DAD07112D8}" destId="{2D0DC1BE-775E-4D5C-B920-1FCA14BF837F}" srcOrd="9" destOrd="0" presId="urn:microsoft.com/office/officeart/2005/8/layout/cycle5"/>
    <dgm:cxn modelId="{840F3FBE-42F9-444F-887C-FE0260B00454}" type="presParOf" srcId="{66EB2840-DD65-455D-B75A-76DAD07112D8}" destId="{E6D9956F-93B4-44BA-8770-F509B007FE82}" srcOrd="10" destOrd="0" presId="urn:microsoft.com/office/officeart/2005/8/layout/cycle5"/>
    <dgm:cxn modelId="{426DE172-ADF5-4467-8614-86BF69154721}" type="presParOf" srcId="{66EB2840-DD65-455D-B75A-76DAD07112D8}" destId="{6AD29B0B-69DF-4E50-B91A-C638F72FA411}" srcOrd="11"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D2DE6E0-719E-44D0-9C0A-4F7CCAB17D34}" type="doc">
      <dgm:prSet loTypeId="urn:microsoft.com/office/officeart/2005/8/layout/chevronAccent+Icon" loCatId="process" qsTypeId="urn:microsoft.com/office/officeart/2005/8/quickstyle/simple1" qsCatId="simple" csTypeId="urn:microsoft.com/office/officeart/2005/8/colors/accent1_2" csCatId="accent1" phldr="1"/>
      <dgm:spPr/>
    </dgm:pt>
    <dgm:pt modelId="{52592D93-637F-47E2-A772-A9B0FB288CB6}">
      <dgm:prSet phldrT="[Text]" custT="1"/>
      <dgm:spPr/>
      <dgm:t>
        <a:bodyPr/>
        <a:lstStyle/>
        <a:p>
          <a:r>
            <a:rPr lang="en-US" sz="2000"/>
            <a:t>Source 	</a:t>
          </a:r>
          <a:endParaRPr lang="en-GB" sz="2000"/>
        </a:p>
      </dgm:t>
    </dgm:pt>
    <dgm:pt modelId="{BD5615FD-8B49-4DB0-BB14-ABA8BBA1AEE0}" type="parTrans" cxnId="{C47EC403-C491-4FD9-9C1A-58C2CE46F913}">
      <dgm:prSet/>
      <dgm:spPr/>
      <dgm:t>
        <a:bodyPr/>
        <a:lstStyle/>
        <a:p>
          <a:endParaRPr lang="en-GB"/>
        </a:p>
      </dgm:t>
    </dgm:pt>
    <dgm:pt modelId="{458C8FE8-CCCB-4CE4-924A-838AA2E0CE0E}" type="sibTrans" cxnId="{C47EC403-C491-4FD9-9C1A-58C2CE46F913}">
      <dgm:prSet/>
      <dgm:spPr/>
      <dgm:t>
        <a:bodyPr/>
        <a:lstStyle/>
        <a:p>
          <a:endParaRPr lang="en-GB"/>
        </a:p>
      </dgm:t>
    </dgm:pt>
    <dgm:pt modelId="{B4E83F46-CA8C-4625-A030-779E1DFF554F}">
      <dgm:prSet phldrT="[Text]" custT="1"/>
      <dgm:spPr/>
      <dgm:t>
        <a:bodyPr/>
        <a:lstStyle/>
        <a:p>
          <a:r>
            <a:rPr lang="en-US" sz="2000"/>
            <a:t>Build</a:t>
          </a:r>
          <a:endParaRPr lang="en-GB" sz="2000"/>
        </a:p>
      </dgm:t>
    </dgm:pt>
    <dgm:pt modelId="{51843257-E9CD-4CDF-9DE9-BB711E72AEA7}" type="parTrans" cxnId="{630661EE-1F64-47B2-AC6F-391364598986}">
      <dgm:prSet/>
      <dgm:spPr/>
      <dgm:t>
        <a:bodyPr/>
        <a:lstStyle/>
        <a:p>
          <a:endParaRPr lang="en-GB"/>
        </a:p>
      </dgm:t>
    </dgm:pt>
    <dgm:pt modelId="{350EC971-B9D7-4CA4-B882-A620A55DB5F8}" type="sibTrans" cxnId="{630661EE-1F64-47B2-AC6F-391364598986}">
      <dgm:prSet/>
      <dgm:spPr/>
      <dgm:t>
        <a:bodyPr/>
        <a:lstStyle/>
        <a:p>
          <a:endParaRPr lang="en-GB"/>
        </a:p>
      </dgm:t>
    </dgm:pt>
    <dgm:pt modelId="{27E35F00-FA31-486F-84BE-18925055833A}">
      <dgm:prSet phldrT="[Text]" custT="1"/>
      <dgm:spPr/>
      <dgm:t>
        <a:bodyPr/>
        <a:lstStyle/>
        <a:p>
          <a:r>
            <a:rPr lang="en-US" sz="2000"/>
            <a:t>Test</a:t>
          </a:r>
          <a:endParaRPr lang="en-GB" sz="2000"/>
        </a:p>
      </dgm:t>
    </dgm:pt>
    <dgm:pt modelId="{9986AF4D-35AA-4252-ABF3-CFF1A9D5F821}" type="parTrans" cxnId="{9B5287C8-5795-4277-A678-1F602DF702B7}">
      <dgm:prSet/>
      <dgm:spPr/>
      <dgm:t>
        <a:bodyPr/>
        <a:lstStyle/>
        <a:p>
          <a:endParaRPr lang="en-GB"/>
        </a:p>
      </dgm:t>
    </dgm:pt>
    <dgm:pt modelId="{B9A3443D-9117-48DE-9CDD-972119A81C68}" type="sibTrans" cxnId="{9B5287C8-5795-4277-A678-1F602DF702B7}">
      <dgm:prSet/>
      <dgm:spPr/>
      <dgm:t>
        <a:bodyPr/>
        <a:lstStyle/>
        <a:p>
          <a:endParaRPr lang="en-GB"/>
        </a:p>
      </dgm:t>
    </dgm:pt>
    <dgm:pt modelId="{9EA86D48-8B6B-4A5A-84A7-34A2828F85D6}">
      <dgm:prSet phldrT="[Text]" custT="1"/>
      <dgm:spPr/>
      <dgm:t>
        <a:bodyPr/>
        <a:lstStyle/>
        <a:p>
          <a:r>
            <a:rPr lang="en-US" sz="2000"/>
            <a:t>Deploy</a:t>
          </a:r>
          <a:endParaRPr lang="en-GB" sz="2000"/>
        </a:p>
      </dgm:t>
    </dgm:pt>
    <dgm:pt modelId="{13E30F3A-A847-4D44-AEDB-195C87FD2326}" type="parTrans" cxnId="{F1A78CA5-87B3-404F-8AB9-9327E56322F5}">
      <dgm:prSet/>
      <dgm:spPr/>
      <dgm:t>
        <a:bodyPr/>
        <a:lstStyle/>
        <a:p>
          <a:endParaRPr lang="en-GB"/>
        </a:p>
      </dgm:t>
    </dgm:pt>
    <dgm:pt modelId="{19A0C025-0870-4773-8B1B-85165BA1001F}" type="sibTrans" cxnId="{F1A78CA5-87B3-404F-8AB9-9327E56322F5}">
      <dgm:prSet/>
      <dgm:spPr/>
      <dgm:t>
        <a:bodyPr/>
        <a:lstStyle/>
        <a:p>
          <a:endParaRPr lang="en-GB"/>
        </a:p>
      </dgm:t>
    </dgm:pt>
    <dgm:pt modelId="{BE1BDF50-E65B-4EC6-94DC-BCE1AD16D932}">
      <dgm:prSet phldrT="[Text]" custT="1"/>
      <dgm:spPr/>
      <dgm:t>
        <a:bodyPr/>
        <a:lstStyle/>
        <a:p>
          <a:r>
            <a:rPr lang="en-US" sz="2000"/>
            <a:t>Monitor </a:t>
          </a:r>
          <a:endParaRPr lang="en-GB" sz="2000"/>
        </a:p>
      </dgm:t>
    </dgm:pt>
    <dgm:pt modelId="{51EC8E38-73E9-444F-9D65-AADDA614C182}" type="parTrans" cxnId="{D125AD2F-3831-429B-9B65-9971BF1FE4AC}">
      <dgm:prSet/>
      <dgm:spPr/>
      <dgm:t>
        <a:bodyPr/>
        <a:lstStyle/>
        <a:p>
          <a:endParaRPr lang="en-GB"/>
        </a:p>
      </dgm:t>
    </dgm:pt>
    <dgm:pt modelId="{E597FC84-52AD-4DAC-A9E6-E8BC597B0FCA}" type="sibTrans" cxnId="{D125AD2F-3831-429B-9B65-9971BF1FE4AC}">
      <dgm:prSet/>
      <dgm:spPr/>
      <dgm:t>
        <a:bodyPr/>
        <a:lstStyle/>
        <a:p>
          <a:endParaRPr lang="en-GB"/>
        </a:p>
      </dgm:t>
    </dgm:pt>
    <dgm:pt modelId="{F206CC3F-F011-4850-9494-851C2E90CEFF}">
      <dgm:prSet phldrT="[Text]" custT="1"/>
      <dgm:spPr/>
      <dgm:t>
        <a:bodyPr/>
        <a:lstStyle/>
        <a:p>
          <a:r>
            <a:rPr lang="en-US" sz="1600"/>
            <a:t>Code Repo </a:t>
          </a:r>
          <a:endParaRPr lang="en-GB" sz="1600"/>
        </a:p>
      </dgm:t>
    </dgm:pt>
    <dgm:pt modelId="{8D7B0B63-FD91-4FA0-BFD8-3DA438AE81FC}" type="parTrans" cxnId="{79D400DD-8234-42FF-8363-F91C5022A33A}">
      <dgm:prSet/>
      <dgm:spPr/>
      <dgm:t>
        <a:bodyPr/>
        <a:lstStyle/>
        <a:p>
          <a:endParaRPr lang="en-GB"/>
        </a:p>
      </dgm:t>
    </dgm:pt>
    <dgm:pt modelId="{68CD0AF4-646C-40DB-8A07-0B6F81E94584}" type="sibTrans" cxnId="{79D400DD-8234-42FF-8363-F91C5022A33A}">
      <dgm:prSet/>
      <dgm:spPr/>
      <dgm:t>
        <a:bodyPr/>
        <a:lstStyle/>
        <a:p>
          <a:endParaRPr lang="en-GB"/>
        </a:p>
      </dgm:t>
    </dgm:pt>
    <dgm:pt modelId="{8587D004-D6FC-42FF-83C2-A56017ACBB7F}">
      <dgm:prSet phldrT="[Text]" custT="1"/>
      <dgm:spPr/>
      <dgm:t>
        <a:bodyPr/>
        <a:lstStyle/>
        <a:p>
          <a:r>
            <a:rPr lang="en-US" sz="1600"/>
            <a:t>Pipeline Initiation </a:t>
          </a:r>
          <a:endParaRPr lang="en-GB" sz="1600"/>
        </a:p>
      </dgm:t>
    </dgm:pt>
    <dgm:pt modelId="{AA9BF35F-2BCC-449D-AE00-A84209B2F41A}" type="parTrans" cxnId="{811C40B3-FD81-4604-AFC6-C9CD55774940}">
      <dgm:prSet/>
      <dgm:spPr/>
      <dgm:t>
        <a:bodyPr/>
        <a:lstStyle/>
        <a:p>
          <a:endParaRPr lang="en-GB"/>
        </a:p>
      </dgm:t>
    </dgm:pt>
    <dgm:pt modelId="{9C75F4F1-4924-4B5D-8C1A-6E187E588F58}" type="sibTrans" cxnId="{811C40B3-FD81-4604-AFC6-C9CD55774940}">
      <dgm:prSet/>
      <dgm:spPr/>
      <dgm:t>
        <a:bodyPr/>
        <a:lstStyle/>
        <a:p>
          <a:endParaRPr lang="en-GB"/>
        </a:p>
      </dgm:t>
    </dgm:pt>
    <dgm:pt modelId="{345EAB5E-2AE5-4ACB-A8A5-3ED48069CB0E}">
      <dgm:prSet phldrT="[Text]" custT="1"/>
      <dgm:spPr/>
      <dgm:t>
        <a:bodyPr/>
        <a:lstStyle/>
        <a:p>
          <a:r>
            <a:rPr lang="en-US" sz="1600"/>
            <a:t>Static Code Review</a:t>
          </a:r>
          <a:endParaRPr lang="en-GB" sz="1600"/>
        </a:p>
      </dgm:t>
    </dgm:pt>
    <dgm:pt modelId="{B99C9DC8-7CC3-4328-9D10-53CF6CF93B75}" type="parTrans" cxnId="{4161BFDB-D91A-41B9-979F-4971C6A78B9A}">
      <dgm:prSet/>
      <dgm:spPr/>
      <dgm:t>
        <a:bodyPr/>
        <a:lstStyle/>
        <a:p>
          <a:endParaRPr lang="en-GB"/>
        </a:p>
      </dgm:t>
    </dgm:pt>
    <dgm:pt modelId="{BB4A6820-0A03-417D-B536-AA35F8E87CDD}" type="sibTrans" cxnId="{4161BFDB-D91A-41B9-979F-4971C6A78B9A}">
      <dgm:prSet/>
      <dgm:spPr/>
      <dgm:t>
        <a:bodyPr/>
        <a:lstStyle/>
        <a:p>
          <a:endParaRPr lang="en-GB"/>
        </a:p>
      </dgm:t>
    </dgm:pt>
    <dgm:pt modelId="{78BB7682-48AE-4169-9C83-6520BF3EC3E9}">
      <dgm:prSet phldrT="[Text]" custT="1"/>
      <dgm:spPr/>
      <dgm:t>
        <a:bodyPr/>
        <a:lstStyle/>
        <a:p>
          <a:r>
            <a:rPr lang="en-US" sz="1600"/>
            <a:t>Compiling &amp; Executable format</a:t>
          </a:r>
          <a:endParaRPr lang="en-GB" sz="1600"/>
        </a:p>
      </dgm:t>
    </dgm:pt>
    <dgm:pt modelId="{994F76BD-556B-4A64-9967-5A3A7F9B8255}" type="parTrans" cxnId="{7BDC5DF4-B1ED-4055-8DA9-02324E22E39A}">
      <dgm:prSet/>
      <dgm:spPr/>
      <dgm:t>
        <a:bodyPr/>
        <a:lstStyle/>
        <a:p>
          <a:endParaRPr lang="en-GB"/>
        </a:p>
      </dgm:t>
    </dgm:pt>
    <dgm:pt modelId="{70BD926C-6BE2-4089-BD69-D01ADD223A73}" type="sibTrans" cxnId="{7BDC5DF4-B1ED-4055-8DA9-02324E22E39A}">
      <dgm:prSet/>
      <dgm:spPr/>
      <dgm:t>
        <a:bodyPr/>
        <a:lstStyle/>
        <a:p>
          <a:endParaRPr lang="en-GB"/>
        </a:p>
      </dgm:t>
    </dgm:pt>
    <dgm:pt modelId="{CF79170C-977E-46AD-908E-41FAF9485FE3}">
      <dgm:prSet phldrT="[Text]" custT="1"/>
      <dgm:spPr/>
      <dgm:t>
        <a:bodyPr/>
        <a:lstStyle/>
        <a:p>
          <a:r>
            <a:rPr lang="en-US" sz="1600"/>
            <a:t>Build artifact</a:t>
          </a:r>
          <a:endParaRPr lang="en-GB" sz="1600"/>
        </a:p>
      </dgm:t>
    </dgm:pt>
    <dgm:pt modelId="{4A6228A7-0572-4471-9A74-E8921D5D648C}" type="parTrans" cxnId="{364A543E-1191-4F18-8993-E94F931DDD67}">
      <dgm:prSet/>
      <dgm:spPr/>
      <dgm:t>
        <a:bodyPr/>
        <a:lstStyle/>
        <a:p>
          <a:endParaRPr lang="en-GB"/>
        </a:p>
      </dgm:t>
    </dgm:pt>
    <dgm:pt modelId="{190EA922-3C36-4E4D-B23C-ED9265493025}" type="sibTrans" cxnId="{364A543E-1191-4F18-8993-E94F931DDD67}">
      <dgm:prSet/>
      <dgm:spPr/>
      <dgm:t>
        <a:bodyPr/>
        <a:lstStyle/>
        <a:p>
          <a:endParaRPr lang="en-GB"/>
        </a:p>
      </dgm:t>
    </dgm:pt>
    <dgm:pt modelId="{8AFE6350-DB5F-48A6-9678-B05F8F8B1AC1}">
      <dgm:prSet phldrT="[Text]" custT="1"/>
      <dgm:spPr/>
      <dgm:t>
        <a:bodyPr/>
        <a:lstStyle/>
        <a:p>
          <a:r>
            <a:rPr lang="en-US" sz="1600"/>
            <a:t>Unit </a:t>
          </a:r>
          <a:endParaRPr lang="en-GB" sz="1600"/>
        </a:p>
      </dgm:t>
    </dgm:pt>
    <dgm:pt modelId="{9760D76E-F61F-4D8A-A505-4D52EB6CAF03}" type="parTrans" cxnId="{F4355A8C-733C-4656-A3B6-C94F70408748}">
      <dgm:prSet/>
      <dgm:spPr/>
      <dgm:t>
        <a:bodyPr/>
        <a:lstStyle/>
        <a:p>
          <a:endParaRPr lang="en-GB"/>
        </a:p>
      </dgm:t>
    </dgm:pt>
    <dgm:pt modelId="{4F36F589-17A3-41C2-80D0-21836EBE9C9A}" type="sibTrans" cxnId="{F4355A8C-733C-4656-A3B6-C94F70408748}">
      <dgm:prSet/>
      <dgm:spPr/>
      <dgm:t>
        <a:bodyPr/>
        <a:lstStyle/>
        <a:p>
          <a:endParaRPr lang="en-GB"/>
        </a:p>
      </dgm:t>
    </dgm:pt>
    <dgm:pt modelId="{A034B3FF-8CFF-42CB-8FA4-4FEAF15B9852}">
      <dgm:prSet phldrT="[Text]" custT="1"/>
      <dgm:spPr/>
      <dgm:t>
        <a:bodyPr/>
        <a:lstStyle/>
        <a:p>
          <a:r>
            <a:rPr lang="en-US" sz="1600"/>
            <a:t>Integration </a:t>
          </a:r>
          <a:endParaRPr lang="en-GB" sz="1600"/>
        </a:p>
      </dgm:t>
    </dgm:pt>
    <dgm:pt modelId="{0138A3E9-621F-46C8-AD6D-4DB2D29EDB72}" type="parTrans" cxnId="{F52C9E00-2037-4077-87E8-01C9C2312159}">
      <dgm:prSet/>
      <dgm:spPr/>
      <dgm:t>
        <a:bodyPr/>
        <a:lstStyle/>
        <a:p>
          <a:endParaRPr lang="en-GB"/>
        </a:p>
      </dgm:t>
    </dgm:pt>
    <dgm:pt modelId="{5F70DC8E-5B33-4F1A-94F1-3D456275181A}" type="sibTrans" cxnId="{F52C9E00-2037-4077-87E8-01C9C2312159}">
      <dgm:prSet/>
      <dgm:spPr/>
      <dgm:t>
        <a:bodyPr/>
        <a:lstStyle/>
        <a:p>
          <a:endParaRPr lang="en-GB"/>
        </a:p>
      </dgm:t>
    </dgm:pt>
    <dgm:pt modelId="{FFD16990-B3E2-4E3A-9417-C8DA48FCB0D3}">
      <dgm:prSet phldrT="[Text]" custT="1"/>
      <dgm:spPr/>
      <dgm:t>
        <a:bodyPr/>
        <a:lstStyle/>
        <a:p>
          <a:r>
            <a:rPr lang="en-US" sz="1600"/>
            <a:t>System </a:t>
          </a:r>
          <a:endParaRPr lang="en-GB" sz="1600"/>
        </a:p>
      </dgm:t>
    </dgm:pt>
    <dgm:pt modelId="{4626CBAA-9974-4134-AAF7-22353C5168F8}" type="parTrans" cxnId="{7C09214D-2955-47C6-AFE7-6D19E19ACB66}">
      <dgm:prSet/>
      <dgm:spPr/>
      <dgm:t>
        <a:bodyPr/>
        <a:lstStyle/>
        <a:p>
          <a:endParaRPr lang="en-GB"/>
        </a:p>
      </dgm:t>
    </dgm:pt>
    <dgm:pt modelId="{B5CD9BE9-0129-4B77-B35B-A9CDB148C389}" type="sibTrans" cxnId="{7C09214D-2955-47C6-AFE7-6D19E19ACB66}">
      <dgm:prSet/>
      <dgm:spPr/>
      <dgm:t>
        <a:bodyPr/>
        <a:lstStyle/>
        <a:p>
          <a:endParaRPr lang="en-GB"/>
        </a:p>
      </dgm:t>
    </dgm:pt>
    <dgm:pt modelId="{55A0E19C-B6A1-42E5-96CF-7963BB512148}">
      <dgm:prSet phldrT="[Text]" custT="1"/>
      <dgm:spPr/>
      <dgm:t>
        <a:bodyPr/>
        <a:lstStyle/>
        <a:p>
          <a:r>
            <a:rPr lang="en-US" sz="1600"/>
            <a:t>Acceptance</a:t>
          </a:r>
          <a:endParaRPr lang="en-GB" sz="1600"/>
        </a:p>
      </dgm:t>
    </dgm:pt>
    <dgm:pt modelId="{3B42BE4E-DF5F-4DAF-A190-F3F85EB82AD2}" type="parTrans" cxnId="{B1A63AA4-617D-446E-B6CC-F31ADD082CE0}">
      <dgm:prSet/>
      <dgm:spPr/>
      <dgm:t>
        <a:bodyPr/>
        <a:lstStyle/>
        <a:p>
          <a:endParaRPr lang="en-GB"/>
        </a:p>
      </dgm:t>
    </dgm:pt>
    <dgm:pt modelId="{CFC5D4AB-5EB3-4A83-B737-63428444AA22}" type="sibTrans" cxnId="{B1A63AA4-617D-446E-B6CC-F31ADD082CE0}">
      <dgm:prSet/>
      <dgm:spPr/>
      <dgm:t>
        <a:bodyPr/>
        <a:lstStyle/>
        <a:p>
          <a:endParaRPr lang="en-GB"/>
        </a:p>
      </dgm:t>
    </dgm:pt>
    <dgm:pt modelId="{EE1A03AF-63BC-4672-99F7-963D033594C8}">
      <dgm:prSet phldrT="[Text]" custT="1"/>
      <dgm:spPr/>
      <dgm:t>
        <a:bodyPr/>
        <a:lstStyle/>
        <a:p>
          <a:r>
            <a:rPr lang="en-US" sz="1600"/>
            <a:t>Release strategy</a:t>
          </a:r>
          <a:endParaRPr lang="en-GB" sz="1600"/>
        </a:p>
      </dgm:t>
    </dgm:pt>
    <dgm:pt modelId="{B174AC7B-6338-48EF-A8D1-CCB43F0C0F18}" type="parTrans" cxnId="{938901BB-5395-43E6-AC3F-98228BF47D04}">
      <dgm:prSet/>
      <dgm:spPr/>
      <dgm:t>
        <a:bodyPr/>
        <a:lstStyle/>
        <a:p>
          <a:endParaRPr lang="en-GB"/>
        </a:p>
      </dgm:t>
    </dgm:pt>
    <dgm:pt modelId="{392A9432-EA31-4438-B620-05A31B4CEEEC}" type="sibTrans" cxnId="{938901BB-5395-43E6-AC3F-98228BF47D04}">
      <dgm:prSet/>
      <dgm:spPr/>
      <dgm:t>
        <a:bodyPr/>
        <a:lstStyle/>
        <a:p>
          <a:endParaRPr lang="en-GB"/>
        </a:p>
      </dgm:t>
    </dgm:pt>
    <dgm:pt modelId="{9D4C5433-B772-4CC5-BD83-7A6D36E44081}">
      <dgm:prSet phldrT="[Text]" custT="1"/>
      <dgm:spPr/>
      <dgm:t>
        <a:bodyPr/>
        <a:lstStyle/>
        <a:p>
          <a:r>
            <a:rPr lang="en-US" sz="1600"/>
            <a:t>Rollback mechanisms  </a:t>
          </a:r>
          <a:endParaRPr lang="en-GB" sz="1600"/>
        </a:p>
      </dgm:t>
    </dgm:pt>
    <dgm:pt modelId="{B7A95941-DBBF-40CB-831E-35E258CA201C}" type="parTrans" cxnId="{6441F8F1-E58C-4FD6-9A25-2C95DBDA31AB}">
      <dgm:prSet/>
      <dgm:spPr/>
      <dgm:t>
        <a:bodyPr/>
        <a:lstStyle/>
        <a:p>
          <a:endParaRPr lang="en-GB"/>
        </a:p>
      </dgm:t>
    </dgm:pt>
    <dgm:pt modelId="{687A2FC1-4DF5-4A85-85E7-26BE3F037E6B}" type="sibTrans" cxnId="{6441F8F1-E58C-4FD6-9A25-2C95DBDA31AB}">
      <dgm:prSet/>
      <dgm:spPr/>
      <dgm:t>
        <a:bodyPr/>
        <a:lstStyle/>
        <a:p>
          <a:endParaRPr lang="en-GB"/>
        </a:p>
      </dgm:t>
    </dgm:pt>
    <dgm:pt modelId="{354B292B-E457-4605-BD38-335A57DEE128}">
      <dgm:prSet phldrT="[Text]" custT="1"/>
      <dgm:spPr/>
      <dgm:t>
        <a:bodyPr/>
        <a:lstStyle/>
        <a:p>
          <a:r>
            <a:rPr lang="en-US" sz="1600"/>
            <a:t>Monitoring and logging </a:t>
          </a:r>
          <a:endParaRPr lang="en-GB" sz="1600"/>
        </a:p>
      </dgm:t>
    </dgm:pt>
    <dgm:pt modelId="{8FD45CCB-4807-42E3-B010-10DCD803F742}" type="parTrans" cxnId="{C786912B-EFCE-463E-81CA-EB54DB251405}">
      <dgm:prSet/>
      <dgm:spPr/>
      <dgm:t>
        <a:bodyPr/>
        <a:lstStyle/>
        <a:p>
          <a:endParaRPr lang="en-GB"/>
        </a:p>
      </dgm:t>
    </dgm:pt>
    <dgm:pt modelId="{11E2AFEC-C4D7-4C1A-BFA2-E0FC3F375358}" type="sibTrans" cxnId="{C786912B-EFCE-463E-81CA-EB54DB251405}">
      <dgm:prSet/>
      <dgm:spPr/>
      <dgm:t>
        <a:bodyPr/>
        <a:lstStyle/>
        <a:p>
          <a:endParaRPr lang="en-GB"/>
        </a:p>
      </dgm:t>
    </dgm:pt>
    <dgm:pt modelId="{504CD0E7-D0B5-45E3-B95B-0346C3E42775}">
      <dgm:prSet phldrT="[Text]" custT="1"/>
      <dgm:spPr/>
      <dgm:t>
        <a:bodyPr/>
        <a:lstStyle/>
        <a:p>
          <a:r>
            <a:rPr lang="en-US" sz="1600"/>
            <a:t>Versioning  </a:t>
          </a:r>
          <a:endParaRPr lang="en-GB" sz="1600"/>
        </a:p>
      </dgm:t>
    </dgm:pt>
    <dgm:pt modelId="{58D1341D-5E5A-4EE9-A5BB-2E9FF8AC3F10}" type="parTrans" cxnId="{E4DEA745-BD3F-4439-9C20-EE20BDDEE29A}">
      <dgm:prSet/>
      <dgm:spPr/>
      <dgm:t>
        <a:bodyPr/>
        <a:lstStyle/>
        <a:p>
          <a:endParaRPr lang="en-GB"/>
        </a:p>
      </dgm:t>
    </dgm:pt>
    <dgm:pt modelId="{EBC19F82-6A78-40AB-980B-13435E5FB351}" type="sibTrans" cxnId="{E4DEA745-BD3F-4439-9C20-EE20BDDEE29A}">
      <dgm:prSet/>
      <dgm:spPr/>
      <dgm:t>
        <a:bodyPr/>
        <a:lstStyle/>
        <a:p>
          <a:endParaRPr lang="en-GB"/>
        </a:p>
      </dgm:t>
    </dgm:pt>
    <dgm:pt modelId="{4BCAD60F-8D20-4303-9BB9-4405368D63A9}">
      <dgm:prSet phldrT="[Text]" custT="1"/>
      <dgm:spPr/>
      <dgm:t>
        <a:bodyPr/>
        <a:lstStyle/>
        <a:p>
          <a:r>
            <a:rPr lang="en-US" sz="1600"/>
            <a:t>Vulnerability testing </a:t>
          </a:r>
          <a:endParaRPr lang="en-GB" sz="1600"/>
        </a:p>
      </dgm:t>
    </dgm:pt>
    <dgm:pt modelId="{C531C237-BD8C-436A-BB3D-D50ABEA4B7BA}" type="parTrans" cxnId="{007DEA7B-B016-448C-B77F-032513984A23}">
      <dgm:prSet/>
      <dgm:spPr/>
      <dgm:t>
        <a:bodyPr/>
        <a:lstStyle/>
        <a:p>
          <a:endParaRPr lang="en-GB"/>
        </a:p>
      </dgm:t>
    </dgm:pt>
    <dgm:pt modelId="{8CE72553-2F6F-4B86-8896-BC7364665673}" type="sibTrans" cxnId="{007DEA7B-B016-448C-B77F-032513984A23}">
      <dgm:prSet/>
      <dgm:spPr/>
      <dgm:t>
        <a:bodyPr/>
        <a:lstStyle/>
        <a:p>
          <a:endParaRPr lang="en-GB"/>
        </a:p>
      </dgm:t>
    </dgm:pt>
    <dgm:pt modelId="{5C601473-ED6D-4FC8-8934-C1399D25D0C3}" type="pres">
      <dgm:prSet presAssocID="{6D2DE6E0-719E-44D0-9C0A-4F7CCAB17D34}" presName="Name0" presStyleCnt="0">
        <dgm:presLayoutVars>
          <dgm:dir/>
          <dgm:resizeHandles val="exact"/>
        </dgm:presLayoutVars>
      </dgm:prSet>
      <dgm:spPr/>
    </dgm:pt>
    <dgm:pt modelId="{36BC1BED-C18F-4E8F-9E02-730F76719CAA}" type="pres">
      <dgm:prSet presAssocID="{52592D93-637F-47E2-A772-A9B0FB288CB6}" presName="composite" presStyleCnt="0"/>
      <dgm:spPr/>
    </dgm:pt>
    <dgm:pt modelId="{7BE45EBD-866E-495D-8823-31A0DF39C638}" type="pres">
      <dgm:prSet presAssocID="{52592D93-637F-47E2-A772-A9B0FB288CB6}" presName="bgChev" presStyleLbl="node1" presStyleIdx="0" presStyleCnt="5" custLinFactNeighborY="-5198"/>
      <dgm:spPr>
        <a:solidFill>
          <a:schemeClr val="tx2">
            <a:lumMod val="60000"/>
            <a:lumOff val="40000"/>
          </a:schemeClr>
        </a:solidFill>
      </dgm:spPr>
    </dgm:pt>
    <dgm:pt modelId="{757CB3B0-3B06-4C10-B92F-2FB7183B626E}" type="pres">
      <dgm:prSet presAssocID="{52592D93-637F-47E2-A772-A9B0FB288CB6}" presName="txNode" presStyleLbl="fgAcc1" presStyleIdx="0" presStyleCnt="5">
        <dgm:presLayoutVars>
          <dgm:bulletEnabled val="1"/>
        </dgm:presLayoutVars>
      </dgm:prSet>
      <dgm:spPr/>
    </dgm:pt>
    <dgm:pt modelId="{93A7EAE6-E2A1-495D-89A2-DE9A190E007C}" type="pres">
      <dgm:prSet presAssocID="{458C8FE8-CCCB-4CE4-924A-838AA2E0CE0E}" presName="compositeSpace" presStyleCnt="0"/>
      <dgm:spPr/>
    </dgm:pt>
    <dgm:pt modelId="{19A0B61B-5D30-4B29-AD0E-878B0EA2B910}" type="pres">
      <dgm:prSet presAssocID="{B4E83F46-CA8C-4625-A030-779E1DFF554F}" presName="composite" presStyleCnt="0"/>
      <dgm:spPr/>
    </dgm:pt>
    <dgm:pt modelId="{BFB716F7-03EF-4F43-8A4E-A482D94B4126}" type="pres">
      <dgm:prSet presAssocID="{B4E83F46-CA8C-4625-A030-779E1DFF554F}" presName="bgChev" presStyleLbl="node1" presStyleIdx="1" presStyleCnt="5"/>
      <dgm:spPr>
        <a:solidFill>
          <a:schemeClr val="tx2">
            <a:lumMod val="60000"/>
            <a:lumOff val="40000"/>
          </a:schemeClr>
        </a:solidFill>
      </dgm:spPr>
    </dgm:pt>
    <dgm:pt modelId="{295A27F2-AF2C-4B3E-BF6E-B49D72E96570}" type="pres">
      <dgm:prSet presAssocID="{B4E83F46-CA8C-4625-A030-779E1DFF554F}" presName="txNode" presStyleLbl="fgAcc1" presStyleIdx="1" presStyleCnt="5">
        <dgm:presLayoutVars>
          <dgm:bulletEnabled val="1"/>
        </dgm:presLayoutVars>
      </dgm:prSet>
      <dgm:spPr/>
    </dgm:pt>
    <dgm:pt modelId="{A78E184D-4307-4C9B-B0BE-97446C3566EC}" type="pres">
      <dgm:prSet presAssocID="{350EC971-B9D7-4CA4-B882-A620A55DB5F8}" presName="compositeSpace" presStyleCnt="0"/>
      <dgm:spPr/>
    </dgm:pt>
    <dgm:pt modelId="{7C3822B7-985F-4530-BA87-555B086ECD9C}" type="pres">
      <dgm:prSet presAssocID="{27E35F00-FA31-486F-84BE-18925055833A}" presName="composite" presStyleCnt="0"/>
      <dgm:spPr/>
    </dgm:pt>
    <dgm:pt modelId="{FACFCE5F-FA59-4228-8FD4-5330AAC63B72}" type="pres">
      <dgm:prSet presAssocID="{27E35F00-FA31-486F-84BE-18925055833A}" presName="bgChev" presStyleLbl="node1" presStyleIdx="2" presStyleCnt="5"/>
      <dgm:spPr>
        <a:solidFill>
          <a:schemeClr val="tx2">
            <a:lumMod val="60000"/>
            <a:lumOff val="40000"/>
          </a:schemeClr>
        </a:solidFill>
      </dgm:spPr>
    </dgm:pt>
    <dgm:pt modelId="{9DA8C0D6-4F6F-4B70-A8C2-D09C8BAE9B88}" type="pres">
      <dgm:prSet presAssocID="{27E35F00-FA31-486F-84BE-18925055833A}" presName="txNode" presStyleLbl="fgAcc1" presStyleIdx="2" presStyleCnt="5">
        <dgm:presLayoutVars>
          <dgm:bulletEnabled val="1"/>
        </dgm:presLayoutVars>
      </dgm:prSet>
      <dgm:spPr/>
    </dgm:pt>
    <dgm:pt modelId="{44FCF138-2F62-474E-889A-6E4B23CC9F15}" type="pres">
      <dgm:prSet presAssocID="{B9A3443D-9117-48DE-9CDD-972119A81C68}" presName="compositeSpace" presStyleCnt="0"/>
      <dgm:spPr/>
    </dgm:pt>
    <dgm:pt modelId="{89B68871-9FFB-4E18-8362-B4BCB71FD0C6}" type="pres">
      <dgm:prSet presAssocID="{9EA86D48-8B6B-4A5A-84A7-34A2828F85D6}" presName="composite" presStyleCnt="0"/>
      <dgm:spPr/>
    </dgm:pt>
    <dgm:pt modelId="{44723EA9-CCD8-48D9-92D9-4BBE851C0326}" type="pres">
      <dgm:prSet presAssocID="{9EA86D48-8B6B-4A5A-84A7-34A2828F85D6}" presName="bgChev" presStyleLbl="node1" presStyleIdx="3" presStyleCnt="5"/>
      <dgm:spPr>
        <a:solidFill>
          <a:schemeClr val="tx2">
            <a:lumMod val="60000"/>
            <a:lumOff val="40000"/>
          </a:schemeClr>
        </a:solidFill>
      </dgm:spPr>
    </dgm:pt>
    <dgm:pt modelId="{EAAB1A17-EAAE-4382-AE51-B85E073F792A}" type="pres">
      <dgm:prSet presAssocID="{9EA86D48-8B6B-4A5A-84A7-34A2828F85D6}" presName="txNode" presStyleLbl="fgAcc1" presStyleIdx="3" presStyleCnt="5">
        <dgm:presLayoutVars>
          <dgm:bulletEnabled val="1"/>
        </dgm:presLayoutVars>
      </dgm:prSet>
      <dgm:spPr/>
    </dgm:pt>
    <dgm:pt modelId="{CAA30D41-9E5A-4DDF-A244-965304F8C474}" type="pres">
      <dgm:prSet presAssocID="{19A0C025-0870-4773-8B1B-85165BA1001F}" presName="compositeSpace" presStyleCnt="0"/>
      <dgm:spPr/>
    </dgm:pt>
    <dgm:pt modelId="{38C85D59-FA13-4074-BB25-370664E9894A}" type="pres">
      <dgm:prSet presAssocID="{BE1BDF50-E65B-4EC6-94DC-BCE1AD16D932}" presName="composite" presStyleCnt="0"/>
      <dgm:spPr/>
    </dgm:pt>
    <dgm:pt modelId="{3BFDB590-28A7-4B63-8DF0-B1C64B8BB2BF}" type="pres">
      <dgm:prSet presAssocID="{BE1BDF50-E65B-4EC6-94DC-BCE1AD16D932}" presName="bgChev" presStyleLbl="node1" presStyleIdx="4" presStyleCnt="5"/>
      <dgm:spPr>
        <a:solidFill>
          <a:schemeClr val="tx2">
            <a:lumMod val="60000"/>
            <a:lumOff val="40000"/>
          </a:schemeClr>
        </a:solidFill>
      </dgm:spPr>
    </dgm:pt>
    <dgm:pt modelId="{2E107304-4C93-42AD-BD0F-B08BEE3440A2}" type="pres">
      <dgm:prSet presAssocID="{BE1BDF50-E65B-4EC6-94DC-BCE1AD16D932}" presName="txNode" presStyleLbl="fgAcc1" presStyleIdx="4" presStyleCnt="5">
        <dgm:presLayoutVars>
          <dgm:bulletEnabled val="1"/>
        </dgm:presLayoutVars>
      </dgm:prSet>
      <dgm:spPr/>
    </dgm:pt>
  </dgm:ptLst>
  <dgm:cxnLst>
    <dgm:cxn modelId="{F52C9E00-2037-4077-87E8-01C9C2312159}" srcId="{27E35F00-FA31-486F-84BE-18925055833A}" destId="{A034B3FF-8CFF-42CB-8FA4-4FEAF15B9852}" srcOrd="1" destOrd="0" parTransId="{0138A3E9-621F-46C8-AD6D-4DB2D29EDB72}" sibTransId="{5F70DC8E-5B33-4F1A-94F1-3D456275181A}"/>
    <dgm:cxn modelId="{C47EC403-C491-4FD9-9C1A-58C2CE46F913}" srcId="{6D2DE6E0-719E-44D0-9C0A-4F7CCAB17D34}" destId="{52592D93-637F-47E2-A772-A9B0FB288CB6}" srcOrd="0" destOrd="0" parTransId="{BD5615FD-8B49-4DB0-BB14-ABA8BBA1AEE0}" sibTransId="{458C8FE8-CCCB-4CE4-924A-838AA2E0CE0E}"/>
    <dgm:cxn modelId="{AFFB990E-F6CC-45B1-B964-D3EF7F8AEF57}" type="presOf" srcId="{78BB7682-48AE-4169-9C83-6520BF3EC3E9}" destId="{295A27F2-AF2C-4B3E-BF6E-B49D72E96570}" srcOrd="0" destOrd="1" presId="urn:microsoft.com/office/officeart/2005/8/layout/chevronAccent+Icon"/>
    <dgm:cxn modelId="{667F2D10-2F89-4AFA-B5A6-22199565ED9D}" type="presOf" srcId="{8587D004-D6FC-42FF-83C2-A56017ACBB7F}" destId="{757CB3B0-3B06-4C10-B92F-2FB7183B626E}" srcOrd="0" destOrd="2" presId="urn:microsoft.com/office/officeart/2005/8/layout/chevronAccent+Icon"/>
    <dgm:cxn modelId="{E064F816-426D-4845-9C3B-4B76B830262D}" type="presOf" srcId="{27E35F00-FA31-486F-84BE-18925055833A}" destId="{9DA8C0D6-4F6F-4B70-A8C2-D09C8BAE9B88}" srcOrd="0" destOrd="0" presId="urn:microsoft.com/office/officeart/2005/8/layout/chevronAccent+Icon"/>
    <dgm:cxn modelId="{2AC2FE16-24FD-42E6-8E44-8D18394B28B2}" type="presOf" srcId="{B4E83F46-CA8C-4625-A030-779E1DFF554F}" destId="{295A27F2-AF2C-4B3E-BF6E-B49D72E96570}" srcOrd="0" destOrd="0" presId="urn:microsoft.com/office/officeart/2005/8/layout/chevronAccent+Icon"/>
    <dgm:cxn modelId="{93E93626-3C69-4C2C-AAAF-C48EE0ECF1F9}" type="presOf" srcId="{FFD16990-B3E2-4E3A-9417-C8DA48FCB0D3}" destId="{9DA8C0D6-4F6F-4B70-A8C2-D09C8BAE9B88}" srcOrd="0" destOrd="3" presId="urn:microsoft.com/office/officeart/2005/8/layout/chevronAccent+Icon"/>
    <dgm:cxn modelId="{84437626-AAC3-40EE-84CE-CC2A2CE113F8}" type="presOf" srcId="{345EAB5E-2AE5-4ACB-A8A5-3ED48069CB0E}" destId="{757CB3B0-3B06-4C10-B92F-2FB7183B626E}" srcOrd="0" destOrd="3" presId="urn:microsoft.com/office/officeart/2005/8/layout/chevronAccent+Icon"/>
    <dgm:cxn modelId="{C786912B-EFCE-463E-81CA-EB54DB251405}" srcId="{BE1BDF50-E65B-4EC6-94DC-BCE1AD16D932}" destId="{354B292B-E457-4605-BD38-335A57DEE128}" srcOrd="0" destOrd="0" parTransId="{8FD45CCB-4807-42E3-B010-10DCD803F742}" sibTransId="{11E2AFEC-C4D7-4C1A-BFA2-E0FC3F375358}"/>
    <dgm:cxn modelId="{D125AD2F-3831-429B-9B65-9971BF1FE4AC}" srcId="{6D2DE6E0-719E-44D0-9C0A-4F7CCAB17D34}" destId="{BE1BDF50-E65B-4EC6-94DC-BCE1AD16D932}" srcOrd="4" destOrd="0" parTransId="{51EC8E38-73E9-444F-9D65-AADDA614C182}" sibTransId="{E597FC84-52AD-4DAC-A9E6-E8BC597B0FCA}"/>
    <dgm:cxn modelId="{364A543E-1191-4F18-8993-E94F931DDD67}" srcId="{B4E83F46-CA8C-4625-A030-779E1DFF554F}" destId="{CF79170C-977E-46AD-908E-41FAF9485FE3}" srcOrd="1" destOrd="0" parTransId="{4A6228A7-0572-4471-9A74-E8921D5D648C}" sibTransId="{190EA922-3C36-4E4D-B23C-ED9265493025}"/>
    <dgm:cxn modelId="{BCB19960-F4D5-4AAD-A350-15B1AEDE1FED}" type="presOf" srcId="{A034B3FF-8CFF-42CB-8FA4-4FEAF15B9852}" destId="{9DA8C0D6-4F6F-4B70-A8C2-D09C8BAE9B88}" srcOrd="0" destOrd="2" presId="urn:microsoft.com/office/officeart/2005/8/layout/chevronAccent+Icon"/>
    <dgm:cxn modelId="{DC874644-5598-4867-A86F-374A266F5699}" type="presOf" srcId="{4BCAD60F-8D20-4303-9BB9-4405368D63A9}" destId="{9DA8C0D6-4F6F-4B70-A8C2-D09C8BAE9B88}" srcOrd="0" destOrd="5" presId="urn:microsoft.com/office/officeart/2005/8/layout/chevronAccent+Icon"/>
    <dgm:cxn modelId="{E4DEA745-BD3F-4439-9C20-EE20BDDEE29A}" srcId="{B4E83F46-CA8C-4625-A030-779E1DFF554F}" destId="{504CD0E7-D0B5-45E3-B95B-0346C3E42775}" srcOrd="2" destOrd="0" parTransId="{58D1341D-5E5A-4EE9-A5BB-2E9FF8AC3F10}" sibTransId="{EBC19F82-6A78-40AB-980B-13435E5FB351}"/>
    <dgm:cxn modelId="{79E67B4A-3E33-487C-A1DE-3DDDA7AAFD9C}" type="presOf" srcId="{8AFE6350-DB5F-48A6-9678-B05F8F8B1AC1}" destId="{9DA8C0D6-4F6F-4B70-A8C2-D09C8BAE9B88}" srcOrd="0" destOrd="1" presId="urn:microsoft.com/office/officeart/2005/8/layout/chevronAccent+Icon"/>
    <dgm:cxn modelId="{7C09214D-2955-47C6-AFE7-6D19E19ACB66}" srcId="{27E35F00-FA31-486F-84BE-18925055833A}" destId="{FFD16990-B3E2-4E3A-9417-C8DA48FCB0D3}" srcOrd="2" destOrd="0" parTransId="{4626CBAA-9974-4134-AAF7-22353C5168F8}" sibTransId="{B5CD9BE9-0129-4B77-B35B-A9CDB148C389}"/>
    <dgm:cxn modelId="{007DEA7B-B016-448C-B77F-032513984A23}" srcId="{27E35F00-FA31-486F-84BE-18925055833A}" destId="{4BCAD60F-8D20-4303-9BB9-4405368D63A9}" srcOrd="4" destOrd="0" parTransId="{C531C237-BD8C-436A-BB3D-D50ABEA4B7BA}" sibTransId="{8CE72553-2F6F-4B86-8896-BC7364665673}"/>
    <dgm:cxn modelId="{1BF8008C-5980-43AD-8EE8-48BC44E84E06}" type="presOf" srcId="{EE1A03AF-63BC-4672-99F7-963D033594C8}" destId="{EAAB1A17-EAAE-4382-AE51-B85E073F792A}" srcOrd="0" destOrd="1" presId="urn:microsoft.com/office/officeart/2005/8/layout/chevronAccent+Icon"/>
    <dgm:cxn modelId="{F4355A8C-733C-4656-A3B6-C94F70408748}" srcId="{27E35F00-FA31-486F-84BE-18925055833A}" destId="{8AFE6350-DB5F-48A6-9678-B05F8F8B1AC1}" srcOrd="0" destOrd="0" parTransId="{9760D76E-F61F-4D8A-A505-4D52EB6CAF03}" sibTransId="{4F36F589-17A3-41C2-80D0-21836EBE9C9A}"/>
    <dgm:cxn modelId="{13F38B97-A285-4D37-91D4-83DCAF03B147}" type="presOf" srcId="{55A0E19C-B6A1-42E5-96CF-7963BB512148}" destId="{9DA8C0D6-4F6F-4B70-A8C2-D09C8BAE9B88}" srcOrd="0" destOrd="4" presId="urn:microsoft.com/office/officeart/2005/8/layout/chevronAccent+Icon"/>
    <dgm:cxn modelId="{9A23AD9E-DF06-46BF-A55C-7D579006DD33}" type="presOf" srcId="{9EA86D48-8B6B-4A5A-84A7-34A2828F85D6}" destId="{EAAB1A17-EAAE-4382-AE51-B85E073F792A}" srcOrd="0" destOrd="0" presId="urn:microsoft.com/office/officeart/2005/8/layout/chevronAccent+Icon"/>
    <dgm:cxn modelId="{B1A63AA4-617D-446E-B6CC-F31ADD082CE0}" srcId="{27E35F00-FA31-486F-84BE-18925055833A}" destId="{55A0E19C-B6A1-42E5-96CF-7963BB512148}" srcOrd="3" destOrd="0" parTransId="{3B42BE4E-DF5F-4DAF-A190-F3F85EB82AD2}" sibTransId="{CFC5D4AB-5EB3-4A83-B737-63428444AA22}"/>
    <dgm:cxn modelId="{73829FA4-CA28-409D-8CB2-118882FB7956}" type="presOf" srcId="{F206CC3F-F011-4850-9494-851C2E90CEFF}" destId="{757CB3B0-3B06-4C10-B92F-2FB7183B626E}" srcOrd="0" destOrd="1" presId="urn:microsoft.com/office/officeart/2005/8/layout/chevronAccent+Icon"/>
    <dgm:cxn modelId="{F1A78CA5-87B3-404F-8AB9-9327E56322F5}" srcId="{6D2DE6E0-719E-44D0-9C0A-4F7CCAB17D34}" destId="{9EA86D48-8B6B-4A5A-84A7-34A2828F85D6}" srcOrd="3" destOrd="0" parTransId="{13E30F3A-A847-4D44-AEDB-195C87FD2326}" sibTransId="{19A0C025-0870-4773-8B1B-85165BA1001F}"/>
    <dgm:cxn modelId="{1CDD39AC-7F95-4931-A6A9-E9313C06035B}" type="presOf" srcId="{BE1BDF50-E65B-4EC6-94DC-BCE1AD16D932}" destId="{2E107304-4C93-42AD-BD0F-B08BEE3440A2}" srcOrd="0" destOrd="0" presId="urn:microsoft.com/office/officeart/2005/8/layout/chevronAccent+Icon"/>
    <dgm:cxn modelId="{27E4AEB0-EB08-40E1-9175-488E583A6C9D}" type="presOf" srcId="{52592D93-637F-47E2-A772-A9B0FB288CB6}" destId="{757CB3B0-3B06-4C10-B92F-2FB7183B626E}" srcOrd="0" destOrd="0" presId="urn:microsoft.com/office/officeart/2005/8/layout/chevronAccent+Icon"/>
    <dgm:cxn modelId="{811C40B3-FD81-4604-AFC6-C9CD55774940}" srcId="{52592D93-637F-47E2-A772-A9B0FB288CB6}" destId="{8587D004-D6FC-42FF-83C2-A56017ACBB7F}" srcOrd="1" destOrd="0" parTransId="{AA9BF35F-2BCC-449D-AE00-A84209B2F41A}" sibTransId="{9C75F4F1-4924-4B5D-8C1A-6E187E588F58}"/>
    <dgm:cxn modelId="{938901BB-5395-43E6-AC3F-98228BF47D04}" srcId="{9EA86D48-8B6B-4A5A-84A7-34A2828F85D6}" destId="{EE1A03AF-63BC-4672-99F7-963D033594C8}" srcOrd="0" destOrd="0" parTransId="{B174AC7B-6338-48EF-A8D1-CCB43F0C0F18}" sibTransId="{392A9432-EA31-4438-B620-05A31B4CEEEC}"/>
    <dgm:cxn modelId="{9B5287C8-5795-4277-A678-1F602DF702B7}" srcId="{6D2DE6E0-719E-44D0-9C0A-4F7CCAB17D34}" destId="{27E35F00-FA31-486F-84BE-18925055833A}" srcOrd="2" destOrd="0" parTransId="{9986AF4D-35AA-4252-ABF3-CFF1A9D5F821}" sibTransId="{B9A3443D-9117-48DE-9CDD-972119A81C68}"/>
    <dgm:cxn modelId="{5B0E0DD6-4384-4A8C-8DA7-F62E537FFCBD}" type="presOf" srcId="{504CD0E7-D0B5-45E3-B95B-0346C3E42775}" destId="{295A27F2-AF2C-4B3E-BF6E-B49D72E96570}" srcOrd="0" destOrd="3" presId="urn:microsoft.com/office/officeart/2005/8/layout/chevronAccent+Icon"/>
    <dgm:cxn modelId="{4161BFDB-D91A-41B9-979F-4971C6A78B9A}" srcId="{52592D93-637F-47E2-A772-A9B0FB288CB6}" destId="{345EAB5E-2AE5-4ACB-A8A5-3ED48069CB0E}" srcOrd="2" destOrd="0" parTransId="{B99C9DC8-7CC3-4328-9D10-53CF6CF93B75}" sibTransId="{BB4A6820-0A03-417D-B536-AA35F8E87CDD}"/>
    <dgm:cxn modelId="{44D2B0DC-B4E2-4861-8D23-B77CF681C958}" type="presOf" srcId="{354B292B-E457-4605-BD38-335A57DEE128}" destId="{2E107304-4C93-42AD-BD0F-B08BEE3440A2}" srcOrd="0" destOrd="1" presId="urn:microsoft.com/office/officeart/2005/8/layout/chevronAccent+Icon"/>
    <dgm:cxn modelId="{79D400DD-8234-42FF-8363-F91C5022A33A}" srcId="{52592D93-637F-47E2-A772-A9B0FB288CB6}" destId="{F206CC3F-F011-4850-9494-851C2E90CEFF}" srcOrd="0" destOrd="0" parTransId="{8D7B0B63-FD91-4FA0-BFD8-3DA438AE81FC}" sibTransId="{68CD0AF4-646C-40DB-8A07-0B6F81E94584}"/>
    <dgm:cxn modelId="{5B2698E1-BD9B-4DBE-AD83-85CB2F2D3BF8}" type="presOf" srcId="{9D4C5433-B772-4CC5-BD83-7A6D36E44081}" destId="{EAAB1A17-EAAE-4382-AE51-B85E073F792A}" srcOrd="0" destOrd="2" presId="urn:microsoft.com/office/officeart/2005/8/layout/chevronAccent+Icon"/>
    <dgm:cxn modelId="{E7E188EA-05A5-4CF4-A8CF-DE61B32B845E}" type="presOf" srcId="{6D2DE6E0-719E-44D0-9C0A-4F7CCAB17D34}" destId="{5C601473-ED6D-4FC8-8934-C1399D25D0C3}" srcOrd="0" destOrd="0" presId="urn:microsoft.com/office/officeart/2005/8/layout/chevronAccent+Icon"/>
    <dgm:cxn modelId="{630661EE-1F64-47B2-AC6F-391364598986}" srcId="{6D2DE6E0-719E-44D0-9C0A-4F7CCAB17D34}" destId="{B4E83F46-CA8C-4625-A030-779E1DFF554F}" srcOrd="1" destOrd="0" parTransId="{51843257-E9CD-4CDF-9DE9-BB711E72AEA7}" sibTransId="{350EC971-B9D7-4CA4-B882-A620A55DB5F8}"/>
    <dgm:cxn modelId="{6441F8F1-E58C-4FD6-9A25-2C95DBDA31AB}" srcId="{9EA86D48-8B6B-4A5A-84A7-34A2828F85D6}" destId="{9D4C5433-B772-4CC5-BD83-7A6D36E44081}" srcOrd="1" destOrd="0" parTransId="{B7A95941-DBBF-40CB-831E-35E258CA201C}" sibTransId="{687A2FC1-4DF5-4A85-85E7-26BE3F037E6B}"/>
    <dgm:cxn modelId="{7BDC5DF4-B1ED-4055-8DA9-02324E22E39A}" srcId="{B4E83F46-CA8C-4625-A030-779E1DFF554F}" destId="{78BB7682-48AE-4169-9C83-6520BF3EC3E9}" srcOrd="0" destOrd="0" parTransId="{994F76BD-556B-4A64-9967-5A3A7F9B8255}" sibTransId="{70BD926C-6BE2-4089-BD69-D01ADD223A73}"/>
    <dgm:cxn modelId="{A0E7C0FC-F156-41B4-BC49-728A09240FC1}" type="presOf" srcId="{CF79170C-977E-46AD-908E-41FAF9485FE3}" destId="{295A27F2-AF2C-4B3E-BF6E-B49D72E96570}" srcOrd="0" destOrd="2" presId="urn:microsoft.com/office/officeart/2005/8/layout/chevronAccent+Icon"/>
    <dgm:cxn modelId="{5AB029A3-289D-4F15-BBAD-69168A6F6823}" type="presParOf" srcId="{5C601473-ED6D-4FC8-8934-C1399D25D0C3}" destId="{36BC1BED-C18F-4E8F-9E02-730F76719CAA}" srcOrd="0" destOrd="0" presId="urn:microsoft.com/office/officeart/2005/8/layout/chevronAccent+Icon"/>
    <dgm:cxn modelId="{4BD8D597-F4A2-4B6C-BFAA-B5B005003CD2}" type="presParOf" srcId="{36BC1BED-C18F-4E8F-9E02-730F76719CAA}" destId="{7BE45EBD-866E-495D-8823-31A0DF39C638}" srcOrd="0" destOrd="0" presId="urn:microsoft.com/office/officeart/2005/8/layout/chevronAccent+Icon"/>
    <dgm:cxn modelId="{99374F3E-E929-451D-A354-CF42E5796EB9}" type="presParOf" srcId="{36BC1BED-C18F-4E8F-9E02-730F76719CAA}" destId="{757CB3B0-3B06-4C10-B92F-2FB7183B626E}" srcOrd="1" destOrd="0" presId="urn:microsoft.com/office/officeart/2005/8/layout/chevronAccent+Icon"/>
    <dgm:cxn modelId="{25BA86CB-4910-48C2-9BED-7E331EAB8208}" type="presParOf" srcId="{5C601473-ED6D-4FC8-8934-C1399D25D0C3}" destId="{93A7EAE6-E2A1-495D-89A2-DE9A190E007C}" srcOrd="1" destOrd="0" presId="urn:microsoft.com/office/officeart/2005/8/layout/chevronAccent+Icon"/>
    <dgm:cxn modelId="{D352C023-60FA-4B0D-958B-4379AC716DB3}" type="presParOf" srcId="{5C601473-ED6D-4FC8-8934-C1399D25D0C3}" destId="{19A0B61B-5D30-4B29-AD0E-878B0EA2B910}" srcOrd="2" destOrd="0" presId="urn:microsoft.com/office/officeart/2005/8/layout/chevronAccent+Icon"/>
    <dgm:cxn modelId="{DE5F4740-2ACE-4DD0-9D4B-ED36B1FCACBC}" type="presParOf" srcId="{19A0B61B-5D30-4B29-AD0E-878B0EA2B910}" destId="{BFB716F7-03EF-4F43-8A4E-A482D94B4126}" srcOrd="0" destOrd="0" presId="urn:microsoft.com/office/officeart/2005/8/layout/chevronAccent+Icon"/>
    <dgm:cxn modelId="{C243558C-8E82-42DA-B71F-5704FAD2E079}" type="presParOf" srcId="{19A0B61B-5D30-4B29-AD0E-878B0EA2B910}" destId="{295A27F2-AF2C-4B3E-BF6E-B49D72E96570}" srcOrd="1" destOrd="0" presId="urn:microsoft.com/office/officeart/2005/8/layout/chevronAccent+Icon"/>
    <dgm:cxn modelId="{48E298B9-3A65-4585-BD5B-6BE0C6C93597}" type="presParOf" srcId="{5C601473-ED6D-4FC8-8934-C1399D25D0C3}" destId="{A78E184D-4307-4C9B-B0BE-97446C3566EC}" srcOrd="3" destOrd="0" presId="urn:microsoft.com/office/officeart/2005/8/layout/chevronAccent+Icon"/>
    <dgm:cxn modelId="{FC871CF2-38C1-485B-9DB1-32135426E4CD}" type="presParOf" srcId="{5C601473-ED6D-4FC8-8934-C1399D25D0C3}" destId="{7C3822B7-985F-4530-BA87-555B086ECD9C}" srcOrd="4" destOrd="0" presId="urn:microsoft.com/office/officeart/2005/8/layout/chevronAccent+Icon"/>
    <dgm:cxn modelId="{A80CB083-D776-47EA-9208-BCD334181EE7}" type="presParOf" srcId="{7C3822B7-985F-4530-BA87-555B086ECD9C}" destId="{FACFCE5F-FA59-4228-8FD4-5330AAC63B72}" srcOrd="0" destOrd="0" presId="urn:microsoft.com/office/officeart/2005/8/layout/chevronAccent+Icon"/>
    <dgm:cxn modelId="{C1E15A5D-66CE-42A3-836B-3507E3062C6C}" type="presParOf" srcId="{7C3822B7-985F-4530-BA87-555B086ECD9C}" destId="{9DA8C0D6-4F6F-4B70-A8C2-D09C8BAE9B88}" srcOrd="1" destOrd="0" presId="urn:microsoft.com/office/officeart/2005/8/layout/chevronAccent+Icon"/>
    <dgm:cxn modelId="{69D5AA85-3759-4E0D-8663-85F57273A54A}" type="presParOf" srcId="{5C601473-ED6D-4FC8-8934-C1399D25D0C3}" destId="{44FCF138-2F62-474E-889A-6E4B23CC9F15}" srcOrd="5" destOrd="0" presId="urn:microsoft.com/office/officeart/2005/8/layout/chevronAccent+Icon"/>
    <dgm:cxn modelId="{76C1BD42-CDCA-4BFB-A901-5671B1D089B7}" type="presParOf" srcId="{5C601473-ED6D-4FC8-8934-C1399D25D0C3}" destId="{89B68871-9FFB-4E18-8362-B4BCB71FD0C6}" srcOrd="6" destOrd="0" presId="urn:microsoft.com/office/officeart/2005/8/layout/chevronAccent+Icon"/>
    <dgm:cxn modelId="{795031EF-69FF-4466-90C8-41FBD41BB369}" type="presParOf" srcId="{89B68871-9FFB-4E18-8362-B4BCB71FD0C6}" destId="{44723EA9-CCD8-48D9-92D9-4BBE851C0326}" srcOrd="0" destOrd="0" presId="urn:microsoft.com/office/officeart/2005/8/layout/chevronAccent+Icon"/>
    <dgm:cxn modelId="{BCF1656C-5D8C-4E3F-A09A-47F3C2501CC8}" type="presParOf" srcId="{89B68871-9FFB-4E18-8362-B4BCB71FD0C6}" destId="{EAAB1A17-EAAE-4382-AE51-B85E073F792A}" srcOrd="1" destOrd="0" presId="urn:microsoft.com/office/officeart/2005/8/layout/chevronAccent+Icon"/>
    <dgm:cxn modelId="{8495186A-A9FC-4200-AD9A-33338C724AAA}" type="presParOf" srcId="{5C601473-ED6D-4FC8-8934-C1399D25D0C3}" destId="{CAA30D41-9E5A-4DDF-A244-965304F8C474}" srcOrd="7" destOrd="0" presId="urn:microsoft.com/office/officeart/2005/8/layout/chevronAccent+Icon"/>
    <dgm:cxn modelId="{2C00F5DC-A862-4009-B8D2-D6AF9AC41252}" type="presParOf" srcId="{5C601473-ED6D-4FC8-8934-C1399D25D0C3}" destId="{38C85D59-FA13-4074-BB25-370664E9894A}" srcOrd="8" destOrd="0" presId="urn:microsoft.com/office/officeart/2005/8/layout/chevronAccent+Icon"/>
    <dgm:cxn modelId="{A55DC36E-065E-4FB4-A2A8-2A841F7DE0DB}" type="presParOf" srcId="{38C85D59-FA13-4074-BB25-370664E9894A}" destId="{3BFDB590-28A7-4B63-8DF0-B1C64B8BB2BF}" srcOrd="0" destOrd="0" presId="urn:microsoft.com/office/officeart/2005/8/layout/chevronAccent+Icon"/>
    <dgm:cxn modelId="{F12F92DF-6D29-437E-A9CE-38841D27E8CB}" type="presParOf" srcId="{38C85D59-FA13-4074-BB25-370664E9894A}" destId="{2E107304-4C93-42AD-BD0F-B08BEE3440A2}" srcOrd="1" destOrd="0" presId="urn:microsoft.com/office/officeart/2005/8/layout/chevronAccen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332F7F-EFD6-47BD-86FA-4D1AFD5F353A}">
      <dsp:nvSpPr>
        <dsp:cNvPr id="0" name=""/>
        <dsp:cNvSpPr/>
      </dsp:nvSpPr>
      <dsp:spPr>
        <a:xfrm>
          <a:off x="4329534" y="3091"/>
          <a:ext cx="1806421" cy="1174173"/>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Identify Goals/Define Return on Investment </a:t>
          </a:r>
          <a:endParaRPr lang="en-GB" sz="1700" kern="1200"/>
        </a:p>
      </dsp:txBody>
      <dsp:txXfrm>
        <a:off x="4386852" y="60409"/>
        <a:ext cx="1691785" cy="1059537"/>
      </dsp:txXfrm>
    </dsp:sp>
    <dsp:sp modelId="{1704CDAC-6F50-49CB-9A24-A62B5481EB4C}">
      <dsp:nvSpPr>
        <dsp:cNvPr id="0" name=""/>
        <dsp:cNvSpPr/>
      </dsp:nvSpPr>
      <dsp:spPr>
        <a:xfrm>
          <a:off x="4118254" y="811868"/>
          <a:ext cx="3876274" cy="3876274"/>
        </a:xfrm>
        <a:custGeom>
          <a:avLst/>
          <a:gdLst/>
          <a:ahLst/>
          <a:cxnLst/>
          <a:rect l="0" t="0" r="0" b="0"/>
          <a:pathLst>
            <a:path>
              <a:moveTo>
                <a:pt x="2425892" y="62378"/>
              </a:moveTo>
              <a:arcTo wR="1938137" hR="1938137" stAng="17074552" swAng="2400950"/>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C9D40551-014E-4784-9FCD-FB00461370A8}">
      <dsp:nvSpPr>
        <dsp:cNvPr id="0" name=""/>
        <dsp:cNvSpPr/>
      </dsp:nvSpPr>
      <dsp:spPr>
        <a:xfrm>
          <a:off x="6990049" y="1986953"/>
          <a:ext cx="1806421" cy="1174173"/>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Create execution plan</a:t>
          </a:r>
          <a:endParaRPr lang="en-GB" sz="1700" kern="1200"/>
        </a:p>
      </dsp:txBody>
      <dsp:txXfrm>
        <a:off x="7047367" y="2044271"/>
        <a:ext cx="1691785" cy="1059537"/>
      </dsp:txXfrm>
    </dsp:sp>
    <dsp:sp modelId="{8E2285AA-71C9-481B-A7FC-7CB0C6549811}">
      <dsp:nvSpPr>
        <dsp:cNvPr id="0" name=""/>
        <dsp:cNvSpPr/>
      </dsp:nvSpPr>
      <dsp:spPr>
        <a:xfrm>
          <a:off x="4139952" y="367719"/>
          <a:ext cx="3876274" cy="3876274"/>
        </a:xfrm>
        <a:custGeom>
          <a:avLst/>
          <a:gdLst/>
          <a:ahLst/>
          <a:cxnLst/>
          <a:rect l="0" t="0" r="0" b="0"/>
          <a:pathLst>
            <a:path>
              <a:moveTo>
                <a:pt x="3465257" y="3131570"/>
              </a:moveTo>
              <a:arcTo wR="1938137" hR="1938137" stAng="2280442" swAng="2307614"/>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73E53B5E-6E8C-4A5B-A807-BE5320BDB918}">
      <dsp:nvSpPr>
        <dsp:cNvPr id="0" name=""/>
        <dsp:cNvSpPr/>
      </dsp:nvSpPr>
      <dsp:spPr>
        <a:xfrm>
          <a:off x="4329534" y="3879366"/>
          <a:ext cx="1806421" cy="1174173"/>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Implementation </a:t>
          </a:r>
          <a:endParaRPr lang="en-GB" sz="1700" kern="1200"/>
        </a:p>
      </dsp:txBody>
      <dsp:txXfrm>
        <a:off x="4386852" y="3936684"/>
        <a:ext cx="1691785" cy="1059537"/>
      </dsp:txXfrm>
    </dsp:sp>
    <dsp:sp modelId="{DD7D3FFC-FFE2-43EE-B413-F8F1C89C5765}">
      <dsp:nvSpPr>
        <dsp:cNvPr id="0" name=""/>
        <dsp:cNvSpPr/>
      </dsp:nvSpPr>
      <dsp:spPr>
        <a:xfrm>
          <a:off x="2646342" y="383696"/>
          <a:ext cx="3876274" cy="3876274"/>
        </a:xfrm>
        <a:custGeom>
          <a:avLst/>
          <a:gdLst/>
          <a:ahLst/>
          <a:cxnLst/>
          <a:rect l="0" t="0" r="0" b="0"/>
          <a:pathLst>
            <a:path>
              <a:moveTo>
                <a:pt x="1316197" y="3773775"/>
              </a:moveTo>
              <a:arcTo wR="1938137" hR="1938137" stAng="6523025" swAng="2157256"/>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2D0DC1BE-775E-4D5C-B920-1FCA14BF837F}">
      <dsp:nvSpPr>
        <dsp:cNvPr id="0" name=""/>
        <dsp:cNvSpPr/>
      </dsp:nvSpPr>
      <dsp:spPr>
        <a:xfrm>
          <a:off x="1842748" y="1941229"/>
          <a:ext cx="1806421" cy="1174173"/>
        </a:xfrm>
        <a:prstGeom prst="round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Measure Results </a:t>
          </a:r>
          <a:endParaRPr lang="en-GB" sz="1700" kern="1200"/>
        </a:p>
      </dsp:txBody>
      <dsp:txXfrm>
        <a:off x="1900066" y="1998547"/>
        <a:ext cx="1691785" cy="1059537"/>
      </dsp:txXfrm>
    </dsp:sp>
    <dsp:sp modelId="{6AD29B0B-69DF-4E50-B91A-C638F72FA411}">
      <dsp:nvSpPr>
        <dsp:cNvPr id="0" name=""/>
        <dsp:cNvSpPr/>
      </dsp:nvSpPr>
      <dsp:spPr>
        <a:xfrm>
          <a:off x="2646342" y="796660"/>
          <a:ext cx="3876274" cy="3876274"/>
        </a:xfrm>
        <a:custGeom>
          <a:avLst/>
          <a:gdLst/>
          <a:ahLst/>
          <a:cxnLst/>
          <a:rect l="0" t="0" r="0" b="0"/>
          <a:pathLst>
            <a:path>
              <a:moveTo>
                <a:pt x="356910" y="817379"/>
              </a:moveTo>
              <a:arcTo wR="1938137" hR="1938137" stAng="12919719" swAng="2157256"/>
            </a:path>
          </a:pathLst>
        </a:custGeom>
        <a:noFill/>
        <a:ln w="635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E45EBD-866E-495D-8823-31A0DF39C638}">
      <dsp:nvSpPr>
        <dsp:cNvPr id="0" name=""/>
        <dsp:cNvSpPr/>
      </dsp:nvSpPr>
      <dsp:spPr>
        <a:xfrm>
          <a:off x="1870" y="3359124"/>
          <a:ext cx="2093534" cy="808104"/>
        </a:xfrm>
        <a:prstGeom prst="chevron">
          <a:avLst>
            <a:gd name="adj" fmla="val 40000"/>
          </a:avLst>
        </a:prstGeom>
        <a:solidFill>
          <a:schemeClr val="tx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7CB3B0-3B06-4C10-B92F-2FB7183B626E}">
      <dsp:nvSpPr>
        <dsp:cNvPr id="0" name=""/>
        <dsp:cNvSpPr/>
      </dsp:nvSpPr>
      <dsp:spPr>
        <a:xfrm>
          <a:off x="560146" y="3603155"/>
          <a:ext cx="1767873" cy="8081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42240" rIns="142240" bIns="142240" numCol="1" spcCol="1270" anchor="t" anchorCtr="0">
          <a:noAutofit/>
        </a:bodyPr>
        <a:lstStyle/>
        <a:p>
          <a:pPr marL="0" lvl="0" indent="0" algn="l" defTabSz="889000">
            <a:lnSpc>
              <a:spcPct val="90000"/>
            </a:lnSpc>
            <a:spcBef>
              <a:spcPct val="0"/>
            </a:spcBef>
            <a:spcAft>
              <a:spcPct val="35000"/>
            </a:spcAft>
            <a:buNone/>
          </a:pPr>
          <a:r>
            <a:rPr lang="en-US" sz="2000" kern="1200"/>
            <a:t>Source 	</a:t>
          </a:r>
          <a:endParaRPr lang="en-GB" sz="2000" kern="1200"/>
        </a:p>
        <a:p>
          <a:pPr marL="171450" lvl="1" indent="-171450" algn="l" defTabSz="711200">
            <a:lnSpc>
              <a:spcPct val="90000"/>
            </a:lnSpc>
            <a:spcBef>
              <a:spcPct val="0"/>
            </a:spcBef>
            <a:spcAft>
              <a:spcPct val="15000"/>
            </a:spcAft>
            <a:buChar char="•"/>
          </a:pPr>
          <a:r>
            <a:rPr lang="en-US" sz="1600" kern="1200"/>
            <a:t>Code Repo </a:t>
          </a:r>
          <a:endParaRPr lang="en-GB" sz="1600" kern="1200"/>
        </a:p>
        <a:p>
          <a:pPr marL="171450" lvl="1" indent="-171450" algn="l" defTabSz="711200">
            <a:lnSpc>
              <a:spcPct val="90000"/>
            </a:lnSpc>
            <a:spcBef>
              <a:spcPct val="0"/>
            </a:spcBef>
            <a:spcAft>
              <a:spcPct val="15000"/>
            </a:spcAft>
            <a:buChar char="•"/>
          </a:pPr>
          <a:r>
            <a:rPr lang="en-US" sz="1600" kern="1200"/>
            <a:t>Pipeline Initiation </a:t>
          </a:r>
          <a:endParaRPr lang="en-GB" sz="1600" kern="1200"/>
        </a:p>
        <a:p>
          <a:pPr marL="171450" lvl="1" indent="-171450" algn="l" defTabSz="711200">
            <a:lnSpc>
              <a:spcPct val="90000"/>
            </a:lnSpc>
            <a:spcBef>
              <a:spcPct val="0"/>
            </a:spcBef>
            <a:spcAft>
              <a:spcPct val="15000"/>
            </a:spcAft>
            <a:buChar char="•"/>
          </a:pPr>
          <a:r>
            <a:rPr lang="en-US" sz="1600" kern="1200"/>
            <a:t>Static Code Review</a:t>
          </a:r>
          <a:endParaRPr lang="en-GB" sz="1600" kern="1200"/>
        </a:p>
      </dsp:txBody>
      <dsp:txXfrm>
        <a:off x="583815" y="3626824"/>
        <a:ext cx="1720535" cy="760766"/>
      </dsp:txXfrm>
    </dsp:sp>
    <dsp:sp modelId="{BFB716F7-03EF-4F43-8A4E-A482D94B4126}">
      <dsp:nvSpPr>
        <dsp:cNvPr id="0" name=""/>
        <dsp:cNvSpPr/>
      </dsp:nvSpPr>
      <dsp:spPr>
        <a:xfrm>
          <a:off x="2393151" y="3401129"/>
          <a:ext cx="2093534" cy="808104"/>
        </a:xfrm>
        <a:prstGeom prst="chevron">
          <a:avLst>
            <a:gd name="adj" fmla="val 40000"/>
          </a:avLst>
        </a:prstGeom>
        <a:solidFill>
          <a:schemeClr val="tx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5A27F2-AF2C-4B3E-BF6E-B49D72E96570}">
      <dsp:nvSpPr>
        <dsp:cNvPr id="0" name=""/>
        <dsp:cNvSpPr/>
      </dsp:nvSpPr>
      <dsp:spPr>
        <a:xfrm>
          <a:off x="2951427" y="3603155"/>
          <a:ext cx="1767873" cy="8081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42240" rIns="142240" bIns="142240" numCol="1" spcCol="1270" anchor="t" anchorCtr="0">
          <a:noAutofit/>
        </a:bodyPr>
        <a:lstStyle/>
        <a:p>
          <a:pPr marL="0" lvl="0" indent="0" algn="l" defTabSz="889000">
            <a:lnSpc>
              <a:spcPct val="90000"/>
            </a:lnSpc>
            <a:spcBef>
              <a:spcPct val="0"/>
            </a:spcBef>
            <a:spcAft>
              <a:spcPct val="35000"/>
            </a:spcAft>
            <a:buNone/>
          </a:pPr>
          <a:r>
            <a:rPr lang="en-US" sz="2000" kern="1200"/>
            <a:t>Build</a:t>
          </a:r>
          <a:endParaRPr lang="en-GB" sz="2000" kern="1200"/>
        </a:p>
        <a:p>
          <a:pPr marL="171450" lvl="1" indent="-171450" algn="l" defTabSz="711200">
            <a:lnSpc>
              <a:spcPct val="90000"/>
            </a:lnSpc>
            <a:spcBef>
              <a:spcPct val="0"/>
            </a:spcBef>
            <a:spcAft>
              <a:spcPct val="15000"/>
            </a:spcAft>
            <a:buChar char="•"/>
          </a:pPr>
          <a:r>
            <a:rPr lang="en-US" sz="1600" kern="1200"/>
            <a:t>Compiling &amp; Executable format</a:t>
          </a:r>
          <a:endParaRPr lang="en-GB" sz="1600" kern="1200"/>
        </a:p>
        <a:p>
          <a:pPr marL="171450" lvl="1" indent="-171450" algn="l" defTabSz="711200">
            <a:lnSpc>
              <a:spcPct val="90000"/>
            </a:lnSpc>
            <a:spcBef>
              <a:spcPct val="0"/>
            </a:spcBef>
            <a:spcAft>
              <a:spcPct val="15000"/>
            </a:spcAft>
            <a:buChar char="•"/>
          </a:pPr>
          <a:r>
            <a:rPr lang="en-US" sz="1600" kern="1200"/>
            <a:t>Build artifact</a:t>
          </a:r>
          <a:endParaRPr lang="en-GB" sz="1600" kern="1200"/>
        </a:p>
        <a:p>
          <a:pPr marL="171450" lvl="1" indent="-171450" algn="l" defTabSz="711200">
            <a:lnSpc>
              <a:spcPct val="90000"/>
            </a:lnSpc>
            <a:spcBef>
              <a:spcPct val="0"/>
            </a:spcBef>
            <a:spcAft>
              <a:spcPct val="15000"/>
            </a:spcAft>
            <a:buChar char="•"/>
          </a:pPr>
          <a:r>
            <a:rPr lang="en-US" sz="1600" kern="1200"/>
            <a:t>Versioning  </a:t>
          </a:r>
          <a:endParaRPr lang="en-GB" sz="1600" kern="1200"/>
        </a:p>
      </dsp:txBody>
      <dsp:txXfrm>
        <a:off x="2975096" y="3626824"/>
        <a:ext cx="1720535" cy="760766"/>
      </dsp:txXfrm>
    </dsp:sp>
    <dsp:sp modelId="{FACFCE5F-FA59-4228-8FD4-5330AAC63B72}">
      <dsp:nvSpPr>
        <dsp:cNvPr id="0" name=""/>
        <dsp:cNvSpPr/>
      </dsp:nvSpPr>
      <dsp:spPr>
        <a:xfrm>
          <a:off x="4784433" y="3401129"/>
          <a:ext cx="2093534" cy="808104"/>
        </a:xfrm>
        <a:prstGeom prst="chevron">
          <a:avLst>
            <a:gd name="adj" fmla="val 40000"/>
          </a:avLst>
        </a:prstGeom>
        <a:solidFill>
          <a:schemeClr val="tx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A8C0D6-4F6F-4B70-A8C2-D09C8BAE9B88}">
      <dsp:nvSpPr>
        <dsp:cNvPr id="0" name=""/>
        <dsp:cNvSpPr/>
      </dsp:nvSpPr>
      <dsp:spPr>
        <a:xfrm>
          <a:off x="5342709" y="3603155"/>
          <a:ext cx="1767873" cy="8081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42240" rIns="142240" bIns="142240" numCol="1" spcCol="1270" anchor="t" anchorCtr="0">
          <a:noAutofit/>
        </a:bodyPr>
        <a:lstStyle/>
        <a:p>
          <a:pPr marL="0" lvl="0" indent="0" algn="l" defTabSz="889000">
            <a:lnSpc>
              <a:spcPct val="90000"/>
            </a:lnSpc>
            <a:spcBef>
              <a:spcPct val="0"/>
            </a:spcBef>
            <a:spcAft>
              <a:spcPct val="35000"/>
            </a:spcAft>
            <a:buNone/>
          </a:pPr>
          <a:r>
            <a:rPr lang="en-US" sz="2000" kern="1200"/>
            <a:t>Test</a:t>
          </a:r>
          <a:endParaRPr lang="en-GB" sz="2000" kern="1200"/>
        </a:p>
        <a:p>
          <a:pPr marL="171450" lvl="1" indent="-171450" algn="l" defTabSz="711200">
            <a:lnSpc>
              <a:spcPct val="90000"/>
            </a:lnSpc>
            <a:spcBef>
              <a:spcPct val="0"/>
            </a:spcBef>
            <a:spcAft>
              <a:spcPct val="15000"/>
            </a:spcAft>
            <a:buChar char="•"/>
          </a:pPr>
          <a:r>
            <a:rPr lang="en-US" sz="1600" kern="1200"/>
            <a:t>Unit </a:t>
          </a:r>
          <a:endParaRPr lang="en-GB" sz="1600" kern="1200"/>
        </a:p>
        <a:p>
          <a:pPr marL="171450" lvl="1" indent="-171450" algn="l" defTabSz="711200">
            <a:lnSpc>
              <a:spcPct val="90000"/>
            </a:lnSpc>
            <a:spcBef>
              <a:spcPct val="0"/>
            </a:spcBef>
            <a:spcAft>
              <a:spcPct val="15000"/>
            </a:spcAft>
            <a:buChar char="•"/>
          </a:pPr>
          <a:r>
            <a:rPr lang="en-US" sz="1600" kern="1200"/>
            <a:t>Integration </a:t>
          </a:r>
          <a:endParaRPr lang="en-GB" sz="1600" kern="1200"/>
        </a:p>
        <a:p>
          <a:pPr marL="171450" lvl="1" indent="-171450" algn="l" defTabSz="711200">
            <a:lnSpc>
              <a:spcPct val="90000"/>
            </a:lnSpc>
            <a:spcBef>
              <a:spcPct val="0"/>
            </a:spcBef>
            <a:spcAft>
              <a:spcPct val="15000"/>
            </a:spcAft>
            <a:buChar char="•"/>
          </a:pPr>
          <a:r>
            <a:rPr lang="en-US" sz="1600" kern="1200"/>
            <a:t>System </a:t>
          </a:r>
          <a:endParaRPr lang="en-GB" sz="1600" kern="1200"/>
        </a:p>
        <a:p>
          <a:pPr marL="171450" lvl="1" indent="-171450" algn="l" defTabSz="711200">
            <a:lnSpc>
              <a:spcPct val="90000"/>
            </a:lnSpc>
            <a:spcBef>
              <a:spcPct val="0"/>
            </a:spcBef>
            <a:spcAft>
              <a:spcPct val="15000"/>
            </a:spcAft>
            <a:buChar char="•"/>
          </a:pPr>
          <a:r>
            <a:rPr lang="en-US" sz="1600" kern="1200"/>
            <a:t>Acceptance</a:t>
          </a:r>
          <a:endParaRPr lang="en-GB" sz="1600" kern="1200"/>
        </a:p>
        <a:p>
          <a:pPr marL="171450" lvl="1" indent="-171450" algn="l" defTabSz="711200">
            <a:lnSpc>
              <a:spcPct val="90000"/>
            </a:lnSpc>
            <a:spcBef>
              <a:spcPct val="0"/>
            </a:spcBef>
            <a:spcAft>
              <a:spcPct val="15000"/>
            </a:spcAft>
            <a:buChar char="•"/>
          </a:pPr>
          <a:r>
            <a:rPr lang="en-US" sz="1600" kern="1200"/>
            <a:t>Vulnerability testing </a:t>
          </a:r>
          <a:endParaRPr lang="en-GB" sz="1600" kern="1200"/>
        </a:p>
      </dsp:txBody>
      <dsp:txXfrm>
        <a:off x="5366378" y="3626824"/>
        <a:ext cx="1720535" cy="760766"/>
      </dsp:txXfrm>
    </dsp:sp>
    <dsp:sp modelId="{44723EA9-CCD8-48D9-92D9-4BBE851C0326}">
      <dsp:nvSpPr>
        <dsp:cNvPr id="0" name=""/>
        <dsp:cNvSpPr/>
      </dsp:nvSpPr>
      <dsp:spPr>
        <a:xfrm>
          <a:off x="7175715" y="3401129"/>
          <a:ext cx="2093534" cy="808104"/>
        </a:xfrm>
        <a:prstGeom prst="chevron">
          <a:avLst>
            <a:gd name="adj" fmla="val 40000"/>
          </a:avLst>
        </a:prstGeom>
        <a:solidFill>
          <a:schemeClr val="tx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AB1A17-EAAE-4382-AE51-B85E073F792A}">
      <dsp:nvSpPr>
        <dsp:cNvPr id="0" name=""/>
        <dsp:cNvSpPr/>
      </dsp:nvSpPr>
      <dsp:spPr>
        <a:xfrm>
          <a:off x="7733991" y="3603155"/>
          <a:ext cx="1767873" cy="8081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42240" rIns="142240" bIns="142240" numCol="1" spcCol="1270" anchor="t" anchorCtr="0">
          <a:noAutofit/>
        </a:bodyPr>
        <a:lstStyle/>
        <a:p>
          <a:pPr marL="0" lvl="0" indent="0" algn="l" defTabSz="889000">
            <a:lnSpc>
              <a:spcPct val="90000"/>
            </a:lnSpc>
            <a:spcBef>
              <a:spcPct val="0"/>
            </a:spcBef>
            <a:spcAft>
              <a:spcPct val="35000"/>
            </a:spcAft>
            <a:buNone/>
          </a:pPr>
          <a:r>
            <a:rPr lang="en-US" sz="2000" kern="1200"/>
            <a:t>Deploy</a:t>
          </a:r>
          <a:endParaRPr lang="en-GB" sz="2000" kern="1200"/>
        </a:p>
        <a:p>
          <a:pPr marL="171450" lvl="1" indent="-171450" algn="l" defTabSz="711200">
            <a:lnSpc>
              <a:spcPct val="90000"/>
            </a:lnSpc>
            <a:spcBef>
              <a:spcPct val="0"/>
            </a:spcBef>
            <a:spcAft>
              <a:spcPct val="15000"/>
            </a:spcAft>
            <a:buChar char="•"/>
          </a:pPr>
          <a:r>
            <a:rPr lang="en-US" sz="1600" kern="1200"/>
            <a:t>Release strategy</a:t>
          </a:r>
          <a:endParaRPr lang="en-GB" sz="1600" kern="1200"/>
        </a:p>
        <a:p>
          <a:pPr marL="171450" lvl="1" indent="-171450" algn="l" defTabSz="711200">
            <a:lnSpc>
              <a:spcPct val="90000"/>
            </a:lnSpc>
            <a:spcBef>
              <a:spcPct val="0"/>
            </a:spcBef>
            <a:spcAft>
              <a:spcPct val="15000"/>
            </a:spcAft>
            <a:buChar char="•"/>
          </a:pPr>
          <a:r>
            <a:rPr lang="en-US" sz="1600" kern="1200"/>
            <a:t>Rollback mechanisms  </a:t>
          </a:r>
          <a:endParaRPr lang="en-GB" sz="1600" kern="1200"/>
        </a:p>
      </dsp:txBody>
      <dsp:txXfrm>
        <a:off x="7757660" y="3626824"/>
        <a:ext cx="1720535" cy="760766"/>
      </dsp:txXfrm>
    </dsp:sp>
    <dsp:sp modelId="{3BFDB590-28A7-4B63-8DF0-B1C64B8BB2BF}">
      <dsp:nvSpPr>
        <dsp:cNvPr id="0" name=""/>
        <dsp:cNvSpPr/>
      </dsp:nvSpPr>
      <dsp:spPr>
        <a:xfrm>
          <a:off x="9566997" y="3401129"/>
          <a:ext cx="2093534" cy="808104"/>
        </a:xfrm>
        <a:prstGeom prst="chevron">
          <a:avLst>
            <a:gd name="adj" fmla="val 40000"/>
          </a:avLst>
        </a:prstGeom>
        <a:solidFill>
          <a:schemeClr val="tx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107304-4C93-42AD-BD0F-B08BEE3440A2}">
      <dsp:nvSpPr>
        <dsp:cNvPr id="0" name=""/>
        <dsp:cNvSpPr/>
      </dsp:nvSpPr>
      <dsp:spPr>
        <a:xfrm>
          <a:off x="10125273" y="3603155"/>
          <a:ext cx="1767873" cy="8081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42240" rIns="142240" bIns="142240" numCol="1" spcCol="1270" anchor="t" anchorCtr="0">
          <a:noAutofit/>
        </a:bodyPr>
        <a:lstStyle/>
        <a:p>
          <a:pPr marL="0" lvl="0" indent="0" algn="l" defTabSz="889000">
            <a:lnSpc>
              <a:spcPct val="90000"/>
            </a:lnSpc>
            <a:spcBef>
              <a:spcPct val="0"/>
            </a:spcBef>
            <a:spcAft>
              <a:spcPct val="35000"/>
            </a:spcAft>
            <a:buNone/>
          </a:pPr>
          <a:r>
            <a:rPr lang="en-US" sz="2000" kern="1200"/>
            <a:t>Monitor </a:t>
          </a:r>
          <a:endParaRPr lang="en-GB" sz="2000" kern="1200"/>
        </a:p>
        <a:p>
          <a:pPr marL="171450" lvl="1" indent="-171450" algn="l" defTabSz="711200">
            <a:lnSpc>
              <a:spcPct val="90000"/>
            </a:lnSpc>
            <a:spcBef>
              <a:spcPct val="0"/>
            </a:spcBef>
            <a:spcAft>
              <a:spcPct val="15000"/>
            </a:spcAft>
            <a:buChar char="•"/>
          </a:pPr>
          <a:r>
            <a:rPr lang="en-US" sz="1600" kern="1200"/>
            <a:t>Monitoring and logging </a:t>
          </a:r>
          <a:endParaRPr lang="en-GB" sz="1600" kern="1200"/>
        </a:p>
      </dsp:txBody>
      <dsp:txXfrm>
        <a:off x="10148942" y="3626824"/>
        <a:ext cx="1720535" cy="760766"/>
      </dsp:txXfrm>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A0C39B-B38C-4AAA-B27A-B351D17E99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7458503-EC51-4570-9EFC-84D0DE753D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8552C3-53A9-4EAE-98D2-96F7E807C082}" type="datetimeFigureOut">
              <a:rPr lang="en-US" smtClean="0"/>
              <a:t>4/26/2026</a:t>
            </a:fld>
            <a:endParaRPr lang="en-US"/>
          </a:p>
        </p:txBody>
      </p:sp>
      <p:sp>
        <p:nvSpPr>
          <p:cNvPr id="4" name="Footer Placeholder 3">
            <a:extLst>
              <a:ext uri="{FF2B5EF4-FFF2-40B4-BE49-F238E27FC236}">
                <a16:creationId xmlns:a16="http://schemas.microsoft.com/office/drawing/2014/main" id="{CF9542E6-4148-41C6-8765-7774913CF9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0941AB6-8DCA-40B8-B06C-2834861451B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F0DA6C-0510-45D0-8510-74AF9D91696C}" type="slidenum">
              <a:rPr lang="en-US" smtClean="0"/>
              <a:t>‹#›</a:t>
            </a:fld>
            <a:endParaRPr lang="en-US"/>
          </a:p>
        </p:txBody>
      </p:sp>
    </p:spTree>
    <p:extLst>
      <p:ext uri="{BB962C8B-B14F-4D97-AF65-F5344CB8AC3E}">
        <p14:creationId xmlns:p14="http://schemas.microsoft.com/office/powerpoint/2010/main" val="3582771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0" y="8793270"/>
            <a:ext cx="2971800" cy="350730"/>
          </a:xfrm>
          <a:prstGeom prst="rect">
            <a:avLst/>
          </a:prstGeom>
        </p:spPr>
        <p:txBody>
          <a:bodyPr vert="horz" lIns="91440" tIns="45720" rIns="91440" bIns="45720" rtlCol="0" anchor="t" anchorCtr="0"/>
          <a:lstStyle>
            <a:lvl1pPr algn="l">
              <a:defRPr sz="1000"/>
            </a:lvl1pPr>
          </a:lstStyle>
          <a:p>
            <a:fld id="{94C1FFEF-7AA5-49AA-AC58-7D6786C64E8F}" type="datetimeFigureOut">
              <a:rPr lang="en-US" smtClean="0"/>
              <a:pPr/>
              <a:t>4/26/2026</a:t>
            </a:fld>
            <a:endParaRPr lang="en-US"/>
          </a:p>
        </p:txBody>
      </p:sp>
      <p:sp>
        <p:nvSpPr>
          <p:cNvPr id="4" name="Slide Image Placeholder 3"/>
          <p:cNvSpPr>
            <a:spLocks noGrp="1" noRot="1" noChangeAspect="1"/>
          </p:cNvSpPr>
          <p:nvPr>
            <p:ph type="sldImg" idx="2"/>
          </p:nvPr>
        </p:nvSpPr>
        <p:spPr>
          <a:xfrm>
            <a:off x="990600" y="349946"/>
            <a:ext cx="4876800" cy="27432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04800" y="3344449"/>
            <a:ext cx="6248400" cy="527345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3884613" y="8793271"/>
            <a:ext cx="2971800" cy="350729"/>
          </a:xfrm>
          <a:prstGeom prst="rect">
            <a:avLst/>
          </a:prstGeom>
        </p:spPr>
        <p:txBody>
          <a:bodyPr vert="horz" lIns="91440" tIns="45720" rIns="91440" bIns="45720" rtlCol="0" anchor="t" anchorCtr="0"/>
          <a:lstStyle>
            <a:lvl1pPr algn="r">
              <a:defRPr sz="1000"/>
            </a:lvl1pPr>
          </a:lstStyle>
          <a:p>
            <a:fld id="{743F7EE4-7D84-4D77-B4B2-0C966043B366}" type="slidenum">
              <a:rPr lang="en-US" smtClean="0"/>
              <a:pPr/>
              <a:t>‹#›</a:t>
            </a:fld>
            <a:endParaRPr lang="en-US"/>
          </a:p>
        </p:txBody>
      </p:sp>
    </p:spTree>
    <p:extLst>
      <p:ext uri="{BB962C8B-B14F-4D97-AF65-F5344CB8AC3E}">
        <p14:creationId xmlns:p14="http://schemas.microsoft.com/office/powerpoint/2010/main" val="730966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43F7EE4-7D84-4D77-B4B2-0C966043B366}" type="slidenum">
              <a:rPr lang="en-US" smtClean="0"/>
              <a:t>2</a:t>
            </a:fld>
            <a:endParaRPr lang="en-US"/>
          </a:p>
        </p:txBody>
      </p:sp>
    </p:spTree>
    <p:extLst>
      <p:ext uri="{BB962C8B-B14F-4D97-AF65-F5344CB8AC3E}">
        <p14:creationId xmlns:p14="http://schemas.microsoft.com/office/powerpoint/2010/main" val="582122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a:t>Where does your current level of maturity sit within your organization? </a:t>
            </a:r>
          </a:p>
          <a:p>
            <a:endParaRPr lang="en-GB"/>
          </a:p>
        </p:txBody>
      </p:sp>
      <p:sp>
        <p:nvSpPr>
          <p:cNvPr id="4" name="Slide Number Placeholder 3"/>
          <p:cNvSpPr>
            <a:spLocks noGrp="1"/>
          </p:cNvSpPr>
          <p:nvPr>
            <p:ph type="sldNum" sz="quarter" idx="5"/>
          </p:nvPr>
        </p:nvSpPr>
        <p:spPr/>
        <p:txBody>
          <a:bodyPr/>
          <a:lstStyle/>
          <a:p>
            <a:fld id="{175F1C38-A9F7-494C-82B9-4698C6101EA7}" type="slidenum">
              <a:rPr lang="en-GB" smtClean="0"/>
              <a:t>3</a:t>
            </a:fld>
            <a:endParaRPr lang="en-GB"/>
          </a:p>
        </p:txBody>
      </p:sp>
    </p:spTree>
    <p:extLst>
      <p:ext uri="{BB962C8B-B14F-4D97-AF65-F5344CB8AC3E}">
        <p14:creationId xmlns:p14="http://schemas.microsoft.com/office/powerpoint/2010/main" val="28859502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a:t>Need to prioritize what comes first.   Without deciding what the business priorities  are – we can invest time, money and effort on things which do not move the needle. </a:t>
            </a:r>
          </a:p>
          <a:p>
            <a:endParaRPr lang="en-US"/>
          </a:p>
          <a:p>
            <a:endParaRPr lang="en-GB"/>
          </a:p>
        </p:txBody>
      </p:sp>
      <p:sp>
        <p:nvSpPr>
          <p:cNvPr id="4" name="Slide Number Placeholder 3"/>
          <p:cNvSpPr>
            <a:spLocks noGrp="1"/>
          </p:cNvSpPr>
          <p:nvPr>
            <p:ph type="sldNum" sz="quarter" idx="5"/>
          </p:nvPr>
        </p:nvSpPr>
        <p:spPr/>
        <p:txBody>
          <a:bodyPr/>
          <a:lstStyle/>
          <a:p>
            <a:fld id="{743F7EE4-7D84-4D77-B4B2-0C966043B366}" type="slidenum">
              <a:rPr lang="en-US" smtClean="0"/>
              <a:pPr/>
              <a:t>5</a:t>
            </a:fld>
            <a:endParaRPr lang="en-US"/>
          </a:p>
        </p:txBody>
      </p:sp>
    </p:spTree>
    <p:extLst>
      <p:ext uri="{BB962C8B-B14F-4D97-AF65-F5344CB8AC3E}">
        <p14:creationId xmlns:p14="http://schemas.microsoft.com/office/powerpoint/2010/main" val="1861907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sz="2000"/>
              <a:t>Advise:</a:t>
            </a:r>
          </a:p>
          <a:p>
            <a:endParaRPr lang="en-US" sz="2000" b="1"/>
          </a:p>
          <a:p>
            <a:r>
              <a:rPr lang="en-US" sz="2000" b="1"/>
              <a:t>Cloud Strategy, Architecture Roadmap</a:t>
            </a:r>
          </a:p>
          <a:p>
            <a:r>
              <a:rPr lang="en-US"/>
              <a:t>Develop a cloud strategy and architecture roadmap using a structured Cloud Adoption Framework and expert guidance</a:t>
            </a:r>
          </a:p>
          <a:p>
            <a:endParaRPr lang="en-US"/>
          </a:p>
          <a:p>
            <a:r>
              <a:rPr lang="en-US" sz="2000" b="1"/>
              <a:t>Application Modernization Roadmap</a:t>
            </a:r>
          </a:p>
          <a:p>
            <a:r>
              <a:rPr lang="en-US"/>
              <a:t>Develop a fit-for-purpose continuous modernization roadmap for your application portfolio working with our application experts and cloud partners</a:t>
            </a:r>
          </a:p>
          <a:p>
            <a:endParaRPr lang="en-US"/>
          </a:p>
          <a:p>
            <a:r>
              <a:rPr lang="en-US" sz="2000" b="1"/>
              <a:t>Data &amp; AI Strategy and Roadmap</a:t>
            </a:r>
          </a:p>
          <a:p>
            <a:r>
              <a:rPr lang="en-US"/>
              <a:t>Develop a strategy, conceptual architecture and roadmap for data &amp; AI, using ideation workshops, assessments and reviewing use cases and business priorities</a:t>
            </a:r>
          </a:p>
          <a:p>
            <a:endParaRPr lang="en-US"/>
          </a:p>
          <a:p>
            <a:r>
              <a:rPr lang="en-US" sz="1200"/>
              <a:t>Transform:</a:t>
            </a:r>
            <a:endParaRPr lang="en-US"/>
          </a:p>
          <a:p>
            <a:endParaRPr lang="en-US"/>
          </a:p>
          <a:p>
            <a:r>
              <a:rPr lang="en-US" sz="2000" b="1"/>
              <a:t>Cloud Center of Excellence</a:t>
            </a:r>
          </a:p>
          <a:p>
            <a:r>
              <a:rPr lang="en-US"/>
              <a:t>Design and establish a Cloud Center of Excellence aimed to incubate and scale cloud architecture and operational processes needed for cloud adoption and transformation</a:t>
            </a:r>
          </a:p>
          <a:p>
            <a:endParaRPr lang="en-US"/>
          </a:p>
          <a:p>
            <a:r>
              <a:rPr lang="en-US" sz="2000" b="1"/>
              <a:t>Cloud Application Migrations</a:t>
            </a:r>
          </a:p>
          <a:p>
            <a:r>
              <a:rPr lang="en-US"/>
              <a:t>Execute a fit for purpose migration of client application workloads by lifting, shifting and optimizing VM based workloads to the cloud</a:t>
            </a:r>
          </a:p>
          <a:p>
            <a:endParaRPr lang="en-US"/>
          </a:p>
          <a:p>
            <a:r>
              <a:rPr lang="en-US" sz="2000" b="1"/>
              <a:t>Cloud Data Migration</a:t>
            </a:r>
          </a:p>
          <a:p>
            <a:r>
              <a:rPr lang="en-US"/>
              <a:t>Evaluate transactional (OLTP) and analytical (OLAP) workloads and migrate data workloads to cloud databases and data warehouses</a:t>
            </a:r>
          </a:p>
          <a:p>
            <a:endParaRPr lang="en-US"/>
          </a:p>
          <a:p>
            <a:r>
              <a:rPr lang="en-US" sz="1200"/>
              <a:t>Manage:</a:t>
            </a:r>
            <a:endParaRPr lang="en-US"/>
          </a:p>
          <a:p>
            <a:endParaRPr lang="en-US"/>
          </a:p>
          <a:p>
            <a:r>
              <a:rPr lang="en-US" sz="2000" b="1"/>
              <a:t>Cloud Native Application Development</a:t>
            </a:r>
          </a:p>
          <a:p>
            <a:r>
              <a:rPr lang="en-US"/>
              <a:t>Create innovative applications built using cloud native architectures, services and design principles</a:t>
            </a:r>
          </a:p>
          <a:p>
            <a:endParaRPr lang="en-US"/>
          </a:p>
          <a:p>
            <a:r>
              <a:rPr lang="en-US" sz="2000" b="1"/>
              <a:t>Applied AI, Machine Learning &amp; MLOps</a:t>
            </a:r>
          </a:p>
          <a:p>
            <a:r>
              <a:rPr lang="en-US"/>
              <a:t>Leverage AI &amp; ML to jumpstart projects in anomaly and pattern detection, forecasting and predictions, language processing and more</a:t>
            </a:r>
          </a:p>
          <a:p>
            <a:endParaRPr lang="en-US"/>
          </a:p>
          <a:p>
            <a:r>
              <a:rPr lang="en-US" sz="2000" b="1"/>
              <a:t>Cloud Data Platform &amp; Analytics</a:t>
            </a:r>
          </a:p>
          <a:p>
            <a:r>
              <a:rPr lang="en-US"/>
              <a:t>Design and implement a cloud native data analytics architecture, improving usage and effectiveness of data for the business</a:t>
            </a:r>
          </a:p>
          <a:p>
            <a:endParaRPr lang="en-US"/>
          </a:p>
          <a:p>
            <a:r>
              <a:rPr lang="en-US" sz="2000" b="1"/>
              <a:t>Cloud Platform Optimization</a:t>
            </a:r>
          </a:p>
          <a:p>
            <a:r>
              <a:rPr lang="en-US"/>
              <a:t>Build resilient cloud platforms using cloud services for autoscaling, containers, serverless using industry best practices</a:t>
            </a:r>
          </a:p>
          <a:p>
            <a:endParaRPr lang="en-US"/>
          </a:p>
          <a:p>
            <a:r>
              <a:rPr lang="en-US" sz="1200"/>
              <a:t>Optimize:</a:t>
            </a:r>
          </a:p>
          <a:p>
            <a:endParaRPr lang="en-US" sz="1200"/>
          </a:p>
          <a:p>
            <a:r>
              <a:rPr lang="en-US" sz="2000" b="1"/>
              <a:t>Cloud Security &amp; GRC</a:t>
            </a:r>
          </a:p>
          <a:p>
            <a:r>
              <a:rPr lang="en-US"/>
              <a:t>Architect, design and embed a declarative and automated model for cloud security, governance, risk and compliance based on zero trust architecture principles</a:t>
            </a:r>
          </a:p>
          <a:p>
            <a:endParaRPr lang="en-US"/>
          </a:p>
          <a:p>
            <a:r>
              <a:rPr lang="en-US" sz="2000" b="1"/>
              <a:t>Multicloud Engineering &amp; Management</a:t>
            </a:r>
          </a:p>
          <a:p>
            <a:r>
              <a:rPr lang="en-US"/>
              <a:t>End-to-end cloud engineering and operations (platform, data, applications, cost optimization, 24x7 incident response)</a:t>
            </a:r>
          </a:p>
        </p:txBody>
      </p:sp>
      <p:sp>
        <p:nvSpPr>
          <p:cNvPr id="4" name="Slide Number Placeholder 3"/>
          <p:cNvSpPr>
            <a:spLocks noGrp="1"/>
          </p:cNvSpPr>
          <p:nvPr>
            <p:ph type="sldNum" sz="quarter" idx="5"/>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43F7EE4-7D84-4D77-B4B2-0C966043B366}" type="slidenum">
              <a:rPr kumimoji="0" lang="en-US" sz="1000" b="0" i="0" u="none" strike="noStrike" kern="1200" cap="none" spc="0" normalizeH="0" baseline="0" noProof="0" smtClean="0">
                <a:ln>
                  <a:noFill/>
                </a:ln>
                <a:solidFill>
                  <a:prstClr val="black"/>
                </a:solidFill>
                <a:effectLst/>
                <a:uLnTx/>
                <a:uFillTx/>
                <a:latin typeface="Aktiv Grotesk" panose="020F0502020204030204"/>
                <a:ea typeface="+mn-ea"/>
                <a:cs typeface="Aktiv Grotesk"/>
                <a:sym typeface="Aktiv Grotesk"/>
              </a:rPr>
              <a:pPr marL="0" marR="0" lvl="0" indent="0" algn="r" defTabSz="228600" rtl="0" eaLnBrk="1" fontAlgn="auto" latinLnBrk="0" hangingPunct="1">
                <a:lnSpc>
                  <a:spcPct val="100000"/>
                </a:lnSpc>
                <a:spcBef>
                  <a:spcPts val="0"/>
                </a:spcBef>
                <a:spcAft>
                  <a:spcPts val="0"/>
                </a:spcAft>
                <a:buClrTx/>
                <a:buSzTx/>
                <a:buFontTx/>
                <a:buNone/>
                <a:tabLst/>
                <a:defRPr/>
              </a:pPr>
              <a:t>13</a:t>
            </a:fld>
            <a:endParaRPr kumimoji="0" lang="en-US" sz="1000" b="0" i="0" u="none" strike="noStrike" kern="1200" cap="none" spc="0" normalizeH="0" baseline="0" noProof="0">
              <a:ln>
                <a:noFill/>
              </a:ln>
              <a:solidFill>
                <a:prstClr val="black"/>
              </a:solidFill>
              <a:effectLst/>
              <a:uLnTx/>
              <a:uFillTx/>
              <a:latin typeface="Aktiv Grotesk" panose="020F0502020204030204"/>
              <a:ea typeface="+mn-ea"/>
              <a:cs typeface="Aktiv Grotesk"/>
              <a:sym typeface="Aktiv Grotesk"/>
            </a:endParaRPr>
          </a:p>
        </p:txBody>
      </p:sp>
    </p:spTree>
    <p:extLst>
      <p:ext uri="{BB962C8B-B14F-4D97-AF65-F5344CB8AC3E}">
        <p14:creationId xmlns:p14="http://schemas.microsoft.com/office/powerpoint/2010/main" val="17150564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43F7EE4-7D84-4D77-B4B2-0C966043B366}" type="slidenum">
              <a:rPr kumimoji="0" lang="en-US" sz="1000" b="0" i="0" u="none" strike="noStrike" kern="1200" cap="none" spc="0" normalizeH="0" baseline="0" noProof="0" smtClean="0">
                <a:ln>
                  <a:noFill/>
                </a:ln>
                <a:solidFill>
                  <a:prstClr val="black"/>
                </a:solidFill>
                <a:effectLst/>
                <a:uLnTx/>
                <a:uFillTx/>
                <a:latin typeface="Aktiv Grotesk" panose="020F050202020403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15</a:t>
            </a:fld>
            <a:endParaRPr kumimoji="0" lang="en-US" sz="1000" b="0" i="0" u="none" strike="noStrike" kern="1200" cap="none" spc="0" normalizeH="0" baseline="0" noProof="0">
              <a:ln>
                <a:noFill/>
              </a:ln>
              <a:solidFill>
                <a:prstClr val="black"/>
              </a:solidFill>
              <a:effectLst/>
              <a:uLnTx/>
              <a:uFillTx/>
              <a:latin typeface="Aktiv Grotesk" panose="020F0502020204030204"/>
              <a:ea typeface="+mn-ea"/>
              <a:cs typeface="+mn-cs"/>
            </a:endParaRPr>
          </a:p>
        </p:txBody>
      </p:sp>
    </p:spTree>
    <p:extLst>
      <p:ext uri="{BB962C8B-B14F-4D97-AF65-F5344CB8AC3E}">
        <p14:creationId xmlns:p14="http://schemas.microsoft.com/office/powerpoint/2010/main" val="34430687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43F7EE4-7D84-4D77-B4B2-0C966043B366}" type="slidenum">
              <a:rPr kumimoji="0" lang="en-US" sz="1000" b="0" i="0" u="none" strike="noStrike" kern="1200" cap="none" spc="0" normalizeH="0" baseline="0" noProof="0" smtClean="0">
                <a:ln>
                  <a:noFill/>
                </a:ln>
                <a:solidFill>
                  <a:prstClr val="black"/>
                </a:solidFill>
                <a:effectLst/>
                <a:uLnTx/>
                <a:uFillTx/>
                <a:latin typeface="Aktiv Grotesk" panose="020F050202020403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16</a:t>
            </a:fld>
            <a:endParaRPr kumimoji="0" lang="en-US" sz="1000" b="0" i="0" u="none" strike="noStrike" kern="1200" cap="none" spc="0" normalizeH="0" baseline="0" noProof="0">
              <a:ln>
                <a:noFill/>
              </a:ln>
              <a:solidFill>
                <a:prstClr val="black"/>
              </a:solidFill>
              <a:effectLst/>
              <a:uLnTx/>
              <a:uFillTx/>
              <a:latin typeface="Aktiv Grotesk" panose="020F0502020204030204"/>
              <a:ea typeface="+mn-ea"/>
              <a:cs typeface="+mn-cs"/>
            </a:endParaRPr>
          </a:p>
        </p:txBody>
      </p:sp>
    </p:spTree>
    <p:extLst>
      <p:ext uri="{BB962C8B-B14F-4D97-AF65-F5344CB8AC3E}">
        <p14:creationId xmlns:p14="http://schemas.microsoft.com/office/powerpoint/2010/main" val="5058792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a:t>Growth focus meanings of thinking of the entire picture.   Considering how we can chain engagements together into an extended piece of work. </a:t>
            </a:r>
            <a:endParaRPr lang="en-GB"/>
          </a:p>
        </p:txBody>
      </p:sp>
      <p:sp>
        <p:nvSpPr>
          <p:cNvPr id="4" name="Slide Number Placeholder 3"/>
          <p:cNvSpPr>
            <a:spLocks noGrp="1"/>
          </p:cNvSpPr>
          <p:nvPr>
            <p:ph type="sldNum" sz="quarter" idx="5"/>
          </p:nvPr>
        </p:nvSpPr>
        <p:spPr/>
        <p:txBody>
          <a:bodyPr/>
          <a:lstStyle/>
          <a:p>
            <a:fld id="{743F7EE4-7D84-4D77-B4B2-0C966043B366}" type="slidenum">
              <a:rPr lang="en-US" smtClean="0"/>
              <a:pPr/>
              <a:t>17</a:t>
            </a:fld>
            <a:endParaRPr lang="en-US"/>
          </a:p>
        </p:txBody>
      </p:sp>
    </p:spTree>
    <p:extLst>
      <p:ext uri="{BB962C8B-B14F-4D97-AF65-F5344CB8AC3E}">
        <p14:creationId xmlns:p14="http://schemas.microsoft.com/office/powerpoint/2010/main" val="35599317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9.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4.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 Id="rId3" Type="http://schemas.openxmlformats.org/officeDocument/2006/relationships/image" Target="../media/image4.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4.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 Id="rId3" Type="http://schemas.openxmlformats.org/officeDocument/2006/relationships/image" Target="../media/image4.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15.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5.svg"/><Relationship Id="rId3" Type="http://schemas.openxmlformats.org/officeDocument/2006/relationships/image" Target="../media/image18.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svg"/><Relationship Id="rId3" Type="http://schemas.openxmlformats.org/officeDocument/2006/relationships/image" Target="../media/image19.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4.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4.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4.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4.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0.png"/><Relationship Id="rId3" Type="http://schemas.openxmlformats.org/officeDocument/2006/relationships/image" Target="../media/image4.sv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 Id="rId3" Type="http://schemas.openxmlformats.org/officeDocument/2006/relationships/image" Target="../media/image4.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 Id="rId3" Type="http://schemas.openxmlformats.org/officeDocument/2006/relationships/image" Target="../media/image23.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 Id="rId3" Type="http://schemas.openxmlformats.org/officeDocument/2006/relationships/image" Target="../media/image24.sv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3.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 Id="rId3" Type="http://schemas.openxmlformats.org/officeDocument/2006/relationships/image" Target="../media/image23.sv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2.png"/><Relationship Id="rId3" Type="http://schemas.openxmlformats.org/officeDocument/2006/relationships/image" Target="../media/image23.sv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3.sv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3.sv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3.sv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3.sv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3.sv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3.sv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4.sv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png"/><Relationship Id="rId3" Type="http://schemas.openxmlformats.org/officeDocument/2006/relationships/image" Target="../media/image24.sv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5.png"/><Relationship Id="rId3" Type="http://schemas.openxmlformats.org/officeDocument/2006/relationships/image" Target="../media/image24.sv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23.sv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6.png"/><Relationship Id="rId3" Type="http://schemas.openxmlformats.org/officeDocument/2006/relationships/image" Target="../media/image24.sv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24.sv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23.sv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png"/><Relationship Id="rId3" Type="http://schemas.openxmlformats.org/officeDocument/2006/relationships/image" Target="../media/image23.sv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23.sv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23.sv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24.sv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 Id="rId3" Type="http://schemas.openxmlformats.org/officeDocument/2006/relationships/image" Target="../media/image24.sv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7.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0.png"/><Relationship Id="rId3" Type="http://schemas.openxmlformats.org/officeDocument/2006/relationships/image" Target="../media/image2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44050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1075695"/>
            <a:ext cx="12192000" cy="73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4792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869781"/>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170878" y="1390650"/>
            <a:ext cx="11468100" cy="292388"/>
          </a:xfrm>
        </p:spPr>
        <p:txBody>
          <a:bodyPr/>
          <a:lstStyle>
            <a:lvl1pPr marL="0" indent="0">
              <a:buNone/>
              <a:defRPr sz="1900" b="1"/>
            </a:lvl1pPr>
            <a:lvl2pPr marL="283368"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3055388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0" y="-2403"/>
            <a:ext cx="12667343" cy="1099683"/>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09467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12192000" cy="15400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101556" y="-8229"/>
            <a:ext cx="8580301" cy="1548271"/>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98403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43199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5364173" cy="484043"/>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66958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1388582"/>
            <a:ext cx="3800474" cy="1744067"/>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365760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388582"/>
            <a:ext cx="2734056" cy="1169551"/>
          </a:xfrm>
        </p:spPr>
        <p:txBody>
          <a:bodyPr vert="horz" lIns="0" tIns="0" rIns="0" bIns="0" rtlCol="0">
            <a:spAutoFit/>
          </a:bodyPr>
          <a:lstStyle>
            <a:lvl1pPr>
              <a:defRPr lang="en-US" sz="19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1748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3543377"/>
            <a:ext cx="8591550" cy="276999"/>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0525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9545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4191000" y="0"/>
            <a:ext cx="0" cy="6858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562391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680212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8615150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5557799" cy="1744067"/>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668801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5557799" cy="1744067"/>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344489" y="876302"/>
            <a:ext cx="5561013" cy="584775"/>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8234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3238501" y="2400300"/>
            <a:ext cx="2857499" cy="20574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1500"/>
              </a:spcAft>
              <a:buFont typeface="Aktiv Grotesk"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791769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2209800"/>
            <a:ext cx="3238500" cy="46482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360246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4745736"/>
            <a:ext cx="3226194" cy="2112264"/>
          </a:xfrm>
          <a:prstGeom prst="rect">
            <a:avLst/>
          </a:prstGeom>
        </p:spPr>
      </p:pic>
    </p:spTree>
    <p:extLst>
      <p:ext uri="{BB962C8B-B14F-4D97-AF65-F5344CB8AC3E}">
        <p14:creationId xmlns:p14="http://schemas.microsoft.com/office/powerpoint/2010/main" val="41905642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3238500" y="0"/>
            <a:ext cx="8953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3238500" y="1752600"/>
            <a:ext cx="7797800" cy="51054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6454415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914400" y="780779"/>
            <a:ext cx="2330793" cy="6077221"/>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344488" y="1843749"/>
            <a:ext cx="1810884" cy="1461939"/>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071844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292388"/>
          </a:xfrm>
          <a:ln>
            <a:noFill/>
          </a:ln>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41240" y="3563605"/>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9202" y="3563605"/>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6203" y="3563605"/>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348146" y="3911077"/>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3241239" y="3911078"/>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6099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8976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1030708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23739572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37334841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21575041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584775"/>
          </a:xfrm>
        </p:spPr>
        <p:txBody>
          <a:bodyPr vert="horz" lIns="0" tIns="0" rIns="0" bIns="0" rtlCol="0">
            <a:spAutoFit/>
          </a:bodyPr>
          <a:lstStyle>
            <a:lvl1pPr marL="11113" indent="-11113" algn="l">
              <a:buFontTx/>
              <a:buNone/>
              <a:tabLst/>
              <a:defRPr lang="en-US" sz="1900" dirty="0">
                <a:ln w="3175">
                  <a:noFill/>
                </a:ln>
                <a:solidFill>
                  <a:schemeClr val="bg1"/>
                </a:solidFill>
              </a:defRPr>
            </a:lvl1pPr>
          </a:lstStyle>
          <a:p>
            <a:pPr marL="142875" lvl="0" indent="-142875"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092885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872357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1012190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584775"/>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484043"/>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4959533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609600" y="0"/>
            <a:ext cx="11582400"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7" y="1842516"/>
            <a:ext cx="2607714" cy="1169551"/>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9226550" y="310896"/>
            <a:ext cx="2603500" cy="2021066"/>
          </a:xfrm>
        </p:spPr>
        <p:txBody>
          <a:bodyPr vert="horz" lIns="0" tIns="0" rIns="0" bIns="0" rtlCol="0">
            <a:spAutoFit/>
          </a:bodyPr>
          <a:lstStyle>
            <a:lvl1pPr marL="142875" marR="0" indent="-142875" algn="l" defTabSz="914400" rtl="0" eaLnBrk="1" fontAlgn="auto" latinLnBrk="0" hangingPunct="1">
              <a:lnSpc>
                <a:spcPct val="100000"/>
              </a:lnSpc>
              <a:spcBef>
                <a:spcPts val="0"/>
              </a:spcBef>
              <a:spcAft>
                <a:spcPts val="700"/>
              </a:spcAft>
              <a:buClr>
                <a:schemeClr val="bg1"/>
              </a:buClr>
              <a:buSzTx/>
              <a:buFont typeface="Aktiv Grotesk" panose="020B0604020202020204" pitchFamily="34" charset="0"/>
              <a:buChar char="•"/>
              <a:tabLst/>
              <a:defRPr lang="en-US" smtClean="0">
                <a:solidFill>
                  <a:schemeClr val="bg1"/>
                </a:solidFill>
              </a:defRPr>
            </a:lvl1pPr>
            <a:lvl2pPr marL="428625" marR="0" indent="-145257" algn="l" defTabSz="914400" rtl="0" eaLnBrk="1" fontAlgn="auto" latinLnBrk="0" hangingPunct="1">
              <a:lnSpc>
                <a:spcPct val="100000"/>
              </a:lnSpc>
              <a:spcBef>
                <a:spcPts val="0"/>
              </a:spcBef>
              <a:spcAft>
                <a:spcPts val="700"/>
              </a:spcAft>
              <a:buClr>
                <a:schemeClr val="bg1"/>
              </a:buClr>
              <a:buSzTx/>
              <a:buFont typeface="Aktiv Grotesk" panose="020B0604020202020204" pitchFamily="34" charset="0"/>
              <a:buChar char="•"/>
              <a:tabLst/>
              <a:defRPr lang="en-US" dirty="0" smtClean="0">
                <a:solidFill>
                  <a:schemeClr val="bg1"/>
                </a:solidFill>
              </a:defRPr>
            </a:lvl2pPr>
            <a:lvl3pPr marL="714375" marR="0" indent="-147638" algn="l" defTabSz="914400" rtl="0" eaLnBrk="1" fontAlgn="auto" latinLnBrk="0" hangingPunct="1">
              <a:lnSpc>
                <a:spcPct val="100000"/>
              </a:lnSpc>
              <a:spcBef>
                <a:spcPts val="0"/>
              </a:spcBef>
              <a:spcAft>
                <a:spcPts val="700"/>
              </a:spcAft>
              <a:buClr>
                <a:schemeClr val="bg1"/>
              </a:buClr>
              <a:buSzTx/>
              <a:buFont typeface="Aktiv Grotesk" panose="020B0604020202020204" pitchFamily="34" charset="0"/>
              <a:buChar char="•"/>
              <a:tabLst/>
              <a:defRPr lang="en-US" dirty="0" smtClean="0">
                <a:solidFill>
                  <a:schemeClr val="bg1"/>
                </a:solidFill>
              </a:defRPr>
            </a:lvl3pPr>
            <a:lvl4pPr marL="1000125" marR="0" indent="-150019" algn="l" defTabSz="914400" rtl="0" eaLnBrk="1" fontAlgn="auto" latinLnBrk="0" hangingPunct="1">
              <a:lnSpc>
                <a:spcPct val="100000"/>
              </a:lnSpc>
              <a:spcBef>
                <a:spcPts val="0"/>
              </a:spcBef>
              <a:spcAft>
                <a:spcPts val="700"/>
              </a:spcAft>
              <a:buClr>
                <a:schemeClr val="bg1"/>
              </a:buClr>
              <a:buSzTx/>
              <a:buFont typeface="Aktiv Grotesk" panose="020B0604020202020204" pitchFamily="34" charset="0"/>
              <a:buChar char="•"/>
              <a:tabLst/>
              <a:defRPr lang="en-US" dirty="0" smtClean="0">
                <a:solidFill>
                  <a:schemeClr val="bg1"/>
                </a:solidFill>
              </a:defRPr>
            </a:lvl4pPr>
            <a:lvl5pPr marL="1285875" marR="0" indent="-152400" algn="l" defTabSz="914400" rtl="0" eaLnBrk="1" fontAlgn="auto" latinLnBrk="0" hangingPunct="1">
              <a:lnSpc>
                <a:spcPct val="100000"/>
              </a:lnSpc>
              <a:spcBef>
                <a:spcPts val="0"/>
              </a:spcBef>
              <a:spcAft>
                <a:spcPts val="7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015440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361950" y="326645"/>
            <a:ext cx="5580063" cy="2100073"/>
          </a:xfr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379413" y="2499268"/>
            <a:ext cx="5562600" cy="813594"/>
          </a:xfrm>
        </p:spPr>
        <p:txBody>
          <a:bodyPr vert="horz" lIns="0" tIns="0" rIns="0" bIns="0" rtlCol="0" anchor="t">
            <a:noAutofit/>
          </a:bodyPr>
          <a:lstStyle>
            <a:lvl1pPr marL="0" indent="0">
              <a:buNone/>
              <a:defRPr lang="en-US" sz="26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579525" y="5693264"/>
            <a:ext cx="2283862" cy="1029241"/>
          </a:xfrm>
          <a:prstGeom prst="rect">
            <a:avLst/>
          </a:prstGeom>
        </p:spPr>
      </p:pic>
    </p:spTree>
    <p:extLst>
      <p:ext uri="{BB962C8B-B14F-4D97-AF65-F5344CB8AC3E}">
        <p14:creationId xmlns:p14="http://schemas.microsoft.com/office/powerpoint/2010/main" val="38757130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3CEBEF5-5F64-D477-77CA-127C6A5E8558}"/>
              </a:ext>
            </a:extLst>
          </p:cNvPr>
          <p:cNvSpPr>
            <a:spLocks noGrp="1"/>
          </p:cNvSpPr>
          <p:nvPr>
            <p:ph type="ftr" sz="quarter" idx="10"/>
          </p:nvPr>
        </p:nvSpPr>
        <p:spPr/>
        <p:txBody>
          <a:bodyPr/>
          <a:lstStyle/>
          <a:p>
            <a:endParaRPr lang="en-US"/>
          </a:p>
        </p:txBody>
      </p:sp>
      <p:sp>
        <p:nvSpPr>
          <p:cNvPr id="3" name="Slide Number Placeholder 2">
            <a:extLst>
              <a:ext uri="{FF2B5EF4-FFF2-40B4-BE49-F238E27FC236}">
                <a16:creationId xmlns:a16="http://schemas.microsoft.com/office/drawing/2014/main" id="{28261476-9687-C505-0878-3971DD50217B}"/>
              </a:ext>
            </a:extLst>
          </p:cNvPr>
          <p:cNvSpPr>
            <a:spLocks noGrp="1"/>
          </p:cNvSpPr>
          <p:nvPr>
            <p:ph type="sldNum" sz="quarter" idx="11"/>
          </p:nvPr>
        </p:nvSpPr>
        <p:spPr/>
        <p:txBody>
          <a:bodyPr/>
          <a:lstStyle/>
          <a:p>
            <a:fld id="{762E77F0-FB5B-4E8E-9BC9-34F14560A017}" type="slidenum">
              <a:rPr lang="en-US" smtClean="0"/>
              <a:pPr/>
              <a:t>‹#›</a:t>
            </a:fld>
            <a:endParaRPr lang="en-US"/>
          </a:p>
        </p:txBody>
      </p:sp>
    </p:spTree>
    <p:extLst>
      <p:ext uri="{BB962C8B-B14F-4D97-AF65-F5344CB8AC3E}">
        <p14:creationId xmlns:p14="http://schemas.microsoft.com/office/powerpoint/2010/main" val="29458029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ingle Column - Simple">
    <p:bg>
      <p:bgPr>
        <a:solidFill>
          <a:schemeClr val="tx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876300"/>
            <a:ext cx="11468100" cy="1744067"/>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p>
        </p:txBody>
      </p:sp>
      <p:sp>
        <p:nvSpPr>
          <p:cNvPr id="10" name="Footer Placeholder 4">
            <a:extLst>
              <a:ext uri="{FF2B5EF4-FFF2-40B4-BE49-F238E27FC236}">
                <a16:creationId xmlns:a16="http://schemas.microsoft.com/office/drawing/2014/main" id="{A78695ED-2F1E-494A-BB48-9F1643AA5F5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8F85B9C0-2FA3-C642-B0A2-F972FA1284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772558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876301"/>
            <a:ext cx="11485563" cy="292388"/>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p>
        </p:txBody>
      </p:sp>
      <p:sp>
        <p:nvSpPr>
          <p:cNvPr id="11" name="Footer Placeholder 4">
            <a:extLst>
              <a:ext uri="{FF2B5EF4-FFF2-40B4-BE49-F238E27FC236}">
                <a16:creationId xmlns:a16="http://schemas.microsoft.com/office/drawing/2014/main" id="{EF68921A-3D84-0C43-BCF7-2359425BBAF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3C34AF9E-CC5A-D94B-A257-8357FE5D4D4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9879856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p>
            <a:r>
              <a:rPr lang="en-US"/>
              <a:t>Click to edit Master title style</a:t>
            </a:r>
          </a:p>
        </p:txBody>
      </p:sp>
      <p:sp>
        <p:nvSpPr>
          <p:cNvPr id="11" name="Footer Placeholder 4">
            <a:extLst>
              <a:ext uri="{FF2B5EF4-FFF2-40B4-BE49-F238E27FC236}">
                <a16:creationId xmlns:a16="http://schemas.microsoft.com/office/drawing/2014/main" id="{40A38931-98FA-BE47-B1AE-523C0961A6B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969D2E81-8C3B-0043-9477-955DB211D4CB}"/>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5210226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312485"/>
            <a:ext cx="3800474" cy="1744067"/>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3148"/>
            <a:ext cx="3657600" cy="1744067"/>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842516"/>
            <a:ext cx="2734056" cy="1169551"/>
          </a:xfrm>
          <a:prstGeom prst="rect">
            <a:avLst/>
          </a:prstGeom>
        </p:spPr>
        <p:txBody>
          <a:bodyPr vert="horz" lIns="0" tIns="0" rIns="0" bIns="0" rtlCol="0">
            <a:spAutoFit/>
          </a:bodyPr>
          <a:lstStyle>
            <a:lvl1pPr>
              <a:defRPr lang="en-US" sz="19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0" name="Footer Placeholder 4">
            <a:extLst>
              <a:ext uri="{FF2B5EF4-FFF2-40B4-BE49-F238E27FC236}">
                <a16:creationId xmlns:a16="http://schemas.microsoft.com/office/drawing/2014/main" id="{156A0A62-087E-784B-9DD1-38534E1A4B0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8E27B880-B2E3-2C46-B7F9-CAD8D1E9265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7940906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2416705"/>
            <a:ext cx="8591550" cy="4079346"/>
          </a:xfrm>
          <a:prstGeom prst="rect">
            <a:avLst/>
          </a:prstGeo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843749"/>
            <a:ext cx="2734056" cy="1169551"/>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1" name="Text Placeholder 2">
            <a:extLst>
              <a:ext uri="{FF2B5EF4-FFF2-40B4-BE49-F238E27FC236}">
                <a16:creationId xmlns:a16="http://schemas.microsoft.com/office/drawing/2014/main" id="{A208867F-67F6-E940-A59D-2EEB7E6B95FA}"/>
              </a:ext>
            </a:extLst>
          </p:cNvPr>
          <p:cNvSpPr>
            <a:spLocks noGrp="1"/>
          </p:cNvSpPr>
          <p:nvPr>
            <p:ph idx="1" hasCustomPrompt="1"/>
          </p:nvPr>
        </p:nvSpPr>
        <p:spPr>
          <a:xfrm>
            <a:off x="3238501" y="312485"/>
            <a:ext cx="8580301" cy="1384995"/>
          </a:xfrm>
          <a:prstGeom prst="rect">
            <a:avLst/>
          </a:prstGeom>
        </p:spPr>
        <p:txBody>
          <a:bodyPr vert="horz" lIns="182880" tIns="0" rIns="0" bIns="0" rtlCol="0">
            <a:spAutoFit/>
          </a:bodyPr>
          <a:lstStyle>
            <a:lvl1pPr marL="285750" indent="-285750">
              <a:buClr>
                <a:schemeClr val="bg1"/>
              </a:buClr>
              <a:buFont typeface="Aktiv Grotesk" panose="020B0604020202020204" pitchFamily="34" charset="0"/>
              <a:buChar char="•"/>
              <a:defRPr>
                <a:solidFill>
                  <a:schemeClr val="bg1"/>
                </a:solidFill>
              </a:defRPr>
            </a:lvl1pPr>
            <a:lvl2pPr marL="742950" indent="-285750">
              <a:buClr>
                <a:schemeClr val="bg1"/>
              </a:buClr>
              <a:buFont typeface="Aktiv Grotesk" panose="020B0604020202020204" pitchFamily="34" charset="0"/>
              <a:buChar char="•"/>
              <a:defRPr>
                <a:solidFill>
                  <a:schemeClr val="bg1"/>
                </a:solidFill>
              </a:defRPr>
            </a:lvl2pPr>
            <a:lvl3pPr marL="1200150" indent="-285750">
              <a:buClr>
                <a:schemeClr val="bg1"/>
              </a:buClr>
              <a:buFont typeface="Aktiv Grotesk" panose="020B0604020202020204" pitchFamily="34" charset="0"/>
              <a:buChar char="•"/>
              <a:defRPr>
                <a:solidFill>
                  <a:schemeClr val="bg1"/>
                </a:solidFill>
              </a:defRPr>
            </a:lvl3pPr>
            <a:lvl4pPr marL="1657350" indent="-285750">
              <a:buClr>
                <a:schemeClr val="bg1"/>
              </a:buClr>
              <a:buFont typeface="Aktiv Grotesk" panose="020B0604020202020204" pitchFamily="34" charset="0"/>
              <a:buChar char="•"/>
              <a:defRPr>
                <a:solidFill>
                  <a:schemeClr val="bg1"/>
                </a:solidFill>
              </a:defRPr>
            </a:lvl4pPr>
            <a:lvl5pPr marL="2114550" indent="-285750">
              <a:buClr>
                <a:schemeClr val="bg1"/>
              </a:buClr>
              <a:buFont typeface="Aktiv Grotesk"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11EF6F69-B713-564F-BAF2-3A8E767B5BD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5991D8A6-7F67-9440-AF41-53A069C8F40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473670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843749"/>
            <a:ext cx="2734056" cy="1169551"/>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2" name="Text Placeholder 2">
            <a:extLst>
              <a:ext uri="{FF2B5EF4-FFF2-40B4-BE49-F238E27FC236}">
                <a16:creationId xmlns:a16="http://schemas.microsoft.com/office/drawing/2014/main" id="{3CAAA4C2-3C05-F041-9337-D10DF6DF7FE4}"/>
              </a:ext>
            </a:extLst>
          </p:cNvPr>
          <p:cNvSpPr>
            <a:spLocks noGrp="1"/>
          </p:cNvSpPr>
          <p:nvPr>
            <p:ph idx="1" hasCustomPrompt="1"/>
          </p:nvPr>
        </p:nvSpPr>
        <p:spPr>
          <a:xfrm>
            <a:off x="3238501" y="312485"/>
            <a:ext cx="8580301" cy="1384995"/>
          </a:xfrm>
          <a:prstGeom prst="rect">
            <a:avLst/>
          </a:prstGeom>
        </p:spPr>
        <p:txBody>
          <a:bodyPr vert="horz" lIns="182880" tIns="0" rIns="0" bIns="0" rtlCol="0">
            <a:spAutoFit/>
          </a:bodyPr>
          <a:lstStyle>
            <a:lvl1pPr marL="285750" indent="-285750">
              <a:buClr>
                <a:schemeClr val="bg1"/>
              </a:buClr>
              <a:buFont typeface="Aktiv Grotesk" panose="020B0604020202020204" pitchFamily="34" charset="0"/>
              <a:buChar char="•"/>
              <a:defRPr>
                <a:solidFill>
                  <a:schemeClr val="bg1"/>
                </a:solidFill>
              </a:defRPr>
            </a:lvl1pPr>
            <a:lvl2pPr marL="742950" indent="-285750">
              <a:buClr>
                <a:schemeClr val="bg1"/>
              </a:buClr>
              <a:buFont typeface="Aktiv Grotesk" panose="020B0604020202020204" pitchFamily="34" charset="0"/>
              <a:buChar char="•"/>
              <a:defRPr>
                <a:solidFill>
                  <a:schemeClr val="bg1"/>
                </a:solidFill>
              </a:defRPr>
            </a:lvl2pPr>
            <a:lvl3pPr marL="1200150" indent="-285750">
              <a:buClr>
                <a:schemeClr val="bg1"/>
              </a:buClr>
              <a:buFont typeface="Aktiv Grotesk" panose="020B0604020202020204" pitchFamily="34" charset="0"/>
              <a:buChar char="•"/>
              <a:defRPr>
                <a:solidFill>
                  <a:schemeClr val="bg1"/>
                </a:solidFill>
              </a:defRPr>
            </a:lvl3pPr>
            <a:lvl4pPr marL="1657350" indent="-285750">
              <a:buClr>
                <a:schemeClr val="bg1"/>
              </a:buClr>
              <a:buFont typeface="Aktiv Grotesk" panose="020B0604020202020204" pitchFamily="34" charset="0"/>
              <a:buChar char="•"/>
              <a:defRPr>
                <a:solidFill>
                  <a:schemeClr val="bg1"/>
                </a:solidFill>
              </a:defRPr>
            </a:lvl4pPr>
            <a:lvl5pPr marL="2114550" indent="-285750">
              <a:buClr>
                <a:schemeClr val="bg1"/>
              </a:buClr>
              <a:buFont typeface="Aktiv Grotesk"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74285A73-5F89-444B-B12F-B9E47CB2DFD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7D747C1E-E5F9-3847-87C2-C1E33BFF68C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197733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484043"/>
          </a:xfrm>
        </p:spPr>
        <p:txBody>
          <a:bodyPr>
            <a:spAutoFit/>
          </a:bodyPr>
          <a:lstStyle/>
          <a:p>
            <a:r>
              <a:rPr lang="en-US"/>
              <a:t>Click to edit Master title style</a:t>
            </a:r>
          </a:p>
        </p:txBody>
      </p:sp>
      <p:pic>
        <p:nvPicPr>
          <p:cNvPr id="7" name="Graphic 6">
            <a:extLst>
              <a:ext uri="{FF2B5EF4-FFF2-40B4-BE49-F238E27FC236}">
                <a16:creationId xmlns:a16="http://schemas.microsoft.com/office/drawing/2014/main" id="{29CC8F76-A361-314D-B285-35441B7FF5E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2B6F1109-EB65-C94A-AA12-2CF4DF38E7E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EAFEC2A3-61A0-3C4C-A1C7-F1D9EA9DE3D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6947089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p>
            <a:r>
              <a:rPr lang="en-US"/>
              <a:t>Click to edit Master title style</a:t>
            </a:r>
          </a:p>
        </p:txBody>
      </p: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06D1107E-377F-1C4D-825D-2D388EB1CC11}"/>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5EA424A9-9F99-5C4C-867C-130C2A181E2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7810278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1C7891-1362-8010-8830-780659EC8F66}"/>
              </a:ext>
            </a:extLst>
          </p:cNvPr>
          <p:cNvPicPr>
            <a:picLocks noChangeAspect="1"/>
          </p:cNvPicPr>
          <p:nvPr userDrawn="1"/>
        </p:nvPicPr>
        <p:blipFill>
          <a:blip r:embed="rId2"/>
          <a:stretch>
            <a:fillRect/>
          </a:stretch>
        </p:blipFill>
        <p:spPr>
          <a:xfrm>
            <a:off x="1175093"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prstGeom prst="rect">
            <a:avLst/>
          </a:prstGeo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12" name="Footer Placeholder 4">
            <a:extLst>
              <a:ext uri="{FF2B5EF4-FFF2-40B4-BE49-F238E27FC236}">
                <a16:creationId xmlns:a16="http://schemas.microsoft.com/office/drawing/2014/main" id="{62696866-BC8C-9147-9465-61E5AEA4F581}"/>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EF17C66D-3409-BF41-8787-FD6B3224F20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Tree>
    <p:extLst>
      <p:ext uri="{BB962C8B-B14F-4D97-AF65-F5344CB8AC3E}">
        <p14:creationId xmlns:p14="http://schemas.microsoft.com/office/powerpoint/2010/main" val="42468700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264690-A606-6B63-BC27-F4A5A5FBC7C4}"/>
              </a:ext>
            </a:extLst>
          </p:cNvPr>
          <p:cNvPicPr>
            <a:picLocks noChangeAspect="1"/>
          </p:cNvPicPr>
          <p:nvPr userDrawn="1"/>
        </p:nvPicPr>
        <p:blipFill>
          <a:blip r:embed="rId2"/>
          <a:stretch>
            <a:fillRect/>
          </a:stretch>
        </p:blipFill>
        <p:spPr>
          <a:xfrm>
            <a:off x="609600" y="0"/>
            <a:ext cx="11582400"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834B8D64-D2B5-B04A-8E1B-280A11CF824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5" name="Footer Placeholder 4">
            <a:extLst>
              <a:ext uri="{FF2B5EF4-FFF2-40B4-BE49-F238E27FC236}">
                <a16:creationId xmlns:a16="http://schemas.microsoft.com/office/drawing/2014/main" id="{D6781EC2-90CC-EA49-9C4F-F63A18DB9A4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6" name="Slide Number Placeholder 5">
            <a:extLst>
              <a:ext uri="{FF2B5EF4-FFF2-40B4-BE49-F238E27FC236}">
                <a16:creationId xmlns:a16="http://schemas.microsoft.com/office/drawing/2014/main" id="{773A6A02-6A23-704D-B348-F117251E3C9B}"/>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29190856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4737100" y="0"/>
            <a:ext cx="7454900" cy="62738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0" y="5317262"/>
            <a:ext cx="5686425" cy="461665"/>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23545" y="1011652"/>
            <a:ext cx="3519585" cy="195463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38659" y="4363423"/>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3005012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358406" y="0"/>
            <a:ext cx="10833593" cy="6858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433148"/>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090531"/>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79887805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4292600" y="0"/>
            <a:ext cx="7899400" cy="6858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0" y="5317262"/>
            <a:ext cx="5686425" cy="461665"/>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23545" y="344507"/>
            <a:ext cx="3519585" cy="195463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38659" y="4363423"/>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34346911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272806" y="0"/>
            <a:ext cx="9919194" cy="6858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937059"/>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594442"/>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37843152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1032953"/>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690336"/>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347523" y="0"/>
            <a:ext cx="6844477" cy="6858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68357968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5436844" y="311905"/>
            <a:ext cx="5580063" cy="2100073"/>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5454307" y="2484528"/>
            <a:ext cx="4437855" cy="800219"/>
          </a:xfrm>
          <a:prstGeom prst="rect">
            <a:avLst/>
          </a:prstGeom>
        </p:spPr>
        <p:txBody>
          <a:bodyPr vert="horz" wrap="square" lIns="0" tIns="0" rIns="0" bIns="0" rtlCol="0" anchor="t">
            <a:spAutoFit/>
          </a:bodyPr>
          <a:lstStyle>
            <a:lvl1pPr marL="0" indent="0">
              <a:buNone/>
              <a:defRPr lang="en-US" sz="2600" dirty="0">
                <a:ln>
                  <a:noFill/>
                </a:ln>
                <a:solidFill>
                  <a:schemeClr val="bg1"/>
                </a:solidFill>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1905000" y="0"/>
            <a:ext cx="10287000" cy="6858000"/>
          </a:xfrm>
          <a:prstGeom prst="rect">
            <a:avLst/>
          </a:prstGeom>
        </p:spPr>
      </p:pic>
    </p:spTree>
    <p:extLst>
      <p:ext uri="{BB962C8B-B14F-4D97-AF65-F5344CB8AC3E}">
        <p14:creationId xmlns:p14="http://schemas.microsoft.com/office/powerpoint/2010/main" val="23390444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7454900" cy="62738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091679" y="1113883"/>
            <a:ext cx="5100321" cy="2242568"/>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38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109142" y="3429000"/>
            <a:ext cx="5084359" cy="307777"/>
          </a:xfrm>
          <a:prstGeom prst="rect">
            <a:avLst/>
          </a:prstGeom>
        </p:spPr>
        <p:txBody>
          <a:bodyPr vert="horz" wrap="square" lIns="0" tIns="0" rIns="0" bIns="0" rtlCol="0" anchor="t">
            <a:spAutoFit/>
          </a:bodyPr>
          <a:lstStyle>
            <a:lvl1pPr marL="0" indent="0">
              <a:buNone/>
              <a:defRPr lang="en-US" sz="2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95511656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552" y="309191"/>
            <a:ext cx="259873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300"/>
              </a:spcBef>
              <a:spcAft>
                <a:spcPts val="300"/>
              </a:spcAft>
            </a:pPr>
            <a:r>
              <a:rPr lang="en-US" sz="1500" b="1">
                <a:solidFill>
                  <a:schemeClr val="tx1"/>
                </a:solidFill>
              </a:rPr>
              <a:t>Rackspace Technology</a:t>
            </a:r>
          </a:p>
          <a:p>
            <a:pPr>
              <a:lnSpc>
                <a:spcPct val="110000"/>
              </a:lnSpc>
              <a:spcBef>
                <a:spcPts val="300"/>
              </a:spcBef>
              <a:spcAft>
                <a:spcPts val="300"/>
              </a:spcAft>
            </a:pPr>
            <a:r>
              <a:rPr lang="en-US" sz="1500">
                <a:solidFill>
                  <a:schemeClr val="tx1"/>
                </a:solidFill>
              </a:rPr>
              <a:t>One Fanatical Place</a:t>
            </a:r>
            <a:br>
              <a:rPr lang="en-US" sz="1500">
                <a:solidFill>
                  <a:schemeClr val="tx1"/>
                </a:solidFill>
              </a:rPr>
            </a:br>
            <a:r>
              <a:rPr lang="en-US" sz="1500">
                <a:solidFill>
                  <a:schemeClr val="tx1"/>
                </a:solidFill>
              </a:rPr>
              <a:t>San Antonio, TX 78218</a:t>
            </a:r>
          </a:p>
          <a:p>
            <a:pPr>
              <a:lnSpc>
                <a:spcPct val="110000"/>
              </a:lnSpc>
              <a:spcBef>
                <a:spcPts val="300"/>
              </a:spcBef>
              <a:spcAft>
                <a:spcPts val="300"/>
              </a:spcAft>
            </a:pPr>
            <a:r>
              <a:rPr lang="en-US" sz="1500">
                <a:solidFill>
                  <a:schemeClr val="tx1"/>
                </a:solidFill>
              </a:rPr>
              <a:t>US sales: 1-800-961-2888 </a:t>
            </a:r>
            <a:br>
              <a:rPr lang="en-US" sz="1500">
                <a:solidFill>
                  <a:schemeClr val="tx1"/>
                </a:solidFill>
              </a:rPr>
            </a:br>
            <a:r>
              <a:rPr lang="en-US" sz="1500">
                <a:solidFill>
                  <a:schemeClr val="tx1"/>
                </a:solidFill>
              </a:rPr>
              <a:t>US support: 1-800-961-4454  </a:t>
            </a:r>
          </a:p>
          <a:p>
            <a:pPr marL="0" algn="l" defTabSz="228600" rtl="0" eaLnBrk="1" latinLnBrk="0" hangingPunct="1">
              <a:lnSpc>
                <a:spcPct val="110000"/>
              </a:lnSpc>
              <a:spcBef>
                <a:spcPts val="300"/>
              </a:spcBef>
              <a:spcAft>
                <a:spcPts val="1800"/>
              </a:spcAft>
            </a:pPr>
            <a:r>
              <a:rPr lang="en-US" sz="1500" b="1" kern="1200" cap="none">
                <a:solidFill>
                  <a:schemeClr val="tx1"/>
                </a:solidFill>
                <a:latin typeface="+mn-lt"/>
                <a:ea typeface="+mn-ea"/>
                <a:cs typeface="+mn-cs"/>
              </a:rPr>
              <a:t>www.rackspace.com</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a:ln>
                  <a:noFill/>
                </a:ln>
                <a:solidFill>
                  <a:schemeClr val="tx1"/>
                </a:solidFill>
                <a:effectLst/>
                <a:uLnTx/>
                <a:uFillTx/>
                <a:latin typeface="+mn-lt"/>
                <a:ea typeface="+mn-ea"/>
                <a:cs typeface="+mn-cs"/>
              </a:rPr>
              <a:t>®</a:t>
            </a:r>
            <a:r>
              <a:rPr kumimoji="0" lang="en-US" sz="6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a:ln>
                  <a:noFill/>
                </a:ln>
                <a:solidFill>
                  <a:schemeClr val="tx1"/>
                </a:solidFill>
                <a:effectLst/>
                <a:uLnTx/>
                <a:uFillTx/>
                <a:latin typeface="+mn-lt"/>
                <a:ea typeface="+mn-ea"/>
                <a:cs typeface="+mn-cs"/>
              </a:rPr>
              <a:t>®</a:t>
            </a:r>
            <a:r>
              <a:rPr kumimoji="0" lang="en-US" sz="600" b="0" i="0" u="none" strike="noStrike" kern="1200" cap="none" spc="0" normalizeH="0" baseline="0" noProof="0">
                <a:ln>
                  <a:noFill/>
                </a:ln>
                <a:solidFill>
                  <a:schemeClr val="tx1"/>
                </a:solidFill>
                <a:effectLst/>
                <a:uLnTx/>
                <a:uFillTx/>
                <a:latin typeface="+mn-lt"/>
                <a:ea typeface="+mn-ea"/>
                <a:cs typeface="+mn-cs"/>
              </a:rPr>
              <a:t> and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914400" rtl="0" eaLnBrk="1" fontAlgn="auto" latinLnBrk="0" hangingPunct="1">
              <a:lnSpc>
                <a:spcPct val="110000"/>
              </a:lnSpc>
              <a:spcBef>
                <a:spcPts val="300"/>
              </a:spcBef>
              <a:spcAft>
                <a:spcPts val="300"/>
              </a:spcAft>
              <a:buClrTx/>
              <a:buSzTx/>
              <a:buFont typeface="Aktiv Grotesk" panose="020B0604020202020204" pitchFamily="34" charset="0"/>
              <a:buNone/>
              <a:tabLst/>
              <a:defRPr/>
            </a:pPr>
            <a:endParaRPr lang="en-US" sz="450" cap="none" baseline="0">
              <a:solidFill>
                <a:schemeClr val="tx1"/>
              </a:solidFill>
            </a:endParaRPr>
          </a:p>
          <a:p>
            <a:pPr>
              <a:spcBef>
                <a:spcPts val="300"/>
              </a:spcBef>
              <a:spcAft>
                <a:spcPts val="300"/>
              </a:spcAft>
            </a:pPr>
            <a:endParaRPr lang="en-US" sz="45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35283118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a:solidFill>
                  <a:schemeClr val="tx1"/>
                </a:solidFill>
                <a:latin typeface="+mn-lt"/>
                <a:ea typeface="+mn-ea"/>
                <a:cs typeface="+mn-cs"/>
              </a:rPr>
              <a:t>Rackspace Technology</a:t>
            </a:r>
          </a:p>
          <a:p>
            <a:pPr marL="0" algn="l" defTabSz="228600" rtl="0" eaLnBrk="1" latinLnBrk="0" hangingPunct="1">
              <a:lnSpc>
                <a:spcPct val="110000"/>
              </a:lnSpc>
              <a:spcBef>
                <a:spcPts val="300"/>
              </a:spcBef>
              <a:spcAft>
                <a:spcPts val="300"/>
              </a:spcAft>
            </a:pPr>
            <a:r>
              <a:rPr lang="en-US" sz="1500" kern="1200">
                <a:solidFill>
                  <a:schemeClr val="tx1"/>
                </a:solidFill>
                <a:latin typeface="+mn-lt"/>
                <a:ea typeface="+mn-ea"/>
                <a:cs typeface="+mn-cs"/>
              </a:rPr>
              <a:t>Unit 2, 6 Millington Road</a:t>
            </a:r>
            <a:br>
              <a:rPr lang="en-US" sz="1500" kern="1200">
                <a:solidFill>
                  <a:schemeClr val="tx1"/>
                </a:solidFill>
                <a:latin typeface="+mn-lt"/>
                <a:ea typeface="+mn-ea"/>
                <a:cs typeface="+mn-cs"/>
              </a:rPr>
            </a:br>
            <a:r>
              <a:rPr lang="en-US" sz="1500" kern="1200">
                <a:solidFill>
                  <a:schemeClr val="tx1"/>
                </a:solidFill>
                <a:latin typeface="+mn-lt"/>
                <a:ea typeface="+mn-ea"/>
                <a:cs typeface="+mn-cs"/>
              </a:rPr>
              <a:t>Hayes, Middlesex </a:t>
            </a:r>
            <a:br>
              <a:rPr lang="en-US" sz="1500" kern="1200">
                <a:solidFill>
                  <a:schemeClr val="tx1"/>
                </a:solidFill>
                <a:latin typeface="+mn-lt"/>
                <a:ea typeface="+mn-ea"/>
                <a:cs typeface="+mn-cs"/>
              </a:rPr>
            </a:br>
            <a:r>
              <a:rPr lang="en-US" sz="1500" kern="1200">
                <a:solidFill>
                  <a:schemeClr val="tx1"/>
                </a:solidFill>
                <a:latin typeface="+mn-lt"/>
                <a:ea typeface="+mn-ea"/>
                <a:cs typeface="+mn-cs"/>
              </a:rPr>
              <a:t>UB3 4AZ</a:t>
            </a:r>
          </a:p>
          <a:p>
            <a:pPr>
              <a:lnSpc>
                <a:spcPct val="110000"/>
              </a:lnSpc>
              <a:spcBef>
                <a:spcPts val="300"/>
              </a:spcBef>
              <a:spcAft>
                <a:spcPts val="300"/>
              </a:spcAft>
            </a:pPr>
            <a:r>
              <a:rPr lang="en-US" sz="1500">
                <a:solidFill>
                  <a:schemeClr val="tx1"/>
                </a:solidFill>
              </a:rPr>
              <a:t>U.K. sales: 0800 988 0100  </a:t>
            </a:r>
            <a:br>
              <a:rPr lang="en-US" sz="1500">
                <a:solidFill>
                  <a:schemeClr val="tx1"/>
                </a:solidFill>
              </a:rPr>
            </a:br>
            <a:r>
              <a:rPr lang="en-US" sz="1500">
                <a:solidFill>
                  <a:schemeClr val="tx1"/>
                </a:solidFill>
              </a:rPr>
              <a:t>U.K. support: 0800 988 0300   </a:t>
            </a:r>
          </a:p>
          <a:p>
            <a:pPr marL="0" algn="l" defTabSz="228600" rtl="0" eaLnBrk="1" latinLnBrk="0" hangingPunct="1">
              <a:lnSpc>
                <a:spcPct val="110000"/>
              </a:lnSpc>
              <a:spcBef>
                <a:spcPts val="300"/>
              </a:spcBef>
              <a:spcAft>
                <a:spcPts val="1800"/>
              </a:spcAft>
            </a:pPr>
            <a:r>
              <a:rPr lang="en-US" sz="1500" b="1" kern="1200" cap="none">
                <a:solidFill>
                  <a:schemeClr val="tx1"/>
                </a:solidFill>
                <a:latin typeface="+mn-lt"/>
                <a:ea typeface="+mn-ea"/>
                <a:cs typeface="+mn-cs"/>
              </a:rPr>
              <a:t>www.rackspace.co.uk</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a:ln>
                  <a:noFill/>
                </a:ln>
                <a:solidFill>
                  <a:schemeClr val="tx1"/>
                </a:solidFill>
                <a:effectLst/>
                <a:uLnTx/>
                <a:uFillTx/>
                <a:latin typeface="+mn-lt"/>
                <a:ea typeface="+mn-ea"/>
                <a:cs typeface="+mn-cs"/>
              </a:rPr>
              <a:t>®</a:t>
            </a:r>
            <a:r>
              <a:rPr kumimoji="0" lang="en-US" sz="6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a:ln>
                  <a:noFill/>
                </a:ln>
                <a:solidFill>
                  <a:schemeClr val="tx1"/>
                </a:solidFill>
                <a:effectLst/>
                <a:uLnTx/>
                <a:uFillTx/>
                <a:latin typeface="+mn-lt"/>
                <a:ea typeface="+mn-ea"/>
                <a:cs typeface="+mn-cs"/>
              </a:rPr>
              <a:t>®</a:t>
            </a:r>
            <a:r>
              <a:rPr kumimoji="0" lang="en-US" sz="600" b="0" i="0" u="none" strike="noStrike" kern="1200" cap="none" spc="0" normalizeH="0" baseline="0" noProof="0">
                <a:ln>
                  <a:noFill/>
                </a:ln>
                <a:solidFill>
                  <a:schemeClr val="tx1"/>
                </a:solidFill>
                <a:effectLst/>
                <a:uLnTx/>
                <a:uFillTx/>
                <a:latin typeface="+mn-lt"/>
                <a:ea typeface="+mn-ea"/>
                <a:cs typeface="+mn-cs"/>
              </a:rPr>
              <a:t> and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a:solidFill>
                <a:schemeClr val="tx1"/>
              </a:solidFill>
            </a:endParaRPr>
          </a:p>
          <a:p>
            <a:pPr>
              <a:spcBef>
                <a:spcPts val="300"/>
              </a:spcBef>
              <a:spcAft>
                <a:spcPts val="300"/>
              </a:spcAft>
            </a:pPr>
            <a:endParaRPr lang="en-US" sz="45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67902712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a:solidFill>
                  <a:schemeClr val="tx1"/>
                </a:solidFill>
                <a:latin typeface="+mn-lt"/>
                <a:ea typeface="+mn-ea"/>
                <a:cs typeface="+mn-cs"/>
              </a:rPr>
              <a:t>Rackspace Technology</a:t>
            </a:r>
          </a:p>
          <a:p>
            <a:pPr marL="0" algn="l" defTabSz="228600" rtl="0" eaLnBrk="1" latinLnBrk="0" hangingPunct="1">
              <a:lnSpc>
                <a:spcPct val="110000"/>
              </a:lnSpc>
              <a:spcBef>
                <a:spcPts val="300"/>
              </a:spcBef>
              <a:spcAft>
                <a:spcPts val="300"/>
              </a:spcAft>
            </a:pPr>
            <a:r>
              <a:rPr lang="en-US" sz="1500" kern="1200">
                <a:solidFill>
                  <a:schemeClr val="tx1"/>
                </a:solidFill>
                <a:latin typeface="+mn-lt"/>
                <a:ea typeface="+mn-ea"/>
                <a:cs typeface="+mn-cs"/>
              </a:rPr>
              <a:t>Level 1, 37 Pitt Street,</a:t>
            </a:r>
            <a:br>
              <a:rPr lang="en-US" sz="1500" kern="1200">
                <a:solidFill>
                  <a:schemeClr val="tx1"/>
                </a:solidFill>
                <a:latin typeface="+mn-lt"/>
                <a:ea typeface="+mn-ea"/>
                <a:cs typeface="+mn-cs"/>
              </a:rPr>
            </a:br>
            <a:r>
              <a:rPr lang="en-US" sz="1500" kern="1200">
                <a:solidFill>
                  <a:schemeClr val="tx1"/>
                </a:solidFill>
                <a:latin typeface="+mn-lt"/>
                <a:ea typeface="+mn-ea"/>
                <a:cs typeface="+mn-cs"/>
              </a:rPr>
              <a:t>Sydney NSW 2000, Australia</a:t>
            </a:r>
          </a:p>
          <a:p>
            <a:pPr>
              <a:lnSpc>
                <a:spcPct val="110000"/>
              </a:lnSpc>
              <a:spcBef>
                <a:spcPts val="300"/>
              </a:spcBef>
              <a:spcAft>
                <a:spcPts val="300"/>
              </a:spcAft>
            </a:pPr>
            <a:r>
              <a:rPr lang="en-US" sz="1500">
                <a:solidFill>
                  <a:schemeClr val="tx1"/>
                </a:solidFill>
              </a:rPr>
              <a:t>AUS sales: 1-800-722-577</a:t>
            </a:r>
            <a:br>
              <a:rPr lang="en-US" sz="1500">
                <a:solidFill>
                  <a:schemeClr val="tx1"/>
                </a:solidFill>
              </a:rPr>
            </a:br>
            <a:r>
              <a:rPr lang="en-US" sz="1500">
                <a:solidFill>
                  <a:schemeClr val="tx1"/>
                </a:solidFill>
              </a:rPr>
              <a:t>AUS support: 1-800-421-267   </a:t>
            </a:r>
          </a:p>
          <a:p>
            <a:pPr marL="0" algn="l" defTabSz="228600" rtl="0" eaLnBrk="1" latinLnBrk="0" hangingPunct="1">
              <a:lnSpc>
                <a:spcPct val="110000"/>
              </a:lnSpc>
              <a:spcBef>
                <a:spcPts val="300"/>
              </a:spcBef>
              <a:spcAft>
                <a:spcPts val="1800"/>
              </a:spcAft>
            </a:pPr>
            <a:r>
              <a:rPr lang="en-US" sz="1500" b="1" kern="1200" cap="none">
                <a:solidFill>
                  <a:schemeClr val="tx1"/>
                </a:solidFill>
                <a:latin typeface="+mn-lt"/>
                <a:ea typeface="+mn-ea"/>
                <a:cs typeface="+mn-cs"/>
              </a:rPr>
              <a:t>www.rackspace.co.au</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a:ln>
                  <a:noFill/>
                </a:ln>
                <a:solidFill>
                  <a:schemeClr val="tx1"/>
                </a:solidFill>
                <a:effectLst/>
                <a:uLnTx/>
                <a:uFillTx/>
                <a:latin typeface="+mn-lt"/>
                <a:ea typeface="+mn-ea"/>
                <a:cs typeface="+mn-cs"/>
              </a:rPr>
              <a:t>®</a:t>
            </a:r>
            <a:r>
              <a:rPr kumimoji="0" lang="en-US" sz="6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a:ln>
                  <a:noFill/>
                </a:ln>
                <a:solidFill>
                  <a:schemeClr val="tx1"/>
                </a:solidFill>
                <a:effectLst/>
                <a:uLnTx/>
                <a:uFillTx/>
                <a:latin typeface="+mn-lt"/>
                <a:ea typeface="+mn-ea"/>
                <a:cs typeface="+mn-cs"/>
              </a:rPr>
              <a:t>®</a:t>
            </a:r>
            <a:r>
              <a:rPr kumimoji="0" lang="en-US" sz="600" b="0" i="0" u="none" strike="noStrike" kern="1200" cap="none" spc="0" normalizeH="0" baseline="0" noProof="0">
                <a:ln>
                  <a:noFill/>
                </a:ln>
                <a:solidFill>
                  <a:schemeClr val="tx1"/>
                </a:solidFill>
                <a:effectLst/>
                <a:uLnTx/>
                <a:uFillTx/>
                <a:latin typeface="+mn-lt"/>
                <a:ea typeface="+mn-ea"/>
                <a:cs typeface="+mn-cs"/>
              </a:rPr>
              <a:t> and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a:solidFill>
                <a:schemeClr val="tx1"/>
              </a:solidFill>
            </a:endParaRPr>
          </a:p>
          <a:p>
            <a:pPr>
              <a:spcBef>
                <a:spcPts val="300"/>
              </a:spcBef>
              <a:spcAft>
                <a:spcPts val="300"/>
              </a:spcAft>
            </a:pPr>
            <a:endParaRPr lang="en-US" sz="45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421461994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618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a:solidFill>
                  <a:schemeClr val="tx1"/>
                </a:solidFill>
                <a:latin typeface="+mn-lt"/>
                <a:ea typeface="+mn-ea"/>
                <a:cs typeface="+mn-cs"/>
              </a:rPr>
              <a:t>Rackspace Technology</a:t>
            </a:r>
          </a:p>
          <a:p>
            <a:pPr marL="0" marR="0" lvl="0" indent="0" algn="l" defTabSz="228600" rtl="0" eaLnBrk="1" fontAlgn="auto" latinLnBrk="0" hangingPunct="1">
              <a:lnSpc>
                <a:spcPct val="110000"/>
              </a:lnSpc>
              <a:spcBef>
                <a:spcPts val="300"/>
              </a:spcBef>
              <a:spcAft>
                <a:spcPts val="600"/>
              </a:spcAft>
              <a:buClrTx/>
              <a:buSzTx/>
              <a:buFontTx/>
              <a:buNone/>
              <a:tabLst/>
              <a:defRPr/>
            </a:pPr>
            <a:r>
              <a:rPr lang="en-US" sz="1500" kern="1200" cap="none">
                <a:solidFill>
                  <a:schemeClr val="tx1"/>
                </a:solidFill>
                <a:latin typeface="+mn-lt"/>
                <a:ea typeface="+mn-ea"/>
                <a:cs typeface="+mn-cs"/>
              </a:rPr>
              <a:t>9/F., Cambridge House</a:t>
            </a:r>
            <a:br>
              <a:rPr lang="en-US" sz="1500" kern="1200" cap="none">
                <a:solidFill>
                  <a:schemeClr val="tx1"/>
                </a:solidFill>
                <a:latin typeface="+mn-lt"/>
                <a:ea typeface="+mn-ea"/>
                <a:cs typeface="+mn-cs"/>
              </a:rPr>
            </a:br>
            <a:r>
              <a:rPr lang="en-US" sz="1500" kern="1200" cap="none">
                <a:solidFill>
                  <a:schemeClr val="tx1"/>
                </a:solidFill>
                <a:latin typeface="+mn-lt"/>
                <a:ea typeface="+mn-ea"/>
                <a:cs typeface="+mn-cs"/>
              </a:rPr>
              <a:t>Taikoo Place, 979 King's Road</a:t>
            </a:r>
            <a:br>
              <a:rPr lang="en-US" sz="1500" kern="1200" cap="none">
                <a:solidFill>
                  <a:schemeClr val="tx1"/>
                </a:solidFill>
                <a:latin typeface="+mn-lt"/>
                <a:ea typeface="+mn-ea"/>
                <a:cs typeface="+mn-cs"/>
              </a:rPr>
            </a:br>
            <a:r>
              <a:rPr lang="en-US" sz="1500" kern="1200" cap="none">
                <a:solidFill>
                  <a:schemeClr val="tx1"/>
                </a:solidFill>
                <a:latin typeface="+mn-lt"/>
                <a:ea typeface="+mn-ea"/>
                <a:cs typeface="+mn-cs"/>
              </a:rPr>
              <a:t>Quarry Bay, Hong Kong</a:t>
            </a:r>
          </a:p>
          <a:p>
            <a:pPr marL="0" algn="l" defTabSz="228600" rtl="0" eaLnBrk="1" latinLnBrk="0" hangingPunct="1">
              <a:lnSpc>
                <a:spcPct val="110000"/>
              </a:lnSpc>
              <a:spcBef>
                <a:spcPts val="300"/>
              </a:spcBef>
              <a:spcAft>
                <a:spcPts val="0"/>
              </a:spcAft>
            </a:pPr>
            <a:r>
              <a:rPr lang="en-US" sz="1500" kern="1200" cap="none">
                <a:solidFill>
                  <a:schemeClr val="tx1"/>
                </a:solidFill>
                <a:latin typeface="+mn-lt"/>
                <a:ea typeface="+mn-ea"/>
                <a:cs typeface="+mn-cs"/>
              </a:rPr>
              <a:t>China: +86 21 5058 8808 </a:t>
            </a:r>
          </a:p>
          <a:p>
            <a:pPr marL="0" algn="l" defTabSz="228600" rtl="0" eaLnBrk="1" latinLnBrk="0" hangingPunct="1">
              <a:lnSpc>
                <a:spcPct val="110000"/>
              </a:lnSpc>
              <a:spcBef>
                <a:spcPts val="300"/>
              </a:spcBef>
              <a:spcAft>
                <a:spcPts val="0"/>
              </a:spcAft>
            </a:pPr>
            <a:r>
              <a:rPr lang="en-US" sz="1500" kern="1200" cap="none">
                <a:solidFill>
                  <a:schemeClr val="tx1"/>
                </a:solidFill>
                <a:latin typeface="+mn-lt"/>
                <a:ea typeface="+mn-ea"/>
                <a:cs typeface="+mn-cs"/>
              </a:rPr>
              <a:t>Hong Kong: +852 3752 6488 </a:t>
            </a:r>
          </a:p>
          <a:p>
            <a:pPr marL="0" algn="l" defTabSz="228600" rtl="0" eaLnBrk="1" latinLnBrk="0" hangingPunct="1">
              <a:lnSpc>
                <a:spcPct val="110000"/>
              </a:lnSpc>
              <a:spcBef>
                <a:spcPts val="300"/>
              </a:spcBef>
              <a:spcAft>
                <a:spcPts val="0"/>
              </a:spcAft>
            </a:pPr>
            <a:r>
              <a:rPr lang="en-US" sz="1500" kern="1200" cap="none">
                <a:solidFill>
                  <a:schemeClr val="tx1"/>
                </a:solidFill>
                <a:latin typeface="+mn-lt"/>
                <a:ea typeface="+mn-ea"/>
                <a:cs typeface="+mn-cs"/>
              </a:rPr>
              <a:t>India: 000800 100 8796</a:t>
            </a:r>
          </a:p>
          <a:p>
            <a:pPr marL="0" algn="l" defTabSz="228600" rtl="0" eaLnBrk="1" latinLnBrk="0" hangingPunct="1">
              <a:lnSpc>
                <a:spcPct val="110000"/>
              </a:lnSpc>
              <a:spcBef>
                <a:spcPts val="300"/>
              </a:spcBef>
              <a:spcAft>
                <a:spcPts val="0"/>
              </a:spcAft>
            </a:pPr>
            <a:r>
              <a:rPr lang="en-US" sz="1500" kern="1200" cap="none">
                <a:solidFill>
                  <a:schemeClr val="tx1"/>
                </a:solidFill>
                <a:latin typeface="+mn-lt"/>
                <a:ea typeface="+mn-ea"/>
                <a:cs typeface="+mn-cs"/>
              </a:rPr>
              <a:t>Philippines: 1 800 1110 1468 </a:t>
            </a:r>
          </a:p>
          <a:p>
            <a:pPr marL="0" algn="l" defTabSz="228600" rtl="0" eaLnBrk="1" latinLnBrk="0" hangingPunct="1">
              <a:lnSpc>
                <a:spcPct val="110000"/>
              </a:lnSpc>
              <a:spcBef>
                <a:spcPts val="300"/>
              </a:spcBef>
              <a:spcAft>
                <a:spcPts val="0"/>
              </a:spcAft>
            </a:pPr>
            <a:r>
              <a:rPr lang="en-US" sz="1500" kern="1200" cap="none">
                <a:solidFill>
                  <a:schemeClr val="tx1"/>
                </a:solidFill>
                <a:latin typeface="+mn-lt"/>
                <a:ea typeface="+mn-ea"/>
                <a:cs typeface="+mn-cs"/>
              </a:rPr>
              <a:t>Singapore: +65 6428 6102 </a:t>
            </a:r>
          </a:p>
          <a:p>
            <a:pPr marL="0" algn="l" defTabSz="228600" rtl="0" eaLnBrk="1" latinLnBrk="0" hangingPunct="1">
              <a:lnSpc>
                <a:spcPct val="110000"/>
              </a:lnSpc>
              <a:spcBef>
                <a:spcPts val="300"/>
              </a:spcBef>
              <a:spcAft>
                <a:spcPts val="0"/>
              </a:spcAft>
            </a:pPr>
            <a:r>
              <a:rPr lang="en-US" sz="1500" kern="1200" cap="none">
                <a:solidFill>
                  <a:schemeClr val="tx1"/>
                </a:solidFill>
                <a:latin typeface="+mn-lt"/>
                <a:ea typeface="+mn-ea"/>
                <a:cs typeface="+mn-cs"/>
              </a:rPr>
              <a:t>Taiwan: +886 2 2650 7441</a:t>
            </a:r>
          </a:p>
          <a:p>
            <a:pPr marL="0" algn="l" defTabSz="228600" rtl="0" eaLnBrk="1" latinLnBrk="0" hangingPunct="1">
              <a:lnSpc>
                <a:spcPct val="110000"/>
              </a:lnSpc>
              <a:spcBef>
                <a:spcPts val="300"/>
              </a:spcBef>
              <a:spcAft>
                <a:spcPts val="600"/>
              </a:spcAft>
            </a:pPr>
            <a:r>
              <a:rPr lang="en-US" sz="1500" kern="1200" cap="none">
                <a:solidFill>
                  <a:schemeClr val="tx1"/>
                </a:solidFill>
                <a:latin typeface="+mn-lt"/>
                <a:ea typeface="+mn-ea"/>
                <a:cs typeface="+mn-cs"/>
              </a:rPr>
              <a:t>Thailand: +66 2105 5712 </a:t>
            </a:r>
          </a:p>
          <a:p>
            <a:pPr marL="0" algn="l" defTabSz="228600" rtl="0" eaLnBrk="1" latinLnBrk="0" hangingPunct="1">
              <a:lnSpc>
                <a:spcPct val="110000"/>
              </a:lnSpc>
              <a:spcBef>
                <a:spcPts val="300"/>
              </a:spcBef>
              <a:spcAft>
                <a:spcPts val="1800"/>
              </a:spcAft>
            </a:pPr>
            <a:r>
              <a:rPr lang="en-US" sz="1500" b="1" kern="1200" cap="none">
                <a:solidFill>
                  <a:schemeClr val="tx1"/>
                </a:solidFill>
                <a:latin typeface="+mn-lt"/>
                <a:ea typeface="+mn-ea"/>
                <a:cs typeface="+mn-cs"/>
              </a:rPr>
              <a:t>www.rackspace.com</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a:ln>
                  <a:noFill/>
                </a:ln>
                <a:solidFill>
                  <a:schemeClr val="tx1"/>
                </a:solidFill>
                <a:effectLst/>
                <a:uLnTx/>
                <a:uFillTx/>
                <a:latin typeface="+mn-lt"/>
                <a:ea typeface="+mn-ea"/>
                <a:cs typeface="+mn-cs"/>
              </a:rPr>
              <a:t>®</a:t>
            </a:r>
            <a:r>
              <a:rPr kumimoji="0" lang="en-US" sz="6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a:ln>
                  <a:noFill/>
                </a:ln>
                <a:solidFill>
                  <a:schemeClr val="tx1"/>
                </a:solidFill>
                <a:effectLst/>
                <a:uLnTx/>
                <a:uFillTx/>
                <a:latin typeface="+mn-lt"/>
                <a:ea typeface="+mn-ea"/>
                <a:cs typeface="+mn-cs"/>
              </a:rPr>
              <a:t>®</a:t>
            </a:r>
            <a:r>
              <a:rPr kumimoji="0" lang="en-US" sz="600" b="0" i="0" u="none" strike="noStrike" kern="1200" cap="none" spc="0" normalizeH="0" baseline="0" noProof="0">
                <a:ln>
                  <a:noFill/>
                </a:ln>
                <a:solidFill>
                  <a:schemeClr val="tx1"/>
                </a:solidFill>
                <a:effectLst/>
                <a:uLnTx/>
                <a:uFillTx/>
                <a:latin typeface="+mn-lt"/>
                <a:ea typeface="+mn-ea"/>
                <a:cs typeface="+mn-cs"/>
              </a:rPr>
              <a:t> and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a:ln>
                  <a:noFill/>
                </a:ln>
                <a:solidFill>
                  <a:schemeClr val="tx1"/>
                </a:solidFill>
                <a:effectLst/>
                <a:uLnTx/>
                <a:uFillTx/>
                <a:latin typeface="+mn-lt"/>
                <a:ea typeface="+mn-ea"/>
                <a:cs typeface="+mn-cs"/>
              </a:rPr>
            </a:br>
            <a:r>
              <a:rPr kumimoji="0" lang="en-US" sz="6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a:solidFill>
                <a:schemeClr val="tx1"/>
              </a:solidFill>
            </a:endParaRPr>
          </a:p>
          <a:p>
            <a:pPr>
              <a:spcBef>
                <a:spcPts val="300"/>
              </a:spcBef>
              <a:spcAft>
                <a:spcPts val="300"/>
              </a:spcAft>
            </a:pPr>
            <a:endParaRPr lang="en-US" sz="45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414859974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838200" y="0"/>
            <a:ext cx="10515600" cy="6858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2823505" y="2807208"/>
            <a:ext cx="6544990" cy="1243584"/>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1957089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838200" y="0"/>
            <a:ext cx="10515600" cy="6858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167607" y="2991749"/>
            <a:ext cx="4011558" cy="1243584"/>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79861114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12192000" cy="15400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101556" y="-8229"/>
            <a:ext cx="8580301" cy="1548271"/>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545302"/>
            <a:ext cx="11495554" cy="429348"/>
          </a:xfrm>
        </p:spPr>
        <p:txBody>
          <a:bodyPr anchor="ctr"/>
          <a:lstStyle>
            <a:lvl1pPr>
              <a:lnSpc>
                <a:spcPct val="90000"/>
              </a:lnSpc>
              <a:defRPr/>
            </a:lvl1pPr>
          </a:lstStyle>
          <a:p>
            <a:r>
              <a:rPr lang="en-US"/>
              <a:t>Click to edit Master title style</a:t>
            </a:r>
          </a:p>
        </p:txBody>
      </p:sp>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5" name="Graphic 4">
            <a:extLst>
              <a:ext uri="{FF2B5EF4-FFF2-40B4-BE49-F238E27FC236}">
                <a16:creationId xmlns:a16="http://schemas.microsoft.com/office/drawing/2014/main" id="{A1BA207D-4813-CC5A-FEDD-B7BA424933A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11068511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584775"/>
          </a:xfrm>
        </p:spPr>
        <p:txBody>
          <a:bodyPr vert="horz" lIns="0" tIns="0" rIns="0" bIns="0" rtlCol="0">
            <a:spAutoFit/>
          </a:bodyPr>
          <a:lstStyle>
            <a:lvl1pPr marL="11113" indent="-11113" algn="l">
              <a:buFontTx/>
              <a:buNone/>
              <a:tabLst/>
              <a:defRPr lang="en-US" sz="1900" dirty="0">
                <a:ln w="3175">
                  <a:noFill/>
                </a:ln>
                <a:solidFill>
                  <a:schemeClr val="bg1"/>
                </a:solidFill>
              </a:defRPr>
            </a:lvl1pPr>
          </a:lstStyle>
          <a:p>
            <a:pPr marL="142875" lvl="0" indent="-142875"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554E613C-DA37-D9FC-31FB-0A07E64050F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372054466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4195323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1075695"/>
            <a:ext cx="12192000" cy="73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Graphic 3">
            <a:extLst>
              <a:ext uri="{FF2B5EF4-FFF2-40B4-BE49-F238E27FC236}">
                <a16:creationId xmlns:a16="http://schemas.microsoft.com/office/drawing/2014/main" id="{B911B7C7-E926-05BC-2545-04760DC6735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199982787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869781"/>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170878" y="1390650"/>
            <a:ext cx="11468100" cy="292388"/>
          </a:xfrm>
        </p:spPr>
        <p:txBody>
          <a:bodyPr/>
          <a:lstStyle>
            <a:lvl1pPr marL="0" indent="0">
              <a:buNone/>
              <a:defRPr sz="1900" b="1"/>
            </a:lvl1pPr>
            <a:lvl2pPr marL="283368"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413428726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0" y="-2403"/>
            <a:ext cx="12667343" cy="1099683"/>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p>
        </p:txBody>
      </p:sp>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60A098D7-3967-39A5-35E6-E8F4A6186F7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298387107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12192000" cy="15400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101556" y="-8229"/>
            <a:ext cx="8580301" cy="1548271"/>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545302"/>
            <a:ext cx="11495554" cy="429348"/>
          </a:xfrm>
        </p:spPr>
        <p:txBody>
          <a:bodyPr anchor="ctr"/>
          <a:lstStyle>
            <a:lvl1pPr>
              <a:lnSpc>
                <a:spcPct val="90000"/>
              </a:lnSpc>
              <a:defRPr/>
            </a:lvl1pPr>
          </a:lstStyle>
          <a:p>
            <a:r>
              <a:rPr lang="en-US"/>
              <a:t>Click to edit Master title style</a:t>
            </a:r>
          </a:p>
        </p:txBody>
      </p:sp>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5" name="Graphic 4">
            <a:extLst>
              <a:ext uri="{FF2B5EF4-FFF2-40B4-BE49-F238E27FC236}">
                <a16:creationId xmlns:a16="http://schemas.microsoft.com/office/drawing/2014/main" id="{A1BA207D-4813-CC5A-FEDD-B7BA424933A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360510451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90B200D3-B24E-1DFE-4B5A-CEDDA8B8E8B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409623036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5364173" cy="484043"/>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1145555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1388582"/>
            <a:ext cx="3800474" cy="1744067"/>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365760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388582"/>
            <a:ext cx="2734056" cy="1169551"/>
          </a:xfrm>
        </p:spPr>
        <p:txBody>
          <a:bodyPr vert="horz" lIns="0" tIns="0" rIns="0" bIns="0" rtlCol="0">
            <a:spAutoFit/>
          </a:bodyPr>
          <a:lstStyle>
            <a:lvl1pPr>
              <a:defRPr lang="en-US" sz="19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812157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3543377"/>
            <a:ext cx="8591550" cy="276999"/>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644530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7435813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4191000" y="0"/>
            <a:ext cx="0" cy="6858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AD9A29FD-5AAD-4CBE-E9A9-F1A72611AEE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318721926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D0FF3165-CA20-4EBA-29E2-E3EA5C576A1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219375281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B3939662-A50A-DB51-F315-98EE0D4D9B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188281405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5557799" cy="1744067"/>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DCAC317F-5007-58EF-8027-D363E1150F9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103543855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5557799" cy="1744067"/>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344489" y="876302"/>
            <a:ext cx="5561013" cy="584775"/>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E5B70829-80EB-448A-2F85-6B21014F7B3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300778864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3238501" y="2400300"/>
            <a:ext cx="2857499" cy="20574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1500"/>
              </a:spcAft>
              <a:buFont typeface="Aktiv Grotesk" panose="020B0604020202020204" pitchFamily="34" charset="0"/>
            </a:pPr>
            <a:r>
              <a:rPr lang="en-US"/>
              <a:t>Click to edit Master title style</a:t>
            </a:r>
          </a:p>
        </p:txBody>
      </p:sp>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D51F51BC-768F-2020-135D-C34422242AB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46724247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2209800"/>
            <a:ext cx="3238500" cy="46482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288045"/>
          </a:xfrm>
        </p:spPr>
        <p:txBody>
          <a:bodyPr>
            <a:spAutoFit/>
          </a:bodyPr>
          <a:lstStyle>
            <a:lvl1pPr>
              <a:lnSpc>
                <a:spcPct val="90000"/>
              </a:lnSpc>
              <a:defRPr>
                <a:solidFill>
                  <a:schemeClr val="bg1"/>
                </a:solidFill>
              </a:defRPr>
            </a:lvl1pPr>
          </a:lstStyle>
          <a:p>
            <a:r>
              <a:rPr lang="en-US"/>
              <a:t>Click to edit Master title style</a:t>
            </a:r>
          </a:p>
        </p:txBody>
      </p:sp>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8" name="Graphic 7">
            <a:extLst>
              <a:ext uri="{FF2B5EF4-FFF2-40B4-BE49-F238E27FC236}">
                <a16:creationId xmlns:a16="http://schemas.microsoft.com/office/drawing/2014/main" id="{7140CD87-1CBF-40C3-71C8-FD20EBA98D1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143463075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288045"/>
          </a:xfrm>
        </p:spPr>
        <p:txBody>
          <a:bodyPr>
            <a:spAutoFit/>
          </a:bodyPr>
          <a:lstStyle>
            <a:lvl1pPr>
              <a:lnSpc>
                <a:spcPct val="90000"/>
              </a:lnSpc>
              <a:defRPr>
                <a:solidFill>
                  <a:schemeClr val="bg1"/>
                </a:solidFill>
              </a:defRPr>
            </a:lvl1pPr>
          </a:lstStyle>
          <a:p>
            <a:r>
              <a:rPr lang="en-US"/>
              <a:t>Click to edit Master title style</a:t>
            </a:r>
          </a:p>
        </p:txBody>
      </p:sp>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4745736"/>
            <a:ext cx="3226194" cy="2112264"/>
          </a:xfrm>
          <a:prstGeom prst="rect">
            <a:avLst/>
          </a:prstGeom>
        </p:spPr>
      </p:pic>
      <p:pic>
        <p:nvPicPr>
          <p:cNvPr id="6" name="Graphic 5">
            <a:extLst>
              <a:ext uri="{FF2B5EF4-FFF2-40B4-BE49-F238E27FC236}">
                <a16:creationId xmlns:a16="http://schemas.microsoft.com/office/drawing/2014/main" id="{3DBDC23C-F89C-54C8-5B3C-F02552AD23B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218173320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3238500" y="0"/>
            <a:ext cx="8953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3238500" y="1752600"/>
            <a:ext cx="7797800" cy="51054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tx1"/>
                </a:solidFill>
              </a:defRPr>
            </a:lvl1pPr>
          </a:lstStyle>
          <a:p>
            <a:r>
              <a:rPr lang="en-US"/>
              <a:t>Click to edit Master title style</a:t>
            </a:r>
          </a:p>
        </p:txBody>
      </p:sp>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8BD4C2E7-8E1D-3DB2-1020-F5EC5CC0D2D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355679319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3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8536" r="-295"/>
          <a:stretch/>
        </p:blipFill>
        <p:spPr>
          <a:xfrm>
            <a:off x="0" y="3429000"/>
            <a:ext cx="4805680" cy="342900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8BD4C2E7-8E1D-3DB2-1020-F5EC5CC0D2D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419378568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914400" y="780779"/>
            <a:ext cx="2330793" cy="6077221"/>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344488" y="1843749"/>
            <a:ext cx="1810884" cy="1461939"/>
          </a:xfrm>
        </p:spPr>
        <p:txBody>
          <a:bodyPr wrap="square" lIns="0" tIns="0" rIns="0">
            <a:spAutoFit/>
          </a:bodyPr>
          <a:lstStyle>
            <a:lvl1pPr marL="0" indent="0" algn="l" fontAlgn="base">
              <a:lnSpc>
                <a:spcPct val="100000"/>
              </a:lnSpc>
              <a:spcBef>
                <a:spcPts val="0"/>
              </a:spcBef>
              <a:buFont typeface="Aktiv Grotesk" panose="020B0604020202020204" pitchFamily="34" charset="0"/>
              <a:buNone/>
              <a:defRPr lang="en-US" sz="19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4" name="Graphic 3">
            <a:extLst>
              <a:ext uri="{FF2B5EF4-FFF2-40B4-BE49-F238E27FC236}">
                <a16:creationId xmlns:a16="http://schemas.microsoft.com/office/drawing/2014/main" id="{0ACC32EE-67D2-0E2A-970A-706E373258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391966936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292388"/>
          </a:xfrm>
          <a:ln>
            <a:noFill/>
          </a:ln>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41240" y="3563605"/>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9202" y="3563605"/>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6203" y="3563605"/>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348146" y="3911077"/>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3241239" y="3911078"/>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6099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8976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pic>
        <p:nvPicPr>
          <p:cNvPr id="3" name="Graphic 2">
            <a:extLst>
              <a:ext uri="{FF2B5EF4-FFF2-40B4-BE49-F238E27FC236}">
                <a16:creationId xmlns:a16="http://schemas.microsoft.com/office/drawing/2014/main" id="{413B0202-6D37-04E8-9E06-AA43F398A39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341326846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pic>
        <p:nvPicPr>
          <p:cNvPr id="3" name="Graphic 2">
            <a:extLst>
              <a:ext uri="{FF2B5EF4-FFF2-40B4-BE49-F238E27FC236}">
                <a16:creationId xmlns:a16="http://schemas.microsoft.com/office/drawing/2014/main" id="{78A595E1-DB3F-B0FE-A8AB-5E997673487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118411833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2"/>
          <a:stretch>
            <a:fillRect/>
          </a:stretch>
        </p:blipFill>
        <p:spPr>
          <a:xfrm rot="10800000">
            <a:off x="3924300" y="0"/>
            <a:ext cx="8267700" cy="1905000"/>
          </a:xfrm>
          <a:prstGeom prst="rect">
            <a:avLst/>
          </a:prstGeom>
        </p:spPr>
      </p:pic>
      <p:pic>
        <p:nvPicPr>
          <p:cNvPr id="3" name="Graphic 2">
            <a:extLst>
              <a:ext uri="{FF2B5EF4-FFF2-40B4-BE49-F238E27FC236}">
                <a16:creationId xmlns:a16="http://schemas.microsoft.com/office/drawing/2014/main" id="{0BA76DCA-CCC1-8597-76F3-038E40D3FB73}"/>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53734910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2"/>
          <a:stretch>
            <a:fillRect/>
          </a:stretch>
        </p:blipFill>
        <p:spPr>
          <a:xfrm rot="10800000">
            <a:off x="3924300" y="0"/>
            <a:ext cx="8267700" cy="1905000"/>
          </a:xfrm>
          <a:prstGeom prst="rect">
            <a:avLst/>
          </a:prstGeom>
        </p:spPr>
      </p:pic>
      <p:pic>
        <p:nvPicPr>
          <p:cNvPr id="4" name="Graphic 3">
            <a:extLst>
              <a:ext uri="{FF2B5EF4-FFF2-40B4-BE49-F238E27FC236}">
                <a16:creationId xmlns:a16="http://schemas.microsoft.com/office/drawing/2014/main" id="{116DE60E-CF0C-C665-5AB2-3EE2CB345C2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321891891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584775"/>
          </a:xfrm>
        </p:spPr>
        <p:txBody>
          <a:bodyPr vert="horz" lIns="0" tIns="0" rIns="0" bIns="0" rtlCol="0">
            <a:spAutoFit/>
          </a:bodyPr>
          <a:lstStyle>
            <a:lvl1pPr marL="11113" indent="-11113" algn="l">
              <a:buFontTx/>
              <a:buNone/>
              <a:tabLst/>
              <a:defRPr lang="en-US" sz="1900" dirty="0">
                <a:ln w="3175">
                  <a:noFill/>
                </a:ln>
                <a:solidFill>
                  <a:schemeClr val="bg1"/>
                </a:solidFill>
              </a:defRPr>
            </a:lvl1pPr>
          </a:lstStyle>
          <a:p>
            <a:pPr marL="142875" lvl="0" indent="-142875"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554E613C-DA37-D9FC-31FB-0A07E64050F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63019481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p>
        </p:txBody>
      </p:sp>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05862A6B-FCC5-9AD9-2ACE-9E0D072DF4D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281793014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1012190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584775"/>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484043"/>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6981048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609600" y="0"/>
            <a:ext cx="11582400"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7" y="1842516"/>
            <a:ext cx="2607714" cy="1169551"/>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9226550" y="310896"/>
            <a:ext cx="2603500" cy="2021066"/>
          </a:xfrm>
        </p:spPr>
        <p:txBody>
          <a:bodyPr vert="horz" lIns="0" tIns="0" rIns="0" bIns="0" rtlCol="0">
            <a:spAutoFit/>
          </a:bodyPr>
          <a:lstStyle>
            <a:lvl1pPr marL="142875" marR="0" indent="-142875" algn="l" defTabSz="914400" rtl="0" eaLnBrk="1" fontAlgn="auto" latinLnBrk="0" hangingPunct="1">
              <a:lnSpc>
                <a:spcPct val="100000"/>
              </a:lnSpc>
              <a:spcBef>
                <a:spcPts val="0"/>
              </a:spcBef>
              <a:spcAft>
                <a:spcPts val="700"/>
              </a:spcAft>
              <a:buClr>
                <a:schemeClr val="bg1"/>
              </a:buClr>
              <a:buSzTx/>
              <a:buFont typeface="Aktiv Grotesk" panose="020B0604020202020204" pitchFamily="34" charset="0"/>
              <a:buChar char="•"/>
              <a:tabLst/>
              <a:defRPr lang="en-US" smtClean="0">
                <a:solidFill>
                  <a:schemeClr val="bg1"/>
                </a:solidFill>
              </a:defRPr>
            </a:lvl1pPr>
            <a:lvl2pPr marL="428625" marR="0" indent="-145257" algn="l" defTabSz="914400" rtl="0" eaLnBrk="1" fontAlgn="auto" latinLnBrk="0" hangingPunct="1">
              <a:lnSpc>
                <a:spcPct val="100000"/>
              </a:lnSpc>
              <a:spcBef>
                <a:spcPts val="0"/>
              </a:spcBef>
              <a:spcAft>
                <a:spcPts val="700"/>
              </a:spcAft>
              <a:buClr>
                <a:schemeClr val="bg1"/>
              </a:buClr>
              <a:buSzTx/>
              <a:buFont typeface="Aktiv Grotesk" panose="020B0604020202020204" pitchFamily="34" charset="0"/>
              <a:buChar char="•"/>
              <a:tabLst/>
              <a:defRPr lang="en-US" dirty="0" smtClean="0">
                <a:solidFill>
                  <a:schemeClr val="bg1"/>
                </a:solidFill>
              </a:defRPr>
            </a:lvl2pPr>
            <a:lvl3pPr marL="714375" marR="0" indent="-147638" algn="l" defTabSz="914400" rtl="0" eaLnBrk="1" fontAlgn="auto" latinLnBrk="0" hangingPunct="1">
              <a:lnSpc>
                <a:spcPct val="100000"/>
              </a:lnSpc>
              <a:spcBef>
                <a:spcPts val="0"/>
              </a:spcBef>
              <a:spcAft>
                <a:spcPts val="700"/>
              </a:spcAft>
              <a:buClr>
                <a:schemeClr val="bg1"/>
              </a:buClr>
              <a:buSzTx/>
              <a:buFont typeface="Aktiv Grotesk" panose="020B0604020202020204" pitchFamily="34" charset="0"/>
              <a:buChar char="•"/>
              <a:tabLst/>
              <a:defRPr lang="en-US" dirty="0" smtClean="0">
                <a:solidFill>
                  <a:schemeClr val="bg1"/>
                </a:solidFill>
              </a:defRPr>
            </a:lvl3pPr>
            <a:lvl4pPr marL="1000125" marR="0" indent="-150019" algn="l" defTabSz="914400" rtl="0" eaLnBrk="1" fontAlgn="auto" latinLnBrk="0" hangingPunct="1">
              <a:lnSpc>
                <a:spcPct val="100000"/>
              </a:lnSpc>
              <a:spcBef>
                <a:spcPts val="0"/>
              </a:spcBef>
              <a:spcAft>
                <a:spcPts val="700"/>
              </a:spcAft>
              <a:buClr>
                <a:schemeClr val="bg1"/>
              </a:buClr>
              <a:buSzTx/>
              <a:buFont typeface="Aktiv Grotesk" panose="020B0604020202020204" pitchFamily="34" charset="0"/>
              <a:buChar char="•"/>
              <a:tabLst/>
              <a:defRPr lang="en-US" dirty="0" smtClean="0">
                <a:solidFill>
                  <a:schemeClr val="bg1"/>
                </a:solidFill>
              </a:defRPr>
            </a:lvl4pPr>
            <a:lvl5pPr marL="1285875" marR="0" indent="-152400" algn="l" defTabSz="914400" rtl="0" eaLnBrk="1" fontAlgn="auto" latinLnBrk="0" hangingPunct="1">
              <a:lnSpc>
                <a:spcPct val="100000"/>
              </a:lnSpc>
              <a:spcBef>
                <a:spcPts val="0"/>
              </a:spcBef>
              <a:spcAft>
                <a:spcPts val="700"/>
              </a:spcAft>
              <a:buClr>
                <a:schemeClr val="bg1"/>
              </a:buClr>
              <a:buSzTx/>
              <a:buFont typeface="Aktiv Grotesk"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p>
        </p:txBody>
      </p:sp>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pic>
        <p:nvPicPr>
          <p:cNvPr id="2" name="Graphic 1">
            <a:extLst>
              <a:ext uri="{FF2B5EF4-FFF2-40B4-BE49-F238E27FC236}">
                <a16:creationId xmlns:a16="http://schemas.microsoft.com/office/drawing/2014/main" id="{D85FCD6E-6E4B-6B2B-2431-0FDED41389F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86675803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theme" Target="../theme/theme1.xml"/><Relationship Id="rId32" Type="http://schemas.openxmlformats.org/officeDocument/2006/relationships/image" Target="../media/image1.svg"/><Relationship Id="rId33"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 Id="rId9" Type="http://schemas.openxmlformats.org/officeDocument/2006/relationships/slideLayout" Target="../slideLayouts/slideLayout39.xml"/><Relationship Id="rId10" Type="http://schemas.openxmlformats.org/officeDocument/2006/relationships/slideLayout" Target="../slideLayouts/slideLayout40.xml"/><Relationship Id="rId11" Type="http://schemas.openxmlformats.org/officeDocument/2006/relationships/theme" Target="../theme/theme2.xml"/><Relationship Id="rId12" Type="http://schemas.openxmlformats.org/officeDocument/2006/relationships/image" Target="../media/image4.svg"/><Relationship Id="rId13" Type="http://schemas.openxmlformats.org/officeDocument/2006/relationships/image" Target="../media/image6.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slideLayout" Target="../slideLayouts/slideLayout42.xml"/><Relationship Id="rId3" Type="http://schemas.openxmlformats.org/officeDocument/2006/relationships/slideLayout" Target="../slideLayouts/slideLayout43.xml"/><Relationship Id="rId4" Type="http://schemas.openxmlformats.org/officeDocument/2006/relationships/slideLayout" Target="../slideLayouts/slideLayout44.xml"/><Relationship Id="rId5" Type="http://schemas.openxmlformats.org/officeDocument/2006/relationships/slideLayout" Target="../slideLayouts/slideLayout45.xml"/><Relationship Id="rId6" Type="http://schemas.openxmlformats.org/officeDocument/2006/relationships/slideLayout" Target="../slideLayouts/slideLayout46.xml"/><Relationship Id="rId7" Type="http://schemas.openxmlformats.org/officeDocument/2006/relationships/slideLayout" Target="../slideLayouts/slideLayout47.xml"/><Relationship Id="rId8" Type="http://schemas.openxmlformats.org/officeDocument/2006/relationships/slideLayout" Target="../slideLayouts/slideLayout48.xml"/><Relationship Id="rId9" Type="http://schemas.openxmlformats.org/officeDocument/2006/relationships/slideLayout" Target="../slideLayouts/slideLayout49.xml"/><Relationship Id="rId10" Type="http://schemas.openxmlformats.org/officeDocument/2006/relationships/slideLayout" Target="../slideLayouts/slideLayout50.xml"/><Relationship Id="rId11" Type="http://schemas.openxmlformats.org/officeDocument/2006/relationships/slideLayout" Target="../slideLayouts/slideLayout51.xml"/><Relationship Id="rId12" Type="http://schemas.openxmlformats.org/officeDocument/2006/relationships/slideLayout" Target="../slideLayouts/slideLayout52.xml"/><Relationship Id="rId13" Type="http://schemas.openxmlformats.org/officeDocument/2006/relationships/slideLayout" Target="../slideLayouts/slideLayout53.xml"/><Relationship Id="rId14" Type="http://schemas.openxmlformats.org/officeDocument/2006/relationships/slideLayout" Target="../slideLayouts/slideLayout54.xml"/><Relationship Id="rId15" Type="http://schemas.openxmlformats.org/officeDocument/2006/relationships/slideLayout" Target="../slideLayouts/slideLayout55.xml"/><Relationship Id="rId16" Type="http://schemas.openxmlformats.org/officeDocument/2006/relationships/theme" Target="../theme/theme3.xml"/><Relationship Id="rId17" Type="http://schemas.openxmlformats.org/officeDocument/2006/relationships/image" Target="../media/image12.sv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slideLayout" Target="../slideLayouts/slideLayout57.xml"/><Relationship Id="rId3" Type="http://schemas.openxmlformats.org/officeDocument/2006/relationships/slideLayout" Target="../slideLayouts/slideLayout58.xml"/><Relationship Id="rId4" Type="http://schemas.openxmlformats.org/officeDocument/2006/relationships/slideLayout" Target="../slideLayouts/slideLayout59.xml"/><Relationship Id="rId5" Type="http://schemas.openxmlformats.org/officeDocument/2006/relationships/slideLayout" Target="../slideLayouts/slideLayout60.xml"/><Relationship Id="rId6" Type="http://schemas.openxmlformats.org/officeDocument/2006/relationships/slideLayout" Target="../slideLayouts/slideLayout61.xml"/><Relationship Id="rId7" Type="http://schemas.openxmlformats.org/officeDocument/2006/relationships/slideLayout" Target="../slideLayouts/slideLayout62.xml"/><Relationship Id="rId8" Type="http://schemas.openxmlformats.org/officeDocument/2006/relationships/slideLayout" Target="../slideLayouts/slideLayout63.xml"/><Relationship Id="rId9" Type="http://schemas.openxmlformats.org/officeDocument/2006/relationships/slideLayout" Target="../slideLayouts/slideLayout64.xml"/><Relationship Id="rId10" Type="http://schemas.openxmlformats.org/officeDocument/2006/relationships/slideLayout" Target="../slideLayouts/slideLayout65.xml"/><Relationship Id="rId11" Type="http://schemas.openxmlformats.org/officeDocument/2006/relationships/slideLayout" Target="../slideLayouts/slideLayout66.xml"/><Relationship Id="rId12" Type="http://schemas.openxmlformats.org/officeDocument/2006/relationships/slideLayout" Target="../slideLayouts/slideLayout67.xml"/><Relationship Id="rId13" Type="http://schemas.openxmlformats.org/officeDocument/2006/relationships/slideLayout" Target="../slideLayouts/slideLayout68.xml"/><Relationship Id="rId14" Type="http://schemas.openxmlformats.org/officeDocument/2006/relationships/slideLayout" Target="../slideLayouts/slideLayout69.xml"/><Relationship Id="rId15" Type="http://schemas.openxmlformats.org/officeDocument/2006/relationships/slideLayout" Target="../slideLayouts/slideLayout70.xml"/><Relationship Id="rId16" Type="http://schemas.openxmlformats.org/officeDocument/2006/relationships/slideLayout" Target="../slideLayouts/slideLayout71.xml"/><Relationship Id="rId17" Type="http://schemas.openxmlformats.org/officeDocument/2006/relationships/slideLayout" Target="../slideLayouts/slideLayout72.xml"/><Relationship Id="rId18" Type="http://schemas.openxmlformats.org/officeDocument/2006/relationships/slideLayout" Target="../slideLayouts/slideLayout73.xml"/><Relationship Id="rId19" Type="http://schemas.openxmlformats.org/officeDocument/2006/relationships/slideLayout" Target="../slideLayouts/slideLayout74.xml"/><Relationship Id="rId20" Type="http://schemas.openxmlformats.org/officeDocument/2006/relationships/slideLayout" Target="../slideLayouts/slideLayout75.xml"/><Relationship Id="rId21" Type="http://schemas.openxmlformats.org/officeDocument/2006/relationships/slideLayout" Target="../slideLayouts/slideLayout76.xml"/><Relationship Id="rId22" Type="http://schemas.openxmlformats.org/officeDocument/2006/relationships/slideLayout" Target="../slideLayouts/slideLayout77.xml"/><Relationship Id="rId23" Type="http://schemas.openxmlformats.org/officeDocument/2006/relationships/slideLayout" Target="../slideLayouts/slideLayout78.xml"/><Relationship Id="rId24" Type="http://schemas.openxmlformats.org/officeDocument/2006/relationships/slideLayout" Target="../slideLayouts/slideLayout79.xml"/><Relationship Id="rId25" Type="http://schemas.openxmlformats.org/officeDocument/2006/relationships/slideLayout" Target="../slideLayouts/slideLayout80.xml"/><Relationship Id="rId26" Type="http://schemas.openxmlformats.org/officeDocument/2006/relationships/slideLayout" Target="../slideLayouts/slideLayout81.xml"/><Relationship Id="rId27" Type="http://schemas.openxmlformats.org/officeDocument/2006/relationships/slideLayout" Target="../slideLayouts/slideLayout82.xml"/><Relationship Id="rId28" Type="http://schemas.openxmlformats.org/officeDocument/2006/relationships/slideLayout" Target="../slideLayouts/slideLayout83.xml"/><Relationship Id="rId29" Type="http://schemas.openxmlformats.org/officeDocument/2006/relationships/slideLayout" Target="../slideLayouts/slideLayout84.xml"/><Relationship Id="rId30" Type="http://schemas.openxmlformats.org/officeDocument/2006/relationships/theme" Target="../theme/theme4.xml"/><Relationship Id="rId31" Type="http://schemas.openxmlformats.org/officeDocument/2006/relationships/image" Target="../media/image2.png"/><Relationship Id="rId32" Type="http://schemas.openxmlformats.org/officeDocument/2006/relationships/image" Target="../media/image2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238501" y="1388582"/>
            <a:ext cx="8580301" cy="1744067"/>
          </a:xfrm>
          <a:prstGeom prst="rect">
            <a:avLst/>
          </a:prstGeom>
        </p:spPr>
        <p:txBody>
          <a:bodyPr vert="horz" lIns="182880" tIns="0" rIns="0" bIns="0" rtlCol="0">
            <a:spAutoFit/>
          </a:body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0" y="-2403"/>
            <a:ext cx="12667343" cy="1099683"/>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3"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334497" y="268589"/>
            <a:ext cx="6147946" cy="484043"/>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605910522"/>
      </p:ext>
    </p:extLst>
  </p:cSld>
  <p:clrMap bg1="lt1" tx1="dk1" bg2="lt2" tx2="dk2" accent1="accent1" accent2="accent2" accent3="accent3" accent4="accent4" accent5="accent5" accent6="accent6" hlink="hlink" folHlink="folHlink"/>
  <p:sldLayoutIdLst>
    <p:sldLayoutId id="2147484004" r:id="rId1"/>
    <p:sldLayoutId id="2147483873" r:id="rId2"/>
    <p:sldLayoutId id="2147483843" r:id="rId3"/>
    <p:sldLayoutId id="2147483828" r:id="rId4"/>
    <p:sldLayoutId id="2147484003" r:id="rId5"/>
    <p:sldLayoutId id="2147483989" r:id="rId6"/>
    <p:sldLayoutId id="2147483817" r:id="rId7"/>
    <p:sldLayoutId id="2147483818" r:id="rId8"/>
    <p:sldLayoutId id="2147483819" r:id="rId9"/>
    <p:sldLayoutId id="2147483820" r:id="rId10"/>
    <p:sldLayoutId id="2147483829" r:id="rId11"/>
    <p:sldLayoutId id="2147483821" r:id="rId12"/>
    <p:sldLayoutId id="2147483822" r:id="rId13"/>
    <p:sldLayoutId id="2147483874" r:id="rId14"/>
    <p:sldLayoutId id="2147483823" r:id="rId15"/>
    <p:sldLayoutId id="2147483866" r:id="rId16"/>
    <p:sldLayoutId id="2147483844" r:id="rId17"/>
    <p:sldLayoutId id="2147483990" r:id="rId18"/>
    <p:sldLayoutId id="2147483991" r:id="rId19"/>
    <p:sldLayoutId id="2147483853" r:id="rId20"/>
    <p:sldLayoutId id="2147483849" r:id="rId21"/>
    <p:sldLayoutId id="2147483996" r:id="rId22"/>
    <p:sldLayoutId id="2147483851" r:id="rId23"/>
    <p:sldLayoutId id="2147483995" r:id="rId24"/>
    <p:sldLayoutId id="2147483854" r:id="rId25"/>
    <p:sldLayoutId id="2147483997" r:id="rId26"/>
    <p:sldLayoutId id="2147483855" r:id="rId27"/>
    <p:sldLayoutId id="2147483856" r:id="rId28"/>
    <p:sldLayoutId id="2147483999" r:id="rId29"/>
    <p:sldLayoutId id="2147484006" r:id="rId30"/>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bg1"/>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userDrawn="1">
          <p15:clr>
            <a:srgbClr val="000000"/>
          </p15:clr>
        </p15:guide>
        <p15:guide id="4" pos="7452" userDrawn="1">
          <p15:clr>
            <a:srgbClr val="000000"/>
          </p15:clr>
        </p15:guide>
        <p15:guide id="5" orient="horz" pos="228" userDrawn="1">
          <p15:clr>
            <a:srgbClr val="000000"/>
          </p15:clr>
        </p15:guide>
        <p15:guide id="8" orient="horz" pos="1200" userDrawn="1">
          <p15:clr>
            <a:srgbClr val="000000"/>
          </p15:clr>
        </p15:guide>
        <p15:guide id="11" orient="horz" pos="2160" userDrawn="1">
          <p15:clr>
            <a:srgbClr val="000000"/>
          </p15:clr>
        </p15:guide>
        <p15:guide id="14" orient="horz" pos="4092" userDrawn="1">
          <p15:clr>
            <a:srgbClr val="000000"/>
          </p15:clr>
        </p15:guide>
        <p15:guide id="45" orient="horz" pos="3120" userDrawn="1">
          <p15:clr>
            <a:srgbClr val="000000"/>
          </p15:clr>
        </p15:guide>
        <p15:guide id="52" pos="2040" userDrawn="1">
          <p15:clr>
            <a:srgbClr val="000000"/>
          </p15:clr>
        </p15:guide>
        <p15:guide id="55" pos="3840" userDrawn="1">
          <p15:clr>
            <a:srgbClr val="000000"/>
          </p15:clr>
        </p15:guide>
        <p15:guide id="58" pos="5652" userDrawn="1">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497" y="268589"/>
            <a:ext cx="2733169" cy="1531053"/>
          </a:xfrm>
          <a:prstGeom prst="rect">
            <a:avLst/>
          </a:prstGeom>
          <a:ln w="12700">
            <a:noFill/>
          </a:ln>
        </p:spPr>
        <p:txBody>
          <a:bodyPr vert="horz" lIns="0" tIns="0" rIns="0" bIns="0" rtlCol="0" anchor="t" anchorCtr="0">
            <a:noAutofit/>
          </a:bodyPr>
          <a:lstStyle/>
          <a:p>
            <a:r>
              <a:rPr lang="en-US"/>
              <a:t>Click to edit Master title style</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a:p>
        </p:txBody>
      </p:sp>
      <p:sp>
        <p:nvSpPr>
          <p:cNvPr id="9" name="Text Placeholder 2">
            <a:extLst>
              <a:ext uri="{FF2B5EF4-FFF2-40B4-BE49-F238E27FC236}">
                <a16:creationId xmlns:a16="http://schemas.microsoft.com/office/drawing/2014/main" id="{8D79F404-BCB4-4942-A594-6B1E63AEBB15}"/>
              </a:ext>
            </a:extLst>
          </p:cNvPr>
          <p:cNvSpPr>
            <a:spLocks noGrp="1"/>
          </p:cNvSpPr>
          <p:nvPr>
            <p:ph type="body" idx="1"/>
          </p:nvPr>
        </p:nvSpPr>
        <p:spPr>
          <a:xfrm>
            <a:off x="3238501" y="312485"/>
            <a:ext cx="8580301"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101594CF-9E60-FEE9-725B-28644E2BEFC6}"/>
              </a:ext>
            </a:extLst>
          </p:cNvPr>
          <p:cNvPicPr>
            <a:picLocks noChangeAspect="1"/>
          </p:cNvPicPr>
          <p:nvPr userDrawn="1"/>
        </p:nvPicPr>
        <p:blipFill>
          <a:blip r:embed="rId13"/>
          <a:stretch>
            <a:fillRect/>
          </a:stretch>
        </p:blipFill>
        <p:spPr>
          <a:xfrm>
            <a:off x="0" y="4745736"/>
            <a:ext cx="3226194" cy="2112264"/>
          </a:xfrm>
          <a:prstGeom prst="rect">
            <a:avLst/>
          </a:prstGeom>
        </p:spPr>
      </p:pic>
    </p:spTree>
    <p:extLst>
      <p:ext uri="{BB962C8B-B14F-4D97-AF65-F5344CB8AC3E}">
        <p14:creationId xmlns:p14="http://schemas.microsoft.com/office/powerpoint/2010/main" val="1305847445"/>
      </p:ext>
    </p:extLst>
  </p:cSld>
  <p:clrMap bg1="lt1" tx1="dk1" bg2="lt2" tx2="dk2" accent1="accent1" accent2="accent2" accent3="accent3" accent4="accent4" accent5="accent5" accent6="accent6" hlink="hlink" folHlink="folHlink"/>
  <p:sldLayoutIdLst>
    <p:sldLayoutId id="2147483945" r:id="rId1"/>
    <p:sldLayoutId id="2147483946" r:id="rId2"/>
    <p:sldLayoutId id="2147483947" r:id="rId3"/>
    <p:sldLayoutId id="2147483948" r:id="rId4"/>
    <p:sldLayoutId id="2147483949" r:id="rId5"/>
    <p:sldLayoutId id="2147483950" r:id="rId6"/>
    <p:sldLayoutId id="2147483951" r:id="rId7"/>
    <p:sldLayoutId id="2147483952" r:id="rId8"/>
    <p:sldLayoutId id="2147483953" r:id="rId9"/>
    <p:sldLayoutId id="2147483954" r:id="rId10"/>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bg1"/>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chemeClr val="bg1"/>
        </a:buClr>
        <a:buSzTx/>
        <a:buFont typeface="Aktiv Grotesk" panose="020B0604020202020204" pitchFamily="34" charset="0"/>
        <a:buChar char="•"/>
        <a:tabLst/>
        <a:defRPr sz="1800" kern="1200">
          <a:ln>
            <a:noFill/>
          </a:ln>
          <a:solidFill>
            <a:schemeClr val="bg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chemeClr val="bg1"/>
        </a:buClr>
        <a:buSzTx/>
        <a:buFont typeface="Aktiv Grotesk" panose="020B0604020202020204" pitchFamily="34" charset="0"/>
        <a:buChar char="•"/>
        <a:tabLst/>
        <a:defRPr sz="1800" kern="1200">
          <a:ln>
            <a:noFill/>
          </a:ln>
          <a:solidFill>
            <a:schemeClr val="bg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chemeClr val="bg1"/>
        </a:buClr>
        <a:buSzTx/>
        <a:buFont typeface="Aktiv Grotesk" panose="020B0604020202020204" pitchFamily="34" charset="0"/>
        <a:buChar char="•"/>
        <a:tabLst/>
        <a:defRPr sz="1800" kern="1200">
          <a:ln>
            <a:noFill/>
          </a:ln>
          <a:solidFill>
            <a:schemeClr val="bg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chemeClr val="bg1"/>
        </a:buClr>
        <a:buSzTx/>
        <a:buFont typeface="Aktiv Grotesk" panose="020B0604020202020204" pitchFamily="34" charset="0"/>
        <a:buChar char="•"/>
        <a:tabLst/>
        <a:defRPr sz="1800" kern="1200">
          <a:ln>
            <a:noFill/>
          </a:ln>
          <a:solidFill>
            <a:schemeClr val="bg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chemeClr val="bg1"/>
        </a:buClr>
        <a:buSzTx/>
        <a:buFont typeface="Aktiv Grotesk" panose="020B0604020202020204" pitchFamily="34" charset="0"/>
        <a:buChar char="•"/>
        <a:tabLst/>
        <a:defRPr sz="1800" kern="1200">
          <a:ln>
            <a:noFill/>
          </a:ln>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userDrawn="1">
          <p15:clr>
            <a:srgbClr val="000000"/>
          </p15:clr>
        </p15:guide>
        <p15:guide id="4" pos="7452" userDrawn="1">
          <p15:clr>
            <a:srgbClr val="000000"/>
          </p15:clr>
        </p15:guide>
        <p15:guide id="5" orient="horz" pos="228" userDrawn="1">
          <p15:clr>
            <a:srgbClr val="000000"/>
          </p15:clr>
        </p15:guide>
        <p15:guide id="8" orient="horz" pos="1200" userDrawn="1">
          <p15:clr>
            <a:srgbClr val="000000"/>
          </p15:clr>
        </p15:guide>
        <p15:guide id="11" orient="horz" pos="2160" userDrawn="1">
          <p15:clr>
            <a:srgbClr val="000000"/>
          </p15:clr>
        </p15:guide>
        <p15:guide id="14" orient="horz" pos="4092" userDrawn="1">
          <p15:clr>
            <a:srgbClr val="000000"/>
          </p15:clr>
        </p15:guide>
        <p15:guide id="45" orient="horz" pos="3120" userDrawn="1">
          <p15:clr>
            <a:srgbClr val="000000"/>
          </p15:clr>
        </p15:guide>
        <p15:guide id="52" pos="2040" userDrawn="1">
          <p15:clr>
            <a:srgbClr val="000000"/>
          </p15:clr>
        </p15:guide>
        <p15:guide id="55" pos="3840" userDrawn="1">
          <p15:clr>
            <a:srgbClr val="000000"/>
          </p15:clr>
        </p15:guide>
        <p15:guide id="58" pos="5652" userDrawn="1">
          <p15:clr>
            <a:srgbClr val="00000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7"/>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244359039"/>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993" r:id="rId3"/>
    <p:sldLayoutId id="2147483994" r:id="rId4"/>
    <p:sldLayoutId id="2147483992" r:id="rId5"/>
    <p:sldLayoutId id="2147483836" r:id="rId6"/>
    <p:sldLayoutId id="2147483940" r:id="rId7"/>
    <p:sldLayoutId id="2147483838" r:id="rId8"/>
    <p:sldLayoutId id="2147483839" r:id="rId9"/>
    <p:sldLayoutId id="2147483840" r:id="rId10"/>
    <p:sldLayoutId id="2147483841" r:id="rId11"/>
    <p:sldLayoutId id="2147483985" r:id="rId12"/>
    <p:sldLayoutId id="2147484005" r:id="rId13"/>
    <p:sldLayoutId id="2147484007" r:id="rId14"/>
    <p:sldLayoutId id="2147484038" r:id="rId15"/>
  </p:sldLayoutIdLst>
  <p:hf hdr="0" ftr="0" dt="0"/>
  <p:txStyles>
    <p:titleStyle>
      <a:lvl1pPr algn="l" defTabSz="914400" rtl="0" eaLnBrk="1" fontAlgn="base" latinLnBrk="0" hangingPunct="1">
        <a:lnSpc>
          <a:spcPct val="112000"/>
        </a:lnSpc>
        <a:spcBef>
          <a:spcPct val="0"/>
        </a:spcBef>
        <a:buNone/>
        <a:defRPr lang="en-US" sz="4500" kern="1200" dirty="0">
          <a:ln w="9525">
            <a:noFill/>
          </a:ln>
          <a:solidFill>
            <a:schemeClr val="tx2"/>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500" kern="1200">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500" kern="1200">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500" kern="1200">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500" kern="1200">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userDrawn="1">
          <p15:clr>
            <a:srgbClr val="000000"/>
          </p15:clr>
        </p15:guide>
        <p15:guide id="4" pos="7449" userDrawn="1">
          <p15:clr>
            <a:srgbClr val="000000"/>
          </p15:clr>
        </p15:guide>
        <p15:guide id="5" orient="horz" pos="228" userDrawn="1">
          <p15:clr>
            <a:srgbClr val="000000"/>
          </p15:clr>
        </p15:guide>
        <p15:guide id="11" orient="horz" pos="3120" userDrawn="1">
          <p15:clr>
            <a:srgbClr val="000000"/>
          </p15:clr>
        </p15:guide>
        <p15:guide id="14" orient="horz" pos="4092" userDrawn="1">
          <p15:clr>
            <a:srgbClr val="000000"/>
          </p15:clr>
        </p15:guide>
        <p15:guide id="34" pos="2040" userDrawn="1">
          <p15:clr>
            <a:srgbClr val="000000"/>
          </p15:clr>
        </p15:guide>
        <p15:guide id="36" pos="3840" userDrawn="1">
          <p15:clr>
            <a:srgbClr val="000000"/>
          </p15:clr>
        </p15:guide>
        <p15:guide id="38" pos="5652" userDrawn="1">
          <p15:clr>
            <a:srgbClr val="000000"/>
          </p15:clr>
        </p15:guide>
        <p15:guide id="40" orient="horz" pos="2163" userDrawn="1">
          <p15:clr>
            <a:srgbClr val="000000"/>
          </p15:clr>
        </p15:guide>
        <p15:guide id="41" orient="horz" pos="1201" userDrawn="1">
          <p15:clr>
            <a:srgbClr val="00000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238501" y="1388582"/>
            <a:ext cx="8580301" cy="1744067"/>
          </a:xfrm>
          <a:prstGeom prst="rect">
            <a:avLst/>
          </a:prstGeom>
        </p:spPr>
        <p:txBody>
          <a:bodyPr vert="horz" lIns="182880" tIns="0" rIns="0" bIns="0" rtlCol="0">
            <a:spAutoFit/>
          </a:bodyPr>
          <a:lstStyle/>
          <a:p>
            <a:pPr marL="142875" marR="0" lvl="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0" y="-2403"/>
            <a:ext cx="12667343" cy="1099683"/>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1"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334497" y="268589"/>
            <a:ext cx="6147946" cy="484043"/>
          </a:xfrm>
          <a:prstGeom prst="rect">
            <a:avLst/>
          </a:prstGeom>
          <a:ln w="12700">
            <a:noFill/>
          </a:ln>
        </p:spPr>
        <p:txBody>
          <a:bodyPr vert="horz" wrap="square" lIns="0" tIns="0" rIns="0" bIns="0" rtlCol="0" anchor="t" anchorCtr="0">
            <a:spAutoFit/>
          </a:bodyPr>
          <a:lstStyle/>
          <a:p>
            <a:r>
              <a:rPr lang="en-US"/>
              <a:t>Click to edit Master title style</a:t>
            </a:r>
          </a:p>
        </p:txBody>
      </p:sp>
      <p:pic>
        <p:nvPicPr>
          <p:cNvPr id="7" name="Graphic 6">
            <a:extLst>
              <a:ext uri="{FF2B5EF4-FFF2-40B4-BE49-F238E27FC236}">
                <a16:creationId xmlns:a16="http://schemas.microsoft.com/office/drawing/2014/main" id="{4A1A0978-7794-0AF2-2BCF-CFF2E95F98B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327905" y="6259220"/>
            <a:ext cx="1032386" cy="320040"/>
          </a:xfrm>
          <a:prstGeom prst="rect">
            <a:avLst/>
          </a:prstGeom>
        </p:spPr>
      </p:pic>
    </p:spTree>
    <p:extLst>
      <p:ext uri="{BB962C8B-B14F-4D97-AF65-F5344CB8AC3E}">
        <p14:creationId xmlns:p14="http://schemas.microsoft.com/office/powerpoint/2010/main" val="3718446655"/>
      </p:ext>
    </p:extLst>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 id="2147484020" r:id="rId12"/>
    <p:sldLayoutId id="2147484021" r:id="rId13"/>
    <p:sldLayoutId id="2147484022" r:id="rId14"/>
    <p:sldLayoutId id="2147484023" r:id="rId15"/>
    <p:sldLayoutId id="2147484024" r:id="rId16"/>
    <p:sldLayoutId id="2147484025" r:id="rId17"/>
    <p:sldLayoutId id="2147484026" r:id="rId18"/>
    <p:sldLayoutId id="2147484027" r:id="rId19"/>
    <p:sldLayoutId id="2147484028" r:id="rId20"/>
    <p:sldLayoutId id="2147484029" r:id="rId21"/>
    <p:sldLayoutId id="2147484030" r:id="rId22"/>
    <p:sldLayoutId id="2147484031" r:id="rId23"/>
    <p:sldLayoutId id="2147484032" r:id="rId24"/>
    <p:sldLayoutId id="2147484033" r:id="rId25"/>
    <p:sldLayoutId id="2147484034" r:id="rId26"/>
    <p:sldLayoutId id="2147484035" r:id="rId27"/>
    <p:sldLayoutId id="2147484036" r:id="rId28"/>
    <p:sldLayoutId id="2147484037" r:id="rId29"/>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bg1"/>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slideLayout" Target="../slideLayouts/slideLayout55.xml"/><Relationship Id="rId4" Type="http://schemas.openxmlformats.org/officeDocument/2006/relationships/notesSlide" Target="../notesSlides/notesSlide1.xml"/><Relationship Id="rId5" Type="http://schemas.openxmlformats.org/officeDocument/2006/relationships/oleObject" Target="../embeddings/oleObject1.bin"/><Relationship Id="rId6" Type="http://schemas.openxmlformats.org/officeDocument/2006/relationships/image" Target="../media/image26.emf"/><Relationship Id="rId7" Type="http://schemas.openxmlformats.org/officeDocument/2006/relationships/image" Target="../media/image27.emf"/><Relationship Id="rId8"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xml"/><Relationship Id="rId3" Type="http://schemas.openxmlformats.org/officeDocument/2006/relationships/image" Target="../media/image2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29.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30.pn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31.pn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32.pn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32.pn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32.png"/><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32.png"/><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54.xml"/><Relationship Id="rId3" Type="http://schemas.openxmlformats.org/officeDocument/2006/relationships/notesSlide" Target="../notesSlides/notesSlide4.xml"/><Relationship Id="rId4" Type="http://schemas.openxmlformats.org/officeDocument/2006/relationships/oleObject" Target="../embeddings/oleObject2.bin"/><Relationship Id="rId5" Type="http://schemas.openxmlformats.org/officeDocument/2006/relationships/image" Target="../media/image33.emf"/><Relationship Id="rId6"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tags" Target="../tags/tag5.xml"/><Relationship Id="rId3" Type="http://schemas.openxmlformats.org/officeDocument/2006/relationships/tags" Target="../tags/tag6.xml"/><Relationship Id="rId4" Type="http://schemas.openxmlformats.org/officeDocument/2006/relationships/tags" Target="../tags/tag7.xml"/><Relationship Id="rId5" Type="http://schemas.openxmlformats.org/officeDocument/2006/relationships/tags" Target="../tags/tag8.xml"/><Relationship Id="rId6" Type="http://schemas.openxmlformats.org/officeDocument/2006/relationships/tags" Target="../tags/tag9.xml"/><Relationship Id="rId7" Type="http://schemas.openxmlformats.org/officeDocument/2006/relationships/tags" Target="../tags/tag10.xml"/><Relationship Id="rId8" Type="http://schemas.openxmlformats.org/officeDocument/2006/relationships/tags" Target="../tags/tag11.xml"/><Relationship Id="rId9" Type="http://schemas.openxmlformats.org/officeDocument/2006/relationships/slideLayout" Target="../slideLayouts/slideLayout4.xml"/><Relationship Id="rId10" Type="http://schemas.openxmlformats.org/officeDocument/2006/relationships/notesSlide" Target="../notesSlides/notesSlide5.xml"/><Relationship Id="rId11" Type="http://schemas.openxmlformats.org/officeDocument/2006/relationships/oleObject" Target="../embeddings/oleObject3.bin"/><Relationship Id="rId12" Type="http://schemas.openxmlformats.org/officeDocument/2006/relationships/image" Target="../media/image34.emf"/><Relationship Id="rId1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tags" Target="../tags/tag13.xml"/><Relationship Id="rId3" Type="http://schemas.openxmlformats.org/officeDocument/2006/relationships/tags" Target="../tags/tag14.xml"/><Relationship Id="rId4" Type="http://schemas.openxmlformats.org/officeDocument/2006/relationships/tags" Target="../tags/tag15.xml"/><Relationship Id="rId5" Type="http://schemas.openxmlformats.org/officeDocument/2006/relationships/tags" Target="../tags/tag16.xml"/><Relationship Id="rId6" Type="http://schemas.openxmlformats.org/officeDocument/2006/relationships/tags" Target="../tags/tag17.xml"/><Relationship Id="rId7" Type="http://schemas.openxmlformats.org/officeDocument/2006/relationships/tags" Target="../tags/tag18.xml"/><Relationship Id="rId8" Type="http://schemas.openxmlformats.org/officeDocument/2006/relationships/tags" Target="../tags/tag19.xml"/><Relationship Id="rId9" Type="http://schemas.openxmlformats.org/officeDocument/2006/relationships/tags" Target="../tags/tag20.xml"/><Relationship Id="rId10" Type="http://schemas.openxmlformats.org/officeDocument/2006/relationships/slideLayout" Target="../slideLayouts/slideLayout59.xml"/><Relationship Id="rId11" Type="http://schemas.openxmlformats.org/officeDocument/2006/relationships/notesSlide" Target="../notesSlides/notesSlide6.xml"/><Relationship Id="rId12" Type="http://schemas.openxmlformats.org/officeDocument/2006/relationships/oleObject" Target="../embeddings/oleObject3.bin"/><Relationship Id="rId13" Type="http://schemas.openxmlformats.org/officeDocument/2006/relationships/image" Target="../media/image34.emf"/><Relationship Id="rId1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 Id="rId7"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p:txBody>
      </p:sp>
      <p:sp>
        <p:nvSpPr>
          <p:cNvPr id="5" name="Rectangle 4"/>
          <p:cNvSpPr/>
          <p:nvPr/>
        </p:nvSpPr>
        <p:spPr>
          <a:xfrm>
            <a:off x="0" y="0"/>
            <a:ext cx="12192000" cy="150876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1234440"/>
            <a:ext cx="12192000" cy="1371600"/>
          </a:xfrm>
          <a:prstGeom prst="rect">
            <a:avLst/>
          </a:prstGeom>
          <a:solidFill>
            <a:srgbClr val="E31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09728"/>
            <a:ext cx="2743200" cy="320040"/>
          </a:xfrm>
          <a:prstGeom prst="rect">
            <a:avLst/>
          </a:prstGeom>
          <a:noFill/>
        </p:spPr>
        <p:txBody>
          <a:bodyPr wrap="none">
            <a:spAutoFit/>
          </a:bodyPr>
          <a:lstStyle/>
          <a:p>
            <a:r>
              <a:rPr b="1" sz="1000">
                <a:solidFill>
                  <a:srgbClr val="FFFFFF"/>
                </a:solidFill>
              </a:rPr>
              <a:t>RACKSPACE TECHNOLOGY</a:t>
            </a:r>
          </a:p>
        </p:txBody>
      </p:sp>
      <p:sp>
        <p:nvSpPr>
          <p:cNvPr id="8" name="TextBox 7"/>
          <p:cNvSpPr txBox="1"/>
          <p:nvPr/>
        </p:nvSpPr>
        <p:spPr>
          <a:xfrm>
            <a:off x="365760" y="1371600"/>
            <a:ext cx="11460480" cy="1097280"/>
          </a:xfrm>
          <a:prstGeom prst="rect">
            <a:avLst/>
          </a:prstGeom>
          <a:noFill/>
        </p:spPr>
        <p:txBody>
          <a:bodyPr wrap="square">
            <a:spAutoFit/>
          </a:bodyPr>
          <a:lstStyle/>
          <a:p>
            <a:r>
              <a:rPr b="1" sz="2600">
                <a:solidFill>
                  <a:srgbClr val="FFFFFF"/>
                </a:solidFill>
              </a:rPr>
              <a:t>Cloud Strategy Overview</a:t>
            </a:r>
          </a:p>
        </p:txBody>
      </p:sp>
      <p:sp>
        <p:nvSpPr>
          <p:cNvPr id="9" name="TextBox 8"/>
          <p:cNvSpPr txBox="1"/>
          <p:nvPr/>
        </p:nvSpPr>
        <p:spPr>
          <a:xfrm>
            <a:off x="365760" y="2743200"/>
            <a:ext cx="11460480" cy="365760"/>
          </a:xfrm>
          <a:prstGeom prst="rect">
            <a:avLst/>
          </a:prstGeom>
          <a:noFill/>
        </p:spPr>
        <p:txBody>
          <a:bodyPr wrap="none">
            <a:spAutoFit/>
          </a:bodyPr>
          <a:lstStyle/>
          <a:p>
            <a:r>
              <a:rPr sz="1200">
                <a:solidFill>
                  <a:srgbClr val="646464"/>
                </a:solidFill>
              </a:rPr>
              <a:t>Pre-Sales / Executive Briefing (before Phase 1)</a:t>
            </a:r>
          </a:p>
        </p:txBody>
      </p:sp>
      <p:sp>
        <p:nvSpPr>
          <p:cNvPr id="10" name="TextBox 9"/>
          <p:cNvSpPr txBox="1"/>
          <p:nvPr/>
        </p:nvSpPr>
        <p:spPr>
          <a:xfrm>
            <a:off x="365760" y="3291840"/>
            <a:ext cx="11460480" cy="960120"/>
          </a:xfrm>
          <a:prstGeom prst="rect">
            <a:avLst/>
          </a:prstGeom>
          <a:noFill/>
        </p:spPr>
        <p:txBody>
          <a:bodyPr wrap="square">
            <a:spAutoFit/>
          </a:bodyPr>
          <a:lstStyle/>
          <a:p>
            <a:r>
              <a:rPr b="1" sz="900">
                <a:solidFill>
                  <a:srgbClr val="E31C3D"/>
                </a:solidFill>
              </a:rPr>
              <a:t>PURPOSE</a:t>
            </a:r>
          </a:p>
          <a:p>
            <a:r>
              <a:rPr sz="900"/>
              <a:t>A pre-sales executive overview of cloud migration strategy for customers evaluating whether to start a cloud readiness assessment. Use this to set context before presenting the CRA framework to a new customer.</a:t>
            </a:r>
          </a:p>
        </p:txBody>
      </p:sp>
      <p:sp>
        <p:nvSpPr>
          <p:cNvPr id="11" name="TextBox 10"/>
          <p:cNvSpPr txBox="1"/>
          <p:nvPr/>
        </p:nvSpPr>
        <p:spPr>
          <a:xfrm>
            <a:off x="365760" y="4457700"/>
            <a:ext cx="3657600" cy="502920"/>
          </a:xfrm>
          <a:prstGeom prst="rect">
            <a:avLst/>
          </a:prstGeom>
          <a:noFill/>
        </p:spPr>
        <p:txBody>
          <a:bodyPr wrap="square">
            <a:spAutoFit/>
          </a:bodyPr>
          <a:lstStyle/>
          <a:p>
            <a:r>
              <a:rPr b="1" sz="900">
                <a:solidFill>
                  <a:srgbClr val="E31C3D"/>
                </a:solidFill>
              </a:rPr>
              <a:t>AUDIENCE</a:t>
            </a:r>
          </a:p>
          <a:p>
            <a:r>
              <a:rPr sz="900"/>
              <a:t>Customer VP/CIO (pre-sales) + Rackspace Pre-Sales Architect</a:t>
            </a:r>
          </a:p>
        </p:txBody>
      </p:sp>
      <p:sp>
        <p:nvSpPr>
          <p:cNvPr id="12" name="TextBox 11"/>
          <p:cNvSpPr txBox="1"/>
          <p:nvPr/>
        </p:nvSpPr>
        <p:spPr>
          <a:xfrm>
            <a:off x="4023360" y="4457700"/>
            <a:ext cx="4632960" cy="502920"/>
          </a:xfrm>
          <a:prstGeom prst="rect">
            <a:avLst/>
          </a:prstGeom>
          <a:noFill/>
        </p:spPr>
        <p:txBody>
          <a:bodyPr wrap="square">
            <a:spAutoFit/>
          </a:bodyPr>
          <a:lstStyle/>
          <a:p>
            <a:r>
              <a:rPr b="1" sz="900">
                <a:solidFill>
                  <a:srgbClr val="E31C3D"/>
                </a:solidFill>
              </a:rPr>
              <a:t>WHEN TO USE</a:t>
            </a:r>
          </a:p>
          <a:p>
            <a:r>
              <a:rPr sz="900"/>
              <a:t>Pre-sales discovery call or executive briefing; before CRA SOW is signed</a:t>
            </a:r>
          </a:p>
        </p:txBody>
      </p:sp>
      <p:sp>
        <p:nvSpPr>
          <p:cNvPr id="13" name="TextBox 12"/>
          <p:cNvSpPr txBox="1"/>
          <p:nvPr/>
        </p:nvSpPr>
        <p:spPr>
          <a:xfrm>
            <a:off x="9387840" y="4457700"/>
            <a:ext cx="2438400" cy="502920"/>
          </a:xfrm>
          <a:prstGeom prst="rect">
            <a:avLst/>
          </a:prstGeom>
          <a:noFill/>
        </p:spPr>
        <p:txBody>
          <a:bodyPr wrap="square">
            <a:spAutoFit/>
          </a:bodyPr>
          <a:lstStyle/>
          <a:p>
            <a:r>
              <a:rPr b="1" sz="900">
                <a:solidFill>
                  <a:srgbClr val="E31C3D"/>
                </a:solidFill>
              </a:rPr>
              <a:t>VERSION</a:t>
            </a:r>
          </a:p>
          <a:p>
            <a:r>
              <a:rPr sz="900"/>
              <a:t>v1.0</a:t>
            </a:r>
          </a:p>
        </p:txBody>
      </p:sp>
      <p:sp>
        <p:nvSpPr>
          <p:cNvPr id="14" name="TextBox 13"/>
          <p:cNvSpPr txBox="1"/>
          <p:nvPr/>
        </p:nvSpPr>
        <p:spPr>
          <a:xfrm>
            <a:off x="365760" y="5143500"/>
            <a:ext cx="11460480" cy="1097280"/>
          </a:xfrm>
          <a:prstGeom prst="rect">
            <a:avLst/>
          </a:prstGeom>
          <a:noFill/>
        </p:spPr>
        <p:txBody>
          <a:bodyPr wrap="square">
            <a:spAutoFit/>
          </a:bodyPr>
          <a:lstStyle/>
          <a:p>
            <a:r>
              <a:rPr b="1" sz="900">
                <a:solidFill>
                  <a:srgbClr val="E31C3D"/>
                </a:solidFill>
              </a:rPr>
              <a:t>WHAT TO CUSTOMISE</a:t>
            </a:r>
          </a:p>
          <a:p>
            <a:r>
              <a:rPr sz="900"/>
              <a:t>- Add customer logo to title slide</a:t>
            </a:r>
          </a:p>
          <a:p>
            <a:r>
              <a:rPr sz="900"/>
              <a:t>- Adjust industry vertical examples to match customer sector</a:t>
            </a:r>
          </a:p>
          <a:p>
            <a:r>
              <a:rPr sz="900"/>
              <a:t>- Update market benchmark statistics to current year</a:t>
            </a:r>
          </a:p>
        </p:txBody>
      </p:sp>
      <p:sp>
        <p:nvSpPr>
          <p:cNvPr id="15" name="TextBox 14"/>
          <p:cNvSpPr txBox="1"/>
          <p:nvPr/>
        </p:nvSpPr>
        <p:spPr>
          <a:xfrm>
            <a:off x="365760" y="6377940"/>
            <a:ext cx="11460480" cy="228600"/>
          </a:xfrm>
          <a:prstGeom prst="rect">
            <a:avLst/>
          </a:prstGeom>
          <a:noFill/>
        </p:spPr>
        <p:txBody>
          <a:bodyPr wrap="none">
            <a:spAutoFit/>
          </a:bodyPr>
          <a:lstStyle/>
          <a:p>
            <a:r>
              <a:rPr sz="700">
                <a:solidFill>
                  <a:srgbClr val="646464"/>
                </a:solidFill>
              </a:rPr>
              <a:t>CRA Framework v2.0 -- Rackspace Cloud Solutions Architecture  |  Confidential  |  (c) 2026 Rackspace Technology</a:t>
            </a:r>
          </a:p>
        </p:txBody>
      </p:sp>
      <p:pic>
        <p:nvPicPr>
          <p:cNvPr id="16" name="Picture 15" descr="rackspace-logo-white.png"/>
          <p:cNvPicPr>
            <a:picLocks noChangeAspect="1"/>
          </p:cNvPicPr>
          <p:nvPr/>
        </p:nvPicPr>
        <p:blipFill>
          <a:blip r:embed="rId2"/>
          <a:stretch>
            <a:fillRect/>
          </a:stretch>
        </p:blipFill>
        <p:spPr>
          <a:xfrm>
            <a:off x="9265920" y="164592"/>
            <a:ext cx="2560320" cy="3268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3232E11B-5A17-8586-BCC7-7AB47AC4CAB5}"/>
              </a:ext>
            </a:extLst>
          </p:cNvPr>
          <p:cNvSpPr>
            <a:spLocks noGrp="1"/>
          </p:cNvSpPr>
          <p:nvPr>
            <p:ph type="body" sz="quarter" idx="10"/>
          </p:nvPr>
        </p:nvSpPr>
        <p:spPr>
          <a:xfrm>
            <a:off x="487702" y="5318498"/>
            <a:ext cx="4901043" cy="551433"/>
          </a:xfrm>
        </p:spPr>
        <p:txBody>
          <a:bodyPr/>
          <a:lstStyle/>
          <a:p>
            <a:r>
              <a:rPr lang="en-US"/>
              <a:t>Keiran Holloway </a:t>
            </a:r>
          </a:p>
          <a:p>
            <a:r>
              <a:rPr lang="en-US" i="1"/>
              <a:t>Senior Technical Lead - Professional Services - EMEA </a:t>
            </a:r>
          </a:p>
        </p:txBody>
      </p:sp>
      <p:sp>
        <p:nvSpPr>
          <p:cNvPr id="7" name="Title 1">
            <a:extLst>
              <a:ext uri="{FF2B5EF4-FFF2-40B4-BE49-F238E27FC236}">
                <a16:creationId xmlns:a16="http://schemas.microsoft.com/office/drawing/2014/main" id="{8B8C9FEE-5358-28C5-E449-DA3F9D0FCA88}"/>
              </a:ext>
            </a:extLst>
          </p:cNvPr>
          <p:cNvSpPr>
            <a:spLocks noGrp="1"/>
          </p:cNvSpPr>
          <p:nvPr>
            <p:ph type="ctrTitle"/>
          </p:nvPr>
        </p:nvSpPr>
        <p:spPr>
          <a:xfrm>
            <a:off x="327903" y="1722372"/>
            <a:ext cx="8685467" cy="575799"/>
          </a:xfrm>
        </p:spPr>
        <p:txBody>
          <a:bodyPr/>
          <a:lstStyle/>
          <a:p>
            <a:r>
              <a:rPr lang="en-US"/>
              <a:t>Cloud Strategy Workshops </a:t>
            </a:r>
          </a:p>
        </p:txBody>
      </p:sp>
      <p:pic>
        <p:nvPicPr>
          <p:cNvPr id="8" name="Picture 7" descr="image.png"/>
          <p:cNvPicPr>
            <a:picLocks noChangeAspect="1"/>
          </p:cNvPicPr>
          <p:nvPr/>
        </p:nvPicPr>
        <p:blipFill>
          <a:blip r:embed="rId2"/>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1264060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8626C-5447-405A-AF4C-D8C40B9A66B8}"/>
              </a:ext>
            </a:extLst>
          </p:cNvPr>
          <p:cNvSpPr>
            <a:spLocks noGrp="1"/>
          </p:cNvSpPr>
          <p:nvPr>
            <p:ph type="title"/>
          </p:nvPr>
        </p:nvSpPr>
        <p:spPr/>
        <p:txBody>
          <a:bodyPr/>
          <a:lstStyle/>
          <a:p>
            <a:r>
              <a:rPr lang="en-US"/>
              <a:t>What we heard…</a:t>
            </a:r>
          </a:p>
        </p:txBody>
      </p:sp>
      <p:sp>
        <p:nvSpPr>
          <p:cNvPr id="84" name="TextBox 21">
            <a:extLst>
              <a:ext uri="{FF2B5EF4-FFF2-40B4-BE49-F238E27FC236}">
                <a16:creationId xmlns:a16="http://schemas.microsoft.com/office/drawing/2014/main" id="{B1E02B00-9BD9-EF45-B363-DA7E80924CBC}"/>
              </a:ext>
            </a:extLst>
          </p:cNvPr>
          <p:cNvSpPr txBox="1">
            <a:spLocks/>
          </p:cNvSpPr>
          <p:nvPr/>
        </p:nvSpPr>
        <p:spPr>
          <a:xfrm>
            <a:off x="1148445" y="1109584"/>
            <a:ext cx="2455741" cy="796068"/>
          </a:xfrm>
          <a:prstGeom prst="rect">
            <a:avLst/>
          </a:prstGeom>
          <a:noFill/>
          <a:extLst>
            <a:ext uri="{909E8E84-426E-40DD-AFC4-6F175D3DCCD1}">
              <a14:hiddenFill xmlns:a14="http://schemas.microsoft.com/office/drawing/2010/main">
                <a:solidFill>
                  <a:srgbClr val="FFFFFF"/>
                </a:solidFill>
              </a14:hiddenFill>
            </a:ext>
          </a:extLst>
        </p:spPr>
        <p:txBody>
          <a:bodyPr vert="horz" lIns="0" tIns="0" rIns="0" bIns="0" rtlCol="0" anchor="ctr">
            <a:noAutofit/>
          </a:bodyPr>
          <a:lstStyle>
            <a:lvl1pPr marL="142875" lvl="0" indent="-142875"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1pPr>
            <a:lvl2pPr marL="428625" lvl="1" indent="-145257"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2pPr>
            <a:lvl3pPr marL="714375" lvl="2" indent="-147638"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3pPr>
            <a:lvl4pPr marL="1000125" lvl="3" indent="-150019"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4pPr>
            <a:lvl5pPr marL="1285875" lvl="4" indent="-152400"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5pPr>
            <a:lvl6pPr marL="2514600" indent="-228600" defTabSz="914400">
              <a:lnSpc>
                <a:spcPct val="90000"/>
              </a:lnSpc>
              <a:spcBef>
                <a:spcPts val="500"/>
              </a:spcBef>
              <a:buFont typeface="Aktiv Grotesk" panose="020B0604020202020204" pitchFamily="34" charset="0"/>
              <a:buChar char="•"/>
              <a:defRPr sz="1800"/>
            </a:lvl6pPr>
            <a:lvl7pPr marL="2971800" indent="-228600" defTabSz="914400">
              <a:lnSpc>
                <a:spcPct val="90000"/>
              </a:lnSpc>
              <a:spcBef>
                <a:spcPts val="500"/>
              </a:spcBef>
              <a:buFont typeface="Aktiv Grotesk" panose="020B0604020202020204" pitchFamily="34" charset="0"/>
              <a:buChar char="•"/>
              <a:defRPr sz="1800"/>
            </a:lvl7pPr>
            <a:lvl8pPr marL="3429000" indent="-228600" defTabSz="914400">
              <a:lnSpc>
                <a:spcPct val="90000"/>
              </a:lnSpc>
              <a:spcBef>
                <a:spcPts val="500"/>
              </a:spcBef>
              <a:buFont typeface="Aktiv Grotesk" panose="020B0604020202020204" pitchFamily="34" charset="0"/>
              <a:buChar char="•"/>
              <a:defRPr sz="1800"/>
            </a:lvl8pPr>
            <a:lvl9pPr marL="3886200" indent="-228600" defTabSz="914400">
              <a:lnSpc>
                <a:spcPct val="90000"/>
              </a:lnSpc>
              <a:spcBef>
                <a:spcPts val="500"/>
              </a:spcBef>
              <a:buFont typeface="Aktiv Grotesk" panose="020B0604020202020204" pitchFamily="34" charset="0"/>
              <a:buChar char="•"/>
              <a:defRPr sz="1800"/>
            </a:lvl9pPr>
          </a:lstStyle>
          <a:p>
            <a:pPr marL="76200" lvl="2" indent="-76200">
              <a:spcAft>
                <a:spcPts val="0"/>
              </a:spcAft>
              <a:buClr>
                <a:srgbClr val="EB0000"/>
              </a:buClr>
              <a:buSzPct val="100000"/>
              <a:buNone/>
              <a:defRPr/>
            </a:pPr>
            <a:r>
              <a:rPr lang="en-US" b="1"/>
              <a:t>“We need a roadmap to public cloud”</a:t>
            </a:r>
          </a:p>
        </p:txBody>
      </p:sp>
      <p:sp>
        <p:nvSpPr>
          <p:cNvPr id="86" name="TextBox 23">
            <a:extLst>
              <a:ext uri="{FF2B5EF4-FFF2-40B4-BE49-F238E27FC236}">
                <a16:creationId xmlns:a16="http://schemas.microsoft.com/office/drawing/2014/main" id="{D8924AE0-08C8-2748-8C2C-FA7151688C61}"/>
              </a:ext>
            </a:extLst>
          </p:cNvPr>
          <p:cNvSpPr txBox="1">
            <a:spLocks/>
          </p:cNvSpPr>
          <p:nvPr/>
        </p:nvSpPr>
        <p:spPr>
          <a:xfrm>
            <a:off x="1109253" y="2215014"/>
            <a:ext cx="3405295" cy="972483"/>
          </a:xfrm>
          <a:prstGeom prst="rect">
            <a:avLst/>
          </a:prstGeom>
          <a:noFill/>
          <a:extLst>
            <a:ext uri="{909E8E84-426E-40DD-AFC4-6F175D3DCCD1}">
              <a14:hiddenFill xmlns:a14="http://schemas.microsoft.com/office/drawing/2010/main">
                <a:solidFill>
                  <a:srgbClr val="FFFFFF"/>
                </a:solidFill>
              </a14:hiddenFill>
            </a:ext>
          </a:extLst>
        </p:spPr>
        <p:txBody>
          <a:bodyPr vert="horz" lIns="0" tIns="0" rIns="0" bIns="0" rtlCol="0" anchor="ctr">
            <a:noAutofit/>
          </a:bodyPr>
          <a:lstStyle>
            <a:lvl1pPr marL="142875" lvl="0" indent="-142875"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1pPr>
            <a:lvl2pPr marL="428625" lvl="1" indent="-145257"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2pPr>
            <a:lvl3pPr marL="714375" lvl="2" indent="-147638"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3pPr>
            <a:lvl4pPr marL="1000125" lvl="3" indent="-150019"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4pPr>
            <a:lvl5pPr marL="1285875" lvl="4" indent="-152400"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5pPr>
            <a:lvl6pPr marL="2514600" indent="-228600" defTabSz="914400">
              <a:lnSpc>
                <a:spcPct val="90000"/>
              </a:lnSpc>
              <a:spcBef>
                <a:spcPts val="500"/>
              </a:spcBef>
              <a:buFont typeface="Aktiv Grotesk" panose="020B0604020202020204" pitchFamily="34" charset="0"/>
              <a:buChar char="•"/>
              <a:defRPr sz="1800"/>
            </a:lvl6pPr>
            <a:lvl7pPr marL="2971800" indent="-228600" defTabSz="914400">
              <a:lnSpc>
                <a:spcPct val="90000"/>
              </a:lnSpc>
              <a:spcBef>
                <a:spcPts val="500"/>
              </a:spcBef>
              <a:buFont typeface="Aktiv Grotesk" panose="020B0604020202020204" pitchFamily="34" charset="0"/>
              <a:buChar char="•"/>
              <a:defRPr sz="1800"/>
            </a:lvl7pPr>
            <a:lvl8pPr marL="3429000" indent="-228600" defTabSz="914400">
              <a:lnSpc>
                <a:spcPct val="90000"/>
              </a:lnSpc>
              <a:spcBef>
                <a:spcPts val="500"/>
              </a:spcBef>
              <a:buFont typeface="Aktiv Grotesk" panose="020B0604020202020204" pitchFamily="34" charset="0"/>
              <a:buChar char="•"/>
              <a:defRPr sz="1800"/>
            </a:lvl8pPr>
            <a:lvl9pPr marL="3886200" indent="-228600" defTabSz="914400">
              <a:lnSpc>
                <a:spcPct val="90000"/>
              </a:lnSpc>
              <a:spcBef>
                <a:spcPts val="500"/>
              </a:spcBef>
              <a:buFont typeface="Aktiv Grotesk" panose="020B0604020202020204" pitchFamily="34" charset="0"/>
              <a:buChar char="•"/>
              <a:defRPr sz="1800"/>
            </a:lvl9pPr>
          </a:lstStyle>
          <a:p>
            <a:pPr marL="76200" lvl="2" indent="-76200">
              <a:spcAft>
                <a:spcPts val="0"/>
              </a:spcAft>
              <a:buClr>
                <a:srgbClr val="EB0000"/>
              </a:buClr>
              <a:buSzPct val="100000"/>
              <a:buNone/>
              <a:defRPr/>
            </a:pPr>
            <a:r>
              <a:rPr lang="en-US" b="1"/>
              <a:t>“How do we manage a hybrid cloud?”</a:t>
            </a:r>
          </a:p>
        </p:txBody>
      </p:sp>
      <p:sp>
        <p:nvSpPr>
          <p:cNvPr id="88" name="TextBox 22">
            <a:extLst>
              <a:ext uri="{FF2B5EF4-FFF2-40B4-BE49-F238E27FC236}">
                <a16:creationId xmlns:a16="http://schemas.microsoft.com/office/drawing/2014/main" id="{4CE80B5C-53D5-894B-B0F0-E88FEA00317C}"/>
              </a:ext>
            </a:extLst>
          </p:cNvPr>
          <p:cNvSpPr txBox="1">
            <a:spLocks/>
          </p:cNvSpPr>
          <p:nvPr/>
        </p:nvSpPr>
        <p:spPr>
          <a:xfrm>
            <a:off x="1168833" y="3297347"/>
            <a:ext cx="2726761" cy="972483"/>
          </a:xfrm>
          <a:prstGeom prst="rect">
            <a:avLst/>
          </a:prstGeom>
          <a:noFill/>
          <a:extLst>
            <a:ext uri="{909E8E84-426E-40DD-AFC4-6F175D3DCCD1}">
              <a14:hiddenFill xmlns:a14="http://schemas.microsoft.com/office/drawing/2010/main">
                <a:solidFill>
                  <a:srgbClr val="FFFFFF"/>
                </a:solidFill>
              </a14:hiddenFill>
            </a:ext>
          </a:extLst>
        </p:spPr>
        <p:txBody>
          <a:bodyPr vert="horz" lIns="0" tIns="0" rIns="0" bIns="0" rtlCol="0" anchor="ctr">
            <a:noAutofit/>
          </a:bodyPr>
          <a:lstStyle>
            <a:lvl1pPr marL="142875" lvl="0" indent="-142875"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1pPr>
            <a:lvl2pPr marL="428625" lvl="1" indent="-145257"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2pPr>
            <a:lvl3pPr marL="714375" lvl="2" indent="-147638"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3pPr>
            <a:lvl4pPr marL="1000125" lvl="3" indent="-150019"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4pPr>
            <a:lvl5pPr marL="1285875" lvl="4" indent="-152400"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5pPr>
            <a:lvl6pPr marL="2514600" indent="-228600" defTabSz="914400">
              <a:lnSpc>
                <a:spcPct val="90000"/>
              </a:lnSpc>
              <a:spcBef>
                <a:spcPts val="500"/>
              </a:spcBef>
              <a:buFont typeface="Aktiv Grotesk" panose="020B0604020202020204" pitchFamily="34" charset="0"/>
              <a:buChar char="•"/>
              <a:defRPr sz="1800"/>
            </a:lvl6pPr>
            <a:lvl7pPr marL="2971800" indent="-228600" defTabSz="914400">
              <a:lnSpc>
                <a:spcPct val="90000"/>
              </a:lnSpc>
              <a:spcBef>
                <a:spcPts val="500"/>
              </a:spcBef>
              <a:buFont typeface="Aktiv Grotesk" panose="020B0604020202020204" pitchFamily="34" charset="0"/>
              <a:buChar char="•"/>
              <a:defRPr sz="1800"/>
            </a:lvl7pPr>
            <a:lvl8pPr marL="3429000" indent="-228600" defTabSz="914400">
              <a:lnSpc>
                <a:spcPct val="90000"/>
              </a:lnSpc>
              <a:spcBef>
                <a:spcPts val="500"/>
              </a:spcBef>
              <a:buFont typeface="Aktiv Grotesk" panose="020B0604020202020204" pitchFamily="34" charset="0"/>
              <a:buChar char="•"/>
              <a:defRPr sz="1800"/>
            </a:lvl8pPr>
            <a:lvl9pPr marL="3886200" indent="-228600" defTabSz="914400">
              <a:lnSpc>
                <a:spcPct val="90000"/>
              </a:lnSpc>
              <a:spcBef>
                <a:spcPts val="500"/>
              </a:spcBef>
              <a:buFont typeface="Aktiv Grotesk" panose="020B0604020202020204" pitchFamily="34" charset="0"/>
              <a:buChar char="•"/>
              <a:defRPr sz="1800"/>
            </a:lvl9pPr>
          </a:lstStyle>
          <a:p>
            <a:pPr marL="76200" lvl="2" indent="-76200">
              <a:spcAft>
                <a:spcPts val="0"/>
              </a:spcAft>
              <a:buClr>
                <a:srgbClr val="EB0000"/>
              </a:buClr>
              <a:buSzPct val="100000"/>
              <a:buNone/>
              <a:defRPr/>
            </a:pPr>
            <a:r>
              <a:rPr lang="en-US" b="1"/>
              <a:t>“Cloud provides attractive economics”</a:t>
            </a:r>
          </a:p>
        </p:txBody>
      </p:sp>
      <p:graphicFrame>
        <p:nvGraphicFramePr>
          <p:cNvPr id="9" name="Object 8" hidden="1">
            <a:extLst>
              <a:ext uri="{FF2B5EF4-FFF2-40B4-BE49-F238E27FC236}">
                <a16:creationId xmlns:a16="http://schemas.microsoft.com/office/drawing/2014/main" id="{58C02852-3A83-4406-AC82-97C28484E3B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6" progId="TCLayout.ActiveDocument.1">
                  <p:embed/>
                </p:oleObj>
              </mc:Choice>
              <mc:Fallback>
                <p:oleObj name="think-cell Slide" r:id="rId5" imgW="395" imgH="396" progId="TCLayout.ActiveDocument.1">
                  <p:embed/>
                  <p:pic>
                    <p:nvPicPr>
                      <p:cNvPr id="9" name="Object 8" hidden="1">
                        <a:extLst>
                          <a:ext uri="{FF2B5EF4-FFF2-40B4-BE49-F238E27FC236}">
                            <a16:creationId xmlns:a16="http://schemas.microsoft.com/office/drawing/2014/main" id="{58C02852-3A83-4406-AC82-97C28484E3BF}"/>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C101DECE-D9F2-447C-96C6-72F45CAD3CA3}"/>
              </a:ext>
            </a:extLst>
          </p:cNvPr>
          <p:cNvSpPr/>
          <p:nvPr>
            <p:custDataLst>
              <p:tags r:id="rId2"/>
            </p:custDataLst>
          </p:nvPr>
        </p:nvSpPr>
        <p:spPr>
          <a:xfrm>
            <a:off x="0" y="0"/>
            <a:ext cx="158750" cy="1587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a:latin typeface="Aktiv Grotesk" panose="020B0604020202020204" pitchFamily="34" charset="0"/>
              <a:ea typeface="+mj-ea"/>
              <a:cs typeface="+mj-cs"/>
              <a:sym typeface="Aktiv Grotesk" panose="020B0604020202020204" pitchFamily="34" charset="0"/>
            </a:endParaRPr>
          </a:p>
        </p:txBody>
      </p:sp>
      <p:sp>
        <p:nvSpPr>
          <p:cNvPr id="49" name="TextBox 22">
            <a:extLst>
              <a:ext uri="{FF2B5EF4-FFF2-40B4-BE49-F238E27FC236}">
                <a16:creationId xmlns:a16="http://schemas.microsoft.com/office/drawing/2014/main" id="{E655EC88-0EEA-49E9-B30F-EA9F0B5943C2}"/>
              </a:ext>
            </a:extLst>
          </p:cNvPr>
          <p:cNvSpPr txBox="1">
            <a:spLocks/>
          </p:cNvSpPr>
          <p:nvPr/>
        </p:nvSpPr>
        <p:spPr>
          <a:xfrm>
            <a:off x="1303853" y="4354245"/>
            <a:ext cx="2623721" cy="972483"/>
          </a:xfrm>
          <a:prstGeom prst="rect">
            <a:avLst/>
          </a:prstGeom>
          <a:noFill/>
          <a:extLst>
            <a:ext uri="{909E8E84-426E-40DD-AFC4-6F175D3DCCD1}">
              <a14:hiddenFill xmlns:a14="http://schemas.microsoft.com/office/drawing/2010/main">
                <a:solidFill>
                  <a:srgbClr val="FFFFFF"/>
                </a:solidFill>
              </a14:hiddenFill>
            </a:ext>
          </a:extLst>
        </p:spPr>
        <p:txBody>
          <a:bodyPr vert="horz" lIns="0" tIns="0" rIns="0" bIns="0" rtlCol="0" anchor="ctr">
            <a:noAutofit/>
          </a:bodyPr>
          <a:lstStyle>
            <a:lvl1pPr marL="142875" lvl="0" indent="-142875"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1pPr>
            <a:lvl2pPr marL="428625" lvl="1" indent="-145257"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2pPr>
            <a:lvl3pPr marL="714375" lvl="2" indent="-147638"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3pPr>
            <a:lvl4pPr marL="1000125" lvl="3" indent="-150019"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4pPr>
            <a:lvl5pPr marL="1285875" lvl="4" indent="-152400"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5pPr>
            <a:lvl6pPr marL="2514600" indent="-228600" defTabSz="914400">
              <a:lnSpc>
                <a:spcPct val="90000"/>
              </a:lnSpc>
              <a:spcBef>
                <a:spcPts val="500"/>
              </a:spcBef>
              <a:buFont typeface="Aktiv Grotesk" panose="020B0604020202020204" pitchFamily="34" charset="0"/>
              <a:buChar char="•"/>
              <a:defRPr sz="1800"/>
            </a:lvl6pPr>
            <a:lvl7pPr marL="2971800" indent="-228600" defTabSz="914400">
              <a:lnSpc>
                <a:spcPct val="90000"/>
              </a:lnSpc>
              <a:spcBef>
                <a:spcPts val="500"/>
              </a:spcBef>
              <a:buFont typeface="Aktiv Grotesk" panose="020B0604020202020204" pitchFamily="34" charset="0"/>
              <a:buChar char="•"/>
              <a:defRPr sz="1800"/>
            </a:lvl7pPr>
            <a:lvl8pPr marL="3429000" indent="-228600" defTabSz="914400">
              <a:lnSpc>
                <a:spcPct val="90000"/>
              </a:lnSpc>
              <a:spcBef>
                <a:spcPts val="500"/>
              </a:spcBef>
              <a:buFont typeface="Aktiv Grotesk" panose="020B0604020202020204" pitchFamily="34" charset="0"/>
              <a:buChar char="•"/>
              <a:defRPr sz="1800"/>
            </a:lvl8pPr>
            <a:lvl9pPr marL="3886200" indent="-228600" defTabSz="914400">
              <a:lnSpc>
                <a:spcPct val="90000"/>
              </a:lnSpc>
              <a:spcBef>
                <a:spcPts val="500"/>
              </a:spcBef>
              <a:buFont typeface="Aktiv Grotesk" panose="020B0604020202020204" pitchFamily="34" charset="0"/>
              <a:buChar char="•"/>
              <a:defRPr sz="1800"/>
            </a:lvl9pPr>
          </a:lstStyle>
          <a:p>
            <a:pPr marL="76200" lvl="2" indent="-76200">
              <a:spcAft>
                <a:spcPts val="0"/>
              </a:spcAft>
              <a:buClr>
                <a:srgbClr val="EB0000"/>
              </a:buClr>
              <a:buSzPct val="100000"/>
              <a:buNone/>
              <a:defRPr/>
            </a:pPr>
            <a:r>
              <a:rPr lang="en-US" b="1"/>
              <a:t>“we need to improve our operational effectiveness”</a:t>
            </a:r>
          </a:p>
        </p:txBody>
      </p:sp>
      <p:grpSp>
        <p:nvGrpSpPr>
          <p:cNvPr id="95" name="Group 94">
            <a:extLst>
              <a:ext uri="{FF2B5EF4-FFF2-40B4-BE49-F238E27FC236}">
                <a16:creationId xmlns:a16="http://schemas.microsoft.com/office/drawing/2014/main" id="{5EB9B7E0-193A-4644-8F97-4592FFB5C430}"/>
              </a:ext>
            </a:extLst>
          </p:cNvPr>
          <p:cNvGrpSpPr>
            <a:grpSpLocks noChangeAspect="1"/>
          </p:cNvGrpSpPr>
          <p:nvPr/>
        </p:nvGrpSpPr>
        <p:grpSpPr>
          <a:xfrm>
            <a:off x="361950" y="2332799"/>
            <a:ext cx="580908" cy="633094"/>
            <a:chOff x="8486775" y="3444875"/>
            <a:chExt cx="671513" cy="731838"/>
          </a:xfrm>
        </p:grpSpPr>
        <p:sp>
          <p:nvSpPr>
            <p:cNvPr id="96" name="Freeform 1">
              <a:extLst>
                <a:ext uri="{FF2B5EF4-FFF2-40B4-BE49-F238E27FC236}">
                  <a16:creationId xmlns:a16="http://schemas.microsoft.com/office/drawing/2014/main" id="{BFED5CC5-20F4-4036-B935-AE902C01C5A0}"/>
                </a:ext>
              </a:extLst>
            </p:cNvPr>
            <p:cNvSpPr>
              <a:spLocks noChangeArrowheads="1"/>
            </p:cNvSpPr>
            <p:nvPr/>
          </p:nvSpPr>
          <p:spPr bwMode="auto">
            <a:xfrm>
              <a:off x="8853488" y="3495675"/>
              <a:ext cx="304800" cy="630238"/>
            </a:xfrm>
            <a:custGeom>
              <a:avLst/>
              <a:gdLst>
                <a:gd name="T0" fmla="*/ 0 w 848"/>
                <a:gd name="T1" fmla="*/ 1748 h 1749"/>
                <a:gd name="T2" fmla="*/ 565 w 848"/>
                <a:gd name="T3" fmla="*/ 1748 h 1749"/>
                <a:gd name="T4" fmla="*/ 847 w 848"/>
                <a:gd name="T5" fmla="*/ 1466 h 1749"/>
                <a:gd name="T6" fmla="*/ 847 w 848"/>
                <a:gd name="T7" fmla="*/ 282 h 1749"/>
                <a:gd name="T8" fmla="*/ 565 w 848"/>
                <a:gd name="T9" fmla="*/ 0 h 1749"/>
                <a:gd name="T10" fmla="*/ 0 w 848"/>
                <a:gd name="T11" fmla="*/ 0 h 1749"/>
              </a:gdLst>
              <a:ahLst/>
              <a:cxnLst>
                <a:cxn ang="0">
                  <a:pos x="T0" y="T1"/>
                </a:cxn>
                <a:cxn ang="0">
                  <a:pos x="T2" y="T3"/>
                </a:cxn>
                <a:cxn ang="0">
                  <a:pos x="T4" y="T5"/>
                </a:cxn>
                <a:cxn ang="0">
                  <a:pos x="T6" y="T7"/>
                </a:cxn>
                <a:cxn ang="0">
                  <a:pos x="T8" y="T9"/>
                </a:cxn>
                <a:cxn ang="0">
                  <a:pos x="T10" y="T11"/>
                </a:cxn>
              </a:cxnLst>
              <a:rect l="0" t="0" r="r" b="b"/>
              <a:pathLst>
                <a:path w="848" h="1749">
                  <a:moveTo>
                    <a:pt x="0" y="1748"/>
                  </a:moveTo>
                  <a:cubicBezTo>
                    <a:pt x="189" y="1748"/>
                    <a:pt x="377" y="1748"/>
                    <a:pt x="565" y="1748"/>
                  </a:cubicBezTo>
                  <a:cubicBezTo>
                    <a:pt x="720" y="1748"/>
                    <a:pt x="847" y="1621"/>
                    <a:pt x="847" y="1466"/>
                  </a:cubicBezTo>
                  <a:cubicBezTo>
                    <a:pt x="847" y="1071"/>
                    <a:pt x="847" y="677"/>
                    <a:pt x="847" y="282"/>
                  </a:cubicBezTo>
                  <a:cubicBezTo>
                    <a:pt x="847" y="127"/>
                    <a:pt x="720" y="0"/>
                    <a:pt x="565" y="0"/>
                  </a:cubicBezTo>
                  <a:cubicBezTo>
                    <a:pt x="377" y="0"/>
                    <a:pt x="189" y="0"/>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7" name="Freeform 2">
              <a:extLst>
                <a:ext uri="{FF2B5EF4-FFF2-40B4-BE49-F238E27FC236}">
                  <a16:creationId xmlns:a16="http://schemas.microsoft.com/office/drawing/2014/main" id="{C59F997C-8BAF-4BED-AADA-F5E46BB2E5E0}"/>
                </a:ext>
              </a:extLst>
            </p:cNvPr>
            <p:cNvSpPr>
              <a:spLocks noChangeArrowheads="1"/>
            </p:cNvSpPr>
            <p:nvPr/>
          </p:nvSpPr>
          <p:spPr bwMode="auto">
            <a:xfrm>
              <a:off x="8486775" y="3444875"/>
              <a:ext cx="365125" cy="731838"/>
            </a:xfrm>
            <a:custGeom>
              <a:avLst/>
              <a:gdLst>
                <a:gd name="T0" fmla="*/ 1015 w 1016"/>
                <a:gd name="T1" fmla="*/ 550 h 2031"/>
                <a:gd name="T2" fmla="*/ 1015 w 1016"/>
                <a:gd name="T3" fmla="*/ 29 h 2031"/>
                <a:gd name="T4" fmla="*/ 1006 w 1016"/>
                <a:gd name="T5" fmla="*/ 8 h 2031"/>
                <a:gd name="T6" fmla="*/ 985 w 1016"/>
                <a:gd name="T7" fmla="*/ 1 h 2031"/>
                <a:gd name="T8" fmla="*/ 688 w 1016"/>
                <a:gd name="T9" fmla="*/ 211 h 2031"/>
                <a:gd name="T10" fmla="*/ 679 w 1016"/>
                <a:gd name="T11" fmla="*/ 214 h 2031"/>
                <a:gd name="T12" fmla="*/ 298 w 1016"/>
                <a:gd name="T13" fmla="*/ 297 h 2031"/>
                <a:gd name="T14" fmla="*/ 215 w 1016"/>
                <a:gd name="T15" fmla="*/ 679 h 2031"/>
                <a:gd name="T16" fmla="*/ 211 w 1016"/>
                <a:gd name="T17" fmla="*/ 687 h 2031"/>
                <a:gd name="T18" fmla="*/ 0 w 1016"/>
                <a:gd name="T19" fmla="*/ 1015 h 2031"/>
                <a:gd name="T20" fmla="*/ 211 w 1016"/>
                <a:gd name="T21" fmla="*/ 1343 h 2031"/>
                <a:gd name="T22" fmla="*/ 215 w 1016"/>
                <a:gd name="T23" fmla="*/ 1352 h 2031"/>
                <a:gd name="T24" fmla="*/ 298 w 1016"/>
                <a:gd name="T25" fmla="*/ 1733 h 2031"/>
                <a:gd name="T26" fmla="*/ 679 w 1016"/>
                <a:gd name="T27" fmla="*/ 1816 h 2031"/>
                <a:gd name="T28" fmla="*/ 688 w 1016"/>
                <a:gd name="T29" fmla="*/ 1820 h 2031"/>
                <a:gd name="T30" fmla="*/ 985 w 1016"/>
                <a:gd name="T31" fmla="*/ 2029 h 2031"/>
                <a:gd name="T32" fmla="*/ 1006 w 1016"/>
                <a:gd name="T33" fmla="*/ 2022 h 2031"/>
                <a:gd name="T34" fmla="*/ 1015 w 1016"/>
                <a:gd name="T35" fmla="*/ 2001 h 2031"/>
                <a:gd name="T36" fmla="*/ 1015 w 1016"/>
                <a:gd name="T37" fmla="*/ 1480 h 20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16" h="2031">
                  <a:moveTo>
                    <a:pt x="1015" y="550"/>
                  </a:moveTo>
                  <a:cubicBezTo>
                    <a:pt x="1015" y="376"/>
                    <a:pt x="1015" y="202"/>
                    <a:pt x="1015" y="29"/>
                  </a:cubicBezTo>
                  <a:cubicBezTo>
                    <a:pt x="1015" y="21"/>
                    <a:pt x="1013" y="13"/>
                    <a:pt x="1006" y="8"/>
                  </a:cubicBezTo>
                  <a:cubicBezTo>
                    <a:pt x="1000" y="2"/>
                    <a:pt x="992" y="0"/>
                    <a:pt x="985" y="1"/>
                  </a:cubicBezTo>
                  <a:cubicBezTo>
                    <a:pt x="853" y="12"/>
                    <a:pt x="741" y="95"/>
                    <a:pt x="688" y="211"/>
                  </a:cubicBezTo>
                  <a:cubicBezTo>
                    <a:pt x="686" y="214"/>
                    <a:pt x="683" y="216"/>
                    <a:pt x="679" y="214"/>
                  </a:cubicBezTo>
                  <a:cubicBezTo>
                    <a:pt x="551" y="167"/>
                    <a:pt x="401" y="194"/>
                    <a:pt x="298" y="297"/>
                  </a:cubicBezTo>
                  <a:cubicBezTo>
                    <a:pt x="195" y="400"/>
                    <a:pt x="167" y="550"/>
                    <a:pt x="215" y="679"/>
                  </a:cubicBezTo>
                  <a:cubicBezTo>
                    <a:pt x="216" y="682"/>
                    <a:pt x="215" y="686"/>
                    <a:pt x="211" y="687"/>
                  </a:cubicBezTo>
                  <a:cubicBezTo>
                    <a:pt x="87" y="744"/>
                    <a:pt x="0" y="870"/>
                    <a:pt x="0" y="1015"/>
                  </a:cubicBezTo>
                  <a:cubicBezTo>
                    <a:pt x="0" y="1161"/>
                    <a:pt x="87" y="1286"/>
                    <a:pt x="211" y="1343"/>
                  </a:cubicBezTo>
                  <a:cubicBezTo>
                    <a:pt x="215" y="1344"/>
                    <a:pt x="216" y="1348"/>
                    <a:pt x="215" y="1352"/>
                  </a:cubicBezTo>
                  <a:cubicBezTo>
                    <a:pt x="167" y="1480"/>
                    <a:pt x="195" y="1630"/>
                    <a:pt x="298" y="1733"/>
                  </a:cubicBezTo>
                  <a:cubicBezTo>
                    <a:pt x="401" y="1836"/>
                    <a:pt x="551" y="1864"/>
                    <a:pt x="679" y="1816"/>
                  </a:cubicBezTo>
                  <a:cubicBezTo>
                    <a:pt x="683" y="1815"/>
                    <a:pt x="686" y="1816"/>
                    <a:pt x="688" y="1820"/>
                  </a:cubicBezTo>
                  <a:cubicBezTo>
                    <a:pt x="741" y="1935"/>
                    <a:pt x="853" y="2018"/>
                    <a:pt x="985" y="2029"/>
                  </a:cubicBezTo>
                  <a:cubicBezTo>
                    <a:pt x="992" y="2030"/>
                    <a:pt x="1000" y="2027"/>
                    <a:pt x="1006" y="2022"/>
                  </a:cubicBezTo>
                  <a:cubicBezTo>
                    <a:pt x="1012" y="2017"/>
                    <a:pt x="1015" y="2009"/>
                    <a:pt x="1015" y="2001"/>
                  </a:cubicBezTo>
                  <a:cubicBezTo>
                    <a:pt x="1015" y="1950"/>
                    <a:pt x="1015" y="1816"/>
                    <a:pt x="1015" y="148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8" name="Freeform 3">
              <a:extLst>
                <a:ext uri="{FF2B5EF4-FFF2-40B4-BE49-F238E27FC236}">
                  <a16:creationId xmlns:a16="http://schemas.microsoft.com/office/drawing/2014/main" id="{CA33F697-1EE0-4089-8557-365642358E9B}"/>
                </a:ext>
              </a:extLst>
            </p:cNvPr>
            <p:cNvSpPr>
              <a:spLocks noChangeArrowheads="1"/>
            </p:cNvSpPr>
            <p:nvPr/>
          </p:nvSpPr>
          <p:spPr bwMode="auto">
            <a:xfrm>
              <a:off x="8853488" y="3856038"/>
              <a:ext cx="1587" cy="30162"/>
            </a:xfrm>
            <a:custGeom>
              <a:avLst/>
              <a:gdLst>
                <a:gd name="T0" fmla="*/ 0 w 1"/>
                <a:gd name="T1" fmla="*/ 0 h 85"/>
                <a:gd name="T2" fmla="*/ 0 w 1"/>
                <a:gd name="T3" fmla="*/ 84 h 85"/>
              </a:gdLst>
              <a:ahLst/>
              <a:cxnLst>
                <a:cxn ang="0">
                  <a:pos x="T0" y="T1"/>
                </a:cxn>
                <a:cxn ang="0">
                  <a:pos x="T2" y="T3"/>
                </a:cxn>
              </a:cxnLst>
              <a:rect l="0" t="0" r="r" b="b"/>
              <a:pathLst>
                <a:path w="1" h="85">
                  <a:moveTo>
                    <a:pt x="0" y="0"/>
                  </a:moveTo>
                  <a:cubicBezTo>
                    <a:pt x="0" y="28"/>
                    <a:pt x="0" y="56"/>
                    <a:pt x="0" y="84"/>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99" name="Freeform 4">
              <a:extLst>
                <a:ext uri="{FF2B5EF4-FFF2-40B4-BE49-F238E27FC236}">
                  <a16:creationId xmlns:a16="http://schemas.microsoft.com/office/drawing/2014/main" id="{42ECE90F-882B-4382-A441-7C1B6C6D9A9F}"/>
                </a:ext>
              </a:extLst>
            </p:cNvPr>
            <p:cNvSpPr>
              <a:spLocks noChangeArrowheads="1"/>
            </p:cNvSpPr>
            <p:nvPr/>
          </p:nvSpPr>
          <p:spPr bwMode="auto">
            <a:xfrm>
              <a:off x="8853488" y="3735388"/>
              <a:ext cx="1587" cy="31750"/>
            </a:xfrm>
            <a:custGeom>
              <a:avLst/>
              <a:gdLst>
                <a:gd name="T0" fmla="*/ 0 w 1"/>
                <a:gd name="T1" fmla="*/ 0 h 86"/>
                <a:gd name="T2" fmla="*/ 0 w 1"/>
                <a:gd name="T3" fmla="*/ 85 h 86"/>
              </a:gdLst>
              <a:ahLst/>
              <a:cxnLst>
                <a:cxn ang="0">
                  <a:pos x="T0" y="T1"/>
                </a:cxn>
                <a:cxn ang="0">
                  <a:pos x="T2" y="T3"/>
                </a:cxn>
              </a:cxnLst>
              <a:rect l="0" t="0" r="r" b="b"/>
              <a:pathLst>
                <a:path w="1" h="86">
                  <a:moveTo>
                    <a:pt x="0" y="0"/>
                  </a:moveTo>
                  <a:cubicBezTo>
                    <a:pt x="0" y="28"/>
                    <a:pt x="0" y="56"/>
                    <a:pt x="0" y="85"/>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0" name="Freeform 5">
              <a:extLst>
                <a:ext uri="{FF2B5EF4-FFF2-40B4-BE49-F238E27FC236}">
                  <a16:creationId xmlns:a16="http://schemas.microsoft.com/office/drawing/2014/main" id="{929BF435-E743-4FD0-B718-24BDF8A266E7}"/>
                </a:ext>
              </a:extLst>
            </p:cNvPr>
            <p:cNvSpPr>
              <a:spLocks noChangeArrowheads="1"/>
            </p:cNvSpPr>
            <p:nvPr/>
          </p:nvSpPr>
          <p:spPr bwMode="auto">
            <a:xfrm>
              <a:off x="8840788" y="3689350"/>
              <a:ext cx="73025" cy="1588"/>
            </a:xfrm>
            <a:custGeom>
              <a:avLst/>
              <a:gdLst>
                <a:gd name="T0" fmla="*/ 204 w 205"/>
                <a:gd name="T1" fmla="*/ 0 h 1"/>
                <a:gd name="T2" fmla="*/ 0 w 205"/>
                <a:gd name="T3" fmla="*/ 0 h 1"/>
              </a:gdLst>
              <a:ahLst/>
              <a:cxnLst>
                <a:cxn ang="0">
                  <a:pos x="T0" y="T1"/>
                </a:cxn>
                <a:cxn ang="0">
                  <a:pos x="T2" y="T3"/>
                </a:cxn>
              </a:cxnLst>
              <a:rect l="0" t="0" r="r" b="b"/>
              <a:pathLst>
                <a:path w="205" h="1">
                  <a:moveTo>
                    <a:pt x="204" y="0"/>
                  </a:moveTo>
                  <a:cubicBezTo>
                    <a:pt x="136" y="0"/>
                    <a:pt x="68"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1" name="Freeform 6">
              <a:extLst>
                <a:ext uri="{FF2B5EF4-FFF2-40B4-BE49-F238E27FC236}">
                  <a16:creationId xmlns:a16="http://schemas.microsoft.com/office/drawing/2014/main" id="{99391023-3198-4E84-96F4-3BCDC7AD0479}"/>
                </a:ext>
              </a:extLst>
            </p:cNvPr>
            <p:cNvSpPr>
              <a:spLocks noChangeArrowheads="1"/>
            </p:cNvSpPr>
            <p:nvPr/>
          </p:nvSpPr>
          <p:spPr bwMode="auto">
            <a:xfrm>
              <a:off x="8953500" y="3689350"/>
              <a:ext cx="23813" cy="1588"/>
            </a:xfrm>
            <a:custGeom>
              <a:avLst/>
              <a:gdLst>
                <a:gd name="T0" fmla="*/ 63 w 64"/>
                <a:gd name="T1" fmla="*/ 0 h 1"/>
                <a:gd name="T2" fmla="*/ 0 w 64"/>
                <a:gd name="T3" fmla="*/ 0 h 1"/>
              </a:gdLst>
              <a:ahLst/>
              <a:cxnLst>
                <a:cxn ang="0">
                  <a:pos x="T0" y="T1"/>
                </a:cxn>
                <a:cxn ang="0">
                  <a:pos x="T2" y="T3"/>
                </a:cxn>
              </a:cxnLst>
              <a:rect l="0" t="0" r="r" b="b"/>
              <a:pathLst>
                <a:path w="64" h="1">
                  <a:moveTo>
                    <a:pt x="63" y="0"/>
                  </a:moveTo>
                  <a:cubicBezTo>
                    <a:pt x="42" y="0"/>
                    <a:pt x="21"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2" name="Freeform 7">
              <a:extLst>
                <a:ext uri="{FF2B5EF4-FFF2-40B4-BE49-F238E27FC236}">
                  <a16:creationId xmlns:a16="http://schemas.microsoft.com/office/drawing/2014/main" id="{550FCB78-3B32-47F9-8176-8DDB49BBB1A1}"/>
                </a:ext>
              </a:extLst>
            </p:cNvPr>
            <p:cNvSpPr>
              <a:spLocks noChangeArrowheads="1"/>
            </p:cNvSpPr>
            <p:nvPr/>
          </p:nvSpPr>
          <p:spPr bwMode="auto">
            <a:xfrm>
              <a:off x="8689975" y="3643313"/>
              <a:ext cx="325438" cy="92075"/>
            </a:xfrm>
            <a:custGeom>
              <a:avLst/>
              <a:gdLst>
                <a:gd name="T0" fmla="*/ 0 w 903"/>
                <a:gd name="T1" fmla="*/ 198 h 255"/>
                <a:gd name="T2" fmla="*/ 56 w 903"/>
                <a:gd name="T3" fmla="*/ 254 h 255"/>
                <a:gd name="T4" fmla="*/ 845 w 903"/>
                <a:gd name="T5" fmla="*/ 254 h 255"/>
                <a:gd name="T6" fmla="*/ 902 w 903"/>
                <a:gd name="T7" fmla="*/ 198 h 255"/>
                <a:gd name="T8" fmla="*/ 902 w 903"/>
                <a:gd name="T9" fmla="*/ 56 h 255"/>
                <a:gd name="T10" fmla="*/ 845 w 903"/>
                <a:gd name="T11" fmla="*/ 0 h 255"/>
                <a:gd name="T12" fmla="*/ 56 w 903"/>
                <a:gd name="T13" fmla="*/ 0 h 255"/>
                <a:gd name="T14" fmla="*/ 0 w 903"/>
                <a:gd name="T15" fmla="*/ 56 h 255"/>
                <a:gd name="T16" fmla="*/ 0 w 903"/>
                <a:gd name="T17" fmla="*/ 198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3" h="255">
                  <a:moveTo>
                    <a:pt x="0" y="198"/>
                  </a:moveTo>
                  <a:cubicBezTo>
                    <a:pt x="0" y="229"/>
                    <a:pt x="25" y="254"/>
                    <a:pt x="56" y="254"/>
                  </a:cubicBezTo>
                  <a:cubicBezTo>
                    <a:pt x="319" y="254"/>
                    <a:pt x="582" y="254"/>
                    <a:pt x="845" y="254"/>
                  </a:cubicBezTo>
                  <a:cubicBezTo>
                    <a:pt x="876" y="254"/>
                    <a:pt x="902" y="229"/>
                    <a:pt x="902" y="198"/>
                  </a:cubicBezTo>
                  <a:cubicBezTo>
                    <a:pt x="902" y="150"/>
                    <a:pt x="902" y="103"/>
                    <a:pt x="902" y="56"/>
                  </a:cubicBezTo>
                  <a:cubicBezTo>
                    <a:pt x="902" y="25"/>
                    <a:pt x="876" y="0"/>
                    <a:pt x="845" y="0"/>
                  </a:cubicBezTo>
                  <a:cubicBezTo>
                    <a:pt x="582" y="0"/>
                    <a:pt x="319" y="0"/>
                    <a:pt x="56" y="0"/>
                  </a:cubicBezTo>
                  <a:cubicBezTo>
                    <a:pt x="25" y="0"/>
                    <a:pt x="0" y="25"/>
                    <a:pt x="0" y="56"/>
                  </a:cubicBezTo>
                  <a:cubicBezTo>
                    <a:pt x="0" y="103"/>
                    <a:pt x="0" y="150"/>
                    <a:pt x="0" y="198"/>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3" name="Freeform 8">
              <a:extLst>
                <a:ext uri="{FF2B5EF4-FFF2-40B4-BE49-F238E27FC236}">
                  <a16:creationId xmlns:a16="http://schemas.microsoft.com/office/drawing/2014/main" id="{11760B15-5265-4948-96D6-2D26B5753D0C}"/>
                </a:ext>
              </a:extLst>
            </p:cNvPr>
            <p:cNvSpPr>
              <a:spLocks noChangeArrowheads="1"/>
            </p:cNvSpPr>
            <p:nvPr/>
          </p:nvSpPr>
          <p:spPr bwMode="auto">
            <a:xfrm>
              <a:off x="8840788" y="3810000"/>
              <a:ext cx="73025" cy="1588"/>
            </a:xfrm>
            <a:custGeom>
              <a:avLst/>
              <a:gdLst>
                <a:gd name="T0" fmla="*/ 204 w 205"/>
                <a:gd name="T1" fmla="*/ 0 h 1"/>
                <a:gd name="T2" fmla="*/ 0 w 205"/>
                <a:gd name="T3" fmla="*/ 0 h 1"/>
              </a:gdLst>
              <a:ahLst/>
              <a:cxnLst>
                <a:cxn ang="0">
                  <a:pos x="T0" y="T1"/>
                </a:cxn>
                <a:cxn ang="0">
                  <a:pos x="T2" y="T3"/>
                </a:cxn>
              </a:cxnLst>
              <a:rect l="0" t="0" r="r" b="b"/>
              <a:pathLst>
                <a:path w="205" h="1">
                  <a:moveTo>
                    <a:pt x="204" y="0"/>
                  </a:moveTo>
                  <a:cubicBezTo>
                    <a:pt x="136" y="0"/>
                    <a:pt x="68"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4" name="Freeform 9">
              <a:extLst>
                <a:ext uri="{FF2B5EF4-FFF2-40B4-BE49-F238E27FC236}">
                  <a16:creationId xmlns:a16="http://schemas.microsoft.com/office/drawing/2014/main" id="{BFF50DCA-D059-4562-AF99-C9F97FCE4DB9}"/>
                </a:ext>
              </a:extLst>
            </p:cNvPr>
            <p:cNvSpPr>
              <a:spLocks noChangeArrowheads="1"/>
            </p:cNvSpPr>
            <p:nvPr/>
          </p:nvSpPr>
          <p:spPr bwMode="auto">
            <a:xfrm>
              <a:off x="8953500" y="3810000"/>
              <a:ext cx="23813" cy="1588"/>
            </a:xfrm>
            <a:custGeom>
              <a:avLst/>
              <a:gdLst>
                <a:gd name="T0" fmla="*/ 63 w 64"/>
                <a:gd name="T1" fmla="*/ 0 h 1"/>
                <a:gd name="T2" fmla="*/ 0 w 64"/>
                <a:gd name="T3" fmla="*/ 0 h 1"/>
              </a:gdLst>
              <a:ahLst/>
              <a:cxnLst>
                <a:cxn ang="0">
                  <a:pos x="T0" y="T1"/>
                </a:cxn>
                <a:cxn ang="0">
                  <a:pos x="T2" y="T3"/>
                </a:cxn>
              </a:cxnLst>
              <a:rect l="0" t="0" r="r" b="b"/>
              <a:pathLst>
                <a:path w="64" h="1">
                  <a:moveTo>
                    <a:pt x="63" y="0"/>
                  </a:moveTo>
                  <a:cubicBezTo>
                    <a:pt x="42" y="0"/>
                    <a:pt x="21"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5" name="Freeform 10">
              <a:extLst>
                <a:ext uri="{FF2B5EF4-FFF2-40B4-BE49-F238E27FC236}">
                  <a16:creationId xmlns:a16="http://schemas.microsoft.com/office/drawing/2014/main" id="{ADC98544-DCBF-46E5-AD56-061D150906AF}"/>
                </a:ext>
              </a:extLst>
            </p:cNvPr>
            <p:cNvSpPr>
              <a:spLocks noChangeArrowheads="1"/>
            </p:cNvSpPr>
            <p:nvPr/>
          </p:nvSpPr>
          <p:spPr bwMode="auto">
            <a:xfrm>
              <a:off x="8689975" y="3765550"/>
              <a:ext cx="325438" cy="92075"/>
            </a:xfrm>
            <a:custGeom>
              <a:avLst/>
              <a:gdLst>
                <a:gd name="T0" fmla="*/ 0 w 903"/>
                <a:gd name="T1" fmla="*/ 196 h 254"/>
                <a:gd name="T2" fmla="*/ 56 w 903"/>
                <a:gd name="T3" fmla="*/ 253 h 254"/>
                <a:gd name="T4" fmla="*/ 845 w 903"/>
                <a:gd name="T5" fmla="*/ 253 h 254"/>
                <a:gd name="T6" fmla="*/ 902 w 903"/>
                <a:gd name="T7" fmla="*/ 196 h 254"/>
                <a:gd name="T8" fmla="*/ 902 w 903"/>
                <a:gd name="T9" fmla="*/ 56 h 254"/>
                <a:gd name="T10" fmla="*/ 845 w 903"/>
                <a:gd name="T11" fmla="*/ 0 h 254"/>
                <a:gd name="T12" fmla="*/ 56 w 903"/>
                <a:gd name="T13" fmla="*/ 0 h 254"/>
                <a:gd name="T14" fmla="*/ 0 w 903"/>
                <a:gd name="T15" fmla="*/ 56 h 254"/>
                <a:gd name="T16" fmla="*/ 0 w 903"/>
                <a:gd name="T17" fmla="*/ 196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3" h="254">
                  <a:moveTo>
                    <a:pt x="0" y="196"/>
                  </a:moveTo>
                  <a:cubicBezTo>
                    <a:pt x="0" y="227"/>
                    <a:pt x="25" y="253"/>
                    <a:pt x="56" y="253"/>
                  </a:cubicBezTo>
                  <a:cubicBezTo>
                    <a:pt x="319" y="253"/>
                    <a:pt x="582" y="253"/>
                    <a:pt x="845" y="253"/>
                  </a:cubicBezTo>
                  <a:cubicBezTo>
                    <a:pt x="876" y="253"/>
                    <a:pt x="902" y="227"/>
                    <a:pt x="902" y="196"/>
                  </a:cubicBezTo>
                  <a:cubicBezTo>
                    <a:pt x="902" y="149"/>
                    <a:pt x="902" y="103"/>
                    <a:pt x="902" y="56"/>
                  </a:cubicBezTo>
                  <a:cubicBezTo>
                    <a:pt x="902" y="25"/>
                    <a:pt x="876" y="0"/>
                    <a:pt x="845" y="0"/>
                  </a:cubicBezTo>
                  <a:cubicBezTo>
                    <a:pt x="582" y="0"/>
                    <a:pt x="319" y="0"/>
                    <a:pt x="56" y="0"/>
                  </a:cubicBezTo>
                  <a:cubicBezTo>
                    <a:pt x="25" y="0"/>
                    <a:pt x="0" y="25"/>
                    <a:pt x="0" y="56"/>
                  </a:cubicBezTo>
                  <a:cubicBezTo>
                    <a:pt x="0" y="103"/>
                    <a:pt x="0" y="149"/>
                    <a:pt x="0" y="19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6" name="Freeform 11">
              <a:extLst>
                <a:ext uri="{FF2B5EF4-FFF2-40B4-BE49-F238E27FC236}">
                  <a16:creationId xmlns:a16="http://schemas.microsoft.com/office/drawing/2014/main" id="{AEFC2341-B741-47F4-A2D1-CEBF8C5019A4}"/>
                </a:ext>
              </a:extLst>
            </p:cNvPr>
            <p:cNvSpPr>
              <a:spLocks noChangeArrowheads="1"/>
            </p:cNvSpPr>
            <p:nvPr/>
          </p:nvSpPr>
          <p:spPr bwMode="auto">
            <a:xfrm>
              <a:off x="8840788" y="3932238"/>
              <a:ext cx="73025" cy="1587"/>
            </a:xfrm>
            <a:custGeom>
              <a:avLst/>
              <a:gdLst>
                <a:gd name="T0" fmla="*/ 204 w 205"/>
                <a:gd name="T1" fmla="*/ 0 h 1"/>
                <a:gd name="T2" fmla="*/ 0 w 205"/>
                <a:gd name="T3" fmla="*/ 0 h 1"/>
              </a:gdLst>
              <a:ahLst/>
              <a:cxnLst>
                <a:cxn ang="0">
                  <a:pos x="T0" y="T1"/>
                </a:cxn>
                <a:cxn ang="0">
                  <a:pos x="T2" y="T3"/>
                </a:cxn>
              </a:cxnLst>
              <a:rect l="0" t="0" r="r" b="b"/>
              <a:pathLst>
                <a:path w="205" h="1">
                  <a:moveTo>
                    <a:pt x="204" y="0"/>
                  </a:moveTo>
                  <a:cubicBezTo>
                    <a:pt x="136" y="0"/>
                    <a:pt x="68"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7" name="Freeform 12">
              <a:extLst>
                <a:ext uri="{FF2B5EF4-FFF2-40B4-BE49-F238E27FC236}">
                  <a16:creationId xmlns:a16="http://schemas.microsoft.com/office/drawing/2014/main" id="{D9BD091B-143D-42D3-A9FC-6F05BE9587FE}"/>
                </a:ext>
              </a:extLst>
            </p:cNvPr>
            <p:cNvSpPr>
              <a:spLocks noChangeArrowheads="1"/>
            </p:cNvSpPr>
            <p:nvPr/>
          </p:nvSpPr>
          <p:spPr bwMode="auto">
            <a:xfrm>
              <a:off x="8953500" y="3932238"/>
              <a:ext cx="23813" cy="1587"/>
            </a:xfrm>
            <a:custGeom>
              <a:avLst/>
              <a:gdLst>
                <a:gd name="T0" fmla="*/ 63 w 64"/>
                <a:gd name="T1" fmla="*/ 0 h 1"/>
                <a:gd name="T2" fmla="*/ 0 w 64"/>
                <a:gd name="T3" fmla="*/ 0 h 1"/>
              </a:gdLst>
              <a:ahLst/>
              <a:cxnLst>
                <a:cxn ang="0">
                  <a:pos x="T0" y="T1"/>
                </a:cxn>
                <a:cxn ang="0">
                  <a:pos x="T2" y="T3"/>
                </a:cxn>
              </a:cxnLst>
              <a:rect l="0" t="0" r="r" b="b"/>
              <a:pathLst>
                <a:path w="64" h="1">
                  <a:moveTo>
                    <a:pt x="63" y="0"/>
                  </a:moveTo>
                  <a:cubicBezTo>
                    <a:pt x="42" y="0"/>
                    <a:pt x="21"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08" name="Freeform 13">
              <a:extLst>
                <a:ext uri="{FF2B5EF4-FFF2-40B4-BE49-F238E27FC236}">
                  <a16:creationId xmlns:a16="http://schemas.microsoft.com/office/drawing/2014/main" id="{F38D9C76-8971-464A-ABD7-220766EF3A60}"/>
                </a:ext>
              </a:extLst>
            </p:cNvPr>
            <p:cNvSpPr>
              <a:spLocks noChangeArrowheads="1"/>
            </p:cNvSpPr>
            <p:nvPr/>
          </p:nvSpPr>
          <p:spPr bwMode="auto">
            <a:xfrm>
              <a:off x="8689975" y="3886200"/>
              <a:ext cx="325438" cy="92075"/>
            </a:xfrm>
            <a:custGeom>
              <a:avLst/>
              <a:gdLst>
                <a:gd name="T0" fmla="*/ 0 w 903"/>
                <a:gd name="T1" fmla="*/ 198 h 255"/>
                <a:gd name="T2" fmla="*/ 56 w 903"/>
                <a:gd name="T3" fmla="*/ 254 h 255"/>
                <a:gd name="T4" fmla="*/ 845 w 903"/>
                <a:gd name="T5" fmla="*/ 254 h 255"/>
                <a:gd name="T6" fmla="*/ 902 w 903"/>
                <a:gd name="T7" fmla="*/ 198 h 255"/>
                <a:gd name="T8" fmla="*/ 902 w 903"/>
                <a:gd name="T9" fmla="*/ 57 h 255"/>
                <a:gd name="T10" fmla="*/ 845 w 903"/>
                <a:gd name="T11" fmla="*/ 0 h 255"/>
                <a:gd name="T12" fmla="*/ 56 w 903"/>
                <a:gd name="T13" fmla="*/ 0 h 255"/>
                <a:gd name="T14" fmla="*/ 0 w 903"/>
                <a:gd name="T15" fmla="*/ 57 h 255"/>
                <a:gd name="T16" fmla="*/ 0 w 903"/>
                <a:gd name="T17" fmla="*/ 198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3" h="255">
                  <a:moveTo>
                    <a:pt x="0" y="198"/>
                  </a:moveTo>
                  <a:cubicBezTo>
                    <a:pt x="0" y="229"/>
                    <a:pt x="25" y="254"/>
                    <a:pt x="56" y="254"/>
                  </a:cubicBezTo>
                  <a:cubicBezTo>
                    <a:pt x="319" y="254"/>
                    <a:pt x="582" y="254"/>
                    <a:pt x="845" y="254"/>
                  </a:cubicBezTo>
                  <a:cubicBezTo>
                    <a:pt x="876" y="254"/>
                    <a:pt x="902" y="229"/>
                    <a:pt x="902" y="198"/>
                  </a:cubicBezTo>
                  <a:cubicBezTo>
                    <a:pt x="902" y="151"/>
                    <a:pt x="902" y="104"/>
                    <a:pt x="902" y="57"/>
                  </a:cubicBezTo>
                  <a:cubicBezTo>
                    <a:pt x="902" y="26"/>
                    <a:pt x="876" y="0"/>
                    <a:pt x="845" y="0"/>
                  </a:cubicBezTo>
                  <a:cubicBezTo>
                    <a:pt x="582" y="0"/>
                    <a:pt x="319" y="0"/>
                    <a:pt x="56" y="0"/>
                  </a:cubicBezTo>
                  <a:cubicBezTo>
                    <a:pt x="25" y="0"/>
                    <a:pt x="0" y="26"/>
                    <a:pt x="0" y="57"/>
                  </a:cubicBezTo>
                  <a:cubicBezTo>
                    <a:pt x="0" y="104"/>
                    <a:pt x="0" y="151"/>
                    <a:pt x="0" y="198"/>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nvGrpSpPr>
          <p:cNvPr id="109" name="Group 108">
            <a:extLst>
              <a:ext uri="{FF2B5EF4-FFF2-40B4-BE49-F238E27FC236}">
                <a16:creationId xmlns:a16="http://schemas.microsoft.com/office/drawing/2014/main" id="{3F360903-C17E-41F8-A222-7EEF935D0845}"/>
              </a:ext>
            </a:extLst>
          </p:cNvPr>
          <p:cNvGrpSpPr>
            <a:grpSpLocks noChangeAspect="1"/>
          </p:cNvGrpSpPr>
          <p:nvPr/>
        </p:nvGrpSpPr>
        <p:grpSpPr>
          <a:xfrm>
            <a:off x="405035" y="1264418"/>
            <a:ext cx="543023" cy="543022"/>
            <a:chOff x="3117850" y="4090988"/>
            <a:chExt cx="630238" cy="630237"/>
          </a:xfrm>
        </p:grpSpPr>
        <p:sp>
          <p:nvSpPr>
            <p:cNvPr id="110" name="Freeform 88">
              <a:extLst>
                <a:ext uri="{FF2B5EF4-FFF2-40B4-BE49-F238E27FC236}">
                  <a16:creationId xmlns:a16="http://schemas.microsoft.com/office/drawing/2014/main" id="{BC899AEF-BDBA-479A-B6A3-7E101ED80A09}"/>
                </a:ext>
              </a:extLst>
            </p:cNvPr>
            <p:cNvSpPr>
              <a:spLocks noChangeArrowheads="1"/>
            </p:cNvSpPr>
            <p:nvPr/>
          </p:nvSpPr>
          <p:spPr bwMode="auto">
            <a:xfrm>
              <a:off x="3117850" y="4090988"/>
              <a:ext cx="630238" cy="630237"/>
            </a:xfrm>
            <a:custGeom>
              <a:avLst/>
              <a:gdLst>
                <a:gd name="T0" fmla="*/ 1468 w 1751"/>
                <a:gd name="T1" fmla="*/ 1750 h 1751"/>
                <a:gd name="T2" fmla="*/ 1750 w 1751"/>
                <a:gd name="T3" fmla="*/ 1468 h 1751"/>
                <a:gd name="T4" fmla="*/ 1750 w 1751"/>
                <a:gd name="T5" fmla="*/ 282 h 1751"/>
                <a:gd name="T6" fmla="*/ 1468 w 1751"/>
                <a:gd name="T7" fmla="*/ 0 h 1751"/>
                <a:gd name="T8" fmla="*/ 283 w 1751"/>
                <a:gd name="T9" fmla="*/ 0 h 1751"/>
                <a:gd name="T10" fmla="*/ 0 w 1751"/>
                <a:gd name="T11" fmla="*/ 282 h 1751"/>
                <a:gd name="T12" fmla="*/ 0 w 1751"/>
                <a:gd name="T13" fmla="*/ 1468 h 1751"/>
                <a:gd name="T14" fmla="*/ 283 w 1751"/>
                <a:gd name="T15" fmla="*/ 1750 h 1751"/>
                <a:gd name="T16" fmla="*/ 1468 w 1751"/>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1">
                  <a:moveTo>
                    <a:pt x="1468" y="1750"/>
                  </a:moveTo>
                  <a:cubicBezTo>
                    <a:pt x="1623" y="1750"/>
                    <a:pt x="1750" y="1623"/>
                    <a:pt x="1750" y="1468"/>
                  </a:cubicBezTo>
                  <a:cubicBezTo>
                    <a:pt x="1750" y="1073"/>
                    <a:pt x="1750" y="678"/>
                    <a:pt x="1750" y="282"/>
                  </a:cubicBezTo>
                  <a:cubicBezTo>
                    <a:pt x="1750" y="127"/>
                    <a:pt x="1623" y="0"/>
                    <a:pt x="1468" y="0"/>
                  </a:cubicBezTo>
                  <a:cubicBezTo>
                    <a:pt x="1073" y="0"/>
                    <a:pt x="678" y="0"/>
                    <a:pt x="283" y="0"/>
                  </a:cubicBezTo>
                  <a:cubicBezTo>
                    <a:pt x="127" y="0"/>
                    <a:pt x="0" y="127"/>
                    <a:pt x="0" y="282"/>
                  </a:cubicBezTo>
                  <a:cubicBezTo>
                    <a:pt x="0" y="678"/>
                    <a:pt x="0" y="1073"/>
                    <a:pt x="0" y="1468"/>
                  </a:cubicBezTo>
                  <a:cubicBezTo>
                    <a:pt x="0" y="1623"/>
                    <a:pt x="127" y="1750"/>
                    <a:pt x="283" y="1750"/>
                  </a:cubicBezTo>
                  <a:cubicBezTo>
                    <a:pt x="678" y="1750"/>
                    <a:pt x="1073" y="1750"/>
                    <a:pt x="1468" y="175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111" name="Group 110">
              <a:extLst>
                <a:ext uri="{FF2B5EF4-FFF2-40B4-BE49-F238E27FC236}">
                  <a16:creationId xmlns:a16="http://schemas.microsoft.com/office/drawing/2014/main" id="{63E9D6FF-C24C-4AAA-BE4C-7D2E8D752594}"/>
                </a:ext>
              </a:extLst>
            </p:cNvPr>
            <p:cNvGrpSpPr/>
            <p:nvPr/>
          </p:nvGrpSpPr>
          <p:grpSpPr>
            <a:xfrm>
              <a:off x="3257550" y="4213225"/>
              <a:ext cx="347663" cy="358775"/>
              <a:chOff x="3257550" y="4213225"/>
              <a:chExt cx="347663" cy="358775"/>
            </a:xfrm>
          </p:grpSpPr>
          <p:sp>
            <p:nvSpPr>
              <p:cNvPr id="112" name="Freeform 89">
                <a:extLst>
                  <a:ext uri="{FF2B5EF4-FFF2-40B4-BE49-F238E27FC236}">
                    <a16:creationId xmlns:a16="http://schemas.microsoft.com/office/drawing/2014/main" id="{7FCCE0F0-CB96-4769-9B06-C4C0CF2767A9}"/>
                  </a:ext>
                </a:extLst>
              </p:cNvPr>
              <p:cNvSpPr>
                <a:spLocks noChangeArrowheads="1"/>
              </p:cNvSpPr>
              <p:nvPr/>
            </p:nvSpPr>
            <p:spPr bwMode="auto">
              <a:xfrm>
                <a:off x="3257550" y="4448175"/>
                <a:ext cx="92075" cy="123825"/>
              </a:xfrm>
              <a:custGeom>
                <a:avLst/>
                <a:gdLst>
                  <a:gd name="T0" fmla="*/ 23 w 255"/>
                  <a:gd name="T1" fmla="*/ 199 h 344"/>
                  <a:gd name="T2" fmla="*/ 0 w 255"/>
                  <a:gd name="T3" fmla="*/ 127 h 344"/>
                  <a:gd name="T4" fmla="*/ 127 w 255"/>
                  <a:gd name="T5" fmla="*/ 0 h 344"/>
                  <a:gd name="T6" fmla="*/ 254 w 255"/>
                  <a:gd name="T7" fmla="*/ 127 h 344"/>
                  <a:gd name="T8" fmla="*/ 231 w 255"/>
                  <a:gd name="T9" fmla="*/ 199 h 344"/>
                  <a:gd name="T10" fmla="*/ 133 w 255"/>
                  <a:gd name="T11" fmla="*/ 340 h 344"/>
                  <a:gd name="T12" fmla="*/ 127 w 255"/>
                  <a:gd name="T13" fmla="*/ 343 h 344"/>
                  <a:gd name="T14" fmla="*/ 122 w 255"/>
                  <a:gd name="T15" fmla="*/ 340 h 344"/>
                  <a:gd name="T16" fmla="*/ 23 w 255"/>
                  <a:gd name="T17" fmla="*/ 199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 h="344">
                    <a:moveTo>
                      <a:pt x="23" y="199"/>
                    </a:moveTo>
                    <a:cubicBezTo>
                      <a:pt x="8" y="178"/>
                      <a:pt x="0" y="153"/>
                      <a:pt x="0" y="127"/>
                    </a:cubicBezTo>
                    <a:cubicBezTo>
                      <a:pt x="0" y="57"/>
                      <a:pt x="57" y="0"/>
                      <a:pt x="127" y="0"/>
                    </a:cubicBezTo>
                    <a:cubicBezTo>
                      <a:pt x="197" y="0"/>
                      <a:pt x="254" y="57"/>
                      <a:pt x="254" y="127"/>
                    </a:cubicBezTo>
                    <a:cubicBezTo>
                      <a:pt x="254" y="153"/>
                      <a:pt x="246" y="178"/>
                      <a:pt x="231" y="199"/>
                    </a:cubicBezTo>
                    <a:cubicBezTo>
                      <a:pt x="198" y="246"/>
                      <a:pt x="166" y="293"/>
                      <a:pt x="133" y="340"/>
                    </a:cubicBezTo>
                    <a:cubicBezTo>
                      <a:pt x="132" y="342"/>
                      <a:pt x="130" y="343"/>
                      <a:pt x="127" y="343"/>
                    </a:cubicBezTo>
                    <a:cubicBezTo>
                      <a:pt x="125" y="343"/>
                      <a:pt x="123" y="342"/>
                      <a:pt x="122" y="340"/>
                    </a:cubicBezTo>
                    <a:cubicBezTo>
                      <a:pt x="89" y="293"/>
                      <a:pt x="56" y="246"/>
                      <a:pt x="23" y="19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3" name="Freeform 90">
                <a:extLst>
                  <a:ext uri="{FF2B5EF4-FFF2-40B4-BE49-F238E27FC236}">
                    <a16:creationId xmlns:a16="http://schemas.microsoft.com/office/drawing/2014/main" id="{C994C732-CE68-43B8-8C50-D3E3CBE73586}"/>
                  </a:ext>
                </a:extLst>
              </p:cNvPr>
              <p:cNvSpPr>
                <a:spLocks noChangeArrowheads="1"/>
              </p:cNvSpPr>
              <p:nvPr/>
            </p:nvSpPr>
            <p:spPr bwMode="auto">
              <a:xfrm>
                <a:off x="3543300" y="4213225"/>
                <a:ext cx="61913" cy="61913"/>
              </a:xfrm>
              <a:custGeom>
                <a:avLst/>
                <a:gdLst>
                  <a:gd name="T0" fmla="*/ 0 w 170"/>
                  <a:gd name="T1" fmla="*/ 0 h 170"/>
                  <a:gd name="T2" fmla="*/ 169 w 170"/>
                  <a:gd name="T3" fmla="*/ 169 h 170"/>
                </a:gdLst>
                <a:ahLst/>
                <a:cxnLst>
                  <a:cxn ang="0">
                    <a:pos x="T0" y="T1"/>
                  </a:cxn>
                  <a:cxn ang="0">
                    <a:pos x="T2" y="T3"/>
                  </a:cxn>
                </a:cxnLst>
                <a:rect l="0" t="0" r="r" b="b"/>
                <a:pathLst>
                  <a:path w="170" h="170">
                    <a:moveTo>
                      <a:pt x="0" y="0"/>
                    </a:moveTo>
                    <a:cubicBezTo>
                      <a:pt x="56" y="57"/>
                      <a:pt x="112" y="113"/>
                      <a:pt x="169" y="16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4" name="Freeform 91">
                <a:extLst>
                  <a:ext uri="{FF2B5EF4-FFF2-40B4-BE49-F238E27FC236}">
                    <a16:creationId xmlns:a16="http://schemas.microsoft.com/office/drawing/2014/main" id="{DBC4EE38-E045-48A0-8EBC-6D4AB979D31E}"/>
                  </a:ext>
                </a:extLst>
              </p:cNvPr>
              <p:cNvSpPr>
                <a:spLocks noChangeArrowheads="1"/>
              </p:cNvSpPr>
              <p:nvPr/>
            </p:nvSpPr>
            <p:spPr bwMode="auto">
              <a:xfrm>
                <a:off x="3543300" y="4213225"/>
                <a:ext cx="61913" cy="61913"/>
              </a:xfrm>
              <a:custGeom>
                <a:avLst/>
                <a:gdLst>
                  <a:gd name="T0" fmla="*/ 169 w 170"/>
                  <a:gd name="T1" fmla="*/ 0 h 170"/>
                  <a:gd name="T2" fmla="*/ 0 w 170"/>
                  <a:gd name="T3" fmla="*/ 169 h 170"/>
                </a:gdLst>
                <a:ahLst/>
                <a:cxnLst>
                  <a:cxn ang="0">
                    <a:pos x="T0" y="T1"/>
                  </a:cxn>
                  <a:cxn ang="0">
                    <a:pos x="T2" y="T3"/>
                  </a:cxn>
                </a:cxnLst>
                <a:rect l="0" t="0" r="r" b="b"/>
                <a:pathLst>
                  <a:path w="170" h="170">
                    <a:moveTo>
                      <a:pt x="169" y="0"/>
                    </a:moveTo>
                    <a:cubicBezTo>
                      <a:pt x="112" y="57"/>
                      <a:pt x="56" y="113"/>
                      <a:pt x="0" y="16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5" name="Freeform 92">
                <a:extLst>
                  <a:ext uri="{FF2B5EF4-FFF2-40B4-BE49-F238E27FC236}">
                    <a16:creationId xmlns:a16="http://schemas.microsoft.com/office/drawing/2014/main" id="{A9BC1C2D-CB14-450A-BEE7-56FC858BD871}"/>
                  </a:ext>
                </a:extLst>
              </p:cNvPr>
              <p:cNvSpPr>
                <a:spLocks noChangeArrowheads="1"/>
              </p:cNvSpPr>
              <p:nvPr/>
            </p:nvSpPr>
            <p:spPr bwMode="auto">
              <a:xfrm>
                <a:off x="3338513" y="4568825"/>
                <a:ext cx="7937"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6" name="Freeform 93">
                <a:extLst>
                  <a:ext uri="{FF2B5EF4-FFF2-40B4-BE49-F238E27FC236}">
                    <a16:creationId xmlns:a16="http://schemas.microsoft.com/office/drawing/2014/main" id="{6AC84B16-7E9D-4CF1-9713-056D6CB3CD3A}"/>
                  </a:ext>
                </a:extLst>
              </p:cNvPr>
              <p:cNvSpPr>
                <a:spLocks noChangeArrowheads="1"/>
              </p:cNvSpPr>
              <p:nvPr/>
            </p:nvSpPr>
            <p:spPr bwMode="auto">
              <a:xfrm>
                <a:off x="3373438" y="4568825"/>
                <a:ext cx="7937" cy="1588"/>
              </a:xfrm>
              <a:custGeom>
                <a:avLst/>
                <a:gdLst>
                  <a:gd name="T0" fmla="*/ 0 w 23"/>
                  <a:gd name="T1" fmla="*/ 0 h 1"/>
                  <a:gd name="T2" fmla="*/ 22 w 23"/>
                  <a:gd name="T3" fmla="*/ 0 h 1"/>
                </a:gdLst>
                <a:ahLst/>
                <a:cxnLst>
                  <a:cxn ang="0">
                    <a:pos x="T0" y="T1"/>
                  </a:cxn>
                  <a:cxn ang="0">
                    <a:pos x="T2" y="T3"/>
                  </a:cxn>
                </a:cxnLst>
                <a:rect l="0" t="0" r="r" b="b"/>
                <a:pathLst>
                  <a:path w="23" h="1">
                    <a:moveTo>
                      <a:pt x="0" y="0"/>
                    </a:moveTo>
                    <a:cubicBezTo>
                      <a:pt x="7" y="0"/>
                      <a:pt x="15" y="0"/>
                      <a:pt x="22"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7" name="Freeform 94">
                <a:extLst>
                  <a:ext uri="{FF2B5EF4-FFF2-40B4-BE49-F238E27FC236}">
                    <a16:creationId xmlns:a16="http://schemas.microsoft.com/office/drawing/2014/main" id="{3DE59C6A-159F-4F63-B008-E789049FA60D}"/>
                  </a:ext>
                </a:extLst>
              </p:cNvPr>
              <p:cNvSpPr>
                <a:spLocks noChangeArrowheads="1"/>
              </p:cNvSpPr>
              <p:nvPr/>
            </p:nvSpPr>
            <p:spPr bwMode="auto">
              <a:xfrm>
                <a:off x="3409950" y="4568825"/>
                <a:ext cx="7938"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8" name="Freeform 95">
                <a:extLst>
                  <a:ext uri="{FF2B5EF4-FFF2-40B4-BE49-F238E27FC236}">
                    <a16:creationId xmlns:a16="http://schemas.microsoft.com/office/drawing/2014/main" id="{E43C3EE6-372A-48E9-B13D-8BE1DF255611}"/>
                  </a:ext>
                </a:extLst>
              </p:cNvPr>
              <p:cNvSpPr>
                <a:spLocks noChangeArrowheads="1"/>
              </p:cNvSpPr>
              <p:nvPr/>
            </p:nvSpPr>
            <p:spPr bwMode="auto">
              <a:xfrm>
                <a:off x="3444875" y="4568825"/>
                <a:ext cx="7938"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19" name="Freeform 96">
                <a:extLst>
                  <a:ext uri="{FF2B5EF4-FFF2-40B4-BE49-F238E27FC236}">
                    <a16:creationId xmlns:a16="http://schemas.microsoft.com/office/drawing/2014/main" id="{B0FC7658-3777-4D1D-A640-601E0F57522F}"/>
                  </a:ext>
                </a:extLst>
              </p:cNvPr>
              <p:cNvSpPr>
                <a:spLocks noChangeArrowheads="1"/>
              </p:cNvSpPr>
              <p:nvPr/>
            </p:nvSpPr>
            <p:spPr bwMode="auto">
              <a:xfrm>
                <a:off x="3479800" y="4568825"/>
                <a:ext cx="7938"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20" name="Freeform 97">
                <a:extLst>
                  <a:ext uri="{FF2B5EF4-FFF2-40B4-BE49-F238E27FC236}">
                    <a16:creationId xmlns:a16="http://schemas.microsoft.com/office/drawing/2014/main" id="{C597F48A-414F-4C1D-8F5C-1A802851B6E4}"/>
                  </a:ext>
                </a:extLst>
              </p:cNvPr>
              <p:cNvSpPr>
                <a:spLocks noChangeArrowheads="1"/>
              </p:cNvSpPr>
              <p:nvPr/>
            </p:nvSpPr>
            <p:spPr bwMode="auto">
              <a:xfrm>
                <a:off x="3516313" y="4568825"/>
                <a:ext cx="7937"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21" name="Freeform 98">
                <a:extLst>
                  <a:ext uri="{FF2B5EF4-FFF2-40B4-BE49-F238E27FC236}">
                    <a16:creationId xmlns:a16="http://schemas.microsoft.com/office/drawing/2014/main" id="{735554A2-2893-4AC4-A607-2A2C20C52096}"/>
                  </a:ext>
                </a:extLst>
              </p:cNvPr>
              <p:cNvSpPr>
                <a:spLocks noChangeArrowheads="1"/>
              </p:cNvSpPr>
              <p:nvPr/>
            </p:nvSpPr>
            <p:spPr bwMode="auto">
              <a:xfrm>
                <a:off x="3479800" y="4487863"/>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22" name="Freeform 99">
                <a:extLst>
                  <a:ext uri="{FF2B5EF4-FFF2-40B4-BE49-F238E27FC236}">
                    <a16:creationId xmlns:a16="http://schemas.microsoft.com/office/drawing/2014/main" id="{A1981584-DFF8-46E7-BE17-53C92BC5015B}"/>
                  </a:ext>
                </a:extLst>
              </p:cNvPr>
              <p:cNvSpPr>
                <a:spLocks noChangeArrowheads="1"/>
              </p:cNvSpPr>
              <p:nvPr/>
            </p:nvSpPr>
            <p:spPr bwMode="auto">
              <a:xfrm>
                <a:off x="3516313" y="4487863"/>
                <a:ext cx="7937"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23" name="Freeform 100">
                <a:extLst>
                  <a:ext uri="{FF2B5EF4-FFF2-40B4-BE49-F238E27FC236}">
                    <a16:creationId xmlns:a16="http://schemas.microsoft.com/office/drawing/2014/main" id="{11A9EA4B-E23F-45CE-9F22-BB8D081B5B73}"/>
                  </a:ext>
                </a:extLst>
              </p:cNvPr>
              <p:cNvSpPr>
                <a:spLocks noChangeArrowheads="1"/>
              </p:cNvSpPr>
              <p:nvPr/>
            </p:nvSpPr>
            <p:spPr bwMode="auto">
              <a:xfrm>
                <a:off x="3338513" y="4324350"/>
                <a:ext cx="7937"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24" name="Freeform 101">
                <a:extLst>
                  <a:ext uri="{FF2B5EF4-FFF2-40B4-BE49-F238E27FC236}">
                    <a16:creationId xmlns:a16="http://schemas.microsoft.com/office/drawing/2014/main" id="{30593C28-F0E2-4F7B-BE9E-F9AE441A2977}"/>
                  </a:ext>
                </a:extLst>
              </p:cNvPr>
              <p:cNvSpPr>
                <a:spLocks noChangeArrowheads="1"/>
              </p:cNvSpPr>
              <p:nvPr/>
            </p:nvSpPr>
            <p:spPr bwMode="auto">
              <a:xfrm>
                <a:off x="3479800" y="4405313"/>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25" name="Freeform 102">
                <a:extLst>
                  <a:ext uri="{FF2B5EF4-FFF2-40B4-BE49-F238E27FC236}">
                    <a16:creationId xmlns:a16="http://schemas.microsoft.com/office/drawing/2014/main" id="{E20656DB-18BC-43A9-B135-793813D8AB32}"/>
                  </a:ext>
                </a:extLst>
              </p:cNvPr>
              <p:cNvSpPr>
                <a:spLocks noChangeArrowheads="1"/>
              </p:cNvSpPr>
              <p:nvPr/>
            </p:nvSpPr>
            <p:spPr bwMode="auto">
              <a:xfrm>
                <a:off x="3516313" y="4405313"/>
                <a:ext cx="7937"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26" name="Freeform 103">
                <a:extLst>
                  <a:ext uri="{FF2B5EF4-FFF2-40B4-BE49-F238E27FC236}">
                    <a16:creationId xmlns:a16="http://schemas.microsoft.com/office/drawing/2014/main" id="{2D8362E0-7141-4158-8CFC-9D0777053ACB}"/>
                  </a:ext>
                </a:extLst>
              </p:cNvPr>
              <p:cNvSpPr>
                <a:spLocks noChangeArrowheads="1"/>
              </p:cNvSpPr>
              <p:nvPr/>
            </p:nvSpPr>
            <p:spPr bwMode="auto">
              <a:xfrm>
                <a:off x="3373438" y="4324350"/>
                <a:ext cx="7937" cy="1588"/>
              </a:xfrm>
              <a:custGeom>
                <a:avLst/>
                <a:gdLst>
                  <a:gd name="T0" fmla="*/ 0 w 23"/>
                  <a:gd name="T1" fmla="*/ 0 h 1"/>
                  <a:gd name="T2" fmla="*/ 22 w 23"/>
                  <a:gd name="T3" fmla="*/ 0 h 1"/>
                </a:gdLst>
                <a:ahLst/>
                <a:cxnLst>
                  <a:cxn ang="0">
                    <a:pos x="T0" y="T1"/>
                  </a:cxn>
                  <a:cxn ang="0">
                    <a:pos x="T2" y="T3"/>
                  </a:cxn>
                </a:cxnLst>
                <a:rect l="0" t="0" r="r" b="b"/>
                <a:pathLst>
                  <a:path w="23" h="1">
                    <a:moveTo>
                      <a:pt x="0" y="0"/>
                    </a:moveTo>
                    <a:cubicBezTo>
                      <a:pt x="7" y="0"/>
                      <a:pt x="15" y="0"/>
                      <a:pt x="22"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27" name="Freeform 104">
                <a:extLst>
                  <a:ext uri="{FF2B5EF4-FFF2-40B4-BE49-F238E27FC236}">
                    <a16:creationId xmlns:a16="http://schemas.microsoft.com/office/drawing/2014/main" id="{C665ABAC-3544-496E-92AD-65A432DB9323}"/>
                  </a:ext>
                </a:extLst>
              </p:cNvPr>
              <p:cNvSpPr>
                <a:spLocks noChangeArrowheads="1"/>
              </p:cNvSpPr>
              <p:nvPr/>
            </p:nvSpPr>
            <p:spPr bwMode="auto">
              <a:xfrm>
                <a:off x="3409950" y="4324350"/>
                <a:ext cx="7938"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28" name="Freeform 105">
                <a:extLst>
                  <a:ext uri="{FF2B5EF4-FFF2-40B4-BE49-F238E27FC236}">
                    <a16:creationId xmlns:a16="http://schemas.microsoft.com/office/drawing/2014/main" id="{41E47D13-CBA6-4D18-A359-5AA14662F7F7}"/>
                  </a:ext>
                </a:extLst>
              </p:cNvPr>
              <p:cNvSpPr>
                <a:spLocks noChangeArrowheads="1"/>
              </p:cNvSpPr>
              <p:nvPr/>
            </p:nvSpPr>
            <p:spPr bwMode="auto">
              <a:xfrm>
                <a:off x="3444875" y="4324350"/>
                <a:ext cx="7938"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29" name="Freeform 106">
                <a:extLst>
                  <a:ext uri="{FF2B5EF4-FFF2-40B4-BE49-F238E27FC236}">
                    <a16:creationId xmlns:a16="http://schemas.microsoft.com/office/drawing/2014/main" id="{ACF81359-48FF-4ED8-887F-60BFC561389C}"/>
                  </a:ext>
                </a:extLst>
              </p:cNvPr>
              <p:cNvSpPr>
                <a:spLocks noChangeArrowheads="1"/>
              </p:cNvSpPr>
              <p:nvPr/>
            </p:nvSpPr>
            <p:spPr bwMode="auto">
              <a:xfrm>
                <a:off x="3479800" y="4324350"/>
                <a:ext cx="7938"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0" name="Freeform 107">
                <a:extLst>
                  <a:ext uri="{FF2B5EF4-FFF2-40B4-BE49-F238E27FC236}">
                    <a16:creationId xmlns:a16="http://schemas.microsoft.com/office/drawing/2014/main" id="{4DEE7372-FFC5-49B9-A053-2B8EBC72C6D1}"/>
                  </a:ext>
                </a:extLst>
              </p:cNvPr>
              <p:cNvSpPr>
                <a:spLocks noChangeArrowheads="1"/>
              </p:cNvSpPr>
              <p:nvPr/>
            </p:nvSpPr>
            <p:spPr bwMode="auto">
              <a:xfrm>
                <a:off x="3516313" y="4324350"/>
                <a:ext cx="7937"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1" name="Freeform 108">
                <a:extLst>
                  <a:ext uri="{FF2B5EF4-FFF2-40B4-BE49-F238E27FC236}">
                    <a16:creationId xmlns:a16="http://schemas.microsoft.com/office/drawing/2014/main" id="{9E394322-E720-416E-BFC4-F64198E7BB0B}"/>
                  </a:ext>
                </a:extLst>
              </p:cNvPr>
              <p:cNvSpPr>
                <a:spLocks noChangeArrowheads="1"/>
              </p:cNvSpPr>
              <p:nvPr/>
            </p:nvSpPr>
            <p:spPr bwMode="auto">
              <a:xfrm>
                <a:off x="3338513" y="4243388"/>
                <a:ext cx="7937"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2" name="Freeform 109">
                <a:extLst>
                  <a:ext uri="{FF2B5EF4-FFF2-40B4-BE49-F238E27FC236}">
                    <a16:creationId xmlns:a16="http://schemas.microsoft.com/office/drawing/2014/main" id="{40A31EB7-4129-4F02-A670-51A9E23C159A}"/>
                  </a:ext>
                </a:extLst>
              </p:cNvPr>
              <p:cNvSpPr>
                <a:spLocks noChangeArrowheads="1"/>
              </p:cNvSpPr>
              <p:nvPr/>
            </p:nvSpPr>
            <p:spPr bwMode="auto">
              <a:xfrm>
                <a:off x="3373438" y="4243388"/>
                <a:ext cx="7937" cy="1587"/>
              </a:xfrm>
              <a:custGeom>
                <a:avLst/>
                <a:gdLst>
                  <a:gd name="T0" fmla="*/ 0 w 23"/>
                  <a:gd name="T1" fmla="*/ 0 h 1"/>
                  <a:gd name="T2" fmla="*/ 22 w 23"/>
                  <a:gd name="T3" fmla="*/ 0 h 1"/>
                </a:gdLst>
                <a:ahLst/>
                <a:cxnLst>
                  <a:cxn ang="0">
                    <a:pos x="T0" y="T1"/>
                  </a:cxn>
                  <a:cxn ang="0">
                    <a:pos x="T2" y="T3"/>
                  </a:cxn>
                </a:cxnLst>
                <a:rect l="0" t="0" r="r" b="b"/>
                <a:pathLst>
                  <a:path w="23" h="1">
                    <a:moveTo>
                      <a:pt x="0" y="0"/>
                    </a:moveTo>
                    <a:cubicBezTo>
                      <a:pt x="7" y="0"/>
                      <a:pt x="15" y="0"/>
                      <a:pt x="22"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3" name="Freeform 110">
                <a:extLst>
                  <a:ext uri="{FF2B5EF4-FFF2-40B4-BE49-F238E27FC236}">
                    <a16:creationId xmlns:a16="http://schemas.microsoft.com/office/drawing/2014/main" id="{C5242170-0D84-4C8A-A1B4-8DBBA636908A}"/>
                  </a:ext>
                </a:extLst>
              </p:cNvPr>
              <p:cNvSpPr>
                <a:spLocks noChangeArrowheads="1"/>
              </p:cNvSpPr>
              <p:nvPr/>
            </p:nvSpPr>
            <p:spPr bwMode="auto">
              <a:xfrm>
                <a:off x="3409950" y="4243388"/>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4" name="Freeform 111">
                <a:extLst>
                  <a:ext uri="{FF2B5EF4-FFF2-40B4-BE49-F238E27FC236}">
                    <a16:creationId xmlns:a16="http://schemas.microsoft.com/office/drawing/2014/main" id="{40074AF1-CEF5-4CC8-A1B2-045D1DE7AA1D}"/>
                  </a:ext>
                </a:extLst>
              </p:cNvPr>
              <p:cNvSpPr>
                <a:spLocks noChangeArrowheads="1"/>
              </p:cNvSpPr>
              <p:nvPr/>
            </p:nvSpPr>
            <p:spPr bwMode="auto">
              <a:xfrm>
                <a:off x="3444875" y="4243388"/>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5" name="Freeform 112">
                <a:extLst>
                  <a:ext uri="{FF2B5EF4-FFF2-40B4-BE49-F238E27FC236}">
                    <a16:creationId xmlns:a16="http://schemas.microsoft.com/office/drawing/2014/main" id="{472AD4C3-F55E-4BF7-B14C-0AAE6A5D5F87}"/>
                  </a:ext>
                </a:extLst>
              </p:cNvPr>
              <p:cNvSpPr>
                <a:spLocks noChangeArrowheads="1"/>
              </p:cNvSpPr>
              <p:nvPr/>
            </p:nvSpPr>
            <p:spPr bwMode="auto">
              <a:xfrm>
                <a:off x="3479800" y="4243388"/>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6" name="Freeform 113">
                <a:extLst>
                  <a:ext uri="{FF2B5EF4-FFF2-40B4-BE49-F238E27FC236}">
                    <a16:creationId xmlns:a16="http://schemas.microsoft.com/office/drawing/2014/main" id="{2B31B9F9-213E-4CB8-953B-D93BB41D3131}"/>
                  </a:ext>
                </a:extLst>
              </p:cNvPr>
              <p:cNvSpPr>
                <a:spLocks noChangeArrowheads="1"/>
              </p:cNvSpPr>
              <p:nvPr/>
            </p:nvSpPr>
            <p:spPr bwMode="auto">
              <a:xfrm>
                <a:off x="3516313" y="4243388"/>
                <a:ext cx="7937"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7" name="Freeform 114">
                <a:extLst>
                  <a:ext uri="{FF2B5EF4-FFF2-40B4-BE49-F238E27FC236}">
                    <a16:creationId xmlns:a16="http://schemas.microsoft.com/office/drawing/2014/main" id="{25D69FD4-5B0C-4C8A-97AC-897C6B6209D2}"/>
                  </a:ext>
                </a:extLst>
              </p:cNvPr>
              <p:cNvSpPr>
                <a:spLocks noChangeArrowheads="1"/>
              </p:cNvSpPr>
              <p:nvPr/>
            </p:nvSpPr>
            <p:spPr bwMode="auto">
              <a:xfrm>
                <a:off x="3551238" y="4487863"/>
                <a:ext cx="7937" cy="1587"/>
              </a:xfrm>
              <a:custGeom>
                <a:avLst/>
                <a:gdLst>
                  <a:gd name="T0" fmla="*/ 21 w 22"/>
                  <a:gd name="T1" fmla="*/ 0 h 1"/>
                  <a:gd name="T2" fmla="*/ 0 w 22"/>
                  <a:gd name="T3" fmla="*/ 0 h 1"/>
                </a:gdLst>
                <a:ahLst/>
                <a:cxnLst>
                  <a:cxn ang="0">
                    <a:pos x="T0" y="T1"/>
                  </a:cxn>
                  <a:cxn ang="0">
                    <a:pos x="T2" y="T3"/>
                  </a:cxn>
                </a:cxnLst>
                <a:rect l="0" t="0" r="r" b="b"/>
                <a:pathLst>
                  <a:path w="22" h="1">
                    <a:moveTo>
                      <a:pt x="21" y="0"/>
                    </a:moveTo>
                    <a:cubicBezTo>
                      <a:pt x="14" y="0"/>
                      <a:pt x="7"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8" name="Freeform 115">
                <a:extLst>
                  <a:ext uri="{FF2B5EF4-FFF2-40B4-BE49-F238E27FC236}">
                    <a16:creationId xmlns:a16="http://schemas.microsoft.com/office/drawing/2014/main" id="{B32593C1-61AC-41C8-97E1-D4DE926567BB}"/>
                  </a:ext>
                </a:extLst>
              </p:cNvPr>
              <p:cNvSpPr>
                <a:spLocks noChangeArrowheads="1"/>
              </p:cNvSpPr>
              <p:nvPr/>
            </p:nvSpPr>
            <p:spPr bwMode="auto">
              <a:xfrm>
                <a:off x="3551238" y="4568825"/>
                <a:ext cx="7937" cy="1588"/>
              </a:xfrm>
              <a:custGeom>
                <a:avLst/>
                <a:gdLst>
                  <a:gd name="T0" fmla="*/ 21 w 22"/>
                  <a:gd name="T1" fmla="*/ 0 h 1"/>
                  <a:gd name="T2" fmla="*/ 0 w 22"/>
                  <a:gd name="T3" fmla="*/ 0 h 1"/>
                </a:gdLst>
                <a:ahLst/>
                <a:cxnLst>
                  <a:cxn ang="0">
                    <a:pos x="T0" y="T1"/>
                  </a:cxn>
                  <a:cxn ang="0">
                    <a:pos x="T2" y="T3"/>
                  </a:cxn>
                </a:cxnLst>
                <a:rect l="0" t="0" r="r" b="b"/>
                <a:pathLst>
                  <a:path w="22" h="1">
                    <a:moveTo>
                      <a:pt x="21" y="0"/>
                    </a:moveTo>
                    <a:cubicBezTo>
                      <a:pt x="14" y="0"/>
                      <a:pt x="7"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39" name="Freeform 116">
                <a:extLst>
                  <a:ext uri="{FF2B5EF4-FFF2-40B4-BE49-F238E27FC236}">
                    <a16:creationId xmlns:a16="http://schemas.microsoft.com/office/drawing/2014/main" id="{E4592A5B-087C-45B5-8B21-9F23906D170A}"/>
                  </a:ext>
                </a:extLst>
              </p:cNvPr>
              <p:cNvSpPr>
                <a:spLocks noChangeArrowheads="1"/>
              </p:cNvSpPr>
              <p:nvPr/>
            </p:nvSpPr>
            <p:spPr bwMode="auto">
              <a:xfrm>
                <a:off x="3595688" y="4524375"/>
                <a:ext cx="1587" cy="7938"/>
              </a:xfrm>
              <a:custGeom>
                <a:avLst/>
                <a:gdLst>
                  <a:gd name="T0" fmla="*/ 0 w 1"/>
                  <a:gd name="T1" fmla="*/ 21 h 22"/>
                  <a:gd name="T2" fmla="*/ 0 w 1"/>
                  <a:gd name="T3" fmla="*/ 0 h 22"/>
                </a:gdLst>
                <a:ahLst/>
                <a:cxnLst>
                  <a:cxn ang="0">
                    <a:pos x="T0" y="T1"/>
                  </a:cxn>
                  <a:cxn ang="0">
                    <a:pos x="T2" y="T3"/>
                  </a:cxn>
                </a:cxnLst>
                <a:rect l="0" t="0" r="r" b="b"/>
                <a:pathLst>
                  <a:path w="1" h="22">
                    <a:moveTo>
                      <a:pt x="0" y="21"/>
                    </a:moveTo>
                    <a:cubicBezTo>
                      <a:pt x="0" y="14"/>
                      <a:pt x="0" y="7"/>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0" name="Freeform 117">
                <a:extLst>
                  <a:ext uri="{FF2B5EF4-FFF2-40B4-BE49-F238E27FC236}">
                    <a16:creationId xmlns:a16="http://schemas.microsoft.com/office/drawing/2014/main" id="{F86E7EB4-58A3-4A5C-80E3-72692A2F1E22}"/>
                  </a:ext>
                </a:extLst>
              </p:cNvPr>
              <p:cNvSpPr>
                <a:spLocks noChangeArrowheads="1"/>
              </p:cNvSpPr>
              <p:nvPr/>
            </p:nvSpPr>
            <p:spPr bwMode="auto">
              <a:xfrm>
                <a:off x="3581400" y="4554538"/>
                <a:ext cx="6350" cy="6350"/>
              </a:xfrm>
              <a:custGeom>
                <a:avLst/>
                <a:gdLst>
                  <a:gd name="T0" fmla="*/ 15 w 16"/>
                  <a:gd name="T1" fmla="*/ 0 h 16"/>
                  <a:gd name="T2" fmla="*/ 0 w 16"/>
                  <a:gd name="T3" fmla="*/ 15 h 16"/>
                </a:gdLst>
                <a:ahLst/>
                <a:cxnLst>
                  <a:cxn ang="0">
                    <a:pos x="T0" y="T1"/>
                  </a:cxn>
                  <a:cxn ang="0">
                    <a:pos x="T2" y="T3"/>
                  </a:cxn>
                </a:cxnLst>
                <a:rect l="0" t="0" r="r" b="b"/>
                <a:pathLst>
                  <a:path w="16" h="16">
                    <a:moveTo>
                      <a:pt x="15" y="0"/>
                    </a:moveTo>
                    <a:cubicBezTo>
                      <a:pt x="10" y="5"/>
                      <a:pt x="5" y="10"/>
                      <a:pt x="0" y="1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1" name="Freeform 118">
                <a:extLst>
                  <a:ext uri="{FF2B5EF4-FFF2-40B4-BE49-F238E27FC236}">
                    <a16:creationId xmlns:a16="http://schemas.microsoft.com/office/drawing/2014/main" id="{857ECDFF-9014-45FA-8DB6-48F5EE7AC664}"/>
                  </a:ext>
                </a:extLst>
              </p:cNvPr>
              <p:cNvSpPr>
                <a:spLocks noChangeArrowheads="1"/>
              </p:cNvSpPr>
              <p:nvPr/>
            </p:nvSpPr>
            <p:spPr bwMode="auto">
              <a:xfrm>
                <a:off x="3581400" y="4495800"/>
                <a:ext cx="6350" cy="6350"/>
              </a:xfrm>
              <a:custGeom>
                <a:avLst/>
                <a:gdLst>
                  <a:gd name="T0" fmla="*/ 15 w 16"/>
                  <a:gd name="T1" fmla="*/ 15 h 16"/>
                  <a:gd name="T2" fmla="*/ 0 w 16"/>
                  <a:gd name="T3" fmla="*/ 0 h 16"/>
                </a:gdLst>
                <a:ahLst/>
                <a:cxnLst>
                  <a:cxn ang="0">
                    <a:pos x="T0" y="T1"/>
                  </a:cxn>
                  <a:cxn ang="0">
                    <a:pos x="T2" y="T3"/>
                  </a:cxn>
                </a:cxnLst>
                <a:rect l="0" t="0" r="r" b="b"/>
                <a:pathLst>
                  <a:path w="16" h="16">
                    <a:moveTo>
                      <a:pt x="15" y="15"/>
                    </a:moveTo>
                    <a:cubicBezTo>
                      <a:pt x="10" y="10"/>
                      <a:pt x="5"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2" name="Freeform 119">
                <a:extLst>
                  <a:ext uri="{FF2B5EF4-FFF2-40B4-BE49-F238E27FC236}">
                    <a16:creationId xmlns:a16="http://schemas.microsoft.com/office/drawing/2014/main" id="{FD8E7038-303F-46B9-94CE-86133BEF54E5}"/>
                  </a:ext>
                </a:extLst>
              </p:cNvPr>
              <p:cNvSpPr>
                <a:spLocks noChangeArrowheads="1"/>
              </p:cNvSpPr>
              <p:nvPr/>
            </p:nvSpPr>
            <p:spPr bwMode="auto">
              <a:xfrm>
                <a:off x="3551238" y="4324350"/>
                <a:ext cx="7937" cy="1588"/>
              </a:xfrm>
              <a:custGeom>
                <a:avLst/>
                <a:gdLst>
                  <a:gd name="T0" fmla="*/ 21 w 22"/>
                  <a:gd name="T1" fmla="*/ 0 h 1"/>
                  <a:gd name="T2" fmla="*/ 0 w 22"/>
                  <a:gd name="T3" fmla="*/ 0 h 1"/>
                </a:gdLst>
                <a:ahLst/>
                <a:cxnLst>
                  <a:cxn ang="0">
                    <a:pos x="T0" y="T1"/>
                  </a:cxn>
                  <a:cxn ang="0">
                    <a:pos x="T2" y="T3"/>
                  </a:cxn>
                </a:cxnLst>
                <a:rect l="0" t="0" r="r" b="b"/>
                <a:pathLst>
                  <a:path w="22" h="1">
                    <a:moveTo>
                      <a:pt x="21" y="0"/>
                    </a:moveTo>
                    <a:cubicBezTo>
                      <a:pt x="14" y="0"/>
                      <a:pt x="7"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3" name="Freeform 120">
                <a:extLst>
                  <a:ext uri="{FF2B5EF4-FFF2-40B4-BE49-F238E27FC236}">
                    <a16:creationId xmlns:a16="http://schemas.microsoft.com/office/drawing/2014/main" id="{C255FCD0-9C4A-4091-9420-A4343B292B84}"/>
                  </a:ext>
                </a:extLst>
              </p:cNvPr>
              <p:cNvSpPr>
                <a:spLocks noChangeArrowheads="1"/>
              </p:cNvSpPr>
              <p:nvPr/>
            </p:nvSpPr>
            <p:spPr bwMode="auto">
              <a:xfrm>
                <a:off x="3551238" y="4405313"/>
                <a:ext cx="7937" cy="1587"/>
              </a:xfrm>
              <a:custGeom>
                <a:avLst/>
                <a:gdLst>
                  <a:gd name="T0" fmla="*/ 21 w 22"/>
                  <a:gd name="T1" fmla="*/ 0 h 1"/>
                  <a:gd name="T2" fmla="*/ 0 w 22"/>
                  <a:gd name="T3" fmla="*/ 0 h 1"/>
                </a:gdLst>
                <a:ahLst/>
                <a:cxnLst>
                  <a:cxn ang="0">
                    <a:pos x="T0" y="T1"/>
                  </a:cxn>
                  <a:cxn ang="0">
                    <a:pos x="T2" y="T3"/>
                  </a:cxn>
                </a:cxnLst>
                <a:rect l="0" t="0" r="r" b="b"/>
                <a:pathLst>
                  <a:path w="22" h="1">
                    <a:moveTo>
                      <a:pt x="21" y="0"/>
                    </a:moveTo>
                    <a:cubicBezTo>
                      <a:pt x="14" y="0"/>
                      <a:pt x="7"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4" name="Freeform 121">
                <a:extLst>
                  <a:ext uri="{FF2B5EF4-FFF2-40B4-BE49-F238E27FC236}">
                    <a16:creationId xmlns:a16="http://schemas.microsoft.com/office/drawing/2014/main" id="{8095289D-982F-436B-837D-4896B025D228}"/>
                  </a:ext>
                </a:extLst>
              </p:cNvPr>
              <p:cNvSpPr>
                <a:spLocks noChangeArrowheads="1"/>
              </p:cNvSpPr>
              <p:nvPr/>
            </p:nvSpPr>
            <p:spPr bwMode="auto">
              <a:xfrm>
                <a:off x="3595688" y="4362450"/>
                <a:ext cx="1587" cy="7938"/>
              </a:xfrm>
              <a:custGeom>
                <a:avLst/>
                <a:gdLst>
                  <a:gd name="T0" fmla="*/ 0 w 1"/>
                  <a:gd name="T1" fmla="*/ 21 h 22"/>
                  <a:gd name="T2" fmla="*/ 0 w 1"/>
                  <a:gd name="T3" fmla="*/ 0 h 22"/>
                </a:gdLst>
                <a:ahLst/>
                <a:cxnLst>
                  <a:cxn ang="0">
                    <a:pos x="T0" y="T1"/>
                  </a:cxn>
                  <a:cxn ang="0">
                    <a:pos x="T2" y="T3"/>
                  </a:cxn>
                </a:cxnLst>
                <a:rect l="0" t="0" r="r" b="b"/>
                <a:pathLst>
                  <a:path w="1" h="22">
                    <a:moveTo>
                      <a:pt x="0" y="21"/>
                    </a:moveTo>
                    <a:cubicBezTo>
                      <a:pt x="0" y="14"/>
                      <a:pt x="0" y="7"/>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5" name="Freeform 122">
                <a:extLst>
                  <a:ext uri="{FF2B5EF4-FFF2-40B4-BE49-F238E27FC236}">
                    <a16:creationId xmlns:a16="http://schemas.microsoft.com/office/drawing/2014/main" id="{35776CB7-E5AB-443E-818C-12141464D7C4}"/>
                  </a:ext>
                </a:extLst>
              </p:cNvPr>
              <p:cNvSpPr>
                <a:spLocks noChangeArrowheads="1"/>
              </p:cNvSpPr>
              <p:nvPr/>
            </p:nvSpPr>
            <p:spPr bwMode="auto">
              <a:xfrm>
                <a:off x="3581400" y="4391025"/>
                <a:ext cx="6350" cy="6350"/>
              </a:xfrm>
              <a:custGeom>
                <a:avLst/>
                <a:gdLst>
                  <a:gd name="T0" fmla="*/ 15 w 16"/>
                  <a:gd name="T1" fmla="*/ 0 h 16"/>
                  <a:gd name="T2" fmla="*/ 0 w 16"/>
                  <a:gd name="T3" fmla="*/ 15 h 16"/>
                </a:gdLst>
                <a:ahLst/>
                <a:cxnLst>
                  <a:cxn ang="0">
                    <a:pos x="T0" y="T1"/>
                  </a:cxn>
                  <a:cxn ang="0">
                    <a:pos x="T2" y="T3"/>
                  </a:cxn>
                </a:cxnLst>
                <a:rect l="0" t="0" r="r" b="b"/>
                <a:pathLst>
                  <a:path w="16" h="16">
                    <a:moveTo>
                      <a:pt x="15" y="0"/>
                    </a:moveTo>
                    <a:cubicBezTo>
                      <a:pt x="10" y="5"/>
                      <a:pt x="5" y="10"/>
                      <a:pt x="0" y="1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6" name="Freeform 123">
                <a:extLst>
                  <a:ext uri="{FF2B5EF4-FFF2-40B4-BE49-F238E27FC236}">
                    <a16:creationId xmlns:a16="http://schemas.microsoft.com/office/drawing/2014/main" id="{F5653354-9E36-49D9-9EB9-8C6E29303AEF}"/>
                  </a:ext>
                </a:extLst>
              </p:cNvPr>
              <p:cNvSpPr>
                <a:spLocks noChangeArrowheads="1"/>
              </p:cNvSpPr>
              <p:nvPr/>
            </p:nvSpPr>
            <p:spPr bwMode="auto">
              <a:xfrm>
                <a:off x="3581400" y="4333875"/>
                <a:ext cx="6350" cy="6350"/>
              </a:xfrm>
              <a:custGeom>
                <a:avLst/>
                <a:gdLst>
                  <a:gd name="T0" fmla="*/ 15 w 16"/>
                  <a:gd name="T1" fmla="*/ 15 h 16"/>
                  <a:gd name="T2" fmla="*/ 0 w 16"/>
                  <a:gd name="T3" fmla="*/ 0 h 16"/>
                </a:gdLst>
                <a:ahLst/>
                <a:cxnLst>
                  <a:cxn ang="0">
                    <a:pos x="T0" y="T1"/>
                  </a:cxn>
                  <a:cxn ang="0">
                    <a:pos x="T2" y="T3"/>
                  </a:cxn>
                </a:cxnLst>
                <a:rect l="0" t="0" r="r" b="b"/>
                <a:pathLst>
                  <a:path w="16" h="16">
                    <a:moveTo>
                      <a:pt x="15" y="15"/>
                    </a:moveTo>
                    <a:cubicBezTo>
                      <a:pt x="10" y="10"/>
                      <a:pt x="5"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7" name="Freeform 124">
                <a:extLst>
                  <a:ext uri="{FF2B5EF4-FFF2-40B4-BE49-F238E27FC236}">
                    <a16:creationId xmlns:a16="http://schemas.microsoft.com/office/drawing/2014/main" id="{F3EBF554-05B6-4FD4-BF11-FA42E978ED47}"/>
                  </a:ext>
                </a:extLst>
              </p:cNvPr>
              <p:cNvSpPr>
                <a:spLocks noChangeArrowheads="1"/>
              </p:cNvSpPr>
              <p:nvPr/>
            </p:nvSpPr>
            <p:spPr bwMode="auto">
              <a:xfrm>
                <a:off x="3302000" y="4324350"/>
                <a:ext cx="7938"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8" name="Freeform 125">
                <a:extLst>
                  <a:ext uri="{FF2B5EF4-FFF2-40B4-BE49-F238E27FC236}">
                    <a16:creationId xmlns:a16="http://schemas.microsoft.com/office/drawing/2014/main" id="{EC02C87F-7B34-4BFB-A7D0-9E4753E673B1}"/>
                  </a:ext>
                </a:extLst>
              </p:cNvPr>
              <p:cNvSpPr>
                <a:spLocks noChangeArrowheads="1"/>
              </p:cNvSpPr>
              <p:nvPr/>
            </p:nvSpPr>
            <p:spPr bwMode="auto">
              <a:xfrm>
                <a:off x="3302000" y="4243388"/>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49" name="Freeform 126">
                <a:extLst>
                  <a:ext uri="{FF2B5EF4-FFF2-40B4-BE49-F238E27FC236}">
                    <a16:creationId xmlns:a16="http://schemas.microsoft.com/office/drawing/2014/main" id="{ADC115FF-0958-4B8A-9A90-D85C0760802F}"/>
                  </a:ext>
                </a:extLst>
              </p:cNvPr>
              <p:cNvSpPr>
                <a:spLocks noChangeArrowheads="1"/>
              </p:cNvSpPr>
              <p:nvPr/>
            </p:nvSpPr>
            <p:spPr bwMode="auto">
              <a:xfrm>
                <a:off x="3265488" y="4279900"/>
                <a:ext cx="1587" cy="7938"/>
              </a:xfrm>
              <a:custGeom>
                <a:avLst/>
                <a:gdLst>
                  <a:gd name="T0" fmla="*/ 0 w 1"/>
                  <a:gd name="T1" fmla="*/ 0 h 22"/>
                  <a:gd name="T2" fmla="*/ 0 w 1"/>
                  <a:gd name="T3" fmla="*/ 21 h 22"/>
                </a:gdLst>
                <a:ahLst/>
                <a:cxnLst>
                  <a:cxn ang="0">
                    <a:pos x="T0" y="T1"/>
                  </a:cxn>
                  <a:cxn ang="0">
                    <a:pos x="T2" y="T3"/>
                  </a:cxn>
                </a:cxnLst>
                <a:rect l="0" t="0" r="r" b="b"/>
                <a:pathLst>
                  <a:path w="1" h="22">
                    <a:moveTo>
                      <a:pt x="0" y="0"/>
                    </a:moveTo>
                    <a:cubicBezTo>
                      <a:pt x="0" y="7"/>
                      <a:pt x="0" y="14"/>
                      <a:pt x="0" y="21"/>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50" name="Freeform 127">
                <a:extLst>
                  <a:ext uri="{FF2B5EF4-FFF2-40B4-BE49-F238E27FC236}">
                    <a16:creationId xmlns:a16="http://schemas.microsoft.com/office/drawing/2014/main" id="{E8940CF7-87C9-49D6-BC9F-6A6248BD0001}"/>
                  </a:ext>
                </a:extLst>
              </p:cNvPr>
              <p:cNvSpPr>
                <a:spLocks noChangeArrowheads="1"/>
              </p:cNvSpPr>
              <p:nvPr/>
            </p:nvSpPr>
            <p:spPr bwMode="auto">
              <a:xfrm>
                <a:off x="3275013" y="4252913"/>
                <a:ext cx="6350" cy="6350"/>
              </a:xfrm>
              <a:custGeom>
                <a:avLst/>
                <a:gdLst>
                  <a:gd name="T0" fmla="*/ 0 w 16"/>
                  <a:gd name="T1" fmla="*/ 15 h 16"/>
                  <a:gd name="T2" fmla="*/ 15 w 16"/>
                  <a:gd name="T3" fmla="*/ 0 h 16"/>
                </a:gdLst>
                <a:ahLst/>
                <a:cxnLst>
                  <a:cxn ang="0">
                    <a:pos x="T0" y="T1"/>
                  </a:cxn>
                  <a:cxn ang="0">
                    <a:pos x="T2" y="T3"/>
                  </a:cxn>
                </a:cxnLst>
                <a:rect l="0" t="0" r="r" b="b"/>
                <a:pathLst>
                  <a:path w="16" h="16">
                    <a:moveTo>
                      <a:pt x="0" y="15"/>
                    </a:moveTo>
                    <a:cubicBezTo>
                      <a:pt x="5" y="10"/>
                      <a:pt x="10" y="5"/>
                      <a:pt x="15"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51" name="Freeform 128">
                <a:extLst>
                  <a:ext uri="{FF2B5EF4-FFF2-40B4-BE49-F238E27FC236}">
                    <a16:creationId xmlns:a16="http://schemas.microsoft.com/office/drawing/2014/main" id="{CD8341C6-7BF3-486A-AF7B-A2E893604E19}"/>
                  </a:ext>
                </a:extLst>
              </p:cNvPr>
              <p:cNvSpPr>
                <a:spLocks noChangeArrowheads="1"/>
              </p:cNvSpPr>
              <p:nvPr/>
            </p:nvSpPr>
            <p:spPr bwMode="auto">
              <a:xfrm>
                <a:off x="3275013" y="4310063"/>
                <a:ext cx="6350" cy="6350"/>
              </a:xfrm>
              <a:custGeom>
                <a:avLst/>
                <a:gdLst>
                  <a:gd name="T0" fmla="*/ 0 w 16"/>
                  <a:gd name="T1" fmla="*/ 0 h 16"/>
                  <a:gd name="T2" fmla="*/ 15 w 16"/>
                  <a:gd name="T3" fmla="*/ 15 h 16"/>
                </a:gdLst>
                <a:ahLst/>
                <a:cxnLst>
                  <a:cxn ang="0">
                    <a:pos x="T0" y="T1"/>
                  </a:cxn>
                  <a:cxn ang="0">
                    <a:pos x="T2" y="T3"/>
                  </a:cxn>
                </a:cxnLst>
                <a:rect l="0" t="0" r="r" b="b"/>
                <a:pathLst>
                  <a:path w="16" h="16">
                    <a:moveTo>
                      <a:pt x="0" y="0"/>
                    </a:moveTo>
                    <a:cubicBezTo>
                      <a:pt x="5" y="5"/>
                      <a:pt x="10" y="10"/>
                      <a:pt x="15" y="1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52" name="Freeform 129">
                <a:extLst>
                  <a:ext uri="{FF2B5EF4-FFF2-40B4-BE49-F238E27FC236}">
                    <a16:creationId xmlns:a16="http://schemas.microsoft.com/office/drawing/2014/main" id="{06E4834D-4836-4FC4-BA2E-32AC90DDCF01}"/>
                  </a:ext>
                </a:extLst>
              </p:cNvPr>
              <p:cNvSpPr>
                <a:spLocks noChangeArrowheads="1"/>
              </p:cNvSpPr>
              <p:nvPr/>
            </p:nvSpPr>
            <p:spPr bwMode="auto">
              <a:xfrm>
                <a:off x="3444875" y="4487863"/>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53" name="Freeform 130">
                <a:extLst>
                  <a:ext uri="{FF2B5EF4-FFF2-40B4-BE49-F238E27FC236}">
                    <a16:creationId xmlns:a16="http://schemas.microsoft.com/office/drawing/2014/main" id="{B62F6304-CAD4-42DF-A037-748AE3EE04B2}"/>
                  </a:ext>
                </a:extLst>
              </p:cNvPr>
              <p:cNvSpPr>
                <a:spLocks noChangeArrowheads="1"/>
              </p:cNvSpPr>
              <p:nvPr/>
            </p:nvSpPr>
            <p:spPr bwMode="auto">
              <a:xfrm>
                <a:off x="3444875" y="4405313"/>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54" name="Freeform 131">
                <a:extLst>
                  <a:ext uri="{FF2B5EF4-FFF2-40B4-BE49-F238E27FC236}">
                    <a16:creationId xmlns:a16="http://schemas.microsoft.com/office/drawing/2014/main" id="{F1A98AE6-82B7-4CA6-8D76-2F9CD6F1AB6A}"/>
                  </a:ext>
                </a:extLst>
              </p:cNvPr>
              <p:cNvSpPr>
                <a:spLocks noChangeArrowheads="1"/>
              </p:cNvSpPr>
              <p:nvPr/>
            </p:nvSpPr>
            <p:spPr bwMode="auto">
              <a:xfrm>
                <a:off x="3408363" y="4443413"/>
                <a:ext cx="1587" cy="7937"/>
              </a:xfrm>
              <a:custGeom>
                <a:avLst/>
                <a:gdLst>
                  <a:gd name="T0" fmla="*/ 0 w 1"/>
                  <a:gd name="T1" fmla="*/ 0 h 23"/>
                  <a:gd name="T2" fmla="*/ 0 w 1"/>
                  <a:gd name="T3" fmla="*/ 22 h 23"/>
                </a:gdLst>
                <a:ahLst/>
                <a:cxnLst>
                  <a:cxn ang="0">
                    <a:pos x="T0" y="T1"/>
                  </a:cxn>
                  <a:cxn ang="0">
                    <a:pos x="T2" y="T3"/>
                  </a:cxn>
                </a:cxnLst>
                <a:rect l="0" t="0" r="r" b="b"/>
                <a:pathLst>
                  <a:path w="1" h="23">
                    <a:moveTo>
                      <a:pt x="0" y="0"/>
                    </a:moveTo>
                    <a:cubicBezTo>
                      <a:pt x="0" y="8"/>
                      <a:pt x="0" y="15"/>
                      <a:pt x="0" y="22"/>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55" name="Freeform 132">
                <a:extLst>
                  <a:ext uri="{FF2B5EF4-FFF2-40B4-BE49-F238E27FC236}">
                    <a16:creationId xmlns:a16="http://schemas.microsoft.com/office/drawing/2014/main" id="{72C0B88B-2045-4799-B6F0-0AA3D47C5DB3}"/>
                  </a:ext>
                </a:extLst>
              </p:cNvPr>
              <p:cNvSpPr>
                <a:spLocks noChangeArrowheads="1"/>
              </p:cNvSpPr>
              <p:nvPr/>
            </p:nvSpPr>
            <p:spPr bwMode="auto">
              <a:xfrm>
                <a:off x="3417888" y="4414838"/>
                <a:ext cx="6350" cy="6350"/>
              </a:xfrm>
              <a:custGeom>
                <a:avLst/>
                <a:gdLst>
                  <a:gd name="T0" fmla="*/ 0 w 16"/>
                  <a:gd name="T1" fmla="*/ 15 h 16"/>
                  <a:gd name="T2" fmla="*/ 15 w 16"/>
                  <a:gd name="T3" fmla="*/ 0 h 16"/>
                </a:gdLst>
                <a:ahLst/>
                <a:cxnLst>
                  <a:cxn ang="0">
                    <a:pos x="T0" y="T1"/>
                  </a:cxn>
                  <a:cxn ang="0">
                    <a:pos x="T2" y="T3"/>
                  </a:cxn>
                </a:cxnLst>
                <a:rect l="0" t="0" r="r" b="b"/>
                <a:pathLst>
                  <a:path w="16" h="16">
                    <a:moveTo>
                      <a:pt x="0" y="15"/>
                    </a:moveTo>
                    <a:cubicBezTo>
                      <a:pt x="5" y="10"/>
                      <a:pt x="10" y="5"/>
                      <a:pt x="15"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56" name="Freeform 133">
                <a:extLst>
                  <a:ext uri="{FF2B5EF4-FFF2-40B4-BE49-F238E27FC236}">
                    <a16:creationId xmlns:a16="http://schemas.microsoft.com/office/drawing/2014/main" id="{2A95154A-7CDF-4792-A447-BFA7D8D35E38}"/>
                  </a:ext>
                </a:extLst>
              </p:cNvPr>
              <p:cNvSpPr>
                <a:spLocks noChangeArrowheads="1"/>
              </p:cNvSpPr>
              <p:nvPr/>
            </p:nvSpPr>
            <p:spPr bwMode="auto">
              <a:xfrm>
                <a:off x="3417888" y="4471988"/>
                <a:ext cx="6350" cy="6350"/>
              </a:xfrm>
              <a:custGeom>
                <a:avLst/>
                <a:gdLst>
                  <a:gd name="T0" fmla="*/ 0 w 16"/>
                  <a:gd name="T1" fmla="*/ 0 h 16"/>
                  <a:gd name="T2" fmla="*/ 15 w 16"/>
                  <a:gd name="T3" fmla="*/ 15 h 16"/>
                </a:gdLst>
                <a:ahLst/>
                <a:cxnLst>
                  <a:cxn ang="0">
                    <a:pos x="T0" y="T1"/>
                  </a:cxn>
                  <a:cxn ang="0">
                    <a:pos x="T2" y="T3"/>
                  </a:cxn>
                </a:cxnLst>
                <a:rect l="0" t="0" r="r" b="b"/>
                <a:pathLst>
                  <a:path w="16" h="16">
                    <a:moveTo>
                      <a:pt x="0" y="0"/>
                    </a:moveTo>
                    <a:cubicBezTo>
                      <a:pt x="5" y="5"/>
                      <a:pt x="10" y="10"/>
                      <a:pt x="15" y="1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157" name="Group 156">
            <a:extLst>
              <a:ext uri="{FF2B5EF4-FFF2-40B4-BE49-F238E27FC236}">
                <a16:creationId xmlns:a16="http://schemas.microsoft.com/office/drawing/2014/main" id="{24895ACC-4377-46FE-8BA7-06A05B8372AA}"/>
              </a:ext>
            </a:extLst>
          </p:cNvPr>
          <p:cNvGrpSpPr>
            <a:grpSpLocks noChangeAspect="1"/>
          </p:cNvGrpSpPr>
          <p:nvPr/>
        </p:nvGrpSpPr>
        <p:grpSpPr>
          <a:xfrm>
            <a:off x="421552" y="3445640"/>
            <a:ext cx="544185" cy="544184"/>
            <a:chOff x="2755083" y="5435946"/>
            <a:chExt cx="781902" cy="781901"/>
          </a:xfrm>
        </p:grpSpPr>
        <p:sp>
          <p:nvSpPr>
            <p:cNvPr id="158" name="Freeform 238">
              <a:extLst>
                <a:ext uri="{FF2B5EF4-FFF2-40B4-BE49-F238E27FC236}">
                  <a16:creationId xmlns:a16="http://schemas.microsoft.com/office/drawing/2014/main" id="{5AD80997-D87D-46EE-9262-A4F30A7522C9}"/>
                </a:ext>
              </a:extLst>
            </p:cNvPr>
            <p:cNvSpPr>
              <a:spLocks noChangeArrowheads="1"/>
            </p:cNvSpPr>
            <p:nvPr/>
          </p:nvSpPr>
          <p:spPr bwMode="auto">
            <a:xfrm>
              <a:off x="2755083" y="5435946"/>
              <a:ext cx="781902" cy="781901"/>
            </a:xfrm>
            <a:custGeom>
              <a:avLst/>
              <a:gdLst>
                <a:gd name="T0" fmla="*/ 1467 w 1751"/>
                <a:gd name="T1" fmla="*/ 1750 h 1751"/>
                <a:gd name="T2" fmla="*/ 1750 w 1751"/>
                <a:gd name="T3" fmla="*/ 1468 h 1751"/>
                <a:gd name="T4" fmla="*/ 1750 w 1751"/>
                <a:gd name="T5" fmla="*/ 283 h 1751"/>
                <a:gd name="T6" fmla="*/ 1467 w 1751"/>
                <a:gd name="T7" fmla="*/ 0 h 1751"/>
                <a:gd name="T8" fmla="*/ 282 w 1751"/>
                <a:gd name="T9" fmla="*/ 0 h 1751"/>
                <a:gd name="T10" fmla="*/ 0 w 1751"/>
                <a:gd name="T11" fmla="*/ 283 h 1751"/>
                <a:gd name="T12" fmla="*/ 0 w 1751"/>
                <a:gd name="T13" fmla="*/ 1468 h 1751"/>
                <a:gd name="T14" fmla="*/ 282 w 1751"/>
                <a:gd name="T15" fmla="*/ 1750 h 1751"/>
                <a:gd name="T16" fmla="*/ 1467 w 1751"/>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1">
                  <a:moveTo>
                    <a:pt x="1467" y="1750"/>
                  </a:moveTo>
                  <a:cubicBezTo>
                    <a:pt x="1623" y="1750"/>
                    <a:pt x="1750" y="1623"/>
                    <a:pt x="1750" y="1468"/>
                  </a:cubicBezTo>
                  <a:cubicBezTo>
                    <a:pt x="1750" y="1073"/>
                    <a:pt x="1750" y="678"/>
                    <a:pt x="1750" y="283"/>
                  </a:cubicBezTo>
                  <a:cubicBezTo>
                    <a:pt x="1750" y="127"/>
                    <a:pt x="1623" y="0"/>
                    <a:pt x="1467" y="0"/>
                  </a:cubicBezTo>
                  <a:cubicBezTo>
                    <a:pt x="1072" y="0"/>
                    <a:pt x="677" y="0"/>
                    <a:pt x="282" y="0"/>
                  </a:cubicBezTo>
                  <a:cubicBezTo>
                    <a:pt x="127" y="0"/>
                    <a:pt x="0" y="127"/>
                    <a:pt x="0" y="283"/>
                  </a:cubicBezTo>
                  <a:cubicBezTo>
                    <a:pt x="0" y="678"/>
                    <a:pt x="0" y="1073"/>
                    <a:pt x="0" y="1468"/>
                  </a:cubicBezTo>
                  <a:cubicBezTo>
                    <a:pt x="0" y="1623"/>
                    <a:pt x="127" y="1750"/>
                    <a:pt x="282" y="1750"/>
                  </a:cubicBezTo>
                  <a:cubicBezTo>
                    <a:pt x="677" y="1750"/>
                    <a:pt x="1072" y="1750"/>
                    <a:pt x="1467" y="175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159" name="Group 158">
              <a:extLst>
                <a:ext uri="{FF2B5EF4-FFF2-40B4-BE49-F238E27FC236}">
                  <a16:creationId xmlns:a16="http://schemas.microsoft.com/office/drawing/2014/main" id="{BD1D48D4-9A7E-4A6E-8CDF-2F327B6AB6BB}"/>
                </a:ext>
              </a:extLst>
            </p:cNvPr>
            <p:cNvGrpSpPr/>
            <p:nvPr/>
          </p:nvGrpSpPr>
          <p:grpSpPr>
            <a:xfrm>
              <a:off x="2944157" y="5605325"/>
              <a:ext cx="403753" cy="443142"/>
              <a:chOff x="2944157" y="5605325"/>
              <a:chExt cx="403753" cy="443142"/>
            </a:xfrm>
          </p:grpSpPr>
          <p:sp>
            <p:nvSpPr>
              <p:cNvPr id="160" name="Freeform 239">
                <a:extLst>
                  <a:ext uri="{FF2B5EF4-FFF2-40B4-BE49-F238E27FC236}">
                    <a16:creationId xmlns:a16="http://schemas.microsoft.com/office/drawing/2014/main" id="{101339B5-0B84-4582-BC09-4C7CF7E1BE69}"/>
                  </a:ext>
                </a:extLst>
              </p:cNvPr>
              <p:cNvSpPr>
                <a:spLocks noChangeArrowheads="1"/>
              </p:cNvSpPr>
              <p:nvPr/>
            </p:nvSpPr>
            <p:spPr bwMode="auto">
              <a:xfrm>
                <a:off x="2944157" y="5894845"/>
                <a:ext cx="63025" cy="151654"/>
              </a:xfrm>
              <a:custGeom>
                <a:avLst/>
                <a:gdLst>
                  <a:gd name="T0" fmla="*/ 57 w 142"/>
                  <a:gd name="T1" fmla="*/ 339 h 340"/>
                  <a:gd name="T2" fmla="*/ 0 w 142"/>
                  <a:gd name="T3" fmla="*/ 283 h 340"/>
                  <a:gd name="T4" fmla="*/ 0 w 142"/>
                  <a:gd name="T5" fmla="*/ 57 h 340"/>
                  <a:gd name="T6" fmla="*/ 57 w 142"/>
                  <a:gd name="T7" fmla="*/ 0 h 340"/>
                  <a:gd name="T8" fmla="*/ 85 w 142"/>
                  <a:gd name="T9" fmla="*/ 0 h 340"/>
                  <a:gd name="T10" fmla="*/ 141 w 142"/>
                  <a:gd name="T11" fmla="*/ 57 h 340"/>
                  <a:gd name="T12" fmla="*/ 141 w 142"/>
                  <a:gd name="T13" fmla="*/ 283 h 340"/>
                  <a:gd name="T14" fmla="*/ 85 w 142"/>
                  <a:gd name="T15" fmla="*/ 339 h 340"/>
                  <a:gd name="T16" fmla="*/ 57 w 142"/>
                  <a:gd name="T17" fmla="*/ 339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340">
                    <a:moveTo>
                      <a:pt x="57" y="339"/>
                    </a:moveTo>
                    <a:cubicBezTo>
                      <a:pt x="25" y="339"/>
                      <a:pt x="0" y="314"/>
                      <a:pt x="0" y="283"/>
                    </a:cubicBezTo>
                    <a:cubicBezTo>
                      <a:pt x="0" y="208"/>
                      <a:pt x="0" y="132"/>
                      <a:pt x="0" y="57"/>
                    </a:cubicBezTo>
                    <a:cubicBezTo>
                      <a:pt x="0" y="26"/>
                      <a:pt x="25" y="0"/>
                      <a:pt x="57" y="0"/>
                    </a:cubicBezTo>
                    <a:cubicBezTo>
                      <a:pt x="66" y="0"/>
                      <a:pt x="75" y="0"/>
                      <a:pt x="85" y="0"/>
                    </a:cubicBezTo>
                    <a:cubicBezTo>
                      <a:pt x="116" y="0"/>
                      <a:pt x="141" y="26"/>
                      <a:pt x="141" y="57"/>
                    </a:cubicBezTo>
                    <a:cubicBezTo>
                      <a:pt x="141" y="132"/>
                      <a:pt x="141" y="208"/>
                      <a:pt x="141" y="283"/>
                    </a:cubicBezTo>
                    <a:cubicBezTo>
                      <a:pt x="141" y="314"/>
                      <a:pt x="116" y="339"/>
                      <a:pt x="85" y="339"/>
                    </a:cubicBezTo>
                    <a:cubicBezTo>
                      <a:pt x="75" y="339"/>
                      <a:pt x="66" y="339"/>
                      <a:pt x="57" y="33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1" name="Freeform 240">
                <a:extLst>
                  <a:ext uri="{FF2B5EF4-FFF2-40B4-BE49-F238E27FC236}">
                    <a16:creationId xmlns:a16="http://schemas.microsoft.com/office/drawing/2014/main" id="{44EF4E2F-7BDD-40F2-B90B-807515166884}"/>
                  </a:ext>
                </a:extLst>
              </p:cNvPr>
              <p:cNvSpPr>
                <a:spLocks noChangeArrowheads="1"/>
              </p:cNvSpPr>
              <p:nvPr/>
            </p:nvSpPr>
            <p:spPr bwMode="auto">
              <a:xfrm>
                <a:off x="3284885" y="5756978"/>
                <a:ext cx="63025" cy="289521"/>
              </a:xfrm>
              <a:custGeom>
                <a:avLst/>
                <a:gdLst>
                  <a:gd name="T0" fmla="*/ 57 w 142"/>
                  <a:gd name="T1" fmla="*/ 649 h 650"/>
                  <a:gd name="T2" fmla="*/ 0 w 142"/>
                  <a:gd name="T3" fmla="*/ 593 h 650"/>
                  <a:gd name="T4" fmla="*/ 0 w 142"/>
                  <a:gd name="T5" fmla="*/ 57 h 650"/>
                  <a:gd name="T6" fmla="*/ 57 w 142"/>
                  <a:gd name="T7" fmla="*/ 0 h 650"/>
                  <a:gd name="T8" fmla="*/ 85 w 142"/>
                  <a:gd name="T9" fmla="*/ 0 h 650"/>
                  <a:gd name="T10" fmla="*/ 141 w 142"/>
                  <a:gd name="T11" fmla="*/ 57 h 650"/>
                  <a:gd name="T12" fmla="*/ 141 w 142"/>
                  <a:gd name="T13" fmla="*/ 593 h 650"/>
                  <a:gd name="T14" fmla="*/ 85 w 142"/>
                  <a:gd name="T15" fmla="*/ 649 h 650"/>
                  <a:gd name="T16" fmla="*/ 57 w 142"/>
                  <a:gd name="T17" fmla="*/ 649 h 6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650">
                    <a:moveTo>
                      <a:pt x="57" y="649"/>
                    </a:moveTo>
                    <a:cubicBezTo>
                      <a:pt x="25" y="649"/>
                      <a:pt x="0" y="624"/>
                      <a:pt x="0" y="593"/>
                    </a:cubicBezTo>
                    <a:cubicBezTo>
                      <a:pt x="0" y="414"/>
                      <a:pt x="0" y="236"/>
                      <a:pt x="0" y="57"/>
                    </a:cubicBezTo>
                    <a:cubicBezTo>
                      <a:pt x="0" y="25"/>
                      <a:pt x="25" y="0"/>
                      <a:pt x="57" y="0"/>
                    </a:cubicBezTo>
                    <a:cubicBezTo>
                      <a:pt x="66" y="0"/>
                      <a:pt x="75" y="0"/>
                      <a:pt x="85" y="0"/>
                    </a:cubicBezTo>
                    <a:cubicBezTo>
                      <a:pt x="116" y="0"/>
                      <a:pt x="141" y="25"/>
                      <a:pt x="141" y="57"/>
                    </a:cubicBezTo>
                    <a:cubicBezTo>
                      <a:pt x="141" y="236"/>
                      <a:pt x="141" y="414"/>
                      <a:pt x="141" y="593"/>
                    </a:cubicBezTo>
                    <a:cubicBezTo>
                      <a:pt x="141" y="624"/>
                      <a:pt x="116" y="649"/>
                      <a:pt x="85" y="649"/>
                    </a:cubicBezTo>
                    <a:cubicBezTo>
                      <a:pt x="75" y="649"/>
                      <a:pt x="66" y="649"/>
                      <a:pt x="57" y="64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2" name="Freeform 241">
                <a:extLst>
                  <a:ext uri="{FF2B5EF4-FFF2-40B4-BE49-F238E27FC236}">
                    <a16:creationId xmlns:a16="http://schemas.microsoft.com/office/drawing/2014/main" id="{8F522C4D-9B64-40A5-834D-94D9D59C9533}"/>
                  </a:ext>
                </a:extLst>
              </p:cNvPr>
              <p:cNvSpPr>
                <a:spLocks noChangeArrowheads="1"/>
              </p:cNvSpPr>
              <p:nvPr/>
            </p:nvSpPr>
            <p:spPr bwMode="auto">
              <a:xfrm>
                <a:off x="3056421" y="5782582"/>
                <a:ext cx="63025" cy="263916"/>
              </a:xfrm>
              <a:custGeom>
                <a:avLst/>
                <a:gdLst>
                  <a:gd name="T0" fmla="*/ 57 w 142"/>
                  <a:gd name="T1" fmla="*/ 592 h 593"/>
                  <a:gd name="T2" fmla="*/ 0 w 142"/>
                  <a:gd name="T3" fmla="*/ 536 h 593"/>
                  <a:gd name="T4" fmla="*/ 0 w 142"/>
                  <a:gd name="T5" fmla="*/ 56 h 593"/>
                  <a:gd name="T6" fmla="*/ 57 w 142"/>
                  <a:gd name="T7" fmla="*/ 0 h 593"/>
                  <a:gd name="T8" fmla="*/ 85 w 142"/>
                  <a:gd name="T9" fmla="*/ 0 h 593"/>
                  <a:gd name="T10" fmla="*/ 141 w 142"/>
                  <a:gd name="T11" fmla="*/ 56 h 593"/>
                  <a:gd name="T12" fmla="*/ 141 w 142"/>
                  <a:gd name="T13" fmla="*/ 536 h 593"/>
                  <a:gd name="T14" fmla="*/ 85 w 142"/>
                  <a:gd name="T15" fmla="*/ 592 h 593"/>
                  <a:gd name="T16" fmla="*/ 57 w 142"/>
                  <a:gd name="T17" fmla="*/ 592 h 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593">
                    <a:moveTo>
                      <a:pt x="57" y="592"/>
                    </a:moveTo>
                    <a:cubicBezTo>
                      <a:pt x="25" y="592"/>
                      <a:pt x="0" y="567"/>
                      <a:pt x="0" y="536"/>
                    </a:cubicBezTo>
                    <a:cubicBezTo>
                      <a:pt x="0" y="376"/>
                      <a:pt x="0" y="216"/>
                      <a:pt x="0" y="56"/>
                    </a:cubicBezTo>
                    <a:cubicBezTo>
                      <a:pt x="0" y="25"/>
                      <a:pt x="25" y="0"/>
                      <a:pt x="57" y="0"/>
                    </a:cubicBezTo>
                    <a:cubicBezTo>
                      <a:pt x="66" y="0"/>
                      <a:pt x="75" y="0"/>
                      <a:pt x="85" y="0"/>
                    </a:cubicBezTo>
                    <a:cubicBezTo>
                      <a:pt x="116" y="0"/>
                      <a:pt x="141" y="25"/>
                      <a:pt x="141" y="56"/>
                    </a:cubicBezTo>
                    <a:cubicBezTo>
                      <a:pt x="141" y="216"/>
                      <a:pt x="141" y="376"/>
                      <a:pt x="141" y="536"/>
                    </a:cubicBezTo>
                    <a:cubicBezTo>
                      <a:pt x="141" y="567"/>
                      <a:pt x="116" y="592"/>
                      <a:pt x="85" y="592"/>
                    </a:cubicBezTo>
                    <a:cubicBezTo>
                      <a:pt x="75" y="592"/>
                      <a:pt x="66" y="592"/>
                      <a:pt x="57" y="592"/>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3" name="Freeform 242">
                <a:extLst>
                  <a:ext uri="{FF2B5EF4-FFF2-40B4-BE49-F238E27FC236}">
                    <a16:creationId xmlns:a16="http://schemas.microsoft.com/office/drawing/2014/main" id="{D1B38910-518E-4159-9877-AFEB9ED49048}"/>
                  </a:ext>
                </a:extLst>
              </p:cNvPr>
              <p:cNvSpPr>
                <a:spLocks noChangeArrowheads="1"/>
              </p:cNvSpPr>
              <p:nvPr/>
            </p:nvSpPr>
            <p:spPr bwMode="auto">
              <a:xfrm>
                <a:off x="3170653" y="5871210"/>
                <a:ext cx="63025" cy="177257"/>
              </a:xfrm>
              <a:custGeom>
                <a:avLst/>
                <a:gdLst>
                  <a:gd name="T0" fmla="*/ 57 w 142"/>
                  <a:gd name="T1" fmla="*/ 395 h 396"/>
                  <a:gd name="T2" fmla="*/ 0 w 142"/>
                  <a:gd name="T3" fmla="*/ 339 h 396"/>
                  <a:gd name="T4" fmla="*/ 0 w 142"/>
                  <a:gd name="T5" fmla="*/ 56 h 396"/>
                  <a:gd name="T6" fmla="*/ 57 w 142"/>
                  <a:gd name="T7" fmla="*/ 0 h 396"/>
                  <a:gd name="T8" fmla="*/ 85 w 142"/>
                  <a:gd name="T9" fmla="*/ 0 h 396"/>
                  <a:gd name="T10" fmla="*/ 141 w 142"/>
                  <a:gd name="T11" fmla="*/ 56 h 396"/>
                  <a:gd name="T12" fmla="*/ 141 w 142"/>
                  <a:gd name="T13" fmla="*/ 339 h 396"/>
                  <a:gd name="T14" fmla="*/ 85 w 142"/>
                  <a:gd name="T15" fmla="*/ 395 h 396"/>
                  <a:gd name="T16" fmla="*/ 57 w 142"/>
                  <a:gd name="T17" fmla="*/ 395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396">
                    <a:moveTo>
                      <a:pt x="57" y="395"/>
                    </a:moveTo>
                    <a:cubicBezTo>
                      <a:pt x="25" y="395"/>
                      <a:pt x="0" y="370"/>
                      <a:pt x="0" y="339"/>
                    </a:cubicBezTo>
                    <a:cubicBezTo>
                      <a:pt x="0" y="245"/>
                      <a:pt x="0" y="150"/>
                      <a:pt x="0" y="56"/>
                    </a:cubicBezTo>
                    <a:cubicBezTo>
                      <a:pt x="0" y="25"/>
                      <a:pt x="25" y="0"/>
                      <a:pt x="57" y="0"/>
                    </a:cubicBezTo>
                    <a:cubicBezTo>
                      <a:pt x="66" y="0"/>
                      <a:pt x="75" y="0"/>
                      <a:pt x="85" y="0"/>
                    </a:cubicBezTo>
                    <a:cubicBezTo>
                      <a:pt x="116" y="0"/>
                      <a:pt x="141" y="25"/>
                      <a:pt x="141" y="56"/>
                    </a:cubicBezTo>
                    <a:cubicBezTo>
                      <a:pt x="141" y="150"/>
                      <a:pt x="141" y="245"/>
                      <a:pt x="141" y="339"/>
                    </a:cubicBezTo>
                    <a:cubicBezTo>
                      <a:pt x="141" y="370"/>
                      <a:pt x="116" y="395"/>
                      <a:pt x="85" y="395"/>
                    </a:cubicBezTo>
                    <a:cubicBezTo>
                      <a:pt x="75" y="395"/>
                      <a:pt x="66" y="395"/>
                      <a:pt x="57" y="395"/>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4" name="Freeform 243">
                <a:extLst>
                  <a:ext uri="{FF2B5EF4-FFF2-40B4-BE49-F238E27FC236}">
                    <a16:creationId xmlns:a16="http://schemas.microsoft.com/office/drawing/2014/main" id="{928F6488-6722-4071-86D6-CBD2B5FC742C}"/>
                  </a:ext>
                </a:extLst>
              </p:cNvPr>
              <p:cNvSpPr>
                <a:spLocks noChangeArrowheads="1"/>
              </p:cNvSpPr>
              <p:nvPr/>
            </p:nvSpPr>
            <p:spPr bwMode="auto">
              <a:xfrm>
                <a:off x="3245495" y="5605325"/>
                <a:ext cx="100445" cy="100445"/>
              </a:xfrm>
              <a:custGeom>
                <a:avLst/>
                <a:gdLst>
                  <a:gd name="T0" fmla="*/ 0 w 227"/>
                  <a:gd name="T1" fmla="*/ 0 h 227"/>
                  <a:gd name="T2" fmla="*/ 212 w 227"/>
                  <a:gd name="T3" fmla="*/ 0 h 227"/>
                  <a:gd name="T4" fmla="*/ 226 w 227"/>
                  <a:gd name="T5" fmla="*/ 15 h 227"/>
                  <a:gd name="T6" fmla="*/ 226 w 227"/>
                  <a:gd name="T7" fmla="*/ 226 h 227"/>
                </a:gdLst>
                <a:ahLst/>
                <a:cxnLst>
                  <a:cxn ang="0">
                    <a:pos x="T0" y="T1"/>
                  </a:cxn>
                  <a:cxn ang="0">
                    <a:pos x="T2" y="T3"/>
                  </a:cxn>
                  <a:cxn ang="0">
                    <a:pos x="T4" y="T5"/>
                  </a:cxn>
                  <a:cxn ang="0">
                    <a:pos x="T6" y="T7"/>
                  </a:cxn>
                </a:cxnLst>
                <a:rect l="0" t="0" r="r" b="b"/>
                <a:pathLst>
                  <a:path w="227" h="227">
                    <a:moveTo>
                      <a:pt x="0" y="0"/>
                    </a:moveTo>
                    <a:cubicBezTo>
                      <a:pt x="70" y="0"/>
                      <a:pt x="141" y="0"/>
                      <a:pt x="212" y="0"/>
                    </a:cubicBezTo>
                    <a:cubicBezTo>
                      <a:pt x="220" y="0"/>
                      <a:pt x="226" y="7"/>
                      <a:pt x="226" y="15"/>
                    </a:cubicBezTo>
                    <a:cubicBezTo>
                      <a:pt x="226" y="86"/>
                      <a:pt x="226" y="156"/>
                      <a:pt x="226" y="226"/>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65" name="Freeform 244">
                <a:extLst>
                  <a:ext uri="{FF2B5EF4-FFF2-40B4-BE49-F238E27FC236}">
                    <a16:creationId xmlns:a16="http://schemas.microsoft.com/office/drawing/2014/main" id="{0E3FE3B6-82B0-4615-8FC5-05091E57E7F1}"/>
                  </a:ext>
                </a:extLst>
              </p:cNvPr>
              <p:cNvSpPr>
                <a:spLocks noChangeArrowheads="1"/>
              </p:cNvSpPr>
              <p:nvPr/>
            </p:nvSpPr>
            <p:spPr bwMode="auto">
              <a:xfrm>
                <a:off x="2944157" y="5607294"/>
                <a:ext cx="401783" cy="200892"/>
              </a:xfrm>
              <a:custGeom>
                <a:avLst/>
                <a:gdLst>
                  <a:gd name="T0" fmla="*/ 899 w 900"/>
                  <a:gd name="T1" fmla="*/ 0 h 448"/>
                  <a:gd name="T2" fmla="*/ 614 w 900"/>
                  <a:gd name="T3" fmla="*/ 285 h 448"/>
                  <a:gd name="T4" fmla="*/ 539 w 900"/>
                  <a:gd name="T5" fmla="*/ 289 h 448"/>
                  <a:gd name="T6" fmla="*/ 364 w 900"/>
                  <a:gd name="T7" fmla="*/ 153 h 448"/>
                  <a:gd name="T8" fmla="*/ 289 w 900"/>
                  <a:gd name="T9" fmla="*/ 158 h 448"/>
                  <a:gd name="T10" fmla="*/ 0 w 900"/>
                  <a:gd name="T11" fmla="*/ 447 h 448"/>
                </a:gdLst>
                <a:ahLst/>
                <a:cxnLst>
                  <a:cxn ang="0">
                    <a:pos x="T0" y="T1"/>
                  </a:cxn>
                  <a:cxn ang="0">
                    <a:pos x="T2" y="T3"/>
                  </a:cxn>
                  <a:cxn ang="0">
                    <a:pos x="T4" y="T5"/>
                  </a:cxn>
                  <a:cxn ang="0">
                    <a:pos x="T6" y="T7"/>
                  </a:cxn>
                  <a:cxn ang="0">
                    <a:pos x="T8" y="T9"/>
                  </a:cxn>
                  <a:cxn ang="0">
                    <a:pos x="T10" y="T11"/>
                  </a:cxn>
                </a:cxnLst>
                <a:rect l="0" t="0" r="r" b="b"/>
                <a:pathLst>
                  <a:path w="900" h="448">
                    <a:moveTo>
                      <a:pt x="899" y="0"/>
                    </a:moveTo>
                    <a:cubicBezTo>
                      <a:pt x="804" y="95"/>
                      <a:pt x="709" y="190"/>
                      <a:pt x="614" y="285"/>
                    </a:cubicBezTo>
                    <a:cubicBezTo>
                      <a:pt x="594" y="305"/>
                      <a:pt x="562" y="307"/>
                      <a:pt x="539" y="289"/>
                    </a:cubicBezTo>
                    <a:cubicBezTo>
                      <a:pt x="480" y="244"/>
                      <a:pt x="422" y="198"/>
                      <a:pt x="364" y="153"/>
                    </a:cubicBezTo>
                    <a:cubicBezTo>
                      <a:pt x="342" y="136"/>
                      <a:pt x="310" y="138"/>
                      <a:pt x="289" y="158"/>
                    </a:cubicBezTo>
                    <a:cubicBezTo>
                      <a:pt x="192" y="254"/>
                      <a:pt x="96" y="351"/>
                      <a:pt x="0" y="447"/>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grpSp>
        <p:nvGrpSpPr>
          <p:cNvPr id="166" name="Group 165">
            <a:extLst>
              <a:ext uri="{FF2B5EF4-FFF2-40B4-BE49-F238E27FC236}">
                <a16:creationId xmlns:a16="http://schemas.microsoft.com/office/drawing/2014/main" id="{1CF0E4EE-DF19-4A00-8F47-C75F5DB6F68E}"/>
              </a:ext>
            </a:extLst>
          </p:cNvPr>
          <p:cNvGrpSpPr>
            <a:grpSpLocks noChangeAspect="1"/>
          </p:cNvGrpSpPr>
          <p:nvPr/>
        </p:nvGrpSpPr>
        <p:grpSpPr>
          <a:xfrm>
            <a:off x="459065" y="4551870"/>
            <a:ext cx="543022" cy="543022"/>
            <a:chOff x="3130550" y="3124200"/>
            <a:chExt cx="630238" cy="630238"/>
          </a:xfrm>
        </p:grpSpPr>
        <p:sp>
          <p:nvSpPr>
            <p:cNvPr id="167" name="Freeform 60">
              <a:extLst>
                <a:ext uri="{FF2B5EF4-FFF2-40B4-BE49-F238E27FC236}">
                  <a16:creationId xmlns:a16="http://schemas.microsoft.com/office/drawing/2014/main" id="{20353225-7D6D-4980-9E44-7A4D0BF681EE}"/>
                </a:ext>
              </a:extLst>
            </p:cNvPr>
            <p:cNvSpPr>
              <a:spLocks noChangeArrowheads="1"/>
            </p:cNvSpPr>
            <p:nvPr/>
          </p:nvSpPr>
          <p:spPr bwMode="auto">
            <a:xfrm>
              <a:off x="3130550" y="3124200"/>
              <a:ext cx="630238" cy="630238"/>
            </a:xfrm>
            <a:custGeom>
              <a:avLst/>
              <a:gdLst>
                <a:gd name="T0" fmla="*/ 1467 w 1751"/>
                <a:gd name="T1" fmla="*/ 1748 h 1749"/>
                <a:gd name="T2" fmla="*/ 1750 w 1751"/>
                <a:gd name="T3" fmla="*/ 1466 h 1749"/>
                <a:gd name="T4" fmla="*/ 1750 w 1751"/>
                <a:gd name="T5" fmla="*/ 282 h 1749"/>
                <a:gd name="T6" fmla="*/ 1467 w 1751"/>
                <a:gd name="T7" fmla="*/ 0 h 1749"/>
                <a:gd name="T8" fmla="*/ 282 w 1751"/>
                <a:gd name="T9" fmla="*/ 0 h 1749"/>
                <a:gd name="T10" fmla="*/ 0 w 1751"/>
                <a:gd name="T11" fmla="*/ 282 h 1749"/>
                <a:gd name="T12" fmla="*/ 0 w 1751"/>
                <a:gd name="T13" fmla="*/ 1466 h 1749"/>
                <a:gd name="T14" fmla="*/ 282 w 1751"/>
                <a:gd name="T15" fmla="*/ 1748 h 1749"/>
                <a:gd name="T16" fmla="*/ 1467 w 1751"/>
                <a:gd name="T17" fmla="*/ 1748 h 17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49">
                  <a:moveTo>
                    <a:pt x="1467" y="1748"/>
                  </a:moveTo>
                  <a:cubicBezTo>
                    <a:pt x="1623" y="1748"/>
                    <a:pt x="1750" y="1621"/>
                    <a:pt x="1750" y="1466"/>
                  </a:cubicBezTo>
                  <a:cubicBezTo>
                    <a:pt x="1750" y="1071"/>
                    <a:pt x="1750" y="677"/>
                    <a:pt x="1750" y="282"/>
                  </a:cubicBezTo>
                  <a:cubicBezTo>
                    <a:pt x="1750" y="127"/>
                    <a:pt x="1623" y="0"/>
                    <a:pt x="1467" y="0"/>
                  </a:cubicBezTo>
                  <a:cubicBezTo>
                    <a:pt x="1072" y="0"/>
                    <a:pt x="677" y="0"/>
                    <a:pt x="282" y="0"/>
                  </a:cubicBezTo>
                  <a:cubicBezTo>
                    <a:pt x="127" y="0"/>
                    <a:pt x="0" y="127"/>
                    <a:pt x="0" y="282"/>
                  </a:cubicBezTo>
                  <a:cubicBezTo>
                    <a:pt x="0" y="677"/>
                    <a:pt x="0" y="1071"/>
                    <a:pt x="0" y="1466"/>
                  </a:cubicBezTo>
                  <a:cubicBezTo>
                    <a:pt x="0" y="1621"/>
                    <a:pt x="127" y="1748"/>
                    <a:pt x="282" y="1748"/>
                  </a:cubicBezTo>
                  <a:cubicBezTo>
                    <a:pt x="677" y="1748"/>
                    <a:pt x="1072" y="1748"/>
                    <a:pt x="1467" y="1748"/>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168" name="Group 167">
              <a:extLst>
                <a:ext uri="{FF2B5EF4-FFF2-40B4-BE49-F238E27FC236}">
                  <a16:creationId xmlns:a16="http://schemas.microsoft.com/office/drawing/2014/main" id="{51E3A454-4EE9-43CD-A275-CD164184D42D}"/>
                </a:ext>
              </a:extLst>
            </p:cNvPr>
            <p:cNvGrpSpPr/>
            <p:nvPr/>
          </p:nvGrpSpPr>
          <p:grpSpPr>
            <a:xfrm>
              <a:off x="3243263" y="3124200"/>
              <a:ext cx="404812" cy="557213"/>
              <a:chOff x="3243263" y="3124200"/>
              <a:chExt cx="404812" cy="557213"/>
            </a:xfrm>
          </p:grpSpPr>
          <p:sp>
            <p:nvSpPr>
              <p:cNvPr id="169" name="Freeform 61">
                <a:extLst>
                  <a:ext uri="{FF2B5EF4-FFF2-40B4-BE49-F238E27FC236}">
                    <a16:creationId xmlns:a16="http://schemas.microsoft.com/office/drawing/2014/main" id="{78322286-EFD9-4A59-AD87-E20E96A41AF4}"/>
                  </a:ext>
                </a:extLst>
              </p:cNvPr>
              <p:cNvSpPr>
                <a:spLocks noChangeArrowheads="1"/>
              </p:cNvSpPr>
              <p:nvPr/>
            </p:nvSpPr>
            <p:spPr bwMode="auto">
              <a:xfrm>
                <a:off x="3394075" y="3214688"/>
                <a:ext cx="1588" cy="71437"/>
              </a:xfrm>
              <a:custGeom>
                <a:avLst/>
                <a:gdLst>
                  <a:gd name="T0" fmla="*/ 0 w 1"/>
                  <a:gd name="T1" fmla="*/ 197 h 198"/>
                  <a:gd name="T2" fmla="*/ 0 w 1"/>
                  <a:gd name="T3" fmla="*/ 0 h 198"/>
                </a:gdLst>
                <a:ahLst/>
                <a:cxnLst>
                  <a:cxn ang="0">
                    <a:pos x="T0" y="T1"/>
                  </a:cxn>
                  <a:cxn ang="0">
                    <a:pos x="T2" y="T3"/>
                  </a:cxn>
                </a:cxnLst>
                <a:rect l="0" t="0" r="r" b="b"/>
                <a:pathLst>
                  <a:path w="1" h="198">
                    <a:moveTo>
                      <a:pt x="0" y="197"/>
                    </a:moveTo>
                    <a:cubicBezTo>
                      <a:pt x="0" y="131"/>
                      <a:pt x="0" y="65"/>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70" name="Freeform 62">
                <a:extLst>
                  <a:ext uri="{FF2B5EF4-FFF2-40B4-BE49-F238E27FC236}">
                    <a16:creationId xmlns:a16="http://schemas.microsoft.com/office/drawing/2014/main" id="{F70E95B7-4B4A-40CC-88F2-022ED1AE2164}"/>
                  </a:ext>
                </a:extLst>
              </p:cNvPr>
              <p:cNvSpPr>
                <a:spLocks noChangeArrowheads="1"/>
              </p:cNvSpPr>
              <p:nvPr/>
            </p:nvSpPr>
            <p:spPr bwMode="auto">
              <a:xfrm>
                <a:off x="3495675" y="3214688"/>
                <a:ext cx="1588" cy="71437"/>
              </a:xfrm>
              <a:custGeom>
                <a:avLst/>
                <a:gdLst>
                  <a:gd name="T0" fmla="*/ 0 w 1"/>
                  <a:gd name="T1" fmla="*/ 197 h 198"/>
                  <a:gd name="T2" fmla="*/ 0 w 1"/>
                  <a:gd name="T3" fmla="*/ 0 h 198"/>
                </a:gdLst>
                <a:ahLst/>
                <a:cxnLst>
                  <a:cxn ang="0">
                    <a:pos x="T0" y="T1"/>
                  </a:cxn>
                  <a:cxn ang="0">
                    <a:pos x="T2" y="T3"/>
                  </a:cxn>
                </a:cxnLst>
                <a:rect l="0" t="0" r="r" b="b"/>
                <a:pathLst>
                  <a:path w="1" h="198">
                    <a:moveTo>
                      <a:pt x="0" y="197"/>
                    </a:moveTo>
                    <a:cubicBezTo>
                      <a:pt x="0" y="131"/>
                      <a:pt x="0" y="65"/>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71" name="Freeform 63">
                <a:extLst>
                  <a:ext uri="{FF2B5EF4-FFF2-40B4-BE49-F238E27FC236}">
                    <a16:creationId xmlns:a16="http://schemas.microsoft.com/office/drawing/2014/main" id="{EF158B79-25D9-4A57-93E4-25E89A69ABCD}"/>
                  </a:ext>
                </a:extLst>
              </p:cNvPr>
              <p:cNvSpPr>
                <a:spLocks noChangeArrowheads="1"/>
              </p:cNvSpPr>
              <p:nvPr/>
            </p:nvSpPr>
            <p:spPr bwMode="auto">
              <a:xfrm>
                <a:off x="3333750" y="3124200"/>
                <a:ext cx="223838" cy="92075"/>
              </a:xfrm>
              <a:custGeom>
                <a:avLst/>
                <a:gdLst>
                  <a:gd name="T0" fmla="*/ 621 w 622"/>
                  <a:gd name="T1" fmla="*/ 0 h 255"/>
                  <a:gd name="T2" fmla="*/ 621 w 622"/>
                  <a:gd name="T3" fmla="*/ 197 h 255"/>
                  <a:gd name="T4" fmla="*/ 565 w 622"/>
                  <a:gd name="T5" fmla="*/ 254 h 255"/>
                  <a:gd name="T6" fmla="*/ 57 w 622"/>
                  <a:gd name="T7" fmla="*/ 254 h 255"/>
                  <a:gd name="T8" fmla="*/ 0 w 622"/>
                  <a:gd name="T9" fmla="*/ 197 h 255"/>
                  <a:gd name="T10" fmla="*/ 0 w 622"/>
                  <a:gd name="T11" fmla="*/ 0 h 255"/>
                </a:gdLst>
                <a:ahLst/>
                <a:cxnLst>
                  <a:cxn ang="0">
                    <a:pos x="T0" y="T1"/>
                  </a:cxn>
                  <a:cxn ang="0">
                    <a:pos x="T2" y="T3"/>
                  </a:cxn>
                  <a:cxn ang="0">
                    <a:pos x="T4" y="T5"/>
                  </a:cxn>
                  <a:cxn ang="0">
                    <a:pos x="T6" y="T7"/>
                  </a:cxn>
                  <a:cxn ang="0">
                    <a:pos x="T8" y="T9"/>
                  </a:cxn>
                  <a:cxn ang="0">
                    <a:pos x="T10" y="T11"/>
                  </a:cxn>
                </a:cxnLst>
                <a:rect l="0" t="0" r="r" b="b"/>
                <a:pathLst>
                  <a:path w="622" h="255">
                    <a:moveTo>
                      <a:pt x="621" y="0"/>
                    </a:moveTo>
                    <a:cubicBezTo>
                      <a:pt x="621" y="65"/>
                      <a:pt x="621" y="131"/>
                      <a:pt x="621" y="197"/>
                    </a:cubicBezTo>
                    <a:cubicBezTo>
                      <a:pt x="621" y="228"/>
                      <a:pt x="596" y="254"/>
                      <a:pt x="565" y="254"/>
                    </a:cubicBezTo>
                    <a:cubicBezTo>
                      <a:pt x="395" y="254"/>
                      <a:pt x="226" y="254"/>
                      <a:pt x="57" y="254"/>
                    </a:cubicBezTo>
                    <a:cubicBezTo>
                      <a:pt x="26" y="254"/>
                      <a:pt x="0" y="228"/>
                      <a:pt x="0" y="197"/>
                    </a:cubicBezTo>
                    <a:cubicBezTo>
                      <a:pt x="0" y="131"/>
                      <a:pt x="0" y="65"/>
                      <a:pt x="0" y="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72" name="Freeform 64">
                <a:extLst>
                  <a:ext uri="{FF2B5EF4-FFF2-40B4-BE49-F238E27FC236}">
                    <a16:creationId xmlns:a16="http://schemas.microsoft.com/office/drawing/2014/main" id="{A704F96A-1FAB-410C-9A03-572A2E067BC4}"/>
                  </a:ext>
                </a:extLst>
              </p:cNvPr>
              <p:cNvSpPr>
                <a:spLocks noChangeArrowheads="1"/>
              </p:cNvSpPr>
              <p:nvPr/>
            </p:nvSpPr>
            <p:spPr bwMode="auto">
              <a:xfrm>
                <a:off x="3476625" y="3327400"/>
                <a:ext cx="41275" cy="41275"/>
              </a:xfrm>
              <a:custGeom>
                <a:avLst/>
                <a:gdLst>
                  <a:gd name="T0" fmla="*/ 0 w 113"/>
                  <a:gd name="T1" fmla="*/ 56 h 114"/>
                  <a:gd name="T2" fmla="*/ 56 w 113"/>
                  <a:gd name="T3" fmla="*/ 0 h 114"/>
                  <a:gd name="T4" fmla="*/ 112 w 113"/>
                  <a:gd name="T5" fmla="*/ 56 h 114"/>
                  <a:gd name="T6" fmla="*/ 56 w 113"/>
                  <a:gd name="T7" fmla="*/ 113 h 114"/>
                  <a:gd name="T8" fmla="*/ 0 w 113"/>
                  <a:gd name="T9" fmla="*/ 56 h 114"/>
                </a:gdLst>
                <a:ahLst/>
                <a:cxnLst>
                  <a:cxn ang="0">
                    <a:pos x="T0" y="T1"/>
                  </a:cxn>
                  <a:cxn ang="0">
                    <a:pos x="T2" y="T3"/>
                  </a:cxn>
                  <a:cxn ang="0">
                    <a:pos x="T4" y="T5"/>
                  </a:cxn>
                  <a:cxn ang="0">
                    <a:pos x="T6" y="T7"/>
                  </a:cxn>
                  <a:cxn ang="0">
                    <a:pos x="T8" y="T9"/>
                  </a:cxn>
                </a:cxnLst>
                <a:rect l="0" t="0" r="r" b="b"/>
                <a:pathLst>
                  <a:path w="113" h="114">
                    <a:moveTo>
                      <a:pt x="0" y="56"/>
                    </a:moveTo>
                    <a:cubicBezTo>
                      <a:pt x="0" y="25"/>
                      <a:pt x="25" y="0"/>
                      <a:pt x="56" y="0"/>
                    </a:cubicBezTo>
                    <a:cubicBezTo>
                      <a:pt x="87" y="0"/>
                      <a:pt x="112" y="25"/>
                      <a:pt x="112" y="56"/>
                    </a:cubicBezTo>
                    <a:cubicBezTo>
                      <a:pt x="112" y="88"/>
                      <a:pt x="87" y="113"/>
                      <a:pt x="56" y="113"/>
                    </a:cubicBezTo>
                    <a:cubicBezTo>
                      <a:pt x="25" y="113"/>
                      <a:pt x="0" y="88"/>
                      <a:pt x="0" y="5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3" name="Freeform 65">
                <a:extLst>
                  <a:ext uri="{FF2B5EF4-FFF2-40B4-BE49-F238E27FC236}">
                    <a16:creationId xmlns:a16="http://schemas.microsoft.com/office/drawing/2014/main" id="{AF5BCB9F-AB0B-43BE-AAAD-6F504660F3F4}"/>
                  </a:ext>
                </a:extLst>
              </p:cNvPr>
              <p:cNvSpPr>
                <a:spLocks noChangeArrowheads="1"/>
              </p:cNvSpPr>
              <p:nvPr/>
            </p:nvSpPr>
            <p:spPr bwMode="auto">
              <a:xfrm>
                <a:off x="3375025" y="3327400"/>
                <a:ext cx="41275" cy="41275"/>
              </a:xfrm>
              <a:custGeom>
                <a:avLst/>
                <a:gdLst>
                  <a:gd name="T0" fmla="*/ 0 w 114"/>
                  <a:gd name="T1" fmla="*/ 56 h 114"/>
                  <a:gd name="T2" fmla="*/ 57 w 114"/>
                  <a:gd name="T3" fmla="*/ 0 h 114"/>
                  <a:gd name="T4" fmla="*/ 113 w 114"/>
                  <a:gd name="T5" fmla="*/ 56 h 114"/>
                  <a:gd name="T6" fmla="*/ 57 w 114"/>
                  <a:gd name="T7" fmla="*/ 113 h 114"/>
                  <a:gd name="T8" fmla="*/ 0 w 114"/>
                  <a:gd name="T9" fmla="*/ 56 h 114"/>
                </a:gdLst>
                <a:ahLst/>
                <a:cxnLst>
                  <a:cxn ang="0">
                    <a:pos x="T0" y="T1"/>
                  </a:cxn>
                  <a:cxn ang="0">
                    <a:pos x="T2" y="T3"/>
                  </a:cxn>
                  <a:cxn ang="0">
                    <a:pos x="T4" y="T5"/>
                  </a:cxn>
                  <a:cxn ang="0">
                    <a:pos x="T6" y="T7"/>
                  </a:cxn>
                  <a:cxn ang="0">
                    <a:pos x="T8" y="T9"/>
                  </a:cxn>
                </a:cxnLst>
                <a:rect l="0" t="0" r="r" b="b"/>
                <a:pathLst>
                  <a:path w="114" h="114">
                    <a:moveTo>
                      <a:pt x="0" y="56"/>
                    </a:moveTo>
                    <a:cubicBezTo>
                      <a:pt x="0" y="25"/>
                      <a:pt x="26" y="0"/>
                      <a:pt x="57" y="0"/>
                    </a:cubicBezTo>
                    <a:cubicBezTo>
                      <a:pt x="88" y="0"/>
                      <a:pt x="113" y="25"/>
                      <a:pt x="113" y="56"/>
                    </a:cubicBezTo>
                    <a:cubicBezTo>
                      <a:pt x="113" y="88"/>
                      <a:pt x="88" y="113"/>
                      <a:pt x="57" y="113"/>
                    </a:cubicBezTo>
                    <a:cubicBezTo>
                      <a:pt x="26" y="113"/>
                      <a:pt x="0" y="88"/>
                      <a:pt x="0" y="5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4" name="Freeform 66">
                <a:extLst>
                  <a:ext uri="{FF2B5EF4-FFF2-40B4-BE49-F238E27FC236}">
                    <a16:creationId xmlns:a16="http://schemas.microsoft.com/office/drawing/2014/main" id="{686111FE-7807-41D6-A1F3-716ACA0E6584}"/>
                  </a:ext>
                </a:extLst>
              </p:cNvPr>
              <p:cNvSpPr>
                <a:spLocks noChangeArrowheads="1"/>
              </p:cNvSpPr>
              <p:nvPr/>
            </p:nvSpPr>
            <p:spPr bwMode="auto">
              <a:xfrm>
                <a:off x="3333750" y="3286125"/>
                <a:ext cx="223838" cy="122238"/>
              </a:xfrm>
              <a:custGeom>
                <a:avLst/>
                <a:gdLst>
                  <a:gd name="T0" fmla="*/ 621 w 622"/>
                  <a:gd name="T1" fmla="*/ 169 h 340"/>
                  <a:gd name="T2" fmla="*/ 452 w 622"/>
                  <a:gd name="T3" fmla="*/ 0 h 340"/>
                  <a:gd name="T4" fmla="*/ 170 w 622"/>
                  <a:gd name="T5" fmla="*/ 0 h 340"/>
                  <a:gd name="T6" fmla="*/ 0 w 622"/>
                  <a:gd name="T7" fmla="*/ 169 h 340"/>
                  <a:gd name="T8" fmla="*/ 170 w 622"/>
                  <a:gd name="T9" fmla="*/ 339 h 340"/>
                  <a:gd name="T10" fmla="*/ 452 w 622"/>
                  <a:gd name="T11" fmla="*/ 339 h 340"/>
                  <a:gd name="T12" fmla="*/ 621 w 622"/>
                  <a:gd name="T13" fmla="*/ 169 h 340"/>
                </a:gdLst>
                <a:ahLst/>
                <a:cxnLst>
                  <a:cxn ang="0">
                    <a:pos x="T0" y="T1"/>
                  </a:cxn>
                  <a:cxn ang="0">
                    <a:pos x="T2" y="T3"/>
                  </a:cxn>
                  <a:cxn ang="0">
                    <a:pos x="T4" y="T5"/>
                  </a:cxn>
                  <a:cxn ang="0">
                    <a:pos x="T6" y="T7"/>
                  </a:cxn>
                  <a:cxn ang="0">
                    <a:pos x="T8" y="T9"/>
                  </a:cxn>
                  <a:cxn ang="0">
                    <a:pos x="T10" y="T11"/>
                  </a:cxn>
                  <a:cxn ang="0">
                    <a:pos x="T12" y="T13"/>
                  </a:cxn>
                </a:cxnLst>
                <a:rect l="0" t="0" r="r" b="b"/>
                <a:pathLst>
                  <a:path w="622" h="340">
                    <a:moveTo>
                      <a:pt x="621" y="169"/>
                    </a:moveTo>
                    <a:cubicBezTo>
                      <a:pt x="621" y="76"/>
                      <a:pt x="545" y="0"/>
                      <a:pt x="452" y="0"/>
                    </a:cubicBezTo>
                    <a:cubicBezTo>
                      <a:pt x="393" y="0"/>
                      <a:pt x="229" y="0"/>
                      <a:pt x="170" y="0"/>
                    </a:cubicBezTo>
                    <a:cubicBezTo>
                      <a:pt x="76" y="0"/>
                      <a:pt x="0" y="76"/>
                      <a:pt x="0" y="169"/>
                    </a:cubicBezTo>
                    <a:cubicBezTo>
                      <a:pt x="0" y="263"/>
                      <a:pt x="76" y="339"/>
                      <a:pt x="170" y="339"/>
                    </a:cubicBezTo>
                    <a:cubicBezTo>
                      <a:pt x="229" y="339"/>
                      <a:pt x="393" y="339"/>
                      <a:pt x="452" y="339"/>
                    </a:cubicBezTo>
                    <a:cubicBezTo>
                      <a:pt x="545" y="339"/>
                      <a:pt x="621" y="263"/>
                      <a:pt x="621" y="16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5" name="Freeform 67">
                <a:extLst>
                  <a:ext uri="{FF2B5EF4-FFF2-40B4-BE49-F238E27FC236}">
                    <a16:creationId xmlns:a16="http://schemas.microsoft.com/office/drawing/2014/main" id="{DC2286F1-13A2-49B9-B022-A1C437A4DCB3}"/>
                  </a:ext>
                </a:extLst>
              </p:cNvPr>
              <p:cNvSpPr>
                <a:spLocks noChangeArrowheads="1"/>
              </p:cNvSpPr>
              <p:nvPr/>
            </p:nvSpPr>
            <p:spPr bwMode="auto">
              <a:xfrm>
                <a:off x="3384550" y="3559175"/>
                <a:ext cx="122238" cy="122238"/>
              </a:xfrm>
              <a:custGeom>
                <a:avLst/>
                <a:gdLst>
                  <a:gd name="T0" fmla="*/ 0 w 339"/>
                  <a:gd name="T1" fmla="*/ 169 h 339"/>
                  <a:gd name="T2" fmla="*/ 169 w 339"/>
                  <a:gd name="T3" fmla="*/ 0 h 339"/>
                  <a:gd name="T4" fmla="*/ 338 w 339"/>
                  <a:gd name="T5" fmla="*/ 169 h 339"/>
                  <a:gd name="T6" fmla="*/ 169 w 339"/>
                  <a:gd name="T7" fmla="*/ 338 h 339"/>
                  <a:gd name="T8" fmla="*/ 0 w 339"/>
                  <a:gd name="T9" fmla="*/ 169 h 339"/>
                </a:gdLst>
                <a:ahLst/>
                <a:cxnLst>
                  <a:cxn ang="0">
                    <a:pos x="T0" y="T1"/>
                  </a:cxn>
                  <a:cxn ang="0">
                    <a:pos x="T2" y="T3"/>
                  </a:cxn>
                  <a:cxn ang="0">
                    <a:pos x="T4" y="T5"/>
                  </a:cxn>
                  <a:cxn ang="0">
                    <a:pos x="T6" y="T7"/>
                  </a:cxn>
                  <a:cxn ang="0">
                    <a:pos x="T8" y="T9"/>
                  </a:cxn>
                </a:cxnLst>
                <a:rect l="0" t="0" r="r" b="b"/>
                <a:pathLst>
                  <a:path w="339" h="339">
                    <a:moveTo>
                      <a:pt x="0" y="169"/>
                    </a:moveTo>
                    <a:cubicBezTo>
                      <a:pt x="0" y="75"/>
                      <a:pt x="75" y="0"/>
                      <a:pt x="169" y="0"/>
                    </a:cubicBezTo>
                    <a:cubicBezTo>
                      <a:pt x="262" y="0"/>
                      <a:pt x="338" y="75"/>
                      <a:pt x="338" y="169"/>
                    </a:cubicBezTo>
                    <a:cubicBezTo>
                      <a:pt x="338" y="262"/>
                      <a:pt x="262" y="338"/>
                      <a:pt x="169" y="338"/>
                    </a:cubicBezTo>
                    <a:cubicBezTo>
                      <a:pt x="75" y="338"/>
                      <a:pt x="0" y="262"/>
                      <a:pt x="0" y="16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6" name="Freeform 68">
                <a:extLst>
                  <a:ext uri="{FF2B5EF4-FFF2-40B4-BE49-F238E27FC236}">
                    <a16:creationId xmlns:a16="http://schemas.microsoft.com/office/drawing/2014/main" id="{0C8F8200-CFB9-43BA-BD9C-F05CC4550C59}"/>
                  </a:ext>
                </a:extLst>
              </p:cNvPr>
              <p:cNvSpPr>
                <a:spLocks noChangeArrowheads="1"/>
              </p:cNvSpPr>
              <p:nvPr/>
            </p:nvSpPr>
            <p:spPr bwMode="auto">
              <a:xfrm>
                <a:off x="3243263" y="3311525"/>
                <a:ext cx="173037" cy="188913"/>
              </a:xfrm>
              <a:custGeom>
                <a:avLst/>
                <a:gdLst>
                  <a:gd name="T0" fmla="*/ 287 w 481"/>
                  <a:gd name="T1" fmla="*/ 0 h 523"/>
                  <a:gd name="T2" fmla="*/ 34 w 481"/>
                  <a:gd name="T3" fmla="*/ 331 h 523"/>
                  <a:gd name="T4" fmla="*/ 34 w 481"/>
                  <a:gd name="T5" fmla="*/ 331 h 523"/>
                  <a:gd name="T6" fmla="*/ 44 w 481"/>
                  <a:gd name="T7" fmla="*/ 479 h 523"/>
                  <a:gd name="T8" fmla="*/ 192 w 481"/>
                  <a:gd name="T9" fmla="*/ 489 h 523"/>
                  <a:gd name="T10" fmla="*/ 480 w 481"/>
                  <a:gd name="T11" fmla="*/ 270 h 523"/>
                </a:gdLst>
                <a:ahLst/>
                <a:cxnLst>
                  <a:cxn ang="0">
                    <a:pos x="T0" y="T1"/>
                  </a:cxn>
                  <a:cxn ang="0">
                    <a:pos x="T2" y="T3"/>
                  </a:cxn>
                  <a:cxn ang="0">
                    <a:pos x="T4" y="T5"/>
                  </a:cxn>
                  <a:cxn ang="0">
                    <a:pos x="T6" y="T7"/>
                  </a:cxn>
                  <a:cxn ang="0">
                    <a:pos x="T8" y="T9"/>
                  </a:cxn>
                  <a:cxn ang="0">
                    <a:pos x="T10" y="T11"/>
                  </a:cxn>
                </a:cxnLst>
                <a:rect l="0" t="0" r="r" b="b"/>
                <a:pathLst>
                  <a:path w="481" h="523">
                    <a:moveTo>
                      <a:pt x="287" y="0"/>
                    </a:moveTo>
                    <a:cubicBezTo>
                      <a:pt x="203" y="110"/>
                      <a:pt x="118" y="220"/>
                      <a:pt x="34" y="331"/>
                    </a:cubicBezTo>
                    <a:lnTo>
                      <a:pt x="34" y="331"/>
                    </a:lnTo>
                    <a:cubicBezTo>
                      <a:pt x="0" y="376"/>
                      <a:pt x="3" y="438"/>
                      <a:pt x="44" y="479"/>
                    </a:cubicBezTo>
                    <a:cubicBezTo>
                      <a:pt x="84" y="519"/>
                      <a:pt x="148" y="522"/>
                      <a:pt x="192" y="489"/>
                    </a:cubicBezTo>
                    <a:cubicBezTo>
                      <a:pt x="288" y="416"/>
                      <a:pt x="384" y="343"/>
                      <a:pt x="480" y="27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77" name="Freeform 69">
                <a:extLst>
                  <a:ext uri="{FF2B5EF4-FFF2-40B4-BE49-F238E27FC236}">
                    <a16:creationId xmlns:a16="http://schemas.microsoft.com/office/drawing/2014/main" id="{D96C8996-1A0D-47C0-9CA6-E25630EC94DA}"/>
                  </a:ext>
                </a:extLst>
              </p:cNvPr>
              <p:cNvSpPr>
                <a:spLocks noChangeArrowheads="1"/>
              </p:cNvSpPr>
              <p:nvPr/>
            </p:nvSpPr>
            <p:spPr bwMode="auto">
              <a:xfrm>
                <a:off x="3254375" y="3467100"/>
                <a:ext cx="136525" cy="150813"/>
              </a:xfrm>
              <a:custGeom>
                <a:avLst/>
                <a:gdLst>
                  <a:gd name="T0" fmla="*/ 226 w 378"/>
                  <a:gd name="T1" fmla="*/ 0 h 418"/>
                  <a:gd name="T2" fmla="*/ 366 w 378"/>
                  <a:gd name="T3" fmla="*/ 332 h 418"/>
                  <a:gd name="T4" fmla="*/ 342 w 378"/>
                  <a:gd name="T5" fmla="*/ 403 h 418"/>
                  <a:gd name="T6" fmla="*/ 268 w 378"/>
                  <a:gd name="T7" fmla="*/ 387 h 418"/>
                  <a:gd name="T8" fmla="*/ 0 w 378"/>
                  <a:gd name="T9" fmla="*/ 33 h 418"/>
                </a:gdLst>
                <a:ahLst/>
                <a:cxnLst>
                  <a:cxn ang="0">
                    <a:pos x="T0" y="T1"/>
                  </a:cxn>
                  <a:cxn ang="0">
                    <a:pos x="T2" y="T3"/>
                  </a:cxn>
                  <a:cxn ang="0">
                    <a:pos x="T4" y="T5"/>
                  </a:cxn>
                  <a:cxn ang="0">
                    <a:pos x="T6" y="T7"/>
                  </a:cxn>
                  <a:cxn ang="0">
                    <a:pos x="T8" y="T9"/>
                  </a:cxn>
                </a:cxnLst>
                <a:rect l="0" t="0" r="r" b="b"/>
                <a:pathLst>
                  <a:path w="378" h="418">
                    <a:moveTo>
                      <a:pt x="226" y="0"/>
                    </a:moveTo>
                    <a:cubicBezTo>
                      <a:pt x="273" y="111"/>
                      <a:pt x="319" y="222"/>
                      <a:pt x="366" y="332"/>
                    </a:cubicBezTo>
                    <a:cubicBezTo>
                      <a:pt x="377" y="358"/>
                      <a:pt x="367" y="388"/>
                      <a:pt x="342" y="403"/>
                    </a:cubicBezTo>
                    <a:cubicBezTo>
                      <a:pt x="317" y="417"/>
                      <a:pt x="285" y="410"/>
                      <a:pt x="268" y="387"/>
                    </a:cubicBezTo>
                    <a:cubicBezTo>
                      <a:pt x="179" y="269"/>
                      <a:pt x="89" y="151"/>
                      <a:pt x="0" y="3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78" name="Freeform 70">
                <a:extLst>
                  <a:ext uri="{FF2B5EF4-FFF2-40B4-BE49-F238E27FC236}">
                    <a16:creationId xmlns:a16="http://schemas.microsoft.com/office/drawing/2014/main" id="{E55B4A38-9F75-476B-ADE4-B3B72E8D86ED}"/>
                  </a:ext>
                </a:extLst>
              </p:cNvPr>
              <p:cNvSpPr>
                <a:spLocks noChangeArrowheads="1"/>
              </p:cNvSpPr>
              <p:nvPr/>
            </p:nvSpPr>
            <p:spPr bwMode="auto">
              <a:xfrm>
                <a:off x="3475038" y="3311525"/>
                <a:ext cx="173037" cy="188913"/>
              </a:xfrm>
              <a:custGeom>
                <a:avLst/>
                <a:gdLst>
                  <a:gd name="T0" fmla="*/ 193 w 481"/>
                  <a:gd name="T1" fmla="*/ 0 h 523"/>
                  <a:gd name="T2" fmla="*/ 446 w 481"/>
                  <a:gd name="T3" fmla="*/ 331 h 523"/>
                  <a:gd name="T4" fmla="*/ 446 w 481"/>
                  <a:gd name="T5" fmla="*/ 331 h 523"/>
                  <a:gd name="T6" fmla="*/ 436 w 481"/>
                  <a:gd name="T7" fmla="*/ 479 h 523"/>
                  <a:gd name="T8" fmla="*/ 288 w 481"/>
                  <a:gd name="T9" fmla="*/ 489 h 523"/>
                  <a:gd name="T10" fmla="*/ 0 w 481"/>
                  <a:gd name="T11" fmla="*/ 270 h 523"/>
                </a:gdLst>
                <a:ahLst/>
                <a:cxnLst>
                  <a:cxn ang="0">
                    <a:pos x="T0" y="T1"/>
                  </a:cxn>
                  <a:cxn ang="0">
                    <a:pos x="T2" y="T3"/>
                  </a:cxn>
                  <a:cxn ang="0">
                    <a:pos x="T4" y="T5"/>
                  </a:cxn>
                  <a:cxn ang="0">
                    <a:pos x="T6" y="T7"/>
                  </a:cxn>
                  <a:cxn ang="0">
                    <a:pos x="T8" y="T9"/>
                  </a:cxn>
                  <a:cxn ang="0">
                    <a:pos x="T10" y="T11"/>
                  </a:cxn>
                </a:cxnLst>
                <a:rect l="0" t="0" r="r" b="b"/>
                <a:pathLst>
                  <a:path w="481" h="523">
                    <a:moveTo>
                      <a:pt x="193" y="0"/>
                    </a:moveTo>
                    <a:cubicBezTo>
                      <a:pt x="277" y="110"/>
                      <a:pt x="361" y="220"/>
                      <a:pt x="446" y="331"/>
                    </a:cubicBezTo>
                    <a:lnTo>
                      <a:pt x="446" y="331"/>
                    </a:lnTo>
                    <a:cubicBezTo>
                      <a:pt x="480" y="376"/>
                      <a:pt x="476" y="438"/>
                      <a:pt x="436" y="479"/>
                    </a:cubicBezTo>
                    <a:cubicBezTo>
                      <a:pt x="396" y="519"/>
                      <a:pt x="332" y="522"/>
                      <a:pt x="288" y="489"/>
                    </a:cubicBezTo>
                    <a:cubicBezTo>
                      <a:pt x="192" y="416"/>
                      <a:pt x="96" y="343"/>
                      <a:pt x="0" y="27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179" name="Freeform 71">
                <a:extLst>
                  <a:ext uri="{FF2B5EF4-FFF2-40B4-BE49-F238E27FC236}">
                    <a16:creationId xmlns:a16="http://schemas.microsoft.com/office/drawing/2014/main" id="{BCAF08FA-0082-49FA-9C13-7C42A39A511A}"/>
                  </a:ext>
                </a:extLst>
              </p:cNvPr>
              <p:cNvSpPr>
                <a:spLocks noChangeArrowheads="1"/>
              </p:cNvSpPr>
              <p:nvPr/>
            </p:nvSpPr>
            <p:spPr bwMode="auto">
              <a:xfrm>
                <a:off x="3500438" y="3467100"/>
                <a:ext cx="134937" cy="150813"/>
              </a:xfrm>
              <a:custGeom>
                <a:avLst/>
                <a:gdLst>
                  <a:gd name="T0" fmla="*/ 150 w 377"/>
                  <a:gd name="T1" fmla="*/ 0 h 418"/>
                  <a:gd name="T2" fmla="*/ 10 w 377"/>
                  <a:gd name="T3" fmla="*/ 332 h 418"/>
                  <a:gd name="T4" fmla="*/ 34 w 377"/>
                  <a:gd name="T5" fmla="*/ 403 h 418"/>
                  <a:gd name="T6" fmla="*/ 108 w 377"/>
                  <a:gd name="T7" fmla="*/ 387 h 418"/>
                  <a:gd name="T8" fmla="*/ 376 w 377"/>
                  <a:gd name="T9" fmla="*/ 33 h 418"/>
                </a:gdLst>
                <a:ahLst/>
                <a:cxnLst>
                  <a:cxn ang="0">
                    <a:pos x="T0" y="T1"/>
                  </a:cxn>
                  <a:cxn ang="0">
                    <a:pos x="T2" y="T3"/>
                  </a:cxn>
                  <a:cxn ang="0">
                    <a:pos x="T4" y="T5"/>
                  </a:cxn>
                  <a:cxn ang="0">
                    <a:pos x="T6" y="T7"/>
                  </a:cxn>
                  <a:cxn ang="0">
                    <a:pos x="T8" y="T9"/>
                  </a:cxn>
                </a:cxnLst>
                <a:rect l="0" t="0" r="r" b="b"/>
                <a:pathLst>
                  <a:path w="377" h="418">
                    <a:moveTo>
                      <a:pt x="150" y="0"/>
                    </a:moveTo>
                    <a:cubicBezTo>
                      <a:pt x="103" y="111"/>
                      <a:pt x="56" y="222"/>
                      <a:pt x="10" y="332"/>
                    </a:cubicBezTo>
                    <a:cubicBezTo>
                      <a:pt x="0" y="358"/>
                      <a:pt x="9" y="388"/>
                      <a:pt x="34" y="403"/>
                    </a:cubicBezTo>
                    <a:cubicBezTo>
                      <a:pt x="60" y="417"/>
                      <a:pt x="92" y="410"/>
                      <a:pt x="108" y="387"/>
                    </a:cubicBezTo>
                    <a:cubicBezTo>
                      <a:pt x="197" y="269"/>
                      <a:pt x="286" y="151"/>
                      <a:pt x="376" y="3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cxnSp>
        <p:nvCxnSpPr>
          <p:cNvPr id="5" name="Straight Connector 4">
            <a:extLst>
              <a:ext uri="{FF2B5EF4-FFF2-40B4-BE49-F238E27FC236}">
                <a16:creationId xmlns:a16="http://schemas.microsoft.com/office/drawing/2014/main" id="{DBCAA70B-7E42-4A2A-AFDE-E1C5EBB42F2A}"/>
              </a:ext>
            </a:extLst>
          </p:cNvPr>
          <p:cNvCxnSpPr/>
          <p:nvPr/>
        </p:nvCxnSpPr>
        <p:spPr>
          <a:xfrm>
            <a:off x="379698" y="2060942"/>
            <a:ext cx="399323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411A8544-3F9B-4E0D-8849-6A13429020EF}"/>
              </a:ext>
            </a:extLst>
          </p:cNvPr>
          <p:cNvCxnSpPr/>
          <p:nvPr/>
        </p:nvCxnSpPr>
        <p:spPr>
          <a:xfrm>
            <a:off x="459065" y="3192957"/>
            <a:ext cx="399323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AB4E4AB6-C95F-4018-800A-A53DDBA22F5D}"/>
              </a:ext>
            </a:extLst>
          </p:cNvPr>
          <p:cNvCxnSpPr/>
          <p:nvPr/>
        </p:nvCxnSpPr>
        <p:spPr>
          <a:xfrm>
            <a:off x="421552" y="4298026"/>
            <a:ext cx="399323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95" name="Picture Placeholder 194">
            <a:extLst>
              <a:ext uri="{FF2B5EF4-FFF2-40B4-BE49-F238E27FC236}">
                <a16:creationId xmlns:a16="http://schemas.microsoft.com/office/drawing/2014/main" id="{2D31C3FA-1956-93B1-6650-27AE363A3E5D}"/>
              </a:ext>
            </a:extLst>
          </p:cNvPr>
          <p:cNvPicPr>
            <a:picLocks noGrp="1" noChangeAspect="1"/>
          </p:cNvPicPr>
          <p:nvPr>
            <p:ph type="pic" sz="quarter" idx="14"/>
          </p:nvPr>
        </p:nvPicPr>
        <p:blipFill rotWithShape="1">
          <a:blip r:embed="rId7"/>
          <a:srcRect l="-2303" t="-1833" r="-2554" b="-7945"/>
          <a:stretch/>
        </p:blipFill>
        <p:spPr>
          <a:xfrm>
            <a:off x="4945992" y="0"/>
            <a:ext cx="7246008" cy="6858000"/>
          </a:xfrm>
          <a:prstGeom prst="rect">
            <a:avLst/>
          </a:prstGeom>
          <a:solidFill>
            <a:schemeClr val="bg1"/>
          </a:solidFill>
        </p:spPr>
      </p:pic>
      <p:sp>
        <p:nvSpPr>
          <p:cNvPr id="6" name="Slide Number Placeholder 5">
            <a:extLst>
              <a:ext uri="{FF2B5EF4-FFF2-40B4-BE49-F238E27FC236}">
                <a16:creationId xmlns:a16="http://schemas.microsoft.com/office/drawing/2014/main" id="{3C9D76E1-4315-A880-B2E8-35DC01709BC8}"/>
              </a:ext>
            </a:extLst>
          </p:cNvPr>
          <p:cNvSpPr>
            <a:spLocks noGrp="1"/>
          </p:cNvSpPr>
          <p:nvPr>
            <p:ph type="sldNum" sz="quarter" idx="4"/>
          </p:nvPr>
        </p:nvSpPr>
        <p:spPr>
          <a:xfrm>
            <a:off x="11201401" y="6635750"/>
            <a:ext cx="617402" cy="107722"/>
          </a:xfrm>
        </p:spPr>
        <p:txBody>
          <a:bodyPr/>
          <a:lstStyle>
            <a:defPPr>
              <a:defRPr lang="en-US"/>
            </a:defPPr>
            <a:lvl1pPr marL="0" algn="r" defTabSz="228600" rtl="0" eaLnBrk="1" latinLnBrk="0" hangingPunct="1">
              <a:defRPr sz="7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a:lstStyle>
          <a:p>
            <a:pPr lvl="0"/>
            <a:fld id="{762E77F0-FB5B-4E8E-9BC9-34F14560A017}" type="slidenum">
              <a:rPr lang="en-US" noProof="0" smtClean="0"/>
              <a:pPr lvl="0"/>
              <a:t>2</a:t>
            </a:fld>
            <a:endParaRPr lang="en-US" noProof="0"/>
          </a:p>
        </p:txBody>
      </p:sp>
      <p:sp>
        <p:nvSpPr>
          <p:cNvPr id="4" name="TextBox 22">
            <a:extLst>
              <a:ext uri="{FF2B5EF4-FFF2-40B4-BE49-F238E27FC236}">
                <a16:creationId xmlns:a16="http://schemas.microsoft.com/office/drawing/2014/main" id="{2B467868-57B2-C863-BCEA-0B8FF5F7BE9C}"/>
              </a:ext>
            </a:extLst>
          </p:cNvPr>
          <p:cNvSpPr txBox="1">
            <a:spLocks/>
          </p:cNvSpPr>
          <p:nvPr/>
        </p:nvSpPr>
        <p:spPr>
          <a:xfrm>
            <a:off x="1303853" y="5392514"/>
            <a:ext cx="3210695" cy="982041"/>
          </a:xfrm>
          <a:prstGeom prst="rect">
            <a:avLst/>
          </a:prstGeom>
          <a:noFill/>
          <a:extLst>
            <a:ext uri="{909E8E84-426E-40DD-AFC4-6F175D3DCCD1}">
              <a14:hiddenFill xmlns:a14="http://schemas.microsoft.com/office/drawing/2010/main">
                <a:solidFill>
                  <a:srgbClr val="FFFFFF"/>
                </a:solidFill>
              </a14:hiddenFill>
            </a:ext>
          </a:extLst>
        </p:spPr>
        <p:txBody>
          <a:bodyPr vert="horz" lIns="0" tIns="0" rIns="0" bIns="0" rtlCol="0" anchor="ctr">
            <a:noAutofit/>
          </a:bodyPr>
          <a:lstStyle>
            <a:lvl1pPr marL="142875" lvl="0" indent="-142875"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1pPr>
            <a:lvl2pPr marL="428625" lvl="1" indent="-145257"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2pPr>
            <a:lvl3pPr marL="714375" lvl="2" indent="-147638"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3pPr>
            <a:lvl4pPr marL="1000125" lvl="3" indent="-150019"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4pPr>
            <a:lvl5pPr marL="1285875" lvl="4" indent="-152400" defTabSz="914400">
              <a:lnSpc>
                <a:spcPct val="100000"/>
              </a:lnSpc>
              <a:spcBef>
                <a:spcPts val="0"/>
              </a:spcBef>
              <a:spcAft>
                <a:spcPts val="1500"/>
              </a:spcAft>
              <a:buClr>
                <a:schemeClr val="tx2"/>
              </a:buClr>
              <a:buFont typeface="Aktiv Grotesk" panose="020B0604020202020204" pitchFamily="34" charset="0"/>
              <a:buChar char="•"/>
              <a:defRPr sz="1800">
                <a:ln>
                  <a:noFill/>
                </a:ln>
                <a:solidFill>
                  <a:schemeClr val="bg1"/>
                </a:solidFill>
              </a:defRPr>
            </a:lvl5pPr>
            <a:lvl6pPr marL="2514600" indent="-228600" defTabSz="914400">
              <a:lnSpc>
                <a:spcPct val="90000"/>
              </a:lnSpc>
              <a:spcBef>
                <a:spcPts val="500"/>
              </a:spcBef>
              <a:buFont typeface="Aktiv Grotesk" panose="020B0604020202020204" pitchFamily="34" charset="0"/>
              <a:buChar char="•"/>
              <a:defRPr sz="1800"/>
            </a:lvl6pPr>
            <a:lvl7pPr marL="2971800" indent="-228600" defTabSz="914400">
              <a:lnSpc>
                <a:spcPct val="90000"/>
              </a:lnSpc>
              <a:spcBef>
                <a:spcPts val="500"/>
              </a:spcBef>
              <a:buFont typeface="Aktiv Grotesk" panose="020B0604020202020204" pitchFamily="34" charset="0"/>
              <a:buChar char="•"/>
              <a:defRPr sz="1800"/>
            </a:lvl7pPr>
            <a:lvl8pPr marL="3429000" indent="-228600" defTabSz="914400">
              <a:lnSpc>
                <a:spcPct val="90000"/>
              </a:lnSpc>
              <a:spcBef>
                <a:spcPts val="500"/>
              </a:spcBef>
              <a:buFont typeface="Aktiv Grotesk" panose="020B0604020202020204" pitchFamily="34" charset="0"/>
              <a:buChar char="•"/>
              <a:defRPr sz="1800"/>
            </a:lvl8pPr>
            <a:lvl9pPr marL="3886200" indent="-228600" defTabSz="914400">
              <a:lnSpc>
                <a:spcPct val="90000"/>
              </a:lnSpc>
              <a:spcBef>
                <a:spcPts val="500"/>
              </a:spcBef>
              <a:buFont typeface="Aktiv Grotesk" panose="020B0604020202020204" pitchFamily="34" charset="0"/>
              <a:buChar char="•"/>
              <a:defRPr sz="1800"/>
            </a:lvl9pPr>
          </a:lstStyle>
          <a:p>
            <a:pPr marL="76200" lvl="2" indent="-76200">
              <a:spcAft>
                <a:spcPts val="0"/>
              </a:spcAft>
              <a:buClr>
                <a:srgbClr val="EB0000"/>
              </a:buClr>
              <a:buSzPct val="100000"/>
              <a:buNone/>
              <a:defRPr/>
            </a:pPr>
            <a:r>
              <a:rPr lang="en-US" b="1"/>
              <a:t>“We need to reduce risk when using cloud… ”</a:t>
            </a:r>
          </a:p>
        </p:txBody>
      </p:sp>
      <p:cxnSp>
        <p:nvCxnSpPr>
          <p:cNvPr id="22" name="Straight Connector 21">
            <a:extLst>
              <a:ext uri="{FF2B5EF4-FFF2-40B4-BE49-F238E27FC236}">
                <a16:creationId xmlns:a16="http://schemas.microsoft.com/office/drawing/2014/main" id="{C94AC6A8-6198-7898-4A01-DA3142EF605C}"/>
              </a:ext>
            </a:extLst>
          </p:cNvPr>
          <p:cNvCxnSpPr/>
          <p:nvPr/>
        </p:nvCxnSpPr>
        <p:spPr>
          <a:xfrm>
            <a:off x="421552" y="5336295"/>
            <a:ext cx="399323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F9D3A203-0584-C2A8-BEFF-D99B7D10BA0C}"/>
              </a:ext>
            </a:extLst>
          </p:cNvPr>
          <p:cNvGrpSpPr>
            <a:grpSpLocks noChangeAspect="1"/>
          </p:cNvGrpSpPr>
          <p:nvPr/>
        </p:nvGrpSpPr>
        <p:grpSpPr>
          <a:xfrm>
            <a:off x="460274" y="5612023"/>
            <a:ext cx="543023" cy="543022"/>
            <a:chOff x="3117850" y="4090988"/>
            <a:chExt cx="630238" cy="630237"/>
          </a:xfrm>
        </p:grpSpPr>
        <p:sp>
          <p:nvSpPr>
            <p:cNvPr id="24" name="Freeform 88">
              <a:extLst>
                <a:ext uri="{FF2B5EF4-FFF2-40B4-BE49-F238E27FC236}">
                  <a16:creationId xmlns:a16="http://schemas.microsoft.com/office/drawing/2014/main" id="{91C0CF3E-E218-81D2-2DB0-22FEF794228C}"/>
                </a:ext>
              </a:extLst>
            </p:cNvPr>
            <p:cNvSpPr>
              <a:spLocks noChangeArrowheads="1"/>
            </p:cNvSpPr>
            <p:nvPr/>
          </p:nvSpPr>
          <p:spPr bwMode="auto">
            <a:xfrm>
              <a:off x="3117850" y="4090988"/>
              <a:ext cx="630238" cy="630237"/>
            </a:xfrm>
            <a:custGeom>
              <a:avLst/>
              <a:gdLst>
                <a:gd name="T0" fmla="*/ 1468 w 1751"/>
                <a:gd name="T1" fmla="*/ 1750 h 1751"/>
                <a:gd name="T2" fmla="*/ 1750 w 1751"/>
                <a:gd name="T3" fmla="*/ 1468 h 1751"/>
                <a:gd name="T4" fmla="*/ 1750 w 1751"/>
                <a:gd name="T5" fmla="*/ 282 h 1751"/>
                <a:gd name="T6" fmla="*/ 1468 w 1751"/>
                <a:gd name="T7" fmla="*/ 0 h 1751"/>
                <a:gd name="T8" fmla="*/ 283 w 1751"/>
                <a:gd name="T9" fmla="*/ 0 h 1751"/>
                <a:gd name="T10" fmla="*/ 0 w 1751"/>
                <a:gd name="T11" fmla="*/ 282 h 1751"/>
                <a:gd name="T12" fmla="*/ 0 w 1751"/>
                <a:gd name="T13" fmla="*/ 1468 h 1751"/>
                <a:gd name="T14" fmla="*/ 283 w 1751"/>
                <a:gd name="T15" fmla="*/ 1750 h 1751"/>
                <a:gd name="T16" fmla="*/ 1468 w 1751"/>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1">
                  <a:moveTo>
                    <a:pt x="1468" y="1750"/>
                  </a:moveTo>
                  <a:cubicBezTo>
                    <a:pt x="1623" y="1750"/>
                    <a:pt x="1750" y="1623"/>
                    <a:pt x="1750" y="1468"/>
                  </a:cubicBezTo>
                  <a:cubicBezTo>
                    <a:pt x="1750" y="1073"/>
                    <a:pt x="1750" y="678"/>
                    <a:pt x="1750" y="282"/>
                  </a:cubicBezTo>
                  <a:cubicBezTo>
                    <a:pt x="1750" y="127"/>
                    <a:pt x="1623" y="0"/>
                    <a:pt x="1468" y="0"/>
                  </a:cubicBezTo>
                  <a:cubicBezTo>
                    <a:pt x="1073" y="0"/>
                    <a:pt x="678" y="0"/>
                    <a:pt x="283" y="0"/>
                  </a:cubicBezTo>
                  <a:cubicBezTo>
                    <a:pt x="127" y="0"/>
                    <a:pt x="0" y="127"/>
                    <a:pt x="0" y="282"/>
                  </a:cubicBezTo>
                  <a:cubicBezTo>
                    <a:pt x="0" y="678"/>
                    <a:pt x="0" y="1073"/>
                    <a:pt x="0" y="1468"/>
                  </a:cubicBezTo>
                  <a:cubicBezTo>
                    <a:pt x="0" y="1623"/>
                    <a:pt x="127" y="1750"/>
                    <a:pt x="283" y="1750"/>
                  </a:cubicBezTo>
                  <a:cubicBezTo>
                    <a:pt x="678" y="1750"/>
                    <a:pt x="1073" y="1750"/>
                    <a:pt x="1468" y="175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nvGrpSpPr>
            <p:cNvPr id="25" name="Group 24">
              <a:extLst>
                <a:ext uri="{FF2B5EF4-FFF2-40B4-BE49-F238E27FC236}">
                  <a16:creationId xmlns:a16="http://schemas.microsoft.com/office/drawing/2014/main" id="{2E25A0C6-2ACB-1362-CC77-51396EC9DC7E}"/>
                </a:ext>
              </a:extLst>
            </p:cNvPr>
            <p:cNvGrpSpPr/>
            <p:nvPr/>
          </p:nvGrpSpPr>
          <p:grpSpPr>
            <a:xfrm>
              <a:off x="3257550" y="4213225"/>
              <a:ext cx="347663" cy="358775"/>
              <a:chOff x="3257550" y="4213225"/>
              <a:chExt cx="347663" cy="358775"/>
            </a:xfrm>
          </p:grpSpPr>
          <p:sp>
            <p:nvSpPr>
              <p:cNvPr id="26" name="Freeform 89">
                <a:extLst>
                  <a:ext uri="{FF2B5EF4-FFF2-40B4-BE49-F238E27FC236}">
                    <a16:creationId xmlns:a16="http://schemas.microsoft.com/office/drawing/2014/main" id="{DF02ACC6-E02E-0697-F8B4-FC43A21BD67F}"/>
                  </a:ext>
                </a:extLst>
              </p:cNvPr>
              <p:cNvSpPr>
                <a:spLocks noChangeArrowheads="1"/>
              </p:cNvSpPr>
              <p:nvPr/>
            </p:nvSpPr>
            <p:spPr bwMode="auto">
              <a:xfrm>
                <a:off x="3257550" y="4448175"/>
                <a:ext cx="92075" cy="123825"/>
              </a:xfrm>
              <a:custGeom>
                <a:avLst/>
                <a:gdLst>
                  <a:gd name="T0" fmla="*/ 23 w 255"/>
                  <a:gd name="T1" fmla="*/ 199 h 344"/>
                  <a:gd name="T2" fmla="*/ 0 w 255"/>
                  <a:gd name="T3" fmla="*/ 127 h 344"/>
                  <a:gd name="T4" fmla="*/ 127 w 255"/>
                  <a:gd name="T5" fmla="*/ 0 h 344"/>
                  <a:gd name="T6" fmla="*/ 254 w 255"/>
                  <a:gd name="T7" fmla="*/ 127 h 344"/>
                  <a:gd name="T8" fmla="*/ 231 w 255"/>
                  <a:gd name="T9" fmla="*/ 199 h 344"/>
                  <a:gd name="T10" fmla="*/ 133 w 255"/>
                  <a:gd name="T11" fmla="*/ 340 h 344"/>
                  <a:gd name="T12" fmla="*/ 127 w 255"/>
                  <a:gd name="T13" fmla="*/ 343 h 344"/>
                  <a:gd name="T14" fmla="*/ 122 w 255"/>
                  <a:gd name="T15" fmla="*/ 340 h 344"/>
                  <a:gd name="T16" fmla="*/ 23 w 255"/>
                  <a:gd name="T17" fmla="*/ 199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5" h="344">
                    <a:moveTo>
                      <a:pt x="23" y="199"/>
                    </a:moveTo>
                    <a:cubicBezTo>
                      <a:pt x="8" y="178"/>
                      <a:pt x="0" y="153"/>
                      <a:pt x="0" y="127"/>
                    </a:cubicBezTo>
                    <a:cubicBezTo>
                      <a:pt x="0" y="57"/>
                      <a:pt x="57" y="0"/>
                      <a:pt x="127" y="0"/>
                    </a:cubicBezTo>
                    <a:cubicBezTo>
                      <a:pt x="197" y="0"/>
                      <a:pt x="254" y="57"/>
                      <a:pt x="254" y="127"/>
                    </a:cubicBezTo>
                    <a:cubicBezTo>
                      <a:pt x="254" y="153"/>
                      <a:pt x="246" y="178"/>
                      <a:pt x="231" y="199"/>
                    </a:cubicBezTo>
                    <a:cubicBezTo>
                      <a:pt x="198" y="246"/>
                      <a:pt x="166" y="293"/>
                      <a:pt x="133" y="340"/>
                    </a:cubicBezTo>
                    <a:cubicBezTo>
                      <a:pt x="132" y="342"/>
                      <a:pt x="130" y="343"/>
                      <a:pt x="127" y="343"/>
                    </a:cubicBezTo>
                    <a:cubicBezTo>
                      <a:pt x="125" y="343"/>
                      <a:pt x="123" y="342"/>
                      <a:pt x="122" y="340"/>
                    </a:cubicBezTo>
                    <a:cubicBezTo>
                      <a:pt x="89" y="293"/>
                      <a:pt x="56" y="246"/>
                      <a:pt x="23" y="19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Freeform 90">
                <a:extLst>
                  <a:ext uri="{FF2B5EF4-FFF2-40B4-BE49-F238E27FC236}">
                    <a16:creationId xmlns:a16="http://schemas.microsoft.com/office/drawing/2014/main" id="{6B12CEFA-412E-0AF7-8747-87E67DA73D7F}"/>
                  </a:ext>
                </a:extLst>
              </p:cNvPr>
              <p:cNvSpPr>
                <a:spLocks noChangeArrowheads="1"/>
              </p:cNvSpPr>
              <p:nvPr/>
            </p:nvSpPr>
            <p:spPr bwMode="auto">
              <a:xfrm>
                <a:off x="3543300" y="4213225"/>
                <a:ext cx="61913" cy="61913"/>
              </a:xfrm>
              <a:custGeom>
                <a:avLst/>
                <a:gdLst>
                  <a:gd name="T0" fmla="*/ 0 w 170"/>
                  <a:gd name="T1" fmla="*/ 0 h 170"/>
                  <a:gd name="T2" fmla="*/ 169 w 170"/>
                  <a:gd name="T3" fmla="*/ 169 h 170"/>
                </a:gdLst>
                <a:ahLst/>
                <a:cxnLst>
                  <a:cxn ang="0">
                    <a:pos x="T0" y="T1"/>
                  </a:cxn>
                  <a:cxn ang="0">
                    <a:pos x="T2" y="T3"/>
                  </a:cxn>
                </a:cxnLst>
                <a:rect l="0" t="0" r="r" b="b"/>
                <a:pathLst>
                  <a:path w="170" h="170">
                    <a:moveTo>
                      <a:pt x="0" y="0"/>
                    </a:moveTo>
                    <a:cubicBezTo>
                      <a:pt x="56" y="57"/>
                      <a:pt x="112" y="113"/>
                      <a:pt x="169" y="16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8" name="Freeform 91">
                <a:extLst>
                  <a:ext uri="{FF2B5EF4-FFF2-40B4-BE49-F238E27FC236}">
                    <a16:creationId xmlns:a16="http://schemas.microsoft.com/office/drawing/2014/main" id="{AFC6B983-0B23-92D2-096A-F1F3CAFA21FE}"/>
                  </a:ext>
                </a:extLst>
              </p:cNvPr>
              <p:cNvSpPr>
                <a:spLocks noChangeArrowheads="1"/>
              </p:cNvSpPr>
              <p:nvPr/>
            </p:nvSpPr>
            <p:spPr bwMode="auto">
              <a:xfrm>
                <a:off x="3543300" y="4213225"/>
                <a:ext cx="61913" cy="61913"/>
              </a:xfrm>
              <a:custGeom>
                <a:avLst/>
                <a:gdLst>
                  <a:gd name="T0" fmla="*/ 169 w 170"/>
                  <a:gd name="T1" fmla="*/ 0 h 170"/>
                  <a:gd name="T2" fmla="*/ 0 w 170"/>
                  <a:gd name="T3" fmla="*/ 169 h 170"/>
                </a:gdLst>
                <a:ahLst/>
                <a:cxnLst>
                  <a:cxn ang="0">
                    <a:pos x="T0" y="T1"/>
                  </a:cxn>
                  <a:cxn ang="0">
                    <a:pos x="T2" y="T3"/>
                  </a:cxn>
                </a:cxnLst>
                <a:rect l="0" t="0" r="r" b="b"/>
                <a:pathLst>
                  <a:path w="170" h="170">
                    <a:moveTo>
                      <a:pt x="169" y="0"/>
                    </a:moveTo>
                    <a:cubicBezTo>
                      <a:pt x="112" y="57"/>
                      <a:pt x="56" y="113"/>
                      <a:pt x="0" y="16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29" name="Freeform 92">
                <a:extLst>
                  <a:ext uri="{FF2B5EF4-FFF2-40B4-BE49-F238E27FC236}">
                    <a16:creationId xmlns:a16="http://schemas.microsoft.com/office/drawing/2014/main" id="{BBE98B29-94A0-6691-0564-2AE438D12F69}"/>
                  </a:ext>
                </a:extLst>
              </p:cNvPr>
              <p:cNvSpPr>
                <a:spLocks noChangeArrowheads="1"/>
              </p:cNvSpPr>
              <p:nvPr/>
            </p:nvSpPr>
            <p:spPr bwMode="auto">
              <a:xfrm>
                <a:off x="3338513" y="4568825"/>
                <a:ext cx="7937"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0" name="Freeform 93">
                <a:extLst>
                  <a:ext uri="{FF2B5EF4-FFF2-40B4-BE49-F238E27FC236}">
                    <a16:creationId xmlns:a16="http://schemas.microsoft.com/office/drawing/2014/main" id="{407E214A-D961-4A3C-F8B9-A72A811BF02C}"/>
                  </a:ext>
                </a:extLst>
              </p:cNvPr>
              <p:cNvSpPr>
                <a:spLocks noChangeArrowheads="1"/>
              </p:cNvSpPr>
              <p:nvPr/>
            </p:nvSpPr>
            <p:spPr bwMode="auto">
              <a:xfrm>
                <a:off x="3373438" y="4568825"/>
                <a:ext cx="7937" cy="1588"/>
              </a:xfrm>
              <a:custGeom>
                <a:avLst/>
                <a:gdLst>
                  <a:gd name="T0" fmla="*/ 0 w 23"/>
                  <a:gd name="T1" fmla="*/ 0 h 1"/>
                  <a:gd name="T2" fmla="*/ 22 w 23"/>
                  <a:gd name="T3" fmla="*/ 0 h 1"/>
                </a:gdLst>
                <a:ahLst/>
                <a:cxnLst>
                  <a:cxn ang="0">
                    <a:pos x="T0" y="T1"/>
                  </a:cxn>
                  <a:cxn ang="0">
                    <a:pos x="T2" y="T3"/>
                  </a:cxn>
                </a:cxnLst>
                <a:rect l="0" t="0" r="r" b="b"/>
                <a:pathLst>
                  <a:path w="23" h="1">
                    <a:moveTo>
                      <a:pt x="0" y="0"/>
                    </a:moveTo>
                    <a:cubicBezTo>
                      <a:pt x="7" y="0"/>
                      <a:pt x="15" y="0"/>
                      <a:pt x="22"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1" name="Freeform 94">
                <a:extLst>
                  <a:ext uri="{FF2B5EF4-FFF2-40B4-BE49-F238E27FC236}">
                    <a16:creationId xmlns:a16="http://schemas.microsoft.com/office/drawing/2014/main" id="{BA2EAA64-BCFE-BF78-4709-08B654A4CC9C}"/>
                  </a:ext>
                </a:extLst>
              </p:cNvPr>
              <p:cNvSpPr>
                <a:spLocks noChangeArrowheads="1"/>
              </p:cNvSpPr>
              <p:nvPr/>
            </p:nvSpPr>
            <p:spPr bwMode="auto">
              <a:xfrm>
                <a:off x="3409950" y="4568825"/>
                <a:ext cx="7938"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2" name="Freeform 95">
                <a:extLst>
                  <a:ext uri="{FF2B5EF4-FFF2-40B4-BE49-F238E27FC236}">
                    <a16:creationId xmlns:a16="http://schemas.microsoft.com/office/drawing/2014/main" id="{EC1DABC6-7D79-3AE3-E3EE-05413A49E0F0}"/>
                  </a:ext>
                </a:extLst>
              </p:cNvPr>
              <p:cNvSpPr>
                <a:spLocks noChangeArrowheads="1"/>
              </p:cNvSpPr>
              <p:nvPr/>
            </p:nvSpPr>
            <p:spPr bwMode="auto">
              <a:xfrm>
                <a:off x="3444875" y="4568825"/>
                <a:ext cx="7938"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3" name="Freeform 96">
                <a:extLst>
                  <a:ext uri="{FF2B5EF4-FFF2-40B4-BE49-F238E27FC236}">
                    <a16:creationId xmlns:a16="http://schemas.microsoft.com/office/drawing/2014/main" id="{FF60DBF9-41C1-858D-6D54-E92B1855A0C7}"/>
                  </a:ext>
                </a:extLst>
              </p:cNvPr>
              <p:cNvSpPr>
                <a:spLocks noChangeArrowheads="1"/>
              </p:cNvSpPr>
              <p:nvPr/>
            </p:nvSpPr>
            <p:spPr bwMode="auto">
              <a:xfrm>
                <a:off x="3479800" y="4568825"/>
                <a:ext cx="7938"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4" name="Freeform 97">
                <a:extLst>
                  <a:ext uri="{FF2B5EF4-FFF2-40B4-BE49-F238E27FC236}">
                    <a16:creationId xmlns:a16="http://schemas.microsoft.com/office/drawing/2014/main" id="{27A2301E-3DEE-28DA-1F1F-77CDB1F42416}"/>
                  </a:ext>
                </a:extLst>
              </p:cNvPr>
              <p:cNvSpPr>
                <a:spLocks noChangeArrowheads="1"/>
              </p:cNvSpPr>
              <p:nvPr/>
            </p:nvSpPr>
            <p:spPr bwMode="auto">
              <a:xfrm>
                <a:off x="3516313" y="4568825"/>
                <a:ext cx="7937"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5" name="Freeform 98">
                <a:extLst>
                  <a:ext uri="{FF2B5EF4-FFF2-40B4-BE49-F238E27FC236}">
                    <a16:creationId xmlns:a16="http://schemas.microsoft.com/office/drawing/2014/main" id="{93FAB55B-A414-4E54-5B79-4F7DB826A6B8}"/>
                  </a:ext>
                </a:extLst>
              </p:cNvPr>
              <p:cNvSpPr>
                <a:spLocks noChangeArrowheads="1"/>
              </p:cNvSpPr>
              <p:nvPr/>
            </p:nvSpPr>
            <p:spPr bwMode="auto">
              <a:xfrm>
                <a:off x="3479800" y="4487863"/>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6" name="Freeform 99">
                <a:extLst>
                  <a:ext uri="{FF2B5EF4-FFF2-40B4-BE49-F238E27FC236}">
                    <a16:creationId xmlns:a16="http://schemas.microsoft.com/office/drawing/2014/main" id="{ACDCFFDB-8B0D-0EC1-7020-5A56EC030043}"/>
                  </a:ext>
                </a:extLst>
              </p:cNvPr>
              <p:cNvSpPr>
                <a:spLocks noChangeArrowheads="1"/>
              </p:cNvSpPr>
              <p:nvPr/>
            </p:nvSpPr>
            <p:spPr bwMode="auto">
              <a:xfrm>
                <a:off x="3516313" y="4487863"/>
                <a:ext cx="7937"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7" name="Freeform 100">
                <a:extLst>
                  <a:ext uri="{FF2B5EF4-FFF2-40B4-BE49-F238E27FC236}">
                    <a16:creationId xmlns:a16="http://schemas.microsoft.com/office/drawing/2014/main" id="{91981237-5BA1-3F45-AA8D-448928E5C563}"/>
                  </a:ext>
                </a:extLst>
              </p:cNvPr>
              <p:cNvSpPr>
                <a:spLocks noChangeArrowheads="1"/>
              </p:cNvSpPr>
              <p:nvPr/>
            </p:nvSpPr>
            <p:spPr bwMode="auto">
              <a:xfrm>
                <a:off x="3338513" y="4324350"/>
                <a:ext cx="7937"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8" name="Freeform 101">
                <a:extLst>
                  <a:ext uri="{FF2B5EF4-FFF2-40B4-BE49-F238E27FC236}">
                    <a16:creationId xmlns:a16="http://schemas.microsoft.com/office/drawing/2014/main" id="{EA3C0743-EC4D-D380-45C1-46A0D2DB4041}"/>
                  </a:ext>
                </a:extLst>
              </p:cNvPr>
              <p:cNvSpPr>
                <a:spLocks noChangeArrowheads="1"/>
              </p:cNvSpPr>
              <p:nvPr/>
            </p:nvSpPr>
            <p:spPr bwMode="auto">
              <a:xfrm>
                <a:off x="3479800" y="4405313"/>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39" name="Freeform 102">
                <a:extLst>
                  <a:ext uri="{FF2B5EF4-FFF2-40B4-BE49-F238E27FC236}">
                    <a16:creationId xmlns:a16="http://schemas.microsoft.com/office/drawing/2014/main" id="{8BF48EE3-6770-8495-ADD8-453C710D5079}"/>
                  </a:ext>
                </a:extLst>
              </p:cNvPr>
              <p:cNvSpPr>
                <a:spLocks noChangeArrowheads="1"/>
              </p:cNvSpPr>
              <p:nvPr/>
            </p:nvSpPr>
            <p:spPr bwMode="auto">
              <a:xfrm>
                <a:off x="3516313" y="4405313"/>
                <a:ext cx="7937"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0" name="Freeform 103">
                <a:extLst>
                  <a:ext uri="{FF2B5EF4-FFF2-40B4-BE49-F238E27FC236}">
                    <a16:creationId xmlns:a16="http://schemas.microsoft.com/office/drawing/2014/main" id="{F0796D6D-B471-E7CD-E5A9-0B5D5BB064C4}"/>
                  </a:ext>
                </a:extLst>
              </p:cNvPr>
              <p:cNvSpPr>
                <a:spLocks noChangeArrowheads="1"/>
              </p:cNvSpPr>
              <p:nvPr/>
            </p:nvSpPr>
            <p:spPr bwMode="auto">
              <a:xfrm>
                <a:off x="3373438" y="4324350"/>
                <a:ext cx="7937" cy="1588"/>
              </a:xfrm>
              <a:custGeom>
                <a:avLst/>
                <a:gdLst>
                  <a:gd name="T0" fmla="*/ 0 w 23"/>
                  <a:gd name="T1" fmla="*/ 0 h 1"/>
                  <a:gd name="T2" fmla="*/ 22 w 23"/>
                  <a:gd name="T3" fmla="*/ 0 h 1"/>
                </a:gdLst>
                <a:ahLst/>
                <a:cxnLst>
                  <a:cxn ang="0">
                    <a:pos x="T0" y="T1"/>
                  </a:cxn>
                  <a:cxn ang="0">
                    <a:pos x="T2" y="T3"/>
                  </a:cxn>
                </a:cxnLst>
                <a:rect l="0" t="0" r="r" b="b"/>
                <a:pathLst>
                  <a:path w="23" h="1">
                    <a:moveTo>
                      <a:pt x="0" y="0"/>
                    </a:moveTo>
                    <a:cubicBezTo>
                      <a:pt x="7" y="0"/>
                      <a:pt x="15" y="0"/>
                      <a:pt x="22"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1" name="Freeform 104">
                <a:extLst>
                  <a:ext uri="{FF2B5EF4-FFF2-40B4-BE49-F238E27FC236}">
                    <a16:creationId xmlns:a16="http://schemas.microsoft.com/office/drawing/2014/main" id="{22BB875D-7510-2968-B1E4-3408CB68DBF6}"/>
                  </a:ext>
                </a:extLst>
              </p:cNvPr>
              <p:cNvSpPr>
                <a:spLocks noChangeArrowheads="1"/>
              </p:cNvSpPr>
              <p:nvPr/>
            </p:nvSpPr>
            <p:spPr bwMode="auto">
              <a:xfrm>
                <a:off x="3409950" y="4324350"/>
                <a:ext cx="7938"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2" name="Freeform 105">
                <a:extLst>
                  <a:ext uri="{FF2B5EF4-FFF2-40B4-BE49-F238E27FC236}">
                    <a16:creationId xmlns:a16="http://schemas.microsoft.com/office/drawing/2014/main" id="{06FC0319-16BB-D2C2-731D-075B9FF66FCF}"/>
                  </a:ext>
                </a:extLst>
              </p:cNvPr>
              <p:cNvSpPr>
                <a:spLocks noChangeArrowheads="1"/>
              </p:cNvSpPr>
              <p:nvPr/>
            </p:nvSpPr>
            <p:spPr bwMode="auto">
              <a:xfrm>
                <a:off x="3444875" y="4324350"/>
                <a:ext cx="7938"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3" name="Freeform 106">
                <a:extLst>
                  <a:ext uri="{FF2B5EF4-FFF2-40B4-BE49-F238E27FC236}">
                    <a16:creationId xmlns:a16="http://schemas.microsoft.com/office/drawing/2014/main" id="{B6750C85-8F32-FBC7-F5FA-AE7884D58CE3}"/>
                  </a:ext>
                </a:extLst>
              </p:cNvPr>
              <p:cNvSpPr>
                <a:spLocks noChangeArrowheads="1"/>
              </p:cNvSpPr>
              <p:nvPr/>
            </p:nvSpPr>
            <p:spPr bwMode="auto">
              <a:xfrm>
                <a:off x="3479800" y="4324350"/>
                <a:ext cx="7938"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4" name="Freeform 107">
                <a:extLst>
                  <a:ext uri="{FF2B5EF4-FFF2-40B4-BE49-F238E27FC236}">
                    <a16:creationId xmlns:a16="http://schemas.microsoft.com/office/drawing/2014/main" id="{F1DCCB26-C9F6-9779-8CF7-0EFC4A9280C5}"/>
                  </a:ext>
                </a:extLst>
              </p:cNvPr>
              <p:cNvSpPr>
                <a:spLocks noChangeArrowheads="1"/>
              </p:cNvSpPr>
              <p:nvPr/>
            </p:nvSpPr>
            <p:spPr bwMode="auto">
              <a:xfrm>
                <a:off x="3516313" y="4324350"/>
                <a:ext cx="7937"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5" name="Freeform 108">
                <a:extLst>
                  <a:ext uri="{FF2B5EF4-FFF2-40B4-BE49-F238E27FC236}">
                    <a16:creationId xmlns:a16="http://schemas.microsoft.com/office/drawing/2014/main" id="{44EC2D79-6198-AF94-8DBC-235083A1D5D2}"/>
                  </a:ext>
                </a:extLst>
              </p:cNvPr>
              <p:cNvSpPr>
                <a:spLocks noChangeArrowheads="1"/>
              </p:cNvSpPr>
              <p:nvPr/>
            </p:nvSpPr>
            <p:spPr bwMode="auto">
              <a:xfrm>
                <a:off x="3338513" y="4243388"/>
                <a:ext cx="7937"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6" name="Freeform 109">
                <a:extLst>
                  <a:ext uri="{FF2B5EF4-FFF2-40B4-BE49-F238E27FC236}">
                    <a16:creationId xmlns:a16="http://schemas.microsoft.com/office/drawing/2014/main" id="{D2FFF9CB-2C96-8313-C70E-2D5501CF543C}"/>
                  </a:ext>
                </a:extLst>
              </p:cNvPr>
              <p:cNvSpPr>
                <a:spLocks noChangeArrowheads="1"/>
              </p:cNvSpPr>
              <p:nvPr/>
            </p:nvSpPr>
            <p:spPr bwMode="auto">
              <a:xfrm>
                <a:off x="3373438" y="4243388"/>
                <a:ext cx="7937" cy="1587"/>
              </a:xfrm>
              <a:custGeom>
                <a:avLst/>
                <a:gdLst>
                  <a:gd name="T0" fmla="*/ 0 w 23"/>
                  <a:gd name="T1" fmla="*/ 0 h 1"/>
                  <a:gd name="T2" fmla="*/ 22 w 23"/>
                  <a:gd name="T3" fmla="*/ 0 h 1"/>
                </a:gdLst>
                <a:ahLst/>
                <a:cxnLst>
                  <a:cxn ang="0">
                    <a:pos x="T0" y="T1"/>
                  </a:cxn>
                  <a:cxn ang="0">
                    <a:pos x="T2" y="T3"/>
                  </a:cxn>
                </a:cxnLst>
                <a:rect l="0" t="0" r="r" b="b"/>
                <a:pathLst>
                  <a:path w="23" h="1">
                    <a:moveTo>
                      <a:pt x="0" y="0"/>
                    </a:moveTo>
                    <a:cubicBezTo>
                      <a:pt x="7" y="0"/>
                      <a:pt x="15" y="0"/>
                      <a:pt x="22"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7" name="Freeform 110">
                <a:extLst>
                  <a:ext uri="{FF2B5EF4-FFF2-40B4-BE49-F238E27FC236}">
                    <a16:creationId xmlns:a16="http://schemas.microsoft.com/office/drawing/2014/main" id="{6F81D87B-1539-593C-FA18-235182E0D998}"/>
                  </a:ext>
                </a:extLst>
              </p:cNvPr>
              <p:cNvSpPr>
                <a:spLocks noChangeArrowheads="1"/>
              </p:cNvSpPr>
              <p:nvPr/>
            </p:nvSpPr>
            <p:spPr bwMode="auto">
              <a:xfrm>
                <a:off x="3409950" y="4243388"/>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48" name="Freeform 111">
                <a:extLst>
                  <a:ext uri="{FF2B5EF4-FFF2-40B4-BE49-F238E27FC236}">
                    <a16:creationId xmlns:a16="http://schemas.microsoft.com/office/drawing/2014/main" id="{7C5FE9F9-A044-EFFA-30BE-7B255504923D}"/>
                  </a:ext>
                </a:extLst>
              </p:cNvPr>
              <p:cNvSpPr>
                <a:spLocks noChangeArrowheads="1"/>
              </p:cNvSpPr>
              <p:nvPr/>
            </p:nvSpPr>
            <p:spPr bwMode="auto">
              <a:xfrm>
                <a:off x="3444875" y="4243388"/>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0" name="Freeform 112">
                <a:extLst>
                  <a:ext uri="{FF2B5EF4-FFF2-40B4-BE49-F238E27FC236}">
                    <a16:creationId xmlns:a16="http://schemas.microsoft.com/office/drawing/2014/main" id="{5B0BC6CB-90D9-8B34-1BD8-9C09CD957661}"/>
                  </a:ext>
                </a:extLst>
              </p:cNvPr>
              <p:cNvSpPr>
                <a:spLocks noChangeArrowheads="1"/>
              </p:cNvSpPr>
              <p:nvPr/>
            </p:nvSpPr>
            <p:spPr bwMode="auto">
              <a:xfrm>
                <a:off x="3479800" y="4243388"/>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1" name="Freeform 113">
                <a:extLst>
                  <a:ext uri="{FF2B5EF4-FFF2-40B4-BE49-F238E27FC236}">
                    <a16:creationId xmlns:a16="http://schemas.microsoft.com/office/drawing/2014/main" id="{A5DFDA44-BC5F-B8DF-B928-CF82F1E09054}"/>
                  </a:ext>
                </a:extLst>
              </p:cNvPr>
              <p:cNvSpPr>
                <a:spLocks noChangeArrowheads="1"/>
              </p:cNvSpPr>
              <p:nvPr/>
            </p:nvSpPr>
            <p:spPr bwMode="auto">
              <a:xfrm>
                <a:off x="3516313" y="4243388"/>
                <a:ext cx="7937"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2" name="Freeform 114">
                <a:extLst>
                  <a:ext uri="{FF2B5EF4-FFF2-40B4-BE49-F238E27FC236}">
                    <a16:creationId xmlns:a16="http://schemas.microsoft.com/office/drawing/2014/main" id="{FB32C45B-399F-1C1D-5E86-1F38B4D000A2}"/>
                  </a:ext>
                </a:extLst>
              </p:cNvPr>
              <p:cNvSpPr>
                <a:spLocks noChangeArrowheads="1"/>
              </p:cNvSpPr>
              <p:nvPr/>
            </p:nvSpPr>
            <p:spPr bwMode="auto">
              <a:xfrm>
                <a:off x="3551238" y="4487863"/>
                <a:ext cx="7937" cy="1587"/>
              </a:xfrm>
              <a:custGeom>
                <a:avLst/>
                <a:gdLst>
                  <a:gd name="T0" fmla="*/ 21 w 22"/>
                  <a:gd name="T1" fmla="*/ 0 h 1"/>
                  <a:gd name="T2" fmla="*/ 0 w 22"/>
                  <a:gd name="T3" fmla="*/ 0 h 1"/>
                </a:gdLst>
                <a:ahLst/>
                <a:cxnLst>
                  <a:cxn ang="0">
                    <a:pos x="T0" y="T1"/>
                  </a:cxn>
                  <a:cxn ang="0">
                    <a:pos x="T2" y="T3"/>
                  </a:cxn>
                </a:cxnLst>
                <a:rect l="0" t="0" r="r" b="b"/>
                <a:pathLst>
                  <a:path w="22" h="1">
                    <a:moveTo>
                      <a:pt x="21" y="0"/>
                    </a:moveTo>
                    <a:cubicBezTo>
                      <a:pt x="14" y="0"/>
                      <a:pt x="7"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3" name="Freeform 115">
                <a:extLst>
                  <a:ext uri="{FF2B5EF4-FFF2-40B4-BE49-F238E27FC236}">
                    <a16:creationId xmlns:a16="http://schemas.microsoft.com/office/drawing/2014/main" id="{CC99B48E-0AED-0F5C-9420-2BC402739983}"/>
                  </a:ext>
                </a:extLst>
              </p:cNvPr>
              <p:cNvSpPr>
                <a:spLocks noChangeArrowheads="1"/>
              </p:cNvSpPr>
              <p:nvPr/>
            </p:nvSpPr>
            <p:spPr bwMode="auto">
              <a:xfrm>
                <a:off x="3551238" y="4568825"/>
                <a:ext cx="7937" cy="1588"/>
              </a:xfrm>
              <a:custGeom>
                <a:avLst/>
                <a:gdLst>
                  <a:gd name="T0" fmla="*/ 21 w 22"/>
                  <a:gd name="T1" fmla="*/ 0 h 1"/>
                  <a:gd name="T2" fmla="*/ 0 w 22"/>
                  <a:gd name="T3" fmla="*/ 0 h 1"/>
                </a:gdLst>
                <a:ahLst/>
                <a:cxnLst>
                  <a:cxn ang="0">
                    <a:pos x="T0" y="T1"/>
                  </a:cxn>
                  <a:cxn ang="0">
                    <a:pos x="T2" y="T3"/>
                  </a:cxn>
                </a:cxnLst>
                <a:rect l="0" t="0" r="r" b="b"/>
                <a:pathLst>
                  <a:path w="22" h="1">
                    <a:moveTo>
                      <a:pt x="21" y="0"/>
                    </a:moveTo>
                    <a:cubicBezTo>
                      <a:pt x="14" y="0"/>
                      <a:pt x="7"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4" name="Freeform 116">
                <a:extLst>
                  <a:ext uri="{FF2B5EF4-FFF2-40B4-BE49-F238E27FC236}">
                    <a16:creationId xmlns:a16="http://schemas.microsoft.com/office/drawing/2014/main" id="{B741342D-54EF-2EAB-E244-A41B0389F6FD}"/>
                  </a:ext>
                </a:extLst>
              </p:cNvPr>
              <p:cNvSpPr>
                <a:spLocks noChangeArrowheads="1"/>
              </p:cNvSpPr>
              <p:nvPr/>
            </p:nvSpPr>
            <p:spPr bwMode="auto">
              <a:xfrm>
                <a:off x="3595688" y="4524375"/>
                <a:ext cx="1587" cy="7938"/>
              </a:xfrm>
              <a:custGeom>
                <a:avLst/>
                <a:gdLst>
                  <a:gd name="T0" fmla="*/ 0 w 1"/>
                  <a:gd name="T1" fmla="*/ 21 h 22"/>
                  <a:gd name="T2" fmla="*/ 0 w 1"/>
                  <a:gd name="T3" fmla="*/ 0 h 22"/>
                </a:gdLst>
                <a:ahLst/>
                <a:cxnLst>
                  <a:cxn ang="0">
                    <a:pos x="T0" y="T1"/>
                  </a:cxn>
                  <a:cxn ang="0">
                    <a:pos x="T2" y="T3"/>
                  </a:cxn>
                </a:cxnLst>
                <a:rect l="0" t="0" r="r" b="b"/>
                <a:pathLst>
                  <a:path w="1" h="22">
                    <a:moveTo>
                      <a:pt x="0" y="21"/>
                    </a:moveTo>
                    <a:cubicBezTo>
                      <a:pt x="0" y="14"/>
                      <a:pt x="0" y="7"/>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5" name="Freeform 117">
                <a:extLst>
                  <a:ext uri="{FF2B5EF4-FFF2-40B4-BE49-F238E27FC236}">
                    <a16:creationId xmlns:a16="http://schemas.microsoft.com/office/drawing/2014/main" id="{A4D463E5-5026-8D1F-3663-AC68E8567D12}"/>
                  </a:ext>
                </a:extLst>
              </p:cNvPr>
              <p:cNvSpPr>
                <a:spLocks noChangeArrowheads="1"/>
              </p:cNvSpPr>
              <p:nvPr/>
            </p:nvSpPr>
            <p:spPr bwMode="auto">
              <a:xfrm>
                <a:off x="3581400" y="4554538"/>
                <a:ext cx="6350" cy="6350"/>
              </a:xfrm>
              <a:custGeom>
                <a:avLst/>
                <a:gdLst>
                  <a:gd name="T0" fmla="*/ 15 w 16"/>
                  <a:gd name="T1" fmla="*/ 0 h 16"/>
                  <a:gd name="T2" fmla="*/ 0 w 16"/>
                  <a:gd name="T3" fmla="*/ 15 h 16"/>
                </a:gdLst>
                <a:ahLst/>
                <a:cxnLst>
                  <a:cxn ang="0">
                    <a:pos x="T0" y="T1"/>
                  </a:cxn>
                  <a:cxn ang="0">
                    <a:pos x="T2" y="T3"/>
                  </a:cxn>
                </a:cxnLst>
                <a:rect l="0" t="0" r="r" b="b"/>
                <a:pathLst>
                  <a:path w="16" h="16">
                    <a:moveTo>
                      <a:pt x="15" y="0"/>
                    </a:moveTo>
                    <a:cubicBezTo>
                      <a:pt x="10" y="5"/>
                      <a:pt x="5" y="10"/>
                      <a:pt x="0" y="1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6" name="Freeform 118">
                <a:extLst>
                  <a:ext uri="{FF2B5EF4-FFF2-40B4-BE49-F238E27FC236}">
                    <a16:creationId xmlns:a16="http://schemas.microsoft.com/office/drawing/2014/main" id="{D841ABD2-C9CD-21D9-A77F-39DA282E0981}"/>
                  </a:ext>
                </a:extLst>
              </p:cNvPr>
              <p:cNvSpPr>
                <a:spLocks noChangeArrowheads="1"/>
              </p:cNvSpPr>
              <p:nvPr/>
            </p:nvSpPr>
            <p:spPr bwMode="auto">
              <a:xfrm>
                <a:off x="3581400" y="4495800"/>
                <a:ext cx="6350" cy="6350"/>
              </a:xfrm>
              <a:custGeom>
                <a:avLst/>
                <a:gdLst>
                  <a:gd name="T0" fmla="*/ 15 w 16"/>
                  <a:gd name="T1" fmla="*/ 15 h 16"/>
                  <a:gd name="T2" fmla="*/ 0 w 16"/>
                  <a:gd name="T3" fmla="*/ 0 h 16"/>
                </a:gdLst>
                <a:ahLst/>
                <a:cxnLst>
                  <a:cxn ang="0">
                    <a:pos x="T0" y="T1"/>
                  </a:cxn>
                  <a:cxn ang="0">
                    <a:pos x="T2" y="T3"/>
                  </a:cxn>
                </a:cxnLst>
                <a:rect l="0" t="0" r="r" b="b"/>
                <a:pathLst>
                  <a:path w="16" h="16">
                    <a:moveTo>
                      <a:pt x="15" y="15"/>
                    </a:moveTo>
                    <a:cubicBezTo>
                      <a:pt x="10" y="10"/>
                      <a:pt x="5"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7" name="Freeform 119">
                <a:extLst>
                  <a:ext uri="{FF2B5EF4-FFF2-40B4-BE49-F238E27FC236}">
                    <a16:creationId xmlns:a16="http://schemas.microsoft.com/office/drawing/2014/main" id="{49C52213-4DD0-9C37-4AB6-9F6C264BC9C1}"/>
                  </a:ext>
                </a:extLst>
              </p:cNvPr>
              <p:cNvSpPr>
                <a:spLocks noChangeArrowheads="1"/>
              </p:cNvSpPr>
              <p:nvPr/>
            </p:nvSpPr>
            <p:spPr bwMode="auto">
              <a:xfrm>
                <a:off x="3551238" y="4324350"/>
                <a:ext cx="7937" cy="1588"/>
              </a:xfrm>
              <a:custGeom>
                <a:avLst/>
                <a:gdLst>
                  <a:gd name="T0" fmla="*/ 21 w 22"/>
                  <a:gd name="T1" fmla="*/ 0 h 1"/>
                  <a:gd name="T2" fmla="*/ 0 w 22"/>
                  <a:gd name="T3" fmla="*/ 0 h 1"/>
                </a:gdLst>
                <a:ahLst/>
                <a:cxnLst>
                  <a:cxn ang="0">
                    <a:pos x="T0" y="T1"/>
                  </a:cxn>
                  <a:cxn ang="0">
                    <a:pos x="T2" y="T3"/>
                  </a:cxn>
                </a:cxnLst>
                <a:rect l="0" t="0" r="r" b="b"/>
                <a:pathLst>
                  <a:path w="22" h="1">
                    <a:moveTo>
                      <a:pt x="21" y="0"/>
                    </a:moveTo>
                    <a:cubicBezTo>
                      <a:pt x="14" y="0"/>
                      <a:pt x="7"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8" name="Freeform 120">
                <a:extLst>
                  <a:ext uri="{FF2B5EF4-FFF2-40B4-BE49-F238E27FC236}">
                    <a16:creationId xmlns:a16="http://schemas.microsoft.com/office/drawing/2014/main" id="{8D16537B-6271-5707-556E-CB4303EDAF41}"/>
                  </a:ext>
                </a:extLst>
              </p:cNvPr>
              <p:cNvSpPr>
                <a:spLocks noChangeArrowheads="1"/>
              </p:cNvSpPr>
              <p:nvPr/>
            </p:nvSpPr>
            <p:spPr bwMode="auto">
              <a:xfrm>
                <a:off x="3551238" y="4405313"/>
                <a:ext cx="7937" cy="1587"/>
              </a:xfrm>
              <a:custGeom>
                <a:avLst/>
                <a:gdLst>
                  <a:gd name="T0" fmla="*/ 21 w 22"/>
                  <a:gd name="T1" fmla="*/ 0 h 1"/>
                  <a:gd name="T2" fmla="*/ 0 w 22"/>
                  <a:gd name="T3" fmla="*/ 0 h 1"/>
                </a:gdLst>
                <a:ahLst/>
                <a:cxnLst>
                  <a:cxn ang="0">
                    <a:pos x="T0" y="T1"/>
                  </a:cxn>
                  <a:cxn ang="0">
                    <a:pos x="T2" y="T3"/>
                  </a:cxn>
                </a:cxnLst>
                <a:rect l="0" t="0" r="r" b="b"/>
                <a:pathLst>
                  <a:path w="22" h="1">
                    <a:moveTo>
                      <a:pt x="21" y="0"/>
                    </a:moveTo>
                    <a:cubicBezTo>
                      <a:pt x="14" y="0"/>
                      <a:pt x="7"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59" name="Freeform 121">
                <a:extLst>
                  <a:ext uri="{FF2B5EF4-FFF2-40B4-BE49-F238E27FC236}">
                    <a16:creationId xmlns:a16="http://schemas.microsoft.com/office/drawing/2014/main" id="{B25512FE-B748-E0FF-2D0F-45E448B26756}"/>
                  </a:ext>
                </a:extLst>
              </p:cNvPr>
              <p:cNvSpPr>
                <a:spLocks noChangeArrowheads="1"/>
              </p:cNvSpPr>
              <p:nvPr/>
            </p:nvSpPr>
            <p:spPr bwMode="auto">
              <a:xfrm>
                <a:off x="3595688" y="4362450"/>
                <a:ext cx="1587" cy="7938"/>
              </a:xfrm>
              <a:custGeom>
                <a:avLst/>
                <a:gdLst>
                  <a:gd name="T0" fmla="*/ 0 w 1"/>
                  <a:gd name="T1" fmla="*/ 21 h 22"/>
                  <a:gd name="T2" fmla="*/ 0 w 1"/>
                  <a:gd name="T3" fmla="*/ 0 h 22"/>
                </a:gdLst>
                <a:ahLst/>
                <a:cxnLst>
                  <a:cxn ang="0">
                    <a:pos x="T0" y="T1"/>
                  </a:cxn>
                  <a:cxn ang="0">
                    <a:pos x="T2" y="T3"/>
                  </a:cxn>
                </a:cxnLst>
                <a:rect l="0" t="0" r="r" b="b"/>
                <a:pathLst>
                  <a:path w="1" h="22">
                    <a:moveTo>
                      <a:pt x="0" y="21"/>
                    </a:moveTo>
                    <a:cubicBezTo>
                      <a:pt x="0" y="14"/>
                      <a:pt x="0" y="7"/>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0" name="Freeform 122">
                <a:extLst>
                  <a:ext uri="{FF2B5EF4-FFF2-40B4-BE49-F238E27FC236}">
                    <a16:creationId xmlns:a16="http://schemas.microsoft.com/office/drawing/2014/main" id="{52168C3F-CF63-F5D6-52BF-C54CE42BE607}"/>
                  </a:ext>
                </a:extLst>
              </p:cNvPr>
              <p:cNvSpPr>
                <a:spLocks noChangeArrowheads="1"/>
              </p:cNvSpPr>
              <p:nvPr/>
            </p:nvSpPr>
            <p:spPr bwMode="auto">
              <a:xfrm>
                <a:off x="3581400" y="4391025"/>
                <a:ext cx="6350" cy="6350"/>
              </a:xfrm>
              <a:custGeom>
                <a:avLst/>
                <a:gdLst>
                  <a:gd name="T0" fmla="*/ 15 w 16"/>
                  <a:gd name="T1" fmla="*/ 0 h 16"/>
                  <a:gd name="T2" fmla="*/ 0 w 16"/>
                  <a:gd name="T3" fmla="*/ 15 h 16"/>
                </a:gdLst>
                <a:ahLst/>
                <a:cxnLst>
                  <a:cxn ang="0">
                    <a:pos x="T0" y="T1"/>
                  </a:cxn>
                  <a:cxn ang="0">
                    <a:pos x="T2" y="T3"/>
                  </a:cxn>
                </a:cxnLst>
                <a:rect l="0" t="0" r="r" b="b"/>
                <a:pathLst>
                  <a:path w="16" h="16">
                    <a:moveTo>
                      <a:pt x="15" y="0"/>
                    </a:moveTo>
                    <a:cubicBezTo>
                      <a:pt x="10" y="5"/>
                      <a:pt x="5" y="10"/>
                      <a:pt x="0" y="1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1" name="Freeform 123">
                <a:extLst>
                  <a:ext uri="{FF2B5EF4-FFF2-40B4-BE49-F238E27FC236}">
                    <a16:creationId xmlns:a16="http://schemas.microsoft.com/office/drawing/2014/main" id="{CA1AEB09-1848-B408-3960-33098E80890D}"/>
                  </a:ext>
                </a:extLst>
              </p:cNvPr>
              <p:cNvSpPr>
                <a:spLocks noChangeArrowheads="1"/>
              </p:cNvSpPr>
              <p:nvPr/>
            </p:nvSpPr>
            <p:spPr bwMode="auto">
              <a:xfrm>
                <a:off x="3581400" y="4333875"/>
                <a:ext cx="6350" cy="6350"/>
              </a:xfrm>
              <a:custGeom>
                <a:avLst/>
                <a:gdLst>
                  <a:gd name="T0" fmla="*/ 15 w 16"/>
                  <a:gd name="T1" fmla="*/ 15 h 16"/>
                  <a:gd name="T2" fmla="*/ 0 w 16"/>
                  <a:gd name="T3" fmla="*/ 0 h 16"/>
                </a:gdLst>
                <a:ahLst/>
                <a:cxnLst>
                  <a:cxn ang="0">
                    <a:pos x="T0" y="T1"/>
                  </a:cxn>
                  <a:cxn ang="0">
                    <a:pos x="T2" y="T3"/>
                  </a:cxn>
                </a:cxnLst>
                <a:rect l="0" t="0" r="r" b="b"/>
                <a:pathLst>
                  <a:path w="16" h="16">
                    <a:moveTo>
                      <a:pt x="15" y="15"/>
                    </a:moveTo>
                    <a:cubicBezTo>
                      <a:pt x="10" y="10"/>
                      <a:pt x="5"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2" name="Freeform 124">
                <a:extLst>
                  <a:ext uri="{FF2B5EF4-FFF2-40B4-BE49-F238E27FC236}">
                    <a16:creationId xmlns:a16="http://schemas.microsoft.com/office/drawing/2014/main" id="{64658FDF-7708-1336-01D9-C925BE72D69C}"/>
                  </a:ext>
                </a:extLst>
              </p:cNvPr>
              <p:cNvSpPr>
                <a:spLocks noChangeArrowheads="1"/>
              </p:cNvSpPr>
              <p:nvPr/>
            </p:nvSpPr>
            <p:spPr bwMode="auto">
              <a:xfrm>
                <a:off x="3302000" y="4324350"/>
                <a:ext cx="7938" cy="1588"/>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3" name="Freeform 125">
                <a:extLst>
                  <a:ext uri="{FF2B5EF4-FFF2-40B4-BE49-F238E27FC236}">
                    <a16:creationId xmlns:a16="http://schemas.microsoft.com/office/drawing/2014/main" id="{D135FEF2-776A-4851-1B04-7DECAA091212}"/>
                  </a:ext>
                </a:extLst>
              </p:cNvPr>
              <p:cNvSpPr>
                <a:spLocks noChangeArrowheads="1"/>
              </p:cNvSpPr>
              <p:nvPr/>
            </p:nvSpPr>
            <p:spPr bwMode="auto">
              <a:xfrm>
                <a:off x="3302000" y="4243388"/>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4" name="Freeform 126">
                <a:extLst>
                  <a:ext uri="{FF2B5EF4-FFF2-40B4-BE49-F238E27FC236}">
                    <a16:creationId xmlns:a16="http://schemas.microsoft.com/office/drawing/2014/main" id="{C4A21CB7-0BD2-AC30-23F1-2CF676608676}"/>
                  </a:ext>
                </a:extLst>
              </p:cNvPr>
              <p:cNvSpPr>
                <a:spLocks noChangeArrowheads="1"/>
              </p:cNvSpPr>
              <p:nvPr/>
            </p:nvSpPr>
            <p:spPr bwMode="auto">
              <a:xfrm>
                <a:off x="3265488" y="4279900"/>
                <a:ext cx="1587" cy="7938"/>
              </a:xfrm>
              <a:custGeom>
                <a:avLst/>
                <a:gdLst>
                  <a:gd name="T0" fmla="*/ 0 w 1"/>
                  <a:gd name="T1" fmla="*/ 0 h 22"/>
                  <a:gd name="T2" fmla="*/ 0 w 1"/>
                  <a:gd name="T3" fmla="*/ 21 h 22"/>
                </a:gdLst>
                <a:ahLst/>
                <a:cxnLst>
                  <a:cxn ang="0">
                    <a:pos x="T0" y="T1"/>
                  </a:cxn>
                  <a:cxn ang="0">
                    <a:pos x="T2" y="T3"/>
                  </a:cxn>
                </a:cxnLst>
                <a:rect l="0" t="0" r="r" b="b"/>
                <a:pathLst>
                  <a:path w="1" h="22">
                    <a:moveTo>
                      <a:pt x="0" y="0"/>
                    </a:moveTo>
                    <a:cubicBezTo>
                      <a:pt x="0" y="7"/>
                      <a:pt x="0" y="14"/>
                      <a:pt x="0" y="21"/>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5" name="Freeform 127">
                <a:extLst>
                  <a:ext uri="{FF2B5EF4-FFF2-40B4-BE49-F238E27FC236}">
                    <a16:creationId xmlns:a16="http://schemas.microsoft.com/office/drawing/2014/main" id="{9F4CBF11-C556-E409-3C71-9E657EE8D889}"/>
                  </a:ext>
                </a:extLst>
              </p:cNvPr>
              <p:cNvSpPr>
                <a:spLocks noChangeArrowheads="1"/>
              </p:cNvSpPr>
              <p:nvPr/>
            </p:nvSpPr>
            <p:spPr bwMode="auto">
              <a:xfrm>
                <a:off x="3275013" y="4252913"/>
                <a:ext cx="6350" cy="6350"/>
              </a:xfrm>
              <a:custGeom>
                <a:avLst/>
                <a:gdLst>
                  <a:gd name="T0" fmla="*/ 0 w 16"/>
                  <a:gd name="T1" fmla="*/ 15 h 16"/>
                  <a:gd name="T2" fmla="*/ 15 w 16"/>
                  <a:gd name="T3" fmla="*/ 0 h 16"/>
                </a:gdLst>
                <a:ahLst/>
                <a:cxnLst>
                  <a:cxn ang="0">
                    <a:pos x="T0" y="T1"/>
                  </a:cxn>
                  <a:cxn ang="0">
                    <a:pos x="T2" y="T3"/>
                  </a:cxn>
                </a:cxnLst>
                <a:rect l="0" t="0" r="r" b="b"/>
                <a:pathLst>
                  <a:path w="16" h="16">
                    <a:moveTo>
                      <a:pt x="0" y="15"/>
                    </a:moveTo>
                    <a:cubicBezTo>
                      <a:pt x="5" y="10"/>
                      <a:pt x="10" y="5"/>
                      <a:pt x="15"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6" name="Freeform 128">
                <a:extLst>
                  <a:ext uri="{FF2B5EF4-FFF2-40B4-BE49-F238E27FC236}">
                    <a16:creationId xmlns:a16="http://schemas.microsoft.com/office/drawing/2014/main" id="{3CAA7101-8983-BA04-7C46-1B58564D2FBF}"/>
                  </a:ext>
                </a:extLst>
              </p:cNvPr>
              <p:cNvSpPr>
                <a:spLocks noChangeArrowheads="1"/>
              </p:cNvSpPr>
              <p:nvPr/>
            </p:nvSpPr>
            <p:spPr bwMode="auto">
              <a:xfrm>
                <a:off x="3275013" y="4310063"/>
                <a:ext cx="6350" cy="6350"/>
              </a:xfrm>
              <a:custGeom>
                <a:avLst/>
                <a:gdLst>
                  <a:gd name="T0" fmla="*/ 0 w 16"/>
                  <a:gd name="T1" fmla="*/ 0 h 16"/>
                  <a:gd name="T2" fmla="*/ 15 w 16"/>
                  <a:gd name="T3" fmla="*/ 15 h 16"/>
                </a:gdLst>
                <a:ahLst/>
                <a:cxnLst>
                  <a:cxn ang="0">
                    <a:pos x="T0" y="T1"/>
                  </a:cxn>
                  <a:cxn ang="0">
                    <a:pos x="T2" y="T3"/>
                  </a:cxn>
                </a:cxnLst>
                <a:rect l="0" t="0" r="r" b="b"/>
                <a:pathLst>
                  <a:path w="16" h="16">
                    <a:moveTo>
                      <a:pt x="0" y="0"/>
                    </a:moveTo>
                    <a:cubicBezTo>
                      <a:pt x="5" y="5"/>
                      <a:pt x="10" y="10"/>
                      <a:pt x="15" y="1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7" name="Freeform 129">
                <a:extLst>
                  <a:ext uri="{FF2B5EF4-FFF2-40B4-BE49-F238E27FC236}">
                    <a16:creationId xmlns:a16="http://schemas.microsoft.com/office/drawing/2014/main" id="{97658AF1-31F9-5EEE-573C-E6549E337F06}"/>
                  </a:ext>
                </a:extLst>
              </p:cNvPr>
              <p:cNvSpPr>
                <a:spLocks noChangeArrowheads="1"/>
              </p:cNvSpPr>
              <p:nvPr/>
            </p:nvSpPr>
            <p:spPr bwMode="auto">
              <a:xfrm>
                <a:off x="3444875" y="4487863"/>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8" name="Freeform 130">
                <a:extLst>
                  <a:ext uri="{FF2B5EF4-FFF2-40B4-BE49-F238E27FC236}">
                    <a16:creationId xmlns:a16="http://schemas.microsoft.com/office/drawing/2014/main" id="{0D9740DD-336B-C2E8-2644-91982812E201}"/>
                  </a:ext>
                </a:extLst>
              </p:cNvPr>
              <p:cNvSpPr>
                <a:spLocks noChangeArrowheads="1"/>
              </p:cNvSpPr>
              <p:nvPr/>
            </p:nvSpPr>
            <p:spPr bwMode="auto">
              <a:xfrm>
                <a:off x="3444875" y="4405313"/>
                <a:ext cx="7938" cy="1587"/>
              </a:xfrm>
              <a:custGeom>
                <a:avLst/>
                <a:gdLst>
                  <a:gd name="T0" fmla="*/ 0 w 22"/>
                  <a:gd name="T1" fmla="*/ 0 h 1"/>
                  <a:gd name="T2" fmla="*/ 21 w 22"/>
                  <a:gd name="T3" fmla="*/ 0 h 1"/>
                </a:gdLst>
                <a:ahLst/>
                <a:cxnLst>
                  <a:cxn ang="0">
                    <a:pos x="T0" y="T1"/>
                  </a:cxn>
                  <a:cxn ang="0">
                    <a:pos x="T2" y="T3"/>
                  </a:cxn>
                </a:cxnLst>
                <a:rect l="0" t="0" r="r" b="b"/>
                <a:pathLst>
                  <a:path w="22" h="1">
                    <a:moveTo>
                      <a:pt x="0" y="0"/>
                    </a:moveTo>
                    <a:cubicBezTo>
                      <a:pt x="7" y="0"/>
                      <a:pt x="14" y="0"/>
                      <a:pt x="21"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69" name="Freeform 131">
                <a:extLst>
                  <a:ext uri="{FF2B5EF4-FFF2-40B4-BE49-F238E27FC236}">
                    <a16:creationId xmlns:a16="http://schemas.microsoft.com/office/drawing/2014/main" id="{2CCD3F83-8493-AA38-83A7-1DBAA536E0E9}"/>
                  </a:ext>
                </a:extLst>
              </p:cNvPr>
              <p:cNvSpPr>
                <a:spLocks noChangeArrowheads="1"/>
              </p:cNvSpPr>
              <p:nvPr/>
            </p:nvSpPr>
            <p:spPr bwMode="auto">
              <a:xfrm>
                <a:off x="3408363" y="4443413"/>
                <a:ext cx="1587" cy="7937"/>
              </a:xfrm>
              <a:custGeom>
                <a:avLst/>
                <a:gdLst>
                  <a:gd name="T0" fmla="*/ 0 w 1"/>
                  <a:gd name="T1" fmla="*/ 0 h 23"/>
                  <a:gd name="T2" fmla="*/ 0 w 1"/>
                  <a:gd name="T3" fmla="*/ 22 h 23"/>
                </a:gdLst>
                <a:ahLst/>
                <a:cxnLst>
                  <a:cxn ang="0">
                    <a:pos x="T0" y="T1"/>
                  </a:cxn>
                  <a:cxn ang="0">
                    <a:pos x="T2" y="T3"/>
                  </a:cxn>
                </a:cxnLst>
                <a:rect l="0" t="0" r="r" b="b"/>
                <a:pathLst>
                  <a:path w="1" h="23">
                    <a:moveTo>
                      <a:pt x="0" y="0"/>
                    </a:moveTo>
                    <a:cubicBezTo>
                      <a:pt x="0" y="8"/>
                      <a:pt x="0" y="15"/>
                      <a:pt x="0" y="22"/>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0" name="Freeform 132">
                <a:extLst>
                  <a:ext uri="{FF2B5EF4-FFF2-40B4-BE49-F238E27FC236}">
                    <a16:creationId xmlns:a16="http://schemas.microsoft.com/office/drawing/2014/main" id="{E1CE0384-B8FE-BE97-5A48-80036597F8CF}"/>
                  </a:ext>
                </a:extLst>
              </p:cNvPr>
              <p:cNvSpPr>
                <a:spLocks noChangeArrowheads="1"/>
              </p:cNvSpPr>
              <p:nvPr/>
            </p:nvSpPr>
            <p:spPr bwMode="auto">
              <a:xfrm>
                <a:off x="3417888" y="4414838"/>
                <a:ext cx="6350" cy="6350"/>
              </a:xfrm>
              <a:custGeom>
                <a:avLst/>
                <a:gdLst>
                  <a:gd name="T0" fmla="*/ 0 w 16"/>
                  <a:gd name="T1" fmla="*/ 15 h 16"/>
                  <a:gd name="T2" fmla="*/ 15 w 16"/>
                  <a:gd name="T3" fmla="*/ 0 h 16"/>
                </a:gdLst>
                <a:ahLst/>
                <a:cxnLst>
                  <a:cxn ang="0">
                    <a:pos x="T0" y="T1"/>
                  </a:cxn>
                  <a:cxn ang="0">
                    <a:pos x="T2" y="T3"/>
                  </a:cxn>
                </a:cxnLst>
                <a:rect l="0" t="0" r="r" b="b"/>
                <a:pathLst>
                  <a:path w="16" h="16">
                    <a:moveTo>
                      <a:pt x="0" y="15"/>
                    </a:moveTo>
                    <a:cubicBezTo>
                      <a:pt x="5" y="10"/>
                      <a:pt x="10" y="5"/>
                      <a:pt x="15"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1" name="Freeform 133">
                <a:extLst>
                  <a:ext uri="{FF2B5EF4-FFF2-40B4-BE49-F238E27FC236}">
                    <a16:creationId xmlns:a16="http://schemas.microsoft.com/office/drawing/2014/main" id="{60224725-520A-C514-5737-0358BAF645E5}"/>
                  </a:ext>
                </a:extLst>
              </p:cNvPr>
              <p:cNvSpPr>
                <a:spLocks noChangeArrowheads="1"/>
              </p:cNvSpPr>
              <p:nvPr/>
            </p:nvSpPr>
            <p:spPr bwMode="auto">
              <a:xfrm>
                <a:off x="3417888" y="4471988"/>
                <a:ext cx="6350" cy="6350"/>
              </a:xfrm>
              <a:custGeom>
                <a:avLst/>
                <a:gdLst>
                  <a:gd name="T0" fmla="*/ 0 w 16"/>
                  <a:gd name="T1" fmla="*/ 0 h 16"/>
                  <a:gd name="T2" fmla="*/ 15 w 16"/>
                  <a:gd name="T3" fmla="*/ 15 h 16"/>
                </a:gdLst>
                <a:ahLst/>
                <a:cxnLst>
                  <a:cxn ang="0">
                    <a:pos x="T0" y="T1"/>
                  </a:cxn>
                  <a:cxn ang="0">
                    <a:pos x="T2" y="T3"/>
                  </a:cxn>
                </a:cxnLst>
                <a:rect l="0" t="0" r="r" b="b"/>
                <a:pathLst>
                  <a:path w="16" h="16">
                    <a:moveTo>
                      <a:pt x="0" y="0"/>
                    </a:moveTo>
                    <a:cubicBezTo>
                      <a:pt x="5" y="5"/>
                      <a:pt x="10" y="10"/>
                      <a:pt x="15" y="1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grpSp>
      </p:grpSp>
      <p:pic>
        <p:nvPicPr>
          <p:cNvPr id="196" name="Picture 195" descr="image.png"/>
          <p:cNvPicPr>
            <a:picLocks noChangeAspect="1"/>
          </p:cNvPicPr>
          <p:nvPr/>
        </p:nvPicPr>
        <p:blipFill>
          <a:blip r:embed="rId8"/>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2107282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27295F0-FE8C-91EF-6755-9304AB2A573F}"/>
              </a:ext>
            </a:extLst>
          </p:cNvPr>
          <p:cNvSpPr>
            <a:spLocks noGrp="1"/>
          </p:cNvSpPr>
          <p:nvPr>
            <p:ph type="title" idx="4294967295"/>
          </p:nvPr>
        </p:nvSpPr>
        <p:spPr>
          <a:xfrm>
            <a:off x="209550" y="307976"/>
            <a:ext cx="7381875" cy="730250"/>
          </a:xfrm>
        </p:spPr>
        <p:txBody>
          <a:bodyPr/>
          <a:lstStyle/>
          <a:p>
            <a:r>
              <a:rPr lang="en-US" sz="2800"/>
              <a:t>Operating in the cloud is a lifestyle change… </a:t>
            </a:r>
            <a:endParaRPr lang="en-GB" sz="2800"/>
          </a:p>
        </p:txBody>
      </p:sp>
      <p:graphicFrame>
        <p:nvGraphicFramePr>
          <p:cNvPr id="18" name="Table 17">
            <a:extLst>
              <a:ext uri="{FF2B5EF4-FFF2-40B4-BE49-F238E27FC236}">
                <a16:creationId xmlns:a16="http://schemas.microsoft.com/office/drawing/2014/main" id="{035969AF-E27C-C796-27F6-30FCCAE7CE5B}"/>
              </a:ext>
            </a:extLst>
          </p:cNvPr>
          <p:cNvGraphicFramePr>
            <a:graphicFrameLocks noGrp="1"/>
          </p:cNvGraphicFramePr>
          <p:nvPr>
            <p:extLst>
              <p:ext uri="{D42A27DB-BD31-4B8C-83A1-F6EECF244321}">
                <p14:modId xmlns:p14="http://schemas.microsoft.com/office/powerpoint/2010/main" val="3411045299"/>
              </p:ext>
            </p:extLst>
          </p:nvPr>
        </p:nvGraphicFramePr>
        <p:xfrm>
          <a:off x="10335780" y="1220972"/>
          <a:ext cx="1816596" cy="5115166"/>
        </p:xfrm>
        <a:graphic>
          <a:graphicData uri="http://schemas.openxmlformats.org/drawingml/2006/table">
            <a:tbl>
              <a:tblPr firstRow="1" bandRow="1">
                <a:tableStyleId>{21E4AEA4-8DFA-4A89-87EB-49C32662AFE0}</a:tableStyleId>
              </a:tblPr>
              <a:tblGrid>
                <a:gridCol w="1816596">
                  <a:extLst>
                    <a:ext uri="{9D8B030D-6E8A-4147-A177-3AD203B41FA5}">
                      <a16:colId xmlns:a16="http://schemas.microsoft.com/office/drawing/2014/main" val="688394806"/>
                    </a:ext>
                  </a:extLst>
                </a:gridCol>
              </a:tblGrid>
              <a:tr h="406119">
                <a:tc>
                  <a:txBody>
                    <a:bodyPr/>
                    <a:lstStyle/>
                    <a:p>
                      <a:r>
                        <a:rPr lang="en-US" sz="1400"/>
                        <a:t>Elite </a:t>
                      </a:r>
                      <a:endParaRPr lang="en-GB" sz="1400"/>
                    </a:p>
                  </a:txBody>
                  <a:tcPr/>
                </a:tc>
                <a:extLst>
                  <a:ext uri="{0D108BD9-81ED-4DB2-BD59-A6C34878D82A}">
                    <a16:rowId xmlns:a16="http://schemas.microsoft.com/office/drawing/2014/main" val="3041651992"/>
                  </a:ext>
                </a:extLst>
              </a:tr>
              <a:tr h="734883">
                <a:tc>
                  <a:txBody>
                    <a:bodyPr/>
                    <a:lstStyle/>
                    <a:p>
                      <a:r>
                        <a:rPr lang="en-US" sz="1400"/>
                        <a:t>All (Bias to Cloud native) </a:t>
                      </a:r>
                      <a:endParaRPr lang="en-GB" sz="1400"/>
                    </a:p>
                  </a:txBody>
                  <a:tcPr/>
                </a:tc>
                <a:extLst>
                  <a:ext uri="{0D108BD9-81ED-4DB2-BD59-A6C34878D82A}">
                    <a16:rowId xmlns:a16="http://schemas.microsoft.com/office/drawing/2014/main" val="2454261431"/>
                  </a:ext>
                </a:extLst>
              </a:tr>
              <a:tr h="734883">
                <a:tc>
                  <a:txBody>
                    <a:bodyPr/>
                    <a:lstStyle/>
                    <a:p>
                      <a:r>
                        <a:rPr lang="en-US" sz="1400"/>
                        <a:t>Platform as a Service, CI/CD pipelines, immutable</a:t>
                      </a:r>
                      <a:endParaRPr lang="en-GB" sz="1400"/>
                    </a:p>
                  </a:txBody>
                  <a:tcPr/>
                </a:tc>
                <a:extLst>
                  <a:ext uri="{0D108BD9-81ED-4DB2-BD59-A6C34878D82A}">
                    <a16:rowId xmlns:a16="http://schemas.microsoft.com/office/drawing/2014/main" val="3627241111"/>
                  </a:ext>
                </a:extLst>
              </a:tr>
              <a:tr h="522153">
                <a:tc>
                  <a:txBody>
                    <a:bodyPr/>
                    <a:lstStyle/>
                    <a:p>
                      <a:r>
                        <a:rPr lang="en-US" sz="1400"/>
                        <a:t>Microservice, event driven, cloud native</a:t>
                      </a:r>
                      <a:endParaRPr lang="en-GB" sz="1400"/>
                    </a:p>
                  </a:txBody>
                  <a:tcPr/>
                </a:tc>
                <a:extLst>
                  <a:ext uri="{0D108BD9-81ED-4DB2-BD59-A6C34878D82A}">
                    <a16:rowId xmlns:a16="http://schemas.microsoft.com/office/drawing/2014/main" val="1491443199"/>
                  </a:ext>
                </a:extLst>
              </a:tr>
              <a:tr h="396449">
                <a:tc>
                  <a:txBody>
                    <a:bodyPr/>
                    <a:lstStyle/>
                    <a:p>
                      <a:r>
                        <a:rPr lang="en-US" sz="1400"/>
                        <a:t>High</a:t>
                      </a:r>
                      <a:endParaRPr lang="en-GB" sz="1400"/>
                    </a:p>
                  </a:txBody>
                  <a:tcPr/>
                </a:tc>
                <a:extLst>
                  <a:ext uri="{0D108BD9-81ED-4DB2-BD59-A6C34878D82A}">
                    <a16:rowId xmlns:a16="http://schemas.microsoft.com/office/drawing/2014/main" val="673177563"/>
                  </a:ext>
                </a:extLst>
              </a:tr>
              <a:tr h="396449">
                <a:tc>
                  <a:txBody>
                    <a:bodyPr/>
                    <a:lstStyle/>
                    <a:p>
                      <a:r>
                        <a:rPr lang="en-US" sz="1400"/>
                        <a:t>On-demand </a:t>
                      </a:r>
                      <a:endParaRPr lang="en-GB" sz="1400"/>
                    </a:p>
                  </a:txBody>
                  <a:tcPr/>
                </a:tc>
                <a:extLst>
                  <a:ext uri="{0D108BD9-81ED-4DB2-BD59-A6C34878D82A}">
                    <a16:rowId xmlns:a16="http://schemas.microsoft.com/office/drawing/2014/main" val="1484954649"/>
                  </a:ext>
                </a:extLst>
              </a:tr>
              <a:tr h="396449">
                <a:tc>
                  <a:txBody>
                    <a:bodyPr/>
                    <a:lstStyle/>
                    <a:p>
                      <a:r>
                        <a:rPr lang="en-US" sz="1400"/>
                        <a:t>On-demand </a:t>
                      </a:r>
                      <a:endParaRPr lang="en-GB" sz="1400"/>
                    </a:p>
                  </a:txBody>
                  <a:tcPr/>
                </a:tc>
                <a:extLst>
                  <a:ext uri="{0D108BD9-81ED-4DB2-BD59-A6C34878D82A}">
                    <a16:rowId xmlns:a16="http://schemas.microsoft.com/office/drawing/2014/main" val="230328680"/>
                  </a:ext>
                </a:extLst>
              </a:tr>
              <a:tr h="396449">
                <a:tc>
                  <a:txBody>
                    <a:bodyPr/>
                    <a:lstStyle/>
                    <a:p>
                      <a:r>
                        <a:rPr lang="en-US" sz="1400"/>
                        <a:t>&lt;5%</a:t>
                      </a:r>
                      <a:endParaRPr lang="en-GB" sz="1400"/>
                    </a:p>
                  </a:txBody>
                  <a:tcPr/>
                </a:tc>
                <a:extLst>
                  <a:ext uri="{0D108BD9-81ED-4DB2-BD59-A6C34878D82A}">
                    <a16:rowId xmlns:a16="http://schemas.microsoft.com/office/drawing/2014/main" val="4184572553"/>
                  </a:ext>
                </a:extLst>
              </a:tr>
              <a:tr h="396449">
                <a:tc>
                  <a:txBody>
                    <a:bodyPr/>
                    <a:lstStyle/>
                    <a:p>
                      <a:r>
                        <a:rPr lang="en-US" sz="1400"/>
                        <a:t>Critical</a:t>
                      </a:r>
                      <a:endParaRPr lang="en-GB" sz="1400"/>
                    </a:p>
                  </a:txBody>
                  <a:tcPr/>
                </a:tc>
                <a:extLst>
                  <a:ext uri="{0D108BD9-81ED-4DB2-BD59-A6C34878D82A}">
                    <a16:rowId xmlns:a16="http://schemas.microsoft.com/office/drawing/2014/main" val="190560805"/>
                  </a:ext>
                </a:extLst>
              </a:tr>
              <a:tr h="734883">
                <a:tc>
                  <a:txBody>
                    <a:bodyPr/>
                    <a:lstStyle/>
                    <a:p>
                      <a:r>
                        <a:rPr lang="en-US" sz="1400"/>
                        <a:t>Distributed Ops  / Platform Engineering  </a:t>
                      </a:r>
                      <a:endParaRPr lang="en-GB" sz="1400"/>
                    </a:p>
                  </a:txBody>
                  <a:tcPr/>
                </a:tc>
                <a:extLst>
                  <a:ext uri="{0D108BD9-81ED-4DB2-BD59-A6C34878D82A}">
                    <a16:rowId xmlns:a16="http://schemas.microsoft.com/office/drawing/2014/main" val="3422626081"/>
                  </a:ext>
                </a:extLst>
              </a:tr>
            </a:tbl>
          </a:graphicData>
        </a:graphic>
      </p:graphicFrame>
      <p:sp>
        <p:nvSpPr>
          <p:cNvPr id="21" name="Arrow: Right 20">
            <a:extLst>
              <a:ext uri="{FF2B5EF4-FFF2-40B4-BE49-F238E27FC236}">
                <a16:creationId xmlns:a16="http://schemas.microsoft.com/office/drawing/2014/main" id="{311C694A-7361-7B98-BCB9-AF99CCA7FA3E}"/>
              </a:ext>
            </a:extLst>
          </p:cNvPr>
          <p:cNvSpPr/>
          <p:nvPr/>
        </p:nvSpPr>
        <p:spPr>
          <a:xfrm>
            <a:off x="2002154" y="6275910"/>
            <a:ext cx="9477375" cy="548227"/>
          </a:xfrm>
          <a:prstGeom prst="rightArrow">
            <a:avLst/>
          </a:prstGeom>
          <a:solidFill>
            <a:schemeClr val="accent5">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ln w="0"/>
                <a:solidFill>
                  <a:schemeClr val="tx1"/>
                </a:solidFill>
                <a:effectLst>
                  <a:outerShdw blurRad="38100" dist="19050" dir="2700000" algn="tl" rotWithShape="0">
                    <a:schemeClr val="dk1">
                      <a:alpha val="40000"/>
                    </a:schemeClr>
                  </a:outerShdw>
                </a:effectLst>
              </a:rPr>
              <a:t>Operational Maturity </a:t>
            </a:r>
            <a:endParaRPr lang="en-GB" sz="1800">
              <a:ln w="0"/>
              <a:solidFill>
                <a:schemeClr val="tx1"/>
              </a:solidFill>
              <a:effectLst>
                <a:outerShdw blurRad="38100" dist="19050" dir="2700000" algn="tl" rotWithShape="0">
                  <a:schemeClr val="dk1">
                    <a:alpha val="40000"/>
                  </a:schemeClr>
                </a:outerShdw>
              </a:effectLst>
            </a:endParaRPr>
          </a:p>
        </p:txBody>
      </p:sp>
      <p:graphicFrame>
        <p:nvGraphicFramePr>
          <p:cNvPr id="2" name="Table 1">
            <a:extLst>
              <a:ext uri="{FF2B5EF4-FFF2-40B4-BE49-F238E27FC236}">
                <a16:creationId xmlns:a16="http://schemas.microsoft.com/office/drawing/2014/main" id="{C0C2692B-ADCC-7524-48E6-C6667D9A073F}"/>
              </a:ext>
            </a:extLst>
          </p:cNvPr>
          <p:cNvGraphicFramePr>
            <a:graphicFrameLocks noGrp="1"/>
          </p:cNvGraphicFramePr>
          <p:nvPr>
            <p:extLst>
              <p:ext uri="{D42A27DB-BD31-4B8C-83A1-F6EECF244321}">
                <p14:modId xmlns:p14="http://schemas.microsoft.com/office/powerpoint/2010/main" val="3254418875"/>
              </p:ext>
            </p:extLst>
          </p:nvPr>
        </p:nvGraphicFramePr>
        <p:xfrm>
          <a:off x="-1" y="1216163"/>
          <a:ext cx="3840113" cy="5120584"/>
        </p:xfrm>
        <a:graphic>
          <a:graphicData uri="http://schemas.openxmlformats.org/drawingml/2006/table">
            <a:tbl>
              <a:tblPr firstRow="1" bandRow="1">
                <a:tableStyleId>{21E4AEA4-8DFA-4A89-87EB-49C32662AFE0}</a:tableStyleId>
              </a:tblPr>
              <a:tblGrid>
                <a:gridCol w="2214026">
                  <a:extLst>
                    <a:ext uri="{9D8B030D-6E8A-4147-A177-3AD203B41FA5}">
                      <a16:colId xmlns:a16="http://schemas.microsoft.com/office/drawing/2014/main" val="3187372974"/>
                    </a:ext>
                  </a:extLst>
                </a:gridCol>
                <a:gridCol w="1626087">
                  <a:extLst>
                    <a:ext uri="{9D8B030D-6E8A-4147-A177-3AD203B41FA5}">
                      <a16:colId xmlns:a16="http://schemas.microsoft.com/office/drawing/2014/main" val="4262169593"/>
                    </a:ext>
                  </a:extLst>
                </a:gridCol>
              </a:tblGrid>
              <a:tr h="419518">
                <a:tc>
                  <a:txBody>
                    <a:bodyPr/>
                    <a:lstStyle/>
                    <a:p>
                      <a:r>
                        <a:rPr lang="en-US" sz="1400"/>
                        <a:t>Aspect </a:t>
                      </a:r>
                      <a:endParaRPr lang="en-GB" sz="1400"/>
                    </a:p>
                  </a:txBody>
                  <a:tcPr/>
                </a:tc>
                <a:tc>
                  <a:txBody>
                    <a:bodyPr/>
                    <a:lstStyle/>
                    <a:p>
                      <a:r>
                        <a:rPr lang="en-US" sz="1400"/>
                        <a:t>Traditional</a:t>
                      </a:r>
                      <a:endParaRPr lang="en-GB" sz="1400"/>
                    </a:p>
                  </a:txBody>
                  <a:tcPr/>
                </a:tc>
                <a:extLst>
                  <a:ext uri="{0D108BD9-81ED-4DB2-BD59-A6C34878D82A}">
                    <a16:rowId xmlns:a16="http://schemas.microsoft.com/office/drawing/2014/main" val="3668196605"/>
                  </a:ext>
                </a:extLst>
              </a:tr>
              <a:tr h="740326">
                <a:tc>
                  <a:txBody>
                    <a:bodyPr/>
                    <a:lstStyle/>
                    <a:p>
                      <a:r>
                        <a:rPr lang="en-US" sz="1400"/>
                        <a:t>Infrastructure</a:t>
                      </a:r>
                      <a:endParaRPr lang="en-GB" sz="1400"/>
                    </a:p>
                  </a:txBody>
                  <a:tcPr/>
                </a:tc>
                <a:tc>
                  <a:txBody>
                    <a:bodyPr/>
                    <a:lstStyle/>
                    <a:p>
                      <a:r>
                        <a:rPr lang="en-US" sz="1400"/>
                        <a:t>Dedicated </a:t>
                      </a:r>
                      <a:endParaRPr lang="en-GB" sz="1400"/>
                    </a:p>
                  </a:txBody>
                  <a:tcPr/>
                </a:tc>
                <a:extLst>
                  <a:ext uri="{0D108BD9-81ED-4DB2-BD59-A6C34878D82A}">
                    <a16:rowId xmlns:a16="http://schemas.microsoft.com/office/drawing/2014/main" val="3736237481"/>
                  </a:ext>
                </a:extLst>
              </a:tr>
              <a:tr h="740326">
                <a:tc>
                  <a:txBody>
                    <a:bodyPr/>
                    <a:lstStyle/>
                    <a:p>
                      <a:r>
                        <a:rPr lang="en-US" sz="1400"/>
                        <a:t>Deployment mechanism </a:t>
                      </a:r>
                      <a:endParaRPr lang="en-GB" sz="1400"/>
                    </a:p>
                  </a:txBody>
                  <a:tcPr/>
                </a:tc>
                <a:tc>
                  <a:txBody>
                    <a:bodyPr/>
                    <a:lstStyle/>
                    <a:p>
                      <a:r>
                        <a:rPr lang="en-US" sz="1400"/>
                        <a:t>Manual/Config management </a:t>
                      </a:r>
                      <a:endParaRPr lang="en-GB" sz="1400"/>
                    </a:p>
                  </a:txBody>
                  <a:tcPr/>
                </a:tc>
                <a:extLst>
                  <a:ext uri="{0D108BD9-81ED-4DB2-BD59-A6C34878D82A}">
                    <a16:rowId xmlns:a16="http://schemas.microsoft.com/office/drawing/2014/main" val="2097921603"/>
                  </a:ext>
                </a:extLst>
              </a:tr>
              <a:tr h="518228">
                <a:tc>
                  <a:txBody>
                    <a:bodyPr/>
                    <a:lstStyle/>
                    <a:p>
                      <a:r>
                        <a:rPr lang="en-US" sz="1400"/>
                        <a:t>Architecture patterns</a:t>
                      </a:r>
                      <a:endParaRPr lang="en-GB" sz="1400"/>
                    </a:p>
                  </a:txBody>
                  <a:tcPr/>
                </a:tc>
                <a:tc>
                  <a:txBody>
                    <a:bodyPr/>
                    <a:lstStyle/>
                    <a:p>
                      <a:r>
                        <a:rPr lang="en-US" sz="1400"/>
                        <a:t>Monolithic</a:t>
                      </a:r>
                      <a:endParaRPr lang="en-GB" sz="1400"/>
                    </a:p>
                  </a:txBody>
                  <a:tcPr/>
                </a:tc>
                <a:extLst>
                  <a:ext uri="{0D108BD9-81ED-4DB2-BD59-A6C34878D82A}">
                    <a16:rowId xmlns:a16="http://schemas.microsoft.com/office/drawing/2014/main" val="1387513970"/>
                  </a:ext>
                </a:extLst>
              </a:tr>
              <a:tr h="394840">
                <a:tc>
                  <a:txBody>
                    <a:bodyPr/>
                    <a:lstStyle/>
                    <a:p>
                      <a:r>
                        <a:rPr lang="en-US" sz="1400"/>
                        <a:t>Complexity </a:t>
                      </a:r>
                      <a:endParaRPr lang="en-GB" sz="1400"/>
                    </a:p>
                  </a:txBody>
                  <a:tcPr/>
                </a:tc>
                <a:tc>
                  <a:txBody>
                    <a:bodyPr/>
                    <a:lstStyle/>
                    <a:p>
                      <a:r>
                        <a:rPr lang="en-US" sz="1400"/>
                        <a:t>Low</a:t>
                      </a:r>
                      <a:endParaRPr lang="en-GB" sz="1400"/>
                    </a:p>
                  </a:txBody>
                  <a:tcPr/>
                </a:tc>
                <a:extLst>
                  <a:ext uri="{0D108BD9-81ED-4DB2-BD59-A6C34878D82A}">
                    <a16:rowId xmlns:a16="http://schemas.microsoft.com/office/drawing/2014/main" val="1171947202"/>
                  </a:ext>
                </a:extLst>
              </a:tr>
              <a:tr h="394840">
                <a:tc>
                  <a:txBody>
                    <a:bodyPr/>
                    <a:lstStyle/>
                    <a:p>
                      <a:r>
                        <a:rPr lang="en-US" sz="1400"/>
                        <a:t>Provisioning lead times </a:t>
                      </a:r>
                      <a:endParaRPr lang="en-GB" sz="1400"/>
                    </a:p>
                  </a:txBody>
                  <a:tcPr/>
                </a:tc>
                <a:tc>
                  <a:txBody>
                    <a:bodyPr/>
                    <a:lstStyle/>
                    <a:p>
                      <a:r>
                        <a:rPr lang="en-US" sz="1400"/>
                        <a:t>Weeks / Months </a:t>
                      </a:r>
                      <a:endParaRPr lang="en-GB" sz="1400"/>
                    </a:p>
                  </a:txBody>
                  <a:tcPr/>
                </a:tc>
                <a:extLst>
                  <a:ext uri="{0D108BD9-81ED-4DB2-BD59-A6C34878D82A}">
                    <a16:rowId xmlns:a16="http://schemas.microsoft.com/office/drawing/2014/main" val="4105692231"/>
                  </a:ext>
                </a:extLst>
              </a:tr>
              <a:tr h="394840">
                <a:tc>
                  <a:txBody>
                    <a:bodyPr/>
                    <a:lstStyle/>
                    <a:p>
                      <a:r>
                        <a:rPr lang="en-US" sz="1400"/>
                        <a:t>Change lead time  </a:t>
                      </a:r>
                      <a:endParaRPr lang="en-GB" sz="1400"/>
                    </a:p>
                  </a:txBody>
                  <a:tcPr/>
                </a:tc>
                <a:tc>
                  <a:txBody>
                    <a:bodyPr/>
                    <a:lstStyle/>
                    <a:p>
                      <a:r>
                        <a:rPr lang="en-US" sz="1400"/>
                        <a:t>Days / Weeks</a:t>
                      </a:r>
                      <a:endParaRPr lang="en-GB" sz="1400"/>
                    </a:p>
                  </a:txBody>
                  <a:tcPr/>
                </a:tc>
                <a:extLst>
                  <a:ext uri="{0D108BD9-81ED-4DB2-BD59-A6C34878D82A}">
                    <a16:rowId xmlns:a16="http://schemas.microsoft.com/office/drawing/2014/main" val="626550461"/>
                  </a:ext>
                </a:extLst>
              </a:tr>
              <a:tr h="394840">
                <a:tc>
                  <a:txBody>
                    <a:bodyPr/>
                    <a:lstStyle/>
                    <a:p>
                      <a:r>
                        <a:rPr lang="en-US" sz="1400"/>
                        <a:t>Change failure rate </a:t>
                      </a:r>
                      <a:endParaRPr lang="en-GB" sz="1400"/>
                    </a:p>
                  </a:txBody>
                  <a:tcPr/>
                </a:tc>
                <a:tc>
                  <a:txBody>
                    <a:bodyPr/>
                    <a:lstStyle/>
                    <a:p>
                      <a:r>
                        <a:rPr lang="en-US" sz="1400"/>
                        <a:t>60%+ </a:t>
                      </a:r>
                      <a:endParaRPr lang="en-GB" sz="1400"/>
                    </a:p>
                  </a:txBody>
                  <a:tcPr/>
                </a:tc>
                <a:extLst>
                  <a:ext uri="{0D108BD9-81ED-4DB2-BD59-A6C34878D82A}">
                    <a16:rowId xmlns:a16="http://schemas.microsoft.com/office/drawing/2014/main" val="2754256375"/>
                  </a:ext>
                </a:extLst>
              </a:tr>
              <a:tr h="394840">
                <a:tc>
                  <a:txBody>
                    <a:bodyPr/>
                    <a:lstStyle/>
                    <a:p>
                      <a:r>
                        <a:rPr lang="en-US" sz="1400"/>
                        <a:t>Business Relevance </a:t>
                      </a:r>
                      <a:endParaRPr lang="en-GB" sz="1400"/>
                    </a:p>
                  </a:txBody>
                  <a:tcPr/>
                </a:tc>
                <a:tc>
                  <a:txBody>
                    <a:bodyPr/>
                    <a:lstStyle/>
                    <a:p>
                      <a:r>
                        <a:rPr lang="en-US" sz="1400"/>
                        <a:t>Supporting</a:t>
                      </a:r>
                      <a:endParaRPr lang="en-GB" sz="1400"/>
                    </a:p>
                  </a:txBody>
                  <a:tcPr/>
                </a:tc>
                <a:extLst>
                  <a:ext uri="{0D108BD9-81ED-4DB2-BD59-A6C34878D82A}">
                    <a16:rowId xmlns:a16="http://schemas.microsoft.com/office/drawing/2014/main" val="1935854298"/>
                  </a:ext>
                </a:extLst>
              </a:tr>
              <a:tr h="727986">
                <a:tc>
                  <a:txBody>
                    <a:bodyPr/>
                    <a:lstStyle/>
                    <a:p>
                      <a:r>
                        <a:rPr lang="en-US" sz="1400"/>
                        <a:t>Operation Model </a:t>
                      </a:r>
                      <a:endParaRPr lang="en-GB" sz="1400"/>
                    </a:p>
                  </a:txBody>
                  <a:tcPr/>
                </a:tc>
                <a:tc>
                  <a:txBody>
                    <a:bodyPr/>
                    <a:lstStyle/>
                    <a:p>
                      <a:r>
                        <a:rPr lang="en-US" sz="1400"/>
                        <a:t>Infrastructure  / centralized </a:t>
                      </a:r>
                      <a:endParaRPr lang="en-GB" sz="1400"/>
                    </a:p>
                  </a:txBody>
                  <a:tcPr/>
                </a:tc>
                <a:extLst>
                  <a:ext uri="{0D108BD9-81ED-4DB2-BD59-A6C34878D82A}">
                    <a16:rowId xmlns:a16="http://schemas.microsoft.com/office/drawing/2014/main" val="1505034928"/>
                  </a:ext>
                </a:extLst>
              </a:tr>
            </a:tbl>
          </a:graphicData>
        </a:graphic>
      </p:graphicFrame>
      <p:graphicFrame>
        <p:nvGraphicFramePr>
          <p:cNvPr id="3" name="Table 2">
            <a:extLst>
              <a:ext uri="{FF2B5EF4-FFF2-40B4-BE49-F238E27FC236}">
                <a16:creationId xmlns:a16="http://schemas.microsoft.com/office/drawing/2014/main" id="{75D9BB76-414B-23F9-9F28-226523C130E7}"/>
              </a:ext>
            </a:extLst>
          </p:cNvPr>
          <p:cNvGraphicFramePr>
            <a:graphicFrameLocks noGrp="1"/>
          </p:cNvGraphicFramePr>
          <p:nvPr>
            <p:extLst>
              <p:ext uri="{D42A27DB-BD31-4B8C-83A1-F6EECF244321}">
                <p14:modId xmlns:p14="http://schemas.microsoft.com/office/powerpoint/2010/main" val="2349538287"/>
              </p:ext>
            </p:extLst>
          </p:nvPr>
        </p:nvGraphicFramePr>
        <p:xfrm>
          <a:off x="3840112" y="1224922"/>
          <a:ext cx="2149312" cy="5115795"/>
        </p:xfrm>
        <a:graphic>
          <a:graphicData uri="http://schemas.openxmlformats.org/drawingml/2006/table">
            <a:tbl>
              <a:tblPr firstRow="1" bandRow="1">
                <a:tableStyleId>{21E4AEA4-8DFA-4A89-87EB-49C32662AFE0}</a:tableStyleId>
              </a:tblPr>
              <a:tblGrid>
                <a:gridCol w="2149312">
                  <a:extLst>
                    <a:ext uri="{9D8B030D-6E8A-4147-A177-3AD203B41FA5}">
                      <a16:colId xmlns:a16="http://schemas.microsoft.com/office/drawing/2014/main" val="2446583294"/>
                    </a:ext>
                  </a:extLst>
                </a:gridCol>
              </a:tblGrid>
              <a:tr h="411872">
                <a:tc>
                  <a:txBody>
                    <a:bodyPr/>
                    <a:lstStyle/>
                    <a:p>
                      <a:r>
                        <a:rPr lang="en-US" sz="1400"/>
                        <a:t>Starter  </a:t>
                      </a:r>
                      <a:endParaRPr lang="en-GB" sz="1400"/>
                    </a:p>
                  </a:txBody>
                  <a:tcPr/>
                </a:tc>
                <a:extLst>
                  <a:ext uri="{0D108BD9-81ED-4DB2-BD59-A6C34878D82A}">
                    <a16:rowId xmlns:a16="http://schemas.microsoft.com/office/drawing/2014/main" val="4203401407"/>
                  </a:ext>
                </a:extLst>
              </a:tr>
              <a:tr h="747117">
                <a:tc>
                  <a:txBody>
                    <a:bodyPr/>
                    <a:lstStyle/>
                    <a:p>
                      <a:r>
                        <a:rPr lang="en-US" sz="1400"/>
                        <a:t>Cloud (VMs + some PaaS) </a:t>
                      </a:r>
                      <a:endParaRPr lang="en-GB" sz="1400"/>
                    </a:p>
                  </a:txBody>
                  <a:tcPr/>
                </a:tc>
                <a:extLst>
                  <a:ext uri="{0D108BD9-81ED-4DB2-BD59-A6C34878D82A}">
                    <a16:rowId xmlns:a16="http://schemas.microsoft.com/office/drawing/2014/main" val="3740620018"/>
                  </a:ext>
                </a:extLst>
              </a:tr>
              <a:tr h="737538">
                <a:tc>
                  <a:txBody>
                    <a:bodyPr/>
                    <a:lstStyle/>
                    <a:p>
                      <a:r>
                        <a:rPr lang="en-US" sz="1400"/>
                        <a:t>Infrastructure as code, config management, CI/CD pipelines</a:t>
                      </a:r>
                      <a:endParaRPr lang="en-GB" sz="1400"/>
                    </a:p>
                  </a:txBody>
                  <a:tcPr/>
                </a:tc>
                <a:extLst>
                  <a:ext uri="{0D108BD9-81ED-4DB2-BD59-A6C34878D82A}">
                    <a16:rowId xmlns:a16="http://schemas.microsoft.com/office/drawing/2014/main" val="2332377483"/>
                  </a:ext>
                </a:extLst>
              </a:tr>
              <a:tr h="517235">
                <a:tc>
                  <a:txBody>
                    <a:bodyPr/>
                    <a:lstStyle/>
                    <a:p>
                      <a:r>
                        <a:rPr lang="en-US" sz="1400"/>
                        <a:t>Monolithic / Domain-based</a:t>
                      </a:r>
                      <a:endParaRPr lang="en-GB" sz="1400"/>
                    </a:p>
                  </a:txBody>
                  <a:tcPr/>
                </a:tc>
                <a:extLst>
                  <a:ext uri="{0D108BD9-81ED-4DB2-BD59-A6C34878D82A}">
                    <a16:rowId xmlns:a16="http://schemas.microsoft.com/office/drawing/2014/main" val="3072112197"/>
                  </a:ext>
                </a:extLst>
              </a:tr>
              <a:tr h="392714">
                <a:tc>
                  <a:txBody>
                    <a:bodyPr/>
                    <a:lstStyle/>
                    <a:p>
                      <a:r>
                        <a:rPr lang="en-US" sz="1400"/>
                        <a:t>Low</a:t>
                      </a:r>
                      <a:endParaRPr lang="en-GB" sz="1400"/>
                    </a:p>
                  </a:txBody>
                  <a:tcPr/>
                </a:tc>
                <a:extLst>
                  <a:ext uri="{0D108BD9-81ED-4DB2-BD59-A6C34878D82A}">
                    <a16:rowId xmlns:a16="http://schemas.microsoft.com/office/drawing/2014/main" val="3164313754"/>
                  </a:ext>
                </a:extLst>
              </a:tr>
              <a:tr h="392714">
                <a:tc>
                  <a:txBody>
                    <a:bodyPr/>
                    <a:lstStyle/>
                    <a:p>
                      <a:r>
                        <a:rPr lang="en-US" sz="1400"/>
                        <a:t>Days / Weeks</a:t>
                      </a:r>
                      <a:endParaRPr lang="en-GB" sz="1400"/>
                    </a:p>
                  </a:txBody>
                  <a:tcPr/>
                </a:tc>
                <a:extLst>
                  <a:ext uri="{0D108BD9-81ED-4DB2-BD59-A6C34878D82A}">
                    <a16:rowId xmlns:a16="http://schemas.microsoft.com/office/drawing/2014/main" val="2869896880"/>
                  </a:ext>
                </a:extLst>
              </a:tr>
              <a:tr h="392714">
                <a:tc>
                  <a:txBody>
                    <a:bodyPr/>
                    <a:lstStyle/>
                    <a:p>
                      <a:r>
                        <a:rPr lang="en-US" sz="1400"/>
                        <a:t>Days / Weeks </a:t>
                      </a:r>
                      <a:endParaRPr lang="en-GB" sz="1400"/>
                    </a:p>
                  </a:txBody>
                  <a:tcPr/>
                </a:tc>
                <a:extLst>
                  <a:ext uri="{0D108BD9-81ED-4DB2-BD59-A6C34878D82A}">
                    <a16:rowId xmlns:a16="http://schemas.microsoft.com/office/drawing/2014/main" val="3731586365"/>
                  </a:ext>
                </a:extLst>
              </a:tr>
              <a:tr h="392714">
                <a:tc>
                  <a:txBody>
                    <a:bodyPr/>
                    <a:lstStyle/>
                    <a:p>
                      <a:r>
                        <a:rPr lang="en-US" sz="1400"/>
                        <a:t>40-60%</a:t>
                      </a:r>
                      <a:endParaRPr lang="en-GB" sz="1400"/>
                    </a:p>
                  </a:txBody>
                  <a:tcPr/>
                </a:tc>
                <a:extLst>
                  <a:ext uri="{0D108BD9-81ED-4DB2-BD59-A6C34878D82A}">
                    <a16:rowId xmlns:a16="http://schemas.microsoft.com/office/drawing/2014/main" val="3145572678"/>
                  </a:ext>
                </a:extLst>
              </a:tr>
              <a:tr h="392714">
                <a:tc>
                  <a:txBody>
                    <a:bodyPr/>
                    <a:lstStyle/>
                    <a:p>
                      <a:r>
                        <a:rPr lang="en-US" sz="1400"/>
                        <a:t>Supporting / digital twin</a:t>
                      </a:r>
                      <a:endParaRPr lang="en-GB" sz="1400"/>
                    </a:p>
                  </a:txBody>
                  <a:tcPr/>
                </a:tc>
                <a:extLst>
                  <a:ext uri="{0D108BD9-81ED-4DB2-BD59-A6C34878D82A}">
                    <a16:rowId xmlns:a16="http://schemas.microsoft.com/office/drawing/2014/main" val="2141463419"/>
                  </a:ext>
                </a:extLst>
              </a:tr>
              <a:tr h="737538">
                <a:tc>
                  <a:txBody>
                    <a:bodyPr/>
                    <a:lstStyle/>
                    <a:p>
                      <a:r>
                        <a:rPr lang="en-US" sz="1400"/>
                        <a:t>Centralized IT / Ticket Driven, Cloud Management Office </a:t>
                      </a:r>
                      <a:endParaRPr lang="en-GB" sz="1400"/>
                    </a:p>
                  </a:txBody>
                  <a:tcPr/>
                </a:tc>
                <a:extLst>
                  <a:ext uri="{0D108BD9-81ED-4DB2-BD59-A6C34878D82A}">
                    <a16:rowId xmlns:a16="http://schemas.microsoft.com/office/drawing/2014/main" val="1778329139"/>
                  </a:ext>
                </a:extLst>
              </a:tr>
            </a:tbl>
          </a:graphicData>
        </a:graphic>
      </p:graphicFrame>
      <p:graphicFrame>
        <p:nvGraphicFramePr>
          <p:cNvPr id="4" name="Table 3">
            <a:extLst>
              <a:ext uri="{FF2B5EF4-FFF2-40B4-BE49-F238E27FC236}">
                <a16:creationId xmlns:a16="http://schemas.microsoft.com/office/drawing/2014/main" id="{4857F7F7-97CC-FE20-1B31-B0B2D32F02FF}"/>
              </a:ext>
            </a:extLst>
          </p:cNvPr>
          <p:cNvGraphicFramePr>
            <a:graphicFrameLocks noGrp="1"/>
          </p:cNvGraphicFramePr>
          <p:nvPr>
            <p:extLst>
              <p:ext uri="{D42A27DB-BD31-4B8C-83A1-F6EECF244321}">
                <p14:modId xmlns:p14="http://schemas.microsoft.com/office/powerpoint/2010/main" val="2780935627"/>
              </p:ext>
            </p:extLst>
          </p:nvPr>
        </p:nvGraphicFramePr>
        <p:xfrm>
          <a:off x="5989424" y="1216163"/>
          <a:ext cx="1964874" cy="5095771"/>
        </p:xfrm>
        <a:graphic>
          <a:graphicData uri="http://schemas.openxmlformats.org/drawingml/2006/table">
            <a:tbl>
              <a:tblPr firstRow="1" bandRow="1">
                <a:tableStyleId>{21E4AEA4-8DFA-4A89-87EB-49C32662AFE0}</a:tableStyleId>
              </a:tblPr>
              <a:tblGrid>
                <a:gridCol w="1964874">
                  <a:extLst>
                    <a:ext uri="{9D8B030D-6E8A-4147-A177-3AD203B41FA5}">
                      <a16:colId xmlns:a16="http://schemas.microsoft.com/office/drawing/2014/main" val="3860849263"/>
                    </a:ext>
                  </a:extLst>
                </a:gridCol>
              </a:tblGrid>
              <a:tr h="402297">
                <a:tc>
                  <a:txBody>
                    <a:bodyPr/>
                    <a:lstStyle/>
                    <a:p>
                      <a:r>
                        <a:rPr lang="en-US" sz="1400"/>
                        <a:t>Mid</a:t>
                      </a:r>
                      <a:endParaRPr lang="en-GB" sz="1400"/>
                    </a:p>
                  </a:txBody>
                  <a:tcPr/>
                </a:tc>
                <a:extLst>
                  <a:ext uri="{0D108BD9-81ED-4DB2-BD59-A6C34878D82A}">
                    <a16:rowId xmlns:a16="http://schemas.microsoft.com/office/drawing/2014/main" val="598515643"/>
                  </a:ext>
                </a:extLst>
              </a:tr>
              <a:tr h="747124">
                <a:tc>
                  <a:txBody>
                    <a:bodyPr/>
                    <a:lstStyle/>
                    <a:p>
                      <a:r>
                        <a:rPr lang="en-US" sz="1400"/>
                        <a:t>Cloud (VMs, PaaS, SaaS)  </a:t>
                      </a:r>
                      <a:endParaRPr lang="en-GB" sz="1400"/>
                    </a:p>
                  </a:txBody>
                  <a:tcPr/>
                </a:tc>
                <a:extLst>
                  <a:ext uri="{0D108BD9-81ED-4DB2-BD59-A6C34878D82A}">
                    <a16:rowId xmlns:a16="http://schemas.microsoft.com/office/drawing/2014/main" val="1935849940"/>
                  </a:ext>
                </a:extLst>
              </a:tr>
              <a:tr h="756703">
                <a:tc>
                  <a:txBody>
                    <a:bodyPr/>
                    <a:lstStyle/>
                    <a:p>
                      <a:r>
                        <a:rPr lang="en-US" sz="1400"/>
                        <a:t>Infrastructure as code, config management, CI/CD pipelines </a:t>
                      </a:r>
                      <a:endParaRPr lang="en-GB" sz="1400"/>
                    </a:p>
                  </a:txBody>
                  <a:tcPr/>
                </a:tc>
                <a:extLst>
                  <a:ext uri="{0D108BD9-81ED-4DB2-BD59-A6C34878D82A}">
                    <a16:rowId xmlns:a16="http://schemas.microsoft.com/office/drawing/2014/main" val="1371668844"/>
                  </a:ext>
                </a:extLst>
              </a:tr>
              <a:tr h="545975">
                <a:tc>
                  <a:txBody>
                    <a:bodyPr/>
                    <a:lstStyle/>
                    <a:p>
                      <a:r>
                        <a:rPr lang="en-US" sz="1400"/>
                        <a:t>Domain-based, Service Based </a:t>
                      </a:r>
                      <a:endParaRPr lang="en-GB" sz="1400"/>
                    </a:p>
                  </a:txBody>
                  <a:tcPr/>
                </a:tc>
                <a:extLst>
                  <a:ext uri="{0D108BD9-81ED-4DB2-BD59-A6C34878D82A}">
                    <a16:rowId xmlns:a16="http://schemas.microsoft.com/office/drawing/2014/main" val="895134617"/>
                  </a:ext>
                </a:extLst>
              </a:tr>
              <a:tr h="383141">
                <a:tc>
                  <a:txBody>
                    <a:bodyPr/>
                    <a:lstStyle/>
                    <a:p>
                      <a:r>
                        <a:rPr lang="en-US" sz="1400"/>
                        <a:t>Medium</a:t>
                      </a:r>
                      <a:endParaRPr lang="en-GB" sz="1400"/>
                    </a:p>
                  </a:txBody>
                  <a:tcPr/>
                </a:tc>
                <a:extLst>
                  <a:ext uri="{0D108BD9-81ED-4DB2-BD59-A6C34878D82A}">
                    <a16:rowId xmlns:a16="http://schemas.microsoft.com/office/drawing/2014/main" val="2103906219"/>
                  </a:ext>
                </a:extLst>
              </a:tr>
              <a:tr h="383141">
                <a:tc>
                  <a:txBody>
                    <a:bodyPr/>
                    <a:lstStyle/>
                    <a:p>
                      <a:r>
                        <a:rPr lang="en-US" sz="1400"/>
                        <a:t>Days / Weeks </a:t>
                      </a:r>
                      <a:endParaRPr lang="en-GB" sz="1400"/>
                    </a:p>
                  </a:txBody>
                  <a:tcPr/>
                </a:tc>
                <a:extLst>
                  <a:ext uri="{0D108BD9-81ED-4DB2-BD59-A6C34878D82A}">
                    <a16:rowId xmlns:a16="http://schemas.microsoft.com/office/drawing/2014/main" val="1445233060"/>
                  </a:ext>
                </a:extLst>
              </a:tr>
              <a:tr h="383141">
                <a:tc>
                  <a:txBody>
                    <a:bodyPr/>
                    <a:lstStyle/>
                    <a:p>
                      <a:r>
                        <a:rPr lang="en-US" sz="1400"/>
                        <a:t>Days</a:t>
                      </a:r>
                      <a:endParaRPr lang="en-GB" sz="1400"/>
                    </a:p>
                  </a:txBody>
                  <a:tcPr/>
                </a:tc>
                <a:extLst>
                  <a:ext uri="{0D108BD9-81ED-4DB2-BD59-A6C34878D82A}">
                    <a16:rowId xmlns:a16="http://schemas.microsoft.com/office/drawing/2014/main" val="3204280720"/>
                  </a:ext>
                </a:extLst>
              </a:tr>
              <a:tr h="383141">
                <a:tc>
                  <a:txBody>
                    <a:bodyPr/>
                    <a:lstStyle/>
                    <a:p>
                      <a:r>
                        <a:rPr lang="en-US" sz="1400"/>
                        <a:t>20-40%</a:t>
                      </a:r>
                      <a:endParaRPr lang="en-GB" sz="1400"/>
                    </a:p>
                  </a:txBody>
                  <a:tcPr/>
                </a:tc>
                <a:extLst>
                  <a:ext uri="{0D108BD9-81ED-4DB2-BD59-A6C34878D82A}">
                    <a16:rowId xmlns:a16="http://schemas.microsoft.com/office/drawing/2014/main" val="1400920918"/>
                  </a:ext>
                </a:extLst>
              </a:tr>
              <a:tr h="383141">
                <a:tc>
                  <a:txBody>
                    <a:bodyPr/>
                    <a:lstStyle/>
                    <a:p>
                      <a:r>
                        <a:rPr lang="en-US" sz="1400"/>
                        <a:t>Core</a:t>
                      </a:r>
                      <a:endParaRPr lang="en-GB" sz="1400"/>
                    </a:p>
                  </a:txBody>
                  <a:tcPr/>
                </a:tc>
                <a:extLst>
                  <a:ext uri="{0D108BD9-81ED-4DB2-BD59-A6C34878D82A}">
                    <a16:rowId xmlns:a16="http://schemas.microsoft.com/office/drawing/2014/main" val="1067252760"/>
                  </a:ext>
                </a:extLst>
              </a:tr>
              <a:tr h="727967">
                <a:tc>
                  <a:txBody>
                    <a:bodyPr/>
                    <a:lstStyle/>
                    <a:p>
                      <a:r>
                        <a:rPr lang="en-US" sz="1400"/>
                        <a:t>Cloud Management Office / Centralized</a:t>
                      </a:r>
                      <a:endParaRPr lang="en-GB" sz="1400"/>
                    </a:p>
                  </a:txBody>
                  <a:tcPr/>
                </a:tc>
                <a:extLst>
                  <a:ext uri="{0D108BD9-81ED-4DB2-BD59-A6C34878D82A}">
                    <a16:rowId xmlns:a16="http://schemas.microsoft.com/office/drawing/2014/main" val="627919502"/>
                  </a:ext>
                </a:extLst>
              </a:tr>
            </a:tbl>
          </a:graphicData>
        </a:graphic>
      </p:graphicFrame>
      <p:graphicFrame>
        <p:nvGraphicFramePr>
          <p:cNvPr id="6" name="Table 5">
            <a:extLst>
              <a:ext uri="{FF2B5EF4-FFF2-40B4-BE49-F238E27FC236}">
                <a16:creationId xmlns:a16="http://schemas.microsoft.com/office/drawing/2014/main" id="{8E4BDF57-AA19-3CA2-07BC-B348DCF03DC2}"/>
              </a:ext>
            </a:extLst>
          </p:cNvPr>
          <p:cNvGraphicFramePr>
            <a:graphicFrameLocks noGrp="1"/>
          </p:cNvGraphicFramePr>
          <p:nvPr>
            <p:extLst>
              <p:ext uri="{D42A27DB-BD31-4B8C-83A1-F6EECF244321}">
                <p14:modId xmlns:p14="http://schemas.microsoft.com/office/powerpoint/2010/main" val="1957123863"/>
              </p:ext>
            </p:extLst>
          </p:nvPr>
        </p:nvGraphicFramePr>
        <p:xfrm>
          <a:off x="7957346" y="1216163"/>
          <a:ext cx="2357086" cy="5124675"/>
        </p:xfrm>
        <a:graphic>
          <a:graphicData uri="http://schemas.openxmlformats.org/drawingml/2006/table">
            <a:tbl>
              <a:tblPr firstRow="1" bandRow="1">
                <a:tableStyleId>{21E4AEA4-8DFA-4A89-87EB-49C32662AFE0}</a:tableStyleId>
              </a:tblPr>
              <a:tblGrid>
                <a:gridCol w="2357086">
                  <a:extLst>
                    <a:ext uri="{9D8B030D-6E8A-4147-A177-3AD203B41FA5}">
                      <a16:colId xmlns:a16="http://schemas.microsoft.com/office/drawing/2014/main" val="396118475"/>
                    </a:ext>
                  </a:extLst>
                </a:gridCol>
              </a:tblGrid>
              <a:tr h="406874">
                <a:tc>
                  <a:txBody>
                    <a:bodyPr/>
                    <a:lstStyle/>
                    <a:p>
                      <a:r>
                        <a:rPr lang="en-US" sz="1400"/>
                        <a:t>Experienced </a:t>
                      </a:r>
                      <a:endParaRPr lang="en-GB" sz="1400"/>
                    </a:p>
                  </a:txBody>
                  <a:tcPr/>
                </a:tc>
                <a:extLst>
                  <a:ext uri="{0D108BD9-81ED-4DB2-BD59-A6C34878D82A}">
                    <a16:rowId xmlns:a16="http://schemas.microsoft.com/office/drawing/2014/main" val="1508056373"/>
                  </a:ext>
                </a:extLst>
              </a:tr>
              <a:tr h="73624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Cloud (VMs, PaaS, SaaS, Cloud native) </a:t>
                      </a:r>
                      <a:endParaRPr lang="en-GB" sz="1400"/>
                    </a:p>
                    <a:p>
                      <a:endParaRPr lang="en-GB" sz="1400"/>
                    </a:p>
                  </a:txBody>
                  <a:tcPr/>
                </a:tc>
                <a:extLst>
                  <a:ext uri="{0D108BD9-81ED-4DB2-BD59-A6C34878D82A}">
                    <a16:rowId xmlns:a16="http://schemas.microsoft.com/office/drawing/2014/main" val="2406756394"/>
                  </a:ext>
                </a:extLst>
              </a:tr>
              <a:tr h="736249">
                <a:tc>
                  <a:txBody>
                    <a:bodyPr/>
                    <a:lstStyle/>
                    <a:p>
                      <a:r>
                        <a:rPr lang="en-US" sz="1400"/>
                        <a:t>Infrastructure as code, config management, CI/CD pipelines, immutable</a:t>
                      </a:r>
                      <a:endParaRPr lang="en-GB" sz="1400"/>
                    </a:p>
                  </a:txBody>
                  <a:tcPr/>
                </a:tc>
                <a:extLst>
                  <a:ext uri="{0D108BD9-81ED-4DB2-BD59-A6C34878D82A}">
                    <a16:rowId xmlns:a16="http://schemas.microsoft.com/office/drawing/2014/main" val="937123629"/>
                  </a:ext>
                </a:extLst>
              </a:tr>
              <a:tr h="523124">
                <a:tc>
                  <a:txBody>
                    <a:bodyPr/>
                    <a:lstStyle/>
                    <a:p>
                      <a:r>
                        <a:rPr lang="en-US" sz="1400"/>
                        <a:t>Domain, Service, Microservice </a:t>
                      </a:r>
                      <a:endParaRPr lang="en-GB" sz="1400"/>
                    </a:p>
                  </a:txBody>
                  <a:tcPr/>
                </a:tc>
                <a:extLst>
                  <a:ext uri="{0D108BD9-81ED-4DB2-BD59-A6C34878D82A}">
                    <a16:rowId xmlns:a16="http://schemas.microsoft.com/office/drawing/2014/main" val="2135480591"/>
                  </a:ext>
                </a:extLst>
              </a:tr>
              <a:tr h="397186">
                <a:tc>
                  <a:txBody>
                    <a:bodyPr/>
                    <a:lstStyle/>
                    <a:p>
                      <a:r>
                        <a:rPr lang="en-US" sz="1400"/>
                        <a:t>Medium / High</a:t>
                      </a:r>
                      <a:endParaRPr lang="en-GB" sz="1400"/>
                    </a:p>
                  </a:txBody>
                  <a:tcPr/>
                </a:tc>
                <a:extLst>
                  <a:ext uri="{0D108BD9-81ED-4DB2-BD59-A6C34878D82A}">
                    <a16:rowId xmlns:a16="http://schemas.microsoft.com/office/drawing/2014/main" val="2019633702"/>
                  </a:ext>
                </a:extLst>
              </a:tr>
              <a:tr h="397186">
                <a:tc>
                  <a:txBody>
                    <a:bodyPr/>
                    <a:lstStyle/>
                    <a:p>
                      <a:r>
                        <a:rPr lang="en-US" sz="1400"/>
                        <a:t>Hours / Days</a:t>
                      </a:r>
                      <a:endParaRPr lang="en-GB" sz="1400"/>
                    </a:p>
                  </a:txBody>
                  <a:tcPr/>
                </a:tc>
                <a:extLst>
                  <a:ext uri="{0D108BD9-81ED-4DB2-BD59-A6C34878D82A}">
                    <a16:rowId xmlns:a16="http://schemas.microsoft.com/office/drawing/2014/main" val="611639897"/>
                  </a:ext>
                </a:extLst>
              </a:tr>
              <a:tr h="397186">
                <a:tc>
                  <a:txBody>
                    <a:bodyPr/>
                    <a:lstStyle/>
                    <a:p>
                      <a:r>
                        <a:rPr lang="en-US" sz="1400"/>
                        <a:t>Hours</a:t>
                      </a:r>
                      <a:endParaRPr lang="en-GB" sz="1400"/>
                    </a:p>
                  </a:txBody>
                  <a:tcPr/>
                </a:tc>
                <a:extLst>
                  <a:ext uri="{0D108BD9-81ED-4DB2-BD59-A6C34878D82A}">
                    <a16:rowId xmlns:a16="http://schemas.microsoft.com/office/drawing/2014/main" val="1772435727"/>
                  </a:ext>
                </a:extLst>
              </a:tr>
              <a:tr h="397186">
                <a:tc>
                  <a:txBody>
                    <a:bodyPr/>
                    <a:lstStyle/>
                    <a:p>
                      <a:r>
                        <a:rPr lang="en-US" sz="1400"/>
                        <a:t>&lt;10%</a:t>
                      </a:r>
                      <a:endParaRPr lang="en-GB" sz="1400"/>
                    </a:p>
                  </a:txBody>
                  <a:tcPr/>
                </a:tc>
                <a:extLst>
                  <a:ext uri="{0D108BD9-81ED-4DB2-BD59-A6C34878D82A}">
                    <a16:rowId xmlns:a16="http://schemas.microsoft.com/office/drawing/2014/main" val="2643909451"/>
                  </a:ext>
                </a:extLst>
              </a:tr>
              <a:tr h="397186">
                <a:tc>
                  <a:txBody>
                    <a:bodyPr/>
                    <a:lstStyle/>
                    <a:p>
                      <a:r>
                        <a:rPr lang="en-US" sz="1400"/>
                        <a:t>Critical</a:t>
                      </a:r>
                      <a:endParaRPr lang="en-GB" sz="1400"/>
                    </a:p>
                  </a:txBody>
                  <a:tcPr/>
                </a:tc>
                <a:extLst>
                  <a:ext uri="{0D108BD9-81ED-4DB2-BD59-A6C34878D82A}">
                    <a16:rowId xmlns:a16="http://schemas.microsoft.com/office/drawing/2014/main" val="1950493809"/>
                  </a:ext>
                </a:extLst>
              </a:tr>
              <a:tr h="736249">
                <a:tc>
                  <a:txBody>
                    <a:bodyPr/>
                    <a:lstStyle/>
                    <a:p>
                      <a:r>
                        <a:rPr lang="en-US" sz="1400" err="1"/>
                        <a:t>CCoE</a:t>
                      </a:r>
                      <a:r>
                        <a:rPr lang="en-US" sz="1400"/>
                        <a:t> / Distributed Ops </a:t>
                      </a:r>
                      <a:endParaRPr lang="en-GB" sz="1400"/>
                    </a:p>
                  </a:txBody>
                  <a:tcPr/>
                </a:tc>
                <a:extLst>
                  <a:ext uri="{0D108BD9-81ED-4DB2-BD59-A6C34878D82A}">
                    <a16:rowId xmlns:a16="http://schemas.microsoft.com/office/drawing/2014/main" val="478286646"/>
                  </a:ext>
                </a:extLst>
              </a:tr>
            </a:tbl>
          </a:graphicData>
        </a:graphic>
      </p:graphicFrame>
      <p:pic>
        <p:nvPicPr>
          <p:cNvPr id="27" name="Picture 26" descr="image.png"/>
          <p:cNvPicPr>
            <a:picLocks noChangeAspect="1"/>
          </p:cNvPicPr>
          <p:nvPr/>
        </p:nvPicPr>
        <p:blipFill>
          <a:blip r:embed="rId3"/>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602592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3C2FAB-61B1-7C66-23F8-0811BEE22FEB}"/>
              </a:ext>
            </a:extLst>
          </p:cNvPr>
          <p:cNvSpPr>
            <a:spLocks noGrp="1"/>
          </p:cNvSpPr>
          <p:nvPr>
            <p:ph type="sldNum" sz="quarter" idx="11"/>
          </p:nvPr>
        </p:nvSpPr>
        <p:spPr/>
        <p:txBody>
          <a:bodyPr/>
          <a:lstStyle/>
          <a:p>
            <a:fld id="{762E77F0-FB5B-4E8E-9BC9-34F14560A017}" type="slidenum">
              <a:rPr lang="en-US" smtClean="0"/>
              <a:pPr/>
              <a:t>4</a:t>
            </a:fld>
            <a:endParaRPr lang="en-US"/>
          </a:p>
        </p:txBody>
      </p:sp>
      <p:sp>
        <p:nvSpPr>
          <p:cNvPr id="3" name="TextBox 2">
            <a:extLst>
              <a:ext uri="{FF2B5EF4-FFF2-40B4-BE49-F238E27FC236}">
                <a16:creationId xmlns:a16="http://schemas.microsoft.com/office/drawing/2014/main" id="{BD83974F-624B-675B-A54F-11A0055C0442}"/>
              </a:ext>
            </a:extLst>
          </p:cNvPr>
          <p:cNvSpPr txBox="1"/>
          <p:nvPr/>
        </p:nvSpPr>
        <p:spPr>
          <a:xfrm>
            <a:off x="164592" y="255026"/>
            <a:ext cx="9559027" cy="523220"/>
          </a:xfrm>
          <a:prstGeom prst="rect">
            <a:avLst/>
          </a:prstGeom>
          <a:noFill/>
        </p:spPr>
        <p:txBody>
          <a:bodyPr wrap="none" rtlCol="0">
            <a:spAutoFit/>
          </a:bodyPr>
          <a:lstStyle/>
          <a:p>
            <a:pPr algn="l"/>
            <a:r>
              <a:rPr lang="en-US" sz="2800">
                <a:solidFill>
                  <a:schemeClr val="bg1"/>
                </a:solidFill>
              </a:rPr>
              <a:t>What are the key influences factors for going to the cloud? </a:t>
            </a:r>
            <a:endParaRPr lang="en-GB" sz="2800" err="1">
              <a:solidFill>
                <a:schemeClr val="bg1"/>
              </a:solidFill>
            </a:endParaRPr>
          </a:p>
        </p:txBody>
      </p:sp>
      <p:sp>
        <p:nvSpPr>
          <p:cNvPr id="5" name="AutoShape 2" descr="A minimalist map with typographic contour lines and hiking paths. The background is light, in muted tones like gray or beige, with contour lines curving smoothly to represent elevation. Hiking paths are marked with subtle dashed or dotted lines, weaving through the map. An arrow labeled 'You Are Here' in bold red should be moved to the top right area of the map, clearly pointing to a specific point on the trails. The overall design remains clean, with the focus on the hiking paths, contour lines, and the relocated 'You Are Here' label.">
            <a:extLst>
              <a:ext uri="{FF2B5EF4-FFF2-40B4-BE49-F238E27FC236}">
                <a16:creationId xmlns:a16="http://schemas.microsoft.com/office/drawing/2014/main" id="{4A94B50E-4F6C-D194-6101-6AB744158192}"/>
              </a:ext>
            </a:extLst>
          </p:cNvPr>
          <p:cNvSpPr>
            <a:spLocks noChangeAspect="1" noChangeArrowheads="1"/>
          </p:cNvSpPr>
          <p:nvPr/>
        </p:nvSpPr>
        <p:spPr bwMode="auto">
          <a:xfrm>
            <a:off x="5943600" y="3328416"/>
            <a:ext cx="304800" cy="25298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TextBox 5">
            <a:extLst>
              <a:ext uri="{FF2B5EF4-FFF2-40B4-BE49-F238E27FC236}">
                <a16:creationId xmlns:a16="http://schemas.microsoft.com/office/drawing/2014/main" id="{BD3F4EAF-FBC9-B03F-97BF-20589F9DBFD3}"/>
              </a:ext>
            </a:extLst>
          </p:cNvPr>
          <p:cNvSpPr txBox="1"/>
          <p:nvPr/>
        </p:nvSpPr>
        <p:spPr>
          <a:xfrm>
            <a:off x="163830" y="1320546"/>
            <a:ext cx="11518511" cy="4524315"/>
          </a:xfrm>
          <a:prstGeom prst="rect">
            <a:avLst/>
          </a:prstGeom>
          <a:noFill/>
        </p:spPr>
        <p:txBody>
          <a:bodyPr wrap="square" lIns="91440" tIns="45720" rIns="91440" bIns="45720" rtlCol="0" anchor="t">
            <a:spAutoFit/>
          </a:bodyPr>
          <a:lstStyle/>
          <a:p>
            <a:pPr marL="285750" indent="-285750">
              <a:buFont typeface="Arial,Sans-Serif" panose="020B0604020202020204" pitchFamily="34" charset="0"/>
              <a:buChar char="•"/>
            </a:pPr>
            <a:r>
              <a:rPr lang="en-US" sz="1800" dirty="0"/>
              <a:t>What key business outcomes are you targeting in the next 12 months? </a:t>
            </a:r>
            <a:endParaRPr lang="en-US" sz="1800" dirty="0">
              <a:cs typeface="Aktiv Grotesk"/>
            </a:endParaRPr>
          </a:p>
          <a:p>
            <a:pPr marL="285750" indent="-285750" algn="l">
              <a:buFont typeface="Arial,Sans-Serif" panose="020B0604020202020204" pitchFamily="34" charset="0"/>
              <a:buChar char="•"/>
            </a:pPr>
            <a:endParaRPr lang="en-US" sz="1800" dirty="0">
              <a:cs typeface="Aktiv Grotesk"/>
            </a:endParaRPr>
          </a:p>
          <a:p>
            <a:pPr marL="285750" indent="-285750">
              <a:buFont typeface="Arial,Sans-Serif" panose="020B0604020202020204" pitchFamily="34" charset="0"/>
              <a:buChar char="•"/>
            </a:pPr>
            <a:r>
              <a:rPr lang="en-US" sz="1800" dirty="0"/>
              <a:t>How does your IT strategy support those business goals? </a:t>
            </a:r>
            <a:endParaRPr lang="en-US" sz="1800" dirty="0">
              <a:cs typeface="Aktiv Grotesk"/>
            </a:endParaRPr>
          </a:p>
          <a:p>
            <a:pPr marL="285750" indent="-285750" algn="l">
              <a:buFont typeface="Arial,Sans-Serif" panose="020B0604020202020204" pitchFamily="34" charset="0"/>
              <a:buChar char="•"/>
            </a:pPr>
            <a:endParaRPr lang="en-US" sz="1800" dirty="0">
              <a:cs typeface="Aktiv Grotesk"/>
            </a:endParaRPr>
          </a:p>
          <a:p>
            <a:pPr marL="285750" indent="-285750">
              <a:buFont typeface="Arial,Sans-Serif" panose="020B0604020202020204" pitchFamily="34" charset="0"/>
              <a:buChar char="•"/>
            </a:pPr>
            <a:r>
              <a:rPr lang="en-US" sz="1800" dirty="0"/>
              <a:t>Where are the skills strong versus where do you rely on external help? </a:t>
            </a:r>
            <a:endParaRPr lang="en-US" sz="1800" dirty="0">
              <a:cs typeface="Aktiv Grotesk"/>
            </a:endParaRPr>
          </a:p>
          <a:p>
            <a:pPr marL="285750" indent="-285750" algn="l">
              <a:buFont typeface="Arial,Sans-Serif" panose="020B0604020202020204" pitchFamily="34" charset="0"/>
              <a:buChar char="•"/>
            </a:pPr>
            <a:endParaRPr lang="en-US" sz="1800" dirty="0">
              <a:cs typeface="Aktiv Grotesk"/>
            </a:endParaRPr>
          </a:p>
          <a:p>
            <a:pPr marL="285750" indent="-285750">
              <a:buFont typeface="Arial,Sans-Serif" panose="020B0604020202020204" pitchFamily="34" charset="0"/>
              <a:buChar char="•"/>
            </a:pPr>
            <a:r>
              <a:rPr lang="en-US" sz="1800" dirty="0"/>
              <a:t>What goals or changes are planned for your technology and operations teams?</a:t>
            </a:r>
            <a:endParaRPr lang="en-US" sz="1800" dirty="0">
              <a:cs typeface="Aktiv Grotesk"/>
            </a:endParaRPr>
          </a:p>
          <a:p>
            <a:pPr marL="285750" indent="-285750" algn="l">
              <a:buFont typeface="Arial,Sans-Serif" panose="020B0604020202020204" pitchFamily="34" charset="0"/>
              <a:buChar char="•"/>
            </a:pPr>
            <a:endParaRPr lang="en-US" sz="1800" dirty="0">
              <a:cs typeface="Aktiv Grotesk"/>
            </a:endParaRPr>
          </a:p>
          <a:p>
            <a:pPr marL="285750" indent="-285750">
              <a:buFont typeface="Arial,Sans-Serif" panose="020B0604020202020204" pitchFamily="34" charset="0"/>
              <a:buChar char="•"/>
            </a:pPr>
            <a:r>
              <a:rPr lang="en-US" sz="1800" dirty="0"/>
              <a:t>What delivery and governance processes are in place today (e.g., agile, ITIL, DevOps)</a:t>
            </a:r>
          </a:p>
          <a:p>
            <a:pPr marL="285750" indent="-285750" algn="l">
              <a:buFont typeface="Arial,Sans-Serif" panose="020B0604020202020204" pitchFamily="34" charset="0"/>
              <a:buChar char="•"/>
            </a:pPr>
            <a:endParaRPr lang="en-US" sz="1800" dirty="0">
              <a:cs typeface="Aktiv Grotesk"/>
            </a:endParaRPr>
          </a:p>
          <a:p>
            <a:pPr marL="285750" indent="-285750">
              <a:buFont typeface="Arial,Sans-Serif" panose="020B0604020202020204" pitchFamily="34" charset="0"/>
              <a:buChar char="•"/>
            </a:pPr>
            <a:r>
              <a:rPr lang="en-US" sz="1800" dirty="0"/>
              <a:t>What challenges exist in your current structure or ways of working?</a:t>
            </a:r>
            <a:endParaRPr lang="en-US" sz="1800" dirty="0">
              <a:cs typeface="Aktiv Grotesk"/>
            </a:endParaRPr>
          </a:p>
          <a:p>
            <a:pPr marL="285750" indent="-285750">
              <a:buFont typeface="Arial,Sans-Serif" panose="020B0604020202020204" pitchFamily="34" charset="0"/>
              <a:buChar char="•"/>
            </a:pPr>
            <a:endParaRPr lang="en-US" sz="1800" dirty="0">
              <a:cs typeface="Aktiv Grotesk"/>
            </a:endParaRPr>
          </a:p>
          <a:p>
            <a:pPr marL="285750" indent="-285750">
              <a:buFont typeface="Arial,Sans-Serif" panose="020B0604020202020204" pitchFamily="34" charset="0"/>
              <a:buChar char="•"/>
            </a:pPr>
            <a:r>
              <a:rPr lang="en-US" sz="1800" dirty="0"/>
              <a:t>What commercial drivers are influencing cloud adoption (e.g., hardware refresh, licensing pressure,</a:t>
            </a:r>
            <a:br>
              <a:rPr lang="en-US" sz="1800" dirty="0">
                <a:cs typeface="Aktiv Grotesk"/>
              </a:rPr>
            </a:br>
            <a:r>
              <a:rPr lang="en-US" sz="1800" dirty="0"/>
              <a:t>vendor contracts)?</a:t>
            </a:r>
            <a:endParaRPr lang="en-US" sz="1800" dirty="0">
              <a:cs typeface="Aktiv Grotesk"/>
            </a:endParaRPr>
          </a:p>
          <a:p>
            <a:pPr marL="285750" indent="-285750">
              <a:buFont typeface="Arial,Sans-Serif" panose="020B0604020202020204" pitchFamily="34" charset="0"/>
              <a:buChar char="•"/>
            </a:pPr>
            <a:endParaRPr lang="en-US" sz="1800" dirty="0">
              <a:cs typeface="Aktiv Grotesk"/>
            </a:endParaRPr>
          </a:p>
          <a:p>
            <a:pPr marL="285750" indent="-285750">
              <a:buFont typeface="Arial,Sans-Serif" panose="020B0604020202020204" pitchFamily="34" charset="0"/>
              <a:buChar char="•"/>
            </a:pPr>
            <a:r>
              <a:rPr lang="en-US" sz="1800" dirty="0"/>
              <a:t>How do you currently manage risk and compliance?</a:t>
            </a:r>
            <a:endParaRPr lang="en-US" dirty="0">
              <a:cs typeface="Aktiv Grotesk"/>
            </a:endParaRPr>
          </a:p>
        </p:txBody>
      </p:sp>
      <p:pic>
        <p:nvPicPr>
          <p:cNvPr id="7" name="Picture 6" descr="image.png"/>
          <p:cNvPicPr>
            <a:picLocks noChangeAspect="1"/>
          </p:cNvPicPr>
          <p:nvPr/>
        </p:nvPicPr>
        <p:blipFill>
          <a:blip r:embed="rId2"/>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36344566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7913E1D-E307-1C32-A54C-ED834C3B3AAC}"/>
              </a:ext>
            </a:extLst>
          </p:cNvPr>
          <p:cNvSpPr>
            <a:spLocks noGrp="1"/>
          </p:cNvSpPr>
          <p:nvPr>
            <p:ph type="sldNum" sz="quarter" idx="11"/>
          </p:nvPr>
        </p:nvSpPr>
        <p:spPr/>
        <p:txBody>
          <a:bodyPr/>
          <a:lstStyle/>
          <a:p>
            <a:fld id="{762E77F0-FB5B-4E8E-9BC9-34F14560A017}" type="slidenum">
              <a:rPr lang="en-US" smtClean="0"/>
              <a:pPr/>
              <a:t>5</a:t>
            </a:fld>
            <a:endParaRPr lang="en-US"/>
          </a:p>
        </p:txBody>
      </p:sp>
      <p:sp>
        <p:nvSpPr>
          <p:cNvPr id="3" name="TextBox 2">
            <a:extLst>
              <a:ext uri="{FF2B5EF4-FFF2-40B4-BE49-F238E27FC236}">
                <a16:creationId xmlns:a16="http://schemas.microsoft.com/office/drawing/2014/main" id="{07A7B0DE-30A3-0D5B-BAEF-4B2A2E7CC170}"/>
              </a:ext>
            </a:extLst>
          </p:cNvPr>
          <p:cNvSpPr txBox="1"/>
          <p:nvPr/>
        </p:nvSpPr>
        <p:spPr>
          <a:xfrm>
            <a:off x="274320" y="379218"/>
            <a:ext cx="8587607" cy="461665"/>
          </a:xfrm>
          <a:prstGeom prst="rect">
            <a:avLst/>
          </a:prstGeom>
          <a:noFill/>
        </p:spPr>
        <p:txBody>
          <a:bodyPr wrap="none" rtlCol="0">
            <a:spAutoFit/>
          </a:bodyPr>
          <a:lstStyle/>
          <a:p>
            <a:pPr algn="l"/>
            <a:r>
              <a:rPr lang="en-US" sz="2400">
                <a:solidFill>
                  <a:schemeClr val="bg1"/>
                </a:solidFill>
              </a:rPr>
              <a:t>Why are you going to the cloud again?   Prioritization Matters!</a:t>
            </a:r>
            <a:endParaRPr lang="en-GB" sz="2400">
              <a:solidFill>
                <a:schemeClr val="bg1"/>
              </a:solidFill>
            </a:endParaRPr>
          </a:p>
        </p:txBody>
      </p:sp>
      <p:pic>
        <p:nvPicPr>
          <p:cNvPr id="1032" name="Picture 8">
            <a:extLst>
              <a:ext uri="{FF2B5EF4-FFF2-40B4-BE49-F238E27FC236}">
                <a16:creationId xmlns:a16="http://schemas.microsoft.com/office/drawing/2014/main" id="{7A7B3DDA-D80E-94C2-706C-08114F59DE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51263"/>
            <a:ext cx="12192000" cy="5183568"/>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1032" descr="image.png"/>
          <p:cNvPicPr>
            <a:picLocks noChangeAspect="1"/>
          </p:cNvPicPr>
          <p:nvPr/>
        </p:nvPicPr>
        <p:blipFill>
          <a:blip r:embed="rId4"/>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4217107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F47A5D-05E6-A2B9-ECD6-E4CB89778858}"/>
              </a:ext>
            </a:extLst>
          </p:cNvPr>
          <p:cNvSpPr>
            <a:spLocks noGrp="1"/>
          </p:cNvSpPr>
          <p:nvPr>
            <p:ph type="sldNum" sz="quarter" idx="11"/>
          </p:nvPr>
        </p:nvSpPr>
        <p:spPr/>
        <p:txBody>
          <a:bodyPr/>
          <a:lstStyle/>
          <a:p>
            <a:fld id="{762E77F0-FB5B-4E8E-9BC9-34F14560A017}" type="slidenum">
              <a:rPr lang="en-US" smtClean="0"/>
              <a:pPr/>
              <a:t>6</a:t>
            </a:fld>
            <a:endParaRPr lang="en-US"/>
          </a:p>
        </p:txBody>
      </p:sp>
      <p:sp>
        <p:nvSpPr>
          <p:cNvPr id="3" name="TextBox 2">
            <a:extLst>
              <a:ext uri="{FF2B5EF4-FFF2-40B4-BE49-F238E27FC236}">
                <a16:creationId xmlns:a16="http://schemas.microsoft.com/office/drawing/2014/main" id="{7521AB20-3460-2860-F4BC-0361CC42C6DF}"/>
              </a:ext>
            </a:extLst>
          </p:cNvPr>
          <p:cNvSpPr txBox="1"/>
          <p:nvPr/>
        </p:nvSpPr>
        <p:spPr>
          <a:xfrm>
            <a:off x="310896" y="256032"/>
            <a:ext cx="6417141" cy="369332"/>
          </a:xfrm>
          <a:prstGeom prst="rect">
            <a:avLst/>
          </a:prstGeom>
          <a:noFill/>
        </p:spPr>
        <p:txBody>
          <a:bodyPr wrap="none" rtlCol="0">
            <a:spAutoFit/>
          </a:bodyPr>
          <a:lstStyle/>
          <a:p>
            <a:pPr algn="l"/>
            <a:r>
              <a:rPr lang="en-US" sz="1800">
                <a:solidFill>
                  <a:schemeClr val="bg1"/>
                </a:solidFill>
              </a:rPr>
              <a:t>Traditional Operating Model with Dedicated Infrastructure… 	</a:t>
            </a:r>
            <a:endParaRPr lang="en-GB" sz="1800" err="1">
              <a:solidFill>
                <a:schemeClr val="bg1"/>
              </a:solidFill>
            </a:endParaRPr>
          </a:p>
        </p:txBody>
      </p:sp>
      <p:pic>
        <p:nvPicPr>
          <p:cNvPr id="1026" name="Picture 2" descr="Traditional model diagram">
            <a:extLst>
              <a:ext uri="{FF2B5EF4-FFF2-40B4-BE49-F238E27FC236}">
                <a16:creationId xmlns:a16="http://schemas.microsoft.com/office/drawing/2014/main" id="{141CC19B-6C3F-5659-0B15-E0A5FE68C6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2196" y="1416718"/>
            <a:ext cx="10147607" cy="4772326"/>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1026" descr="image.png"/>
          <p:cNvPicPr>
            <a:picLocks noChangeAspect="1"/>
          </p:cNvPicPr>
          <p:nvPr/>
        </p:nvPicPr>
        <p:blipFill>
          <a:blip r:embed="rId3"/>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25982038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3E5A51-CA8B-5FCF-BFAE-179D6B62F528}"/>
              </a:ext>
            </a:extLst>
          </p:cNvPr>
          <p:cNvSpPr>
            <a:spLocks noGrp="1"/>
          </p:cNvSpPr>
          <p:nvPr>
            <p:ph type="sldNum" sz="quarter" idx="11"/>
          </p:nvPr>
        </p:nvSpPr>
        <p:spPr/>
        <p:txBody>
          <a:bodyPr/>
          <a:lstStyle/>
          <a:p>
            <a:fld id="{762E77F0-FB5B-4E8E-9BC9-34F14560A017}" type="slidenum">
              <a:rPr lang="en-US" smtClean="0"/>
              <a:pPr/>
              <a:t>7</a:t>
            </a:fld>
            <a:endParaRPr lang="en-US"/>
          </a:p>
        </p:txBody>
      </p:sp>
      <p:sp>
        <p:nvSpPr>
          <p:cNvPr id="3" name="TextBox 2">
            <a:extLst>
              <a:ext uri="{FF2B5EF4-FFF2-40B4-BE49-F238E27FC236}">
                <a16:creationId xmlns:a16="http://schemas.microsoft.com/office/drawing/2014/main" id="{C8DDB45A-79A1-8F92-A859-9E1A6695D591}"/>
              </a:ext>
            </a:extLst>
          </p:cNvPr>
          <p:cNvSpPr txBox="1"/>
          <p:nvPr/>
        </p:nvSpPr>
        <p:spPr>
          <a:xfrm>
            <a:off x="185286" y="303196"/>
            <a:ext cx="2852063" cy="369332"/>
          </a:xfrm>
          <a:prstGeom prst="rect">
            <a:avLst/>
          </a:prstGeom>
          <a:noFill/>
        </p:spPr>
        <p:txBody>
          <a:bodyPr wrap="none" rtlCol="0">
            <a:spAutoFit/>
          </a:bodyPr>
          <a:lstStyle/>
          <a:p>
            <a:pPr algn="l"/>
            <a:r>
              <a:rPr lang="en-US" sz="1800">
                <a:solidFill>
                  <a:schemeClr val="bg1"/>
                </a:solidFill>
              </a:rPr>
              <a:t>Cloud Operating Model… </a:t>
            </a:r>
            <a:endParaRPr lang="en-GB" sz="1800" err="1">
              <a:solidFill>
                <a:schemeClr val="bg1"/>
              </a:solidFill>
            </a:endParaRPr>
          </a:p>
        </p:txBody>
      </p:sp>
      <p:pic>
        <p:nvPicPr>
          <p:cNvPr id="2052" name="Picture 4" descr="DevOps with cloud managed service provider">
            <a:extLst>
              <a:ext uri="{FF2B5EF4-FFF2-40B4-BE49-F238E27FC236}">
                <a16:creationId xmlns:a16="http://schemas.microsoft.com/office/drawing/2014/main" id="{0D803E9A-7BC5-ED98-F5B4-88883D6856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0022" y="1344228"/>
            <a:ext cx="4965081" cy="5131694"/>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2052" descr="image.png"/>
          <p:cNvPicPr>
            <a:picLocks noChangeAspect="1"/>
          </p:cNvPicPr>
          <p:nvPr/>
        </p:nvPicPr>
        <p:blipFill>
          <a:blip r:embed="rId3"/>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27894054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607A2C-04D4-CDAD-404F-3C6B5CDA525F}"/>
              </a:ext>
            </a:extLst>
          </p:cNvPr>
          <p:cNvSpPr>
            <a:spLocks noGrp="1"/>
          </p:cNvSpPr>
          <p:nvPr>
            <p:ph type="sldNum" sz="quarter" idx="11"/>
          </p:nvPr>
        </p:nvSpPr>
        <p:spPr/>
        <p:txBody>
          <a:bodyPr/>
          <a:lstStyle/>
          <a:p>
            <a:fld id="{762E77F0-FB5B-4E8E-9BC9-34F14560A017}" type="slidenum">
              <a:rPr lang="en-US" smtClean="0"/>
              <a:pPr/>
              <a:t>8</a:t>
            </a:fld>
            <a:endParaRPr lang="en-US"/>
          </a:p>
        </p:txBody>
      </p:sp>
      <p:pic>
        <p:nvPicPr>
          <p:cNvPr id="3" name="Picture 2">
            <a:extLst>
              <a:ext uri="{FF2B5EF4-FFF2-40B4-BE49-F238E27FC236}">
                <a16:creationId xmlns:a16="http://schemas.microsoft.com/office/drawing/2014/main" id="{251A5ACA-AB9E-4C3A-B830-D2C8119AE4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6172" y="1469118"/>
            <a:ext cx="10536599" cy="482601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7A23879-34B2-CF44-E060-496A081B6D1E}"/>
              </a:ext>
            </a:extLst>
          </p:cNvPr>
          <p:cNvSpPr txBox="1"/>
          <p:nvPr/>
        </p:nvSpPr>
        <p:spPr>
          <a:xfrm>
            <a:off x="411480" y="228600"/>
            <a:ext cx="3749809" cy="369332"/>
          </a:xfrm>
          <a:prstGeom prst="rect">
            <a:avLst/>
          </a:prstGeom>
          <a:noFill/>
        </p:spPr>
        <p:txBody>
          <a:bodyPr wrap="none" rtlCol="0">
            <a:spAutoFit/>
          </a:bodyPr>
          <a:lstStyle/>
          <a:p>
            <a:pPr algn="l"/>
            <a:r>
              <a:rPr lang="en-US" sz="1800">
                <a:solidFill>
                  <a:schemeClr val="bg1"/>
                </a:solidFill>
              </a:rPr>
              <a:t>The Chasm and Cloud Adoption….</a:t>
            </a:r>
            <a:endParaRPr lang="en-GB" sz="1800" err="1">
              <a:solidFill>
                <a:schemeClr val="bg1"/>
              </a:solidFill>
            </a:endParaRPr>
          </a:p>
        </p:txBody>
      </p:sp>
      <p:pic>
        <p:nvPicPr>
          <p:cNvPr id="5" name="Picture 4" descr="image.png"/>
          <p:cNvPicPr>
            <a:picLocks noChangeAspect="1"/>
          </p:cNvPicPr>
          <p:nvPr/>
        </p:nvPicPr>
        <p:blipFill>
          <a:blip r:embed="rId3"/>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598009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2858F4-4C4E-03BA-A7B5-57988A79E2AE}"/>
              </a:ext>
            </a:extLst>
          </p:cNvPr>
          <p:cNvSpPr>
            <a:spLocks noGrp="1"/>
          </p:cNvSpPr>
          <p:nvPr>
            <p:ph type="sldNum" sz="quarter" idx="11"/>
          </p:nvPr>
        </p:nvSpPr>
        <p:spPr/>
        <p:txBody>
          <a:bodyPr/>
          <a:lstStyle/>
          <a:p>
            <a:fld id="{762E77F0-FB5B-4E8E-9BC9-34F14560A017}" type="slidenum">
              <a:rPr lang="en-US" smtClean="0"/>
              <a:pPr/>
              <a:t>9</a:t>
            </a:fld>
            <a:endParaRPr lang="en-US"/>
          </a:p>
        </p:txBody>
      </p:sp>
      <p:pic>
        <p:nvPicPr>
          <p:cNvPr id="4" name="Picture 3">
            <a:extLst>
              <a:ext uri="{FF2B5EF4-FFF2-40B4-BE49-F238E27FC236}">
                <a16:creationId xmlns:a16="http://schemas.microsoft.com/office/drawing/2014/main" id="{9982DDC3-2C47-27A6-4F2F-D9B81AB3DE60}"/>
              </a:ext>
            </a:extLst>
          </p:cNvPr>
          <p:cNvPicPr>
            <a:picLocks noChangeAspect="1"/>
          </p:cNvPicPr>
          <p:nvPr/>
        </p:nvPicPr>
        <p:blipFill>
          <a:blip r:embed="rId2"/>
          <a:stretch>
            <a:fillRect/>
          </a:stretch>
        </p:blipFill>
        <p:spPr>
          <a:xfrm>
            <a:off x="4390618" y="1098255"/>
            <a:ext cx="7653899" cy="5645217"/>
          </a:xfrm>
          <a:prstGeom prst="rect">
            <a:avLst/>
          </a:prstGeom>
        </p:spPr>
      </p:pic>
      <p:sp>
        <p:nvSpPr>
          <p:cNvPr id="5" name="TextBox 4">
            <a:extLst>
              <a:ext uri="{FF2B5EF4-FFF2-40B4-BE49-F238E27FC236}">
                <a16:creationId xmlns:a16="http://schemas.microsoft.com/office/drawing/2014/main" id="{9B4ABB64-E33D-ECCD-67A0-37827FC88D51}"/>
              </a:ext>
            </a:extLst>
          </p:cNvPr>
          <p:cNvSpPr txBox="1"/>
          <p:nvPr/>
        </p:nvSpPr>
        <p:spPr>
          <a:xfrm>
            <a:off x="310414" y="346028"/>
            <a:ext cx="3731233" cy="369332"/>
          </a:xfrm>
          <a:prstGeom prst="rect">
            <a:avLst/>
          </a:prstGeom>
          <a:noFill/>
        </p:spPr>
        <p:txBody>
          <a:bodyPr wrap="square" rtlCol="0">
            <a:spAutoFit/>
          </a:bodyPr>
          <a:lstStyle/>
          <a:p>
            <a:pPr algn="l"/>
            <a:r>
              <a:rPr lang="en-US" sz="1800">
                <a:solidFill>
                  <a:schemeClr val="bg1"/>
                </a:solidFill>
              </a:rPr>
              <a:t>Bridging The Chasm….</a:t>
            </a:r>
            <a:endParaRPr lang="en-GB" sz="1800" err="1">
              <a:solidFill>
                <a:schemeClr val="bg1"/>
              </a:solidFill>
            </a:endParaRPr>
          </a:p>
        </p:txBody>
      </p:sp>
      <p:sp>
        <p:nvSpPr>
          <p:cNvPr id="7" name="TextBox 6">
            <a:extLst>
              <a:ext uri="{FF2B5EF4-FFF2-40B4-BE49-F238E27FC236}">
                <a16:creationId xmlns:a16="http://schemas.microsoft.com/office/drawing/2014/main" id="{05019E2B-CE4D-5C63-359E-0AE5CB070EC8}"/>
              </a:ext>
            </a:extLst>
          </p:cNvPr>
          <p:cNvSpPr txBox="1"/>
          <p:nvPr/>
        </p:nvSpPr>
        <p:spPr>
          <a:xfrm>
            <a:off x="310414" y="1493520"/>
            <a:ext cx="3520922" cy="4524315"/>
          </a:xfrm>
          <a:prstGeom prst="rect">
            <a:avLst/>
          </a:prstGeom>
          <a:noFill/>
        </p:spPr>
        <p:txBody>
          <a:bodyPr wrap="square" rtlCol="0">
            <a:spAutoFit/>
          </a:bodyPr>
          <a:lstStyle/>
          <a:p>
            <a:pPr algn="l"/>
            <a:r>
              <a:rPr lang="en-US" sz="1800" b="1"/>
              <a:t>What is your Engine to propel you across the chasm? </a:t>
            </a:r>
            <a:br>
              <a:rPr lang="en-US" sz="1800" b="1"/>
            </a:br>
            <a:br>
              <a:rPr lang="en-US" sz="1800" b="1"/>
            </a:br>
            <a:r>
              <a:rPr lang="en-US" sz="1800"/>
              <a:t>What is working well within your migration today? </a:t>
            </a:r>
            <a:br>
              <a:rPr lang="en-US" sz="1800"/>
            </a:br>
            <a:br>
              <a:rPr lang="en-US" sz="1800"/>
            </a:br>
            <a:r>
              <a:rPr lang="en-US" sz="1800"/>
              <a:t>What strengths do you have within the team? </a:t>
            </a:r>
            <a:br>
              <a:rPr lang="en-US" sz="1800"/>
            </a:br>
            <a:br>
              <a:rPr lang="en-US" sz="1800"/>
            </a:br>
            <a:r>
              <a:rPr lang="en-US" sz="1800"/>
              <a:t>What capabilities do you have in abundance? </a:t>
            </a:r>
          </a:p>
          <a:p>
            <a:pPr algn="l"/>
            <a:endParaRPr lang="en-US" sz="1800"/>
          </a:p>
          <a:p>
            <a:pPr algn="l"/>
            <a:r>
              <a:rPr lang="en-US" sz="1800"/>
              <a:t>What can you leverage or capitalize on to increase probability of success? </a:t>
            </a:r>
          </a:p>
          <a:p>
            <a:pPr algn="l"/>
            <a:endParaRPr lang="en-US" sz="1800" b="1"/>
          </a:p>
        </p:txBody>
      </p:sp>
      <p:pic>
        <p:nvPicPr>
          <p:cNvPr id="8" name="Picture 7" descr="image.png"/>
          <p:cNvPicPr>
            <a:picLocks noChangeAspect="1"/>
          </p:cNvPicPr>
          <p:nvPr/>
        </p:nvPicPr>
        <p:blipFill>
          <a:blip r:embed="rId3"/>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1641989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41AE3-270E-53B2-195C-C3B1A8399B9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5E2AFB-6463-6837-7CBD-B52FD5B737B9}"/>
              </a:ext>
            </a:extLst>
          </p:cNvPr>
          <p:cNvSpPr>
            <a:spLocks noGrp="1"/>
          </p:cNvSpPr>
          <p:nvPr>
            <p:ph type="sldNum" sz="quarter" idx="11"/>
          </p:nvPr>
        </p:nvSpPr>
        <p:spPr/>
        <p:txBody>
          <a:bodyPr/>
          <a:lstStyle/>
          <a:p>
            <a:fld id="{762E77F0-FB5B-4E8E-9BC9-34F14560A017}" type="slidenum">
              <a:rPr lang="en-US" smtClean="0"/>
              <a:pPr/>
              <a:t>10</a:t>
            </a:fld>
            <a:endParaRPr lang="en-US"/>
          </a:p>
        </p:txBody>
      </p:sp>
      <p:pic>
        <p:nvPicPr>
          <p:cNvPr id="4" name="Picture 3">
            <a:extLst>
              <a:ext uri="{FF2B5EF4-FFF2-40B4-BE49-F238E27FC236}">
                <a16:creationId xmlns:a16="http://schemas.microsoft.com/office/drawing/2014/main" id="{01004BD0-1D13-32AA-E3BE-0CEEE603923A}"/>
              </a:ext>
            </a:extLst>
          </p:cNvPr>
          <p:cNvPicPr>
            <a:picLocks noChangeAspect="1"/>
          </p:cNvPicPr>
          <p:nvPr/>
        </p:nvPicPr>
        <p:blipFill>
          <a:blip r:embed="rId2"/>
          <a:stretch>
            <a:fillRect/>
          </a:stretch>
        </p:blipFill>
        <p:spPr>
          <a:xfrm>
            <a:off x="4390618" y="1098255"/>
            <a:ext cx="7653899" cy="5645217"/>
          </a:xfrm>
          <a:prstGeom prst="rect">
            <a:avLst/>
          </a:prstGeom>
        </p:spPr>
      </p:pic>
      <p:sp>
        <p:nvSpPr>
          <p:cNvPr id="5" name="TextBox 4">
            <a:extLst>
              <a:ext uri="{FF2B5EF4-FFF2-40B4-BE49-F238E27FC236}">
                <a16:creationId xmlns:a16="http://schemas.microsoft.com/office/drawing/2014/main" id="{B48103F9-6260-0A29-4DCB-D68271E5FF41}"/>
              </a:ext>
            </a:extLst>
          </p:cNvPr>
          <p:cNvSpPr txBox="1"/>
          <p:nvPr/>
        </p:nvSpPr>
        <p:spPr>
          <a:xfrm>
            <a:off x="310414" y="346028"/>
            <a:ext cx="3731233" cy="369332"/>
          </a:xfrm>
          <a:prstGeom prst="rect">
            <a:avLst/>
          </a:prstGeom>
          <a:noFill/>
        </p:spPr>
        <p:txBody>
          <a:bodyPr wrap="square" rtlCol="0">
            <a:spAutoFit/>
          </a:bodyPr>
          <a:lstStyle/>
          <a:p>
            <a:pPr algn="l"/>
            <a:r>
              <a:rPr lang="en-US" sz="1800">
                <a:solidFill>
                  <a:schemeClr val="bg1"/>
                </a:solidFill>
              </a:rPr>
              <a:t>Bridging The Chasm….</a:t>
            </a:r>
            <a:endParaRPr lang="en-GB" sz="1800" err="1">
              <a:solidFill>
                <a:schemeClr val="bg1"/>
              </a:solidFill>
            </a:endParaRPr>
          </a:p>
        </p:txBody>
      </p:sp>
      <p:sp>
        <p:nvSpPr>
          <p:cNvPr id="7" name="TextBox 6">
            <a:extLst>
              <a:ext uri="{FF2B5EF4-FFF2-40B4-BE49-F238E27FC236}">
                <a16:creationId xmlns:a16="http://schemas.microsoft.com/office/drawing/2014/main" id="{98F21C85-5ACA-7BBE-134C-C060A1B5D2B7}"/>
              </a:ext>
            </a:extLst>
          </p:cNvPr>
          <p:cNvSpPr txBox="1"/>
          <p:nvPr/>
        </p:nvSpPr>
        <p:spPr>
          <a:xfrm>
            <a:off x="310414" y="1493520"/>
            <a:ext cx="3520922" cy="3693319"/>
          </a:xfrm>
          <a:prstGeom prst="rect">
            <a:avLst/>
          </a:prstGeom>
          <a:noFill/>
        </p:spPr>
        <p:txBody>
          <a:bodyPr wrap="square" rtlCol="0">
            <a:spAutoFit/>
          </a:bodyPr>
          <a:lstStyle/>
          <a:p>
            <a:pPr algn="l"/>
            <a:r>
              <a:rPr lang="en-US" sz="1800" b="1"/>
              <a:t>What are your parachutes? </a:t>
            </a:r>
            <a:br>
              <a:rPr lang="en-US" sz="1800" b="1"/>
            </a:br>
            <a:br>
              <a:rPr lang="en-US" sz="1800" b="1"/>
            </a:br>
            <a:endParaRPr lang="en-US" sz="1800" b="1"/>
          </a:p>
          <a:p>
            <a:pPr algn="l"/>
            <a:r>
              <a:rPr lang="en-US" sz="1800"/>
              <a:t>Backups and/or safety needs to avoid failure? </a:t>
            </a:r>
          </a:p>
          <a:p>
            <a:pPr algn="l"/>
            <a:endParaRPr lang="en-US" sz="1800"/>
          </a:p>
          <a:p>
            <a:pPr algn="l"/>
            <a:endParaRPr lang="en-US" sz="1800"/>
          </a:p>
          <a:p>
            <a:pPr algn="l"/>
            <a:endParaRPr lang="en-US" sz="1800"/>
          </a:p>
          <a:p>
            <a:pPr algn="l"/>
            <a:r>
              <a:rPr lang="en-US" sz="1800"/>
              <a:t>Potential quick fixes or fallback strategies? </a:t>
            </a:r>
          </a:p>
          <a:p>
            <a:pPr algn="l"/>
            <a:endParaRPr lang="en-US" sz="1800"/>
          </a:p>
          <a:p>
            <a:pPr algn="l"/>
            <a:endParaRPr lang="en-US" sz="1800"/>
          </a:p>
          <a:p>
            <a:pPr algn="l"/>
            <a:endParaRPr lang="en-US" sz="1800" b="1"/>
          </a:p>
        </p:txBody>
      </p:sp>
      <p:pic>
        <p:nvPicPr>
          <p:cNvPr id="8" name="Picture 7" descr="image.png"/>
          <p:cNvPicPr>
            <a:picLocks noChangeAspect="1"/>
          </p:cNvPicPr>
          <p:nvPr/>
        </p:nvPicPr>
        <p:blipFill>
          <a:blip r:embed="rId3"/>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1085681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A64A5-3AFD-4053-A9BE-C7285FE7240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E338C4-ED5E-7DF1-C43A-EE8A93B82E7F}"/>
              </a:ext>
            </a:extLst>
          </p:cNvPr>
          <p:cNvSpPr>
            <a:spLocks noGrp="1"/>
          </p:cNvSpPr>
          <p:nvPr>
            <p:ph type="sldNum" sz="quarter" idx="11"/>
          </p:nvPr>
        </p:nvSpPr>
        <p:spPr/>
        <p:txBody>
          <a:bodyPr/>
          <a:lstStyle/>
          <a:p>
            <a:fld id="{762E77F0-FB5B-4E8E-9BC9-34F14560A017}" type="slidenum">
              <a:rPr lang="en-US" smtClean="0"/>
              <a:pPr/>
              <a:t>11</a:t>
            </a:fld>
            <a:endParaRPr lang="en-US"/>
          </a:p>
        </p:txBody>
      </p:sp>
      <p:pic>
        <p:nvPicPr>
          <p:cNvPr id="4" name="Picture 3">
            <a:extLst>
              <a:ext uri="{FF2B5EF4-FFF2-40B4-BE49-F238E27FC236}">
                <a16:creationId xmlns:a16="http://schemas.microsoft.com/office/drawing/2014/main" id="{705BEE2C-27E9-19A6-3176-AAAD7A1714CB}"/>
              </a:ext>
            </a:extLst>
          </p:cNvPr>
          <p:cNvPicPr>
            <a:picLocks noChangeAspect="1"/>
          </p:cNvPicPr>
          <p:nvPr/>
        </p:nvPicPr>
        <p:blipFill>
          <a:blip r:embed="rId2"/>
          <a:stretch>
            <a:fillRect/>
          </a:stretch>
        </p:blipFill>
        <p:spPr>
          <a:xfrm>
            <a:off x="4390618" y="1098255"/>
            <a:ext cx="7653899" cy="5645217"/>
          </a:xfrm>
          <a:prstGeom prst="rect">
            <a:avLst/>
          </a:prstGeom>
        </p:spPr>
      </p:pic>
      <p:sp>
        <p:nvSpPr>
          <p:cNvPr id="5" name="TextBox 4">
            <a:extLst>
              <a:ext uri="{FF2B5EF4-FFF2-40B4-BE49-F238E27FC236}">
                <a16:creationId xmlns:a16="http://schemas.microsoft.com/office/drawing/2014/main" id="{88128664-5E42-4F35-D155-2905F4DA616C}"/>
              </a:ext>
            </a:extLst>
          </p:cNvPr>
          <p:cNvSpPr txBox="1"/>
          <p:nvPr/>
        </p:nvSpPr>
        <p:spPr>
          <a:xfrm>
            <a:off x="310414" y="346028"/>
            <a:ext cx="3731233" cy="369332"/>
          </a:xfrm>
          <a:prstGeom prst="rect">
            <a:avLst/>
          </a:prstGeom>
          <a:noFill/>
        </p:spPr>
        <p:txBody>
          <a:bodyPr wrap="square" rtlCol="0">
            <a:spAutoFit/>
          </a:bodyPr>
          <a:lstStyle/>
          <a:p>
            <a:pPr algn="l"/>
            <a:r>
              <a:rPr lang="en-US" sz="1800">
                <a:solidFill>
                  <a:schemeClr val="bg1"/>
                </a:solidFill>
              </a:rPr>
              <a:t>Bridging The Chasm….</a:t>
            </a:r>
            <a:endParaRPr lang="en-GB" sz="1800" err="1">
              <a:solidFill>
                <a:schemeClr val="bg1"/>
              </a:solidFill>
            </a:endParaRPr>
          </a:p>
        </p:txBody>
      </p:sp>
      <p:sp>
        <p:nvSpPr>
          <p:cNvPr id="7" name="TextBox 6">
            <a:extLst>
              <a:ext uri="{FF2B5EF4-FFF2-40B4-BE49-F238E27FC236}">
                <a16:creationId xmlns:a16="http://schemas.microsoft.com/office/drawing/2014/main" id="{34E3FE68-101E-84D9-A222-CA2D44268867}"/>
              </a:ext>
            </a:extLst>
          </p:cNvPr>
          <p:cNvSpPr txBox="1"/>
          <p:nvPr/>
        </p:nvSpPr>
        <p:spPr>
          <a:xfrm>
            <a:off x="310414" y="1493520"/>
            <a:ext cx="3520922" cy="4247317"/>
          </a:xfrm>
          <a:prstGeom prst="rect">
            <a:avLst/>
          </a:prstGeom>
          <a:noFill/>
        </p:spPr>
        <p:txBody>
          <a:bodyPr wrap="square" rtlCol="0">
            <a:spAutoFit/>
          </a:bodyPr>
          <a:lstStyle/>
          <a:p>
            <a:pPr algn="l"/>
            <a:r>
              <a:rPr lang="en-US" sz="1800" b="1"/>
              <a:t>Abyss… </a:t>
            </a:r>
          </a:p>
          <a:p>
            <a:pPr algn="l"/>
            <a:endParaRPr lang="en-US" sz="1800" b="1"/>
          </a:p>
          <a:p>
            <a:pPr algn="l"/>
            <a:r>
              <a:rPr lang="en-US" sz="1800"/>
              <a:t>What are the big risks which need to be mitigated? </a:t>
            </a:r>
          </a:p>
          <a:p>
            <a:pPr algn="l"/>
            <a:endParaRPr lang="en-US" sz="1800"/>
          </a:p>
          <a:p>
            <a:pPr algn="l"/>
            <a:r>
              <a:rPr lang="en-US" sz="1800"/>
              <a:t>What are the unknowns that need qualification? </a:t>
            </a:r>
          </a:p>
          <a:p>
            <a:pPr algn="l"/>
            <a:endParaRPr lang="en-US" sz="1800"/>
          </a:p>
          <a:p>
            <a:pPr algn="l"/>
            <a:r>
              <a:rPr lang="en-US" sz="1800"/>
              <a:t>What are the threats (internal/external) that could disrupt crossing the chasm? </a:t>
            </a:r>
          </a:p>
          <a:p>
            <a:pPr algn="l"/>
            <a:endParaRPr lang="en-US" sz="1800"/>
          </a:p>
          <a:p>
            <a:pPr algn="l"/>
            <a:endParaRPr lang="en-US" sz="1800"/>
          </a:p>
          <a:p>
            <a:pPr algn="l"/>
            <a:endParaRPr lang="en-US" sz="1800"/>
          </a:p>
          <a:p>
            <a:pPr algn="l"/>
            <a:endParaRPr lang="en-US" sz="1800" b="1"/>
          </a:p>
        </p:txBody>
      </p:sp>
      <p:pic>
        <p:nvPicPr>
          <p:cNvPr id="8" name="Picture 7" descr="image.png"/>
          <p:cNvPicPr>
            <a:picLocks noChangeAspect="1"/>
          </p:cNvPicPr>
          <p:nvPr/>
        </p:nvPicPr>
        <p:blipFill>
          <a:blip r:embed="rId3"/>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26806018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A2DE6-740C-E695-E526-C4503CC0A62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5BBFD7-99B3-1F5A-184C-3AF70AC408E2}"/>
              </a:ext>
            </a:extLst>
          </p:cNvPr>
          <p:cNvSpPr>
            <a:spLocks noGrp="1"/>
          </p:cNvSpPr>
          <p:nvPr>
            <p:ph type="sldNum" sz="quarter" idx="11"/>
          </p:nvPr>
        </p:nvSpPr>
        <p:spPr/>
        <p:txBody>
          <a:bodyPr/>
          <a:lstStyle/>
          <a:p>
            <a:fld id="{762E77F0-FB5B-4E8E-9BC9-34F14560A017}" type="slidenum">
              <a:rPr lang="en-US" smtClean="0"/>
              <a:pPr/>
              <a:t>12</a:t>
            </a:fld>
            <a:endParaRPr lang="en-US"/>
          </a:p>
        </p:txBody>
      </p:sp>
      <p:pic>
        <p:nvPicPr>
          <p:cNvPr id="4" name="Picture 3">
            <a:extLst>
              <a:ext uri="{FF2B5EF4-FFF2-40B4-BE49-F238E27FC236}">
                <a16:creationId xmlns:a16="http://schemas.microsoft.com/office/drawing/2014/main" id="{6404D2C2-B8DA-0407-4D89-4477605FC4D4}"/>
              </a:ext>
            </a:extLst>
          </p:cNvPr>
          <p:cNvPicPr>
            <a:picLocks noChangeAspect="1"/>
          </p:cNvPicPr>
          <p:nvPr/>
        </p:nvPicPr>
        <p:blipFill>
          <a:blip r:embed="rId2"/>
          <a:stretch>
            <a:fillRect/>
          </a:stretch>
        </p:blipFill>
        <p:spPr>
          <a:xfrm>
            <a:off x="4390618" y="1098255"/>
            <a:ext cx="7653899" cy="5645217"/>
          </a:xfrm>
          <a:prstGeom prst="rect">
            <a:avLst/>
          </a:prstGeom>
        </p:spPr>
      </p:pic>
      <p:sp>
        <p:nvSpPr>
          <p:cNvPr id="5" name="TextBox 4">
            <a:extLst>
              <a:ext uri="{FF2B5EF4-FFF2-40B4-BE49-F238E27FC236}">
                <a16:creationId xmlns:a16="http://schemas.microsoft.com/office/drawing/2014/main" id="{1E150ED1-605B-DE59-61E3-6D06B0E87E13}"/>
              </a:ext>
            </a:extLst>
          </p:cNvPr>
          <p:cNvSpPr txBox="1"/>
          <p:nvPr/>
        </p:nvSpPr>
        <p:spPr>
          <a:xfrm>
            <a:off x="310414" y="346028"/>
            <a:ext cx="3731233" cy="369332"/>
          </a:xfrm>
          <a:prstGeom prst="rect">
            <a:avLst/>
          </a:prstGeom>
          <a:noFill/>
        </p:spPr>
        <p:txBody>
          <a:bodyPr wrap="square" rtlCol="0">
            <a:spAutoFit/>
          </a:bodyPr>
          <a:lstStyle/>
          <a:p>
            <a:pPr algn="l"/>
            <a:r>
              <a:rPr lang="en-US" sz="1800">
                <a:solidFill>
                  <a:schemeClr val="bg1"/>
                </a:solidFill>
              </a:rPr>
              <a:t>Bridging The Chasm….</a:t>
            </a:r>
            <a:endParaRPr lang="en-GB" sz="1800" err="1">
              <a:solidFill>
                <a:schemeClr val="bg1"/>
              </a:solidFill>
            </a:endParaRPr>
          </a:p>
        </p:txBody>
      </p:sp>
      <p:sp>
        <p:nvSpPr>
          <p:cNvPr id="7" name="TextBox 6">
            <a:extLst>
              <a:ext uri="{FF2B5EF4-FFF2-40B4-BE49-F238E27FC236}">
                <a16:creationId xmlns:a16="http://schemas.microsoft.com/office/drawing/2014/main" id="{F3CA468E-2615-9B71-7693-3632199DF92B}"/>
              </a:ext>
            </a:extLst>
          </p:cNvPr>
          <p:cNvSpPr txBox="1"/>
          <p:nvPr/>
        </p:nvSpPr>
        <p:spPr>
          <a:xfrm>
            <a:off x="415569" y="1636395"/>
            <a:ext cx="3520922" cy="3693319"/>
          </a:xfrm>
          <a:prstGeom prst="rect">
            <a:avLst/>
          </a:prstGeom>
          <a:noFill/>
        </p:spPr>
        <p:txBody>
          <a:bodyPr wrap="square" rtlCol="0">
            <a:spAutoFit/>
          </a:bodyPr>
          <a:lstStyle/>
          <a:p>
            <a:pPr algn="l"/>
            <a:r>
              <a:rPr lang="en-US" sz="1800" b="1"/>
              <a:t>The Bridge</a:t>
            </a:r>
          </a:p>
          <a:p>
            <a:pPr algn="l"/>
            <a:endParaRPr lang="en-US" sz="1800" b="1"/>
          </a:p>
          <a:p>
            <a:pPr algn="l"/>
            <a:r>
              <a:rPr lang="en-US" sz="1800"/>
              <a:t>What is the strategy to approach the chasm? </a:t>
            </a:r>
          </a:p>
          <a:p>
            <a:pPr algn="l"/>
            <a:endParaRPr lang="en-US" sz="1800"/>
          </a:p>
          <a:p>
            <a:pPr algn="l"/>
            <a:r>
              <a:rPr lang="en-US" sz="1800"/>
              <a:t>Are there potential solutions or approaches which have been considered? </a:t>
            </a:r>
          </a:p>
          <a:p>
            <a:pPr algn="l"/>
            <a:endParaRPr lang="en-US" sz="1800"/>
          </a:p>
          <a:p>
            <a:pPr algn="l"/>
            <a:r>
              <a:rPr lang="en-US" sz="1800"/>
              <a:t>What do you still need to create solutions? </a:t>
            </a:r>
          </a:p>
          <a:p>
            <a:pPr algn="l"/>
            <a:endParaRPr lang="en-US" sz="1800"/>
          </a:p>
          <a:p>
            <a:pPr algn="l"/>
            <a:endParaRPr lang="en-US" sz="1800" b="1"/>
          </a:p>
        </p:txBody>
      </p:sp>
      <p:pic>
        <p:nvPicPr>
          <p:cNvPr id="8" name="Picture 7" descr="image.png"/>
          <p:cNvPicPr>
            <a:picLocks noChangeAspect="1"/>
          </p:cNvPicPr>
          <p:nvPr/>
        </p:nvPicPr>
        <p:blipFill>
          <a:blip r:embed="rId3"/>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3611480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0377D0D1-48EB-0D4D-D290-DA0AE85A287E}"/>
              </a:ext>
            </a:extLst>
          </p:cNvPr>
          <p:cNvCxnSpPr>
            <a:cxnSpLocks/>
          </p:cNvCxnSpPr>
          <p:nvPr/>
        </p:nvCxnSpPr>
        <p:spPr>
          <a:xfrm>
            <a:off x="7107320" y="2492461"/>
            <a:ext cx="0" cy="260604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01A56EC-7664-7A49-199B-8606F5D406CE}"/>
              </a:ext>
            </a:extLst>
          </p:cNvPr>
          <p:cNvCxnSpPr>
            <a:cxnSpLocks/>
          </p:cNvCxnSpPr>
          <p:nvPr/>
        </p:nvCxnSpPr>
        <p:spPr>
          <a:xfrm>
            <a:off x="5657891" y="2492461"/>
            <a:ext cx="0" cy="260604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045BFA6-0DA2-7470-5C51-C6DB7DA06A96}"/>
              </a:ext>
            </a:extLst>
          </p:cNvPr>
          <p:cNvCxnSpPr>
            <a:cxnSpLocks/>
          </p:cNvCxnSpPr>
          <p:nvPr/>
        </p:nvCxnSpPr>
        <p:spPr>
          <a:xfrm>
            <a:off x="4209951" y="2492461"/>
            <a:ext cx="0" cy="260604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D6CFAE43-4716-73A7-7552-A9F8220A5178}"/>
              </a:ext>
            </a:extLst>
          </p:cNvPr>
          <p:cNvCxnSpPr>
            <a:cxnSpLocks/>
          </p:cNvCxnSpPr>
          <p:nvPr/>
        </p:nvCxnSpPr>
        <p:spPr>
          <a:xfrm>
            <a:off x="1233377" y="3358092"/>
            <a:ext cx="6824382" cy="0"/>
          </a:xfrm>
          <a:prstGeom prst="line">
            <a:avLst/>
          </a:prstGeom>
          <a:ln w="25400">
            <a:solidFill>
              <a:schemeClr val="accent1">
                <a:lumMod val="75000"/>
              </a:schemeClr>
            </a:solidFill>
            <a:tailEnd type="triangle" w="lg" len="med"/>
          </a:ln>
        </p:spPr>
        <p:style>
          <a:lnRef idx="1">
            <a:schemeClr val="accent1"/>
          </a:lnRef>
          <a:fillRef idx="0">
            <a:schemeClr val="accent1"/>
          </a:fillRef>
          <a:effectRef idx="0">
            <a:schemeClr val="accent1"/>
          </a:effectRef>
          <a:fontRef idx="minor">
            <a:schemeClr val="tx1"/>
          </a:fontRef>
        </p:style>
      </p:cxnSp>
      <p:graphicFrame>
        <p:nvGraphicFramePr>
          <p:cNvPr id="4" name="Object 3" hidden="1">
            <a:extLst>
              <a:ext uri="{FF2B5EF4-FFF2-40B4-BE49-F238E27FC236}">
                <a16:creationId xmlns:a16="http://schemas.microsoft.com/office/drawing/2014/main" id="{293CEC54-7977-439A-8203-74DE7C82400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4" name="Object 3" hidden="1">
                        <a:extLst>
                          <a:ext uri="{FF2B5EF4-FFF2-40B4-BE49-F238E27FC236}">
                            <a16:creationId xmlns:a16="http://schemas.microsoft.com/office/drawing/2014/main" id="{293CEC54-7977-439A-8203-74DE7C82400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6" name="Title 1">
            <a:extLst>
              <a:ext uri="{FF2B5EF4-FFF2-40B4-BE49-F238E27FC236}">
                <a16:creationId xmlns:a16="http://schemas.microsoft.com/office/drawing/2014/main" id="{33E1058D-E4F0-2CD5-38D7-6AE7A4F44F67}"/>
              </a:ext>
            </a:extLst>
          </p:cNvPr>
          <p:cNvSpPr>
            <a:spLocks noGrp="1"/>
          </p:cNvSpPr>
          <p:nvPr>
            <p:ph type="title"/>
          </p:nvPr>
        </p:nvSpPr>
        <p:spPr>
          <a:xfrm>
            <a:off x="323249" y="311442"/>
            <a:ext cx="11495554" cy="852669"/>
          </a:xfrm>
        </p:spPr>
        <p:txBody>
          <a:bodyPr anchor="ctr"/>
          <a:lstStyle/>
          <a:p>
            <a:r>
              <a:rPr lang="en-US">
                <a:solidFill>
                  <a:schemeClr val="bg1"/>
                </a:solidFill>
              </a:rPr>
              <a:t>Rackspace Public Cloud Solutions</a:t>
            </a:r>
            <a:br>
              <a:rPr lang="en-US">
                <a:solidFill>
                  <a:schemeClr val="bg1"/>
                </a:solidFill>
              </a:rPr>
            </a:br>
            <a:r>
              <a:rPr lang="en-US" sz="2100">
                <a:solidFill>
                  <a:schemeClr val="bg1"/>
                </a:solidFill>
              </a:rPr>
              <a:t>We offer a wide array of solutions and continue to expand our portfolio</a:t>
            </a:r>
          </a:p>
        </p:txBody>
      </p:sp>
      <p:sp>
        <p:nvSpPr>
          <p:cNvPr id="119" name="Slide Number Placeholder 5">
            <a:extLst>
              <a:ext uri="{FF2B5EF4-FFF2-40B4-BE49-F238E27FC236}">
                <a16:creationId xmlns:a16="http://schemas.microsoft.com/office/drawing/2014/main" id="{703D6705-D296-14F0-3F7C-2A5DD58FE49C}"/>
              </a:ext>
            </a:extLst>
          </p:cNvPr>
          <p:cNvSpPr>
            <a:spLocks noGrp="1"/>
          </p:cNvSpPr>
          <p:nvPr>
            <p:ph type="sldNum" sz="quarter" idx="4"/>
          </p:nvPr>
        </p:nvSpPr>
        <p:spPr/>
        <p:txBody>
          <a:bodyPr/>
          <a:lstStyle>
            <a:defPPr>
              <a:defRPr lang="en-US"/>
            </a:defPPr>
            <a:lvl1pPr marL="0" algn="r" defTabSz="228600" rtl="0" eaLnBrk="1" latinLnBrk="0" hangingPunct="1">
              <a:defRPr sz="7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a:lstStyle>
          <a:p>
            <a:pPr lvl="0"/>
            <a:fld id="{762E77F0-FB5B-4E8E-9BC9-34F14560A017}" type="slidenum">
              <a:rPr lang="en-US" noProof="0" smtClean="0"/>
              <a:pPr lvl="0"/>
              <a:t>13</a:t>
            </a:fld>
            <a:endParaRPr lang="en-US" noProof="0"/>
          </a:p>
        </p:txBody>
      </p:sp>
      <p:sp>
        <p:nvSpPr>
          <p:cNvPr id="91" name="Title 4">
            <a:extLst>
              <a:ext uri="{FF2B5EF4-FFF2-40B4-BE49-F238E27FC236}">
                <a16:creationId xmlns:a16="http://schemas.microsoft.com/office/drawing/2014/main" id="{45CA4B75-317F-964E-AD8A-433199B1FD86}"/>
              </a:ext>
            </a:extLst>
          </p:cNvPr>
          <p:cNvSpPr txBox="1">
            <a:spLocks/>
          </p:cNvSpPr>
          <p:nvPr/>
        </p:nvSpPr>
        <p:spPr>
          <a:xfrm>
            <a:off x="334496" y="268589"/>
            <a:ext cx="11494008" cy="484043"/>
          </a:xfrm>
          <a:prstGeom prst="rect">
            <a:avLst/>
          </a:prstGeom>
        </p:spPr>
        <p:txBody>
          <a:bodyPr lIns="0" tIns="0" rIns="0" bIns="0"/>
          <a:lstStyle>
            <a:lvl1pPr algn="l" defTabSz="914400" rtl="0" eaLnBrk="1" fontAlgn="base" latinLnBrk="0" hangingPunct="1">
              <a:lnSpc>
                <a:spcPct val="110000"/>
              </a:lnSpc>
              <a:spcBef>
                <a:spcPct val="0"/>
              </a:spcBef>
              <a:buNone/>
              <a:defRPr sz="3100" kern="1200">
                <a:ln w="9525">
                  <a:noFill/>
                </a:ln>
                <a:solidFill>
                  <a:schemeClr val="tx2"/>
                </a:solidFill>
                <a:latin typeface="+mj-lt"/>
                <a:ea typeface="+mj-ea"/>
                <a:cs typeface="+mj-cs"/>
              </a:defRPr>
            </a:lvl1pPr>
          </a:lstStyle>
          <a:p>
            <a:pPr marL="0" marR="0" lvl="0" indent="0" algn="l" defTabSz="914400" rtl="0" eaLnBrk="1" fontAlgn="base" latinLnBrk="0" hangingPunct="1">
              <a:lnSpc>
                <a:spcPct val="110000"/>
              </a:lnSpc>
              <a:spcBef>
                <a:spcPct val="0"/>
              </a:spcBef>
              <a:spcAft>
                <a:spcPts val="0"/>
              </a:spcAft>
              <a:buClrTx/>
              <a:buSzTx/>
              <a:buFontTx/>
              <a:buNone/>
              <a:tabLst/>
              <a:defRPr/>
            </a:pPr>
            <a:endParaRPr kumimoji="0" lang="en-US" sz="3100" b="0" i="0" u="none" strike="noStrike" kern="1200" cap="none" spc="0" normalizeH="0" baseline="0" noProof="0">
              <a:ln w="9525">
                <a:noFill/>
              </a:ln>
              <a:solidFill>
                <a:srgbClr val="EB0000"/>
              </a:solidFill>
              <a:effectLst/>
              <a:uLnTx/>
              <a:uFillTx/>
              <a:latin typeface="Aktiv Grotesk"/>
              <a:ea typeface="+mj-ea"/>
              <a:cs typeface="+mj-cs"/>
              <a:sym typeface="Aktiv Grotesk"/>
            </a:endParaRPr>
          </a:p>
        </p:txBody>
      </p:sp>
      <p:cxnSp>
        <p:nvCxnSpPr>
          <p:cNvPr id="60" name="Straight Connector 59">
            <a:extLst>
              <a:ext uri="{FF2B5EF4-FFF2-40B4-BE49-F238E27FC236}">
                <a16:creationId xmlns:a16="http://schemas.microsoft.com/office/drawing/2014/main" id="{FE0266C9-D464-7456-63A3-71F99E87E46B}"/>
              </a:ext>
            </a:extLst>
          </p:cNvPr>
          <p:cNvCxnSpPr>
            <a:cxnSpLocks/>
          </p:cNvCxnSpPr>
          <p:nvPr/>
        </p:nvCxnSpPr>
        <p:spPr>
          <a:xfrm>
            <a:off x="1720937" y="1931260"/>
            <a:ext cx="9855908" cy="0"/>
          </a:xfrm>
          <a:prstGeom prst="line">
            <a:avLst/>
          </a:prstGeom>
          <a:ln w="25400" cmpd="sng">
            <a:solidFill>
              <a:schemeClr val="tx1"/>
            </a:solidFill>
            <a:prstDash val="solid"/>
            <a:headEnd type="oval"/>
            <a:tailEnd type="triangle" w="lg" len="med"/>
          </a:ln>
        </p:spPr>
        <p:style>
          <a:lnRef idx="1">
            <a:schemeClr val="accent1"/>
          </a:lnRef>
          <a:fillRef idx="0">
            <a:schemeClr val="accent1"/>
          </a:fillRef>
          <a:effectRef idx="0">
            <a:schemeClr val="accent1"/>
          </a:effectRef>
          <a:fontRef idx="minor">
            <a:schemeClr val="tx1"/>
          </a:fontRef>
        </p:style>
      </p:cxnSp>
      <p:sp>
        <p:nvSpPr>
          <p:cNvPr id="92" name="Text Placeholder 35">
            <a:extLst>
              <a:ext uri="{FF2B5EF4-FFF2-40B4-BE49-F238E27FC236}">
                <a16:creationId xmlns:a16="http://schemas.microsoft.com/office/drawing/2014/main" id="{9EF429B6-BE48-EE4D-A44F-5B9AD3108AEE}"/>
              </a:ext>
            </a:extLst>
          </p:cNvPr>
          <p:cNvSpPr txBox="1">
            <a:spLocks/>
          </p:cNvSpPr>
          <p:nvPr/>
        </p:nvSpPr>
        <p:spPr>
          <a:xfrm>
            <a:off x="2141780" y="1817924"/>
            <a:ext cx="761666" cy="230832"/>
          </a:xfrm>
          <a:prstGeom prst="rect">
            <a:avLst/>
          </a:prstGeom>
          <a:solidFill>
            <a:schemeClr val="bg1"/>
          </a:solidFill>
        </p:spPr>
        <p:txBody>
          <a:bodyPr vert="horz" wrap="square" lIns="0" tIns="0" rIns="0" bIns="0" rtlCol="0">
            <a:spAutoFit/>
          </a:bodyPr>
          <a:lstStyle>
            <a:lvl1pPr marL="0" marR="0" indent="0" algn="l" defTabSz="914400" rtl="0" eaLnBrk="1" fontAlgn="base" latinLnBrk="0" hangingPunct="1">
              <a:lnSpc>
                <a:spcPct val="100000"/>
              </a:lnSpc>
              <a:spcBef>
                <a:spcPts val="0"/>
              </a:spcBef>
              <a:spcAft>
                <a:spcPts val="700"/>
              </a:spcAft>
              <a:buClr>
                <a:srgbClr val="EB0000"/>
              </a:buClr>
              <a:buSzTx/>
              <a:buFont typeface="Aktiv Grotesk" panose="020B0604020202020204" pitchFamily="34" charset="0"/>
              <a:buNone/>
              <a:tabLst/>
              <a:defRPr lang="en-US" sz="1900" kern="1200" dirty="0">
                <a:ln w="3175">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ts val="700"/>
              </a:spcAft>
              <a:buClr>
                <a:srgbClr val="EB0000"/>
              </a:buClr>
              <a:buSzTx/>
              <a:buFont typeface="Aktiv Grotesk" panose="020B0604020202020204" pitchFamily="34" charset="0"/>
              <a:buNone/>
              <a:tabLst/>
              <a:defRPr/>
            </a:pPr>
            <a:r>
              <a:rPr kumimoji="0" lang="en-US" sz="1500" b="0" i="0" u="none" strike="noStrike" kern="1200" cap="none" spc="0" normalizeH="0" baseline="0" noProof="0">
                <a:ln w="3175">
                  <a:noFill/>
                </a:ln>
                <a:solidFill>
                  <a:prstClr val="black"/>
                </a:solidFill>
                <a:effectLst/>
                <a:uLnTx/>
                <a:uFillTx/>
                <a:latin typeface="Aktiv Grotesk"/>
                <a:ea typeface="+mn-ea"/>
                <a:cs typeface="+mn-cs"/>
                <a:sym typeface="Aktiv Grotesk"/>
              </a:rPr>
              <a:t>Advise</a:t>
            </a:r>
          </a:p>
        </p:txBody>
      </p:sp>
      <p:sp>
        <p:nvSpPr>
          <p:cNvPr id="93" name="Text Placeholder 35">
            <a:extLst>
              <a:ext uri="{FF2B5EF4-FFF2-40B4-BE49-F238E27FC236}">
                <a16:creationId xmlns:a16="http://schemas.microsoft.com/office/drawing/2014/main" id="{1BE30479-5A28-5649-BC8C-66DD54FC5502}"/>
              </a:ext>
            </a:extLst>
          </p:cNvPr>
          <p:cNvSpPr txBox="1">
            <a:spLocks/>
          </p:cNvSpPr>
          <p:nvPr/>
        </p:nvSpPr>
        <p:spPr>
          <a:xfrm>
            <a:off x="5121489" y="1816078"/>
            <a:ext cx="1033067" cy="230832"/>
          </a:xfrm>
          <a:prstGeom prst="rect">
            <a:avLst/>
          </a:prstGeom>
          <a:solidFill>
            <a:schemeClr val="bg1"/>
          </a:solidFill>
        </p:spPr>
        <p:txBody>
          <a:bodyPr vert="horz" wrap="square" lIns="0" tIns="0" rIns="0" bIns="0" rtlCol="0">
            <a:spAutoFit/>
          </a:bodyPr>
          <a:lstStyle>
            <a:lvl1pPr marL="0" marR="0" indent="0" algn="l" defTabSz="914400" rtl="0" eaLnBrk="1" fontAlgn="base" latinLnBrk="0" hangingPunct="1">
              <a:lnSpc>
                <a:spcPct val="100000"/>
              </a:lnSpc>
              <a:spcBef>
                <a:spcPts val="0"/>
              </a:spcBef>
              <a:spcAft>
                <a:spcPts val="700"/>
              </a:spcAft>
              <a:buClr>
                <a:srgbClr val="EB0000"/>
              </a:buClr>
              <a:buSzTx/>
              <a:buFont typeface="Aktiv Grotesk" panose="020B0604020202020204" pitchFamily="34" charset="0"/>
              <a:buNone/>
              <a:tabLst/>
              <a:defRPr lang="en-US" sz="1900" kern="1200" dirty="0">
                <a:ln w="3175">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ts val="700"/>
              </a:spcAft>
              <a:buClr>
                <a:srgbClr val="EB0000"/>
              </a:buClr>
              <a:buSzTx/>
              <a:buFont typeface="Aktiv Grotesk" panose="020B0604020202020204" pitchFamily="34" charset="0"/>
              <a:buNone/>
              <a:tabLst/>
              <a:defRPr/>
            </a:pPr>
            <a:r>
              <a:rPr kumimoji="0" lang="en-US" sz="1500" b="0" i="0" u="none" strike="noStrike" kern="1200" cap="none" spc="0" normalizeH="0" baseline="0" noProof="0">
                <a:ln w="3175">
                  <a:noFill/>
                </a:ln>
                <a:solidFill>
                  <a:prstClr val="black"/>
                </a:solidFill>
                <a:effectLst/>
                <a:uLnTx/>
                <a:uFillTx/>
                <a:latin typeface="Aktiv Grotesk"/>
                <a:ea typeface="+mn-ea"/>
                <a:cs typeface="+mn-cs"/>
                <a:sym typeface="Aktiv Grotesk"/>
              </a:rPr>
              <a:t>Transform</a:t>
            </a:r>
          </a:p>
        </p:txBody>
      </p:sp>
      <p:sp>
        <p:nvSpPr>
          <p:cNvPr id="94" name="Text Placeholder 35">
            <a:extLst>
              <a:ext uri="{FF2B5EF4-FFF2-40B4-BE49-F238E27FC236}">
                <a16:creationId xmlns:a16="http://schemas.microsoft.com/office/drawing/2014/main" id="{32E3D757-F16B-564B-9B0A-BE32EBE6013B}"/>
              </a:ext>
            </a:extLst>
          </p:cNvPr>
          <p:cNvSpPr txBox="1">
            <a:spLocks/>
          </p:cNvSpPr>
          <p:nvPr/>
        </p:nvSpPr>
        <p:spPr>
          <a:xfrm>
            <a:off x="8865555" y="1826564"/>
            <a:ext cx="2076785" cy="230832"/>
          </a:xfrm>
          <a:prstGeom prst="rect">
            <a:avLst/>
          </a:prstGeom>
          <a:solidFill>
            <a:schemeClr val="bg1"/>
          </a:solidFill>
        </p:spPr>
        <p:txBody>
          <a:bodyPr vert="horz" wrap="square" lIns="0" tIns="0" rIns="0" bIns="0" rtlCol="0">
            <a:spAutoFit/>
          </a:bodyPr>
          <a:lstStyle>
            <a:lvl1pPr marL="0" marR="0" indent="0" algn="l" defTabSz="914400" rtl="0" eaLnBrk="1" fontAlgn="base" latinLnBrk="0" hangingPunct="1">
              <a:lnSpc>
                <a:spcPct val="100000"/>
              </a:lnSpc>
              <a:spcBef>
                <a:spcPts val="0"/>
              </a:spcBef>
              <a:spcAft>
                <a:spcPts val="700"/>
              </a:spcAft>
              <a:buClr>
                <a:srgbClr val="EB0000"/>
              </a:buClr>
              <a:buSzTx/>
              <a:buFont typeface="Aktiv Grotesk" panose="020B0604020202020204" pitchFamily="34" charset="0"/>
              <a:buNone/>
              <a:tabLst/>
              <a:defRPr lang="en-US" sz="1900" kern="1200" dirty="0">
                <a:ln w="3175">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ts val="700"/>
              </a:spcAft>
              <a:buClr>
                <a:srgbClr val="EB0000"/>
              </a:buClr>
              <a:buSzTx/>
              <a:buFont typeface="Aktiv Grotesk" panose="020B0604020202020204" pitchFamily="34" charset="0"/>
              <a:buNone/>
              <a:tabLst/>
              <a:defRPr/>
            </a:pPr>
            <a:r>
              <a:rPr kumimoji="0" lang="en-US" sz="1500" b="0" i="0" u="none" strike="noStrike" kern="1200" cap="none" spc="0" normalizeH="0" baseline="0" noProof="0">
                <a:ln w="3175">
                  <a:noFill/>
                </a:ln>
                <a:solidFill>
                  <a:prstClr val="black"/>
                </a:solidFill>
                <a:effectLst/>
                <a:uLnTx/>
                <a:uFillTx/>
                <a:latin typeface="Aktiv Grotesk"/>
                <a:ea typeface="+mn-ea"/>
                <a:cs typeface="+mn-cs"/>
                <a:sym typeface="Aktiv Grotesk"/>
              </a:rPr>
              <a:t>Manage and Optimize</a:t>
            </a:r>
          </a:p>
        </p:txBody>
      </p:sp>
      <p:grpSp>
        <p:nvGrpSpPr>
          <p:cNvPr id="139" name="Group 138">
            <a:extLst>
              <a:ext uri="{FF2B5EF4-FFF2-40B4-BE49-F238E27FC236}">
                <a16:creationId xmlns:a16="http://schemas.microsoft.com/office/drawing/2014/main" id="{0A4C6F82-D479-0C16-F7D2-4A759822F629}"/>
              </a:ext>
            </a:extLst>
          </p:cNvPr>
          <p:cNvGrpSpPr/>
          <p:nvPr/>
        </p:nvGrpSpPr>
        <p:grpSpPr>
          <a:xfrm>
            <a:off x="1761199" y="5570026"/>
            <a:ext cx="6126480" cy="86258"/>
            <a:chOff x="1542212" y="5299075"/>
            <a:chExt cx="6601307" cy="86258"/>
          </a:xfrm>
        </p:grpSpPr>
        <p:cxnSp>
          <p:nvCxnSpPr>
            <p:cNvPr id="89" name="Straight Connector 88">
              <a:extLst>
                <a:ext uri="{FF2B5EF4-FFF2-40B4-BE49-F238E27FC236}">
                  <a16:creationId xmlns:a16="http://schemas.microsoft.com/office/drawing/2014/main" id="{5AC1358E-A4EA-36F1-CCD8-E5DC089D2917}"/>
                </a:ext>
              </a:extLst>
            </p:cNvPr>
            <p:cNvCxnSpPr>
              <a:cxnSpLocks/>
            </p:cNvCxnSpPr>
            <p:nvPr/>
          </p:nvCxnSpPr>
          <p:spPr>
            <a:xfrm>
              <a:off x="1542212" y="5382158"/>
              <a:ext cx="6601307" cy="0"/>
            </a:xfrm>
            <a:prstGeom prst="line">
              <a:avLst/>
            </a:prstGeom>
            <a:ln w="12700" cmpd="sng">
              <a:solidFill>
                <a:schemeClr val="tx1"/>
              </a:solidFill>
              <a:prstDash val="solid"/>
              <a:headEnd type="none"/>
              <a:tailEnd type="none" w="lg" len="med"/>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1E17FFBC-6473-2855-B940-D91C6AE48F8E}"/>
                </a:ext>
              </a:extLst>
            </p:cNvPr>
            <p:cNvCxnSpPr>
              <a:cxnSpLocks/>
            </p:cNvCxnSpPr>
            <p:nvPr/>
          </p:nvCxnSpPr>
          <p:spPr>
            <a:xfrm flipV="1">
              <a:off x="8143519" y="5299075"/>
              <a:ext cx="0" cy="862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0BC07838-9A67-65EE-4942-BA36785A65B7}"/>
                </a:ext>
              </a:extLst>
            </p:cNvPr>
            <p:cNvCxnSpPr>
              <a:cxnSpLocks/>
            </p:cNvCxnSpPr>
            <p:nvPr/>
          </p:nvCxnSpPr>
          <p:spPr>
            <a:xfrm flipV="1">
              <a:off x="1544866" y="5299075"/>
              <a:ext cx="0" cy="862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6" name="Group 135">
            <a:extLst>
              <a:ext uri="{FF2B5EF4-FFF2-40B4-BE49-F238E27FC236}">
                <a16:creationId xmlns:a16="http://schemas.microsoft.com/office/drawing/2014/main" id="{CE88C8D8-E20A-D269-BB8F-D695EE7B7B5D}"/>
              </a:ext>
            </a:extLst>
          </p:cNvPr>
          <p:cNvGrpSpPr/>
          <p:nvPr/>
        </p:nvGrpSpPr>
        <p:grpSpPr>
          <a:xfrm>
            <a:off x="8379480" y="5570026"/>
            <a:ext cx="3204063" cy="86258"/>
            <a:chOff x="8420875" y="5299075"/>
            <a:chExt cx="3204063" cy="86258"/>
          </a:xfrm>
        </p:grpSpPr>
        <p:cxnSp>
          <p:nvCxnSpPr>
            <p:cNvPr id="97" name="Straight Connector 96">
              <a:extLst>
                <a:ext uri="{FF2B5EF4-FFF2-40B4-BE49-F238E27FC236}">
                  <a16:creationId xmlns:a16="http://schemas.microsoft.com/office/drawing/2014/main" id="{81EB2D78-7320-559B-3081-3C8868838774}"/>
                </a:ext>
              </a:extLst>
            </p:cNvPr>
            <p:cNvCxnSpPr>
              <a:cxnSpLocks/>
            </p:cNvCxnSpPr>
            <p:nvPr/>
          </p:nvCxnSpPr>
          <p:spPr>
            <a:xfrm>
              <a:off x="8420875" y="5382158"/>
              <a:ext cx="3204063" cy="0"/>
            </a:xfrm>
            <a:prstGeom prst="line">
              <a:avLst/>
            </a:prstGeom>
            <a:ln w="12700" cmpd="sng">
              <a:solidFill>
                <a:schemeClr val="tx1"/>
              </a:solidFill>
              <a:prstDash val="solid"/>
              <a:headEnd type="none"/>
              <a:tailEnd type="none" w="lg" len="med"/>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D58E3FFC-99C6-CD4B-3EAB-B940C285708F}"/>
                </a:ext>
              </a:extLst>
            </p:cNvPr>
            <p:cNvCxnSpPr>
              <a:cxnSpLocks/>
            </p:cNvCxnSpPr>
            <p:nvPr/>
          </p:nvCxnSpPr>
          <p:spPr>
            <a:xfrm flipV="1">
              <a:off x="8426804" y="5299075"/>
              <a:ext cx="0" cy="862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87A2F70C-CAFD-CC5A-E48E-9274CAA9B67C}"/>
                </a:ext>
              </a:extLst>
            </p:cNvPr>
            <p:cNvCxnSpPr>
              <a:cxnSpLocks/>
            </p:cNvCxnSpPr>
            <p:nvPr/>
          </p:nvCxnSpPr>
          <p:spPr>
            <a:xfrm flipV="1">
              <a:off x="11618240" y="5299075"/>
              <a:ext cx="0" cy="862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3" name="Text Placeholder 35">
            <a:extLst>
              <a:ext uri="{FF2B5EF4-FFF2-40B4-BE49-F238E27FC236}">
                <a16:creationId xmlns:a16="http://schemas.microsoft.com/office/drawing/2014/main" id="{B1BA3AFF-29AB-FF44-7F9F-DE2FED318A42}"/>
              </a:ext>
            </a:extLst>
          </p:cNvPr>
          <p:cNvSpPr txBox="1">
            <a:spLocks/>
          </p:cNvSpPr>
          <p:nvPr/>
        </p:nvSpPr>
        <p:spPr>
          <a:xfrm>
            <a:off x="8660026" y="5589230"/>
            <a:ext cx="2651760" cy="123111"/>
          </a:xfrm>
          <a:prstGeom prst="rect">
            <a:avLst/>
          </a:prstGeom>
          <a:solidFill>
            <a:schemeClr val="bg1"/>
          </a:solidFill>
        </p:spPr>
        <p:txBody>
          <a:bodyPr vert="horz" wrap="square" lIns="0" tIns="0" rIns="0" bIns="0" rtlCol="0">
            <a:spAutoFit/>
          </a:bodyPr>
          <a:lstStyle>
            <a:lvl1pPr marL="0" marR="0" indent="0" algn="l" defTabSz="914400" rtl="0" eaLnBrk="1" fontAlgn="base" latinLnBrk="0" hangingPunct="1">
              <a:lnSpc>
                <a:spcPct val="100000"/>
              </a:lnSpc>
              <a:spcBef>
                <a:spcPts val="0"/>
              </a:spcBef>
              <a:spcAft>
                <a:spcPts val="700"/>
              </a:spcAft>
              <a:buClr>
                <a:srgbClr val="EB0000"/>
              </a:buClr>
              <a:buSzTx/>
              <a:buFont typeface="Aktiv Grotesk" panose="020B0604020202020204" pitchFamily="34" charset="0"/>
              <a:buNone/>
              <a:tabLst/>
              <a:defRPr lang="en-US" sz="1900" kern="1200" dirty="0">
                <a:ln w="3175">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ts val="700"/>
              </a:spcAft>
              <a:buClr>
                <a:srgbClr val="EB0000"/>
              </a:buClr>
              <a:buSzTx/>
              <a:buFont typeface="Aktiv Grotesk" panose="020B0604020202020204" pitchFamily="34" charset="0"/>
              <a:buNone/>
              <a:tabLst/>
              <a:defRPr/>
            </a:pPr>
            <a:r>
              <a:rPr kumimoji="0" lang="en-US" sz="800" b="0" i="0" u="none" strike="noStrike" kern="1200" cap="none" spc="0" normalizeH="0" baseline="0" noProof="0">
                <a:ln w="3175">
                  <a:noFill/>
                </a:ln>
                <a:solidFill>
                  <a:prstClr val="black"/>
                </a:solidFill>
                <a:effectLst/>
                <a:uLnTx/>
                <a:uFillTx/>
                <a:latin typeface="Aktiv Grotesk"/>
                <a:ea typeface="+mn-ea"/>
                <a:cs typeface="+mn-cs"/>
                <a:sym typeface="Aktiv Grotesk"/>
              </a:rPr>
              <a:t>MANAGED SERVICES AND ELASTIC ENGINEERING</a:t>
            </a:r>
          </a:p>
        </p:txBody>
      </p:sp>
      <p:sp>
        <p:nvSpPr>
          <p:cNvPr id="27" name="Text Placeholder 35">
            <a:extLst>
              <a:ext uri="{FF2B5EF4-FFF2-40B4-BE49-F238E27FC236}">
                <a16:creationId xmlns:a16="http://schemas.microsoft.com/office/drawing/2014/main" id="{93F55D4B-C2F8-AF9F-7926-099CB0EAE1E2}"/>
              </a:ext>
            </a:extLst>
          </p:cNvPr>
          <p:cNvSpPr txBox="1">
            <a:spLocks/>
          </p:cNvSpPr>
          <p:nvPr/>
        </p:nvSpPr>
        <p:spPr>
          <a:xfrm>
            <a:off x="4092919" y="5589229"/>
            <a:ext cx="1463040" cy="123111"/>
          </a:xfrm>
          <a:prstGeom prst="rect">
            <a:avLst/>
          </a:prstGeom>
          <a:solidFill>
            <a:schemeClr val="bg1"/>
          </a:solidFill>
        </p:spPr>
        <p:txBody>
          <a:bodyPr vert="horz" wrap="square" lIns="0" tIns="0" rIns="0" bIns="0" rtlCol="0">
            <a:spAutoFit/>
          </a:bodyPr>
          <a:lstStyle>
            <a:lvl1pPr marL="0" marR="0" indent="0" algn="l" defTabSz="914400" rtl="0" eaLnBrk="1" fontAlgn="base" latinLnBrk="0" hangingPunct="1">
              <a:lnSpc>
                <a:spcPct val="100000"/>
              </a:lnSpc>
              <a:spcBef>
                <a:spcPts val="0"/>
              </a:spcBef>
              <a:spcAft>
                <a:spcPts val="700"/>
              </a:spcAft>
              <a:buClr>
                <a:srgbClr val="EB0000"/>
              </a:buClr>
              <a:buSzTx/>
              <a:buFont typeface="Aktiv Grotesk" panose="020B0604020202020204" pitchFamily="34" charset="0"/>
              <a:buNone/>
              <a:tabLst/>
              <a:defRPr lang="en-US" sz="1900" kern="1200" dirty="0">
                <a:ln w="3175">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ts val="700"/>
              </a:spcAft>
              <a:buClr>
                <a:srgbClr val="EB0000"/>
              </a:buClr>
              <a:buSzTx/>
              <a:buFont typeface="Aktiv Grotesk" panose="020B0604020202020204" pitchFamily="34" charset="0"/>
              <a:buNone/>
              <a:tabLst/>
              <a:defRPr/>
            </a:pPr>
            <a:r>
              <a:rPr kumimoji="0" lang="en-US" sz="800" b="0" i="0" u="none" strike="noStrike" kern="1200" cap="none" spc="0" normalizeH="0" baseline="0" noProof="0">
                <a:ln w="3175">
                  <a:noFill/>
                </a:ln>
                <a:solidFill>
                  <a:prstClr val="black"/>
                </a:solidFill>
                <a:effectLst/>
                <a:uLnTx/>
                <a:uFillTx/>
                <a:latin typeface="Aktiv Grotesk"/>
                <a:ea typeface="+mn-ea"/>
                <a:cs typeface="+mn-cs"/>
                <a:sym typeface="Aktiv Grotesk"/>
              </a:rPr>
              <a:t>PROFESSIONAL SERVICES</a:t>
            </a:r>
          </a:p>
        </p:txBody>
      </p:sp>
      <p:cxnSp>
        <p:nvCxnSpPr>
          <p:cNvPr id="42" name="Straight Connector 41">
            <a:extLst>
              <a:ext uri="{FF2B5EF4-FFF2-40B4-BE49-F238E27FC236}">
                <a16:creationId xmlns:a16="http://schemas.microsoft.com/office/drawing/2014/main" id="{33934AB7-E9B7-C812-B8C0-9614FAEE3242}"/>
              </a:ext>
            </a:extLst>
          </p:cNvPr>
          <p:cNvCxnSpPr>
            <a:cxnSpLocks/>
          </p:cNvCxnSpPr>
          <p:nvPr/>
        </p:nvCxnSpPr>
        <p:spPr>
          <a:xfrm>
            <a:off x="8335983" y="5125325"/>
            <a:ext cx="3247560" cy="0"/>
          </a:xfrm>
          <a:prstGeom prst="line">
            <a:avLst/>
          </a:prstGeom>
          <a:ln w="25400">
            <a:solidFill>
              <a:schemeClr val="accent1">
                <a:lumMod val="75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2DA16094-E897-0191-A3A1-DCF01065F9FD}"/>
              </a:ext>
            </a:extLst>
          </p:cNvPr>
          <p:cNvCxnSpPr>
            <a:cxnSpLocks/>
          </p:cNvCxnSpPr>
          <p:nvPr/>
        </p:nvCxnSpPr>
        <p:spPr>
          <a:xfrm>
            <a:off x="8061663" y="3768967"/>
            <a:ext cx="274320"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453505B-E5F8-3B04-336A-B4AA7F13F6C7}"/>
              </a:ext>
            </a:extLst>
          </p:cNvPr>
          <p:cNvCxnSpPr>
            <a:cxnSpLocks/>
          </p:cNvCxnSpPr>
          <p:nvPr/>
        </p:nvCxnSpPr>
        <p:spPr>
          <a:xfrm flipV="1">
            <a:off x="8337145" y="2492461"/>
            <a:ext cx="0" cy="2632864"/>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A7BD302-809F-4D0B-5AD4-C4EAB24AC122}"/>
              </a:ext>
            </a:extLst>
          </p:cNvPr>
          <p:cNvCxnSpPr>
            <a:cxnSpLocks/>
          </p:cNvCxnSpPr>
          <p:nvPr/>
        </p:nvCxnSpPr>
        <p:spPr>
          <a:xfrm>
            <a:off x="8335983" y="2499430"/>
            <a:ext cx="3247560" cy="0"/>
          </a:xfrm>
          <a:prstGeom prst="line">
            <a:avLst/>
          </a:prstGeom>
          <a:ln w="25400">
            <a:solidFill>
              <a:schemeClr val="accent1">
                <a:lumMod val="75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7803C5CE-0597-B386-9A06-E56C193DA74B}"/>
              </a:ext>
            </a:extLst>
          </p:cNvPr>
          <p:cNvCxnSpPr>
            <a:cxnSpLocks/>
          </p:cNvCxnSpPr>
          <p:nvPr/>
        </p:nvCxnSpPr>
        <p:spPr>
          <a:xfrm flipV="1">
            <a:off x="1338928" y="2492461"/>
            <a:ext cx="6718831" cy="6649"/>
          </a:xfrm>
          <a:prstGeom prst="line">
            <a:avLst/>
          </a:prstGeom>
          <a:ln w="25400">
            <a:solidFill>
              <a:schemeClr val="accent1">
                <a:lumMod val="75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BA7C5A3-F49C-14F8-464E-E40B58885840}"/>
              </a:ext>
            </a:extLst>
          </p:cNvPr>
          <p:cNvCxnSpPr>
            <a:cxnSpLocks/>
          </p:cNvCxnSpPr>
          <p:nvPr/>
        </p:nvCxnSpPr>
        <p:spPr>
          <a:xfrm>
            <a:off x="1338928" y="4224215"/>
            <a:ext cx="6733044"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D83AD0B-16C0-A031-6F84-54540AD1EB1C}"/>
              </a:ext>
            </a:extLst>
          </p:cNvPr>
          <p:cNvCxnSpPr>
            <a:cxnSpLocks/>
          </p:cNvCxnSpPr>
          <p:nvPr/>
        </p:nvCxnSpPr>
        <p:spPr>
          <a:xfrm>
            <a:off x="1233377" y="5100908"/>
            <a:ext cx="6824382" cy="0"/>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09C8E36D-1E38-C371-4FF4-2918A1B3B6AE}"/>
              </a:ext>
            </a:extLst>
          </p:cNvPr>
          <p:cNvCxnSpPr>
            <a:cxnSpLocks/>
          </p:cNvCxnSpPr>
          <p:nvPr/>
        </p:nvCxnSpPr>
        <p:spPr>
          <a:xfrm>
            <a:off x="3409488" y="2177721"/>
            <a:ext cx="0" cy="320040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0C5AD7C-9612-97B0-7BEE-CC2B22343B28}"/>
              </a:ext>
            </a:extLst>
          </p:cNvPr>
          <p:cNvCxnSpPr>
            <a:cxnSpLocks/>
          </p:cNvCxnSpPr>
          <p:nvPr/>
        </p:nvCxnSpPr>
        <p:spPr>
          <a:xfrm>
            <a:off x="8191870" y="2177721"/>
            <a:ext cx="0" cy="320040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FF031B6-E033-30F0-EDED-DFA8C8A61988}"/>
              </a:ext>
            </a:extLst>
          </p:cNvPr>
          <p:cNvCxnSpPr>
            <a:cxnSpLocks/>
          </p:cNvCxnSpPr>
          <p:nvPr/>
        </p:nvCxnSpPr>
        <p:spPr>
          <a:xfrm>
            <a:off x="8057759" y="2492461"/>
            <a:ext cx="0" cy="2608447"/>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Rounded Rectangle 25">
            <a:extLst>
              <a:ext uri="{FF2B5EF4-FFF2-40B4-BE49-F238E27FC236}">
                <a16:creationId xmlns:a16="http://schemas.microsoft.com/office/drawing/2014/main" id="{E90DBBCF-018D-D824-B53A-B4F7CBB40836}"/>
              </a:ext>
            </a:extLst>
          </p:cNvPr>
          <p:cNvSpPr/>
          <p:nvPr/>
        </p:nvSpPr>
        <p:spPr>
          <a:xfrm>
            <a:off x="1882533" y="2175654"/>
            <a:ext cx="1280160" cy="640080"/>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nchorCtr="0">
            <a:noAutofit/>
          </a:bodyPr>
          <a:lstStyle/>
          <a:p>
            <a:pPr marL="0" marR="0" lvl="0" indent="0" algn="ctr" defTabSz="228600" rtl="0" eaLnBrk="1" fontAlgn="auto" latinLnBrk="0" hangingPunct="1">
              <a:lnSpc>
                <a:spcPct val="90000"/>
              </a:lnSpc>
              <a:spcBef>
                <a:spcPts val="0"/>
              </a:spcBef>
              <a:spcAft>
                <a:spcPts val="0"/>
              </a:spcAft>
              <a:buClrTx/>
              <a:buSzTx/>
              <a:buFontTx/>
              <a:buNone/>
              <a:tabLst/>
              <a:defRPr/>
            </a:pPr>
            <a:r>
              <a:rPr kumimoji="0" lang="en-US" sz="900" b="1" i="0" u="none" strike="noStrike" kern="1000" cap="none" spc="0" normalizeH="0" baseline="0" noProof="0">
                <a:ln>
                  <a:noFill/>
                </a:ln>
                <a:solidFill>
                  <a:prstClr val="white"/>
                </a:solidFill>
                <a:effectLst/>
                <a:uLnTx/>
                <a:uFillTx/>
                <a:latin typeface="Aktiv Grotesk"/>
                <a:ea typeface="+mn-ea"/>
                <a:cs typeface="+mn-cs"/>
              </a:rPr>
              <a:t>Application Modernization Roadmap</a:t>
            </a:r>
            <a:endParaRPr kumimoji="0" lang="en-US" sz="900" b="0" i="0" u="none" strike="noStrike" kern="1000" cap="none" spc="0" normalizeH="0" baseline="0" noProof="0">
              <a:ln>
                <a:noFill/>
              </a:ln>
              <a:solidFill>
                <a:prstClr val="white"/>
              </a:solidFill>
              <a:effectLst/>
              <a:uLnTx/>
              <a:uFillTx/>
              <a:latin typeface="Aktiv Grotesk"/>
              <a:ea typeface="+mn-ea"/>
              <a:cs typeface="+mn-cs"/>
            </a:endParaRPr>
          </a:p>
        </p:txBody>
      </p:sp>
      <p:sp>
        <p:nvSpPr>
          <p:cNvPr id="28" name="Rounded Rectangle 27">
            <a:extLst>
              <a:ext uri="{FF2B5EF4-FFF2-40B4-BE49-F238E27FC236}">
                <a16:creationId xmlns:a16="http://schemas.microsoft.com/office/drawing/2014/main" id="{BF9585CD-5178-5064-C981-CC94E1C5E57E}"/>
              </a:ext>
            </a:extLst>
          </p:cNvPr>
          <p:cNvSpPr/>
          <p:nvPr/>
        </p:nvSpPr>
        <p:spPr>
          <a:xfrm>
            <a:off x="3553188" y="2175654"/>
            <a:ext cx="1325880" cy="640080"/>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nchorCtr="0">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900" b="1" i="0" u="none" strike="noStrike" kern="1000" cap="none" spc="0" normalizeH="0" baseline="0" noProof="0">
                <a:ln>
                  <a:noFill/>
                </a:ln>
                <a:solidFill>
                  <a:prstClr val="white"/>
                </a:solidFill>
                <a:effectLst/>
                <a:uLnTx/>
                <a:uFillTx/>
                <a:latin typeface="Aktiv Grotesk"/>
                <a:ea typeface="+mn-ea"/>
                <a:cs typeface="+mn-cs"/>
                <a:sym typeface="Aktiv Grotesk"/>
              </a:rPr>
              <a:t>Application Migrations</a:t>
            </a:r>
          </a:p>
        </p:txBody>
      </p:sp>
      <p:sp>
        <p:nvSpPr>
          <p:cNvPr id="31" name="Rounded Rectangle 30">
            <a:extLst>
              <a:ext uri="{FF2B5EF4-FFF2-40B4-BE49-F238E27FC236}">
                <a16:creationId xmlns:a16="http://schemas.microsoft.com/office/drawing/2014/main" id="{1A53024F-0EC8-0E26-9D77-4CF69276B0B2}"/>
              </a:ext>
            </a:extLst>
          </p:cNvPr>
          <p:cNvSpPr/>
          <p:nvPr/>
        </p:nvSpPr>
        <p:spPr>
          <a:xfrm>
            <a:off x="4975083" y="3048973"/>
            <a:ext cx="1325880" cy="640080"/>
          </a:xfrm>
          <a:prstGeom prst="roundRect">
            <a:avLst>
              <a:gd name="adj"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nchorCtr="0">
            <a:noAutofit/>
          </a:bodyPr>
          <a:lstStyle/>
          <a:p>
            <a:pPr marL="60325" marR="0" lvl="0" indent="0" algn="ctr" defTabSz="228600" rtl="0" eaLnBrk="1" fontAlgn="auto" latinLnBrk="0" hangingPunct="1">
              <a:lnSpc>
                <a:spcPct val="100000"/>
              </a:lnSpc>
              <a:spcBef>
                <a:spcPts val="0"/>
              </a:spcBef>
              <a:spcAft>
                <a:spcPts val="0"/>
              </a:spcAft>
              <a:buClrTx/>
              <a:buSzTx/>
              <a:buFontTx/>
              <a:buNone/>
              <a:tabLst/>
              <a:defRPr/>
            </a:pPr>
            <a:r>
              <a:rPr kumimoji="0" lang="en-US" sz="900" b="1" i="0" u="none" strike="noStrike" kern="1000" cap="none" spc="0" normalizeH="0" baseline="0" noProof="0">
                <a:ln>
                  <a:noFill/>
                </a:ln>
                <a:solidFill>
                  <a:prstClr val="white"/>
                </a:solidFill>
                <a:effectLst/>
                <a:uLnTx/>
                <a:uFillTx/>
                <a:latin typeface="Aktiv Grotesk"/>
                <a:ea typeface="+mn-ea"/>
                <a:cs typeface="+mn-cs"/>
                <a:sym typeface="Aktiv Grotesk"/>
              </a:rPr>
              <a:t>Analytics &amp; </a:t>
            </a:r>
          </a:p>
          <a:p>
            <a:pPr marL="60325" marR="0" lvl="0" indent="0" algn="ctr" defTabSz="228600" rtl="0" eaLnBrk="1" fontAlgn="auto" latinLnBrk="0" hangingPunct="1">
              <a:lnSpc>
                <a:spcPct val="100000"/>
              </a:lnSpc>
              <a:spcBef>
                <a:spcPts val="0"/>
              </a:spcBef>
              <a:spcAft>
                <a:spcPts val="0"/>
              </a:spcAft>
              <a:buClrTx/>
              <a:buSzTx/>
              <a:buFontTx/>
              <a:buNone/>
              <a:tabLst/>
              <a:defRPr/>
            </a:pPr>
            <a:r>
              <a:rPr kumimoji="0" lang="en-US" sz="900" b="1" i="0" u="none" strike="noStrike" kern="1000" cap="none" spc="0" normalizeH="0" baseline="0" noProof="0">
                <a:ln>
                  <a:noFill/>
                </a:ln>
                <a:solidFill>
                  <a:prstClr val="white"/>
                </a:solidFill>
                <a:effectLst/>
                <a:uLnTx/>
                <a:uFillTx/>
                <a:latin typeface="Aktiv Grotesk"/>
                <a:ea typeface="+mn-ea"/>
                <a:cs typeface="+mn-cs"/>
                <a:sym typeface="Aktiv Grotesk"/>
              </a:rPr>
              <a:t>Applied AI</a:t>
            </a:r>
          </a:p>
        </p:txBody>
      </p:sp>
      <p:sp>
        <p:nvSpPr>
          <p:cNvPr id="32" name="Rounded Rectangle 31">
            <a:extLst>
              <a:ext uri="{FF2B5EF4-FFF2-40B4-BE49-F238E27FC236}">
                <a16:creationId xmlns:a16="http://schemas.microsoft.com/office/drawing/2014/main" id="{86BD4FA3-7DD7-A304-EA35-450DC7F51D50}"/>
              </a:ext>
            </a:extLst>
          </p:cNvPr>
          <p:cNvSpPr/>
          <p:nvPr/>
        </p:nvSpPr>
        <p:spPr>
          <a:xfrm>
            <a:off x="1882533" y="3909871"/>
            <a:ext cx="1280160" cy="64008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nchorCtr="0">
            <a:noAutofit/>
          </a:bodyPr>
          <a:lstStyle/>
          <a:p>
            <a:pPr marL="0" marR="0" lvl="0" indent="0" algn="ctr" defTabSz="228600" rtl="0" eaLnBrk="1" fontAlgn="auto" latinLnBrk="0" hangingPunct="1">
              <a:lnSpc>
                <a:spcPct val="90000"/>
              </a:lnSpc>
              <a:spcBef>
                <a:spcPts val="0"/>
              </a:spcBef>
              <a:spcAft>
                <a:spcPts val="0"/>
              </a:spcAft>
              <a:buClrTx/>
              <a:buSzTx/>
              <a:buFontTx/>
              <a:buNone/>
              <a:tabLst/>
              <a:defRPr/>
            </a:pPr>
            <a:r>
              <a:rPr kumimoji="0" lang="en-US" sz="900" b="1" i="0" u="none" strike="noStrike" kern="1000" cap="none" spc="0" normalizeH="0" baseline="0" noProof="0">
                <a:ln>
                  <a:noFill/>
                </a:ln>
                <a:solidFill>
                  <a:prstClr val="white"/>
                </a:solidFill>
                <a:effectLst/>
                <a:uLnTx/>
                <a:uFillTx/>
                <a:latin typeface="Aktiv Grotesk"/>
                <a:ea typeface="+mn-ea"/>
                <a:cs typeface="+mn-cs"/>
              </a:rPr>
              <a:t>Cloud Strategy, Architecture Roadmap</a:t>
            </a:r>
          </a:p>
        </p:txBody>
      </p:sp>
      <p:sp>
        <p:nvSpPr>
          <p:cNvPr id="34" name="Rounded Rectangle 33">
            <a:extLst>
              <a:ext uri="{FF2B5EF4-FFF2-40B4-BE49-F238E27FC236}">
                <a16:creationId xmlns:a16="http://schemas.microsoft.com/office/drawing/2014/main" id="{3090E139-7768-1FCA-57EF-059D19F99CF8}"/>
              </a:ext>
            </a:extLst>
          </p:cNvPr>
          <p:cNvSpPr/>
          <p:nvPr/>
        </p:nvSpPr>
        <p:spPr>
          <a:xfrm>
            <a:off x="1882533" y="4798019"/>
            <a:ext cx="1280160" cy="640080"/>
          </a:xfrm>
          <a:prstGeom prst="roundRect">
            <a:avLst>
              <a:gd name="adj"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nchorCtr="0">
            <a:noAutofit/>
          </a:bodyPr>
          <a:lstStyle/>
          <a:p>
            <a:pPr marL="0" marR="0" lvl="0" indent="0" algn="ctr" defTabSz="228600" rtl="0" eaLnBrk="1" fontAlgn="auto" latinLnBrk="0" hangingPunct="1">
              <a:lnSpc>
                <a:spcPct val="90000"/>
              </a:lnSpc>
              <a:spcBef>
                <a:spcPts val="0"/>
              </a:spcBef>
              <a:spcAft>
                <a:spcPts val="0"/>
              </a:spcAft>
              <a:buClrTx/>
              <a:buSzTx/>
              <a:buFontTx/>
              <a:buNone/>
              <a:tabLst/>
              <a:defRPr/>
            </a:pPr>
            <a:r>
              <a:rPr kumimoji="0" lang="en-US" sz="900" b="1" i="0" u="none" strike="noStrike" kern="1000" cap="none" spc="0" normalizeH="0" baseline="0" noProof="0">
                <a:ln>
                  <a:noFill/>
                </a:ln>
                <a:solidFill>
                  <a:prstClr val="white"/>
                </a:solidFill>
                <a:effectLst/>
                <a:uLnTx/>
                <a:uFillTx/>
                <a:latin typeface="Aktiv Grotesk"/>
                <a:ea typeface="+mn-ea"/>
                <a:cs typeface="+mn-cs"/>
              </a:rPr>
              <a:t>Cloud Security </a:t>
            </a:r>
            <a:br>
              <a:rPr kumimoji="0" lang="en-US" sz="900" b="1" i="0" u="none" strike="noStrike" kern="1000" cap="none" spc="0" normalizeH="0" baseline="0" noProof="0">
                <a:ln>
                  <a:noFill/>
                </a:ln>
                <a:solidFill>
                  <a:prstClr val="white"/>
                </a:solidFill>
                <a:effectLst/>
                <a:uLnTx/>
                <a:uFillTx/>
                <a:latin typeface="Aktiv Grotesk"/>
                <a:ea typeface="+mn-ea"/>
                <a:cs typeface="+mn-cs"/>
              </a:rPr>
            </a:br>
            <a:r>
              <a:rPr kumimoji="0" lang="en-US" sz="900" b="1" i="0" u="none" strike="noStrike" kern="1000" cap="none" spc="0" normalizeH="0" baseline="0" noProof="0">
                <a:ln>
                  <a:noFill/>
                </a:ln>
                <a:solidFill>
                  <a:prstClr val="white"/>
                </a:solidFill>
                <a:effectLst/>
                <a:uLnTx/>
                <a:uFillTx/>
                <a:latin typeface="Aktiv Grotesk"/>
                <a:ea typeface="+mn-ea"/>
                <a:cs typeface="+mn-cs"/>
              </a:rPr>
              <a:t>Advisory &amp; Assurance</a:t>
            </a:r>
            <a:endParaRPr kumimoji="0" lang="en-US" sz="900" b="0" i="0" u="none" strike="noStrike" kern="1000" cap="none" spc="0" normalizeH="0" baseline="0" noProof="0">
              <a:ln>
                <a:noFill/>
              </a:ln>
              <a:solidFill>
                <a:prstClr val="white"/>
              </a:solidFill>
              <a:effectLst/>
              <a:uLnTx/>
              <a:uFillTx/>
              <a:latin typeface="Aktiv Grotesk"/>
              <a:ea typeface="+mn-ea"/>
              <a:cs typeface="+mn-cs"/>
            </a:endParaRPr>
          </a:p>
        </p:txBody>
      </p:sp>
      <p:sp>
        <p:nvSpPr>
          <p:cNvPr id="35" name="Rounded Rectangle 34">
            <a:extLst>
              <a:ext uri="{FF2B5EF4-FFF2-40B4-BE49-F238E27FC236}">
                <a16:creationId xmlns:a16="http://schemas.microsoft.com/office/drawing/2014/main" id="{7564EC4C-BDFA-49C7-14D9-FC72B695048E}"/>
              </a:ext>
            </a:extLst>
          </p:cNvPr>
          <p:cNvSpPr/>
          <p:nvPr/>
        </p:nvSpPr>
        <p:spPr>
          <a:xfrm>
            <a:off x="4975083" y="2175654"/>
            <a:ext cx="1325880" cy="640080"/>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nchorCtr="0">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900" b="1" i="0" u="none" strike="noStrike" kern="1000" cap="none" spc="0" normalizeH="0" baseline="0" noProof="0">
                <a:ln>
                  <a:noFill/>
                </a:ln>
                <a:solidFill>
                  <a:prstClr val="white"/>
                </a:solidFill>
                <a:effectLst/>
                <a:uLnTx/>
                <a:uFillTx/>
                <a:latin typeface="Aktiv Grotesk"/>
                <a:ea typeface="+mn-ea"/>
                <a:cs typeface="+mn-cs"/>
                <a:sym typeface="Aktiv Grotesk"/>
              </a:rPr>
              <a:t>Cloud Native Application Development</a:t>
            </a:r>
          </a:p>
        </p:txBody>
      </p:sp>
      <p:sp>
        <p:nvSpPr>
          <p:cNvPr id="36" name="Rounded Rectangle 35">
            <a:extLst>
              <a:ext uri="{FF2B5EF4-FFF2-40B4-BE49-F238E27FC236}">
                <a16:creationId xmlns:a16="http://schemas.microsoft.com/office/drawing/2014/main" id="{08E0AE9E-F206-FF1C-F7D0-599E15F899DB}"/>
              </a:ext>
            </a:extLst>
          </p:cNvPr>
          <p:cNvSpPr/>
          <p:nvPr/>
        </p:nvSpPr>
        <p:spPr>
          <a:xfrm>
            <a:off x="3553188" y="3048973"/>
            <a:ext cx="1325880" cy="640080"/>
          </a:xfrm>
          <a:prstGeom prst="roundRect">
            <a:avLst>
              <a:gd name="adj"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nchorCtr="0">
            <a:noAutofit/>
          </a:bodyPr>
          <a:lstStyle/>
          <a:p>
            <a:pPr marL="0" marR="0" lvl="0" indent="0" algn="ctr" defTabSz="228600" rtl="0" eaLnBrk="1" fontAlgn="auto" latinLnBrk="0" hangingPunct="1">
              <a:lnSpc>
                <a:spcPct val="90000"/>
              </a:lnSpc>
              <a:spcBef>
                <a:spcPts val="0"/>
              </a:spcBef>
              <a:spcAft>
                <a:spcPts val="0"/>
              </a:spcAft>
              <a:buClrTx/>
              <a:buSzTx/>
              <a:buFontTx/>
              <a:buNone/>
              <a:tabLst/>
              <a:defRPr/>
            </a:pPr>
            <a:r>
              <a:rPr kumimoji="0" lang="en-US" sz="900" b="1" i="0" u="none" strike="noStrike" kern="1000" cap="none" spc="0" normalizeH="0" baseline="0" noProof="0">
                <a:ln>
                  <a:noFill/>
                </a:ln>
                <a:solidFill>
                  <a:prstClr val="white"/>
                </a:solidFill>
                <a:effectLst/>
                <a:uLnTx/>
                <a:uFillTx/>
                <a:latin typeface="Aktiv Grotesk"/>
                <a:ea typeface="+mn-ea"/>
                <a:cs typeface="+mn-cs"/>
              </a:rPr>
              <a:t>Cloud Data Migrations</a:t>
            </a:r>
            <a:endParaRPr kumimoji="0" lang="en-US" sz="900" b="0" i="0" u="none" strike="noStrike" kern="1000" cap="none" spc="0" normalizeH="0" baseline="0" noProof="0">
              <a:ln>
                <a:noFill/>
              </a:ln>
              <a:solidFill>
                <a:prstClr val="white"/>
              </a:solidFill>
              <a:effectLst/>
              <a:uLnTx/>
              <a:uFillTx/>
              <a:latin typeface="Aktiv Grotesk"/>
              <a:ea typeface="+mn-ea"/>
              <a:cs typeface="+mn-cs"/>
            </a:endParaRPr>
          </a:p>
        </p:txBody>
      </p:sp>
      <p:sp>
        <p:nvSpPr>
          <p:cNvPr id="37" name="Rounded Rectangle 36">
            <a:extLst>
              <a:ext uri="{FF2B5EF4-FFF2-40B4-BE49-F238E27FC236}">
                <a16:creationId xmlns:a16="http://schemas.microsoft.com/office/drawing/2014/main" id="{DAD647CF-8E95-D4DA-85C1-78A6CF841FF8}"/>
              </a:ext>
            </a:extLst>
          </p:cNvPr>
          <p:cNvSpPr/>
          <p:nvPr/>
        </p:nvSpPr>
        <p:spPr>
          <a:xfrm>
            <a:off x="3553188" y="3909871"/>
            <a:ext cx="1325880" cy="64008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nchorCtr="0">
            <a:noAutofit/>
          </a:bodyPr>
          <a:lstStyle/>
          <a:p>
            <a:pPr marL="0" marR="0" lvl="0" indent="0" algn="ctr" defTabSz="228600" rtl="0" eaLnBrk="1" fontAlgn="auto" latinLnBrk="0" hangingPunct="1">
              <a:lnSpc>
                <a:spcPct val="90000"/>
              </a:lnSpc>
              <a:spcBef>
                <a:spcPts val="0"/>
              </a:spcBef>
              <a:spcAft>
                <a:spcPts val="0"/>
              </a:spcAft>
              <a:buClrTx/>
              <a:buSzTx/>
              <a:buFontTx/>
              <a:buNone/>
              <a:tabLst/>
              <a:defRPr/>
            </a:pPr>
            <a:r>
              <a:rPr kumimoji="0" lang="en-US" sz="900" b="1" i="0" u="none" strike="noStrike" kern="1000" cap="none" spc="0" normalizeH="0" baseline="0" noProof="0">
                <a:ln>
                  <a:noFill/>
                </a:ln>
                <a:solidFill>
                  <a:prstClr val="white"/>
                </a:solidFill>
                <a:effectLst/>
                <a:uLnTx/>
                <a:uFillTx/>
                <a:latin typeface="Aktiv Grotesk"/>
                <a:ea typeface="+mn-ea"/>
                <a:cs typeface="+mn-cs"/>
              </a:rPr>
              <a:t>Platform </a:t>
            </a:r>
            <a:br>
              <a:rPr kumimoji="0" lang="en-US" sz="900" b="1" i="0" u="none" strike="noStrike" kern="1000" cap="none" spc="0" normalizeH="0" baseline="0" noProof="0">
                <a:ln>
                  <a:noFill/>
                </a:ln>
                <a:solidFill>
                  <a:prstClr val="white"/>
                </a:solidFill>
                <a:effectLst/>
                <a:uLnTx/>
                <a:uFillTx/>
                <a:latin typeface="Aktiv Grotesk"/>
                <a:ea typeface="+mn-ea"/>
                <a:cs typeface="+mn-cs"/>
              </a:rPr>
            </a:br>
            <a:r>
              <a:rPr kumimoji="0" lang="en-US" sz="900" b="1" i="0" u="none" strike="noStrike" kern="1000" cap="none" spc="0" normalizeH="0" baseline="0" noProof="0">
                <a:ln>
                  <a:noFill/>
                </a:ln>
                <a:solidFill>
                  <a:prstClr val="white"/>
                </a:solidFill>
                <a:effectLst/>
                <a:uLnTx/>
                <a:uFillTx/>
                <a:latin typeface="Aktiv Grotesk"/>
                <a:ea typeface="+mn-ea"/>
                <a:cs typeface="+mn-cs"/>
              </a:rPr>
              <a:t>Migrations</a:t>
            </a:r>
            <a:endParaRPr kumimoji="0" lang="en-US" sz="900" b="0" i="0" u="none" strike="noStrike" kern="1000" cap="none" spc="0" normalizeH="0" baseline="0" noProof="0">
              <a:ln>
                <a:noFill/>
              </a:ln>
              <a:solidFill>
                <a:prstClr val="white"/>
              </a:solidFill>
              <a:effectLst/>
              <a:uLnTx/>
              <a:uFillTx/>
              <a:latin typeface="Aktiv Grotesk"/>
              <a:ea typeface="+mn-ea"/>
              <a:cs typeface="+mn-cs"/>
            </a:endParaRPr>
          </a:p>
        </p:txBody>
      </p:sp>
      <p:sp>
        <p:nvSpPr>
          <p:cNvPr id="38" name="Rounded Rectangle 37">
            <a:extLst>
              <a:ext uri="{FF2B5EF4-FFF2-40B4-BE49-F238E27FC236}">
                <a16:creationId xmlns:a16="http://schemas.microsoft.com/office/drawing/2014/main" id="{B87E4A8A-132D-EA4B-58F0-35939CCC010D}"/>
              </a:ext>
            </a:extLst>
          </p:cNvPr>
          <p:cNvSpPr/>
          <p:nvPr/>
        </p:nvSpPr>
        <p:spPr>
          <a:xfrm>
            <a:off x="4975083" y="3909871"/>
            <a:ext cx="1325880" cy="64008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nchorCtr="0">
            <a:noAutofit/>
          </a:bodyPr>
          <a:lstStyle/>
          <a:p>
            <a:pPr marL="60325" marR="0" lvl="0" indent="0" algn="ctr" defTabSz="228600" rtl="0" eaLnBrk="1" fontAlgn="auto" latinLnBrk="0" hangingPunct="1">
              <a:lnSpc>
                <a:spcPct val="100000"/>
              </a:lnSpc>
              <a:spcBef>
                <a:spcPts val="0"/>
              </a:spcBef>
              <a:spcAft>
                <a:spcPts val="0"/>
              </a:spcAft>
              <a:buClrTx/>
              <a:buSzTx/>
              <a:buFontTx/>
              <a:buNone/>
              <a:tabLst/>
              <a:defRPr/>
            </a:pPr>
            <a:r>
              <a:rPr kumimoji="0" lang="en-US" sz="900" b="1" i="0" u="none" strike="noStrike" kern="1000" cap="none" spc="0" normalizeH="0" baseline="0" noProof="0">
                <a:ln>
                  <a:noFill/>
                </a:ln>
                <a:solidFill>
                  <a:prstClr val="white"/>
                </a:solidFill>
                <a:effectLst/>
                <a:uLnTx/>
                <a:uFillTx/>
                <a:latin typeface="Aktiv Grotesk"/>
                <a:ea typeface="+mn-ea"/>
                <a:cs typeface="+mn-cs"/>
                <a:sym typeface="Aktiv Grotesk"/>
              </a:rPr>
              <a:t>Cloud Platform Architecture </a:t>
            </a:r>
            <a:r>
              <a:rPr kumimoji="0" lang="en-US" sz="900" b="1" i="0" u="none" strike="noStrike" kern="1000" cap="none" spc="0" normalizeH="0" baseline="0" noProof="0">
                <a:ln>
                  <a:noFill/>
                </a:ln>
                <a:solidFill>
                  <a:prstClr val="white"/>
                </a:solidFill>
                <a:effectLst/>
                <a:uLnTx/>
                <a:uFillTx/>
                <a:latin typeface="Aktiv Grotesk"/>
                <a:ea typeface="+mn-ea"/>
                <a:cs typeface="+mn-cs"/>
              </a:rPr>
              <a:t>&amp;</a:t>
            </a:r>
            <a:r>
              <a:rPr kumimoji="0" lang="en-US" sz="900" b="1" i="0" u="none" strike="noStrike" kern="1000" cap="none" spc="0" normalizeH="0" baseline="0" noProof="0">
                <a:ln>
                  <a:noFill/>
                </a:ln>
                <a:solidFill>
                  <a:prstClr val="white"/>
                </a:solidFill>
                <a:effectLst/>
                <a:uLnTx/>
                <a:uFillTx/>
                <a:latin typeface="Aktiv Grotesk"/>
                <a:ea typeface="+mn-ea"/>
                <a:cs typeface="+mn-cs"/>
                <a:sym typeface="Aktiv Grotesk"/>
              </a:rPr>
              <a:t> Engineering</a:t>
            </a:r>
          </a:p>
        </p:txBody>
      </p:sp>
      <p:sp>
        <p:nvSpPr>
          <p:cNvPr id="39" name="Rounded Rectangle 38">
            <a:extLst>
              <a:ext uri="{FF2B5EF4-FFF2-40B4-BE49-F238E27FC236}">
                <a16:creationId xmlns:a16="http://schemas.microsoft.com/office/drawing/2014/main" id="{1A80DD5D-7CA4-301A-4EF8-0890B99F3435}"/>
              </a:ext>
            </a:extLst>
          </p:cNvPr>
          <p:cNvSpPr/>
          <p:nvPr/>
        </p:nvSpPr>
        <p:spPr>
          <a:xfrm>
            <a:off x="3553188" y="4798019"/>
            <a:ext cx="1325880" cy="640080"/>
          </a:xfrm>
          <a:prstGeom prst="roundRect">
            <a:avLst>
              <a:gd name="adj"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nchorCtr="0">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900" b="1" i="0" u="none" strike="noStrike" kern="1000" cap="none" spc="0" normalizeH="0" baseline="0" noProof="0">
                <a:ln>
                  <a:noFill/>
                </a:ln>
                <a:solidFill>
                  <a:prstClr val="white"/>
                </a:solidFill>
                <a:effectLst/>
                <a:uLnTx/>
                <a:uFillTx/>
                <a:latin typeface="Aktiv Grotesk"/>
                <a:ea typeface="+mn-ea"/>
                <a:cs typeface="+mn-cs"/>
                <a:sym typeface="Aktiv Grotesk"/>
              </a:rPr>
              <a:t>Identity </a:t>
            </a:r>
            <a:br>
              <a:rPr kumimoji="0" lang="en-US" sz="900" b="1" i="0" u="none" strike="noStrike" kern="1000" cap="none" spc="0" normalizeH="0" baseline="0" noProof="0">
                <a:ln>
                  <a:noFill/>
                </a:ln>
                <a:solidFill>
                  <a:prstClr val="white"/>
                </a:solidFill>
                <a:effectLst/>
                <a:uLnTx/>
                <a:uFillTx/>
                <a:latin typeface="Aktiv Grotesk"/>
                <a:ea typeface="+mn-ea"/>
                <a:cs typeface="+mn-cs"/>
                <a:sym typeface="Aktiv Grotesk"/>
              </a:rPr>
            </a:br>
            <a:r>
              <a:rPr kumimoji="0" lang="en-US" sz="900" b="1" i="0" u="none" strike="noStrike" kern="1000" cap="none" spc="0" normalizeH="0" baseline="0" noProof="0">
                <a:ln>
                  <a:noFill/>
                </a:ln>
                <a:solidFill>
                  <a:prstClr val="white"/>
                </a:solidFill>
                <a:effectLst/>
                <a:uLnTx/>
                <a:uFillTx/>
                <a:latin typeface="Aktiv Grotesk"/>
                <a:ea typeface="+mn-ea"/>
                <a:cs typeface="+mn-cs"/>
              </a:rPr>
              <a:t>&amp;</a:t>
            </a:r>
            <a:r>
              <a:rPr kumimoji="0" lang="en-US" sz="900" b="1" i="0" u="none" strike="noStrike" kern="1000" cap="none" spc="0" normalizeH="0" baseline="0" noProof="0">
                <a:ln>
                  <a:noFill/>
                </a:ln>
                <a:solidFill>
                  <a:prstClr val="white"/>
                </a:solidFill>
                <a:effectLst/>
                <a:uLnTx/>
                <a:uFillTx/>
                <a:latin typeface="Aktiv Grotesk"/>
                <a:ea typeface="+mn-ea"/>
                <a:cs typeface="+mn-cs"/>
                <a:sym typeface="Aktiv Grotesk"/>
              </a:rPr>
              <a:t> Access Management</a:t>
            </a:r>
          </a:p>
        </p:txBody>
      </p:sp>
      <p:sp>
        <p:nvSpPr>
          <p:cNvPr id="40" name="Rounded Rectangle 39">
            <a:extLst>
              <a:ext uri="{FF2B5EF4-FFF2-40B4-BE49-F238E27FC236}">
                <a16:creationId xmlns:a16="http://schemas.microsoft.com/office/drawing/2014/main" id="{BA386224-5578-4727-C2E4-1B09117BE23F}"/>
              </a:ext>
            </a:extLst>
          </p:cNvPr>
          <p:cNvSpPr/>
          <p:nvPr/>
        </p:nvSpPr>
        <p:spPr>
          <a:xfrm>
            <a:off x="6399489" y="4798019"/>
            <a:ext cx="1325880" cy="640080"/>
          </a:xfrm>
          <a:prstGeom prst="roundRect">
            <a:avLst>
              <a:gd name="adj"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nchorCtr="0">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900" b="1" i="0" u="none" strike="noStrike" kern="1000" cap="none" spc="0" normalizeH="0" baseline="0" noProof="0">
                <a:ln>
                  <a:noFill/>
                </a:ln>
                <a:solidFill>
                  <a:prstClr val="white"/>
                </a:solidFill>
                <a:effectLst/>
                <a:uLnTx/>
                <a:uFillTx/>
                <a:latin typeface="Aktiv Grotesk"/>
                <a:ea typeface="+mn-ea"/>
                <a:cs typeface="+mn-cs"/>
                <a:sym typeface="Aktiv Grotesk"/>
              </a:rPr>
              <a:t>Zero Trust &amp; Next Gen Networking</a:t>
            </a:r>
          </a:p>
        </p:txBody>
      </p:sp>
      <p:sp>
        <p:nvSpPr>
          <p:cNvPr id="43" name="Rounded Rectangle 42">
            <a:extLst>
              <a:ext uri="{FF2B5EF4-FFF2-40B4-BE49-F238E27FC236}">
                <a16:creationId xmlns:a16="http://schemas.microsoft.com/office/drawing/2014/main" id="{109E69F1-99D5-9975-0251-7B51854CFED9}"/>
              </a:ext>
            </a:extLst>
          </p:cNvPr>
          <p:cNvSpPr/>
          <p:nvPr/>
        </p:nvSpPr>
        <p:spPr>
          <a:xfrm>
            <a:off x="6399489" y="2175654"/>
            <a:ext cx="1325880" cy="640080"/>
          </a:xfrm>
          <a:prstGeom prst="roundRect">
            <a:avLst>
              <a:gd name="adj" fmla="val 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nchorCtr="0">
            <a:noAutofit/>
          </a:bodyPr>
          <a:lstStyle/>
          <a:p>
            <a:pPr marL="0" marR="0" lvl="0" indent="0" algn="ctr" defTabSz="228600" rtl="0" eaLnBrk="1" fontAlgn="auto" latinLnBrk="0" hangingPunct="1">
              <a:lnSpc>
                <a:spcPct val="90000"/>
              </a:lnSpc>
              <a:spcBef>
                <a:spcPts val="0"/>
              </a:spcBef>
              <a:spcAft>
                <a:spcPts val="0"/>
              </a:spcAft>
              <a:buClrTx/>
              <a:buSzTx/>
              <a:buFontTx/>
              <a:buNone/>
              <a:tabLst/>
              <a:defRPr/>
            </a:pPr>
            <a:r>
              <a:rPr kumimoji="0" lang="en-US" sz="900" b="1" i="0" u="none" strike="noStrike" kern="1000" cap="none" spc="0" normalizeH="0" baseline="0" noProof="0">
                <a:ln>
                  <a:noFill/>
                </a:ln>
                <a:solidFill>
                  <a:prstClr val="white"/>
                </a:solidFill>
                <a:effectLst/>
                <a:uLnTx/>
                <a:uFillTx/>
                <a:latin typeface="Aktiv Grotesk"/>
                <a:ea typeface="+mn-ea"/>
                <a:cs typeface="+mn-cs"/>
              </a:rPr>
              <a:t>IoT Platform Design </a:t>
            </a:r>
            <a:br>
              <a:rPr kumimoji="0" lang="en-US" sz="900" b="1" i="0" u="none" strike="noStrike" kern="1000" cap="none" spc="0" normalizeH="0" baseline="0" noProof="0">
                <a:ln>
                  <a:noFill/>
                </a:ln>
                <a:solidFill>
                  <a:prstClr val="white"/>
                </a:solidFill>
                <a:effectLst/>
                <a:uLnTx/>
                <a:uFillTx/>
                <a:latin typeface="Aktiv Grotesk"/>
                <a:ea typeface="+mn-ea"/>
                <a:cs typeface="+mn-cs"/>
              </a:rPr>
            </a:br>
            <a:r>
              <a:rPr kumimoji="0" lang="en-US" sz="900" b="1" i="0" u="none" strike="noStrike" kern="1000" cap="none" spc="0" normalizeH="0" baseline="0" noProof="0">
                <a:ln>
                  <a:noFill/>
                </a:ln>
                <a:solidFill>
                  <a:prstClr val="white"/>
                </a:solidFill>
                <a:effectLst/>
                <a:uLnTx/>
                <a:uFillTx/>
                <a:latin typeface="Aktiv Grotesk"/>
                <a:ea typeface="+mn-ea"/>
                <a:cs typeface="+mn-cs"/>
              </a:rPr>
              <a:t>&amp; Development</a:t>
            </a:r>
            <a:endParaRPr kumimoji="0" lang="en-US" sz="900" b="0" i="0" u="none" strike="noStrike" kern="1000" cap="none" spc="0" normalizeH="0" baseline="0" noProof="0">
              <a:ln>
                <a:noFill/>
              </a:ln>
              <a:solidFill>
                <a:prstClr val="white"/>
              </a:solidFill>
              <a:effectLst/>
              <a:uLnTx/>
              <a:uFillTx/>
              <a:latin typeface="Aktiv Grotesk"/>
              <a:ea typeface="+mn-ea"/>
              <a:cs typeface="+mn-cs"/>
            </a:endParaRPr>
          </a:p>
        </p:txBody>
      </p:sp>
      <p:sp>
        <p:nvSpPr>
          <p:cNvPr id="44" name="Rounded Rectangle 43">
            <a:extLst>
              <a:ext uri="{FF2B5EF4-FFF2-40B4-BE49-F238E27FC236}">
                <a16:creationId xmlns:a16="http://schemas.microsoft.com/office/drawing/2014/main" id="{3F9231C7-4CC7-3AD3-5F67-D50FDA26CC9F}"/>
              </a:ext>
            </a:extLst>
          </p:cNvPr>
          <p:cNvSpPr/>
          <p:nvPr/>
        </p:nvSpPr>
        <p:spPr>
          <a:xfrm>
            <a:off x="1896747" y="3048973"/>
            <a:ext cx="1280160" cy="640080"/>
          </a:xfrm>
          <a:prstGeom prst="roundRect">
            <a:avLst>
              <a:gd name="adj"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nchorCtr="0">
            <a:noAutofit/>
          </a:bodyPr>
          <a:lstStyle/>
          <a:p>
            <a:pPr marL="7938" marR="0" lvl="0" indent="0" algn="ctr" defTabSz="228600" rtl="0" eaLnBrk="1" fontAlgn="auto" latinLnBrk="0" hangingPunct="1">
              <a:lnSpc>
                <a:spcPct val="100000"/>
              </a:lnSpc>
              <a:spcBef>
                <a:spcPts val="0"/>
              </a:spcBef>
              <a:spcAft>
                <a:spcPts val="0"/>
              </a:spcAft>
              <a:buClrTx/>
              <a:buSzTx/>
              <a:buFontTx/>
              <a:buNone/>
              <a:tabLst/>
              <a:defRPr/>
            </a:pPr>
            <a:r>
              <a:rPr kumimoji="0" lang="en-US" sz="900" b="1" i="0" u="none" strike="noStrike" kern="1000" cap="none" spc="0" normalizeH="0" baseline="0" noProof="0">
                <a:ln>
                  <a:noFill/>
                </a:ln>
                <a:solidFill>
                  <a:prstClr val="white"/>
                </a:solidFill>
                <a:effectLst/>
                <a:uLnTx/>
                <a:uFillTx/>
                <a:latin typeface="Aktiv Grotesk"/>
                <a:ea typeface="+mn-ea"/>
                <a:cs typeface="+mn-cs"/>
                <a:sym typeface="Aktiv Grotesk"/>
              </a:rPr>
              <a:t>Data &amp; AI Strategy </a:t>
            </a:r>
            <a:br>
              <a:rPr kumimoji="0" lang="en-US" sz="900" b="1" i="0" u="none" strike="noStrike" kern="1000" cap="none" spc="0" normalizeH="0" baseline="0" noProof="0">
                <a:ln>
                  <a:noFill/>
                </a:ln>
                <a:solidFill>
                  <a:prstClr val="white"/>
                </a:solidFill>
                <a:effectLst/>
                <a:uLnTx/>
                <a:uFillTx/>
                <a:latin typeface="Aktiv Grotesk"/>
                <a:ea typeface="+mn-ea"/>
                <a:cs typeface="+mn-cs"/>
                <a:sym typeface="Aktiv Grotesk"/>
              </a:rPr>
            </a:br>
            <a:r>
              <a:rPr kumimoji="0" lang="en-US" sz="900" b="1" i="0" u="none" strike="noStrike" kern="1000" cap="none" spc="0" normalizeH="0" baseline="0" noProof="0">
                <a:ln>
                  <a:noFill/>
                </a:ln>
                <a:solidFill>
                  <a:prstClr val="white"/>
                </a:solidFill>
                <a:effectLst/>
                <a:uLnTx/>
                <a:uFillTx/>
                <a:latin typeface="Aktiv Grotesk"/>
                <a:ea typeface="+mn-ea"/>
                <a:cs typeface="+mn-cs"/>
              </a:rPr>
              <a:t>&amp;</a:t>
            </a:r>
            <a:r>
              <a:rPr kumimoji="0" lang="en-US" sz="900" b="1" i="0" u="none" strike="noStrike" kern="1000" cap="none" spc="0" normalizeH="0" baseline="0" noProof="0">
                <a:ln>
                  <a:noFill/>
                </a:ln>
                <a:solidFill>
                  <a:prstClr val="white"/>
                </a:solidFill>
                <a:effectLst/>
                <a:uLnTx/>
                <a:uFillTx/>
                <a:latin typeface="Aktiv Grotesk"/>
                <a:ea typeface="+mn-ea"/>
                <a:cs typeface="+mn-cs"/>
                <a:sym typeface="Aktiv Grotesk"/>
              </a:rPr>
              <a:t> Roadmap</a:t>
            </a:r>
          </a:p>
        </p:txBody>
      </p:sp>
      <p:sp>
        <p:nvSpPr>
          <p:cNvPr id="45" name="Rounded Rectangle 44">
            <a:extLst>
              <a:ext uri="{FF2B5EF4-FFF2-40B4-BE49-F238E27FC236}">
                <a16:creationId xmlns:a16="http://schemas.microsoft.com/office/drawing/2014/main" id="{22720412-CBDB-0032-CCB5-F415924A8EEC}"/>
              </a:ext>
            </a:extLst>
          </p:cNvPr>
          <p:cNvSpPr/>
          <p:nvPr/>
        </p:nvSpPr>
        <p:spPr>
          <a:xfrm>
            <a:off x="4975083" y="4798019"/>
            <a:ext cx="1325880" cy="640080"/>
          </a:xfrm>
          <a:prstGeom prst="roundRect">
            <a:avLst>
              <a:gd name="adj"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nchorCtr="0">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900" b="1" i="0" u="none" strike="noStrike" kern="1000" cap="none" spc="0" normalizeH="0" baseline="0" noProof="0">
                <a:ln>
                  <a:noFill/>
                </a:ln>
                <a:solidFill>
                  <a:prstClr val="white"/>
                </a:solidFill>
                <a:effectLst/>
                <a:uLnTx/>
                <a:uFillTx/>
                <a:latin typeface="Aktiv Grotesk"/>
                <a:ea typeface="+mn-ea"/>
                <a:cs typeface="+mn-cs"/>
                <a:sym typeface="Aktiv Grotesk"/>
              </a:rPr>
              <a:t>Application Security </a:t>
            </a:r>
            <a:br>
              <a:rPr kumimoji="0" lang="en-US" sz="900" b="1" i="0" u="none" strike="noStrike" kern="1000" cap="none" spc="0" normalizeH="0" baseline="0" noProof="0">
                <a:ln>
                  <a:noFill/>
                </a:ln>
                <a:solidFill>
                  <a:prstClr val="white"/>
                </a:solidFill>
                <a:effectLst/>
                <a:uLnTx/>
                <a:uFillTx/>
                <a:latin typeface="Aktiv Grotesk"/>
                <a:ea typeface="+mn-ea"/>
                <a:cs typeface="+mn-cs"/>
                <a:sym typeface="Aktiv Grotesk"/>
              </a:rPr>
            </a:br>
            <a:r>
              <a:rPr kumimoji="0" lang="en-US" sz="900" b="1" i="0" u="none" strike="noStrike" kern="1000" cap="none" spc="0" normalizeH="0" baseline="0" noProof="0">
                <a:ln>
                  <a:noFill/>
                </a:ln>
                <a:solidFill>
                  <a:prstClr val="white"/>
                </a:solidFill>
                <a:effectLst/>
                <a:uLnTx/>
                <a:uFillTx/>
                <a:latin typeface="Aktiv Grotesk"/>
                <a:ea typeface="+mn-ea"/>
                <a:cs typeface="+mn-cs"/>
              </a:rPr>
              <a:t>&amp;</a:t>
            </a:r>
            <a:r>
              <a:rPr kumimoji="0" lang="en-US" sz="900" b="1" i="0" u="none" strike="noStrike" kern="1000" cap="none" spc="0" normalizeH="0" baseline="0" noProof="0">
                <a:ln>
                  <a:noFill/>
                </a:ln>
                <a:solidFill>
                  <a:prstClr val="white"/>
                </a:solidFill>
                <a:effectLst/>
                <a:uLnTx/>
                <a:uFillTx/>
                <a:latin typeface="Aktiv Grotesk"/>
                <a:ea typeface="+mn-ea"/>
                <a:cs typeface="+mn-cs"/>
                <a:sym typeface="Aktiv Grotesk"/>
              </a:rPr>
              <a:t> DevSecOps</a:t>
            </a:r>
          </a:p>
        </p:txBody>
      </p:sp>
      <p:sp>
        <p:nvSpPr>
          <p:cNvPr id="46" name="Rounded Rectangle 45">
            <a:extLst>
              <a:ext uri="{FF2B5EF4-FFF2-40B4-BE49-F238E27FC236}">
                <a16:creationId xmlns:a16="http://schemas.microsoft.com/office/drawing/2014/main" id="{27F2F5B3-F97A-86D9-C57D-CDBEF7EBC3EA}"/>
              </a:ext>
            </a:extLst>
          </p:cNvPr>
          <p:cNvSpPr/>
          <p:nvPr/>
        </p:nvSpPr>
        <p:spPr>
          <a:xfrm>
            <a:off x="6399489" y="3048973"/>
            <a:ext cx="1325880" cy="640080"/>
          </a:xfrm>
          <a:prstGeom prst="roundRect">
            <a:avLst>
              <a:gd name="adj"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nchorCtr="0">
            <a:noAutofit/>
          </a:bodyPr>
          <a:lstStyle/>
          <a:p>
            <a:pPr marL="60325" marR="0" lvl="0" indent="0" algn="ctr" defTabSz="228600" rtl="0" eaLnBrk="1" fontAlgn="auto" latinLnBrk="0" hangingPunct="1">
              <a:lnSpc>
                <a:spcPct val="100000"/>
              </a:lnSpc>
              <a:spcBef>
                <a:spcPts val="0"/>
              </a:spcBef>
              <a:spcAft>
                <a:spcPts val="0"/>
              </a:spcAft>
              <a:buClrTx/>
              <a:buSzTx/>
              <a:buFontTx/>
              <a:buNone/>
              <a:tabLst/>
              <a:defRPr/>
            </a:pPr>
            <a:r>
              <a:rPr kumimoji="0" lang="en-US" sz="900" b="1" i="0" u="none" strike="noStrike" kern="1000" cap="none" spc="0" normalizeH="0" baseline="0" noProof="0">
                <a:ln>
                  <a:noFill/>
                </a:ln>
                <a:solidFill>
                  <a:prstClr val="white"/>
                </a:solidFill>
                <a:effectLst/>
                <a:uLnTx/>
                <a:uFillTx/>
                <a:latin typeface="Aktiv Grotesk"/>
                <a:ea typeface="+mn-ea"/>
                <a:cs typeface="+mn-cs"/>
                <a:sym typeface="Aktiv Grotesk"/>
              </a:rPr>
              <a:t>Cloud Data Platform </a:t>
            </a:r>
          </a:p>
        </p:txBody>
      </p:sp>
      <p:grpSp>
        <p:nvGrpSpPr>
          <p:cNvPr id="88" name="Group 87">
            <a:extLst>
              <a:ext uri="{FF2B5EF4-FFF2-40B4-BE49-F238E27FC236}">
                <a16:creationId xmlns:a16="http://schemas.microsoft.com/office/drawing/2014/main" id="{8DD4C3C8-A56E-1EAA-7CDF-D94D3DBDE87F}"/>
              </a:ext>
            </a:extLst>
          </p:cNvPr>
          <p:cNvGrpSpPr/>
          <p:nvPr/>
        </p:nvGrpSpPr>
        <p:grpSpPr>
          <a:xfrm>
            <a:off x="3239934" y="2427969"/>
            <a:ext cx="86913" cy="2742140"/>
            <a:chOff x="3208035" y="2141380"/>
            <a:chExt cx="86913" cy="2742140"/>
          </a:xfrm>
        </p:grpSpPr>
        <p:sp>
          <p:nvSpPr>
            <p:cNvPr id="61" name="Triangle 60">
              <a:extLst>
                <a:ext uri="{FF2B5EF4-FFF2-40B4-BE49-F238E27FC236}">
                  <a16:creationId xmlns:a16="http://schemas.microsoft.com/office/drawing/2014/main" id="{DBE8E419-8BA7-8CDF-5AA8-550FCC013E1E}"/>
                </a:ext>
              </a:extLst>
            </p:cNvPr>
            <p:cNvSpPr>
              <a:spLocks noChangeAspect="1"/>
            </p:cNvSpPr>
            <p:nvPr/>
          </p:nvSpPr>
          <p:spPr>
            <a:xfrm rot="5400000">
              <a:off x="3182912" y="2166503"/>
              <a:ext cx="137160" cy="86913"/>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Aktiv Grotesk"/>
                <a:ea typeface="+mn-ea"/>
                <a:cs typeface="+mn-cs"/>
              </a:endParaRPr>
            </a:p>
          </p:txBody>
        </p:sp>
        <p:sp>
          <p:nvSpPr>
            <p:cNvPr id="62" name="Triangle 61">
              <a:extLst>
                <a:ext uri="{FF2B5EF4-FFF2-40B4-BE49-F238E27FC236}">
                  <a16:creationId xmlns:a16="http://schemas.microsoft.com/office/drawing/2014/main" id="{A5587543-93BB-096D-6E1D-32BBFD550391}"/>
                </a:ext>
              </a:extLst>
            </p:cNvPr>
            <p:cNvSpPr>
              <a:spLocks noChangeAspect="1"/>
            </p:cNvSpPr>
            <p:nvPr/>
          </p:nvSpPr>
          <p:spPr>
            <a:xfrm rot="5400000">
              <a:off x="3182912" y="3027741"/>
              <a:ext cx="137160" cy="86913"/>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Aktiv Grotesk"/>
                <a:ea typeface="+mn-ea"/>
                <a:cs typeface="+mn-cs"/>
              </a:endParaRPr>
            </a:p>
          </p:txBody>
        </p:sp>
        <p:sp>
          <p:nvSpPr>
            <p:cNvPr id="63" name="Triangle 62">
              <a:extLst>
                <a:ext uri="{FF2B5EF4-FFF2-40B4-BE49-F238E27FC236}">
                  <a16:creationId xmlns:a16="http://schemas.microsoft.com/office/drawing/2014/main" id="{4FAA46FD-0656-0BDC-D2B7-0CFD6AE4E351}"/>
                </a:ext>
              </a:extLst>
            </p:cNvPr>
            <p:cNvSpPr>
              <a:spLocks noChangeAspect="1"/>
            </p:cNvSpPr>
            <p:nvPr/>
          </p:nvSpPr>
          <p:spPr>
            <a:xfrm rot="5400000">
              <a:off x="3182912" y="3899612"/>
              <a:ext cx="137160" cy="86913"/>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Aktiv Grotesk"/>
                <a:ea typeface="+mn-ea"/>
                <a:cs typeface="+mn-cs"/>
              </a:endParaRPr>
            </a:p>
          </p:txBody>
        </p:sp>
        <p:sp>
          <p:nvSpPr>
            <p:cNvPr id="64" name="Triangle 63">
              <a:extLst>
                <a:ext uri="{FF2B5EF4-FFF2-40B4-BE49-F238E27FC236}">
                  <a16:creationId xmlns:a16="http://schemas.microsoft.com/office/drawing/2014/main" id="{A91F71CC-69D1-9768-733D-CBE0BD67ABD8}"/>
                </a:ext>
              </a:extLst>
            </p:cNvPr>
            <p:cNvSpPr>
              <a:spLocks noChangeAspect="1"/>
            </p:cNvSpPr>
            <p:nvPr/>
          </p:nvSpPr>
          <p:spPr>
            <a:xfrm rot="5400000">
              <a:off x="3182912" y="4771483"/>
              <a:ext cx="137160" cy="86913"/>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Aktiv Grotesk"/>
                <a:ea typeface="+mn-ea"/>
                <a:cs typeface="+mn-cs"/>
              </a:endParaRPr>
            </a:p>
          </p:txBody>
        </p:sp>
      </p:grpSp>
      <p:sp>
        <p:nvSpPr>
          <p:cNvPr id="67" name="Triangle 66">
            <a:extLst>
              <a:ext uri="{FF2B5EF4-FFF2-40B4-BE49-F238E27FC236}">
                <a16:creationId xmlns:a16="http://schemas.microsoft.com/office/drawing/2014/main" id="{1B48049D-D2E1-ADFF-A308-EEC5F7FC01A6}"/>
              </a:ext>
            </a:extLst>
          </p:cNvPr>
          <p:cNvSpPr>
            <a:spLocks noChangeAspect="1"/>
          </p:cNvSpPr>
          <p:nvPr/>
        </p:nvSpPr>
        <p:spPr>
          <a:xfrm rot="5400000">
            <a:off x="7950087" y="4186203"/>
            <a:ext cx="137160" cy="86913"/>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Aktiv Grotesk"/>
              <a:ea typeface="+mn-ea"/>
              <a:cs typeface="+mn-cs"/>
            </a:endParaRPr>
          </a:p>
        </p:txBody>
      </p:sp>
      <p:sp>
        <p:nvSpPr>
          <p:cNvPr id="68" name="Triangle 67">
            <a:extLst>
              <a:ext uri="{FF2B5EF4-FFF2-40B4-BE49-F238E27FC236}">
                <a16:creationId xmlns:a16="http://schemas.microsoft.com/office/drawing/2014/main" id="{176DC5DD-A0BA-DA38-F83C-BB626A91149D}"/>
              </a:ext>
            </a:extLst>
          </p:cNvPr>
          <p:cNvSpPr>
            <a:spLocks noChangeAspect="1"/>
          </p:cNvSpPr>
          <p:nvPr/>
        </p:nvSpPr>
        <p:spPr>
          <a:xfrm rot="5400000">
            <a:off x="7954452" y="5058074"/>
            <a:ext cx="137160" cy="86913"/>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Aktiv Grotesk"/>
              <a:ea typeface="+mn-ea"/>
              <a:cs typeface="+mn-cs"/>
            </a:endParaRPr>
          </a:p>
        </p:txBody>
      </p:sp>
      <p:grpSp>
        <p:nvGrpSpPr>
          <p:cNvPr id="5" name="Group 4">
            <a:extLst>
              <a:ext uri="{FF2B5EF4-FFF2-40B4-BE49-F238E27FC236}">
                <a16:creationId xmlns:a16="http://schemas.microsoft.com/office/drawing/2014/main" id="{7594D0DC-A163-FC52-21BD-2648BD0FCA7D}"/>
              </a:ext>
            </a:extLst>
          </p:cNvPr>
          <p:cNvGrpSpPr/>
          <p:nvPr/>
        </p:nvGrpSpPr>
        <p:grpSpPr>
          <a:xfrm>
            <a:off x="334496" y="5570026"/>
            <a:ext cx="1168244" cy="82296"/>
            <a:chOff x="8420875" y="5299075"/>
            <a:chExt cx="2971800" cy="86258"/>
          </a:xfrm>
        </p:grpSpPr>
        <p:cxnSp>
          <p:nvCxnSpPr>
            <p:cNvPr id="8" name="Straight Connector 7">
              <a:extLst>
                <a:ext uri="{FF2B5EF4-FFF2-40B4-BE49-F238E27FC236}">
                  <a16:creationId xmlns:a16="http://schemas.microsoft.com/office/drawing/2014/main" id="{55ADBDD3-014C-2802-09A1-429D09BEC45B}"/>
                </a:ext>
              </a:extLst>
            </p:cNvPr>
            <p:cNvCxnSpPr>
              <a:cxnSpLocks/>
            </p:cNvCxnSpPr>
            <p:nvPr/>
          </p:nvCxnSpPr>
          <p:spPr>
            <a:xfrm>
              <a:off x="8420875" y="5382158"/>
              <a:ext cx="2971800" cy="0"/>
            </a:xfrm>
            <a:prstGeom prst="line">
              <a:avLst/>
            </a:prstGeom>
            <a:ln w="12700" cmpd="sng">
              <a:solidFill>
                <a:schemeClr val="tx1"/>
              </a:solidFill>
              <a:prstDash val="solid"/>
              <a:headEnd type="none"/>
              <a:tailEnd type="none" w="lg"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198E6DF-7FFA-46BB-5154-1A41648954DE}"/>
                </a:ext>
              </a:extLst>
            </p:cNvPr>
            <p:cNvCxnSpPr>
              <a:cxnSpLocks/>
            </p:cNvCxnSpPr>
            <p:nvPr/>
          </p:nvCxnSpPr>
          <p:spPr>
            <a:xfrm flipV="1">
              <a:off x="8422255" y="5299075"/>
              <a:ext cx="0" cy="862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EA8BDC8-7F30-DEB5-C923-45D4F084EF3E}"/>
                </a:ext>
              </a:extLst>
            </p:cNvPr>
            <p:cNvCxnSpPr>
              <a:cxnSpLocks/>
            </p:cNvCxnSpPr>
            <p:nvPr/>
          </p:nvCxnSpPr>
          <p:spPr>
            <a:xfrm flipV="1">
              <a:off x="11390780" y="5299075"/>
              <a:ext cx="0" cy="8625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 name="Text Placeholder 35">
            <a:extLst>
              <a:ext uri="{FF2B5EF4-FFF2-40B4-BE49-F238E27FC236}">
                <a16:creationId xmlns:a16="http://schemas.microsoft.com/office/drawing/2014/main" id="{A866D103-DA56-776F-4E2E-55CFED8174B6}"/>
              </a:ext>
            </a:extLst>
          </p:cNvPr>
          <p:cNvSpPr txBox="1">
            <a:spLocks/>
          </p:cNvSpPr>
          <p:nvPr/>
        </p:nvSpPr>
        <p:spPr>
          <a:xfrm>
            <a:off x="515968" y="5585267"/>
            <a:ext cx="822960" cy="123111"/>
          </a:xfrm>
          <a:prstGeom prst="rect">
            <a:avLst/>
          </a:prstGeom>
          <a:solidFill>
            <a:schemeClr val="bg1"/>
          </a:solidFill>
        </p:spPr>
        <p:txBody>
          <a:bodyPr vert="horz" wrap="square" lIns="0" tIns="0" rIns="0" bIns="0" rtlCol="0">
            <a:spAutoFit/>
          </a:bodyPr>
          <a:lstStyle>
            <a:lvl1pPr marL="0" marR="0" indent="0" algn="l" defTabSz="914400" rtl="0" eaLnBrk="1" fontAlgn="base" latinLnBrk="0" hangingPunct="1">
              <a:lnSpc>
                <a:spcPct val="100000"/>
              </a:lnSpc>
              <a:spcBef>
                <a:spcPts val="0"/>
              </a:spcBef>
              <a:spcAft>
                <a:spcPts val="700"/>
              </a:spcAft>
              <a:buClr>
                <a:srgbClr val="EB0000"/>
              </a:buClr>
              <a:buSzTx/>
              <a:buFont typeface="Aktiv Grotesk" panose="020B0604020202020204" pitchFamily="34" charset="0"/>
              <a:buNone/>
              <a:tabLst/>
              <a:defRPr lang="en-US" sz="1900" kern="1200" dirty="0">
                <a:ln w="3175">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ts val="700"/>
              </a:spcAft>
              <a:buClr>
                <a:srgbClr val="EB0000"/>
              </a:buClr>
              <a:buSzTx/>
              <a:buFont typeface="Aktiv Grotesk" panose="020B0604020202020204" pitchFamily="34" charset="0"/>
              <a:buNone/>
              <a:tabLst/>
              <a:defRPr/>
            </a:pPr>
            <a:r>
              <a:rPr kumimoji="0" lang="en-US" sz="800" b="0" i="0" u="none" strike="noStrike" kern="1200" cap="none" spc="0" normalizeH="0" baseline="0" noProof="0">
                <a:ln w="3175">
                  <a:noFill/>
                </a:ln>
                <a:solidFill>
                  <a:prstClr val="black"/>
                </a:solidFill>
                <a:effectLst/>
                <a:uLnTx/>
                <a:uFillTx/>
                <a:latin typeface="Aktiv Grotesk"/>
                <a:ea typeface="+mn-ea"/>
                <a:cs typeface="+mn-cs"/>
                <a:sym typeface="Aktiv Grotesk"/>
              </a:rPr>
              <a:t>SERVICE LINES</a:t>
            </a:r>
          </a:p>
        </p:txBody>
      </p:sp>
      <p:sp>
        <p:nvSpPr>
          <p:cNvPr id="54" name="Rectangle 53">
            <a:extLst>
              <a:ext uri="{FF2B5EF4-FFF2-40B4-BE49-F238E27FC236}">
                <a16:creationId xmlns:a16="http://schemas.microsoft.com/office/drawing/2014/main" id="{67F5D705-D88A-DFC8-E9D2-6DE077A1D091}"/>
              </a:ext>
            </a:extLst>
          </p:cNvPr>
          <p:cNvSpPr/>
          <p:nvPr/>
        </p:nvSpPr>
        <p:spPr>
          <a:xfrm>
            <a:off x="334495" y="3047893"/>
            <a:ext cx="1280160" cy="640080"/>
          </a:xfrm>
          <a:prstGeom prst="rect">
            <a:avLst/>
          </a:prstGeom>
          <a:solidFill>
            <a:schemeClr val="accent4"/>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Aktiv Grotesk"/>
              <a:ea typeface="+mn-ea"/>
              <a:cs typeface="+mn-cs"/>
            </a:endParaRPr>
          </a:p>
        </p:txBody>
      </p:sp>
      <p:sp>
        <p:nvSpPr>
          <p:cNvPr id="55" name="Rectangle 54">
            <a:extLst>
              <a:ext uri="{FF2B5EF4-FFF2-40B4-BE49-F238E27FC236}">
                <a16:creationId xmlns:a16="http://schemas.microsoft.com/office/drawing/2014/main" id="{F6C9CFDF-C057-7E09-EB7D-971060188C89}"/>
              </a:ext>
            </a:extLst>
          </p:cNvPr>
          <p:cNvSpPr/>
          <p:nvPr/>
        </p:nvSpPr>
        <p:spPr>
          <a:xfrm>
            <a:off x="334495" y="3908303"/>
            <a:ext cx="1280160" cy="640080"/>
          </a:xfrm>
          <a:prstGeom prst="rect">
            <a:avLst/>
          </a:prstGeom>
          <a:solidFill>
            <a:schemeClr val="accent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Aktiv Grotesk"/>
              <a:ea typeface="+mn-ea"/>
              <a:cs typeface="+mn-cs"/>
            </a:endParaRPr>
          </a:p>
        </p:txBody>
      </p:sp>
      <p:sp>
        <p:nvSpPr>
          <p:cNvPr id="56" name="Rectangle 55">
            <a:extLst>
              <a:ext uri="{FF2B5EF4-FFF2-40B4-BE49-F238E27FC236}">
                <a16:creationId xmlns:a16="http://schemas.microsoft.com/office/drawing/2014/main" id="{6214AE1D-27C6-FE99-14C1-8B1FC4967FBB}"/>
              </a:ext>
            </a:extLst>
          </p:cNvPr>
          <p:cNvSpPr/>
          <p:nvPr/>
        </p:nvSpPr>
        <p:spPr>
          <a:xfrm>
            <a:off x="334495" y="4791942"/>
            <a:ext cx="1280160" cy="640080"/>
          </a:xfrm>
          <a:prstGeom prst="rect">
            <a:avLst/>
          </a:prstGeom>
          <a:solidFill>
            <a:schemeClr val="bg2"/>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Aktiv Grotesk"/>
              <a:ea typeface="+mn-ea"/>
              <a:cs typeface="+mn-cs"/>
            </a:endParaRPr>
          </a:p>
        </p:txBody>
      </p:sp>
      <p:sp>
        <p:nvSpPr>
          <p:cNvPr id="59" name="Text Placeholder 35">
            <a:extLst>
              <a:ext uri="{FF2B5EF4-FFF2-40B4-BE49-F238E27FC236}">
                <a16:creationId xmlns:a16="http://schemas.microsoft.com/office/drawing/2014/main" id="{9BE21E63-AF3D-6B68-D09F-BF3DCF5C21A6}"/>
              </a:ext>
            </a:extLst>
          </p:cNvPr>
          <p:cNvSpPr txBox="1">
            <a:spLocks/>
          </p:cNvSpPr>
          <p:nvPr/>
        </p:nvSpPr>
        <p:spPr>
          <a:xfrm>
            <a:off x="901625" y="3243416"/>
            <a:ext cx="674682" cy="320088"/>
          </a:xfrm>
          <a:prstGeom prst="rect">
            <a:avLst/>
          </a:prstGeom>
          <a:noFill/>
        </p:spPr>
        <p:txBody>
          <a:bodyPr vert="horz" wrap="square" lIns="0" tIns="0" rIns="0" bIns="0" rtlCol="0">
            <a:spAutoFit/>
          </a:bodyPr>
          <a:lstStyle>
            <a:lvl1pPr marL="0" marR="0" indent="0" algn="l" defTabSz="914400" rtl="0" eaLnBrk="1" fontAlgn="base" latinLnBrk="0" hangingPunct="1">
              <a:lnSpc>
                <a:spcPct val="100000"/>
              </a:lnSpc>
              <a:spcBef>
                <a:spcPts val="0"/>
              </a:spcBef>
              <a:spcAft>
                <a:spcPts val="700"/>
              </a:spcAft>
              <a:buClr>
                <a:srgbClr val="EB0000"/>
              </a:buClr>
              <a:buSzTx/>
              <a:buFont typeface="Aktiv Grotesk" panose="020B0604020202020204" pitchFamily="34" charset="0"/>
              <a:buNone/>
              <a:tabLst/>
              <a:defRPr lang="en-US" sz="1900" kern="1200" dirty="0">
                <a:ln w="3175">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80000"/>
              </a:lnSpc>
              <a:spcBef>
                <a:spcPts val="0"/>
              </a:spcBef>
              <a:spcAft>
                <a:spcPts val="0"/>
              </a:spcAft>
              <a:buClr>
                <a:srgbClr val="EB0000"/>
              </a:buClr>
              <a:buSzTx/>
              <a:buFont typeface="Aktiv Grotesk" panose="020B0604020202020204" pitchFamily="34" charset="0"/>
              <a:buNone/>
              <a:tabLst/>
              <a:defRPr/>
            </a:pPr>
            <a:r>
              <a:rPr kumimoji="0" lang="en-US" sz="1300" b="0" i="0" u="none" strike="noStrike" kern="1200" cap="none" spc="0" normalizeH="0" baseline="0" noProof="0">
                <a:ln w="3175">
                  <a:noFill/>
                </a:ln>
                <a:solidFill>
                  <a:schemeClr val="bg1"/>
                </a:solidFill>
                <a:effectLst/>
                <a:uLnTx/>
                <a:uFillTx/>
                <a:latin typeface="Aktiv Grotesk" panose="020B0604020202020204" pitchFamily="34" charset="0"/>
                <a:ea typeface="+mn-ea"/>
                <a:cs typeface="Aktiv Grotesk" panose="020B0604020202020204" pitchFamily="34" charset="0"/>
              </a:rPr>
              <a:t>Cloud</a:t>
            </a:r>
          </a:p>
          <a:p>
            <a:pPr marL="0" marR="0" lvl="0" indent="0" algn="l" defTabSz="914400" rtl="0" eaLnBrk="1" fontAlgn="base" latinLnBrk="0" hangingPunct="1">
              <a:lnSpc>
                <a:spcPct val="80000"/>
              </a:lnSpc>
              <a:spcBef>
                <a:spcPts val="0"/>
              </a:spcBef>
              <a:spcAft>
                <a:spcPts val="0"/>
              </a:spcAft>
              <a:buClr>
                <a:srgbClr val="EB0000"/>
              </a:buClr>
              <a:buSzTx/>
              <a:buFont typeface="Aktiv Grotesk" panose="020B0604020202020204" pitchFamily="34" charset="0"/>
              <a:buNone/>
              <a:tabLst/>
              <a:defRPr/>
            </a:pPr>
            <a:r>
              <a:rPr kumimoji="0" lang="en-US" sz="1300" b="0" i="0" u="none" strike="noStrike" kern="1200" cap="none" spc="0" normalizeH="0" baseline="0" noProof="0">
                <a:ln w="3175">
                  <a:noFill/>
                </a:ln>
                <a:solidFill>
                  <a:schemeClr val="bg1"/>
                </a:solidFill>
                <a:effectLst/>
                <a:uLnTx/>
                <a:uFillTx/>
                <a:latin typeface="Aktiv Grotesk" panose="020B0604020202020204" pitchFamily="34" charset="0"/>
                <a:ea typeface="+mn-ea"/>
                <a:cs typeface="Aktiv Grotesk" panose="020B0604020202020204" pitchFamily="34" charset="0"/>
              </a:rPr>
              <a:t>data</a:t>
            </a:r>
          </a:p>
        </p:txBody>
      </p:sp>
      <p:sp>
        <p:nvSpPr>
          <p:cNvPr id="69" name="Freeform 177">
            <a:extLst>
              <a:ext uri="{FF2B5EF4-FFF2-40B4-BE49-F238E27FC236}">
                <a16:creationId xmlns:a16="http://schemas.microsoft.com/office/drawing/2014/main" id="{B1EA3E93-F8FB-852C-2444-FB6BC8C461EC}"/>
              </a:ext>
            </a:extLst>
          </p:cNvPr>
          <p:cNvSpPr>
            <a:spLocks noChangeAspect="1"/>
          </p:cNvSpPr>
          <p:nvPr/>
        </p:nvSpPr>
        <p:spPr>
          <a:xfrm>
            <a:off x="464622" y="3245034"/>
            <a:ext cx="274319" cy="274320"/>
          </a:xfrm>
          <a:custGeom>
            <a:avLst/>
            <a:gdLst>
              <a:gd name="connsiteX0" fmla="*/ 76200 w 152400"/>
              <a:gd name="connsiteY0" fmla="*/ 0 h 152400"/>
              <a:gd name="connsiteX1" fmla="*/ 152400 w 152400"/>
              <a:gd name="connsiteY1" fmla="*/ 15949 h 152400"/>
              <a:gd name="connsiteX2" fmla="*/ 76200 w 152400"/>
              <a:gd name="connsiteY2" fmla="*/ 31898 h 152400"/>
              <a:gd name="connsiteX3" fmla="*/ 0 w 152400"/>
              <a:gd name="connsiteY3" fmla="*/ 15949 h 152400"/>
              <a:gd name="connsiteX4" fmla="*/ 76200 w 152400"/>
              <a:gd name="connsiteY4" fmla="*/ 0 h 152400"/>
              <a:gd name="connsiteX5" fmla="*/ 0 w 152400"/>
              <a:gd name="connsiteY5" fmla="*/ 112315 h 152400"/>
              <a:gd name="connsiteX6" fmla="*/ 0 w 152400"/>
              <a:gd name="connsiteY6" fmla="*/ 136451 h 152400"/>
              <a:gd name="connsiteX7" fmla="*/ 76200 w 152400"/>
              <a:gd name="connsiteY7" fmla="*/ 152400 h 152400"/>
              <a:gd name="connsiteX8" fmla="*/ 152400 w 152400"/>
              <a:gd name="connsiteY8" fmla="*/ 136451 h 152400"/>
              <a:gd name="connsiteX9" fmla="*/ 152400 w 152400"/>
              <a:gd name="connsiteY9" fmla="*/ 112315 h 152400"/>
              <a:gd name="connsiteX10" fmla="*/ 76200 w 152400"/>
              <a:gd name="connsiteY10" fmla="*/ 124962 h 152400"/>
              <a:gd name="connsiteX11" fmla="*/ 0 w 152400"/>
              <a:gd name="connsiteY11" fmla="*/ 112315 h 152400"/>
              <a:gd name="connsiteX12" fmla="*/ 0 w 152400"/>
              <a:gd name="connsiteY12" fmla="*/ 72147 h 152400"/>
              <a:gd name="connsiteX13" fmla="*/ 0 w 152400"/>
              <a:gd name="connsiteY13" fmla="*/ 96284 h 152400"/>
              <a:gd name="connsiteX14" fmla="*/ 76200 w 152400"/>
              <a:gd name="connsiteY14" fmla="*/ 112233 h 152400"/>
              <a:gd name="connsiteX15" fmla="*/ 152400 w 152400"/>
              <a:gd name="connsiteY15" fmla="*/ 96284 h 152400"/>
              <a:gd name="connsiteX16" fmla="*/ 152400 w 152400"/>
              <a:gd name="connsiteY16" fmla="*/ 72147 h 152400"/>
              <a:gd name="connsiteX17" fmla="*/ 76200 w 152400"/>
              <a:gd name="connsiteY17" fmla="*/ 84795 h 152400"/>
              <a:gd name="connsiteX18" fmla="*/ 0 w 152400"/>
              <a:gd name="connsiteY18" fmla="*/ 72147 h 152400"/>
              <a:gd name="connsiteX19" fmla="*/ 0 w 152400"/>
              <a:gd name="connsiteY19" fmla="*/ 31980 h 152400"/>
              <a:gd name="connsiteX20" fmla="*/ 0 w 152400"/>
              <a:gd name="connsiteY20" fmla="*/ 56116 h 152400"/>
              <a:gd name="connsiteX21" fmla="*/ 76200 w 152400"/>
              <a:gd name="connsiteY21" fmla="*/ 72065 h 152400"/>
              <a:gd name="connsiteX22" fmla="*/ 152400 w 152400"/>
              <a:gd name="connsiteY22" fmla="*/ 56116 h 152400"/>
              <a:gd name="connsiteX23" fmla="*/ 152400 w 152400"/>
              <a:gd name="connsiteY23" fmla="*/ 31980 h 152400"/>
              <a:gd name="connsiteX24" fmla="*/ 76200 w 152400"/>
              <a:gd name="connsiteY24" fmla="*/ 44627 h 152400"/>
              <a:gd name="connsiteX25" fmla="*/ 0 w 152400"/>
              <a:gd name="connsiteY25" fmla="*/ 3198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400" h="152400">
                <a:moveTo>
                  <a:pt x="76200" y="0"/>
                </a:moveTo>
                <a:cubicBezTo>
                  <a:pt x="125697" y="0"/>
                  <a:pt x="152400" y="11317"/>
                  <a:pt x="152400" y="15949"/>
                </a:cubicBezTo>
                <a:cubicBezTo>
                  <a:pt x="152400" y="20581"/>
                  <a:pt x="125697" y="31898"/>
                  <a:pt x="76200" y="31898"/>
                </a:cubicBezTo>
                <a:cubicBezTo>
                  <a:pt x="26703" y="31898"/>
                  <a:pt x="0" y="20581"/>
                  <a:pt x="0" y="15949"/>
                </a:cubicBezTo>
                <a:cubicBezTo>
                  <a:pt x="0" y="11317"/>
                  <a:pt x="26703" y="0"/>
                  <a:pt x="76200" y="0"/>
                </a:cubicBezTo>
                <a:close/>
                <a:moveTo>
                  <a:pt x="0" y="112315"/>
                </a:moveTo>
                <a:lnTo>
                  <a:pt x="0" y="136451"/>
                </a:lnTo>
                <a:cubicBezTo>
                  <a:pt x="0" y="141083"/>
                  <a:pt x="26703" y="152400"/>
                  <a:pt x="76200" y="152400"/>
                </a:cubicBezTo>
                <a:cubicBezTo>
                  <a:pt x="125697" y="152400"/>
                  <a:pt x="152400" y="141083"/>
                  <a:pt x="152400" y="136451"/>
                </a:cubicBezTo>
                <a:lnTo>
                  <a:pt x="152400" y="112315"/>
                </a:lnTo>
                <a:cubicBezTo>
                  <a:pt x="134416" y="121563"/>
                  <a:pt x="101349" y="124962"/>
                  <a:pt x="76200" y="124962"/>
                </a:cubicBezTo>
                <a:cubicBezTo>
                  <a:pt x="51052" y="124962"/>
                  <a:pt x="17984" y="121563"/>
                  <a:pt x="0" y="112315"/>
                </a:cubicBezTo>
                <a:close/>
                <a:moveTo>
                  <a:pt x="0" y="72147"/>
                </a:moveTo>
                <a:lnTo>
                  <a:pt x="0" y="96284"/>
                </a:lnTo>
                <a:cubicBezTo>
                  <a:pt x="0" y="100915"/>
                  <a:pt x="26703" y="112233"/>
                  <a:pt x="76200" y="112233"/>
                </a:cubicBezTo>
                <a:cubicBezTo>
                  <a:pt x="125697" y="112233"/>
                  <a:pt x="152400" y="100915"/>
                  <a:pt x="152400" y="96284"/>
                </a:cubicBezTo>
                <a:lnTo>
                  <a:pt x="152400" y="72147"/>
                </a:lnTo>
                <a:cubicBezTo>
                  <a:pt x="134416" y="81396"/>
                  <a:pt x="101349" y="84795"/>
                  <a:pt x="76200" y="84795"/>
                </a:cubicBezTo>
                <a:cubicBezTo>
                  <a:pt x="51052" y="84795"/>
                  <a:pt x="17984" y="81396"/>
                  <a:pt x="0" y="72147"/>
                </a:cubicBezTo>
                <a:close/>
                <a:moveTo>
                  <a:pt x="0" y="31980"/>
                </a:moveTo>
                <a:lnTo>
                  <a:pt x="0" y="56116"/>
                </a:lnTo>
                <a:cubicBezTo>
                  <a:pt x="0" y="60748"/>
                  <a:pt x="26703" y="72065"/>
                  <a:pt x="76200" y="72065"/>
                </a:cubicBezTo>
                <a:cubicBezTo>
                  <a:pt x="125697" y="72065"/>
                  <a:pt x="152400" y="60748"/>
                  <a:pt x="152400" y="56116"/>
                </a:cubicBezTo>
                <a:lnTo>
                  <a:pt x="152400" y="31980"/>
                </a:lnTo>
                <a:cubicBezTo>
                  <a:pt x="134416" y="41228"/>
                  <a:pt x="101349" y="44627"/>
                  <a:pt x="76200" y="44627"/>
                </a:cubicBezTo>
                <a:cubicBezTo>
                  <a:pt x="51052" y="44627"/>
                  <a:pt x="17984" y="41228"/>
                  <a:pt x="0" y="31980"/>
                </a:cubicBezTo>
                <a:close/>
              </a:path>
            </a:pathLst>
          </a:custGeom>
          <a:noFill/>
          <a:ln w="9525" cap="flat">
            <a:solidFill>
              <a:schemeClr val="bg1"/>
            </a:solidFill>
            <a:prstDash val="solid"/>
            <a:miter/>
          </a:ln>
        </p:spPr>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Aktiv Grotesk"/>
              <a:ea typeface="+mn-ea"/>
              <a:cs typeface="+mn-cs"/>
            </a:endParaRPr>
          </a:p>
        </p:txBody>
      </p:sp>
      <p:sp>
        <p:nvSpPr>
          <p:cNvPr id="70" name="Text Placeholder 35">
            <a:extLst>
              <a:ext uri="{FF2B5EF4-FFF2-40B4-BE49-F238E27FC236}">
                <a16:creationId xmlns:a16="http://schemas.microsoft.com/office/drawing/2014/main" id="{AEA0F8DE-DD8B-8493-8F68-052773DFE8FF}"/>
              </a:ext>
            </a:extLst>
          </p:cNvPr>
          <p:cNvSpPr txBox="1">
            <a:spLocks/>
          </p:cNvSpPr>
          <p:nvPr/>
        </p:nvSpPr>
        <p:spPr>
          <a:xfrm>
            <a:off x="901625" y="4088099"/>
            <a:ext cx="674682" cy="320088"/>
          </a:xfrm>
          <a:prstGeom prst="rect">
            <a:avLst/>
          </a:prstGeom>
          <a:noFill/>
        </p:spPr>
        <p:txBody>
          <a:bodyPr vert="horz" wrap="square" lIns="0" tIns="0" rIns="0" bIns="0" rtlCol="0">
            <a:spAutoFit/>
          </a:bodyPr>
          <a:lstStyle>
            <a:lvl1pPr marL="0" marR="0" indent="0" algn="l" defTabSz="914400" rtl="0" eaLnBrk="1" fontAlgn="base" latinLnBrk="0" hangingPunct="1">
              <a:lnSpc>
                <a:spcPct val="100000"/>
              </a:lnSpc>
              <a:spcBef>
                <a:spcPts val="0"/>
              </a:spcBef>
              <a:spcAft>
                <a:spcPts val="700"/>
              </a:spcAft>
              <a:buClr>
                <a:srgbClr val="EB0000"/>
              </a:buClr>
              <a:buSzTx/>
              <a:buFont typeface="Aktiv Grotesk" panose="020B0604020202020204" pitchFamily="34" charset="0"/>
              <a:buNone/>
              <a:tabLst/>
              <a:defRPr lang="en-US" sz="1900" kern="1200" dirty="0">
                <a:ln w="3175">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80000"/>
              </a:lnSpc>
              <a:spcBef>
                <a:spcPts val="0"/>
              </a:spcBef>
              <a:spcAft>
                <a:spcPts val="0"/>
              </a:spcAft>
              <a:buClr>
                <a:srgbClr val="EB0000"/>
              </a:buClr>
              <a:buSzTx/>
              <a:buFont typeface="Aktiv Grotesk" panose="020B0604020202020204" pitchFamily="34" charset="0"/>
              <a:buNone/>
              <a:tabLst/>
              <a:defRPr/>
            </a:pPr>
            <a:r>
              <a:rPr kumimoji="0" lang="en-US" sz="1300" b="0" i="0" u="none" strike="noStrike" kern="1200" cap="none" spc="0" normalizeH="0" baseline="0" noProof="0">
                <a:ln w="3175">
                  <a:noFill/>
                </a:ln>
                <a:solidFill>
                  <a:schemeClr val="bg1"/>
                </a:solidFill>
                <a:effectLst/>
                <a:uLnTx/>
                <a:uFillTx/>
                <a:latin typeface="Aktiv Grotesk" panose="020B0604020202020204" pitchFamily="34" charset="0"/>
                <a:ea typeface="+mn-ea"/>
                <a:cs typeface="Aktiv Grotesk" panose="020B0604020202020204" pitchFamily="34" charset="0"/>
              </a:rPr>
              <a:t>Cloud</a:t>
            </a:r>
          </a:p>
          <a:p>
            <a:pPr marL="0" marR="0" lvl="0" indent="0" algn="l" defTabSz="914400" rtl="0" eaLnBrk="1" fontAlgn="base" latinLnBrk="0" hangingPunct="1">
              <a:lnSpc>
                <a:spcPct val="80000"/>
              </a:lnSpc>
              <a:spcBef>
                <a:spcPts val="0"/>
              </a:spcBef>
              <a:spcAft>
                <a:spcPts val="0"/>
              </a:spcAft>
              <a:buClr>
                <a:srgbClr val="EB0000"/>
              </a:buClr>
              <a:buSzTx/>
              <a:buFont typeface="Aktiv Grotesk" panose="020B0604020202020204" pitchFamily="34" charset="0"/>
              <a:buNone/>
              <a:tabLst/>
              <a:defRPr/>
            </a:pPr>
            <a:r>
              <a:rPr kumimoji="0" lang="en-US" sz="1300" b="0" i="0" u="none" strike="noStrike" kern="1200" cap="none" spc="0" normalizeH="0" baseline="0" noProof="0">
                <a:ln w="3175">
                  <a:noFill/>
                </a:ln>
                <a:solidFill>
                  <a:schemeClr val="bg1"/>
                </a:solidFill>
                <a:effectLst/>
                <a:uLnTx/>
                <a:uFillTx/>
                <a:latin typeface="Aktiv Grotesk" panose="020B0604020202020204" pitchFamily="34" charset="0"/>
                <a:ea typeface="+mn-ea"/>
                <a:cs typeface="Aktiv Grotesk" panose="020B0604020202020204" pitchFamily="34" charset="0"/>
              </a:rPr>
              <a:t>platform</a:t>
            </a:r>
          </a:p>
        </p:txBody>
      </p:sp>
      <p:sp>
        <p:nvSpPr>
          <p:cNvPr id="71" name="Freeform 193">
            <a:extLst>
              <a:ext uri="{FF2B5EF4-FFF2-40B4-BE49-F238E27FC236}">
                <a16:creationId xmlns:a16="http://schemas.microsoft.com/office/drawing/2014/main" id="{2BD59081-B0E9-4D44-9231-CCB4DFA90484}"/>
              </a:ext>
            </a:extLst>
          </p:cNvPr>
          <p:cNvSpPr>
            <a:spLocks noChangeAspect="1"/>
          </p:cNvSpPr>
          <p:nvPr/>
        </p:nvSpPr>
        <p:spPr>
          <a:xfrm>
            <a:off x="423718" y="4089717"/>
            <a:ext cx="356773" cy="274320"/>
          </a:xfrm>
          <a:custGeom>
            <a:avLst/>
            <a:gdLst>
              <a:gd name="connsiteX0" fmla="*/ 380274 w 457200"/>
              <a:gd name="connsiteY0" fmla="*/ 185728 h 352425"/>
              <a:gd name="connsiteX1" fmla="*/ 457200 w 457200"/>
              <a:gd name="connsiteY1" fmla="*/ 268951 h 352425"/>
              <a:gd name="connsiteX2" fmla="*/ 373726 w 457200"/>
              <a:gd name="connsiteY2" fmla="*/ 352425 h 352425"/>
              <a:gd name="connsiteX3" fmla="*/ 94338 w 457200"/>
              <a:gd name="connsiteY3" fmla="*/ 352425 h 352425"/>
              <a:gd name="connsiteX4" fmla="*/ 0 w 457200"/>
              <a:gd name="connsiteY4" fmla="*/ 258087 h 352425"/>
              <a:gd name="connsiteX5" fmla="*/ 62973 w 457200"/>
              <a:gd name="connsiteY5" fmla="*/ 169088 h 352425"/>
              <a:gd name="connsiteX6" fmla="*/ 45746 w 457200"/>
              <a:gd name="connsiteY6" fmla="*/ 109984 h 352425"/>
              <a:gd name="connsiteX7" fmla="*/ 155739 w 457200"/>
              <a:gd name="connsiteY7" fmla="*/ 0 h 352425"/>
              <a:gd name="connsiteX8" fmla="*/ 263203 w 457200"/>
              <a:gd name="connsiteY8" fmla="*/ 86488 h 352425"/>
              <a:gd name="connsiteX9" fmla="*/ 308707 w 457200"/>
              <a:gd name="connsiteY9" fmla="*/ 72144 h 352425"/>
              <a:gd name="connsiteX10" fmla="*/ 388032 w 457200"/>
              <a:gd name="connsiteY10" fmla="*/ 151470 h 352425"/>
              <a:gd name="connsiteX11" fmla="*/ 380274 w 457200"/>
              <a:gd name="connsiteY11" fmla="*/ 185728 h 352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7200" h="352425">
                <a:moveTo>
                  <a:pt x="380274" y="185728"/>
                </a:moveTo>
                <a:cubicBezTo>
                  <a:pt x="423314" y="189068"/>
                  <a:pt x="457200" y="225047"/>
                  <a:pt x="457200" y="268951"/>
                </a:cubicBezTo>
                <a:cubicBezTo>
                  <a:pt x="457200" y="315051"/>
                  <a:pt x="419826" y="352425"/>
                  <a:pt x="373726" y="352425"/>
                </a:cubicBezTo>
                <a:lnTo>
                  <a:pt x="94338" y="352425"/>
                </a:lnTo>
                <a:cubicBezTo>
                  <a:pt x="42230" y="352425"/>
                  <a:pt x="0" y="310195"/>
                  <a:pt x="0" y="258087"/>
                </a:cubicBezTo>
                <a:cubicBezTo>
                  <a:pt x="0" y="216982"/>
                  <a:pt x="26287" y="182017"/>
                  <a:pt x="62973" y="169088"/>
                </a:cubicBezTo>
                <a:cubicBezTo>
                  <a:pt x="52071" y="152019"/>
                  <a:pt x="45746" y="131741"/>
                  <a:pt x="45746" y="109984"/>
                </a:cubicBezTo>
                <a:cubicBezTo>
                  <a:pt x="45746" y="49243"/>
                  <a:pt x="94999" y="0"/>
                  <a:pt x="155739" y="0"/>
                </a:cubicBezTo>
                <a:cubicBezTo>
                  <a:pt x="208415" y="0"/>
                  <a:pt x="252431" y="37030"/>
                  <a:pt x="263203" y="86488"/>
                </a:cubicBezTo>
                <a:cubicBezTo>
                  <a:pt x="276076" y="77447"/>
                  <a:pt x="291778" y="72144"/>
                  <a:pt x="308707" y="72144"/>
                </a:cubicBezTo>
                <a:cubicBezTo>
                  <a:pt x="352518" y="72144"/>
                  <a:pt x="388032" y="107658"/>
                  <a:pt x="388032" y="151470"/>
                </a:cubicBezTo>
                <a:cubicBezTo>
                  <a:pt x="388032" y="163739"/>
                  <a:pt x="385242" y="175357"/>
                  <a:pt x="380274" y="185728"/>
                </a:cubicBezTo>
                <a:close/>
              </a:path>
            </a:pathLst>
          </a:custGeom>
          <a:noFill/>
          <a:ln w="9525" cap="flat">
            <a:solidFill>
              <a:schemeClr val="bg1"/>
            </a:solidFill>
            <a:prstDash val="solid"/>
            <a:miter/>
          </a:ln>
        </p:spPr>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Aktiv Grotesk"/>
              <a:ea typeface="+mn-ea"/>
              <a:cs typeface="+mn-cs"/>
            </a:endParaRPr>
          </a:p>
        </p:txBody>
      </p:sp>
      <p:sp>
        <p:nvSpPr>
          <p:cNvPr id="72" name="Text Placeholder 35">
            <a:extLst>
              <a:ext uri="{FF2B5EF4-FFF2-40B4-BE49-F238E27FC236}">
                <a16:creationId xmlns:a16="http://schemas.microsoft.com/office/drawing/2014/main" id="{92C6C775-4385-5490-6679-D0DE1895DF06}"/>
              </a:ext>
            </a:extLst>
          </p:cNvPr>
          <p:cNvSpPr txBox="1">
            <a:spLocks/>
          </p:cNvSpPr>
          <p:nvPr/>
        </p:nvSpPr>
        <p:spPr>
          <a:xfrm>
            <a:off x="901625" y="4961311"/>
            <a:ext cx="674682" cy="320088"/>
          </a:xfrm>
          <a:prstGeom prst="rect">
            <a:avLst/>
          </a:prstGeom>
          <a:noFill/>
        </p:spPr>
        <p:txBody>
          <a:bodyPr vert="horz" wrap="square" lIns="0" tIns="0" rIns="0" bIns="0" rtlCol="0">
            <a:spAutoFit/>
          </a:bodyPr>
          <a:lstStyle>
            <a:lvl1pPr marL="0" marR="0" indent="0" algn="l" defTabSz="914400" rtl="0" eaLnBrk="1" fontAlgn="base" latinLnBrk="0" hangingPunct="1">
              <a:lnSpc>
                <a:spcPct val="100000"/>
              </a:lnSpc>
              <a:spcBef>
                <a:spcPts val="0"/>
              </a:spcBef>
              <a:spcAft>
                <a:spcPts val="700"/>
              </a:spcAft>
              <a:buClr>
                <a:srgbClr val="EB0000"/>
              </a:buClr>
              <a:buSzTx/>
              <a:buFont typeface="Aktiv Grotesk" panose="020B0604020202020204" pitchFamily="34" charset="0"/>
              <a:buNone/>
              <a:tabLst/>
              <a:defRPr lang="en-US" sz="1900" kern="1200" dirty="0">
                <a:ln w="3175">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80000"/>
              </a:lnSpc>
              <a:spcBef>
                <a:spcPts val="0"/>
              </a:spcBef>
              <a:spcAft>
                <a:spcPts val="0"/>
              </a:spcAft>
              <a:buClr>
                <a:srgbClr val="EB0000"/>
              </a:buClr>
              <a:buSzTx/>
              <a:buFont typeface="Aktiv Grotesk" panose="020B0604020202020204" pitchFamily="34" charset="0"/>
              <a:buNone/>
              <a:tabLst/>
              <a:defRPr/>
            </a:pPr>
            <a:r>
              <a:rPr kumimoji="0" lang="en-US" sz="1300" b="0" i="0" u="none" strike="noStrike" kern="1200" cap="none" spc="0" normalizeH="0" baseline="0" noProof="0">
                <a:ln w="3175">
                  <a:noFill/>
                </a:ln>
                <a:solidFill>
                  <a:schemeClr val="bg1"/>
                </a:solidFill>
                <a:effectLst/>
                <a:uLnTx/>
                <a:uFillTx/>
                <a:latin typeface="Aktiv Grotesk" panose="020B0604020202020204" pitchFamily="34" charset="0"/>
                <a:ea typeface="+mn-ea"/>
                <a:cs typeface="Aktiv Grotesk" panose="020B0604020202020204" pitchFamily="34" charset="0"/>
              </a:rPr>
              <a:t>Cloud</a:t>
            </a:r>
          </a:p>
          <a:p>
            <a:pPr marL="0" marR="0" lvl="0" indent="0" algn="l" defTabSz="914400" rtl="0" eaLnBrk="1" fontAlgn="base" latinLnBrk="0" hangingPunct="1">
              <a:lnSpc>
                <a:spcPct val="80000"/>
              </a:lnSpc>
              <a:spcBef>
                <a:spcPts val="0"/>
              </a:spcBef>
              <a:spcAft>
                <a:spcPts val="0"/>
              </a:spcAft>
              <a:buClr>
                <a:srgbClr val="EB0000"/>
              </a:buClr>
              <a:buSzTx/>
              <a:buFont typeface="Aktiv Grotesk" panose="020B0604020202020204" pitchFamily="34" charset="0"/>
              <a:buNone/>
              <a:tabLst/>
              <a:defRPr/>
            </a:pPr>
            <a:r>
              <a:rPr kumimoji="0" lang="en-US" sz="1300" b="0" i="0" u="none" strike="noStrike" kern="1200" cap="none" spc="0" normalizeH="0" baseline="0" noProof="0">
                <a:ln w="3175">
                  <a:noFill/>
                </a:ln>
                <a:solidFill>
                  <a:schemeClr val="bg1"/>
                </a:solidFill>
                <a:effectLst/>
                <a:uLnTx/>
                <a:uFillTx/>
                <a:latin typeface="Aktiv Grotesk" panose="020B0604020202020204" pitchFamily="34" charset="0"/>
                <a:ea typeface="+mn-ea"/>
                <a:cs typeface="Aktiv Grotesk" panose="020B0604020202020204" pitchFamily="34" charset="0"/>
              </a:rPr>
              <a:t>security</a:t>
            </a:r>
          </a:p>
        </p:txBody>
      </p:sp>
      <p:grpSp>
        <p:nvGrpSpPr>
          <p:cNvPr id="73" name="Group 72">
            <a:extLst>
              <a:ext uri="{FF2B5EF4-FFF2-40B4-BE49-F238E27FC236}">
                <a16:creationId xmlns:a16="http://schemas.microsoft.com/office/drawing/2014/main" id="{DBB62613-F616-1181-E656-D3A87CA6969E}"/>
              </a:ext>
            </a:extLst>
          </p:cNvPr>
          <p:cNvGrpSpPr>
            <a:grpSpLocks noChangeAspect="1"/>
          </p:cNvGrpSpPr>
          <p:nvPr/>
        </p:nvGrpSpPr>
        <p:grpSpPr>
          <a:xfrm>
            <a:off x="446319" y="4927842"/>
            <a:ext cx="312928" cy="365760"/>
            <a:chOff x="664874" y="5113460"/>
            <a:chExt cx="238718" cy="279021"/>
          </a:xfrm>
        </p:grpSpPr>
        <p:sp>
          <p:nvSpPr>
            <p:cNvPr id="74" name="Freeform 226">
              <a:extLst>
                <a:ext uri="{FF2B5EF4-FFF2-40B4-BE49-F238E27FC236}">
                  <a16:creationId xmlns:a16="http://schemas.microsoft.com/office/drawing/2014/main" id="{AA5D2543-FB4B-FF22-5A3C-A4CE6E26B611}"/>
                </a:ext>
              </a:extLst>
            </p:cNvPr>
            <p:cNvSpPr>
              <a:spLocks noChangeArrowheads="1"/>
            </p:cNvSpPr>
            <p:nvPr/>
          </p:nvSpPr>
          <p:spPr bwMode="auto">
            <a:xfrm>
              <a:off x="731012" y="5239536"/>
              <a:ext cx="106441" cy="79573"/>
            </a:xfrm>
            <a:custGeom>
              <a:avLst/>
              <a:gdLst>
                <a:gd name="T0" fmla="*/ 28 w 452"/>
                <a:gd name="T1" fmla="*/ 0 h 339"/>
                <a:gd name="T2" fmla="*/ 0 w 452"/>
                <a:gd name="T3" fmla="*/ 28 h 339"/>
                <a:gd name="T4" fmla="*/ 0 w 452"/>
                <a:gd name="T5" fmla="*/ 310 h 339"/>
                <a:gd name="T6" fmla="*/ 28 w 452"/>
                <a:gd name="T7" fmla="*/ 338 h 339"/>
                <a:gd name="T8" fmla="*/ 423 w 452"/>
                <a:gd name="T9" fmla="*/ 338 h 339"/>
                <a:gd name="T10" fmla="*/ 451 w 452"/>
                <a:gd name="T11" fmla="*/ 310 h 339"/>
                <a:gd name="T12" fmla="*/ 451 w 452"/>
                <a:gd name="T13" fmla="*/ 28 h 339"/>
                <a:gd name="T14" fmla="*/ 443 w 452"/>
                <a:gd name="T15" fmla="*/ 8 h 339"/>
                <a:gd name="T16" fmla="*/ 423 w 452"/>
                <a:gd name="T17" fmla="*/ 0 h 339"/>
                <a:gd name="T18" fmla="*/ 28 w 452"/>
                <a:gd name="T19"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2" h="339">
                  <a:moveTo>
                    <a:pt x="28" y="0"/>
                  </a:moveTo>
                  <a:cubicBezTo>
                    <a:pt x="12" y="0"/>
                    <a:pt x="0" y="12"/>
                    <a:pt x="0" y="28"/>
                  </a:cubicBezTo>
                  <a:cubicBezTo>
                    <a:pt x="0" y="122"/>
                    <a:pt x="0" y="216"/>
                    <a:pt x="0" y="310"/>
                  </a:cubicBezTo>
                  <a:cubicBezTo>
                    <a:pt x="0" y="326"/>
                    <a:pt x="12" y="338"/>
                    <a:pt x="28" y="338"/>
                  </a:cubicBezTo>
                  <a:cubicBezTo>
                    <a:pt x="160" y="338"/>
                    <a:pt x="292" y="338"/>
                    <a:pt x="423" y="338"/>
                  </a:cubicBezTo>
                  <a:cubicBezTo>
                    <a:pt x="439" y="338"/>
                    <a:pt x="451" y="326"/>
                    <a:pt x="451" y="310"/>
                  </a:cubicBezTo>
                  <a:cubicBezTo>
                    <a:pt x="451" y="216"/>
                    <a:pt x="451" y="122"/>
                    <a:pt x="451" y="28"/>
                  </a:cubicBezTo>
                  <a:cubicBezTo>
                    <a:pt x="451" y="20"/>
                    <a:pt x="448" y="13"/>
                    <a:pt x="443" y="8"/>
                  </a:cubicBezTo>
                  <a:cubicBezTo>
                    <a:pt x="438" y="3"/>
                    <a:pt x="431" y="0"/>
                    <a:pt x="423" y="0"/>
                  </a:cubicBezTo>
                  <a:cubicBezTo>
                    <a:pt x="292" y="0"/>
                    <a:pt x="160" y="0"/>
                    <a:pt x="28" y="0"/>
                  </a:cubicBezTo>
                </a:path>
              </a:pathLst>
            </a:custGeom>
            <a:noFill/>
            <a:ln w="9525" cap="flat">
              <a:solidFill>
                <a:schemeClr val="bg1"/>
              </a:solidFill>
              <a:prstDash val="solid"/>
              <a:miter/>
            </a:ln>
          </p:spPr>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Aktiv Grotesk"/>
                <a:ea typeface="+mn-ea"/>
                <a:cs typeface="+mn-cs"/>
              </a:endParaRPr>
            </a:p>
          </p:txBody>
        </p:sp>
        <p:sp>
          <p:nvSpPr>
            <p:cNvPr id="75" name="Freeform 227">
              <a:extLst>
                <a:ext uri="{FF2B5EF4-FFF2-40B4-BE49-F238E27FC236}">
                  <a16:creationId xmlns:a16="http://schemas.microsoft.com/office/drawing/2014/main" id="{A42AE650-3646-5243-E2EE-0C83AA9536E5}"/>
                </a:ext>
              </a:extLst>
            </p:cNvPr>
            <p:cNvSpPr>
              <a:spLocks noChangeArrowheads="1"/>
            </p:cNvSpPr>
            <p:nvPr/>
          </p:nvSpPr>
          <p:spPr bwMode="auto">
            <a:xfrm>
              <a:off x="750647" y="5173398"/>
              <a:ext cx="66138" cy="66139"/>
            </a:xfrm>
            <a:custGeom>
              <a:avLst/>
              <a:gdLst>
                <a:gd name="T0" fmla="*/ 282 w 283"/>
                <a:gd name="T1" fmla="*/ 283 h 284"/>
                <a:gd name="T2" fmla="*/ 282 w 283"/>
                <a:gd name="T3" fmla="*/ 142 h 284"/>
                <a:gd name="T4" fmla="*/ 141 w 283"/>
                <a:gd name="T5" fmla="*/ 0 h 284"/>
                <a:gd name="T6" fmla="*/ 0 w 283"/>
                <a:gd name="T7" fmla="*/ 142 h 284"/>
                <a:gd name="T8" fmla="*/ 0 w 283"/>
                <a:gd name="T9" fmla="*/ 283 h 284"/>
              </a:gdLst>
              <a:ahLst/>
              <a:cxnLst>
                <a:cxn ang="0">
                  <a:pos x="T0" y="T1"/>
                </a:cxn>
                <a:cxn ang="0">
                  <a:pos x="T2" y="T3"/>
                </a:cxn>
                <a:cxn ang="0">
                  <a:pos x="T4" y="T5"/>
                </a:cxn>
                <a:cxn ang="0">
                  <a:pos x="T6" y="T7"/>
                </a:cxn>
                <a:cxn ang="0">
                  <a:pos x="T8" y="T9"/>
                </a:cxn>
              </a:cxnLst>
              <a:rect l="0" t="0" r="r" b="b"/>
              <a:pathLst>
                <a:path w="283" h="284">
                  <a:moveTo>
                    <a:pt x="282" y="283"/>
                  </a:moveTo>
                  <a:cubicBezTo>
                    <a:pt x="282" y="236"/>
                    <a:pt x="282" y="189"/>
                    <a:pt x="282" y="142"/>
                  </a:cubicBezTo>
                  <a:cubicBezTo>
                    <a:pt x="282" y="64"/>
                    <a:pt x="219" y="0"/>
                    <a:pt x="141" y="0"/>
                  </a:cubicBezTo>
                  <a:cubicBezTo>
                    <a:pt x="63" y="0"/>
                    <a:pt x="0" y="64"/>
                    <a:pt x="0" y="142"/>
                  </a:cubicBezTo>
                  <a:cubicBezTo>
                    <a:pt x="0" y="189"/>
                    <a:pt x="0" y="236"/>
                    <a:pt x="0" y="283"/>
                  </a:cubicBezTo>
                </a:path>
              </a:pathLst>
            </a:custGeom>
            <a:noFill/>
            <a:ln w="9525" cap="flat">
              <a:solidFill>
                <a:schemeClr val="bg1"/>
              </a:solidFill>
              <a:prstDash val="solid"/>
              <a:miter/>
            </a:ln>
          </p:spPr>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Aktiv Grotesk"/>
                <a:ea typeface="+mn-ea"/>
                <a:cs typeface="+mn-cs"/>
              </a:endParaRPr>
            </a:p>
          </p:txBody>
        </p:sp>
        <p:sp>
          <p:nvSpPr>
            <p:cNvPr id="76" name="Freeform 228">
              <a:extLst>
                <a:ext uri="{FF2B5EF4-FFF2-40B4-BE49-F238E27FC236}">
                  <a16:creationId xmlns:a16="http://schemas.microsoft.com/office/drawing/2014/main" id="{48F94950-C028-C9F3-C01C-51C9AC2068EF}"/>
                </a:ext>
              </a:extLst>
            </p:cNvPr>
            <p:cNvSpPr>
              <a:spLocks noChangeArrowheads="1"/>
            </p:cNvSpPr>
            <p:nvPr/>
          </p:nvSpPr>
          <p:spPr bwMode="auto">
            <a:xfrm>
              <a:off x="756848" y="5212667"/>
              <a:ext cx="106441" cy="78539"/>
            </a:xfrm>
            <a:custGeom>
              <a:avLst/>
              <a:gdLst>
                <a:gd name="T0" fmla="*/ 0 w 453"/>
                <a:gd name="T1" fmla="*/ 226 h 335"/>
                <a:gd name="T2" fmla="*/ 103 w 453"/>
                <a:gd name="T3" fmla="*/ 328 h 335"/>
                <a:gd name="T4" fmla="*/ 123 w 453"/>
                <a:gd name="T5" fmla="*/ 328 h 335"/>
                <a:gd name="T6" fmla="*/ 452 w 453"/>
                <a:gd name="T7" fmla="*/ 0 h 335"/>
              </a:gdLst>
              <a:ahLst/>
              <a:cxnLst>
                <a:cxn ang="0">
                  <a:pos x="T0" y="T1"/>
                </a:cxn>
                <a:cxn ang="0">
                  <a:pos x="T2" y="T3"/>
                </a:cxn>
                <a:cxn ang="0">
                  <a:pos x="T4" y="T5"/>
                </a:cxn>
                <a:cxn ang="0">
                  <a:pos x="T6" y="T7"/>
                </a:cxn>
              </a:cxnLst>
              <a:rect l="0" t="0" r="r" b="b"/>
              <a:pathLst>
                <a:path w="453" h="335">
                  <a:moveTo>
                    <a:pt x="0" y="226"/>
                  </a:moveTo>
                  <a:cubicBezTo>
                    <a:pt x="35" y="260"/>
                    <a:pt x="69" y="294"/>
                    <a:pt x="103" y="328"/>
                  </a:cubicBezTo>
                  <a:cubicBezTo>
                    <a:pt x="109" y="334"/>
                    <a:pt x="118" y="334"/>
                    <a:pt x="123" y="328"/>
                  </a:cubicBezTo>
                  <a:cubicBezTo>
                    <a:pt x="233" y="219"/>
                    <a:pt x="343" y="110"/>
                    <a:pt x="452" y="0"/>
                  </a:cubicBezTo>
                </a:path>
              </a:pathLst>
            </a:custGeom>
            <a:noFill/>
            <a:ln w="9525" cap="flat">
              <a:solidFill>
                <a:schemeClr val="bg1"/>
              </a:solidFill>
              <a:prstDash val="solid"/>
              <a:miter/>
            </a:ln>
          </p:spPr>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Aktiv Grotesk"/>
                <a:ea typeface="+mn-ea"/>
                <a:cs typeface="+mn-cs"/>
              </a:endParaRPr>
            </a:p>
          </p:txBody>
        </p:sp>
        <p:sp>
          <p:nvSpPr>
            <p:cNvPr id="77" name="Freeform 229">
              <a:extLst>
                <a:ext uri="{FF2B5EF4-FFF2-40B4-BE49-F238E27FC236}">
                  <a16:creationId xmlns:a16="http://schemas.microsoft.com/office/drawing/2014/main" id="{8037415F-5F12-C6A2-D662-B1D24116CEC7}"/>
                </a:ext>
              </a:extLst>
            </p:cNvPr>
            <p:cNvSpPr>
              <a:spLocks noChangeArrowheads="1"/>
            </p:cNvSpPr>
            <p:nvPr/>
          </p:nvSpPr>
          <p:spPr bwMode="auto">
            <a:xfrm>
              <a:off x="664874" y="5113460"/>
              <a:ext cx="238718" cy="279021"/>
            </a:xfrm>
            <a:custGeom>
              <a:avLst/>
              <a:gdLst>
                <a:gd name="T0" fmla="*/ 506 w 1017"/>
                <a:gd name="T1" fmla="*/ 1189 h 1190"/>
                <a:gd name="T2" fmla="*/ 511 w 1017"/>
                <a:gd name="T3" fmla="*/ 1189 h 1190"/>
                <a:gd name="T4" fmla="*/ 1016 w 1017"/>
                <a:gd name="T5" fmla="*/ 689 h 1190"/>
                <a:gd name="T6" fmla="*/ 1016 w 1017"/>
                <a:gd name="T7" fmla="*/ 168 h 1190"/>
                <a:gd name="T8" fmla="*/ 963 w 1017"/>
                <a:gd name="T9" fmla="*/ 112 h 1190"/>
                <a:gd name="T10" fmla="*/ 532 w 1017"/>
                <a:gd name="T11" fmla="*/ 7 h 1190"/>
                <a:gd name="T12" fmla="*/ 485 w 1017"/>
                <a:gd name="T13" fmla="*/ 7 h 1190"/>
                <a:gd name="T14" fmla="*/ 54 w 1017"/>
                <a:gd name="T15" fmla="*/ 112 h 1190"/>
                <a:gd name="T16" fmla="*/ 0 w 1017"/>
                <a:gd name="T17" fmla="*/ 168 h 1190"/>
                <a:gd name="T18" fmla="*/ 0 w 1017"/>
                <a:gd name="T19" fmla="*/ 689 h 1190"/>
                <a:gd name="T20" fmla="*/ 506 w 1017"/>
                <a:gd name="T21" fmla="*/ 1189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7" h="1190">
                  <a:moveTo>
                    <a:pt x="506" y="1189"/>
                  </a:moveTo>
                  <a:cubicBezTo>
                    <a:pt x="508" y="1189"/>
                    <a:pt x="509" y="1189"/>
                    <a:pt x="511" y="1189"/>
                  </a:cubicBezTo>
                  <a:cubicBezTo>
                    <a:pt x="860" y="1129"/>
                    <a:pt x="1016" y="864"/>
                    <a:pt x="1016" y="689"/>
                  </a:cubicBezTo>
                  <a:cubicBezTo>
                    <a:pt x="1016" y="516"/>
                    <a:pt x="1016" y="347"/>
                    <a:pt x="1016" y="168"/>
                  </a:cubicBezTo>
                  <a:cubicBezTo>
                    <a:pt x="1016" y="138"/>
                    <a:pt x="993" y="113"/>
                    <a:pt x="963" y="112"/>
                  </a:cubicBezTo>
                  <a:cubicBezTo>
                    <a:pt x="810" y="105"/>
                    <a:pt x="664" y="68"/>
                    <a:pt x="532" y="7"/>
                  </a:cubicBezTo>
                  <a:cubicBezTo>
                    <a:pt x="517" y="0"/>
                    <a:pt x="500" y="0"/>
                    <a:pt x="485" y="7"/>
                  </a:cubicBezTo>
                  <a:cubicBezTo>
                    <a:pt x="352" y="68"/>
                    <a:pt x="207" y="105"/>
                    <a:pt x="54" y="112"/>
                  </a:cubicBezTo>
                  <a:cubicBezTo>
                    <a:pt x="24" y="113"/>
                    <a:pt x="0" y="138"/>
                    <a:pt x="0" y="168"/>
                  </a:cubicBezTo>
                  <a:cubicBezTo>
                    <a:pt x="0" y="342"/>
                    <a:pt x="0" y="516"/>
                    <a:pt x="0" y="689"/>
                  </a:cubicBezTo>
                  <a:cubicBezTo>
                    <a:pt x="0" y="864"/>
                    <a:pt x="156" y="1129"/>
                    <a:pt x="506" y="1189"/>
                  </a:cubicBezTo>
                </a:path>
              </a:pathLst>
            </a:custGeom>
            <a:noFill/>
            <a:ln w="9525" cap="flat">
              <a:solidFill>
                <a:schemeClr val="bg1"/>
              </a:solidFill>
              <a:prstDash val="solid"/>
              <a:miter/>
            </a:ln>
          </p:spPr>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Aktiv Grotesk"/>
                <a:ea typeface="+mn-ea"/>
                <a:cs typeface="+mn-cs"/>
              </a:endParaRPr>
            </a:p>
          </p:txBody>
        </p:sp>
      </p:grpSp>
      <p:sp>
        <p:nvSpPr>
          <p:cNvPr id="78" name="Rectangle 77">
            <a:extLst>
              <a:ext uri="{FF2B5EF4-FFF2-40B4-BE49-F238E27FC236}">
                <a16:creationId xmlns:a16="http://schemas.microsoft.com/office/drawing/2014/main" id="{B862F4DE-26D9-A5F4-29EB-4254908E5C12}"/>
              </a:ext>
            </a:extLst>
          </p:cNvPr>
          <p:cNvSpPr/>
          <p:nvPr/>
        </p:nvSpPr>
        <p:spPr>
          <a:xfrm>
            <a:off x="334495" y="2175653"/>
            <a:ext cx="1280160" cy="640080"/>
          </a:xfrm>
          <a:prstGeom prst="rect">
            <a:avLst/>
          </a:prstGeom>
          <a:solidFill>
            <a:schemeClr val="accent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Aktiv Grotesk"/>
              <a:ea typeface="+mn-ea"/>
              <a:cs typeface="+mn-cs"/>
            </a:endParaRPr>
          </a:p>
        </p:txBody>
      </p:sp>
      <p:sp>
        <p:nvSpPr>
          <p:cNvPr id="79" name="Freeform 171">
            <a:extLst>
              <a:ext uri="{FF2B5EF4-FFF2-40B4-BE49-F238E27FC236}">
                <a16:creationId xmlns:a16="http://schemas.microsoft.com/office/drawing/2014/main" id="{32B19FF1-200B-C534-269B-6D013AE80444}"/>
              </a:ext>
            </a:extLst>
          </p:cNvPr>
          <p:cNvSpPr>
            <a:spLocks noChangeAspect="1"/>
          </p:cNvSpPr>
          <p:nvPr/>
        </p:nvSpPr>
        <p:spPr>
          <a:xfrm>
            <a:off x="428111" y="2330852"/>
            <a:ext cx="329971" cy="347472"/>
          </a:xfrm>
          <a:custGeom>
            <a:avLst/>
            <a:gdLst>
              <a:gd name="connsiteX0" fmla="*/ 82787 w 165656"/>
              <a:gd name="connsiteY0" fmla="*/ 98586 h 162800"/>
              <a:gd name="connsiteX1" fmla="*/ 65423 w 165656"/>
              <a:gd name="connsiteY1" fmla="*/ 81441 h 162800"/>
              <a:gd name="connsiteX2" fmla="*/ 82787 w 165656"/>
              <a:gd name="connsiteY2" fmla="*/ 64295 h 162800"/>
              <a:gd name="connsiteX3" fmla="*/ 100233 w 165656"/>
              <a:gd name="connsiteY3" fmla="*/ 81441 h 162800"/>
              <a:gd name="connsiteX4" fmla="*/ 82787 w 165656"/>
              <a:gd name="connsiteY4" fmla="*/ 98586 h 162800"/>
              <a:gd name="connsiteX5" fmla="*/ 152408 w 165656"/>
              <a:gd name="connsiteY5" fmla="*/ 68420 h 162800"/>
              <a:gd name="connsiteX6" fmla="*/ 147223 w 165656"/>
              <a:gd name="connsiteY6" fmla="*/ 68420 h 162800"/>
              <a:gd name="connsiteX7" fmla="*/ 134879 w 165656"/>
              <a:gd name="connsiteY7" fmla="*/ 60252 h 162800"/>
              <a:gd name="connsiteX8" fmla="*/ 137759 w 165656"/>
              <a:gd name="connsiteY8" fmla="*/ 45856 h 162800"/>
              <a:gd name="connsiteX9" fmla="*/ 141380 w 165656"/>
              <a:gd name="connsiteY9" fmla="*/ 42298 h 162800"/>
              <a:gd name="connsiteX10" fmla="*/ 141380 w 165656"/>
              <a:gd name="connsiteY10" fmla="*/ 23858 h 162800"/>
              <a:gd name="connsiteX11" fmla="*/ 122617 w 165656"/>
              <a:gd name="connsiteY11" fmla="*/ 23858 h 162800"/>
              <a:gd name="connsiteX12" fmla="*/ 118996 w 165656"/>
              <a:gd name="connsiteY12" fmla="*/ 27417 h 162800"/>
              <a:gd name="connsiteX13" fmla="*/ 104348 w 165656"/>
              <a:gd name="connsiteY13" fmla="*/ 30328 h 162800"/>
              <a:gd name="connsiteX14" fmla="*/ 96037 w 165656"/>
              <a:gd name="connsiteY14" fmla="*/ 18116 h 162800"/>
              <a:gd name="connsiteX15" fmla="*/ 96037 w 165656"/>
              <a:gd name="connsiteY15" fmla="*/ 13102 h 162800"/>
              <a:gd name="connsiteX16" fmla="*/ 82787 w 165656"/>
              <a:gd name="connsiteY16" fmla="*/ 0 h 162800"/>
              <a:gd name="connsiteX17" fmla="*/ 69538 w 165656"/>
              <a:gd name="connsiteY17" fmla="*/ 13102 h 162800"/>
              <a:gd name="connsiteX18" fmla="*/ 69538 w 165656"/>
              <a:gd name="connsiteY18" fmla="*/ 18116 h 162800"/>
              <a:gd name="connsiteX19" fmla="*/ 61309 w 165656"/>
              <a:gd name="connsiteY19" fmla="*/ 30328 h 162800"/>
              <a:gd name="connsiteX20" fmla="*/ 46660 w 165656"/>
              <a:gd name="connsiteY20" fmla="*/ 27417 h 162800"/>
              <a:gd name="connsiteX21" fmla="*/ 43040 w 165656"/>
              <a:gd name="connsiteY21" fmla="*/ 23858 h 162800"/>
              <a:gd name="connsiteX22" fmla="*/ 24276 w 165656"/>
              <a:gd name="connsiteY22" fmla="*/ 23858 h 162800"/>
              <a:gd name="connsiteX23" fmla="*/ 24276 w 165656"/>
              <a:gd name="connsiteY23" fmla="*/ 42298 h 162800"/>
              <a:gd name="connsiteX24" fmla="*/ 27897 w 165656"/>
              <a:gd name="connsiteY24" fmla="*/ 45856 h 162800"/>
              <a:gd name="connsiteX25" fmla="*/ 30778 w 165656"/>
              <a:gd name="connsiteY25" fmla="*/ 60252 h 162800"/>
              <a:gd name="connsiteX26" fmla="*/ 18351 w 165656"/>
              <a:gd name="connsiteY26" fmla="*/ 68420 h 162800"/>
              <a:gd name="connsiteX27" fmla="*/ 13249 w 165656"/>
              <a:gd name="connsiteY27" fmla="*/ 68420 h 162800"/>
              <a:gd name="connsiteX28" fmla="*/ 0 w 165656"/>
              <a:gd name="connsiteY28" fmla="*/ 81441 h 162800"/>
              <a:gd name="connsiteX29" fmla="*/ 13249 w 165656"/>
              <a:gd name="connsiteY29" fmla="*/ 94462 h 162800"/>
              <a:gd name="connsiteX30" fmla="*/ 18351 w 165656"/>
              <a:gd name="connsiteY30" fmla="*/ 94462 h 162800"/>
              <a:gd name="connsiteX31" fmla="*/ 30778 w 165656"/>
              <a:gd name="connsiteY31" fmla="*/ 102630 h 162800"/>
              <a:gd name="connsiteX32" fmla="*/ 27897 w 165656"/>
              <a:gd name="connsiteY32" fmla="*/ 117026 h 162800"/>
              <a:gd name="connsiteX33" fmla="*/ 24276 w 165656"/>
              <a:gd name="connsiteY33" fmla="*/ 120584 h 162800"/>
              <a:gd name="connsiteX34" fmla="*/ 24276 w 165656"/>
              <a:gd name="connsiteY34" fmla="*/ 138943 h 162800"/>
              <a:gd name="connsiteX35" fmla="*/ 43040 w 165656"/>
              <a:gd name="connsiteY35" fmla="*/ 138943 h 162800"/>
              <a:gd name="connsiteX36" fmla="*/ 46660 w 165656"/>
              <a:gd name="connsiteY36" fmla="*/ 135384 h 162800"/>
              <a:gd name="connsiteX37" fmla="*/ 61309 w 165656"/>
              <a:gd name="connsiteY37" fmla="*/ 132554 h 162800"/>
              <a:gd name="connsiteX38" fmla="*/ 69538 w 165656"/>
              <a:gd name="connsiteY38" fmla="*/ 144766 h 162800"/>
              <a:gd name="connsiteX39" fmla="*/ 69538 w 165656"/>
              <a:gd name="connsiteY39" fmla="*/ 149780 h 162800"/>
              <a:gd name="connsiteX40" fmla="*/ 82787 w 165656"/>
              <a:gd name="connsiteY40" fmla="*/ 162801 h 162800"/>
              <a:gd name="connsiteX41" fmla="*/ 96037 w 165656"/>
              <a:gd name="connsiteY41" fmla="*/ 149780 h 162800"/>
              <a:gd name="connsiteX42" fmla="*/ 96037 w 165656"/>
              <a:gd name="connsiteY42" fmla="*/ 144766 h 162800"/>
              <a:gd name="connsiteX43" fmla="*/ 104348 w 165656"/>
              <a:gd name="connsiteY43" fmla="*/ 132554 h 162800"/>
              <a:gd name="connsiteX44" fmla="*/ 118996 w 165656"/>
              <a:gd name="connsiteY44" fmla="*/ 135384 h 162800"/>
              <a:gd name="connsiteX45" fmla="*/ 122617 w 165656"/>
              <a:gd name="connsiteY45" fmla="*/ 138943 h 162800"/>
              <a:gd name="connsiteX46" fmla="*/ 141380 w 165656"/>
              <a:gd name="connsiteY46" fmla="*/ 138943 h 162800"/>
              <a:gd name="connsiteX47" fmla="*/ 141380 w 165656"/>
              <a:gd name="connsiteY47" fmla="*/ 120584 h 162800"/>
              <a:gd name="connsiteX48" fmla="*/ 137759 w 165656"/>
              <a:gd name="connsiteY48" fmla="*/ 117026 h 162800"/>
              <a:gd name="connsiteX49" fmla="*/ 134879 w 165656"/>
              <a:gd name="connsiteY49" fmla="*/ 102630 h 162800"/>
              <a:gd name="connsiteX50" fmla="*/ 147223 w 165656"/>
              <a:gd name="connsiteY50" fmla="*/ 94462 h 162800"/>
              <a:gd name="connsiteX51" fmla="*/ 152408 w 165656"/>
              <a:gd name="connsiteY51" fmla="*/ 94462 h 162800"/>
              <a:gd name="connsiteX52" fmla="*/ 165657 w 165656"/>
              <a:gd name="connsiteY52" fmla="*/ 81441 h 162800"/>
              <a:gd name="connsiteX53" fmla="*/ 152408 w 165656"/>
              <a:gd name="connsiteY53" fmla="*/ 68420 h 16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65656" h="162800">
                <a:moveTo>
                  <a:pt x="82787" y="98586"/>
                </a:moveTo>
                <a:cubicBezTo>
                  <a:pt x="73241" y="98586"/>
                  <a:pt x="65423" y="90903"/>
                  <a:pt x="65423" y="81441"/>
                </a:cubicBezTo>
                <a:cubicBezTo>
                  <a:pt x="65423" y="71978"/>
                  <a:pt x="73159" y="64295"/>
                  <a:pt x="82787" y="64295"/>
                </a:cubicBezTo>
                <a:cubicBezTo>
                  <a:pt x="92333" y="64295"/>
                  <a:pt x="100233" y="71978"/>
                  <a:pt x="100233" y="81441"/>
                </a:cubicBezTo>
                <a:cubicBezTo>
                  <a:pt x="100233" y="90903"/>
                  <a:pt x="92416" y="98586"/>
                  <a:pt x="82787" y="98586"/>
                </a:cubicBezTo>
                <a:close/>
                <a:moveTo>
                  <a:pt x="152408" y="68420"/>
                </a:moveTo>
                <a:lnTo>
                  <a:pt x="147223" y="68420"/>
                </a:lnTo>
                <a:cubicBezTo>
                  <a:pt x="141792" y="68420"/>
                  <a:pt x="136936" y="65185"/>
                  <a:pt x="134879" y="60252"/>
                </a:cubicBezTo>
                <a:cubicBezTo>
                  <a:pt x="132739" y="55318"/>
                  <a:pt x="133892" y="49657"/>
                  <a:pt x="137759" y="45856"/>
                </a:cubicBezTo>
                <a:lnTo>
                  <a:pt x="141380" y="42298"/>
                </a:lnTo>
                <a:cubicBezTo>
                  <a:pt x="146565" y="37202"/>
                  <a:pt x="146565" y="28953"/>
                  <a:pt x="141380" y="23858"/>
                </a:cubicBezTo>
                <a:cubicBezTo>
                  <a:pt x="136196" y="18763"/>
                  <a:pt x="127802" y="18763"/>
                  <a:pt x="122617" y="23858"/>
                </a:cubicBezTo>
                <a:lnTo>
                  <a:pt x="118996" y="27417"/>
                </a:lnTo>
                <a:cubicBezTo>
                  <a:pt x="115211" y="31218"/>
                  <a:pt x="109368" y="32350"/>
                  <a:pt x="104348" y="30328"/>
                </a:cubicBezTo>
                <a:cubicBezTo>
                  <a:pt x="99328" y="28225"/>
                  <a:pt x="96037" y="23454"/>
                  <a:pt x="96037" y="18116"/>
                </a:cubicBezTo>
                <a:lnTo>
                  <a:pt x="96037" y="13102"/>
                </a:lnTo>
                <a:cubicBezTo>
                  <a:pt x="96037" y="5904"/>
                  <a:pt x="90029" y="0"/>
                  <a:pt x="82787" y="0"/>
                </a:cubicBezTo>
                <a:cubicBezTo>
                  <a:pt x="75463" y="0"/>
                  <a:pt x="69538" y="5904"/>
                  <a:pt x="69538" y="13102"/>
                </a:cubicBezTo>
                <a:lnTo>
                  <a:pt x="69538" y="18116"/>
                </a:lnTo>
                <a:cubicBezTo>
                  <a:pt x="69538" y="23454"/>
                  <a:pt x="66246" y="28225"/>
                  <a:pt x="61309" y="30328"/>
                </a:cubicBezTo>
                <a:cubicBezTo>
                  <a:pt x="56289" y="32350"/>
                  <a:pt x="50446" y="31218"/>
                  <a:pt x="46660" y="27417"/>
                </a:cubicBezTo>
                <a:lnTo>
                  <a:pt x="43040" y="23858"/>
                </a:lnTo>
                <a:cubicBezTo>
                  <a:pt x="37855" y="18763"/>
                  <a:pt x="29461" y="18763"/>
                  <a:pt x="24276" y="23858"/>
                </a:cubicBezTo>
                <a:cubicBezTo>
                  <a:pt x="19092" y="28953"/>
                  <a:pt x="19092" y="37202"/>
                  <a:pt x="24276" y="42298"/>
                </a:cubicBezTo>
                <a:lnTo>
                  <a:pt x="27897" y="45856"/>
                </a:lnTo>
                <a:cubicBezTo>
                  <a:pt x="31765" y="49657"/>
                  <a:pt x="32835" y="55318"/>
                  <a:pt x="30778" y="60252"/>
                </a:cubicBezTo>
                <a:cubicBezTo>
                  <a:pt x="28720" y="65185"/>
                  <a:pt x="23783" y="68420"/>
                  <a:pt x="18351" y="68420"/>
                </a:cubicBezTo>
                <a:lnTo>
                  <a:pt x="13249" y="68420"/>
                </a:lnTo>
                <a:cubicBezTo>
                  <a:pt x="5925" y="68420"/>
                  <a:pt x="0" y="74243"/>
                  <a:pt x="0" y="81441"/>
                </a:cubicBezTo>
                <a:cubicBezTo>
                  <a:pt x="0" y="88639"/>
                  <a:pt x="5925" y="94462"/>
                  <a:pt x="13249" y="94462"/>
                </a:cubicBezTo>
                <a:lnTo>
                  <a:pt x="18351" y="94462"/>
                </a:lnTo>
                <a:cubicBezTo>
                  <a:pt x="23783" y="94462"/>
                  <a:pt x="28720" y="97697"/>
                  <a:pt x="30778" y="102630"/>
                </a:cubicBezTo>
                <a:cubicBezTo>
                  <a:pt x="32835" y="107563"/>
                  <a:pt x="31765" y="113224"/>
                  <a:pt x="27897" y="117026"/>
                </a:cubicBezTo>
                <a:lnTo>
                  <a:pt x="24276" y="120584"/>
                </a:lnTo>
                <a:cubicBezTo>
                  <a:pt x="19092" y="125598"/>
                  <a:pt x="19092" y="133929"/>
                  <a:pt x="24276" y="138943"/>
                </a:cubicBezTo>
                <a:cubicBezTo>
                  <a:pt x="29461" y="144038"/>
                  <a:pt x="37855" y="144038"/>
                  <a:pt x="43040" y="138943"/>
                </a:cubicBezTo>
                <a:lnTo>
                  <a:pt x="46660" y="135384"/>
                </a:lnTo>
                <a:cubicBezTo>
                  <a:pt x="50446" y="131664"/>
                  <a:pt x="56289" y="130532"/>
                  <a:pt x="61309" y="132554"/>
                </a:cubicBezTo>
                <a:cubicBezTo>
                  <a:pt x="66246" y="134576"/>
                  <a:pt x="69538" y="139428"/>
                  <a:pt x="69538" y="144766"/>
                </a:cubicBezTo>
                <a:lnTo>
                  <a:pt x="69538" y="149780"/>
                </a:lnTo>
                <a:cubicBezTo>
                  <a:pt x="69538" y="156978"/>
                  <a:pt x="75463" y="162801"/>
                  <a:pt x="82787" y="162801"/>
                </a:cubicBezTo>
                <a:cubicBezTo>
                  <a:pt x="90029" y="162801"/>
                  <a:pt x="96037" y="156978"/>
                  <a:pt x="96037" y="149780"/>
                </a:cubicBezTo>
                <a:lnTo>
                  <a:pt x="96037" y="144766"/>
                </a:lnTo>
                <a:cubicBezTo>
                  <a:pt x="96037" y="139428"/>
                  <a:pt x="99328" y="134576"/>
                  <a:pt x="104348" y="132554"/>
                </a:cubicBezTo>
                <a:cubicBezTo>
                  <a:pt x="109368" y="130532"/>
                  <a:pt x="115211" y="131664"/>
                  <a:pt x="118996" y="135384"/>
                </a:cubicBezTo>
                <a:lnTo>
                  <a:pt x="122617" y="138943"/>
                </a:lnTo>
                <a:cubicBezTo>
                  <a:pt x="127802" y="144038"/>
                  <a:pt x="136196" y="144038"/>
                  <a:pt x="141380" y="138943"/>
                </a:cubicBezTo>
                <a:cubicBezTo>
                  <a:pt x="146565" y="133929"/>
                  <a:pt x="146565" y="125598"/>
                  <a:pt x="141380" y="120584"/>
                </a:cubicBezTo>
                <a:lnTo>
                  <a:pt x="137759" y="117026"/>
                </a:lnTo>
                <a:cubicBezTo>
                  <a:pt x="133892" y="113224"/>
                  <a:pt x="132739" y="107563"/>
                  <a:pt x="134879" y="102630"/>
                </a:cubicBezTo>
                <a:cubicBezTo>
                  <a:pt x="136936" y="97697"/>
                  <a:pt x="141792" y="94462"/>
                  <a:pt x="147223" y="94462"/>
                </a:cubicBezTo>
                <a:lnTo>
                  <a:pt x="152408" y="94462"/>
                </a:lnTo>
                <a:cubicBezTo>
                  <a:pt x="159649" y="94462"/>
                  <a:pt x="165657" y="88639"/>
                  <a:pt x="165657" y="81441"/>
                </a:cubicBezTo>
                <a:cubicBezTo>
                  <a:pt x="165657" y="74243"/>
                  <a:pt x="159649" y="68420"/>
                  <a:pt x="152408" y="68420"/>
                </a:cubicBezTo>
                <a:close/>
              </a:path>
            </a:pathLst>
          </a:custGeom>
          <a:noFill/>
          <a:ln w="9525" cap="flat">
            <a:solidFill>
              <a:schemeClr val="bg1"/>
            </a:solidFill>
            <a:prstDash val="solid"/>
            <a:miter/>
          </a:ln>
        </p:spPr>
        <p:txBody>
          <a:bodyPr rtlCol="0" anchor="ctr"/>
          <a:lstStyle/>
          <a:p>
            <a:pPr marL="0" marR="0" lvl="0" indent="0" algn="l" defTabSz="2286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chemeClr val="bg1"/>
              </a:solidFill>
              <a:effectLst/>
              <a:uLnTx/>
              <a:uFillTx/>
              <a:latin typeface="Aktiv Grotesk"/>
              <a:ea typeface="+mn-ea"/>
              <a:cs typeface="+mn-cs"/>
            </a:endParaRPr>
          </a:p>
        </p:txBody>
      </p:sp>
      <p:sp>
        <p:nvSpPr>
          <p:cNvPr id="80" name="Text Placeholder 35">
            <a:extLst>
              <a:ext uri="{FF2B5EF4-FFF2-40B4-BE49-F238E27FC236}">
                <a16:creationId xmlns:a16="http://schemas.microsoft.com/office/drawing/2014/main" id="{A64089FB-FDEE-9CBC-CAA5-E73691B3AF7C}"/>
              </a:ext>
            </a:extLst>
          </p:cNvPr>
          <p:cNvSpPr txBox="1">
            <a:spLocks/>
          </p:cNvSpPr>
          <p:nvPr/>
        </p:nvSpPr>
        <p:spPr>
          <a:xfrm>
            <a:off x="901625" y="2356855"/>
            <a:ext cx="674682" cy="320088"/>
          </a:xfrm>
          <a:prstGeom prst="rect">
            <a:avLst/>
          </a:prstGeom>
          <a:noFill/>
        </p:spPr>
        <p:txBody>
          <a:bodyPr vert="horz" wrap="square" lIns="0" tIns="0" rIns="0" bIns="0" rtlCol="0">
            <a:spAutoFit/>
          </a:bodyPr>
          <a:lstStyle>
            <a:lvl1pPr marL="0" marR="0" indent="0" algn="l" defTabSz="914400" rtl="0" eaLnBrk="1" fontAlgn="base" latinLnBrk="0" hangingPunct="1">
              <a:lnSpc>
                <a:spcPct val="100000"/>
              </a:lnSpc>
              <a:spcBef>
                <a:spcPts val="0"/>
              </a:spcBef>
              <a:spcAft>
                <a:spcPts val="700"/>
              </a:spcAft>
              <a:buClr>
                <a:srgbClr val="EB0000"/>
              </a:buClr>
              <a:buSzTx/>
              <a:buFont typeface="Aktiv Grotesk" panose="020B0604020202020204" pitchFamily="34" charset="0"/>
              <a:buNone/>
              <a:tabLst/>
              <a:defRPr lang="en-US" sz="1900" kern="1200" dirty="0">
                <a:ln w="3175">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ktiv Grotesk"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ktiv Grotesk"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80000"/>
              </a:lnSpc>
              <a:spcBef>
                <a:spcPts val="0"/>
              </a:spcBef>
              <a:spcAft>
                <a:spcPts val="0"/>
              </a:spcAft>
              <a:buClr>
                <a:srgbClr val="EB0000"/>
              </a:buClr>
              <a:buSzTx/>
              <a:buFont typeface="Aktiv Grotesk" panose="020B0604020202020204" pitchFamily="34" charset="0"/>
              <a:buNone/>
              <a:tabLst/>
              <a:defRPr/>
            </a:pPr>
            <a:r>
              <a:rPr kumimoji="0" lang="en-US" sz="1300" b="0" i="0" u="none" strike="noStrike" kern="1200" cap="none" spc="0" normalizeH="0" baseline="0" noProof="0">
                <a:ln w="3175">
                  <a:noFill/>
                </a:ln>
                <a:solidFill>
                  <a:schemeClr val="bg1"/>
                </a:solidFill>
                <a:effectLst/>
                <a:uLnTx/>
                <a:uFillTx/>
                <a:latin typeface="Aktiv Grotesk" panose="020B0604020202020204" pitchFamily="34" charset="0"/>
                <a:ea typeface="+mn-ea"/>
                <a:cs typeface="Aktiv Grotesk" panose="020B0604020202020204" pitchFamily="34" charset="0"/>
              </a:rPr>
              <a:t>Cloud</a:t>
            </a:r>
          </a:p>
          <a:p>
            <a:pPr marL="0" marR="0" lvl="0" indent="0" algn="l" defTabSz="914400" rtl="0" eaLnBrk="1" fontAlgn="base" latinLnBrk="0" hangingPunct="1">
              <a:lnSpc>
                <a:spcPct val="80000"/>
              </a:lnSpc>
              <a:spcBef>
                <a:spcPts val="0"/>
              </a:spcBef>
              <a:spcAft>
                <a:spcPts val="0"/>
              </a:spcAft>
              <a:buClr>
                <a:srgbClr val="EB0000"/>
              </a:buClr>
              <a:buSzTx/>
              <a:buFont typeface="Aktiv Grotesk" panose="020B0604020202020204" pitchFamily="34" charset="0"/>
              <a:buNone/>
              <a:tabLst/>
              <a:defRPr/>
            </a:pPr>
            <a:r>
              <a:rPr kumimoji="0" lang="en-US" sz="1300" b="0" i="0" u="none" strike="noStrike" kern="1200" cap="none" spc="0" normalizeH="0" baseline="0" noProof="0">
                <a:ln w="3175">
                  <a:noFill/>
                </a:ln>
                <a:solidFill>
                  <a:schemeClr val="bg1"/>
                </a:solidFill>
                <a:effectLst/>
                <a:uLnTx/>
                <a:uFillTx/>
                <a:latin typeface="Aktiv Grotesk" panose="020B0604020202020204" pitchFamily="34" charset="0"/>
                <a:ea typeface="+mn-ea"/>
                <a:cs typeface="Aktiv Grotesk" panose="020B0604020202020204" pitchFamily="34" charset="0"/>
              </a:rPr>
              <a:t>apps</a:t>
            </a:r>
          </a:p>
        </p:txBody>
      </p:sp>
      <p:grpSp>
        <p:nvGrpSpPr>
          <p:cNvPr id="90" name="Group 89">
            <a:extLst>
              <a:ext uri="{FF2B5EF4-FFF2-40B4-BE49-F238E27FC236}">
                <a16:creationId xmlns:a16="http://schemas.microsoft.com/office/drawing/2014/main" id="{EC2EEFAA-315A-1F8A-A047-793397FDD0E9}"/>
              </a:ext>
            </a:extLst>
          </p:cNvPr>
          <p:cNvGrpSpPr/>
          <p:nvPr/>
        </p:nvGrpSpPr>
        <p:grpSpPr>
          <a:xfrm>
            <a:off x="1719478" y="2427969"/>
            <a:ext cx="86913" cy="2742140"/>
            <a:chOff x="3208035" y="2141380"/>
            <a:chExt cx="86913" cy="2742140"/>
          </a:xfrm>
        </p:grpSpPr>
        <p:sp>
          <p:nvSpPr>
            <p:cNvPr id="95" name="Triangle 94">
              <a:extLst>
                <a:ext uri="{FF2B5EF4-FFF2-40B4-BE49-F238E27FC236}">
                  <a16:creationId xmlns:a16="http://schemas.microsoft.com/office/drawing/2014/main" id="{1F08FEE4-B746-78A5-C34E-2208EEF9B10F}"/>
                </a:ext>
              </a:extLst>
            </p:cNvPr>
            <p:cNvSpPr>
              <a:spLocks noChangeAspect="1"/>
            </p:cNvSpPr>
            <p:nvPr/>
          </p:nvSpPr>
          <p:spPr>
            <a:xfrm rot="5400000">
              <a:off x="3182912" y="2166503"/>
              <a:ext cx="137160" cy="86913"/>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Aktiv Grotesk"/>
                <a:ea typeface="+mn-ea"/>
                <a:cs typeface="+mn-cs"/>
              </a:endParaRPr>
            </a:p>
          </p:txBody>
        </p:sp>
        <p:sp>
          <p:nvSpPr>
            <p:cNvPr id="96" name="Triangle 95">
              <a:extLst>
                <a:ext uri="{FF2B5EF4-FFF2-40B4-BE49-F238E27FC236}">
                  <a16:creationId xmlns:a16="http://schemas.microsoft.com/office/drawing/2014/main" id="{3A941BF5-2012-5F7A-006B-9E6E4EB387D5}"/>
                </a:ext>
              </a:extLst>
            </p:cNvPr>
            <p:cNvSpPr>
              <a:spLocks noChangeAspect="1"/>
            </p:cNvSpPr>
            <p:nvPr/>
          </p:nvSpPr>
          <p:spPr>
            <a:xfrm rot="5400000">
              <a:off x="3182912" y="3027741"/>
              <a:ext cx="137160" cy="86913"/>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Aktiv Grotesk"/>
                <a:ea typeface="+mn-ea"/>
                <a:cs typeface="+mn-cs"/>
              </a:endParaRPr>
            </a:p>
          </p:txBody>
        </p:sp>
        <p:sp>
          <p:nvSpPr>
            <p:cNvPr id="98" name="Triangle 97">
              <a:extLst>
                <a:ext uri="{FF2B5EF4-FFF2-40B4-BE49-F238E27FC236}">
                  <a16:creationId xmlns:a16="http://schemas.microsoft.com/office/drawing/2014/main" id="{C284AB75-478F-10FF-8543-88D39D151912}"/>
                </a:ext>
              </a:extLst>
            </p:cNvPr>
            <p:cNvSpPr>
              <a:spLocks noChangeAspect="1"/>
            </p:cNvSpPr>
            <p:nvPr/>
          </p:nvSpPr>
          <p:spPr>
            <a:xfrm rot="5400000">
              <a:off x="3182912" y="3899612"/>
              <a:ext cx="137160" cy="86913"/>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Aktiv Grotesk"/>
                <a:ea typeface="+mn-ea"/>
                <a:cs typeface="+mn-cs"/>
              </a:endParaRPr>
            </a:p>
          </p:txBody>
        </p:sp>
        <p:sp>
          <p:nvSpPr>
            <p:cNvPr id="99" name="Triangle 98">
              <a:extLst>
                <a:ext uri="{FF2B5EF4-FFF2-40B4-BE49-F238E27FC236}">
                  <a16:creationId xmlns:a16="http://schemas.microsoft.com/office/drawing/2014/main" id="{9061881F-3B2B-D751-2C04-307B9E247122}"/>
                </a:ext>
              </a:extLst>
            </p:cNvPr>
            <p:cNvSpPr>
              <a:spLocks noChangeAspect="1"/>
            </p:cNvSpPr>
            <p:nvPr/>
          </p:nvSpPr>
          <p:spPr>
            <a:xfrm rot="5400000">
              <a:off x="3182912" y="4771483"/>
              <a:ext cx="137160" cy="86913"/>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Aktiv Grotesk"/>
                <a:ea typeface="+mn-ea"/>
                <a:cs typeface="+mn-cs"/>
              </a:endParaRPr>
            </a:p>
          </p:txBody>
        </p:sp>
      </p:grpSp>
      <p:sp>
        <p:nvSpPr>
          <p:cNvPr id="100" name="Triangle 99">
            <a:extLst>
              <a:ext uri="{FF2B5EF4-FFF2-40B4-BE49-F238E27FC236}">
                <a16:creationId xmlns:a16="http://schemas.microsoft.com/office/drawing/2014/main" id="{793D49FF-5B55-869C-4078-B7ABF0D87985}"/>
              </a:ext>
            </a:extLst>
          </p:cNvPr>
          <p:cNvSpPr>
            <a:spLocks noChangeAspect="1"/>
          </p:cNvSpPr>
          <p:nvPr/>
        </p:nvSpPr>
        <p:spPr>
          <a:xfrm rot="5400000">
            <a:off x="8222596" y="3734465"/>
            <a:ext cx="137160" cy="86913"/>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a:ln>
                <a:noFill/>
              </a:ln>
              <a:solidFill>
                <a:prstClr val="white"/>
              </a:solidFill>
              <a:effectLst/>
              <a:uLnTx/>
              <a:uFillTx/>
              <a:latin typeface="Aktiv Grotesk"/>
              <a:ea typeface="+mn-ea"/>
              <a:cs typeface="+mn-cs"/>
            </a:endParaRPr>
          </a:p>
        </p:txBody>
      </p:sp>
      <p:cxnSp>
        <p:nvCxnSpPr>
          <p:cNvPr id="19" name="Straight Connector 18">
            <a:extLst>
              <a:ext uri="{FF2B5EF4-FFF2-40B4-BE49-F238E27FC236}">
                <a16:creationId xmlns:a16="http://schemas.microsoft.com/office/drawing/2014/main" id="{8938337C-4C69-BD1B-E0FA-CDE466B61209}"/>
              </a:ext>
            </a:extLst>
          </p:cNvPr>
          <p:cNvCxnSpPr>
            <a:cxnSpLocks/>
          </p:cNvCxnSpPr>
          <p:nvPr/>
        </p:nvCxnSpPr>
        <p:spPr>
          <a:xfrm>
            <a:off x="8334633" y="4224215"/>
            <a:ext cx="3247560" cy="0"/>
          </a:xfrm>
          <a:prstGeom prst="line">
            <a:avLst/>
          </a:prstGeom>
          <a:ln w="25400">
            <a:solidFill>
              <a:schemeClr val="accent1">
                <a:lumMod val="75000"/>
              </a:schemeClr>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3BA8A24-DEEC-90F3-E1B3-11FE6B9CF423}"/>
              </a:ext>
            </a:extLst>
          </p:cNvPr>
          <p:cNvCxnSpPr>
            <a:cxnSpLocks/>
            <a:endCxn id="25" idx="2"/>
          </p:cNvCxnSpPr>
          <p:nvPr/>
        </p:nvCxnSpPr>
        <p:spPr>
          <a:xfrm>
            <a:off x="9157634" y="4088099"/>
            <a:ext cx="17701" cy="1340175"/>
          </a:xfrm>
          <a:prstGeom prst="line">
            <a:avLst/>
          </a:prstGeom>
          <a:ln w="254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ounded Rectangle 12">
            <a:extLst>
              <a:ext uri="{FF2B5EF4-FFF2-40B4-BE49-F238E27FC236}">
                <a16:creationId xmlns:a16="http://schemas.microsoft.com/office/drawing/2014/main" id="{503DD117-DC70-4D7F-E986-2FF03F4DD001}"/>
              </a:ext>
            </a:extLst>
          </p:cNvPr>
          <p:cNvSpPr/>
          <p:nvPr/>
        </p:nvSpPr>
        <p:spPr>
          <a:xfrm>
            <a:off x="9953749" y="2177721"/>
            <a:ext cx="1371600" cy="3250552"/>
          </a:xfrm>
          <a:prstGeom prst="roundRect">
            <a:avLst>
              <a:gd name="adj" fmla="val 0"/>
            </a:avLst>
          </a:prstGeom>
          <a:gradFill>
            <a:gsLst>
              <a:gs pos="0">
                <a:schemeClr val="accent6"/>
              </a:gs>
              <a:gs pos="100000">
                <a:schemeClr val="tx2"/>
              </a:gs>
              <a:gs pos="33000">
                <a:schemeClr val="accent4"/>
              </a:gs>
              <a:gs pos="66000">
                <a:srgbClr val="95098A"/>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nchorCtr="0">
            <a:noAutofit/>
          </a:bodyPr>
          <a:lstStyle/>
          <a:p>
            <a:pPr marL="60325" marR="0" lvl="0" indent="0" algn="ctr" defTabSz="228600" rtl="0" eaLnBrk="1" fontAlgn="auto" latinLnBrk="0" hangingPunct="1">
              <a:lnSpc>
                <a:spcPct val="100000"/>
              </a:lnSpc>
              <a:spcBef>
                <a:spcPts val="0"/>
              </a:spcBef>
              <a:spcAft>
                <a:spcPts val="0"/>
              </a:spcAft>
              <a:buClrTx/>
              <a:buSzTx/>
              <a:buFontTx/>
              <a:buNone/>
              <a:tabLst/>
              <a:defRPr/>
            </a:pPr>
            <a:r>
              <a:rPr kumimoji="0" lang="en-US" sz="900" b="1" i="0" u="none" strike="noStrike" kern="1000" cap="none" spc="0" normalizeH="0" baseline="0" noProof="0">
                <a:ln>
                  <a:noFill/>
                </a:ln>
                <a:solidFill>
                  <a:prstClr val="white"/>
                </a:solidFill>
                <a:effectLst/>
                <a:uLnTx/>
                <a:uFillTx/>
                <a:latin typeface="Aktiv Grotesk"/>
                <a:ea typeface="+mn-ea"/>
                <a:cs typeface="+mn-cs"/>
              </a:rPr>
              <a:t>Multicloud Engineering &amp; Optimization</a:t>
            </a:r>
          </a:p>
        </p:txBody>
      </p:sp>
      <p:sp>
        <p:nvSpPr>
          <p:cNvPr id="14" name="Rounded Rectangle 13">
            <a:extLst>
              <a:ext uri="{FF2B5EF4-FFF2-40B4-BE49-F238E27FC236}">
                <a16:creationId xmlns:a16="http://schemas.microsoft.com/office/drawing/2014/main" id="{72D67F20-D5B0-8BC7-FF28-2D13BA6781C9}"/>
              </a:ext>
            </a:extLst>
          </p:cNvPr>
          <p:cNvSpPr/>
          <p:nvPr/>
        </p:nvSpPr>
        <p:spPr>
          <a:xfrm>
            <a:off x="8489535" y="3916162"/>
            <a:ext cx="1371600" cy="64008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nchorCtr="0">
            <a:noAutofit/>
          </a:bodyPr>
          <a:lstStyle/>
          <a:p>
            <a:pPr marL="60325" marR="0" lvl="0" indent="0" algn="ctr" defTabSz="228600" rtl="0" eaLnBrk="1" fontAlgn="auto" latinLnBrk="0" hangingPunct="1">
              <a:lnSpc>
                <a:spcPct val="100000"/>
              </a:lnSpc>
              <a:spcBef>
                <a:spcPts val="0"/>
              </a:spcBef>
              <a:spcAft>
                <a:spcPts val="0"/>
              </a:spcAft>
              <a:buClrTx/>
              <a:buSzTx/>
              <a:buFontTx/>
              <a:buNone/>
              <a:tabLst/>
              <a:defRPr/>
            </a:pPr>
            <a:r>
              <a:rPr kumimoji="0" lang="en-US" sz="900" b="1" i="0" u="none" strike="noStrike" kern="1000" cap="none" spc="0" normalizeH="0" baseline="0" noProof="0">
                <a:ln>
                  <a:noFill/>
                </a:ln>
                <a:solidFill>
                  <a:prstClr val="white"/>
                </a:solidFill>
                <a:effectLst/>
                <a:uLnTx/>
                <a:uFillTx/>
                <a:latin typeface="Aktiv Grotesk"/>
                <a:ea typeface="+mn-ea"/>
                <a:cs typeface="+mn-cs"/>
              </a:rPr>
              <a:t>Modern Operations</a:t>
            </a:r>
          </a:p>
        </p:txBody>
      </p:sp>
      <p:sp>
        <p:nvSpPr>
          <p:cNvPr id="25" name="Rounded Rectangle 24">
            <a:extLst>
              <a:ext uri="{FF2B5EF4-FFF2-40B4-BE49-F238E27FC236}">
                <a16:creationId xmlns:a16="http://schemas.microsoft.com/office/drawing/2014/main" id="{7211D910-01B6-AA00-70EE-45C7C2144AA9}"/>
              </a:ext>
            </a:extLst>
          </p:cNvPr>
          <p:cNvSpPr/>
          <p:nvPr/>
        </p:nvSpPr>
        <p:spPr>
          <a:xfrm>
            <a:off x="8489535" y="4788194"/>
            <a:ext cx="1371600" cy="640080"/>
          </a:xfrm>
          <a:prstGeom prst="roundRect">
            <a:avLst>
              <a:gd name="adj"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91440" rIns="91440" bIns="91440" rtlCol="0" anchor="ctr" anchorCtr="0">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900" b="1" i="0" u="none" strike="noStrike" kern="1000" cap="none" spc="0" normalizeH="0" baseline="0" noProof="0">
                <a:ln>
                  <a:noFill/>
                </a:ln>
                <a:solidFill>
                  <a:prstClr val="white"/>
                </a:solidFill>
                <a:effectLst/>
                <a:uLnTx/>
                <a:uFillTx/>
                <a:latin typeface="Aktiv Grotesk"/>
                <a:ea typeface="+mn-ea"/>
                <a:cs typeface="+mn-cs"/>
              </a:rPr>
              <a:t>Detection &amp; Response</a:t>
            </a:r>
          </a:p>
        </p:txBody>
      </p:sp>
      <p:pic>
        <p:nvPicPr>
          <p:cNvPr id="140" name="Picture 139" descr="image.png"/>
          <p:cNvPicPr>
            <a:picLocks noChangeAspect="1"/>
          </p:cNvPicPr>
          <p:nvPr/>
        </p:nvPicPr>
        <p:blipFill>
          <a:blip r:embed="rId6"/>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2567574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DE609D-71B9-3C9F-885A-3A1E368C215F}"/>
              </a:ext>
            </a:extLst>
          </p:cNvPr>
          <p:cNvSpPr>
            <a:spLocks noGrp="1"/>
          </p:cNvSpPr>
          <p:nvPr>
            <p:ph type="sldNum" sz="quarter" idx="11"/>
          </p:nvPr>
        </p:nvSpPr>
        <p:spPr/>
        <p:txBody>
          <a:bodyPr/>
          <a:lstStyle/>
          <a:p>
            <a:fld id="{762E77F0-FB5B-4E8E-9BC9-34F14560A017}" type="slidenum">
              <a:rPr lang="en-US" smtClean="0"/>
              <a:pPr/>
              <a:t>14</a:t>
            </a:fld>
            <a:endParaRPr lang="en-US"/>
          </a:p>
        </p:txBody>
      </p:sp>
      <p:graphicFrame>
        <p:nvGraphicFramePr>
          <p:cNvPr id="4" name="Diagram 3">
            <a:extLst>
              <a:ext uri="{FF2B5EF4-FFF2-40B4-BE49-F238E27FC236}">
                <a16:creationId xmlns:a16="http://schemas.microsoft.com/office/drawing/2014/main" id="{8F96C559-B1C4-D6C4-35F0-07A8D261FF0B}"/>
              </a:ext>
            </a:extLst>
          </p:cNvPr>
          <p:cNvGraphicFramePr/>
          <p:nvPr>
            <p:extLst>
              <p:ext uri="{D42A27DB-BD31-4B8C-83A1-F6EECF244321}">
                <p14:modId xmlns:p14="http://schemas.microsoft.com/office/powerpoint/2010/main" val="3706043136"/>
              </p:ext>
            </p:extLst>
          </p:nvPr>
        </p:nvGraphicFramePr>
        <p:xfrm>
          <a:off x="1353313" y="1371600"/>
          <a:ext cx="10465490" cy="50566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4CE37D0D-6070-FC1B-AEC4-B8114DD14380}"/>
              </a:ext>
            </a:extLst>
          </p:cNvPr>
          <p:cNvSpPr txBox="1"/>
          <p:nvPr/>
        </p:nvSpPr>
        <p:spPr>
          <a:xfrm>
            <a:off x="5742432" y="3602736"/>
            <a:ext cx="2146742" cy="369332"/>
          </a:xfrm>
          <a:prstGeom prst="rect">
            <a:avLst/>
          </a:prstGeom>
          <a:noFill/>
        </p:spPr>
        <p:txBody>
          <a:bodyPr wrap="none" rtlCol="0">
            <a:spAutoFit/>
          </a:bodyPr>
          <a:lstStyle/>
          <a:p>
            <a:pPr algn="l"/>
            <a:r>
              <a:rPr lang="en-US" sz="1800" b="1"/>
              <a:t>Business Priority </a:t>
            </a:r>
            <a:endParaRPr lang="en-GB" sz="1800" b="1" err="1"/>
          </a:p>
        </p:txBody>
      </p:sp>
      <p:sp>
        <p:nvSpPr>
          <p:cNvPr id="7" name="TextBox 6">
            <a:extLst>
              <a:ext uri="{FF2B5EF4-FFF2-40B4-BE49-F238E27FC236}">
                <a16:creationId xmlns:a16="http://schemas.microsoft.com/office/drawing/2014/main" id="{3E19305E-7C15-B7CD-0595-83EB5282C088}"/>
              </a:ext>
            </a:extLst>
          </p:cNvPr>
          <p:cNvSpPr txBox="1"/>
          <p:nvPr/>
        </p:nvSpPr>
        <p:spPr>
          <a:xfrm>
            <a:off x="253838" y="245102"/>
            <a:ext cx="6332220" cy="369332"/>
          </a:xfrm>
          <a:prstGeom prst="rect">
            <a:avLst/>
          </a:prstGeom>
          <a:noFill/>
        </p:spPr>
        <p:txBody>
          <a:bodyPr wrap="square">
            <a:spAutoFit/>
          </a:bodyPr>
          <a:lstStyle/>
          <a:p>
            <a:pPr algn="l"/>
            <a:r>
              <a:rPr lang="en-US" sz="1800">
                <a:solidFill>
                  <a:schemeClr val="bg1"/>
                </a:solidFill>
              </a:rPr>
              <a:t>Cloud Continual Service Improvement Flywheel </a:t>
            </a:r>
            <a:endParaRPr lang="en-GB" sz="2000" err="1">
              <a:solidFill>
                <a:schemeClr val="bg1"/>
              </a:solidFill>
            </a:endParaRPr>
          </a:p>
        </p:txBody>
      </p:sp>
      <p:pic>
        <p:nvPicPr>
          <p:cNvPr id="8" name="Picture 7" descr="image.png"/>
          <p:cNvPicPr>
            <a:picLocks noChangeAspect="1"/>
          </p:cNvPicPr>
          <p:nvPr/>
        </p:nvPicPr>
        <p:blipFill>
          <a:blip r:embed="rId7"/>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20471785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652EABB5-A975-4085-9F93-B68058B75AC3}"/>
              </a:ext>
            </a:extLst>
          </p:cNvPr>
          <p:cNvGraphicFramePr>
            <a:graphicFrameLocks noChangeAspect="1"/>
          </p:cNvGraphicFramePr>
          <p:nvPr>
            <p:custDataLst>
              <p:tags r:id="rId1"/>
            </p:custData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11" imgW="395" imgH="394" progId="TCLayout.ActiveDocument.1">
                  <p:embed/>
                </p:oleObj>
              </mc:Choice>
              <mc:Fallback>
                <p:oleObj name="think-cell Slide" r:id="rId11" imgW="395" imgH="394" progId="TCLayout.ActiveDocument.1">
                  <p:embed/>
                  <p:pic>
                    <p:nvPicPr>
                      <p:cNvPr id="6" name="Object 5" hidden="1">
                        <a:extLst>
                          <a:ext uri="{FF2B5EF4-FFF2-40B4-BE49-F238E27FC236}">
                            <a16:creationId xmlns:a16="http://schemas.microsoft.com/office/drawing/2014/main" id="{652EABB5-A975-4085-9F93-B68058B75AC3}"/>
                          </a:ext>
                        </a:extLst>
                      </p:cNvPr>
                      <p:cNvPicPr/>
                      <p:nvPr/>
                    </p:nvPicPr>
                    <p:blipFill>
                      <a:blip r:embed="rId12"/>
                      <a:stretch>
                        <a:fillRect/>
                      </a:stretch>
                    </p:blipFill>
                    <p:spPr>
                      <a:xfrm>
                        <a:off x="3176" y="1588"/>
                        <a:ext cx="1588" cy="1588"/>
                      </a:xfrm>
                      <a:prstGeom prst="rect">
                        <a:avLst/>
                      </a:prstGeom>
                    </p:spPr>
                  </p:pic>
                </p:oleObj>
              </mc:Fallback>
            </mc:AlternateContent>
          </a:graphicData>
        </a:graphic>
      </p:graphicFrame>
      <p:sp>
        <p:nvSpPr>
          <p:cNvPr id="4" name="2. Slide Title">
            <a:extLst>
              <a:ext uri="{FF2B5EF4-FFF2-40B4-BE49-F238E27FC236}">
                <a16:creationId xmlns:a16="http://schemas.microsoft.com/office/drawing/2014/main" id="{189B8C28-09BF-45CE-B1FD-9E1C902AFBFD}"/>
              </a:ext>
            </a:extLst>
          </p:cNvPr>
          <p:cNvSpPr>
            <a:spLocks noGrp="1"/>
          </p:cNvSpPr>
          <p:nvPr>
            <p:ph type="title"/>
            <p:custDataLst>
              <p:tags r:id="rId2"/>
            </p:custDataLst>
          </p:nvPr>
        </p:nvSpPr>
        <p:spPr>
          <a:noFill/>
          <a:ln>
            <a:noFill/>
          </a:ln>
          <a:extLst>
            <a:ext uri="{909E8E84-426E-40DD-AFC4-6F175D3DCCD1}">
              <a14:hiddenFill xmlns:a14="http://schemas.microsoft.com/office/drawing/2010/main">
                <a:solidFill>
                  <a:srgbClr val="FFFFFF"/>
                </a:solidFill>
              </a14:hiddenFill>
            </a:ext>
          </a:extLst>
        </p:spPr>
        <p:txBody>
          <a:bodyPr vert="horz" wrap="square" anchor="t" anchorCtr="0">
            <a:spAutoFit/>
          </a:bodyPr>
          <a:lstStyle/>
          <a:p>
            <a:r>
              <a:rPr lang="en-US"/>
              <a:t>Our cloud strategy solution offerings can be tailored to your needs</a:t>
            </a:r>
          </a:p>
        </p:txBody>
      </p:sp>
      <p:cxnSp>
        <p:nvCxnSpPr>
          <p:cNvPr id="62" name="LineContentSeparatorDefault 121">
            <a:extLst>
              <a:ext uri="{FF2B5EF4-FFF2-40B4-BE49-F238E27FC236}">
                <a16:creationId xmlns:a16="http://schemas.microsoft.com/office/drawing/2014/main" id="{01C3A8EC-734D-40C3-98CD-7C69B2094703}"/>
              </a:ext>
            </a:extLst>
          </p:cNvPr>
          <p:cNvCxnSpPr>
            <a:cxnSpLocks/>
          </p:cNvCxnSpPr>
          <p:nvPr>
            <p:custDataLst>
              <p:tags r:id="rId3"/>
            </p:custDataLst>
          </p:nvPr>
        </p:nvCxnSpPr>
        <p:spPr>
          <a:xfrm>
            <a:off x="376322" y="4008456"/>
            <a:ext cx="11421575" cy="0"/>
          </a:xfrm>
          <a:prstGeom prst="straightConnector1">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86224640-992E-429A-AF55-1C8159706525}"/>
              </a:ext>
            </a:extLst>
          </p:cNvPr>
          <p:cNvSpPr txBox="1">
            <a:spLocks/>
          </p:cNvSpPr>
          <p:nvPr/>
        </p:nvSpPr>
        <p:spPr>
          <a:xfrm>
            <a:off x="335998" y="3506068"/>
            <a:ext cx="740383" cy="369332"/>
          </a:xfrm>
          <a:prstGeom prst="rect">
            <a:avLst/>
          </a:prstGeom>
        </p:spPr>
        <p:txBody>
          <a:bodyPr vert="horz" wrap="square" lIns="0" tIns="0" rIns="0" bIns="0" rtlCol="0" anchor="t" anchorCtr="0">
            <a:no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FFFFFF"/>
              </a:buClr>
              <a:buSzPct val="100000"/>
              <a:buFont typeface="Aktiv Grotesk"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Main audience</a:t>
            </a:r>
          </a:p>
        </p:txBody>
      </p:sp>
      <p:sp>
        <p:nvSpPr>
          <p:cNvPr id="56" name="TextBox 55">
            <a:extLst>
              <a:ext uri="{FF2B5EF4-FFF2-40B4-BE49-F238E27FC236}">
                <a16:creationId xmlns:a16="http://schemas.microsoft.com/office/drawing/2014/main" id="{4774A6F1-44CD-4869-8F67-A0EEC71B171B}"/>
              </a:ext>
            </a:extLst>
          </p:cNvPr>
          <p:cNvSpPr txBox="1"/>
          <p:nvPr/>
        </p:nvSpPr>
        <p:spPr>
          <a:xfrm>
            <a:off x="335998" y="4203370"/>
            <a:ext cx="740383" cy="369332"/>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FFFFFF"/>
              </a:buClr>
              <a:buSzPct val="100000"/>
              <a:buFont typeface="Aktiv Grotesk"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Key benefits</a:t>
            </a:r>
          </a:p>
        </p:txBody>
      </p:sp>
      <p:sp>
        <p:nvSpPr>
          <p:cNvPr id="55" name="TextBox 54">
            <a:extLst>
              <a:ext uri="{FF2B5EF4-FFF2-40B4-BE49-F238E27FC236}">
                <a16:creationId xmlns:a16="http://schemas.microsoft.com/office/drawing/2014/main" id="{34A45D96-6F33-4774-8412-8D0A196EC8E1}"/>
              </a:ext>
            </a:extLst>
          </p:cNvPr>
          <p:cNvSpPr txBox="1"/>
          <p:nvPr/>
        </p:nvSpPr>
        <p:spPr>
          <a:xfrm>
            <a:off x="335998" y="2232441"/>
            <a:ext cx="740383" cy="369332"/>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FFFFFF"/>
              </a:buClr>
              <a:buSzPct val="100000"/>
              <a:buFont typeface="Aktiv Grotesk"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When to </a:t>
            </a:r>
            <a:br>
              <a:rPr kumimoji="0" lang="en-US" sz="1200" b="1"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br>
            <a:r>
              <a:rPr kumimoji="0" lang="en-US" sz="1200" b="1"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use it</a:t>
            </a:r>
          </a:p>
        </p:txBody>
      </p:sp>
      <p:cxnSp>
        <p:nvCxnSpPr>
          <p:cNvPr id="72" name="LineBasicDefault 151">
            <a:extLst>
              <a:ext uri="{FF2B5EF4-FFF2-40B4-BE49-F238E27FC236}">
                <a16:creationId xmlns:a16="http://schemas.microsoft.com/office/drawing/2014/main" id="{1572F7A4-758A-4AAD-9A53-70241596298A}"/>
              </a:ext>
            </a:extLst>
          </p:cNvPr>
          <p:cNvCxnSpPr>
            <a:cxnSpLocks/>
          </p:cNvCxnSpPr>
          <p:nvPr>
            <p:custDataLst>
              <p:tags r:id="rId4"/>
            </p:custDataLst>
          </p:nvPr>
        </p:nvCxnSpPr>
        <p:spPr>
          <a:xfrm>
            <a:off x="1287403" y="1700216"/>
            <a:ext cx="2461713" cy="0"/>
          </a:xfrm>
          <a:prstGeom prst="straightConnector1">
            <a:avLst/>
          </a:prstGeom>
          <a:ln w="63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B545BC32-DEA5-45AC-AF78-9AE8A55CC4F2}"/>
              </a:ext>
            </a:extLst>
          </p:cNvPr>
          <p:cNvSpPr txBox="1"/>
          <p:nvPr/>
        </p:nvSpPr>
        <p:spPr>
          <a:xfrm>
            <a:off x="1403448" y="1828084"/>
            <a:ext cx="2469870" cy="215444"/>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FFFFFF"/>
              </a:buClr>
              <a:buSzPct val="100000"/>
              <a:buFont typeface="Aktiv Grotesk"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Cloud Advisory workshop </a:t>
            </a:r>
          </a:p>
        </p:txBody>
      </p:sp>
      <p:sp>
        <p:nvSpPr>
          <p:cNvPr id="66" name="TextBox 65">
            <a:extLst>
              <a:ext uri="{FF2B5EF4-FFF2-40B4-BE49-F238E27FC236}">
                <a16:creationId xmlns:a16="http://schemas.microsoft.com/office/drawing/2014/main" id="{22A136E2-9216-4D38-AFA7-52DADDD73EB9}"/>
              </a:ext>
            </a:extLst>
          </p:cNvPr>
          <p:cNvSpPr txBox="1">
            <a:spLocks/>
          </p:cNvSpPr>
          <p:nvPr/>
        </p:nvSpPr>
        <p:spPr>
          <a:xfrm>
            <a:off x="1411605" y="3609339"/>
            <a:ext cx="2461713" cy="161583"/>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FFFFFF"/>
              </a:buClr>
              <a:buSzPct val="100000"/>
              <a:buFont typeface="Aktiv Grotesk" panose="020B0502040204020203"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Executive Stakeholders</a:t>
            </a:r>
          </a:p>
        </p:txBody>
      </p:sp>
      <p:sp>
        <p:nvSpPr>
          <p:cNvPr id="63" name="TextBox 62">
            <a:extLst>
              <a:ext uri="{FF2B5EF4-FFF2-40B4-BE49-F238E27FC236}">
                <a16:creationId xmlns:a16="http://schemas.microsoft.com/office/drawing/2014/main" id="{97A49C81-AE8C-4402-AB5E-9BCCB31807D1}"/>
              </a:ext>
            </a:extLst>
          </p:cNvPr>
          <p:cNvSpPr txBox="1">
            <a:spLocks/>
          </p:cNvSpPr>
          <p:nvPr/>
        </p:nvSpPr>
        <p:spPr>
          <a:xfrm>
            <a:off x="1411605" y="2232443"/>
            <a:ext cx="2461713" cy="868846"/>
          </a:xfrm>
          <a:prstGeom prst="rect">
            <a:avLst/>
          </a:prstGeom>
        </p:spPr>
        <p:txBody>
          <a:bodyPr vert="horz" wrap="square" lIns="0" tIns="0" rIns="0" bIns="0" rtlCol="0" anchor="t" anchorCtr="0">
            <a:no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000000"/>
              </a:buClr>
              <a:buSzPct val="100000"/>
              <a:buFont typeface="Aktiv Grotesk" panose="020B0502040204020203"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panose="020B0604020202020204" pitchFamily="34" charset="0"/>
                <a:ea typeface="+mn-ea"/>
                <a:cs typeface="Aktiv Grotesk" panose="020B0604020202020204" pitchFamily="34" charset="0"/>
                <a:sym typeface="Aktiv Grotesk" panose="020B0604020202020204" pitchFamily="34" charset="0"/>
              </a:rPr>
              <a:t>Learn how leading organizations are making shifts across technology, process, and people to drive business solutions using the Public Cloud</a:t>
            </a:r>
          </a:p>
        </p:txBody>
      </p:sp>
      <p:cxnSp>
        <p:nvCxnSpPr>
          <p:cNvPr id="83" name="LineBasicDefault 151">
            <a:extLst>
              <a:ext uri="{FF2B5EF4-FFF2-40B4-BE49-F238E27FC236}">
                <a16:creationId xmlns:a16="http://schemas.microsoft.com/office/drawing/2014/main" id="{BEF13BEF-FB59-427A-A7B7-C350FC03B003}"/>
              </a:ext>
            </a:extLst>
          </p:cNvPr>
          <p:cNvCxnSpPr>
            <a:cxnSpLocks/>
          </p:cNvCxnSpPr>
          <p:nvPr>
            <p:custDataLst>
              <p:tags r:id="rId5"/>
            </p:custDataLst>
          </p:nvPr>
        </p:nvCxnSpPr>
        <p:spPr>
          <a:xfrm>
            <a:off x="4723500" y="2132719"/>
            <a:ext cx="2461713" cy="0"/>
          </a:xfrm>
          <a:prstGeom prst="straightConnector1">
            <a:avLst/>
          </a:prstGeom>
          <a:ln w="63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C67E106F-C7BB-48C0-B8EE-3C3B7C31ADCC}"/>
              </a:ext>
            </a:extLst>
          </p:cNvPr>
          <p:cNvSpPr txBox="1"/>
          <p:nvPr/>
        </p:nvSpPr>
        <p:spPr>
          <a:xfrm>
            <a:off x="4868414" y="1828083"/>
            <a:ext cx="2888583" cy="215444"/>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FFFFFF"/>
              </a:buClr>
              <a:buSzPct val="100000"/>
              <a:buFont typeface="Aktiv Grotesk"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2. Cloud Readiness Assessment</a:t>
            </a:r>
          </a:p>
        </p:txBody>
      </p:sp>
      <p:sp>
        <p:nvSpPr>
          <p:cNvPr id="68" name="TextBox 67">
            <a:extLst>
              <a:ext uri="{FF2B5EF4-FFF2-40B4-BE49-F238E27FC236}">
                <a16:creationId xmlns:a16="http://schemas.microsoft.com/office/drawing/2014/main" id="{41645246-FC87-4F17-9203-38F068A5E602}"/>
              </a:ext>
            </a:extLst>
          </p:cNvPr>
          <p:cNvSpPr txBox="1">
            <a:spLocks/>
          </p:cNvSpPr>
          <p:nvPr/>
        </p:nvSpPr>
        <p:spPr>
          <a:xfrm>
            <a:off x="4880289" y="3642673"/>
            <a:ext cx="2461713" cy="161583"/>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FFFFFF"/>
              </a:buClr>
              <a:buSzPct val="100000"/>
              <a:buFont typeface="Aktiv Grotesk" panose="020B0502040204020203"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Business &amp; Technical stakeholders</a:t>
            </a:r>
          </a:p>
        </p:txBody>
      </p:sp>
      <p:sp>
        <p:nvSpPr>
          <p:cNvPr id="65" name="TextBox 64">
            <a:extLst>
              <a:ext uri="{FF2B5EF4-FFF2-40B4-BE49-F238E27FC236}">
                <a16:creationId xmlns:a16="http://schemas.microsoft.com/office/drawing/2014/main" id="{8F0EDDB7-5EBA-4702-B62C-52F8EEDCC185}"/>
              </a:ext>
            </a:extLst>
          </p:cNvPr>
          <p:cNvSpPr txBox="1">
            <a:spLocks/>
          </p:cNvSpPr>
          <p:nvPr/>
        </p:nvSpPr>
        <p:spPr>
          <a:xfrm>
            <a:off x="4880289" y="2265775"/>
            <a:ext cx="2461713" cy="484748"/>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000000"/>
              </a:buClr>
              <a:buSzPct val="100000"/>
              <a:buFont typeface="Aktiv Grotesk" panose="020B0502040204020203" pitchFamily="34" charset="0"/>
              <a:buChar char="​"/>
              <a:tabLst/>
              <a:defRPr/>
            </a:pPr>
            <a:r>
              <a:rPr kumimoji="0" lang="en-GB" sz="1050" b="0" i="0" u="none" strike="noStrike" kern="1200" cap="none" spc="0" normalizeH="0" baseline="0" noProof="0">
                <a:ln>
                  <a:noFill/>
                </a:ln>
                <a:solidFill>
                  <a:srgbClr val="000000"/>
                </a:solidFill>
                <a:effectLst/>
                <a:uLnTx/>
                <a:uFillTx/>
                <a:latin typeface="Aktiv Grotesk" panose="020B0604020202020204" pitchFamily="34" charset="0"/>
                <a:ea typeface="+mn-ea"/>
                <a:cs typeface="Aktiv Grotesk" panose="020B0604020202020204" pitchFamily="34" charset="0"/>
                <a:sym typeface="Aktiv Grotesk" panose="020B0604020202020204" pitchFamily="34" charset="0"/>
              </a:rPr>
              <a:t>You require a comprehensive assessment to find the right cloud platforms for your unique needs</a:t>
            </a:r>
          </a:p>
        </p:txBody>
      </p:sp>
      <p:cxnSp>
        <p:nvCxnSpPr>
          <p:cNvPr id="20" name="Straight Connector 19">
            <a:extLst>
              <a:ext uri="{FF2B5EF4-FFF2-40B4-BE49-F238E27FC236}">
                <a16:creationId xmlns:a16="http://schemas.microsoft.com/office/drawing/2014/main" id="{96C13998-23BD-4B2A-AF4D-5BEDC03F56E9}"/>
              </a:ext>
            </a:extLst>
          </p:cNvPr>
          <p:cNvCxnSpPr>
            <a:cxnSpLocks/>
          </p:cNvCxnSpPr>
          <p:nvPr/>
        </p:nvCxnSpPr>
        <p:spPr>
          <a:xfrm>
            <a:off x="1181891" y="4203371"/>
            <a:ext cx="0" cy="1246495"/>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9E3CED36-0233-49B8-AF71-5C449C16A724}"/>
              </a:ext>
            </a:extLst>
          </p:cNvPr>
          <p:cNvCxnSpPr>
            <a:cxnSpLocks/>
          </p:cNvCxnSpPr>
          <p:nvPr/>
        </p:nvCxnSpPr>
        <p:spPr>
          <a:xfrm>
            <a:off x="1181891" y="3506068"/>
            <a:ext cx="0" cy="369332"/>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7794A3D9-A29F-466D-8C76-840A90B8EB1C}"/>
              </a:ext>
            </a:extLst>
          </p:cNvPr>
          <p:cNvCxnSpPr>
            <a:cxnSpLocks/>
          </p:cNvCxnSpPr>
          <p:nvPr/>
        </p:nvCxnSpPr>
        <p:spPr>
          <a:xfrm>
            <a:off x="1181891" y="2232442"/>
            <a:ext cx="0" cy="100584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B5B2DCF-CD99-D555-1B19-CB5D1623EB93}"/>
              </a:ext>
            </a:extLst>
          </p:cNvPr>
          <p:cNvSpPr txBox="1"/>
          <p:nvPr/>
        </p:nvSpPr>
        <p:spPr>
          <a:xfrm>
            <a:off x="376322" y="1250562"/>
            <a:ext cx="1963458" cy="307777"/>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FFFFFF"/>
              </a:buClr>
              <a:buSzPct val="100000"/>
              <a:buFont typeface="Aktiv Grotesk" panose="020B0502040204020203" pitchFamily="34" charset="0"/>
              <a:buChar char="​"/>
              <a:tabLst/>
              <a:defRPr/>
            </a:pPr>
            <a:r>
              <a:rPr kumimoji="0" lang="en-US" sz="2000" b="1" i="0" u="none" strike="noStrike" kern="1200" cap="none" spc="0" normalizeH="0" baseline="0" noProof="0">
                <a:ln>
                  <a:noFill/>
                </a:ln>
                <a:solidFill>
                  <a:srgbClr val="EB0000"/>
                </a:solidFill>
                <a:effectLst/>
                <a:uLnTx/>
                <a:uFillTx/>
                <a:latin typeface="Aktiv Grotesk"/>
                <a:ea typeface="+mn-ea"/>
                <a:cs typeface="Aktiv Grotesk" panose="020B0604020202020204" pitchFamily="34" charset="0"/>
                <a:sym typeface="Aktiv Grotesk" panose="020B0604020202020204" pitchFamily="34" charset="0"/>
              </a:rPr>
              <a:t>AT A GLANCE</a:t>
            </a:r>
          </a:p>
        </p:txBody>
      </p:sp>
      <p:cxnSp>
        <p:nvCxnSpPr>
          <p:cNvPr id="2" name="LineBasicDefault 151">
            <a:extLst>
              <a:ext uri="{FF2B5EF4-FFF2-40B4-BE49-F238E27FC236}">
                <a16:creationId xmlns:a16="http://schemas.microsoft.com/office/drawing/2014/main" id="{94D0541C-811F-EC7E-61D1-6859AF64B9F1}"/>
              </a:ext>
            </a:extLst>
          </p:cNvPr>
          <p:cNvCxnSpPr>
            <a:cxnSpLocks/>
          </p:cNvCxnSpPr>
          <p:nvPr>
            <p:custDataLst>
              <p:tags r:id="rId6"/>
            </p:custDataLst>
          </p:nvPr>
        </p:nvCxnSpPr>
        <p:spPr>
          <a:xfrm>
            <a:off x="8442886" y="2123997"/>
            <a:ext cx="2461713" cy="0"/>
          </a:xfrm>
          <a:prstGeom prst="straightConnector1">
            <a:avLst/>
          </a:prstGeom>
          <a:ln w="63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84F067E-D047-7FC2-F9E1-DBBEB2A4B9D7}"/>
              </a:ext>
            </a:extLst>
          </p:cNvPr>
          <p:cNvSpPr txBox="1"/>
          <p:nvPr/>
        </p:nvSpPr>
        <p:spPr>
          <a:xfrm>
            <a:off x="8431011" y="1828083"/>
            <a:ext cx="3004925" cy="215444"/>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FFFFFF"/>
              </a:buClr>
              <a:buSzPct val="100000"/>
              <a:buFont typeface="Aktiv Grotesk"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3. Cloud Maturity Assessment</a:t>
            </a:r>
          </a:p>
        </p:txBody>
      </p:sp>
      <p:sp>
        <p:nvSpPr>
          <p:cNvPr id="7" name="TextBox 6">
            <a:extLst>
              <a:ext uri="{FF2B5EF4-FFF2-40B4-BE49-F238E27FC236}">
                <a16:creationId xmlns:a16="http://schemas.microsoft.com/office/drawing/2014/main" id="{BB3E7E0A-A26D-D496-BF39-E1630A9CD0CA}"/>
              </a:ext>
            </a:extLst>
          </p:cNvPr>
          <p:cNvSpPr txBox="1">
            <a:spLocks/>
          </p:cNvSpPr>
          <p:nvPr/>
        </p:nvSpPr>
        <p:spPr>
          <a:xfrm>
            <a:off x="8442886" y="3633951"/>
            <a:ext cx="2461713" cy="161583"/>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FFFFFF"/>
              </a:buClr>
              <a:buSzPct val="100000"/>
              <a:buFont typeface="Aktiv Grotesk" panose="020B0502040204020203"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Business &amp; Technical stakeholders</a:t>
            </a:r>
          </a:p>
        </p:txBody>
      </p:sp>
      <p:sp>
        <p:nvSpPr>
          <p:cNvPr id="9" name="TextBox 8">
            <a:extLst>
              <a:ext uri="{FF2B5EF4-FFF2-40B4-BE49-F238E27FC236}">
                <a16:creationId xmlns:a16="http://schemas.microsoft.com/office/drawing/2014/main" id="{127DBCF3-B70D-2974-78B0-B2F93C1217AC}"/>
              </a:ext>
            </a:extLst>
          </p:cNvPr>
          <p:cNvSpPr txBox="1">
            <a:spLocks/>
          </p:cNvSpPr>
          <p:nvPr/>
        </p:nvSpPr>
        <p:spPr>
          <a:xfrm>
            <a:off x="8442886" y="2257053"/>
            <a:ext cx="2461713" cy="484748"/>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000000"/>
              </a:buClr>
              <a:buSzPct val="100000"/>
              <a:buFont typeface="Aktiv Grotesk" panose="020B0502040204020203"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panose="020B0604020202020204" pitchFamily="34" charset="0"/>
                <a:ea typeface="+mn-ea"/>
                <a:cs typeface="Aktiv Grotesk" panose="020B0604020202020204" pitchFamily="34" charset="0"/>
                <a:sym typeface="Aktiv Grotesk" panose="020B0604020202020204" pitchFamily="34" charset="0"/>
              </a:rPr>
              <a:t>Become Cloud Fluent so that your business can properly leverage cloud as an enabler of innovation</a:t>
            </a:r>
          </a:p>
        </p:txBody>
      </p:sp>
      <p:cxnSp>
        <p:nvCxnSpPr>
          <p:cNvPr id="11" name="LineContentSeparatorDefault 121">
            <a:extLst>
              <a:ext uri="{FF2B5EF4-FFF2-40B4-BE49-F238E27FC236}">
                <a16:creationId xmlns:a16="http://schemas.microsoft.com/office/drawing/2014/main" id="{8AFA631E-9DE2-8780-B590-50FA2C85433C}"/>
              </a:ext>
            </a:extLst>
          </p:cNvPr>
          <p:cNvCxnSpPr>
            <a:cxnSpLocks/>
          </p:cNvCxnSpPr>
          <p:nvPr>
            <p:custDataLst>
              <p:tags r:id="rId7"/>
            </p:custDataLst>
          </p:nvPr>
        </p:nvCxnSpPr>
        <p:spPr>
          <a:xfrm>
            <a:off x="376322" y="3355313"/>
            <a:ext cx="11421575" cy="0"/>
          </a:xfrm>
          <a:prstGeom prst="straightConnector1">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 name="LineContentSeparatorDefault 121">
            <a:extLst>
              <a:ext uri="{FF2B5EF4-FFF2-40B4-BE49-F238E27FC236}">
                <a16:creationId xmlns:a16="http://schemas.microsoft.com/office/drawing/2014/main" id="{6B150F5D-5BCB-F60E-4A95-1648C73AD9E7}"/>
              </a:ext>
            </a:extLst>
          </p:cNvPr>
          <p:cNvCxnSpPr>
            <a:cxnSpLocks/>
          </p:cNvCxnSpPr>
          <p:nvPr>
            <p:custDataLst>
              <p:tags r:id="rId8"/>
            </p:custDataLst>
          </p:nvPr>
        </p:nvCxnSpPr>
        <p:spPr>
          <a:xfrm>
            <a:off x="376322" y="2088972"/>
            <a:ext cx="11421575" cy="0"/>
          </a:xfrm>
          <a:prstGeom prst="straightConnector1">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4E41D2-AA49-6C0C-4599-8028990E6F17}"/>
              </a:ext>
            </a:extLst>
          </p:cNvPr>
          <p:cNvCxnSpPr>
            <a:cxnSpLocks/>
          </p:cNvCxnSpPr>
          <p:nvPr/>
        </p:nvCxnSpPr>
        <p:spPr>
          <a:xfrm>
            <a:off x="4601985" y="4203371"/>
            <a:ext cx="0" cy="1246495"/>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5BD73CB-E02F-43A8-C1E6-0BC89210814A}"/>
              </a:ext>
            </a:extLst>
          </p:cNvPr>
          <p:cNvCxnSpPr>
            <a:cxnSpLocks/>
          </p:cNvCxnSpPr>
          <p:nvPr/>
        </p:nvCxnSpPr>
        <p:spPr>
          <a:xfrm>
            <a:off x="4601985" y="3506068"/>
            <a:ext cx="0" cy="369332"/>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1E73440-6B5B-AC15-8D71-E7287041BBD2}"/>
              </a:ext>
            </a:extLst>
          </p:cNvPr>
          <p:cNvCxnSpPr>
            <a:cxnSpLocks/>
          </p:cNvCxnSpPr>
          <p:nvPr/>
        </p:nvCxnSpPr>
        <p:spPr>
          <a:xfrm>
            <a:off x="4601985" y="2232442"/>
            <a:ext cx="0" cy="100584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7EBD935-74B1-D58F-98E2-47A4A75659B7}"/>
              </a:ext>
            </a:extLst>
          </p:cNvPr>
          <p:cNvCxnSpPr>
            <a:cxnSpLocks/>
          </p:cNvCxnSpPr>
          <p:nvPr/>
        </p:nvCxnSpPr>
        <p:spPr>
          <a:xfrm>
            <a:off x="8164582" y="4203371"/>
            <a:ext cx="0" cy="1246495"/>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86C75F-47C1-95BB-4E89-4A371774F652}"/>
              </a:ext>
            </a:extLst>
          </p:cNvPr>
          <p:cNvCxnSpPr>
            <a:cxnSpLocks/>
          </p:cNvCxnSpPr>
          <p:nvPr/>
        </p:nvCxnSpPr>
        <p:spPr>
          <a:xfrm>
            <a:off x="8164582" y="3506068"/>
            <a:ext cx="0" cy="369332"/>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BA47433-0F28-5516-9605-751212009D11}"/>
              </a:ext>
            </a:extLst>
          </p:cNvPr>
          <p:cNvCxnSpPr>
            <a:cxnSpLocks/>
          </p:cNvCxnSpPr>
          <p:nvPr/>
        </p:nvCxnSpPr>
        <p:spPr>
          <a:xfrm>
            <a:off x="8164582" y="2232442"/>
            <a:ext cx="0" cy="100584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
        <p:nvSpPr>
          <p:cNvPr id="5" name="Slide Number Placeholder 5">
            <a:extLst>
              <a:ext uri="{FF2B5EF4-FFF2-40B4-BE49-F238E27FC236}">
                <a16:creationId xmlns:a16="http://schemas.microsoft.com/office/drawing/2014/main" id="{8A91747E-3AE7-DE20-AE1D-30F15B50F614}"/>
              </a:ext>
            </a:extLst>
          </p:cNvPr>
          <p:cNvSpPr>
            <a:spLocks noGrp="1"/>
          </p:cNvSpPr>
          <p:nvPr>
            <p:ph type="sldNum" sz="quarter" idx="4"/>
          </p:nvPr>
        </p:nvSpPr>
        <p:spPr>
          <a:xfrm>
            <a:off x="11201401" y="6635750"/>
            <a:ext cx="617402" cy="107722"/>
          </a:xfrm>
        </p:spPr>
        <p:txBody>
          <a:bodyPr/>
          <a:lstStyle>
            <a:defPPr>
              <a:defRPr lang="en-US"/>
            </a:defPPr>
            <a:lvl1pPr marL="0" algn="r" defTabSz="228600" rtl="0" eaLnBrk="1" latinLnBrk="0" hangingPunct="1">
              <a:defRPr sz="7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ktiv Grotesk"/>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15</a:t>
            </a:fld>
            <a:endParaRPr kumimoji="0" lang="en-US" sz="700" b="0" i="0" u="none" strike="noStrike" kern="1200" cap="none" spc="0" normalizeH="0" baseline="0" noProof="0">
              <a:ln>
                <a:noFill/>
              </a:ln>
              <a:solidFill>
                <a:srgbClr val="000000"/>
              </a:solidFill>
              <a:effectLst/>
              <a:uLnTx/>
              <a:uFillTx/>
              <a:latin typeface="Aktiv Grotesk"/>
              <a:ea typeface="+mn-ea"/>
              <a:cs typeface="+mn-cs"/>
            </a:endParaRPr>
          </a:p>
        </p:txBody>
      </p:sp>
      <p:sp>
        <p:nvSpPr>
          <p:cNvPr id="10" name="TextBox 9">
            <a:extLst>
              <a:ext uri="{FF2B5EF4-FFF2-40B4-BE49-F238E27FC236}">
                <a16:creationId xmlns:a16="http://schemas.microsoft.com/office/drawing/2014/main" id="{89EA53D2-A5CE-876E-B3B9-F36B8766565B}"/>
              </a:ext>
            </a:extLst>
          </p:cNvPr>
          <p:cNvSpPr txBox="1">
            <a:spLocks/>
          </p:cNvSpPr>
          <p:nvPr/>
        </p:nvSpPr>
        <p:spPr>
          <a:xfrm>
            <a:off x="4851416" y="4203370"/>
            <a:ext cx="2461713" cy="877163"/>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Current state assessments</a:t>
            </a:r>
          </a:p>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Strategic  forward-looking plan</a:t>
            </a:r>
          </a:p>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Cloud designs and cost estimates</a:t>
            </a:r>
          </a:p>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Business case and TCO</a:t>
            </a:r>
          </a:p>
        </p:txBody>
      </p:sp>
      <p:sp>
        <p:nvSpPr>
          <p:cNvPr id="16" name="TextBox 15">
            <a:extLst>
              <a:ext uri="{FF2B5EF4-FFF2-40B4-BE49-F238E27FC236}">
                <a16:creationId xmlns:a16="http://schemas.microsoft.com/office/drawing/2014/main" id="{A7327AF9-B053-4DB4-DD6F-4106F01F607E}"/>
              </a:ext>
            </a:extLst>
          </p:cNvPr>
          <p:cNvSpPr txBox="1">
            <a:spLocks/>
          </p:cNvSpPr>
          <p:nvPr/>
        </p:nvSpPr>
        <p:spPr>
          <a:xfrm>
            <a:off x="8403569" y="4108854"/>
            <a:ext cx="3212409" cy="1446550"/>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GB" sz="1050" b="0" i="0" u="none" strike="noStrike" kern="1200" cap="none" spc="0" normalizeH="0" baseline="0" noProof="0">
                <a:ln>
                  <a:noFill/>
                </a:ln>
                <a:solidFill>
                  <a:srgbClr val="000000"/>
                </a:solidFill>
                <a:effectLst/>
                <a:uLnTx/>
                <a:uFillTx/>
                <a:latin typeface="Aktiv Grotesk" panose="020B0604020202020204" pitchFamily="34" charset="0"/>
                <a:ea typeface="+mn-ea"/>
                <a:cs typeface="Aktiv Grotesk" panose="020B0604020202020204" pitchFamily="34" charset="0"/>
                <a:sym typeface="Aktiv Grotesk" panose="020B0604020202020204" pitchFamily="34" charset="0"/>
              </a:rPr>
              <a:t>A complete and objective people, process, and technology assessment against Cloud best practices </a:t>
            </a:r>
          </a:p>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GB" sz="1050" b="0" i="0" u="none" strike="noStrike" kern="1200" cap="none" spc="0" normalizeH="0" baseline="0" noProof="0">
                <a:ln>
                  <a:noFill/>
                </a:ln>
                <a:solidFill>
                  <a:srgbClr val="000000"/>
                </a:solidFill>
                <a:effectLst/>
                <a:uLnTx/>
                <a:uFillTx/>
                <a:latin typeface="Aktiv Grotesk" panose="020B0604020202020204" pitchFamily="34" charset="0"/>
                <a:ea typeface="+mn-ea"/>
                <a:cs typeface="Aktiv Grotesk" panose="020B0604020202020204" pitchFamily="34" charset="0"/>
                <a:sym typeface="Aktiv Grotesk" panose="020B0604020202020204" pitchFamily="34" charset="0"/>
              </a:rPr>
              <a:t>Achieve the target maturity levels based on the specific needs of your business. </a:t>
            </a:r>
          </a:p>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panose="020B0604020202020204" pitchFamily="34" charset="0"/>
                <a:ea typeface="+mn-ea"/>
                <a:cs typeface="Aktiv Grotesk" panose="020B0604020202020204" pitchFamily="34" charset="0"/>
                <a:sym typeface="Barlow"/>
              </a:rPr>
              <a:t>Actionable roadmap for that will set your organization on a path to maximize the value of cloud. </a:t>
            </a:r>
            <a:endParaRPr kumimoji="0" lang="en-US" sz="1050" b="0" i="0" u="none" strike="noStrike" kern="1200" cap="none" spc="0" normalizeH="0" baseline="0" noProof="0">
              <a:ln>
                <a:noFill/>
              </a:ln>
              <a:solidFill>
                <a:srgbClr val="000000"/>
              </a:solidFill>
              <a:effectLst/>
              <a:uLnTx/>
              <a:uFillTx/>
              <a:latin typeface="Aktiv Grotesk" panose="020B0604020202020204" pitchFamily="34" charset="0"/>
              <a:ea typeface="+mn-ea"/>
              <a:cs typeface="Aktiv Grotesk" panose="020B0604020202020204" pitchFamily="34" charset="0"/>
              <a:sym typeface="Aktiv Grotesk" panose="020B0604020202020204" pitchFamily="34" charset="0"/>
            </a:endParaRPr>
          </a:p>
        </p:txBody>
      </p:sp>
      <p:sp>
        <p:nvSpPr>
          <p:cNvPr id="21" name="TextBox 20">
            <a:extLst>
              <a:ext uri="{FF2B5EF4-FFF2-40B4-BE49-F238E27FC236}">
                <a16:creationId xmlns:a16="http://schemas.microsoft.com/office/drawing/2014/main" id="{D75DF191-CD27-45ED-447C-9C4199D60AF0}"/>
              </a:ext>
            </a:extLst>
          </p:cNvPr>
          <p:cNvSpPr txBox="1">
            <a:spLocks/>
          </p:cNvSpPr>
          <p:nvPr/>
        </p:nvSpPr>
        <p:spPr>
          <a:xfrm>
            <a:off x="1355747" y="4286581"/>
            <a:ext cx="2461713" cy="323165"/>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A complementary 60-minute session to get you started</a:t>
            </a:r>
          </a:p>
        </p:txBody>
      </p:sp>
      <p:sp>
        <p:nvSpPr>
          <p:cNvPr id="8" name="Star: 6 Points 7">
            <a:extLst>
              <a:ext uri="{FF2B5EF4-FFF2-40B4-BE49-F238E27FC236}">
                <a16:creationId xmlns:a16="http://schemas.microsoft.com/office/drawing/2014/main" id="{96E84201-1054-0436-17E9-04DC79C3F862}"/>
              </a:ext>
            </a:extLst>
          </p:cNvPr>
          <p:cNvSpPr/>
          <p:nvPr/>
        </p:nvSpPr>
        <p:spPr>
          <a:xfrm>
            <a:off x="1883663" y="5230367"/>
            <a:ext cx="1417315" cy="1359043"/>
          </a:xfrm>
          <a:prstGeom prst="star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t>You are here </a:t>
            </a:r>
            <a:endParaRPr lang="en-GB" sz="1800"/>
          </a:p>
        </p:txBody>
      </p:sp>
      <p:pic>
        <p:nvPicPr>
          <p:cNvPr id="102" name="Picture 101" descr="image.png"/>
          <p:cNvPicPr>
            <a:picLocks noChangeAspect="1"/>
          </p:cNvPicPr>
          <p:nvPr/>
        </p:nvPicPr>
        <p:blipFill>
          <a:blip r:embed="rId13"/>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6324759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652EABB5-A975-4085-9F93-B68058B75AC3}"/>
              </a:ext>
            </a:extLst>
          </p:cNvPr>
          <p:cNvGraphicFramePr>
            <a:graphicFrameLocks noChangeAspect="1"/>
          </p:cNvGraphicFramePr>
          <p:nvPr>
            <p:custDataLst>
              <p:tags r:id="rId1"/>
            </p:custDataLst>
          </p:nvPr>
        </p:nvGraphicFramePr>
        <p:xfrm>
          <a:off x="3176" y="1588"/>
          <a:ext cx="1588" cy="1588"/>
        </p:xfrm>
        <a:graphic>
          <a:graphicData uri="http://schemas.openxmlformats.org/presentationml/2006/ole">
            <mc:AlternateContent xmlns:mc="http://schemas.openxmlformats.org/markup-compatibility/2006">
              <mc:Choice xmlns:v="urn:schemas-microsoft-com:vml" Requires="v">
                <p:oleObj name="think-cell Slide" r:id="rId12" imgW="395" imgH="394" progId="TCLayout.ActiveDocument.1">
                  <p:embed/>
                </p:oleObj>
              </mc:Choice>
              <mc:Fallback>
                <p:oleObj name="think-cell Slide" r:id="rId12" imgW="395" imgH="394" progId="TCLayout.ActiveDocument.1">
                  <p:embed/>
                  <p:pic>
                    <p:nvPicPr>
                      <p:cNvPr id="6" name="Object 5" hidden="1">
                        <a:extLst>
                          <a:ext uri="{FF2B5EF4-FFF2-40B4-BE49-F238E27FC236}">
                            <a16:creationId xmlns:a16="http://schemas.microsoft.com/office/drawing/2014/main" id="{652EABB5-A975-4085-9F93-B68058B75AC3}"/>
                          </a:ext>
                        </a:extLst>
                      </p:cNvPr>
                      <p:cNvPicPr/>
                      <p:nvPr/>
                    </p:nvPicPr>
                    <p:blipFill>
                      <a:blip r:embed="rId13"/>
                      <a:stretch>
                        <a:fillRect/>
                      </a:stretch>
                    </p:blipFill>
                    <p:spPr>
                      <a:xfrm>
                        <a:off x="3176" y="1588"/>
                        <a:ext cx="1588" cy="1588"/>
                      </a:xfrm>
                      <a:prstGeom prst="rect">
                        <a:avLst/>
                      </a:prstGeom>
                    </p:spPr>
                  </p:pic>
                </p:oleObj>
              </mc:Fallback>
            </mc:AlternateContent>
          </a:graphicData>
        </a:graphic>
      </p:graphicFrame>
      <p:sp>
        <p:nvSpPr>
          <p:cNvPr id="4" name="2. Slide Title">
            <a:extLst>
              <a:ext uri="{FF2B5EF4-FFF2-40B4-BE49-F238E27FC236}">
                <a16:creationId xmlns:a16="http://schemas.microsoft.com/office/drawing/2014/main" id="{189B8C28-09BF-45CE-B1FD-9E1C902AFBFD}"/>
              </a:ext>
            </a:extLst>
          </p:cNvPr>
          <p:cNvSpPr>
            <a:spLocks noGrp="1"/>
          </p:cNvSpPr>
          <p:nvPr>
            <p:ph type="title"/>
            <p:custDataLst>
              <p:tags r:id="rId2"/>
            </p:custDataLst>
          </p:nvPr>
        </p:nvSpPr>
        <p:spPr>
          <a:noFill/>
          <a:ln>
            <a:noFill/>
          </a:ln>
          <a:extLst>
            <a:ext uri="{909E8E84-426E-40DD-AFC4-6F175D3DCCD1}">
              <a14:hiddenFill xmlns:a14="http://schemas.microsoft.com/office/drawing/2010/main">
                <a:solidFill>
                  <a:srgbClr val="FFFFFF"/>
                </a:solidFill>
              </a14:hiddenFill>
            </a:ext>
          </a:extLst>
        </p:spPr>
        <p:txBody>
          <a:bodyPr vert="horz" wrap="square" anchor="t" anchorCtr="0">
            <a:spAutoFit/>
          </a:bodyPr>
          <a:lstStyle/>
          <a:p>
            <a:r>
              <a:rPr lang="en-US"/>
              <a:t>Our cloud strategy solution offerings can be tailored to your needs</a:t>
            </a:r>
          </a:p>
        </p:txBody>
      </p:sp>
      <p:cxnSp>
        <p:nvCxnSpPr>
          <p:cNvPr id="62" name="LineContentSeparatorDefault 121">
            <a:extLst>
              <a:ext uri="{FF2B5EF4-FFF2-40B4-BE49-F238E27FC236}">
                <a16:creationId xmlns:a16="http://schemas.microsoft.com/office/drawing/2014/main" id="{01C3A8EC-734D-40C3-98CD-7C69B2094703}"/>
              </a:ext>
            </a:extLst>
          </p:cNvPr>
          <p:cNvCxnSpPr>
            <a:cxnSpLocks/>
          </p:cNvCxnSpPr>
          <p:nvPr>
            <p:custDataLst>
              <p:tags r:id="rId3"/>
            </p:custDataLst>
          </p:nvPr>
        </p:nvCxnSpPr>
        <p:spPr>
          <a:xfrm>
            <a:off x="376322" y="3543406"/>
            <a:ext cx="11421575" cy="0"/>
          </a:xfrm>
          <a:prstGeom prst="straightConnector1">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86224640-992E-429A-AF55-1C8159706525}"/>
              </a:ext>
            </a:extLst>
          </p:cNvPr>
          <p:cNvSpPr txBox="1">
            <a:spLocks/>
          </p:cNvSpPr>
          <p:nvPr/>
        </p:nvSpPr>
        <p:spPr>
          <a:xfrm>
            <a:off x="335998" y="3041018"/>
            <a:ext cx="740383" cy="369332"/>
          </a:xfrm>
          <a:prstGeom prst="rect">
            <a:avLst/>
          </a:prstGeom>
        </p:spPr>
        <p:txBody>
          <a:bodyPr vert="horz" wrap="square" lIns="0" tIns="0" rIns="0" bIns="0" rtlCol="0" anchor="t" anchorCtr="0">
            <a:no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FFFFFF"/>
              </a:buClr>
              <a:buSzPct val="100000"/>
              <a:buFont typeface="Aktiv Grotesk"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Main audience</a:t>
            </a:r>
          </a:p>
        </p:txBody>
      </p:sp>
      <p:sp>
        <p:nvSpPr>
          <p:cNvPr id="56" name="TextBox 55">
            <a:extLst>
              <a:ext uri="{FF2B5EF4-FFF2-40B4-BE49-F238E27FC236}">
                <a16:creationId xmlns:a16="http://schemas.microsoft.com/office/drawing/2014/main" id="{4774A6F1-44CD-4869-8F67-A0EEC71B171B}"/>
              </a:ext>
            </a:extLst>
          </p:cNvPr>
          <p:cNvSpPr txBox="1"/>
          <p:nvPr/>
        </p:nvSpPr>
        <p:spPr>
          <a:xfrm>
            <a:off x="335998" y="3708569"/>
            <a:ext cx="740383" cy="369332"/>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FFFFFF"/>
              </a:buClr>
              <a:buSzPct val="100000"/>
              <a:buFont typeface="Aktiv Grotesk"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Key benefits</a:t>
            </a:r>
          </a:p>
        </p:txBody>
      </p:sp>
      <p:sp>
        <p:nvSpPr>
          <p:cNvPr id="55" name="TextBox 54">
            <a:extLst>
              <a:ext uri="{FF2B5EF4-FFF2-40B4-BE49-F238E27FC236}">
                <a16:creationId xmlns:a16="http://schemas.microsoft.com/office/drawing/2014/main" id="{34A45D96-6F33-4774-8412-8D0A196EC8E1}"/>
              </a:ext>
            </a:extLst>
          </p:cNvPr>
          <p:cNvSpPr txBox="1"/>
          <p:nvPr/>
        </p:nvSpPr>
        <p:spPr>
          <a:xfrm>
            <a:off x="335998" y="2232441"/>
            <a:ext cx="740383" cy="369332"/>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FFFFFF"/>
              </a:buClr>
              <a:buSzPct val="100000"/>
              <a:buFont typeface="Aktiv Grotesk"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When to </a:t>
            </a:r>
            <a:br>
              <a:rPr kumimoji="0" lang="en-US" sz="1200" b="1"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br>
            <a:r>
              <a:rPr kumimoji="0" lang="en-US" sz="1200" b="1"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use it</a:t>
            </a:r>
          </a:p>
        </p:txBody>
      </p:sp>
      <p:cxnSp>
        <p:nvCxnSpPr>
          <p:cNvPr id="72" name="LineBasicDefault 151">
            <a:extLst>
              <a:ext uri="{FF2B5EF4-FFF2-40B4-BE49-F238E27FC236}">
                <a16:creationId xmlns:a16="http://schemas.microsoft.com/office/drawing/2014/main" id="{1572F7A4-758A-4AAD-9A53-70241596298A}"/>
              </a:ext>
            </a:extLst>
          </p:cNvPr>
          <p:cNvCxnSpPr>
            <a:cxnSpLocks/>
          </p:cNvCxnSpPr>
          <p:nvPr>
            <p:custDataLst>
              <p:tags r:id="rId4"/>
            </p:custDataLst>
          </p:nvPr>
        </p:nvCxnSpPr>
        <p:spPr>
          <a:xfrm>
            <a:off x="1287403" y="1700216"/>
            <a:ext cx="2461713" cy="0"/>
          </a:xfrm>
          <a:prstGeom prst="straightConnector1">
            <a:avLst/>
          </a:prstGeom>
          <a:ln w="63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B545BC32-DEA5-45AC-AF78-9AE8A55CC4F2}"/>
              </a:ext>
            </a:extLst>
          </p:cNvPr>
          <p:cNvSpPr txBox="1"/>
          <p:nvPr/>
        </p:nvSpPr>
        <p:spPr>
          <a:xfrm>
            <a:off x="1403447" y="1828083"/>
            <a:ext cx="3235528" cy="215444"/>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FFFFFF"/>
              </a:buClr>
              <a:buSzPct val="100000"/>
              <a:buFont typeface="Aktiv Grotesk"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4. FinOps Assessment Workshop</a:t>
            </a:r>
          </a:p>
        </p:txBody>
      </p:sp>
      <p:sp>
        <p:nvSpPr>
          <p:cNvPr id="66" name="TextBox 65">
            <a:extLst>
              <a:ext uri="{FF2B5EF4-FFF2-40B4-BE49-F238E27FC236}">
                <a16:creationId xmlns:a16="http://schemas.microsoft.com/office/drawing/2014/main" id="{22A136E2-9216-4D38-AFA7-52DADDD73EB9}"/>
              </a:ext>
            </a:extLst>
          </p:cNvPr>
          <p:cNvSpPr txBox="1">
            <a:spLocks/>
          </p:cNvSpPr>
          <p:nvPr/>
        </p:nvSpPr>
        <p:spPr>
          <a:xfrm>
            <a:off x="1411605" y="3144289"/>
            <a:ext cx="2461713" cy="161583"/>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FFFFFF"/>
              </a:buClr>
              <a:buSzPct val="100000"/>
              <a:buFont typeface="Aktiv Grotesk" panose="020B0502040204020203"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Finance &amp; Technical stakeholders</a:t>
            </a:r>
          </a:p>
        </p:txBody>
      </p:sp>
      <p:sp>
        <p:nvSpPr>
          <p:cNvPr id="69" name="TextBox 68">
            <a:extLst>
              <a:ext uri="{FF2B5EF4-FFF2-40B4-BE49-F238E27FC236}">
                <a16:creationId xmlns:a16="http://schemas.microsoft.com/office/drawing/2014/main" id="{8282456C-C423-44D6-B209-128916C3E69C}"/>
              </a:ext>
            </a:extLst>
          </p:cNvPr>
          <p:cNvSpPr txBox="1">
            <a:spLocks/>
          </p:cNvSpPr>
          <p:nvPr/>
        </p:nvSpPr>
        <p:spPr>
          <a:xfrm>
            <a:off x="1411605" y="3791780"/>
            <a:ext cx="2461713" cy="1284967"/>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Develop/Review financial governance framework and best-practices</a:t>
            </a:r>
          </a:p>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Automate reporting at scale to deliver cost insights in real time </a:t>
            </a:r>
          </a:p>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Align financial and technical teams on cloud consumption and strategic business goals</a:t>
            </a:r>
          </a:p>
        </p:txBody>
      </p:sp>
      <p:sp>
        <p:nvSpPr>
          <p:cNvPr id="63" name="TextBox 62">
            <a:extLst>
              <a:ext uri="{FF2B5EF4-FFF2-40B4-BE49-F238E27FC236}">
                <a16:creationId xmlns:a16="http://schemas.microsoft.com/office/drawing/2014/main" id="{97A49C81-AE8C-4402-AB5E-9BCCB31807D1}"/>
              </a:ext>
            </a:extLst>
          </p:cNvPr>
          <p:cNvSpPr txBox="1">
            <a:spLocks/>
          </p:cNvSpPr>
          <p:nvPr/>
        </p:nvSpPr>
        <p:spPr>
          <a:xfrm>
            <a:off x="1411605" y="2232443"/>
            <a:ext cx="2461713" cy="868846"/>
          </a:xfrm>
          <a:prstGeom prst="rect">
            <a:avLst/>
          </a:prstGeom>
        </p:spPr>
        <p:txBody>
          <a:bodyPr vert="horz" wrap="square" lIns="0" tIns="0" rIns="0" bIns="0" rtlCol="0" anchor="t" anchorCtr="0">
            <a:no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000000"/>
              </a:buClr>
              <a:buSzPct val="100000"/>
              <a:buFont typeface="Aktiv Grotesk" panose="020B0502040204020203" pitchFamily="34" charset="0"/>
              <a:buChar char="​"/>
              <a:tabLst/>
              <a:defRPr/>
            </a:pPr>
            <a:r>
              <a:rPr kumimoji="0" lang="en-GB" sz="1050" b="0" i="0" u="none" strike="noStrike" kern="1200" cap="none" spc="0" normalizeH="0" baseline="0" noProof="0">
                <a:ln>
                  <a:noFill/>
                </a:ln>
                <a:solidFill>
                  <a:srgbClr val="000000"/>
                </a:solidFill>
                <a:effectLst/>
                <a:uLnTx/>
                <a:uFillTx/>
                <a:latin typeface="Aktiv Grotesk" panose="020B0604020202020204" pitchFamily="34" charset="0"/>
                <a:ea typeface="+mn-ea"/>
                <a:cs typeface="Aktiv Grotesk" panose="020B0604020202020204" pitchFamily="34" charset="0"/>
                <a:sym typeface="Aktiv Grotesk" panose="020B0604020202020204" pitchFamily="34" charset="0"/>
              </a:rPr>
              <a:t>Refine and optimize your financial operation practices.</a:t>
            </a:r>
          </a:p>
        </p:txBody>
      </p:sp>
      <p:cxnSp>
        <p:nvCxnSpPr>
          <p:cNvPr id="83" name="LineBasicDefault 151">
            <a:extLst>
              <a:ext uri="{FF2B5EF4-FFF2-40B4-BE49-F238E27FC236}">
                <a16:creationId xmlns:a16="http://schemas.microsoft.com/office/drawing/2014/main" id="{BEF13BEF-FB59-427A-A7B7-C350FC03B003}"/>
              </a:ext>
            </a:extLst>
          </p:cNvPr>
          <p:cNvCxnSpPr>
            <a:cxnSpLocks/>
          </p:cNvCxnSpPr>
          <p:nvPr>
            <p:custDataLst>
              <p:tags r:id="rId5"/>
            </p:custDataLst>
          </p:nvPr>
        </p:nvCxnSpPr>
        <p:spPr>
          <a:xfrm>
            <a:off x="4723500" y="2132719"/>
            <a:ext cx="2461713" cy="0"/>
          </a:xfrm>
          <a:prstGeom prst="straightConnector1">
            <a:avLst/>
          </a:prstGeom>
          <a:ln w="63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C67E106F-C7BB-48C0-B8EE-3C3B7C31ADCC}"/>
              </a:ext>
            </a:extLst>
          </p:cNvPr>
          <p:cNvSpPr txBox="1"/>
          <p:nvPr/>
        </p:nvSpPr>
        <p:spPr>
          <a:xfrm>
            <a:off x="4868414" y="1828083"/>
            <a:ext cx="2888583" cy="215444"/>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FFFFFF"/>
              </a:buClr>
              <a:buSzPct val="100000"/>
              <a:buFont typeface="Aktiv Grotesk"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5. DevOps Assessment</a:t>
            </a:r>
          </a:p>
        </p:txBody>
      </p:sp>
      <p:sp>
        <p:nvSpPr>
          <p:cNvPr id="68" name="TextBox 67">
            <a:extLst>
              <a:ext uri="{FF2B5EF4-FFF2-40B4-BE49-F238E27FC236}">
                <a16:creationId xmlns:a16="http://schemas.microsoft.com/office/drawing/2014/main" id="{41645246-FC87-4F17-9203-38F068A5E602}"/>
              </a:ext>
            </a:extLst>
          </p:cNvPr>
          <p:cNvSpPr txBox="1">
            <a:spLocks/>
          </p:cNvSpPr>
          <p:nvPr/>
        </p:nvSpPr>
        <p:spPr>
          <a:xfrm>
            <a:off x="4880289" y="3177623"/>
            <a:ext cx="2461713" cy="161583"/>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FFFFFF"/>
              </a:buClr>
              <a:buSzPct val="100000"/>
              <a:buFont typeface="Aktiv Grotesk" panose="020B0502040204020203"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Business &amp; Technical stakeholders</a:t>
            </a:r>
          </a:p>
        </p:txBody>
      </p:sp>
      <p:sp>
        <p:nvSpPr>
          <p:cNvPr id="65" name="TextBox 64">
            <a:extLst>
              <a:ext uri="{FF2B5EF4-FFF2-40B4-BE49-F238E27FC236}">
                <a16:creationId xmlns:a16="http://schemas.microsoft.com/office/drawing/2014/main" id="{8F0EDDB7-5EBA-4702-B62C-52F8EEDCC185}"/>
              </a:ext>
            </a:extLst>
          </p:cNvPr>
          <p:cNvSpPr txBox="1">
            <a:spLocks/>
          </p:cNvSpPr>
          <p:nvPr/>
        </p:nvSpPr>
        <p:spPr>
          <a:xfrm>
            <a:off x="4880289" y="2265775"/>
            <a:ext cx="2461713" cy="484748"/>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000000"/>
              </a:buClr>
              <a:buSzPct val="100000"/>
              <a:buFont typeface="Aktiv Grotesk" panose="020B0502040204020203" pitchFamily="34" charset="0"/>
              <a:buChar char="​"/>
              <a:tabLst/>
              <a:defRPr/>
            </a:pPr>
            <a:r>
              <a:rPr kumimoji="0" lang="en-GB" sz="1050" b="0" i="0" u="none" strike="noStrike" kern="1200" cap="none" spc="0" normalizeH="0" baseline="0" noProof="0">
                <a:ln>
                  <a:noFill/>
                </a:ln>
                <a:solidFill>
                  <a:srgbClr val="000000"/>
                </a:solidFill>
                <a:effectLst/>
                <a:uLnTx/>
                <a:uFillTx/>
                <a:latin typeface="Aktiv Grotesk" panose="020B0604020202020204" pitchFamily="34" charset="0"/>
                <a:ea typeface="+mn-ea"/>
                <a:cs typeface="Aktiv Grotesk" panose="020B0604020202020204" pitchFamily="34" charset="0"/>
                <a:sym typeface="Aktiv Grotesk" panose="020B0604020202020204" pitchFamily="34" charset="0"/>
              </a:rPr>
              <a:t>You want to review your DevOps readiness, ranging from architecture and coding to team and culture.</a:t>
            </a:r>
          </a:p>
        </p:txBody>
      </p:sp>
      <p:cxnSp>
        <p:nvCxnSpPr>
          <p:cNvPr id="20" name="Straight Connector 19">
            <a:extLst>
              <a:ext uri="{FF2B5EF4-FFF2-40B4-BE49-F238E27FC236}">
                <a16:creationId xmlns:a16="http://schemas.microsoft.com/office/drawing/2014/main" id="{96C13998-23BD-4B2A-AF4D-5BEDC03F56E9}"/>
              </a:ext>
            </a:extLst>
          </p:cNvPr>
          <p:cNvCxnSpPr>
            <a:cxnSpLocks/>
          </p:cNvCxnSpPr>
          <p:nvPr/>
        </p:nvCxnSpPr>
        <p:spPr>
          <a:xfrm>
            <a:off x="1181891" y="3708570"/>
            <a:ext cx="0" cy="1246495"/>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9E3CED36-0233-49B8-AF71-5C449C16A724}"/>
              </a:ext>
            </a:extLst>
          </p:cNvPr>
          <p:cNvCxnSpPr>
            <a:cxnSpLocks/>
          </p:cNvCxnSpPr>
          <p:nvPr/>
        </p:nvCxnSpPr>
        <p:spPr>
          <a:xfrm>
            <a:off x="1181891" y="3041018"/>
            <a:ext cx="0" cy="369332"/>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7794A3D9-A29F-466D-8C76-840A90B8EB1C}"/>
              </a:ext>
            </a:extLst>
          </p:cNvPr>
          <p:cNvCxnSpPr>
            <a:cxnSpLocks/>
          </p:cNvCxnSpPr>
          <p:nvPr/>
        </p:nvCxnSpPr>
        <p:spPr>
          <a:xfrm>
            <a:off x="1181891" y="2232442"/>
            <a:ext cx="0" cy="509359"/>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8B5B2DCF-CD99-D555-1B19-CB5D1623EB93}"/>
              </a:ext>
            </a:extLst>
          </p:cNvPr>
          <p:cNvSpPr txBox="1"/>
          <p:nvPr/>
        </p:nvSpPr>
        <p:spPr>
          <a:xfrm>
            <a:off x="376322" y="1250562"/>
            <a:ext cx="1963458" cy="307777"/>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FFFFFF"/>
              </a:buClr>
              <a:buSzPct val="100000"/>
              <a:buFont typeface="Aktiv Grotesk" panose="020B0502040204020203" pitchFamily="34" charset="0"/>
              <a:buChar char="​"/>
              <a:tabLst/>
              <a:defRPr/>
            </a:pPr>
            <a:r>
              <a:rPr kumimoji="0" lang="en-US" sz="2000" b="1" i="0" u="none" strike="noStrike" kern="1200" cap="none" spc="0" normalizeH="0" baseline="0" noProof="0">
                <a:ln>
                  <a:noFill/>
                </a:ln>
                <a:solidFill>
                  <a:srgbClr val="EB0000"/>
                </a:solidFill>
                <a:effectLst/>
                <a:uLnTx/>
                <a:uFillTx/>
                <a:latin typeface="Aktiv Grotesk"/>
                <a:ea typeface="+mn-ea"/>
                <a:cs typeface="Aktiv Grotesk" panose="020B0604020202020204" pitchFamily="34" charset="0"/>
                <a:sym typeface="Aktiv Grotesk" panose="020B0604020202020204" pitchFamily="34" charset="0"/>
              </a:rPr>
              <a:t>AT A GLANCE</a:t>
            </a:r>
          </a:p>
        </p:txBody>
      </p:sp>
      <p:cxnSp>
        <p:nvCxnSpPr>
          <p:cNvPr id="2" name="LineBasicDefault 151">
            <a:extLst>
              <a:ext uri="{FF2B5EF4-FFF2-40B4-BE49-F238E27FC236}">
                <a16:creationId xmlns:a16="http://schemas.microsoft.com/office/drawing/2014/main" id="{94D0541C-811F-EC7E-61D1-6859AF64B9F1}"/>
              </a:ext>
            </a:extLst>
          </p:cNvPr>
          <p:cNvCxnSpPr>
            <a:cxnSpLocks/>
          </p:cNvCxnSpPr>
          <p:nvPr>
            <p:custDataLst>
              <p:tags r:id="rId6"/>
            </p:custDataLst>
          </p:nvPr>
        </p:nvCxnSpPr>
        <p:spPr>
          <a:xfrm>
            <a:off x="8442886" y="2123997"/>
            <a:ext cx="2461713" cy="0"/>
          </a:xfrm>
          <a:prstGeom prst="straightConnector1">
            <a:avLst/>
          </a:prstGeom>
          <a:ln w="6350" cap="flat">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84F067E-D047-7FC2-F9E1-DBBEB2A4B9D7}"/>
              </a:ext>
            </a:extLst>
          </p:cNvPr>
          <p:cNvSpPr txBox="1"/>
          <p:nvPr/>
        </p:nvSpPr>
        <p:spPr>
          <a:xfrm>
            <a:off x="8431011" y="1828083"/>
            <a:ext cx="3366886" cy="215444"/>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FFFFFF"/>
              </a:buClr>
              <a:buSzPct val="100000"/>
              <a:buFont typeface="Aktiv Grotesk"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6. Service Management Assessment</a:t>
            </a:r>
          </a:p>
        </p:txBody>
      </p:sp>
      <p:sp>
        <p:nvSpPr>
          <p:cNvPr id="7" name="TextBox 6">
            <a:extLst>
              <a:ext uri="{FF2B5EF4-FFF2-40B4-BE49-F238E27FC236}">
                <a16:creationId xmlns:a16="http://schemas.microsoft.com/office/drawing/2014/main" id="{BB3E7E0A-A26D-D496-BF39-E1630A9CD0CA}"/>
              </a:ext>
            </a:extLst>
          </p:cNvPr>
          <p:cNvSpPr txBox="1">
            <a:spLocks/>
          </p:cNvSpPr>
          <p:nvPr/>
        </p:nvSpPr>
        <p:spPr>
          <a:xfrm>
            <a:off x="8442886" y="3168901"/>
            <a:ext cx="2461713" cy="161583"/>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FFFFFF"/>
              </a:buClr>
              <a:buSzPct val="100000"/>
              <a:buFont typeface="Aktiv Grotesk" panose="020B0502040204020203"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Business &amp; Technical stakeholders</a:t>
            </a:r>
          </a:p>
        </p:txBody>
      </p:sp>
      <p:sp>
        <p:nvSpPr>
          <p:cNvPr id="8" name="TextBox 7">
            <a:extLst>
              <a:ext uri="{FF2B5EF4-FFF2-40B4-BE49-F238E27FC236}">
                <a16:creationId xmlns:a16="http://schemas.microsoft.com/office/drawing/2014/main" id="{72D280D9-F071-C63E-43A0-A14F2C6FEDEC}"/>
              </a:ext>
            </a:extLst>
          </p:cNvPr>
          <p:cNvSpPr txBox="1">
            <a:spLocks/>
          </p:cNvSpPr>
          <p:nvPr/>
        </p:nvSpPr>
        <p:spPr>
          <a:xfrm>
            <a:off x="8442886" y="3646712"/>
            <a:ext cx="3277589" cy="1446550"/>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panose="020B0604020202020204" pitchFamily="34" charset="0"/>
                <a:ea typeface="+mn-ea"/>
                <a:cs typeface="Aktiv Grotesk" panose="020B0604020202020204" pitchFamily="34" charset="0"/>
                <a:sym typeface="Aktiv Grotesk" panose="020B0604020202020204" pitchFamily="34" charset="0"/>
              </a:rPr>
              <a:t>Conduct an IT Service Management Maturity Assessment of key ITIL processes</a:t>
            </a:r>
          </a:p>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panose="020B0604020202020204" pitchFamily="34" charset="0"/>
                <a:ea typeface="+mn-ea"/>
                <a:cs typeface="Aktiv Grotesk" panose="020B0604020202020204" pitchFamily="34" charset="0"/>
                <a:sym typeface="Aktiv Grotesk" panose="020B0604020202020204" pitchFamily="34" charset="0"/>
              </a:rPr>
              <a:t>Gap analysis from your current state to the targeted best practices recommendations, proposed actions, and benefits</a:t>
            </a:r>
          </a:p>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panose="020B0604020202020204" pitchFamily="34" charset="0"/>
                <a:ea typeface="+mn-ea"/>
                <a:cs typeface="Aktiv Grotesk" panose="020B0604020202020204" pitchFamily="34" charset="0"/>
                <a:sym typeface="Aktiv Grotesk" panose="020B0604020202020204" pitchFamily="34" charset="0"/>
              </a:rPr>
              <a:t>Perform a people, process, and technology analysis of your service management landscape capturing your Current Operating Model</a:t>
            </a:r>
          </a:p>
        </p:txBody>
      </p:sp>
      <p:sp>
        <p:nvSpPr>
          <p:cNvPr id="9" name="TextBox 8">
            <a:extLst>
              <a:ext uri="{FF2B5EF4-FFF2-40B4-BE49-F238E27FC236}">
                <a16:creationId xmlns:a16="http://schemas.microsoft.com/office/drawing/2014/main" id="{127DBCF3-B70D-2974-78B0-B2F93C1217AC}"/>
              </a:ext>
            </a:extLst>
          </p:cNvPr>
          <p:cNvSpPr txBox="1">
            <a:spLocks/>
          </p:cNvSpPr>
          <p:nvPr/>
        </p:nvSpPr>
        <p:spPr>
          <a:xfrm>
            <a:off x="8442886" y="2257053"/>
            <a:ext cx="2461713" cy="484748"/>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000000"/>
              </a:buClr>
              <a:buSzPct val="100000"/>
              <a:buFont typeface="Aktiv Grotesk" panose="020B0502040204020203" pitchFamily="34" charset="0"/>
              <a:buChar char="​"/>
              <a:tabLst/>
              <a:defRPr/>
            </a:pPr>
            <a:r>
              <a:rPr kumimoji="0" lang="en-GB" sz="1050" b="0" i="0" u="none" strike="noStrike" kern="1200" cap="none" spc="0" normalizeH="0" baseline="0" noProof="0">
                <a:ln>
                  <a:noFill/>
                </a:ln>
                <a:solidFill>
                  <a:srgbClr val="000000"/>
                </a:solidFill>
                <a:effectLst/>
                <a:uLnTx/>
                <a:uFillTx/>
                <a:latin typeface="Aktiv Grotesk" panose="020B0604020202020204" pitchFamily="34" charset="0"/>
                <a:ea typeface="+mn-ea"/>
                <a:cs typeface="Aktiv Grotesk" panose="020B0604020202020204" pitchFamily="34" charset="0"/>
                <a:sym typeface="Aktiv Grotesk" panose="020B0604020202020204" pitchFamily="34" charset="0"/>
              </a:rPr>
              <a:t>You require a assessment to find the operating model in the Cloud using ITIL methods</a:t>
            </a:r>
          </a:p>
        </p:txBody>
      </p:sp>
      <p:cxnSp>
        <p:nvCxnSpPr>
          <p:cNvPr id="11" name="LineContentSeparatorDefault 121">
            <a:extLst>
              <a:ext uri="{FF2B5EF4-FFF2-40B4-BE49-F238E27FC236}">
                <a16:creationId xmlns:a16="http://schemas.microsoft.com/office/drawing/2014/main" id="{8AFA631E-9DE2-8780-B590-50FA2C85433C}"/>
              </a:ext>
            </a:extLst>
          </p:cNvPr>
          <p:cNvCxnSpPr>
            <a:cxnSpLocks/>
          </p:cNvCxnSpPr>
          <p:nvPr>
            <p:custDataLst>
              <p:tags r:id="rId7"/>
            </p:custDataLst>
          </p:nvPr>
        </p:nvCxnSpPr>
        <p:spPr>
          <a:xfrm>
            <a:off x="376322" y="2870681"/>
            <a:ext cx="11421575" cy="0"/>
          </a:xfrm>
          <a:prstGeom prst="straightConnector1">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 name="LineContentSeparatorDefault 121">
            <a:extLst>
              <a:ext uri="{FF2B5EF4-FFF2-40B4-BE49-F238E27FC236}">
                <a16:creationId xmlns:a16="http://schemas.microsoft.com/office/drawing/2014/main" id="{6B150F5D-5BCB-F60E-4A95-1648C73AD9E7}"/>
              </a:ext>
            </a:extLst>
          </p:cNvPr>
          <p:cNvCxnSpPr>
            <a:cxnSpLocks/>
          </p:cNvCxnSpPr>
          <p:nvPr>
            <p:custDataLst>
              <p:tags r:id="rId8"/>
            </p:custDataLst>
          </p:nvPr>
        </p:nvCxnSpPr>
        <p:spPr>
          <a:xfrm>
            <a:off x="376322" y="2088972"/>
            <a:ext cx="11421575" cy="0"/>
          </a:xfrm>
          <a:prstGeom prst="straightConnector1">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4E41D2-AA49-6C0C-4599-8028990E6F17}"/>
              </a:ext>
            </a:extLst>
          </p:cNvPr>
          <p:cNvCxnSpPr>
            <a:cxnSpLocks/>
          </p:cNvCxnSpPr>
          <p:nvPr/>
        </p:nvCxnSpPr>
        <p:spPr>
          <a:xfrm>
            <a:off x="4601985" y="3708570"/>
            <a:ext cx="0" cy="1246495"/>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5BD73CB-E02F-43A8-C1E6-0BC89210814A}"/>
              </a:ext>
            </a:extLst>
          </p:cNvPr>
          <p:cNvCxnSpPr>
            <a:cxnSpLocks/>
          </p:cNvCxnSpPr>
          <p:nvPr/>
        </p:nvCxnSpPr>
        <p:spPr>
          <a:xfrm>
            <a:off x="4601985" y="3041018"/>
            <a:ext cx="0" cy="369332"/>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1E73440-6B5B-AC15-8D71-E7287041BBD2}"/>
              </a:ext>
            </a:extLst>
          </p:cNvPr>
          <p:cNvCxnSpPr>
            <a:cxnSpLocks/>
          </p:cNvCxnSpPr>
          <p:nvPr/>
        </p:nvCxnSpPr>
        <p:spPr>
          <a:xfrm>
            <a:off x="4601985" y="2232442"/>
            <a:ext cx="0" cy="518081"/>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7EBD935-74B1-D58F-98E2-47A4A75659B7}"/>
              </a:ext>
            </a:extLst>
          </p:cNvPr>
          <p:cNvCxnSpPr>
            <a:cxnSpLocks/>
          </p:cNvCxnSpPr>
          <p:nvPr/>
        </p:nvCxnSpPr>
        <p:spPr>
          <a:xfrm>
            <a:off x="8164582" y="3708570"/>
            <a:ext cx="0" cy="1246495"/>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786C75F-47C1-95BB-4E89-4A371774F652}"/>
              </a:ext>
            </a:extLst>
          </p:cNvPr>
          <p:cNvCxnSpPr>
            <a:cxnSpLocks/>
          </p:cNvCxnSpPr>
          <p:nvPr/>
        </p:nvCxnSpPr>
        <p:spPr>
          <a:xfrm>
            <a:off x="8164582" y="3041018"/>
            <a:ext cx="0" cy="369332"/>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BA47433-0F28-5516-9605-751212009D11}"/>
              </a:ext>
            </a:extLst>
          </p:cNvPr>
          <p:cNvCxnSpPr>
            <a:cxnSpLocks/>
          </p:cNvCxnSpPr>
          <p:nvPr/>
        </p:nvCxnSpPr>
        <p:spPr>
          <a:xfrm>
            <a:off x="8164582" y="2232442"/>
            <a:ext cx="0" cy="518081"/>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
        <p:nvSpPr>
          <p:cNvPr id="5" name="Slide Number Placeholder 5">
            <a:extLst>
              <a:ext uri="{FF2B5EF4-FFF2-40B4-BE49-F238E27FC236}">
                <a16:creationId xmlns:a16="http://schemas.microsoft.com/office/drawing/2014/main" id="{8A91747E-3AE7-DE20-AE1D-30F15B50F614}"/>
              </a:ext>
            </a:extLst>
          </p:cNvPr>
          <p:cNvSpPr>
            <a:spLocks noGrp="1"/>
          </p:cNvSpPr>
          <p:nvPr>
            <p:ph type="sldNum" sz="quarter" idx="4"/>
          </p:nvPr>
        </p:nvSpPr>
        <p:spPr>
          <a:xfrm>
            <a:off x="11147526" y="6053571"/>
            <a:ext cx="617402" cy="107722"/>
          </a:xfrm>
        </p:spPr>
        <p:txBody>
          <a:bodyPr/>
          <a:lstStyle>
            <a:defPPr>
              <a:defRPr lang="en-US"/>
            </a:defPPr>
            <a:lvl1pPr marL="0" algn="r" defTabSz="228600" rtl="0" eaLnBrk="1" latinLnBrk="0" hangingPunct="1">
              <a:defRPr sz="7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ktiv Grotesk"/>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16</a:t>
            </a:fld>
            <a:endParaRPr kumimoji="0" lang="en-US" sz="700" b="0" i="0" u="none" strike="noStrike" kern="1200" cap="none" spc="0" normalizeH="0" baseline="0" noProof="0">
              <a:ln>
                <a:noFill/>
              </a:ln>
              <a:solidFill>
                <a:srgbClr val="000000"/>
              </a:solidFill>
              <a:effectLst/>
              <a:uLnTx/>
              <a:uFillTx/>
              <a:latin typeface="Aktiv Grotesk"/>
              <a:ea typeface="+mn-ea"/>
              <a:cs typeface="+mn-cs"/>
            </a:endParaRPr>
          </a:p>
        </p:txBody>
      </p:sp>
      <p:sp>
        <p:nvSpPr>
          <p:cNvPr id="10" name="TextBox 9">
            <a:extLst>
              <a:ext uri="{FF2B5EF4-FFF2-40B4-BE49-F238E27FC236}">
                <a16:creationId xmlns:a16="http://schemas.microsoft.com/office/drawing/2014/main" id="{CD4304E2-496B-F9C8-3321-5E9ED07D99AD}"/>
              </a:ext>
            </a:extLst>
          </p:cNvPr>
          <p:cNvSpPr txBox="1">
            <a:spLocks/>
          </p:cNvSpPr>
          <p:nvPr/>
        </p:nvSpPr>
        <p:spPr>
          <a:xfrm>
            <a:off x="4880289" y="3708569"/>
            <a:ext cx="3141789" cy="1685077"/>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Deep research specific to your organization to select the right DevOps approach.</a:t>
            </a:r>
          </a:p>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Training from our DevOps specialists on gaining organizational alignment around your DevOps go forward plan.</a:t>
            </a:r>
          </a:p>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Tangible roadmaps of how to implement desired DevOps end state in your organization.</a:t>
            </a:r>
          </a:p>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Co-creation of value stream mapping for your company</a:t>
            </a:r>
          </a:p>
        </p:txBody>
      </p:sp>
      <p:cxnSp>
        <p:nvCxnSpPr>
          <p:cNvPr id="16" name="LineContentSeparatorDefault 121">
            <a:extLst>
              <a:ext uri="{FF2B5EF4-FFF2-40B4-BE49-F238E27FC236}">
                <a16:creationId xmlns:a16="http://schemas.microsoft.com/office/drawing/2014/main" id="{827BD7B3-63AB-B3D8-AD04-45FE72C8E04F}"/>
              </a:ext>
            </a:extLst>
          </p:cNvPr>
          <p:cNvCxnSpPr>
            <a:cxnSpLocks/>
          </p:cNvCxnSpPr>
          <p:nvPr>
            <p:custDataLst>
              <p:tags r:id="rId9"/>
            </p:custDataLst>
          </p:nvPr>
        </p:nvCxnSpPr>
        <p:spPr>
          <a:xfrm>
            <a:off x="376322" y="5391481"/>
            <a:ext cx="11421575" cy="0"/>
          </a:xfrm>
          <a:prstGeom prst="straightConnector1">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23F8F1C-1BD2-06F8-4F96-C8F0AEBB1B96}"/>
              </a:ext>
            </a:extLst>
          </p:cNvPr>
          <p:cNvSpPr txBox="1"/>
          <p:nvPr/>
        </p:nvSpPr>
        <p:spPr>
          <a:xfrm>
            <a:off x="265307" y="5586396"/>
            <a:ext cx="916583" cy="307777"/>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0" marR="0" lvl="0" indent="0" algn="l" defTabSz="914126" rtl="0" eaLnBrk="1" fontAlgn="auto" latinLnBrk="0" hangingPunct="1">
              <a:lnSpc>
                <a:spcPct val="100000"/>
              </a:lnSpc>
              <a:spcBef>
                <a:spcPts val="300"/>
              </a:spcBef>
              <a:spcAft>
                <a:spcPts val="300"/>
              </a:spcAft>
              <a:buClr>
                <a:srgbClr val="FFFFFF"/>
              </a:buClr>
              <a:buSzPct val="100000"/>
              <a:buFont typeface="Aktiv Grotesk"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Future Opportunities </a:t>
            </a:r>
          </a:p>
        </p:txBody>
      </p:sp>
      <p:cxnSp>
        <p:nvCxnSpPr>
          <p:cNvPr id="22" name="Straight Connector 21">
            <a:extLst>
              <a:ext uri="{FF2B5EF4-FFF2-40B4-BE49-F238E27FC236}">
                <a16:creationId xmlns:a16="http://schemas.microsoft.com/office/drawing/2014/main" id="{0B65C135-E699-1D1A-434A-652109B12B7B}"/>
              </a:ext>
            </a:extLst>
          </p:cNvPr>
          <p:cNvCxnSpPr>
            <a:cxnSpLocks/>
          </p:cNvCxnSpPr>
          <p:nvPr/>
        </p:nvCxnSpPr>
        <p:spPr>
          <a:xfrm>
            <a:off x="1181891" y="5586396"/>
            <a:ext cx="0" cy="679525"/>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6BF5641-B7A2-78B1-5CC7-FE3886879189}"/>
              </a:ext>
            </a:extLst>
          </p:cNvPr>
          <p:cNvCxnSpPr>
            <a:cxnSpLocks/>
          </p:cNvCxnSpPr>
          <p:nvPr/>
        </p:nvCxnSpPr>
        <p:spPr>
          <a:xfrm>
            <a:off x="4601985" y="5586396"/>
            <a:ext cx="0" cy="877162"/>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89DA8BBF-861D-E6B7-F975-21B771EF0603}"/>
              </a:ext>
            </a:extLst>
          </p:cNvPr>
          <p:cNvSpPr txBox="1">
            <a:spLocks/>
          </p:cNvSpPr>
          <p:nvPr/>
        </p:nvSpPr>
        <p:spPr>
          <a:xfrm>
            <a:off x="4851416" y="5586395"/>
            <a:ext cx="2823447" cy="1115690"/>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Platform Migration</a:t>
            </a:r>
          </a:p>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DevOps Engagement  </a:t>
            </a:r>
          </a:p>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Service Management Engagement </a:t>
            </a:r>
          </a:p>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err="1">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CCoE</a:t>
            </a: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 Engagement </a:t>
            </a:r>
          </a:p>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endPar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endParaRPr>
          </a:p>
        </p:txBody>
      </p:sp>
      <p:sp>
        <p:nvSpPr>
          <p:cNvPr id="25" name="TextBox 24">
            <a:extLst>
              <a:ext uri="{FF2B5EF4-FFF2-40B4-BE49-F238E27FC236}">
                <a16:creationId xmlns:a16="http://schemas.microsoft.com/office/drawing/2014/main" id="{26256D73-41BD-24EC-E48D-97E5A9D9276C}"/>
              </a:ext>
            </a:extLst>
          </p:cNvPr>
          <p:cNvSpPr txBox="1">
            <a:spLocks/>
          </p:cNvSpPr>
          <p:nvPr/>
        </p:nvSpPr>
        <p:spPr>
          <a:xfrm>
            <a:off x="8403569" y="5491879"/>
            <a:ext cx="3394327" cy="400110"/>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Service Management Engagement </a:t>
            </a:r>
          </a:p>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err="1">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CCoE</a:t>
            </a: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 Engagement </a:t>
            </a:r>
          </a:p>
        </p:txBody>
      </p:sp>
      <p:sp>
        <p:nvSpPr>
          <p:cNvPr id="26" name="TextBox 25">
            <a:extLst>
              <a:ext uri="{FF2B5EF4-FFF2-40B4-BE49-F238E27FC236}">
                <a16:creationId xmlns:a16="http://schemas.microsoft.com/office/drawing/2014/main" id="{ACC7F5CE-5611-0774-FD77-4FC676A9EB14}"/>
              </a:ext>
            </a:extLst>
          </p:cNvPr>
          <p:cNvSpPr txBox="1">
            <a:spLocks/>
          </p:cNvSpPr>
          <p:nvPr/>
        </p:nvSpPr>
        <p:spPr>
          <a:xfrm>
            <a:off x="1516224" y="5586395"/>
            <a:ext cx="2919169" cy="638636"/>
          </a:xfrm>
          <a:prstGeom prst="rect">
            <a:avLst/>
          </a:prstGeom>
        </p:spPr>
        <p:txBody>
          <a:bodyPr vert="horz" wrap="square" lIns="0" tIns="0" rIns="0" bIns="0" rtlCol="0" anchor="t" anchorCtr="0">
            <a:spAutoFit/>
          </a:bodyPr>
          <a:lstStyle>
            <a:lvl1pPr lvl="0" indent="0" defTabSz="914126">
              <a:lnSpc>
                <a:spcPct val="100000"/>
              </a:lnSpc>
              <a:spcBef>
                <a:spcPts val="300"/>
              </a:spcBef>
              <a:spcAft>
                <a:spcPts val="300"/>
              </a:spcAft>
              <a:buClr>
                <a:schemeClr val="tx1"/>
              </a:buClr>
              <a:buSzPct val="100000"/>
              <a:buFont typeface="Aktiv Grotesk" panose="020B0502040204020203"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1pPr>
            <a:lvl2pPr marL="228531" lvl="1" indent="-225357" defTabSz="914126">
              <a:lnSpc>
                <a:spcPct val="100000"/>
              </a:lnSpc>
              <a:spcBef>
                <a:spcPts val="0"/>
              </a:spcBef>
              <a:spcAft>
                <a:spcPts val="300"/>
              </a:spcAft>
              <a:buClr>
                <a:schemeClr val="tx1"/>
              </a:buClr>
              <a:buSzPct val="110000"/>
              <a:buFont typeface="Wingdings" panose="05000000000000000000" pitchFamily="2" charset="2"/>
              <a:buChar char=""/>
              <a:defRPr sz="1600">
                <a:latin typeface="Aktiv Grotesk" panose="020B0604020202020204" pitchFamily="34" charset="0"/>
                <a:cs typeface="Aktiv Grotesk" panose="020B0604020202020204" pitchFamily="34" charset="0"/>
                <a:sym typeface="Aktiv Grotesk" panose="020B0604020202020204" pitchFamily="34" charset="0"/>
              </a:defRPr>
            </a:lvl2pPr>
            <a:lvl3pPr marL="442780" lvl="2" indent="-214249" defTabSz="914126">
              <a:lnSpc>
                <a:spcPct val="100000"/>
              </a:lnSpc>
              <a:spcBef>
                <a:spcPts val="0"/>
              </a:spcBef>
              <a:spcAft>
                <a:spcPts val="300"/>
              </a:spcAft>
              <a:buClr>
                <a:schemeClr val="tx1"/>
              </a:buClr>
              <a:buSzPct val="11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3pPr>
            <a:lvl4pPr marL="598308" lvl="3" indent="-15235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4pPr>
            <a:lvl5pPr marL="817318" lvl="4" indent="-147594" defTabSz="914126">
              <a:lnSpc>
                <a:spcPct val="100000"/>
              </a:lnSpc>
              <a:spcBef>
                <a:spcPts val="0"/>
              </a:spcBef>
              <a:spcAft>
                <a:spcPts val="300"/>
              </a:spcAft>
              <a:buClr>
                <a:schemeClr val="tx1"/>
              </a:buClr>
              <a:buSzPct val="100000"/>
              <a:buFont typeface="Aktiv Grotesk" panose="020B0604020202020204" pitchFamily="34" charset="0"/>
              <a:buChar char="̶"/>
              <a:defRPr sz="1600">
                <a:latin typeface="Aktiv Grotesk" panose="020B0604020202020204" pitchFamily="34" charset="0"/>
                <a:cs typeface="Aktiv Grotesk" panose="020B0604020202020204" pitchFamily="34" charset="0"/>
                <a:sym typeface="Aktiv Grotesk" panose="020B0604020202020204" pitchFamily="34" charset="0"/>
              </a:defRPr>
            </a:lvl5pPr>
            <a:lvl6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6pPr>
            <a:lvl7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7pPr>
            <a:lvl8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8pPr>
            <a:lvl9pPr marL="1085524" indent="-171399" defTabSz="914126">
              <a:lnSpc>
                <a:spcPct val="100000"/>
              </a:lnSpc>
              <a:spcBef>
                <a:spcPts val="0"/>
              </a:spcBef>
              <a:spcAft>
                <a:spcPts val="300"/>
              </a:spcAft>
              <a:buSzPct val="100000"/>
              <a:buFont typeface="Aktiv Grotesk" panose="020B0604020202020204" pitchFamily="34" charset="0"/>
              <a:buChar char="▫"/>
              <a:defRPr sz="1600">
                <a:cs typeface="Aktiv Grotesk" panose="020B0604020202020204" pitchFamily="34" charset="0"/>
              </a:defRPr>
            </a:lvl9pPr>
          </a:lstStyle>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FinOps Engagement </a:t>
            </a:r>
          </a:p>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Platform Migration </a:t>
            </a:r>
          </a:p>
          <a:p>
            <a:pPr marL="137160" marR="0" lvl="0" indent="-137160" algn="l" defTabSz="914126" rtl="0" eaLnBrk="1" fontAlgn="auto" latinLnBrk="0" hangingPunct="1">
              <a:lnSpc>
                <a:spcPct val="100000"/>
              </a:lnSpc>
              <a:spcBef>
                <a:spcPts val="300"/>
              </a:spcBef>
              <a:spcAft>
                <a:spcPts val="300"/>
              </a:spcAft>
              <a:buClr>
                <a:srgbClr val="EB0000"/>
              </a:buClr>
              <a:buSzPct val="100000"/>
              <a:buFont typeface="Aktiv Grotesk" panose="020B0604020202020204" pitchFamily="34" charset="0"/>
              <a:buChar char="•"/>
              <a:tabLst/>
              <a:defRPr/>
            </a:pPr>
            <a:r>
              <a:rPr kumimoji="0" lang="en-US" sz="1050" b="0" i="0" u="none" strike="noStrike" kern="1200" cap="none" spc="0" normalizeH="0" baseline="0" noProof="0">
                <a:ln>
                  <a:noFill/>
                </a:ln>
                <a:solidFill>
                  <a:srgbClr val="000000"/>
                </a:solidFill>
                <a:effectLst/>
                <a:uLnTx/>
                <a:uFillTx/>
                <a:latin typeface="Aktiv Grotesk"/>
                <a:ea typeface="+mn-ea"/>
                <a:cs typeface="Aktiv Grotesk" panose="020B0604020202020204" pitchFamily="34" charset="0"/>
                <a:sym typeface="Aktiv Grotesk" panose="020B0604020202020204" pitchFamily="34" charset="0"/>
              </a:rPr>
              <a:t>Cloud Architecture / DevOps Engagement </a:t>
            </a:r>
          </a:p>
        </p:txBody>
      </p:sp>
      <p:cxnSp>
        <p:nvCxnSpPr>
          <p:cNvPr id="27" name="Straight Connector 26">
            <a:extLst>
              <a:ext uri="{FF2B5EF4-FFF2-40B4-BE49-F238E27FC236}">
                <a16:creationId xmlns:a16="http://schemas.microsoft.com/office/drawing/2014/main" id="{DE90B637-9F67-BB5A-AA71-3ECDDDD7F3AE}"/>
              </a:ext>
            </a:extLst>
          </p:cNvPr>
          <p:cNvCxnSpPr>
            <a:cxnSpLocks/>
          </p:cNvCxnSpPr>
          <p:nvPr/>
        </p:nvCxnSpPr>
        <p:spPr>
          <a:xfrm>
            <a:off x="8273300" y="5491879"/>
            <a:ext cx="0" cy="1118437"/>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pic>
        <p:nvPicPr>
          <p:cNvPr id="102" name="Picture 101" descr="image.png"/>
          <p:cNvPicPr>
            <a:picLocks noChangeAspect="1"/>
          </p:cNvPicPr>
          <p:nvPr/>
        </p:nvPicPr>
        <p:blipFill>
          <a:blip r:embed="rId14"/>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602755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traight Connector 32">
            <a:extLst>
              <a:ext uri="{FF2B5EF4-FFF2-40B4-BE49-F238E27FC236}">
                <a16:creationId xmlns:a16="http://schemas.microsoft.com/office/drawing/2014/main" id="{0D37D6F9-451F-612B-DC4E-4FB0E8F21D32}"/>
              </a:ext>
            </a:extLst>
          </p:cNvPr>
          <p:cNvSpPr/>
          <p:nvPr/>
        </p:nvSpPr>
        <p:spPr>
          <a:xfrm>
            <a:off x="4272524" y="2232718"/>
            <a:ext cx="0" cy="300440"/>
          </a:xfrm>
          <a:prstGeom prst="line">
            <a:avLst/>
          </a:prstGeom>
          <a:ln w="19050">
            <a:solidFill>
              <a:srgbClr val="EB0000"/>
            </a:solidFill>
            <a:miter/>
            <a:headEnd type="oval"/>
          </a:ln>
        </p:spPr>
        <p:txBody>
          <a:bodyPr lIns="45719" rIns="45719"/>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2" name="Title 3">
            <a:extLst>
              <a:ext uri="{FF2B5EF4-FFF2-40B4-BE49-F238E27FC236}">
                <a16:creationId xmlns:a16="http://schemas.microsoft.com/office/drawing/2014/main" id="{C7EFFFD8-86BF-9223-8CFC-A7E70DEE1F53}"/>
              </a:ext>
            </a:extLst>
          </p:cNvPr>
          <p:cNvSpPr>
            <a:spLocks noGrp="1"/>
          </p:cNvSpPr>
          <p:nvPr>
            <p:ph type="title"/>
          </p:nvPr>
        </p:nvSpPr>
        <p:spPr/>
        <p:txBody>
          <a:bodyPr/>
          <a:lstStyle/>
          <a:p>
            <a:r>
              <a:rPr lang="en-US"/>
              <a:t>Consultancy: Rackspace to Deliver Cloud Transformation … </a:t>
            </a:r>
          </a:p>
        </p:txBody>
      </p:sp>
      <p:sp>
        <p:nvSpPr>
          <p:cNvPr id="7" name="Slide Number Placeholder 6">
            <a:extLst>
              <a:ext uri="{FF2B5EF4-FFF2-40B4-BE49-F238E27FC236}">
                <a16:creationId xmlns:a16="http://schemas.microsoft.com/office/drawing/2014/main" id="{C2AD4665-FFDF-4DED-902D-200CA13E9379}"/>
              </a:ext>
            </a:extLst>
          </p:cNvPr>
          <p:cNvSpPr>
            <a:spLocks noGrp="1"/>
          </p:cNvSpPr>
          <p:nvPr>
            <p:ph type="sldNum" sz="quarter" idx="4"/>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62E77F0-FB5B-4E8E-9BC9-34F14560A017}" type="slidenum">
              <a:rPr kumimoji="0" lang="en-US" sz="700" b="0" i="0" u="none" strike="noStrike" kern="1200" cap="none" spc="0" normalizeH="0" baseline="0" noProof="0" smtClean="0">
                <a:ln>
                  <a:noFill/>
                </a:ln>
                <a:solidFill>
                  <a:srgbClr val="000000"/>
                </a:solidFill>
                <a:effectLst/>
                <a:uLnTx/>
                <a:uFillTx/>
                <a:latin typeface="Aktiv Grotesk"/>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17</a:t>
            </a:fld>
            <a:endParaRPr kumimoji="0" lang="en-US" sz="700" b="0" i="0" u="none" strike="noStrike" kern="1200" cap="none" spc="0" normalizeH="0" baseline="0" noProof="0">
              <a:ln>
                <a:noFill/>
              </a:ln>
              <a:solidFill>
                <a:srgbClr val="000000"/>
              </a:solidFill>
              <a:effectLst/>
              <a:uLnTx/>
              <a:uFillTx/>
              <a:latin typeface="Aktiv Grotesk"/>
              <a:ea typeface="+mn-ea"/>
              <a:cs typeface="+mn-cs"/>
            </a:endParaRPr>
          </a:p>
        </p:txBody>
      </p:sp>
      <p:grpSp>
        <p:nvGrpSpPr>
          <p:cNvPr id="32" name="Group 31">
            <a:extLst>
              <a:ext uri="{FF2B5EF4-FFF2-40B4-BE49-F238E27FC236}">
                <a16:creationId xmlns:a16="http://schemas.microsoft.com/office/drawing/2014/main" id="{BEF6E1DA-8FD3-9379-36E6-7C91849AA36D}"/>
              </a:ext>
            </a:extLst>
          </p:cNvPr>
          <p:cNvGrpSpPr/>
          <p:nvPr/>
        </p:nvGrpSpPr>
        <p:grpSpPr>
          <a:xfrm>
            <a:off x="297093" y="1235745"/>
            <a:ext cx="9667601" cy="4368421"/>
            <a:chOff x="297093" y="1235745"/>
            <a:chExt cx="9667601" cy="4368421"/>
          </a:xfrm>
        </p:grpSpPr>
        <p:sp>
          <p:nvSpPr>
            <p:cNvPr id="13" name="Straight Connector 62">
              <a:extLst>
                <a:ext uri="{FF2B5EF4-FFF2-40B4-BE49-F238E27FC236}">
                  <a16:creationId xmlns:a16="http://schemas.microsoft.com/office/drawing/2014/main" id="{589681C7-C5CB-8D23-141B-2D8AC7A3A822}"/>
                </a:ext>
              </a:extLst>
            </p:cNvPr>
            <p:cNvSpPr/>
            <p:nvPr/>
          </p:nvSpPr>
          <p:spPr>
            <a:xfrm>
              <a:off x="4994210" y="1869355"/>
              <a:ext cx="5124" cy="1111263"/>
            </a:xfrm>
            <a:prstGeom prst="line">
              <a:avLst/>
            </a:prstGeom>
            <a:ln w="19050">
              <a:solidFill>
                <a:srgbClr val="EB0000"/>
              </a:solidFill>
              <a:miter/>
              <a:headEnd type="oval"/>
            </a:ln>
          </p:spPr>
          <p:txBody>
            <a:bodyPr lIns="45719" rIns="45719"/>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14" name="Straight Connector 19">
              <a:extLst>
                <a:ext uri="{FF2B5EF4-FFF2-40B4-BE49-F238E27FC236}">
                  <a16:creationId xmlns:a16="http://schemas.microsoft.com/office/drawing/2014/main" id="{6EC3F6BB-2BC2-F075-1768-109D1ADB6D9E}"/>
                </a:ext>
              </a:extLst>
            </p:cNvPr>
            <p:cNvSpPr/>
            <p:nvPr/>
          </p:nvSpPr>
          <p:spPr>
            <a:xfrm flipH="1">
              <a:off x="2635644" y="1869355"/>
              <a:ext cx="7535" cy="1054107"/>
            </a:xfrm>
            <a:prstGeom prst="line">
              <a:avLst/>
            </a:prstGeom>
            <a:ln w="19050">
              <a:solidFill>
                <a:srgbClr val="EB0000"/>
              </a:solidFill>
              <a:miter/>
              <a:headEnd type="oval"/>
            </a:ln>
          </p:spPr>
          <p:txBody>
            <a:bodyPr lIns="45719" rIns="45719"/>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grpSp>
          <p:nvGrpSpPr>
            <p:cNvPr id="16" name="Group 15">
              <a:extLst>
                <a:ext uri="{FF2B5EF4-FFF2-40B4-BE49-F238E27FC236}">
                  <a16:creationId xmlns:a16="http://schemas.microsoft.com/office/drawing/2014/main" id="{74ED04D2-7AB5-CCD8-44FF-8B079892C616}"/>
                </a:ext>
              </a:extLst>
            </p:cNvPr>
            <p:cNvGrpSpPr/>
            <p:nvPr/>
          </p:nvGrpSpPr>
          <p:grpSpPr>
            <a:xfrm>
              <a:off x="297093" y="1235745"/>
              <a:ext cx="9667601" cy="4368421"/>
              <a:chOff x="297093" y="1235745"/>
              <a:chExt cx="9667601" cy="4368421"/>
            </a:xfrm>
          </p:grpSpPr>
          <p:sp>
            <p:nvSpPr>
              <p:cNvPr id="19" name="Straight Connector 13">
                <a:extLst>
                  <a:ext uri="{FF2B5EF4-FFF2-40B4-BE49-F238E27FC236}">
                    <a16:creationId xmlns:a16="http://schemas.microsoft.com/office/drawing/2014/main" id="{8E4509FE-206E-71EC-CB1A-5B3945C87718}"/>
                  </a:ext>
                </a:extLst>
              </p:cNvPr>
              <p:cNvSpPr/>
              <p:nvPr/>
            </p:nvSpPr>
            <p:spPr>
              <a:xfrm flipH="1">
                <a:off x="1020443" y="1691148"/>
                <a:ext cx="1" cy="991091"/>
              </a:xfrm>
              <a:prstGeom prst="line">
                <a:avLst/>
              </a:prstGeom>
              <a:ln w="19050">
                <a:solidFill>
                  <a:srgbClr val="EB0000"/>
                </a:solidFill>
                <a:miter/>
                <a:headEnd type="oval"/>
              </a:ln>
            </p:spPr>
            <p:txBody>
              <a:bodyPr lIns="45719" rIns="45719"/>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20" name="TextBox 17">
                <a:extLst>
                  <a:ext uri="{FF2B5EF4-FFF2-40B4-BE49-F238E27FC236}">
                    <a16:creationId xmlns:a16="http://schemas.microsoft.com/office/drawing/2014/main" id="{82A9A1F5-8BA6-9D53-251A-C6D4D828A353}"/>
                  </a:ext>
                </a:extLst>
              </p:cNvPr>
              <p:cNvSpPr txBox="1"/>
              <p:nvPr/>
            </p:nvSpPr>
            <p:spPr>
              <a:xfrm>
                <a:off x="297093" y="1235745"/>
                <a:ext cx="1557266" cy="4308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914400">
                  <a:defRPr sz="1100">
                    <a:solidFill>
                      <a:srgbClr val="F2F2F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People and Skills Assessment </a:t>
                </a:r>
                <a:endParaRPr kumimoji="0"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21" name="TextBox 20">
                <a:extLst>
                  <a:ext uri="{FF2B5EF4-FFF2-40B4-BE49-F238E27FC236}">
                    <a16:creationId xmlns:a16="http://schemas.microsoft.com/office/drawing/2014/main" id="{B9BB49CC-45B8-6DC5-8F06-542DEE907AAA}"/>
                  </a:ext>
                </a:extLst>
              </p:cNvPr>
              <p:cNvSpPr txBox="1"/>
              <p:nvPr/>
            </p:nvSpPr>
            <p:spPr>
              <a:xfrm>
                <a:off x="677820" y="5004002"/>
                <a:ext cx="1140691" cy="6001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914400">
                  <a:defRPr sz="1100">
                    <a:solidFill>
                      <a:srgbClr val="F2F2F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rgbClr val="000000"/>
                    </a:solidFill>
                    <a:latin typeface="Fira Sans" panose="020B0503050000020004" pitchFamily="34" charset="0"/>
                  </a:rPr>
                  <a:t>Cloud Management Office D</a:t>
                </a:r>
                <a:r>
                  <a:rPr kumimoji="0" sz="1100" b="0" i="0" u="none" strike="noStrike" kern="1200" cap="none" spc="0" normalizeH="0" baseline="0" noProof="0" err="1">
                    <a:ln>
                      <a:noFill/>
                    </a:ln>
                    <a:solidFill>
                      <a:srgbClr val="000000"/>
                    </a:solidFill>
                    <a:effectLst/>
                    <a:uLnTx/>
                    <a:uFillTx/>
                    <a:latin typeface="Fira Sans" panose="020B0503050000020004" pitchFamily="34" charset="0"/>
                    <a:ea typeface="+mn-ea"/>
                    <a:cs typeface="+mn-cs"/>
                  </a:rPr>
                  <a:t>esign</a:t>
                </a:r>
                <a:endParaRPr kumimoji="0"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22" name="Straight Connector 26">
                <a:extLst>
                  <a:ext uri="{FF2B5EF4-FFF2-40B4-BE49-F238E27FC236}">
                    <a16:creationId xmlns:a16="http://schemas.microsoft.com/office/drawing/2014/main" id="{CBDFBEA1-13C9-89A2-E9D9-E97E2851DD3D}"/>
                  </a:ext>
                </a:extLst>
              </p:cNvPr>
              <p:cNvSpPr/>
              <p:nvPr/>
            </p:nvSpPr>
            <p:spPr>
              <a:xfrm>
                <a:off x="6131185" y="2023066"/>
                <a:ext cx="1" cy="813436"/>
              </a:xfrm>
              <a:prstGeom prst="line">
                <a:avLst/>
              </a:prstGeom>
              <a:ln w="19050">
                <a:solidFill>
                  <a:srgbClr val="EB0000"/>
                </a:solidFill>
                <a:miter/>
                <a:headEnd type="oval"/>
              </a:ln>
            </p:spPr>
            <p:txBody>
              <a:bodyPr lIns="45719" rIns="45719"/>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24" name="Straight Connector 28">
                <a:extLst>
                  <a:ext uri="{FF2B5EF4-FFF2-40B4-BE49-F238E27FC236}">
                    <a16:creationId xmlns:a16="http://schemas.microsoft.com/office/drawing/2014/main" id="{0A789E9C-E2DA-8279-337F-4033780EA1DD}"/>
                  </a:ext>
                </a:extLst>
              </p:cNvPr>
              <p:cNvSpPr/>
              <p:nvPr/>
            </p:nvSpPr>
            <p:spPr>
              <a:xfrm>
                <a:off x="1766921" y="2032288"/>
                <a:ext cx="1" cy="672351"/>
              </a:xfrm>
              <a:prstGeom prst="line">
                <a:avLst/>
              </a:prstGeom>
              <a:ln w="19050">
                <a:solidFill>
                  <a:srgbClr val="EB0000"/>
                </a:solidFill>
                <a:miter/>
                <a:headEnd type="oval"/>
              </a:ln>
            </p:spPr>
            <p:txBody>
              <a:bodyPr lIns="45719" rIns="45719"/>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26" name="Straight Connector 32">
                <a:extLst>
                  <a:ext uri="{FF2B5EF4-FFF2-40B4-BE49-F238E27FC236}">
                    <a16:creationId xmlns:a16="http://schemas.microsoft.com/office/drawing/2014/main" id="{1FC00BBB-FA80-11D5-CA92-CEDEBDE5BDB4}"/>
                  </a:ext>
                </a:extLst>
              </p:cNvPr>
              <p:cNvSpPr/>
              <p:nvPr/>
            </p:nvSpPr>
            <p:spPr>
              <a:xfrm>
                <a:off x="3553747" y="1715495"/>
                <a:ext cx="1" cy="850911"/>
              </a:xfrm>
              <a:prstGeom prst="line">
                <a:avLst/>
              </a:prstGeom>
              <a:ln w="19050">
                <a:solidFill>
                  <a:srgbClr val="EB0000"/>
                </a:solidFill>
                <a:miter/>
                <a:headEnd type="oval"/>
              </a:ln>
            </p:spPr>
            <p:txBody>
              <a:bodyPr lIns="45719" rIns="45719"/>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28" name="Straight Connector 34">
                <a:extLst>
                  <a:ext uri="{FF2B5EF4-FFF2-40B4-BE49-F238E27FC236}">
                    <a16:creationId xmlns:a16="http://schemas.microsoft.com/office/drawing/2014/main" id="{3B559CD1-1E49-AAA8-64A2-9FAFB8C1BF54}"/>
                  </a:ext>
                </a:extLst>
              </p:cNvPr>
              <p:cNvSpPr/>
              <p:nvPr/>
            </p:nvSpPr>
            <p:spPr>
              <a:xfrm>
                <a:off x="7927643" y="1673933"/>
                <a:ext cx="1" cy="1008307"/>
              </a:xfrm>
              <a:prstGeom prst="line">
                <a:avLst/>
              </a:prstGeom>
              <a:ln w="19050">
                <a:solidFill>
                  <a:srgbClr val="EB0000"/>
                </a:solidFill>
                <a:miter/>
                <a:headEnd type="oval"/>
              </a:ln>
            </p:spPr>
            <p:txBody>
              <a:bodyPr lIns="45719" rIns="45719"/>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29" name="Straight Connector 36">
                <a:extLst>
                  <a:ext uri="{FF2B5EF4-FFF2-40B4-BE49-F238E27FC236}">
                    <a16:creationId xmlns:a16="http://schemas.microsoft.com/office/drawing/2014/main" id="{E034800A-2142-8920-A7F6-64F4988A1C30}"/>
                  </a:ext>
                </a:extLst>
              </p:cNvPr>
              <p:cNvSpPr/>
              <p:nvPr/>
            </p:nvSpPr>
            <p:spPr>
              <a:xfrm>
                <a:off x="9964693" y="1711407"/>
                <a:ext cx="1" cy="813436"/>
              </a:xfrm>
              <a:prstGeom prst="line">
                <a:avLst/>
              </a:prstGeom>
              <a:ln w="19050">
                <a:solidFill>
                  <a:srgbClr val="EB0000"/>
                </a:solidFill>
                <a:miter/>
                <a:headEnd type="oval"/>
              </a:ln>
            </p:spPr>
            <p:txBody>
              <a:bodyPr lIns="45719" rIns="45719"/>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grpSp>
      </p:grpSp>
      <p:sp>
        <p:nvSpPr>
          <p:cNvPr id="6" name="Rectangle 9">
            <a:extLst>
              <a:ext uri="{FF2B5EF4-FFF2-40B4-BE49-F238E27FC236}">
                <a16:creationId xmlns:a16="http://schemas.microsoft.com/office/drawing/2014/main" id="{9C7E63E0-00E0-301F-FCB0-8B5FAC93F7D8}"/>
              </a:ext>
            </a:extLst>
          </p:cNvPr>
          <p:cNvSpPr/>
          <p:nvPr/>
        </p:nvSpPr>
        <p:spPr>
          <a:xfrm>
            <a:off x="0" y="2368664"/>
            <a:ext cx="12192000" cy="184026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Tx/>
              <a:buNone/>
              <a:tabLst/>
              <a:defRPr/>
            </a:pPr>
            <a:endParaRPr kumimoji="0" sz="1400" b="0" i="0" u="none" strike="noStrike" kern="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34" name="Straight Connector 25">
            <a:extLst>
              <a:ext uri="{FF2B5EF4-FFF2-40B4-BE49-F238E27FC236}">
                <a16:creationId xmlns:a16="http://schemas.microsoft.com/office/drawing/2014/main" id="{2DBF6FA0-8C85-05AF-5649-09F63D2E6C03}"/>
              </a:ext>
            </a:extLst>
          </p:cNvPr>
          <p:cNvSpPr/>
          <p:nvPr/>
        </p:nvSpPr>
        <p:spPr>
          <a:xfrm flipH="1">
            <a:off x="3239506" y="3661957"/>
            <a:ext cx="1" cy="2142711"/>
          </a:xfrm>
          <a:prstGeom prst="line">
            <a:avLst/>
          </a:prstGeom>
          <a:ln w="19050">
            <a:solidFill>
              <a:srgbClr val="EB0000"/>
            </a:solidFill>
            <a:miter/>
            <a:tailEnd type="oval"/>
          </a:ln>
        </p:spPr>
        <p:txBody>
          <a:bodyPr lIns="45719" rIns="45719"/>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35" name="Straight Connector 45">
            <a:extLst>
              <a:ext uri="{FF2B5EF4-FFF2-40B4-BE49-F238E27FC236}">
                <a16:creationId xmlns:a16="http://schemas.microsoft.com/office/drawing/2014/main" id="{985C2140-60F0-7EDA-33DD-6FA0FCB96E2E}"/>
              </a:ext>
            </a:extLst>
          </p:cNvPr>
          <p:cNvSpPr/>
          <p:nvPr/>
        </p:nvSpPr>
        <p:spPr>
          <a:xfrm>
            <a:off x="4493885" y="4103051"/>
            <a:ext cx="6900" cy="1210373"/>
          </a:xfrm>
          <a:prstGeom prst="line">
            <a:avLst/>
          </a:prstGeom>
          <a:ln w="19050">
            <a:solidFill>
              <a:srgbClr val="EB0000"/>
            </a:solidFill>
            <a:miter/>
            <a:tailEnd type="oval"/>
          </a:ln>
        </p:spPr>
        <p:txBody>
          <a:bodyPr lIns="45719" rIns="45719"/>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grpSp>
        <p:nvGrpSpPr>
          <p:cNvPr id="36" name="Group 35">
            <a:extLst>
              <a:ext uri="{FF2B5EF4-FFF2-40B4-BE49-F238E27FC236}">
                <a16:creationId xmlns:a16="http://schemas.microsoft.com/office/drawing/2014/main" id="{D0529748-3AAE-870A-DF07-9FE621884960}"/>
              </a:ext>
            </a:extLst>
          </p:cNvPr>
          <p:cNvGrpSpPr/>
          <p:nvPr/>
        </p:nvGrpSpPr>
        <p:grpSpPr>
          <a:xfrm>
            <a:off x="1026144" y="3933950"/>
            <a:ext cx="9772747" cy="2701800"/>
            <a:chOff x="991638" y="3818757"/>
            <a:chExt cx="9772747" cy="2701800"/>
          </a:xfrm>
        </p:grpSpPr>
        <p:sp>
          <p:nvSpPr>
            <p:cNvPr id="49" name="Straight Connector 43">
              <a:extLst>
                <a:ext uri="{FF2B5EF4-FFF2-40B4-BE49-F238E27FC236}">
                  <a16:creationId xmlns:a16="http://schemas.microsoft.com/office/drawing/2014/main" id="{9E5AB2B3-19C1-8B5F-B26F-5F02680F0FAB}"/>
                </a:ext>
              </a:extLst>
            </p:cNvPr>
            <p:cNvSpPr/>
            <p:nvPr/>
          </p:nvSpPr>
          <p:spPr>
            <a:xfrm>
              <a:off x="6429695" y="3953890"/>
              <a:ext cx="10662" cy="1512960"/>
            </a:xfrm>
            <a:prstGeom prst="line">
              <a:avLst/>
            </a:prstGeom>
            <a:ln w="19050">
              <a:solidFill>
                <a:srgbClr val="EB0000"/>
              </a:solidFill>
              <a:miter/>
              <a:tailEnd type="oval"/>
            </a:ln>
          </p:spPr>
          <p:txBody>
            <a:bodyPr lIns="45719" rIns="45719"/>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45" name="Straight Connector 39">
              <a:extLst>
                <a:ext uri="{FF2B5EF4-FFF2-40B4-BE49-F238E27FC236}">
                  <a16:creationId xmlns:a16="http://schemas.microsoft.com/office/drawing/2014/main" id="{DFB99B02-BAFC-C78D-4C3E-31D898FABD65}"/>
                </a:ext>
              </a:extLst>
            </p:cNvPr>
            <p:cNvSpPr/>
            <p:nvPr/>
          </p:nvSpPr>
          <p:spPr>
            <a:xfrm>
              <a:off x="3525897" y="3818757"/>
              <a:ext cx="1" cy="813436"/>
            </a:xfrm>
            <a:prstGeom prst="line">
              <a:avLst/>
            </a:prstGeom>
            <a:ln w="19050">
              <a:solidFill>
                <a:srgbClr val="EB0000"/>
              </a:solidFill>
              <a:miter/>
              <a:tailEnd type="oval"/>
            </a:ln>
          </p:spPr>
          <p:txBody>
            <a:bodyPr lIns="45719" rIns="45719"/>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37" name="Straight Connector 57">
              <a:extLst>
                <a:ext uri="{FF2B5EF4-FFF2-40B4-BE49-F238E27FC236}">
                  <a16:creationId xmlns:a16="http://schemas.microsoft.com/office/drawing/2014/main" id="{4392DB7A-788F-9E73-F086-DC8878CD27D3}"/>
                </a:ext>
              </a:extLst>
            </p:cNvPr>
            <p:cNvSpPr/>
            <p:nvPr/>
          </p:nvSpPr>
          <p:spPr>
            <a:xfrm>
              <a:off x="10764384" y="3932582"/>
              <a:ext cx="1" cy="813436"/>
            </a:xfrm>
            <a:prstGeom prst="line">
              <a:avLst/>
            </a:prstGeom>
            <a:ln w="19050">
              <a:solidFill>
                <a:srgbClr val="EB0000"/>
              </a:solidFill>
              <a:miter/>
              <a:tailEnd type="oval"/>
            </a:ln>
          </p:spPr>
          <p:txBody>
            <a:bodyPr lIns="45719" rIns="45719"/>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38" name="Straight Connector 15">
              <a:extLst>
                <a:ext uri="{FF2B5EF4-FFF2-40B4-BE49-F238E27FC236}">
                  <a16:creationId xmlns:a16="http://schemas.microsoft.com/office/drawing/2014/main" id="{B2B6B91C-D29A-5BD2-3E92-39B4AC74AC6C}"/>
                </a:ext>
              </a:extLst>
            </p:cNvPr>
            <p:cNvSpPr/>
            <p:nvPr/>
          </p:nvSpPr>
          <p:spPr>
            <a:xfrm flipH="1">
              <a:off x="1773557" y="3981613"/>
              <a:ext cx="1" cy="1636396"/>
            </a:xfrm>
            <a:prstGeom prst="line">
              <a:avLst/>
            </a:prstGeom>
            <a:ln w="19050">
              <a:solidFill>
                <a:srgbClr val="EB0000"/>
              </a:solidFill>
              <a:miter/>
              <a:tailEnd type="oval"/>
            </a:ln>
          </p:spPr>
          <p:txBody>
            <a:bodyPr lIns="45719" rIns="45719"/>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39" name="TextBox 22">
              <a:extLst>
                <a:ext uri="{FF2B5EF4-FFF2-40B4-BE49-F238E27FC236}">
                  <a16:creationId xmlns:a16="http://schemas.microsoft.com/office/drawing/2014/main" id="{EB64C352-21AC-62B0-0949-593C19480576}"/>
                </a:ext>
              </a:extLst>
            </p:cNvPr>
            <p:cNvSpPr txBox="1"/>
            <p:nvPr/>
          </p:nvSpPr>
          <p:spPr>
            <a:xfrm>
              <a:off x="2955551" y="5751116"/>
              <a:ext cx="1140691" cy="769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914400">
                <a:defRPr sz="1100">
                  <a:solidFill>
                    <a:srgbClr val="F2F2F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Reference architectures for PaaS / Containers </a:t>
              </a:r>
              <a:endParaRPr kumimoji="0"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40" name="Straight Connector 23">
              <a:extLst>
                <a:ext uri="{FF2B5EF4-FFF2-40B4-BE49-F238E27FC236}">
                  <a16:creationId xmlns:a16="http://schemas.microsoft.com/office/drawing/2014/main" id="{BB240247-6F37-D8F3-DADB-305CFDEBA309}"/>
                </a:ext>
              </a:extLst>
            </p:cNvPr>
            <p:cNvSpPr/>
            <p:nvPr/>
          </p:nvSpPr>
          <p:spPr>
            <a:xfrm>
              <a:off x="2252990" y="3981613"/>
              <a:ext cx="1" cy="813436"/>
            </a:xfrm>
            <a:prstGeom prst="line">
              <a:avLst/>
            </a:prstGeom>
            <a:ln w="19050">
              <a:solidFill>
                <a:srgbClr val="EB0000"/>
              </a:solidFill>
              <a:miter/>
              <a:tailEnd type="oval"/>
            </a:ln>
          </p:spPr>
          <p:txBody>
            <a:bodyPr lIns="45719" rIns="45719"/>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41" name="TextBox 24">
              <a:extLst>
                <a:ext uri="{FF2B5EF4-FFF2-40B4-BE49-F238E27FC236}">
                  <a16:creationId xmlns:a16="http://schemas.microsoft.com/office/drawing/2014/main" id="{9AAF9B8F-9F8E-835A-E5D2-5DC180F270D7}"/>
                </a:ext>
              </a:extLst>
            </p:cNvPr>
            <p:cNvSpPr txBox="1"/>
            <p:nvPr/>
          </p:nvSpPr>
          <p:spPr>
            <a:xfrm>
              <a:off x="2061767" y="4850337"/>
              <a:ext cx="930247" cy="4308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914400">
                <a:defRPr sz="1100">
                  <a:solidFill>
                    <a:srgbClr val="F2F2F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Landing Zone Design</a:t>
              </a:r>
            </a:p>
          </p:txBody>
        </p:sp>
        <p:sp>
          <p:nvSpPr>
            <p:cNvPr id="42" name="Straight Connector 30">
              <a:extLst>
                <a:ext uri="{FF2B5EF4-FFF2-40B4-BE49-F238E27FC236}">
                  <a16:creationId xmlns:a16="http://schemas.microsoft.com/office/drawing/2014/main" id="{BFD4DFE0-70F2-C7C5-3D08-1D8FC6881D9D}"/>
                </a:ext>
              </a:extLst>
            </p:cNvPr>
            <p:cNvSpPr/>
            <p:nvPr/>
          </p:nvSpPr>
          <p:spPr>
            <a:xfrm flipH="1">
              <a:off x="991638" y="3981613"/>
              <a:ext cx="1" cy="813436"/>
            </a:xfrm>
            <a:prstGeom prst="line">
              <a:avLst/>
            </a:prstGeom>
            <a:ln w="19050">
              <a:solidFill>
                <a:srgbClr val="EB0000"/>
              </a:solidFill>
              <a:miter/>
              <a:tailEnd type="oval"/>
            </a:ln>
          </p:spPr>
          <p:txBody>
            <a:bodyPr lIns="45719" rIns="45719"/>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46" name="TextBox 40">
              <a:extLst>
                <a:ext uri="{FF2B5EF4-FFF2-40B4-BE49-F238E27FC236}">
                  <a16:creationId xmlns:a16="http://schemas.microsoft.com/office/drawing/2014/main" id="{B6C780BE-1D71-827A-E066-0C7C41455D63}"/>
                </a:ext>
              </a:extLst>
            </p:cNvPr>
            <p:cNvSpPr txBox="1"/>
            <p:nvPr/>
          </p:nvSpPr>
          <p:spPr>
            <a:xfrm>
              <a:off x="5062558" y="4852951"/>
              <a:ext cx="1140691" cy="769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914400">
                <a:defRPr sz="1100">
                  <a:solidFill>
                    <a:srgbClr val="F2F2F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Cloud Native Platform Frameworks and Automation</a:t>
              </a:r>
            </a:p>
          </p:txBody>
        </p:sp>
        <p:sp>
          <p:nvSpPr>
            <p:cNvPr id="47" name="Straight Connector 41">
              <a:extLst>
                <a:ext uri="{FF2B5EF4-FFF2-40B4-BE49-F238E27FC236}">
                  <a16:creationId xmlns:a16="http://schemas.microsoft.com/office/drawing/2014/main" id="{41EB0719-CE45-6CA2-8CBF-A837329492C0}"/>
                </a:ext>
              </a:extLst>
            </p:cNvPr>
            <p:cNvSpPr/>
            <p:nvPr/>
          </p:nvSpPr>
          <p:spPr>
            <a:xfrm>
              <a:off x="5254697" y="3973552"/>
              <a:ext cx="1" cy="813436"/>
            </a:xfrm>
            <a:prstGeom prst="line">
              <a:avLst/>
            </a:prstGeom>
            <a:ln w="19050">
              <a:solidFill>
                <a:srgbClr val="EB0000"/>
              </a:solidFill>
              <a:miter/>
              <a:tailEnd type="oval"/>
            </a:ln>
          </p:spPr>
          <p:txBody>
            <a:bodyPr lIns="45719" rIns="45719"/>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52" name="Straight Connector 47">
              <a:extLst>
                <a:ext uri="{FF2B5EF4-FFF2-40B4-BE49-F238E27FC236}">
                  <a16:creationId xmlns:a16="http://schemas.microsoft.com/office/drawing/2014/main" id="{17AF87A3-F038-B8AC-47A6-7A897BBA392C}"/>
                </a:ext>
              </a:extLst>
            </p:cNvPr>
            <p:cNvSpPr/>
            <p:nvPr/>
          </p:nvSpPr>
          <p:spPr>
            <a:xfrm>
              <a:off x="8669048" y="3907305"/>
              <a:ext cx="1" cy="813436"/>
            </a:xfrm>
            <a:prstGeom prst="line">
              <a:avLst/>
            </a:prstGeom>
            <a:ln w="19050">
              <a:solidFill>
                <a:srgbClr val="EB0000"/>
              </a:solidFill>
              <a:miter/>
              <a:tailEnd type="oval"/>
            </a:ln>
          </p:spPr>
          <p:txBody>
            <a:bodyPr lIns="45719" rIns="45719"/>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54" name="Straight Connector 49">
              <a:extLst>
                <a:ext uri="{FF2B5EF4-FFF2-40B4-BE49-F238E27FC236}">
                  <a16:creationId xmlns:a16="http://schemas.microsoft.com/office/drawing/2014/main" id="{7C85E4DC-734A-DF68-9A65-CA48CDE6A1EB}"/>
                </a:ext>
              </a:extLst>
            </p:cNvPr>
            <p:cNvSpPr/>
            <p:nvPr/>
          </p:nvSpPr>
          <p:spPr>
            <a:xfrm>
              <a:off x="9901750" y="3981613"/>
              <a:ext cx="1" cy="1636396"/>
            </a:xfrm>
            <a:prstGeom prst="line">
              <a:avLst/>
            </a:prstGeom>
            <a:ln w="19050">
              <a:solidFill>
                <a:srgbClr val="EB0000"/>
              </a:solidFill>
              <a:miter/>
              <a:tailEnd type="oval"/>
            </a:ln>
          </p:spPr>
          <p:txBody>
            <a:bodyPr lIns="45719" rIns="45719"/>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56" name="Straight Connector 51">
              <a:extLst>
                <a:ext uri="{FF2B5EF4-FFF2-40B4-BE49-F238E27FC236}">
                  <a16:creationId xmlns:a16="http://schemas.microsoft.com/office/drawing/2014/main" id="{04E35D72-679E-584C-40FA-56428E3E02E5}"/>
                </a:ext>
              </a:extLst>
            </p:cNvPr>
            <p:cNvSpPr/>
            <p:nvPr/>
          </p:nvSpPr>
          <p:spPr>
            <a:xfrm>
              <a:off x="7686906" y="3922479"/>
              <a:ext cx="1" cy="813436"/>
            </a:xfrm>
            <a:prstGeom prst="line">
              <a:avLst/>
            </a:prstGeom>
            <a:ln w="19050">
              <a:solidFill>
                <a:srgbClr val="EB0000"/>
              </a:solidFill>
              <a:miter/>
              <a:tailEnd type="oval"/>
            </a:ln>
          </p:spPr>
          <p:txBody>
            <a:bodyPr lIns="45719" rIns="45719"/>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58" name="TextBox 61">
              <a:extLst>
                <a:ext uri="{FF2B5EF4-FFF2-40B4-BE49-F238E27FC236}">
                  <a16:creationId xmlns:a16="http://schemas.microsoft.com/office/drawing/2014/main" id="{D82FFC27-A554-AB7B-A4F7-872DF5D2222C}"/>
                </a:ext>
              </a:extLst>
            </p:cNvPr>
            <p:cNvSpPr txBox="1"/>
            <p:nvPr/>
          </p:nvSpPr>
          <p:spPr>
            <a:xfrm>
              <a:off x="1213660" y="5711769"/>
              <a:ext cx="1598598"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914400">
                <a:defRPr sz="1100">
                  <a:solidFill>
                    <a:srgbClr val="F2F2F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grpSp>
      <p:sp>
        <p:nvSpPr>
          <p:cNvPr id="80" name="TextBox 33">
            <a:extLst>
              <a:ext uri="{FF2B5EF4-FFF2-40B4-BE49-F238E27FC236}">
                <a16:creationId xmlns:a16="http://schemas.microsoft.com/office/drawing/2014/main" id="{472C7BCC-99E0-42A9-1A35-ED06A3E0E069}"/>
              </a:ext>
            </a:extLst>
          </p:cNvPr>
          <p:cNvSpPr txBox="1"/>
          <p:nvPr/>
        </p:nvSpPr>
        <p:spPr>
          <a:xfrm>
            <a:off x="9602756" y="5864308"/>
            <a:ext cx="1224512" cy="43088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spAutoFit/>
          </a:bodyPr>
          <a:lstStyle>
            <a:lvl1pPr defTabSz="914400">
              <a:defRPr sz="1100">
                <a:solidFill>
                  <a:srgbClr val="F2F2F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Platform Engineering</a:t>
            </a:r>
            <a:endParaRPr kumimoji="0"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9" name="TextBox 52">
            <a:extLst>
              <a:ext uri="{FF2B5EF4-FFF2-40B4-BE49-F238E27FC236}">
                <a16:creationId xmlns:a16="http://schemas.microsoft.com/office/drawing/2014/main" id="{7808D7DA-08B9-2259-1FBA-6937A78F9948}"/>
              </a:ext>
            </a:extLst>
          </p:cNvPr>
          <p:cNvSpPr txBox="1"/>
          <p:nvPr/>
        </p:nvSpPr>
        <p:spPr>
          <a:xfrm rot="16200000">
            <a:off x="-249801" y="3008526"/>
            <a:ext cx="1436524" cy="5232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defTabSz="914400">
              <a:defRPr sz="14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00000"/>
                </a:solidFill>
                <a:effectLst/>
                <a:uLnTx/>
                <a:uFillTx/>
                <a:latin typeface="Fira Sans" panose="020B0503050000020004" pitchFamily="34" charset="0"/>
                <a:ea typeface="+mn-ea"/>
                <a:cs typeface="+mn-cs"/>
              </a:rPr>
              <a:t>BUSINESS DRIVERS</a:t>
            </a:r>
          </a:p>
        </p:txBody>
      </p:sp>
      <p:sp>
        <p:nvSpPr>
          <p:cNvPr id="11" name="TextBox 53">
            <a:extLst>
              <a:ext uri="{FF2B5EF4-FFF2-40B4-BE49-F238E27FC236}">
                <a16:creationId xmlns:a16="http://schemas.microsoft.com/office/drawing/2014/main" id="{27CE64EA-76F5-92C8-6AEA-8136A38854B3}"/>
              </a:ext>
            </a:extLst>
          </p:cNvPr>
          <p:cNvSpPr txBox="1"/>
          <p:nvPr/>
        </p:nvSpPr>
        <p:spPr>
          <a:xfrm rot="5400000">
            <a:off x="11015017" y="3039510"/>
            <a:ext cx="1535926" cy="52322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ctr" defTabSz="914400">
              <a:defRPr sz="14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000000"/>
                </a:solidFill>
                <a:effectLst/>
                <a:uLnTx/>
                <a:uFillTx/>
                <a:latin typeface="Fira Sans" panose="020B0503050000020004" pitchFamily="34" charset="0"/>
                <a:ea typeface="+mn-ea"/>
                <a:cs typeface="+mn-cs"/>
              </a:rPr>
              <a:t> BUSINESS OUTCOMES</a:t>
            </a:r>
          </a:p>
        </p:txBody>
      </p:sp>
      <p:sp>
        <p:nvSpPr>
          <p:cNvPr id="5" name="Arrow: Right 4">
            <a:extLst>
              <a:ext uri="{FF2B5EF4-FFF2-40B4-BE49-F238E27FC236}">
                <a16:creationId xmlns:a16="http://schemas.microsoft.com/office/drawing/2014/main" id="{10C48893-9120-0152-3730-F87DA0F4EF33}"/>
              </a:ext>
            </a:extLst>
          </p:cNvPr>
          <p:cNvSpPr/>
          <p:nvPr/>
        </p:nvSpPr>
        <p:spPr>
          <a:xfrm>
            <a:off x="856843" y="2452127"/>
            <a:ext cx="10305287" cy="51146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t>Increased Velocity (faster innovation cycles) </a:t>
            </a:r>
            <a:endParaRPr lang="en-GB" sz="1800"/>
          </a:p>
        </p:txBody>
      </p:sp>
      <p:sp>
        <p:nvSpPr>
          <p:cNvPr id="8" name="Arrow: Right 7">
            <a:extLst>
              <a:ext uri="{FF2B5EF4-FFF2-40B4-BE49-F238E27FC236}">
                <a16:creationId xmlns:a16="http://schemas.microsoft.com/office/drawing/2014/main" id="{02CBBF54-7BA4-61CA-85C1-EE59CC0DD0C9}"/>
              </a:ext>
            </a:extLst>
          </p:cNvPr>
          <p:cNvSpPr/>
          <p:nvPr/>
        </p:nvSpPr>
        <p:spPr>
          <a:xfrm>
            <a:off x="866879" y="2880413"/>
            <a:ext cx="10305287" cy="51146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a:t>Increased Developer Productivity (happier engineers) </a:t>
            </a:r>
            <a:endParaRPr lang="en-GB" sz="1800"/>
          </a:p>
        </p:txBody>
      </p:sp>
      <p:sp>
        <p:nvSpPr>
          <p:cNvPr id="10" name="Arrow: Right 9">
            <a:extLst>
              <a:ext uri="{FF2B5EF4-FFF2-40B4-BE49-F238E27FC236}">
                <a16:creationId xmlns:a16="http://schemas.microsoft.com/office/drawing/2014/main" id="{88B6AE60-C562-5D0A-48F2-A3EE62E20E48}"/>
              </a:ext>
            </a:extLst>
          </p:cNvPr>
          <p:cNvSpPr/>
          <p:nvPr/>
        </p:nvSpPr>
        <p:spPr>
          <a:xfrm>
            <a:off x="856843" y="3353143"/>
            <a:ext cx="10305287" cy="51146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Increased Utilization of Cloud Spend (better ROI)</a:t>
            </a:r>
            <a:endParaRPr lang="en-GB" sz="4000"/>
          </a:p>
        </p:txBody>
      </p:sp>
      <p:sp>
        <p:nvSpPr>
          <p:cNvPr id="12" name="Arrow: Right 11">
            <a:extLst>
              <a:ext uri="{FF2B5EF4-FFF2-40B4-BE49-F238E27FC236}">
                <a16:creationId xmlns:a16="http://schemas.microsoft.com/office/drawing/2014/main" id="{CD184D60-B81E-97F6-F981-D6F65E32F94D}"/>
              </a:ext>
            </a:extLst>
          </p:cNvPr>
          <p:cNvSpPr/>
          <p:nvPr/>
        </p:nvSpPr>
        <p:spPr>
          <a:xfrm>
            <a:off x="856843" y="3760199"/>
            <a:ext cx="10305287" cy="511466"/>
          </a:xfrm>
          <a:prstGeom prst="rightArrow">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800"/>
              <a:t>Increased Cloud Security, Performance and Operational Excellence</a:t>
            </a:r>
            <a:endParaRPr lang="en-GB" sz="4400"/>
          </a:p>
        </p:txBody>
      </p:sp>
      <p:sp>
        <p:nvSpPr>
          <p:cNvPr id="33" name="TextBox 32">
            <a:extLst>
              <a:ext uri="{FF2B5EF4-FFF2-40B4-BE49-F238E27FC236}">
                <a16:creationId xmlns:a16="http://schemas.microsoft.com/office/drawing/2014/main" id="{D2EECA7C-523D-8900-FC9B-75CCC1D7B4F9}"/>
              </a:ext>
            </a:extLst>
          </p:cNvPr>
          <p:cNvSpPr txBox="1"/>
          <p:nvPr/>
        </p:nvSpPr>
        <p:spPr>
          <a:xfrm>
            <a:off x="3423576" y="1228892"/>
            <a:ext cx="1308444" cy="4308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defTabSz="914400">
              <a:defRPr sz="1100">
                <a:solidFill>
                  <a:srgbClr val="F2F2F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People upskilling program </a:t>
            </a:r>
            <a:endParaRPr kumimoji="0"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60" name="TextBox 59">
            <a:extLst>
              <a:ext uri="{FF2B5EF4-FFF2-40B4-BE49-F238E27FC236}">
                <a16:creationId xmlns:a16="http://schemas.microsoft.com/office/drawing/2014/main" id="{AF258C5E-FDC0-394A-F333-22D30F318683}"/>
              </a:ext>
            </a:extLst>
          </p:cNvPr>
          <p:cNvSpPr txBox="1"/>
          <p:nvPr/>
        </p:nvSpPr>
        <p:spPr>
          <a:xfrm>
            <a:off x="1463821" y="1555607"/>
            <a:ext cx="1140691" cy="4308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914400">
              <a:defRPr sz="1100">
                <a:solidFill>
                  <a:srgbClr val="F2F2F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DevOps Assessment </a:t>
            </a:r>
            <a:endParaRPr kumimoji="0"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79" name="TextBox 78">
            <a:extLst>
              <a:ext uri="{FF2B5EF4-FFF2-40B4-BE49-F238E27FC236}">
                <a16:creationId xmlns:a16="http://schemas.microsoft.com/office/drawing/2014/main" id="{24E93924-DC2A-2AB5-A20D-03196F564CC3}"/>
              </a:ext>
            </a:extLst>
          </p:cNvPr>
          <p:cNvSpPr txBox="1"/>
          <p:nvPr/>
        </p:nvSpPr>
        <p:spPr>
          <a:xfrm>
            <a:off x="2356311" y="1331471"/>
            <a:ext cx="1140691" cy="4308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914400">
              <a:defRPr sz="1100">
                <a:solidFill>
                  <a:srgbClr val="F2F2F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ITSM Assessment</a:t>
            </a:r>
            <a:endParaRPr kumimoji="0"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81" name="TextBox 24">
            <a:extLst>
              <a:ext uri="{FF2B5EF4-FFF2-40B4-BE49-F238E27FC236}">
                <a16:creationId xmlns:a16="http://schemas.microsoft.com/office/drawing/2014/main" id="{5A8E1597-4A3B-3F34-F315-20A3F320AB26}"/>
              </a:ext>
            </a:extLst>
          </p:cNvPr>
          <p:cNvSpPr txBox="1"/>
          <p:nvPr/>
        </p:nvSpPr>
        <p:spPr>
          <a:xfrm>
            <a:off x="1501547" y="5872838"/>
            <a:ext cx="930247" cy="769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914400">
              <a:defRPr sz="1100">
                <a:solidFill>
                  <a:srgbClr val="F2F2F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Identity and access management review</a:t>
            </a:r>
            <a:endParaRPr kumimoji="0"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82" name="TextBox 24">
            <a:extLst>
              <a:ext uri="{FF2B5EF4-FFF2-40B4-BE49-F238E27FC236}">
                <a16:creationId xmlns:a16="http://schemas.microsoft.com/office/drawing/2014/main" id="{E2C99666-16DD-1CFF-F7ED-08E64F48BDDF}"/>
              </a:ext>
            </a:extLst>
          </p:cNvPr>
          <p:cNvSpPr txBox="1"/>
          <p:nvPr/>
        </p:nvSpPr>
        <p:spPr>
          <a:xfrm>
            <a:off x="3376815" y="4822175"/>
            <a:ext cx="930247" cy="6001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914400">
              <a:defRPr sz="1100">
                <a:solidFill>
                  <a:srgbClr val="F2F2F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Developer environment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rgbClr val="000000"/>
                </a:solidFill>
                <a:latin typeface="Fira Sans" panose="020B0503050000020004" pitchFamily="34" charset="0"/>
              </a:rPr>
              <a:t>design </a:t>
            </a:r>
            <a:endParaRPr kumimoji="0"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83" name="TextBox 24">
            <a:extLst>
              <a:ext uri="{FF2B5EF4-FFF2-40B4-BE49-F238E27FC236}">
                <a16:creationId xmlns:a16="http://schemas.microsoft.com/office/drawing/2014/main" id="{0E0050C6-09C8-841A-5FE2-4EC5460DAD67}"/>
              </a:ext>
            </a:extLst>
          </p:cNvPr>
          <p:cNvSpPr txBox="1"/>
          <p:nvPr/>
        </p:nvSpPr>
        <p:spPr>
          <a:xfrm>
            <a:off x="3902575" y="1627032"/>
            <a:ext cx="930247" cy="6001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914400">
              <a:defRPr sz="1100">
                <a:solidFill>
                  <a:srgbClr val="F2F2F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Automated development environment </a:t>
            </a:r>
            <a:endParaRPr kumimoji="0"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84" name="TextBox 40">
            <a:extLst>
              <a:ext uri="{FF2B5EF4-FFF2-40B4-BE49-F238E27FC236}">
                <a16:creationId xmlns:a16="http://schemas.microsoft.com/office/drawing/2014/main" id="{CA5EA7BE-0E3F-B809-3457-A8625EAB4BBF}"/>
              </a:ext>
            </a:extLst>
          </p:cNvPr>
          <p:cNvSpPr txBox="1"/>
          <p:nvPr/>
        </p:nvSpPr>
        <p:spPr>
          <a:xfrm>
            <a:off x="4069132" y="5349377"/>
            <a:ext cx="1140691" cy="6001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914400">
              <a:defRPr sz="1100">
                <a:solidFill>
                  <a:srgbClr val="F2F2F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Security and governance framework </a:t>
            </a:r>
            <a:endParaRPr kumimoji="0"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85" name="TextBox 40">
            <a:extLst>
              <a:ext uri="{FF2B5EF4-FFF2-40B4-BE49-F238E27FC236}">
                <a16:creationId xmlns:a16="http://schemas.microsoft.com/office/drawing/2014/main" id="{27ACBC3C-71DD-8834-2848-964934B87B05}"/>
              </a:ext>
            </a:extLst>
          </p:cNvPr>
          <p:cNvSpPr txBox="1"/>
          <p:nvPr/>
        </p:nvSpPr>
        <p:spPr>
          <a:xfrm>
            <a:off x="4876683" y="1120181"/>
            <a:ext cx="1140691" cy="6001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914400">
              <a:defRPr sz="1100">
                <a:solidFill>
                  <a:srgbClr val="F2F2F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Cloud Centre of excellence design </a:t>
            </a:r>
            <a:endParaRPr kumimoji="0"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86" name="TextBox 40">
            <a:extLst>
              <a:ext uri="{FF2B5EF4-FFF2-40B4-BE49-F238E27FC236}">
                <a16:creationId xmlns:a16="http://schemas.microsoft.com/office/drawing/2014/main" id="{C030252D-296E-12C5-9611-93AF54514E1E}"/>
              </a:ext>
            </a:extLst>
          </p:cNvPr>
          <p:cNvSpPr txBox="1"/>
          <p:nvPr/>
        </p:nvSpPr>
        <p:spPr>
          <a:xfrm>
            <a:off x="6367662" y="5660660"/>
            <a:ext cx="1140691" cy="6001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914400">
              <a:defRPr sz="1100">
                <a:solidFill>
                  <a:srgbClr val="F2F2F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Cloud Centre of Excellence implementation </a:t>
            </a:r>
            <a:endParaRPr kumimoji="0"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87" name="TextBox 40">
            <a:extLst>
              <a:ext uri="{FF2B5EF4-FFF2-40B4-BE49-F238E27FC236}">
                <a16:creationId xmlns:a16="http://schemas.microsoft.com/office/drawing/2014/main" id="{D1314034-269F-9479-A0D1-83205D46220D}"/>
              </a:ext>
            </a:extLst>
          </p:cNvPr>
          <p:cNvSpPr txBox="1"/>
          <p:nvPr/>
        </p:nvSpPr>
        <p:spPr>
          <a:xfrm>
            <a:off x="6209674" y="1363798"/>
            <a:ext cx="1140691" cy="769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914400">
              <a:defRPr sz="1100">
                <a:solidFill>
                  <a:srgbClr val="F2F2F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Establish service objectives and KPIs </a:t>
            </a:r>
            <a:endParaRPr kumimoji="0"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88" name="TextBox 22">
            <a:extLst>
              <a:ext uri="{FF2B5EF4-FFF2-40B4-BE49-F238E27FC236}">
                <a16:creationId xmlns:a16="http://schemas.microsoft.com/office/drawing/2014/main" id="{A86AE3E9-493D-CA9C-793E-B8074367020C}"/>
              </a:ext>
            </a:extLst>
          </p:cNvPr>
          <p:cNvSpPr txBox="1"/>
          <p:nvPr/>
        </p:nvSpPr>
        <p:spPr>
          <a:xfrm>
            <a:off x="7357297" y="4891219"/>
            <a:ext cx="1140691" cy="769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914400">
              <a:defRPr sz="1100">
                <a:solidFill>
                  <a:srgbClr val="F2F2F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Implement standard ‘route-to-live’ processes </a:t>
            </a:r>
            <a:endParaRPr kumimoji="0"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89" name="TextBox 22">
            <a:extLst>
              <a:ext uri="{FF2B5EF4-FFF2-40B4-BE49-F238E27FC236}">
                <a16:creationId xmlns:a16="http://schemas.microsoft.com/office/drawing/2014/main" id="{2BC2A1BF-6E1C-E98F-11C3-A61B552FDF1A}"/>
              </a:ext>
            </a:extLst>
          </p:cNvPr>
          <p:cNvSpPr txBox="1"/>
          <p:nvPr/>
        </p:nvSpPr>
        <p:spPr>
          <a:xfrm>
            <a:off x="7985974" y="1123858"/>
            <a:ext cx="1140691" cy="93871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914400">
              <a:defRPr sz="1100">
                <a:solidFill>
                  <a:srgbClr val="F2F2F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solidFill>
                  <a:srgbClr val="000000"/>
                </a:solidFill>
                <a:latin typeface="Fira Sans" panose="020B0503050000020004" pitchFamily="34" charset="0"/>
              </a:rPr>
              <a:t>Automated Implement security and governance controls </a:t>
            </a:r>
            <a:endParaRPr kumimoji="0" lang="en-US"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90" name="TextBox 22">
            <a:extLst>
              <a:ext uri="{FF2B5EF4-FFF2-40B4-BE49-F238E27FC236}">
                <a16:creationId xmlns:a16="http://schemas.microsoft.com/office/drawing/2014/main" id="{5EBA9325-96F4-DD0E-2DF4-C4E7FC667EA5}"/>
              </a:ext>
            </a:extLst>
          </p:cNvPr>
          <p:cNvSpPr txBox="1"/>
          <p:nvPr/>
        </p:nvSpPr>
        <p:spPr>
          <a:xfrm>
            <a:off x="8503277" y="4851108"/>
            <a:ext cx="1140691" cy="6001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defTabSz="914400">
              <a:defRPr sz="1100">
                <a:solidFill>
                  <a:srgbClr val="F2F2F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Shared Services platform implementation </a:t>
            </a:r>
            <a:endParaRPr kumimoji="0"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93" name="TextBox 33">
            <a:extLst>
              <a:ext uri="{FF2B5EF4-FFF2-40B4-BE49-F238E27FC236}">
                <a16:creationId xmlns:a16="http://schemas.microsoft.com/office/drawing/2014/main" id="{CD1D9E68-4A72-CA1B-0DD9-633DFF948341}"/>
              </a:ext>
            </a:extLst>
          </p:cNvPr>
          <p:cNvSpPr txBox="1"/>
          <p:nvPr/>
        </p:nvSpPr>
        <p:spPr>
          <a:xfrm>
            <a:off x="9324000" y="1291020"/>
            <a:ext cx="1224512" cy="26161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spAutoFit/>
          </a:bodyPr>
          <a:lstStyle>
            <a:lvl1pPr defTabSz="914400">
              <a:defRPr sz="1100">
                <a:solidFill>
                  <a:srgbClr val="F2F2F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FinOps </a:t>
            </a:r>
            <a:endParaRPr kumimoji="0"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sp>
        <p:nvSpPr>
          <p:cNvPr id="94" name="TextBox 33">
            <a:extLst>
              <a:ext uri="{FF2B5EF4-FFF2-40B4-BE49-F238E27FC236}">
                <a16:creationId xmlns:a16="http://schemas.microsoft.com/office/drawing/2014/main" id="{403A1861-19B2-E97B-9DE6-D0B024BB8A5F}"/>
              </a:ext>
            </a:extLst>
          </p:cNvPr>
          <p:cNvSpPr txBox="1"/>
          <p:nvPr/>
        </p:nvSpPr>
        <p:spPr>
          <a:xfrm>
            <a:off x="10712831" y="4965530"/>
            <a:ext cx="1224512" cy="43088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45719" rIns="45719">
            <a:spAutoFit/>
          </a:bodyPr>
          <a:lstStyle>
            <a:lvl1pPr defTabSz="914400">
              <a:defRPr sz="1100">
                <a:solidFill>
                  <a:srgbClr val="F2F2F2"/>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rPr>
              <a:t>Managed Services </a:t>
            </a:r>
            <a:endParaRPr kumimoji="0" sz="1100" b="0" i="0" u="none" strike="noStrike" kern="1200" cap="none" spc="0" normalizeH="0" baseline="0" noProof="0">
              <a:ln>
                <a:noFill/>
              </a:ln>
              <a:solidFill>
                <a:srgbClr val="000000"/>
              </a:solidFill>
              <a:effectLst/>
              <a:uLnTx/>
              <a:uFillTx/>
              <a:latin typeface="Fira Sans" panose="020B0503050000020004" pitchFamily="34" charset="0"/>
              <a:ea typeface="+mn-ea"/>
              <a:cs typeface="+mn-cs"/>
            </a:endParaRPr>
          </a:p>
        </p:txBody>
      </p:sp>
      <p:pic>
        <p:nvPicPr>
          <p:cNvPr id="95" name="Picture 94" descr="image.png"/>
          <p:cNvPicPr>
            <a:picLocks noChangeAspect="1"/>
          </p:cNvPicPr>
          <p:nvPr/>
        </p:nvPicPr>
        <p:blipFill>
          <a:blip r:embed="rId3"/>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2924750061"/>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50000">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14:bounceEnd="50000">
                                          <p:cBhvr additive="base">
                                            <p:cTn id="7" dur="500" fill="hold"/>
                                            <p:tgtEl>
                                              <p:spTgt spid="6"/>
                                            </p:tgtEl>
                                            <p:attrNameLst>
                                              <p:attrName>ppt_x</p:attrName>
                                            </p:attrNameLst>
                                          </p:cBhvr>
                                          <p:tavLst>
                                            <p:tav tm="0">
                                              <p:val>
                                                <p:strVal val="0-#ppt_w/2"/>
                                              </p:val>
                                            </p:tav>
                                            <p:tav tm="100000">
                                              <p:val>
                                                <p:strVal val="#ppt_x"/>
                                              </p:val>
                                            </p:tav>
                                          </p:tavLst>
                                        </p:anim>
                                        <p:anim calcmode="lin" valueType="num" p14:bounceEnd="50000">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14:presetBounceEnd="50000">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14:bounceEnd="50000">
                                          <p:cBhvr additive="base">
                                            <p:cTn id="11" dur="500" fill="hold"/>
                                            <p:tgtEl>
                                              <p:spTgt spid="9"/>
                                            </p:tgtEl>
                                            <p:attrNameLst>
                                              <p:attrName>ppt_x</p:attrName>
                                            </p:attrNameLst>
                                          </p:cBhvr>
                                          <p:tavLst>
                                            <p:tav tm="0">
                                              <p:val>
                                                <p:strVal val="0-#ppt_w/2"/>
                                              </p:val>
                                            </p:tav>
                                            <p:tav tm="100000">
                                              <p:val>
                                                <p:strVal val="#ppt_x"/>
                                              </p:val>
                                            </p:tav>
                                          </p:tavLst>
                                        </p:anim>
                                        <p:anim calcmode="lin" valueType="num" p14:bounceEnd="50000">
                                          <p:cBhvr additive="base">
                                            <p:cTn id="12" dur="5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14:presetBounceEnd="50000">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14:bounceEnd="50000">
                                          <p:cBhvr additive="base">
                                            <p:cTn id="15" dur="500" fill="hold"/>
                                            <p:tgtEl>
                                              <p:spTgt spid="11"/>
                                            </p:tgtEl>
                                            <p:attrNameLst>
                                              <p:attrName>ppt_x</p:attrName>
                                            </p:attrNameLst>
                                          </p:cBhvr>
                                          <p:tavLst>
                                            <p:tav tm="0">
                                              <p:val>
                                                <p:strVal val="0-#ppt_w/2"/>
                                              </p:val>
                                            </p:tav>
                                            <p:tav tm="100000">
                                              <p:val>
                                                <p:strVal val="#ppt_x"/>
                                              </p:val>
                                            </p:tav>
                                          </p:tavLst>
                                        </p:anim>
                                        <p:anim calcmode="lin" valueType="num" p14:bounceEnd="50000">
                                          <p:cBhvr additive="base">
                                            <p:cTn id="16" dur="500" fill="hold"/>
                                            <p:tgtEl>
                                              <p:spTgt spid="11"/>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22" presetClass="entr" presetSubtype="4" fill="hold" nodeType="after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wipe(down)">
                                          <p:cBhvr>
                                            <p:cTn id="2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0-#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22" presetClass="entr" presetSubtype="4" fill="hold" nodeType="after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wipe(down)">
                                          <p:cBhvr>
                                            <p:cTn id="2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Lst>
      </p:timing>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BC7A6D-9AF5-5D27-EF1D-C4B56C27D26F}"/>
              </a:ext>
            </a:extLst>
          </p:cNvPr>
          <p:cNvSpPr>
            <a:spLocks noGrp="1"/>
          </p:cNvSpPr>
          <p:nvPr>
            <p:ph type="sldNum" sz="quarter" idx="11"/>
          </p:nvPr>
        </p:nvSpPr>
        <p:spPr/>
        <p:txBody>
          <a:bodyPr/>
          <a:lstStyle/>
          <a:p>
            <a:fld id="{762E77F0-FB5B-4E8E-9BC9-34F14560A017}" type="slidenum">
              <a:rPr lang="en-US" smtClean="0"/>
              <a:pPr/>
              <a:t>18</a:t>
            </a:fld>
            <a:endParaRPr lang="en-US"/>
          </a:p>
        </p:txBody>
      </p:sp>
      <p:graphicFrame>
        <p:nvGraphicFramePr>
          <p:cNvPr id="3" name="Diagram 2">
            <a:extLst>
              <a:ext uri="{FF2B5EF4-FFF2-40B4-BE49-F238E27FC236}">
                <a16:creationId xmlns:a16="http://schemas.microsoft.com/office/drawing/2014/main" id="{29F6E89A-3F19-9B1D-3B37-8F82CFD7E4FF}"/>
              </a:ext>
            </a:extLst>
          </p:cNvPr>
          <p:cNvGraphicFramePr/>
          <p:nvPr>
            <p:extLst>
              <p:ext uri="{D42A27DB-BD31-4B8C-83A1-F6EECF244321}">
                <p14:modId xmlns:p14="http://schemas.microsoft.com/office/powerpoint/2010/main" val="2912430571"/>
              </p:ext>
            </p:extLst>
          </p:nvPr>
        </p:nvGraphicFramePr>
        <p:xfrm>
          <a:off x="0" y="-1176639"/>
          <a:ext cx="11895017" cy="78123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4">
            <a:extLst>
              <a:ext uri="{FF2B5EF4-FFF2-40B4-BE49-F238E27FC236}">
                <a16:creationId xmlns:a16="http://schemas.microsoft.com/office/drawing/2014/main" id="{5E898BB8-F8BD-94E4-AADF-6B07DACB19D7}"/>
              </a:ext>
            </a:extLst>
          </p:cNvPr>
          <p:cNvSpPr txBox="1">
            <a:spLocks/>
          </p:cNvSpPr>
          <p:nvPr/>
        </p:nvSpPr>
        <p:spPr>
          <a:xfrm>
            <a:off x="209550" y="307976"/>
            <a:ext cx="7381875" cy="437236"/>
          </a:xfrm>
          <a:prstGeom prst="rect">
            <a:avLst/>
          </a:prstGeom>
          <a:ln w="12700">
            <a:noFill/>
          </a:ln>
        </p:spPr>
        <p:txBody>
          <a:bodyPr vert="horz" wrap="square" lIns="0" tIns="0" rIns="0" bIns="0" rtlCol="0" anchor="t" anchorCtr="0">
            <a:spAutoFit/>
          </a:bodyPr>
          <a:lstStyle>
            <a:lvl1pPr algn="l" defTabSz="914400" rtl="0" eaLnBrk="1" fontAlgn="base" latinLnBrk="0" hangingPunct="1">
              <a:lnSpc>
                <a:spcPct val="110000"/>
              </a:lnSpc>
              <a:spcBef>
                <a:spcPct val="0"/>
              </a:spcBef>
              <a:buNone/>
              <a:defRPr sz="3100" kern="1200">
                <a:ln w="9525">
                  <a:noFill/>
                </a:ln>
                <a:solidFill>
                  <a:schemeClr val="bg1"/>
                </a:solidFill>
                <a:latin typeface="+mj-lt"/>
                <a:ea typeface="+mj-ea"/>
                <a:cs typeface="+mj-cs"/>
              </a:defRPr>
            </a:lvl1pPr>
          </a:lstStyle>
          <a:p>
            <a:r>
              <a:rPr lang="en-US" sz="2800"/>
              <a:t>DevOps workflow discovery…. </a:t>
            </a:r>
            <a:endParaRPr lang="en-GB" sz="2800"/>
          </a:p>
        </p:txBody>
      </p:sp>
      <p:pic>
        <p:nvPicPr>
          <p:cNvPr id="5" name="Picture 4" descr="image.png"/>
          <p:cNvPicPr>
            <a:picLocks noChangeAspect="1"/>
          </p:cNvPicPr>
          <p:nvPr/>
        </p:nvPicPr>
        <p:blipFill>
          <a:blip r:embed="rId7"/>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893709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82880" y="6598077"/>
            <a:ext cx="1463040" cy="186771"/>
          </a:xfrm>
          <a:prstGeom prst="rect">
            <a:avLst/>
          </a:prstGeom>
        </p:spPr>
      </p:pic>
    </p:spTree>
    <p:extLst>
      <p:ext uri="{BB962C8B-B14F-4D97-AF65-F5344CB8AC3E}">
        <p14:creationId xmlns:p14="http://schemas.microsoft.com/office/powerpoint/2010/main" val="260190090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37PLjb0JZbjKt1j6ju4VV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xml><?xml version="1.0" encoding="utf-8"?>
<p:tagLst xmlns:a="http://schemas.openxmlformats.org/drawingml/2006/main" xmlns:r="http://schemas.openxmlformats.org/officeDocument/2006/relationships" xmlns:p="http://schemas.openxmlformats.org/presentationml/2006/main">
  <p:tag name="NAME" val="LineContentSeparatorDefault"/>
</p:tagLst>
</file>

<file path=ppt/tags/tag7.xml><?xml version="1.0" encoding="utf-8"?>
<p:tagLst xmlns:a="http://schemas.openxmlformats.org/drawingml/2006/main" xmlns:r="http://schemas.openxmlformats.org/officeDocument/2006/relationships" xmlns:p="http://schemas.openxmlformats.org/presentationml/2006/main">
  <p:tag name="NAME" val="LineBasicDefault"/>
</p:tagLst>
</file>

<file path=ppt/tags/tag8.xml><?xml version="1.0" encoding="utf-8"?>
<p:tagLst xmlns:a="http://schemas.openxmlformats.org/drawingml/2006/main" xmlns:r="http://schemas.openxmlformats.org/officeDocument/2006/relationships" xmlns:p="http://schemas.openxmlformats.org/presentationml/2006/main">
  <p:tag name="NAME" val="LineBasicDefault"/>
</p:tagLst>
</file>

<file path=ppt/tags/tag9.xml><?xml version="1.0" encoding="utf-8"?>
<p:tagLst xmlns:a="http://schemas.openxmlformats.org/drawingml/2006/main" xmlns:r="http://schemas.openxmlformats.org/officeDocument/2006/relationships" xmlns:p="http://schemas.openxmlformats.org/presentationml/2006/main">
  <p:tag name="NAME" val="LineBasicDefault"/>
</p:tagLst>
</file>

<file path=ppt/tags/tag10.xml><?xml version="1.0" encoding="utf-8"?>
<p:tagLst xmlns:a="http://schemas.openxmlformats.org/drawingml/2006/main" xmlns:r="http://schemas.openxmlformats.org/officeDocument/2006/relationships" xmlns:p="http://schemas.openxmlformats.org/presentationml/2006/main">
  <p:tag name="NAME" val="LineContentSeparatorDefault"/>
</p:tagLst>
</file>

<file path=ppt/tags/tag11.xml><?xml version="1.0" encoding="utf-8"?>
<p:tagLst xmlns:a="http://schemas.openxmlformats.org/drawingml/2006/main" xmlns:r="http://schemas.openxmlformats.org/officeDocument/2006/relationships" xmlns:p="http://schemas.openxmlformats.org/presentationml/2006/main">
  <p:tag name="NAME" val="LineContentSeparatorDefault"/>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xml><?xml version="1.0" encoding="utf-8"?>
<p:tagLst xmlns:a="http://schemas.openxmlformats.org/drawingml/2006/main" xmlns:r="http://schemas.openxmlformats.org/officeDocument/2006/relationships" xmlns:p="http://schemas.openxmlformats.org/presentationml/2006/main">
  <p:tag name="NAME" val="LineContentSeparatorDefault"/>
</p:tagLst>
</file>

<file path=ppt/tags/tag15.xml><?xml version="1.0" encoding="utf-8"?>
<p:tagLst xmlns:a="http://schemas.openxmlformats.org/drawingml/2006/main" xmlns:r="http://schemas.openxmlformats.org/officeDocument/2006/relationships" xmlns:p="http://schemas.openxmlformats.org/presentationml/2006/main">
  <p:tag name="NAME" val="LineBasicDefault"/>
</p:tagLst>
</file>

<file path=ppt/tags/tag1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17.xml><?xml version="1.0" encoding="utf-8"?>
<p:tagLst xmlns:a="http://schemas.openxmlformats.org/drawingml/2006/main" xmlns:r="http://schemas.openxmlformats.org/officeDocument/2006/relationships" xmlns:p="http://schemas.openxmlformats.org/presentationml/2006/main">
  <p:tag name="NAME" val="LineBasicDefault"/>
</p:tagLst>
</file>

<file path=ppt/tags/tag18.xml><?xml version="1.0" encoding="utf-8"?>
<p:tagLst xmlns:a="http://schemas.openxmlformats.org/drawingml/2006/main" xmlns:r="http://schemas.openxmlformats.org/officeDocument/2006/relationships" xmlns:p="http://schemas.openxmlformats.org/presentationml/2006/main">
  <p:tag name="NAME" val="LineContentSeparatorDefault"/>
</p:tagLst>
</file>

<file path=ppt/tags/tag19.xml><?xml version="1.0" encoding="utf-8"?>
<p:tagLst xmlns:a="http://schemas.openxmlformats.org/drawingml/2006/main" xmlns:r="http://schemas.openxmlformats.org/officeDocument/2006/relationships" xmlns:p="http://schemas.openxmlformats.org/presentationml/2006/main">
  <p:tag name="NAME" val="LineContentSeparatorDefault"/>
</p:tagLst>
</file>

<file path=ppt/tags/tag20.xml><?xml version="1.0" encoding="utf-8"?>
<p:tagLst xmlns:a="http://schemas.openxmlformats.org/drawingml/2006/main" xmlns:r="http://schemas.openxmlformats.org/officeDocument/2006/relationships" xmlns:p="http://schemas.openxmlformats.org/presentationml/2006/main">
  <p:tag name="NAME" val="LineContentSeparatorDefault"/>
</p:tagLst>
</file>

<file path=ppt/theme/theme1.xml><?xml version="1.0" encoding="utf-8"?>
<a:theme xmlns:a="http://schemas.openxmlformats.org/drawingml/2006/main" name="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2.xml><?xml version="1.0" encoding="utf-8"?>
<a:theme xmlns:a="http://schemas.openxmlformats.org/drawingml/2006/main" name="1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5E6EA557-0305-46A3-ADF1-D52C877C392A}"/>
    </a:ext>
  </a:extLst>
</a:theme>
</file>

<file path=ppt/theme/theme3.xml><?xml version="1.0" encoding="utf-8"?>
<a:theme xmlns:a="http://schemas.openxmlformats.org/drawingml/2006/main" name="1_Titles and Breakers">
  <a:themeElements>
    <a:clrScheme name="RACKSPACE COLORS">
      <a:dk1>
        <a:sysClr val="windowText" lastClr="000000"/>
      </a:dk1>
      <a:lt1>
        <a:sysClr val="window" lastClr="FFFFFF"/>
      </a:lt1>
      <a:dk2>
        <a:srgbClr val="E31C3D"/>
      </a:dk2>
      <a:lt2>
        <a:srgbClr val="E31C3D"/>
      </a:lt2>
      <a:accent1>
        <a:srgbClr val="E6E6E6"/>
      </a:accent1>
      <a:accent2>
        <a:srgbClr val="95008A"/>
      </a:accent2>
      <a:accent3>
        <a:srgbClr val="F6D7F4"/>
      </a:accent3>
      <a:accent4>
        <a:srgbClr val="3300FC"/>
      </a:accent4>
      <a:accent5>
        <a:srgbClr val="E8F2FD"/>
      </a:accent5>
      <a:accent6>
        <a:srgbClr val="00C8BC"/>
      </a:accent6>
      <a:hlink>
        <a:srgbClr val="E31C3D"/>
      </a:hlink>
      <a:folHlink>
        <a:srgbClr val="4472C4"/>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4.xml><?xml version="1.0" encoding="utf-8"?>
<a:theme xmlns:a="http://schemas.openxmlformats.org/drawingml/2006/main" name="2_Content Slides">
  <a:themeElements>
    <a:clrScheme name="RXT2020">
      <a:dk1>
        <a:srgbClr val="000000"/>
      </a:dk1>
      <a:lt1>
        <a:srgbClr val="FFFFFF"/>
      </a:lt1>
      <a:dk2>
        <a:srgbClr val="E31C3D"/>
      </a:dk2>
      <a:lt2>
        <a:srgbClr val="E31C3D"/>
      </a:lt2>
      <a:accent1>
        <a:srgbClr val="E6E6E6"/>
      </a:accent1>
      <a:accent2>
        <a:srgbClr val="95008A"/>
      </a:accent2>
      <a:accent3>
        <a:srgbClr val="F6D7F4"/>
      </a:accent3>
      <a:accent4>
        <a:srgbClr val="0059C8"/>
      </a:accent4>
      <a:accent5>
        <a:srgbClr val="D8EBF9"/>
      </a:accent5>
      <a:accent6>
        <a:srgbClr val="00BEBC"/>
      </a:accent6>
      <a:hlink>
        <a:srgbClr val="E31C3D"/>
      </a:hlink>
      <a:folHlink>
        <a:srgbClr val="E31C3D"/>
      </a:folHlink>
    </a:clrScheme>
    <a:fontScheme name="Custom 17">
      <a:majorFont>
        <a:latin typeface="Aktiv Grotesk"/>
        <a:ea typeface=""/>
        <a:cs typeface=""/>
      </a:majorFont>
      <a:minorFont>
        <a:latin typeface="Aktiv Grotes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Cloud Strategy and Architecture Roadmap_Sales Deck" id="{F07367CB-CD8B-EB45-A20E-8F7A7E200579}" vid="{3E2442DC-E15A-6B43-8C56-BD7EDE2F9528}"/>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ktiv Grotesk"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ktiv Grotesk" panose="020F0502020204030204"/>
        <a:ea typeface=""/>
        <a:cs typeface=""/>
        <a:font script="Jpan" typeface="游ゴシック"/>
        <a:font script="Hang" typeface="맑은 고딕"/>
        <a:font script="Hans" typeface="等线"/>
        <a:font script="Hant" typeface="新細明體"/>
        <a:font script="Arab" typeface="Aktiv Grotesk"/>
        <a:font script="Hebr" typeface="Aktiv Grotesk"/>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ktiv Grotesk"/>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ktiv Grotesk"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ktiv Grotesk" panose="020F0502020204030204"/>
        <a:ea typeface=""/>
        <a:cs typeface=""/>
        <a:font script="Jpan" typeface="游ゴシック"/>
        <a:font script="Hang" typeface="맑은 고딕"/>
        <a:font script="Hans" typeface="等线"/>
        <a:font script="Hant" typeface="新細明體"/>
        <a:font script="Arab" typeface="Aktiv Grotesk"/>
        <a:font script="Hebr" typeface="Aktiv Grotesk"/>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ktiv Grotesk"/>
        <a:font script="Uigh" typeface="Microsoft Uighur"/>
        <a:font script="Geor" typeface="Sylfaen"/>
        <a:font script="Armn" typeface="Aktiv Grotesk"/>
        <a:font script="Bugi" typeface="Leelawadee UI"/>
        <a:font script="Bopo" typeface="Microsoft JhengHei"/>
        <a:font script="Java" typeface="Javanese Text"/>
        <a:font script="Lisu" typeface="Aktiv Grotesk"/>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88EDB08-C564-D545-8C74-F0B6A2375E3B}">
  <we:reference id="wa104379997" version="2.0.0.0" store="en-US" storeType="OMEX"/>
  <we:alternateReferences>
    <we:reference id="wa104379997" version="2.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626F7275FAC784480F77C3F6AF5986A" ma:contentTypeVersion="24" ma:contentTypeDescription="Create a new document." ma:contentTypeScope="" ma:versionID="0fdc6e18e0f9f69ed93d4fb3957008ad">
  <xsd:schema xmlns:xsd="http://www.w3.org/2001/XMLSchema" xmlns:xs="http://www.w3.org/2001/XMLSchema" xmlns:p="http://schemas.microsoft.com/office/2006/metadata/properties" xmlns:ns1="http://schemas.microsoft.com/sharepoint/v3" xmlns:ns2="374cb358-5d5b-4c1a-bae8-723e86e5de0d" xmlns:ns3="3efab85d-393f-44e4-bd38-84660efa49cd" targetNamespace="http://schemas.microsoft.com/office/2006/metadata/properties" ma:root="true" ma:fieldsID="aaf6b2ef7510625318411c6c2ae399e7" ns1:_="" ns2:_="" ns3:_="">
    <xsd:import namespace="http://schemas.microsoft.com/sharepoint/v3"/>
    <xsd:import namespace="374cb358-5d5b-4c1a-bae8-723e86e5de0d"/>
    <xsd:import namespace="3efab85d-393f-44e4-bd38-84660efa49cd"/>
    <xsd:element name="properties">
      <xsd:complexType>
        <xsd:sequence>
          <xsd:element name="documentManagement">
            <xsd:complexType>
              <xsd:all>
                <xsd:element ref="ns2:Date"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2:MediaServiceObjectDetectorVersions" minOccurs="0"/>
                <xsd:element ref="ns2:MediaServiceSearchProperties" minOccurs="0"/>
                <xsd:element ref="ns1:_ip_UnifiedCompliancePolicyProperties" minOccurs="0"/>
                <xsd:element ref="ns1:_ip_UnifiedCompliancePolicyUIAction" minOccurs="0"/>
                <xsd:element ref="ns2:hiddenFolderPat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74cb358-5d5b-4c1a-bae8-723e86e5de0d" elementFormDefault="qualified">
    <xsd:import namespace="http://schemas.microsoft.com/office/2006/documentManagement/types"/>
    <xsd:import namespace="http://schemas.microsoft.com/office/infopath/2007/PartnerControls"/>
    <xsd:element name="Date" ma:index="3" nillable="true" ma:displayName="Date" ma:format="DateOnly" ma:internalName="Date" ma:readOnly="false">
      <xsd:simpleType>
        <xsd:restriction base="dms:DateTime"/>
      </xsd:simpleType>
    </xsd:element>
    <xsd:element name="MediaServiceMetadata" ma:index="7" nillable="true" ma:displayName="MediaServiceMetadata" ma:hidden="true" ma:internalName="MediaServiceMetadata" ma:readOnly="true">
      <xsd:simpleType>
        <xsd:restriction base="dms:Note"/>
      </xsd:simpleType>
    </xsd:element>
    <xsd:element name="MediaServiceFastMetadata" ma:index="8" nillable="true" ma:displayName="MediaServiceFastMetadata" ma:hidden="true" ma:internalName="MediaServiceFastMetadata" ma:readOnly="true">
      <xsd:simpleType>
        <xsd:restriction base="dms:Note"/>
      </xsd:simpleType>
    </xsd:element>
    <xsd:element name="MediaServiceAutoKeyPoints" ma:index="9" nillable="true" ma:displayName="MediaServiceAutoKeyPoints" ma:hidden="true" ma:internalName="MediaServiceAutoKeyPoints" ma:readOnly="true">
      <xsd:simpleType>
        <xsd:restriction base="dms:Note"/>
      </xsd:simpleType>
    </xsd:element>
    <xsd:element name="MediaServiceKeyPoints" ma:index="10" nillable="true" ma:displayName="KeyPoints" ma:hidden="true" ma:internalName="MediaServiceKeyPoints"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2de1bf74-4a37-48ce-b614-74b37de43851" ma:termSetId="09814cd3-568e-fe90-9814-8d621ff8fb84" ma:anchorId="fba54fb3-c3e1-fe81-a776-ca4b69148c4d" ma:open="true" ma:isKeyword="false">
      <xsd:complexType>
        <xsd:sequence>
          <xsd:element ref="pc:Terms" minOccurs="0" maxOccurs="1"/>
        </xsd:sequence>
      </xsd:complexType>
    </xsd:element>
    <xsd:element name="MediaServiceLocation" ma:index="18" nillable="true" ma:displayName="Location" ma:hidden="true"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hidden="true" ma:internalName="MediaServiceOCR" ma:readOnly="true">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hiddenFolderPath" ma:index="28" nillable="true" ma:displayName="hiddenFolderPath" ma:format="Dropdown" ma:internalName="hiddenFolderPath">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efab85d-393f-44e4-bd38-84660efa49cd" elementFormDefault="qualified">
    <xsd:import namespace="http://schemas.microsoft.com/office/2006/documentManagement/types"/>
    <xsd:import namespace="http://schemas.microsoft.com/office/infopath/2007/PartnerControls"/>
    <xsd:element name="SharedWithUsers" ma:index="11"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hidden="true" ma:internalName="SharedWithDetails" ma:readOnly="true">
      <xsd:simpleType>
        <xsd:restriction base="dms:Note"/>
      </xsd:simpleType>
    </xsd:element>
    <xsd:element name="TaxCatchAll" ma:index="17" nillable="true" ma:displayName="Taxonomy Catch All Column" ma:hidden="true" ma:list="{c2a372a0-0a0b-495c-9071-25b18ddc5976}" ma:internalName="TaxCatchAll" ma:readOnly="false" ma:showField="CatchAllData" ma:web="3efab85d-393f-44e4-bd38-84660efa49c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3efab85d-393f-44e4-bd38-84660efa49cd" xsi:nil="true"/>
    <lcf76f155ced4ddcb4097134ff3c332f xmlns="374cb358-5d5b-4c1a-bae8-723e86e5de0d">
      <Terms xmlns="http://schemas.microsoft.com/office/infopath/2007/PartnerControls"/>
    </lcf76f155ced4ddcb4097134ff3c332f>
    <hiddenFolderPath xmlns="374cb358-5d5b-4c1a-bae8-723e86e5de0d" xsi:nil="true"/>
    <Date xmlns="374cb358-5d5b-4c1a-bae8-723e86e5de0d" xsi:nil="true"/>
    <_ip_UnifiedCompliancePolicyUIAction xmlns="http://schemas.microsoft.com/sharepoint/v3" xsi:nil="true"/>
    <_ip_UnifiedCompliancePolicyProperties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C1BA5A8-0ADB-4CF5-A95C-D54DC1B4A0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374cb358-5d5b-4c1a-bae8-723e86e5de0d"/>
    <ds:schemaRef ds:uri="3efab85d-393f-44e4-bd38-84660efa49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89F961D-86E7-463C-B09D-E3314B2C6EB5}">
  <ds:schemaRefs>
    <ds:schemaRef ds:uri="http://schemas.microsoft.com/office/2006/documentManagement/types"/>
    <ds:schemaRef ds:uri="http://purl.org/dc/dcmitype/"/>
    <ds:schemaRef ds:uri="3efab85d-393f-44e4-bd38-84660efa49cd"/>
    <ds:schemaRef ds:uri="http://purl.org/dc/elements/1.1/"/>
    <ds:schemaRef ds:uri="http://purl.org/dc/terms/"/>
    <ds:schemaRef ds:uri="http://schemas.microsoft.com/office/2006/metadata/properties"/>
    <ds:schemaRef ds:uri="374cb358-5d5b-4c1a-bae8-723e86e5de0d"/>
    <ds:schemaRef ds:uri="http://www.w3.org/XML/1998/namespace"/>
    <ds:schemaRef ds:uri="http://schemas.microsoft.com/office/infopath/2007/PartnerControls"/>
    <ds:schemaRef ds:uri="http://schemas.openxmlformats.org/package/2006/metadata/core-properties"/>
    <ds:schemaRef ds:uri="http://schemas.microsoft.com/sharepoint/v3"/>
  </ds:schemaRefs>
</ds:datastoreItem>
</file>

<file path=customXml/itemProps3.xml><?xml version="1.0" encoding="utf-8"?>
<ds:datastoreItem xmlns:ds="http://schemas.openxmlformats.org/officeDocument/2006/customXml" ds:itemID="{8FAAEEFA-AAF2-4C9B-A431-2549B0747BF4}">
  <ds:schemaRefs>
    <ds:schemaRef ds:uri="http://schemas.microsoft.com/sharepoint/v3/contenttype/forms"/>
  </ds:schemaRefs>
</ds:datastoreItem>
</file>

<file path=docMetadata/LabelInfo.xml><?xml version="1.0" encoding="utf-8"?>
<clbl:labelList xmlns:clbl="http://schemas.microsoft.com/office/2020/mipLabelMetadata">
  <clbl:label id="{e7f09a8f-df31-4464-b100-d09a5dbff5c8}" enabled="1" method="Privileged" siteId="{570057f4-73ef-41c8-bcbb-08db2fc15c2b}" removed="0"/>
</clbl:labelList>
</file>

<file path=docProps/app.xml><?xml version="1.0" encoding="utf-8"?>
<Properties xmlns="http://schemas.openxmlformats.org/officeDocument/2006/extended-properties" xmlns:vt="http://schemas.openxmlformats.org/officeDocument/2006/docPropsVTypes">
  <Template>Content Slides</Template>
  <TotalTime>0</TotalTime>
  <Words>1650</Words>
  <Application>Microsoft Office PowerPoint</Application>
  <PresentationFormat>Widescreen</PresentationFormat>
  <Paragraphs>335</Paragraphs>
  <Slides>19</Slides>
  <Notes>7</Notes>
  <HiddenSlides>2</HiddenSlides>
  <MMClips>0</MMClips>
  <ScaleCrop>false</ScaleCrop>
  <HeadingPairs>
    <vt:vector size="4" baseType="variant">
      <vt:variant>
        <vt:lpstr>Theme</vt:lpstr>
      </vt:variant>
      <vt:variant>
        <vt:i4>4</vt:i4>
      </vt:variant>
      <vt:variant>
        <vt:lpstr>Slide Titles</vt:lpstr>
      </vt:variant>
      <vt:variant>
        <vt:i4>19</vt:i4>
      </vt:variant>
    </vt:vector>
  </HeadingPairs>
  <TitlesOfParts>
    <vt:vector size="23" baseType="lpstr">
      <vt:lpstr>Content Slides</vt:lpstr>
      <vt:lpstr>1_Content Slides</vt:lpstr>
      <vt:lpstr>1_Titles and Breakers</vt:lpstr>
      <vt:lpstr>2_Content Slides</vt:lpstr>
      <vt:lpstr>Cloud Strategy Workshops </vt:lpstr>
      <vt:lpstr>What we heard…</vt:lpstr>
      <vt:lpstr>Operating in the cloud is a lifestyle change…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Rackspace Public Cloud Solutions We offer a wide array of solutions and continue to expand our portfolio</vt:lpstr>
      <vt:lpstr>PowerPoint Presentation</vt:lpstr>
      <vt:lpstr>Our cloud strategy solution offerings can be tailored to your needs</vt:lpstr>
      <vt:lpstr>Our cloud strategy solution offerings can be tailored to your needs</vt:lpstr>
      <vt:lpstr>Consultancy: Rackspace to Deliver Cloud Transformation … </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Rackspace Technology template</dc:title>
  <dc:subject/>
  <dc:creator/>
  <cp:keywords/>
  <dc:description/>
  <cp:lastModifiedBy>Keiran Holloway</cp:lastModifiedBy>
  <cp:revision>8</cp:revision>
  <dcterms:created xsi:type="dcterms:W3CDTF">2022-08-11T21:20:29Z</dcterms:created>
  <dcterms:modified xsi:type="dcterms:W3CDTF">2026-04-26T16:44:54Z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0x010100D626F7275FAC784480F77C3F6AF5986A</vt:lpwstr>
  </property>
  <property fmtid="{D5CDD505-2E9C-101B-9397-08002B2CF9AE}" pid="3" name="MediaServiceImageTags">
    <vt:lpwstr/>
  </property>
</Properties>
</file>