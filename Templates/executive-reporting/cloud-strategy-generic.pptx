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theme/theme2.xml" ContentType="application/vnd.openxmlformats-officedocument.theme+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theme/theme3.xml" ContentType="application/vnd.openxmlformats-officedocument.theme+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ags/tag1.xml" ContentType="application/vnd.openxmlformats-officedocument.presentationml.tags+xml"/>
  <Override PartName="/ppt/tags/tag2.xml" ContentType="application/vnd.openxmlformats-officedocument.presentationml.tag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tags/tag3.xml" ContentType="application/vnd.openxmlformats-officedocument.presentationml.tags+xml"/>
  <Override PartName="/ppt/notesSlides/notesSlide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notesSlides/notesSlide5.xml" ContentType="application/vnd.openxmlformats-officedocument.presentationml.notesSlide+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7" Type="http://schemas.microsoft.com/office/2020/02/relationships/classificationlabels" Target="docMetadata/LabelInfo.xml"/><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16" r:id="rId4"/>
    <p:sldMasterId id="2147483944" r:id="rId5"/>
    <p:sldMasterId id="2147483830" r:id="rId6"/>
    <p:sldMasterId id="2147484008" r:id="rId7"/>
  </p:sldMasterIdLst>
  <p:notesMasterIdLst>
    <p:notesMasterId r:id="rId27"/>
  </p:notesMasterIdLst>
  <p:handoutMasterIdLst>
    <p:handoutMasterId r:id="rId28"/>
  </p:handoutMasterIdLst>
  <p:sldIdLst>
    <p:sldId id="2113417359" r:id="rId8"/>
    <p:sldId id="2134806602" r:id="rId9"/>
    <p:sldId id="2147478921" r:id="rId10"/>
    <p:sldId id="2147478925" r:id="rId11"/>
    <p:sldId id="2147478922" r:id="rId12"/>
    <p:sldId id="2147478926" r:id="rId13"/>
    <p:sldId id="2147478927" r:id="rId14"/>
    <p:sldId id="2147478928" r:id="rId15"/>
    <p:sldId id="2147478929" r:id="rId16"/>
    <p:sldId id="2147478930" r:id="rId17"/>
    <p:sldId id="2147478931" r:id="rId18"/>
    <p:sldId id="2147478932" r:id="rId19"/>
    <p:sldId id="2147478253" r:id="rId20"/>
    <p:sldId id="2147478923" r:id="rId21"/>
    <p:sldId id="2147478301" r:id="rId22"/>
    <p:sldId id="2147478313" r:id="rId23"/>
    <p:sldId id="261" r:id="rId24"/>
    <p:sldId id="2147478924" r:id="rId25"/>
    <p:sldId id="2113417364" r:id="rId26"/>
  </p:sldIdLst>
  <p:sldSz cx="12192000" cy="6858000"/>
  <p:notesSz cx="6858000" cy="9144000"/>
  <p:defaultTextStyle>
    <a:defPPr>
      <a:defRPr lang="en-US"/>
    </a:defPPr>
    <a:lvl1pPr marL="0" algn="l" defTabSz="228600" rtl="0" eaLnBrk="1" latinLnBrk="0" hangingPunct="1">
      <a:defRPr sz="900" kern="1200">
        <a:solidFill>
          <a:schemeClr val="tx1"/>
        </a:solidFill>
        <a:latin typeface="+mn-lt"/>
        <a:ea typeface="+mn-ea"/>
        <a:cs typeface="+mn-cs"/>
      </a:defRPr>
    </a:lvl1pPr>
    <a:lvl2pPr marL="228600" algn="l" defTabSz="228600" rtl="0" eaLnBrk="1" latinLnBrk="0" hangingPunct="1">
      <a:defRPr sz="900" kern="1200">
        <a:solidFill>
          <a:schemeClr val="tx1"/>
        </a:solidFill>
        <a:latin typeface="+mn-lt"/>
        <a:ea typeface="+mn-ea"/>
        <a:cs typeface="+mn-cs"/>
      </a:defRPr>
    </a:lvl2pPr>
    <a:lvl3pPr marL="457200" algn="l" defTabSz="228600" rtl="0" eaLnBrk="1" latinLnBrk="0" hangingPunct="1">
      <a:defRPr sz="900" kern="1200">
        <a:solidFill>
          <a:schemeClr val="tx1"/>
        </a:solidFill>
        <a:latin typeface="+mn-lt"/>
        <a:ea typeface="+mn-ea"/>
        <a:cs typeface="+mn-cs"/>
      </a:defRPr>
    </a:lvl3pPr>
    <a:lvl4pPr marL="685800" algn="l" defTabSz="228600" rtl="0" eaLnBrk="1" latinLnBrk="0" hangingPunct="1">
      <a:defRPr sz="900" kern="1200">
        <a:solidFill>
          <a:schemeClr val="tx1"/>
        </a:solidFill>
        <a:latin typeface="+mn-lt"/>
        <a:ea typeface="+mn-ea"/>
        <a:cs typeface="+mn-cs"/>
      </a:defRPr>
    </a:lvl4pPr>
    <a:lvl5pPr marL="914400" algn="l" defTabSz="228600" rtl="0" eaLnBrk="1" latinLnBrk="0" hangingPunct="1">
      <a:defRPr sz="900" kern="1200">
        <a:solidFill>
          <a:schemeClr val="tx1"/>
        </a:solidFill>
        <a:latin typeface="+mn-lt"/>
        <a:ea typeface="+mn-ea"/>
        <a:cs typeface="+mn-cs"/>
      </a:defRPr>
    </a:lvl5pPr>
    <a:lvl6pPr marL="1143000" algn="l" defTabSz="228600" rtl="0" eaLnBrk="1" latinLnBrk="0" hangingPunct="1">
      <a:defRPr sz="900" kern="1200">
        <a:solidFill>
          <a:schemeClr val="tx1"/>
        </a:solidFill>
        <a:latin typeface="+mn-lt"/>
        <a:ea typeface="+mn-ea"/>
        <a:cs typeface="+mn-cs"/>
      </a:defRPr>
    </a:lvl6pPr>
    <a:lvl7pPr marL="1371600" algn="l" defTabSz="228600" rtl="0" eaLnBrk="1" latinLnBrk="0" hangingPunct="1">
      <a:defRPr sz="900" kern="1200">
        <a:solidFill>
          <a:schemeClr val="tx1"/>
        </a:solidFill>
        <a:latin typeface="+mn-lt"/>
        <a:ea typeface="+mn-ea"/>
        <a:cs typeface="+mn-cs"/>
      </a:defRPr>
    </a:lvl7pPr>
    <a:lvl8pPr marL="1600200" algn="l" defTabSz="228600" rtl="0" eaLnBrk="1" latinLnBrk="0" hangingPunct="1">
      <a:defRPr sz="900" kern="1200">
        <a:solidFill>
          <a:schemeClr val="tx1"/>
        </a:solidFill>
        <a:latin typeface="+mn-lt"/>
        <a:ea typeface="+mn-ea"/>
        <a:cs typeface="+mn-cs"/>
      </a:defRPr>
    </a:lvl8pPr>
    <a:lvl9pPr marL="1828800" algn="l" defTabSz="228600" rtl="0" eaLnBrk="1" latinLnBrk="0" hangingPunct="1">
      <a:defRPr sz="9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and Breaker Layouts" id="{4AE7326D-D6F2-440D-9A41-85E2343213A5}">
          <p14:sldIdLst/>
        </p14:section>
        <p14:section name="Content Slides" id="{846C7ABD-83F7-4BA2-BD1F-579980DED47E}">
          <p14:sldIdLst>
            <p14:sldId id="2113417359"/>
            <p14:sldId id="2134806602"/>
            <p14:sldId id="2147478921"/>
            <p14:sldId id="2147478925"/>
            <p14:sldId id="2147478922"/>
            <p14:sldId id="2147478926"/>
            <p14:sldId id="2147478927"/>
            <p14:sldId id="2147478928"/>
            <p14:sldId id="2147478929"/>
            <p14:sldId id="2147478930"/>
            <p14:sldId id="2147478931"/>
            <p14:sldId id="2147478932"/>
            <p14:sldId id="2147478253"/>
            <p14:sldId id="2147478923"/>
            <p14:sldId id="2147478301"/>
            <p14:sldId id="2147478313"/>
            <p14:sldId id="261"/>
            <p14:sldId id="2147478924"/>
            <p14:sldId id="2113417364"/>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shley Miesner" initials="AM" lastIdx="5" clrIdx="0">
    <p:extLst>
      <p:ext uri="{19B8F6BF-5375-455C-9EA6-DF929625EA0E}">
        <p15:presenceInfo xmlns:p15="http://schemas.microsoft.com/office/powerpoint/2012/main" userId="ad8e07fa54b49bda" providerId="Windows Live"/>
      </p:ext>
    </p:extLst>
  </p:cmAuthor>
  <p:cmAuthor id="2" name="Kim Wright" initials="KW" lastIdx="3" clrIdx="1">
    <p:extLst>
      <p:ext uri="{19B8F6BF-5375-455C-9EA6-DF929625EA0E}">
        <p15:presenceInfo xmlns:p15="http://schemas.microsoft.com/office/powerpoint/2012/main" userId="S::kim.wright@rackspace.com::c351f5f5-0fc6-4393-8dd9-32c853090481"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C1C1C"/>
    <a:srgbClr val="111111"/>
    <a:srgbClr val="D1FFFB"/>
    <a:srgbClr val="003482"/>
    <a:srgbClr val="D8EBF9"/>
    <a:srgbClr val="005AC8"/>
    <a:srgbClr val="64005A"/>
    <a:srgbClr val="9E0000"/>
    <a:srgbClr val="BB5CB4"/>
    <a:srgbClr val="F6D7F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19FD160-C27A-4C9F-B311-7D527667650F}" v="2" dt="2026-06-04T05:26:04.05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0" d="100"/>
          <a:sy n="100" d="100"/>
        </p:scale>
        <p:origin x="954" y="102"/>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slide" Target="slides/slide19.xml"/><Relationship Id="rId3" Type="http://schemas.openxmlformats.org/officeDocument/2006/relationships/customXml" Target="../customXml/item3.xml"/><Relationship Id="rId21" Type="http://schemas.openxmlformats.org/officeDocument/2006/relationships/slide" Target="slides/slide14.xml"/><Relationship Id="rId34" Type="http://schemas.microsoft.com/office/2016/11/relationships/changesInfo" Target="changesInfos/changesInfo1.xml"/><Relationship Id="rId7" Type="http://schemas.openxmlformats.org/officeDocument/2006/relationships/slideMaster" Target="slideMasters/slideMaster4.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slide" Target="slides/slide18.xml"/><Relationship Id="rId33"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9.xml"/><Relationship Id="rId20" Type="http://schemas.openxmlformats.org/officeDocument/2006/relationships/slide" Target="slides/slide13.xml"/><Relationship Id="rId29" Type="http://schemas.openxmlformats.org/officeDocument/2006/relationships/commentAuthors" Target="commentAuthors.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4.xml"/><Relationship Id="rId24" Type="http://schemas.openxmlformats.org/officeDocument/2006/relationships/slide" Target="slides/slide17.xml"/><Relationship Id="rId32" Type="http://schemas.openxmlformats.org/officeDocument/2006/relationships/theme" Target="theme/theme1.xml"/><Relationship Id="rId5" Type="http://schemas.openxmlformats.org/officeDocument/2006/relationships/slideMaster" Target="slideMasters/slideMaster2.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handoutMaster" Target="handoutMasters/handoutMaster1.xml"/><Relationship Id="rId10" Type="http://schemas.openxmlformats.org/officeDocument/2006/relationships/slide" Target="slides/slide3.xml"/><Relationship Id="rId19" Type="http://schemas.openxmlformats.org/officeDocument/2006/relationships/slide" Target="slides/slide12.xml"/><Relationship Id="rId31"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notesMaster" Target="notesMasters/notesMaster1.xml"/><Relationship Id="rId30" Type="http://schemas.openxmlformats.org/officeDocument/2006/relationships/presProps" Target="presProps.xml"/><Relationship Id="rId35" Type="http://schemas.microsoft.com/office/2015/10/relationships/revisionInfo" Target="revisionInfo.xml"/><Relationship Id="rId8" Type="http://schemas.openxmlformats.org/officeDocument/2006/relationships/slide" Target="slides/slid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Upendra Kumar" userId="6c07c951-56e6-444d-b54c-43a261dacbee" providerId="ADAL" clId="{06A93499-00C3-468F-BFAF-ED895873DCA0}"/>
    <pc:docChg chg="custSel delSld modSld modSection">
      <pc:chgData name="Upendra Kumar" userId="6c07c951-56e6-444d-b54c-43a261dacbee" providerId="ADAL" clId="{06A93499-00C3-468F-BFAF-ED895873DCA0}" dt="2026-06-04T05:25:57.448" v="22"/>
      <pc:docMkLst>
        <pc:docMk/>
      </pc:docMkLst>
      <pc:sldChg chg="delSp mod">
        <pc:chgData name="Upendra Kumar" userId="6c07c951-56e6-444d-b54c-43a261dacbee" providerId="ADAL" clId="{06A93499-00C3-468F-BFAF-ED895873DCA0}" dt="2026-06-04T05:25:37.925" v="19" actId="478"/>
        <pc:sldMkLst>
          <pc:docMk/>
          <pc:sldMk cId="2924750061" sldId="261"/>
        </pc:sldMkLst>
        <pc:picChg chg="del">
          <ac:chgData name="Upendra Kumar" userId="6c07c951-56e6-444d-b54c-43a261dacbee" providerId="ADAL" clId="{06A93499-00C3-468F-BFAF-ED895873DCA0}" dt="2026-06-04T05:25:37.925" v="19" actId="478"/>
          <ac:picMkLst>
            <pc:docMk/>
            <pc:sldMk cId="2924750061" sldId="261"/>
            <ac:picMk id="95" creationId="{00000000-0000-0000-0000-000000000000}"/>
          </ac:picMkLst>
        </pc:picChg>
      </pc:sldChg>
      <pc:sldChg chg="delSp modSp mod">
        <pc:chgData name="Upendra Kumar" userId="6c07c951-56e6-444d-b54c-43a261dacbee" providerId="ADAL" clId="{06A93499-00C3-468F-BFAF-ED895873DCA0}" dt="2026-06-04T05:23:51.705" v="2" actId="478"/>
        <pc:sldMkLst>
          <pc:docMk/>
          <pc:sldMk cId="1264060936" sldId="2113417359"/>
        </pc:sldMkLst>
        <pc:picChg chg="del mod">
          <ac:chgData name="Upendra Kumar" userId="6c07c951-56e6-444d-b54c-43a261dacbee" providerId="ADAL" clId="{06A93499-00C3-468F-BFAF-ED895873DCA0}" dt="2026-06-04T05:23:51.705" v="2" actId="478"/>
          <ac:picMkLst>
            <pc:docMk/>
            <pc:sldMk cId="1264060936" sldId="2113417359"/>
            <ac:picMk id="8" creationId="{00000000-0000-0000-0000-000000000000}"/>
          </ac:picMkLst>
        </pc:picChg>
      </pc:sldChg>
      <pc:sldChg chg="delSp mod">
        <pc:chgData name="Upendra Kumar" userId="6c07c951-56e6-444d-b54c-43a261dacbee" providerId="ADAL" clId="{06A93499-00C3-468F-BFAF-ED895873DCA0}" dt="2026-06-04T05:25:43.593" v="21" actId="478"/>
        <pc:sldMkLst>
          <pc:docMk/>
          <pc:sldMk cId="2601900907" sldId="2113417364"/>
        </pc:sldMkLst>
        <pc:picChg chg="del">
          <ac:chgData name="Upendra Kumar" userId="6c07c951-56e6-444d-b54c-43a261dacbee" providerId="ADAL" clId="{06A93499-00C3-468F-BFAF-ED895873DCA0}" dt="2026-06-04T05:25:43.593" v="21" actId="478"/>
          <ac:picMkLst>
            <pc:docMk/>
            <pc:sldMk cId="2601900907" sldId="2113417364"/>
            <ac:picMk id="2" creationId="{00000000-0000-0000-0000-000000000000}"/>
          </ac:picMkLst>
        </pc:picChg>
      </pc:sldChg>
      <pc:sldChg chg="delSp mod">
        <pc:chgData name="Upendra Kumar" userId="6c07c951-56e6-444d-b54c-43a261dacbee" providerId="ADAL" clId="{06A93499-00C3-468F-BFAF-ED895873DCA0}" dt="2026-06-04T05:24:20.941" v="5" actId="478"/>
        <pc:sldMkLst>
          <pc:docMk/>
          <pc:sldMk cId="2107282949" sldId="2134806602"/>
        </pc:sldMkLst>
        <pc:picChg chg="del">
          <ac:chgData name="Upendra Kumar" userId="6c07c951-56e6-444d-b54c-43a261dacbee" providerId="ADAL" clId="{06A93499-00C3-468F-BFAF-ED895873DCA0}" dt="2026-06-04T05:24:20.941" v="5" actId="478"/>
          <ac:picMkLst>
            <pc:docMk/>
            <pc:sldMk cId="2107282949" sldId="2134806602"/>
            <ac:picMk id="196" creationId="{00000000-0000-0000-0000-000000000000}"/>
          </ac:picMkLst>
        </pc:picChg>
      </pc:sldChg>
      <pc:sldChg chg="delSp mod">
        <pc:chgData name="Upendra Kumar" userId="6c07c951-56e6-444d-b54c-43a261dacbee" providerId="ADAL" clId="{06A93499-00C3-468F-BFAF-ED895873DCA0}" dt="2026-06-04T05:25:19.776" v="15" actId="478"/>
        <pc:sldMkLst>
          <pc:docMk/>
          <pc:sldMk cId="2567574205" sldId="2147478253"/>
        </pc:sldMkLst>
        <pc:picChg chg="del">
          <ac:chgData name="Upendra Kumar" userId="6c07c951-56e6-444d-b54c-43a261dacbee" providerId="ADAL" clId="{06A93499-00C3-468F-BFAF-ED895873DCA0}" dt="2026-06-04T05:25:19.776" v="15" actId="478"/>
          <ac:picMkLst>
            <pc:docMk/>
            <pc:sldMk cId="2567574205" sldId="2147478253"/>
            <ac:picMk id="140" creationId="{00000000-0000-0000-0000-000000000000}"/>
          </ac:picMkLst>
        </pc:picChg>
      </pc:sldChg>
      <pc:sldChg chg="delSp mod">
        <pc:chgData name="Upendra Kumar" userId="6c07c951-56e6-444d-b54c-43a261dacbee" providerId="ADAL" clId="{06A93499-00C3-468F-BFAF-ED895873DCA0}" dt="2026-06-04T05:25:30.686" v="17" actId="478"/>
        <pc:sldMkLst>
          <pc:docMk/>
          <pc:sldMk cId="632475900" sldId="2147478301"/>
        </pc:sldMkLst>
        <pc:picChg chg="del">
          <ac:chgData name="Upendra Kumar" userId="6c07c951-56e6-444d-b54c-43a261dacbee" providerId="ADAL" clId="{06A93499-00C3-468F-BFAF-ED895873DCA0}" dt="2026-06-04T05:25:30.686" v="17" actId="478"/>
          <ac:picMkLst>
            <pc:docMk/>
            <pc:sldMk cId="632475900" sldId="2147478301"/>
            <ac:picMk id="102" creationId="{00000000-0000-0000-0000-000000000000}"/>
          </ac:picMkLst>
        </pc:picChg>
      </pc:sldChg>
      <pc:sldChg chg="delSp mod">
        <pc:chgData name="Upendra Kumar" userId="6c07c951-56e6-444d-b54c-43a261dacbee" providerId="ADAL" clId="{06A93499-00C3-468F-BFAF-ED895873DCA0}" dt="2026-06-04T05:25:34.667" v="18" actId="478"/>
        <pc:sldMkLst>
          <pc:docMk/>
          <pc:sldMk cId="602755094" sldId="2147478313"/>
        </pc:sldMkLst>
        <pc:picChg chg="del">
          <ac:chgData name="Upendra Kumar" userId="6c07c951-56e6-444d-b54c-43a261dacbee" providerId="ADAL" clId="{06A93499-00C3-468F-BFAF-ED895873DCA0}" dt="2026-06-04T05:25:34.667" v="18" actId="478"/>
          <ac:picMkLst>
            <pc:docMk/>
            <pc:sldMk cId="602755094" sldId="2147478313"/>
            <ac:picMk id="102" creationId="{00000000-0000-0000-0000-000000000000}"/>
          </ac:picMkLst>
        </pc:picChg>
      </pc:sldChg>
      <pc:sldChg chg="delSp mod">
        <pc:chgData name="Upendra Kumar" userId="6c07c951-56e6-444d-b54c-43a261dacbee" providerId="ADAL" clId="{06A93499-00C3-468F-BFAF-ED895873DCA0}" dt="2026-06-04T05:24:15.362" v="4" actId="478"/>
        <pc:sldMkLst>
          <pc:docMk/>
          <pc:sldMk cId="602592192" sldId="2147478921"/>
        </pc:sldMkLst>
        <pc:picChg chg="del">
          <ac:chgData name="Upendra Kumar" userId="6c07c951-56e6-444d-b54c-43a261dacbee" providerId="ADAL" clId="{06A93499-00C3-468F-BFAF-ED895873DCA0}" dt="2026-06-04T05:24:15.362" v="4" actId="478"/>
          <ac:picMkLst>
            <pc:docMk/>
            <pc:sldMk cId="602592192" sldId="2147478921"/>
            <ac:picMk id="27" creationId="{00000000-0000-0000-0000-000000000000}"/>
          </ac:picMkLst>
        </pc:picChg>
      </pc:sldChg>
      <pc:sldChg chg="delSp mod">
        <pc:chgData name="Upendra Kumar" userId="6c07c951-56e6-444d-b54c-43a261dacbee" providerId="ADAL" clId="{06A93499-00C3-468F-BFAF-ED895873DCA0}" dt="2026-06-04T05:24:27.589" v="7" actId="478"/>
        <pc:sldMkLst>
          <pc:docMk/>
          <pc:sldMk cId="4217107792" sldId="2147478922"/>
        </pc:sldMkLst>
        <pc:picChg chg="del">
          <ac:chgData name="Upendra Kumar" userId="6c07c951-56e6-444d-b54c-43a261dacbee" providerId="ADAL" clId="{06A93499-00C3-468F-BFAF-ED895873DCA0}" dt="2026-06-04T05:24:27.589" v="7" actId="478"/>
          <ac:picMkLst>
            <pc:docMk/>
            <pc:sldMk cId="4217107792" sldId="2147478922"/>
            <ac:picMk id="1033" creationId="{00000000-0000-0000-0000-000000000000}"/>
          </ac:picMkLst>
        </pc:picChg>
      </pc:sldChg>
      <pc:sldChg chg="delSp mod">
        <pc:chgData name="Upendra Kumar" userId="6c07c951-56e6-444d-b54c-43a261dacbee" providerId="ADAL" clId="{06A93499-00C3-468F-BFAF-ED895873DCA0}" dt="2026-06-04T05:25:27.530" v="16" actId="478"/>
        <pc:sldMkLst>
          <pc:docMk/>
          <pc:sldMk cId="2047178542" sldId="2147478923"/>
        </pc:sldMkLst>
        <pc:picChg chg="del">
          <ac:chgData name="Upendra Kumar" userId="6c07c951-56e6-444d-b54c-43a261dacbee" providerId="ADAL" clId="{06A93499-00C3-468F-BFAF-ED895873DCA0}" dt="2026-06-04T05:25:27.530" v="16" actId="478"/>
          <ac:picMkLst>
            <pc:docMk/>
            <pc:sldMk cId="2047178542" sldId="2147478923"/>
            <ac:picMk id="8" creationId="{00000000-0000-0000-0000-000000000000}"/>
          </ac:picMkLst>
        </pc:picChg>
      </pc:sldChg>
      <pc:sldChg chg="delSp modSp mod">
        <pc:chgData name="Upendra Kumar" userId="6c07c951-56e6-444d-b54c-43a261dacbee" providerId="ADAL" clId="{06A93499-00C3-468F-BFAF-ED895873DCA0}" dt="2026-06-04T05:25:57.448" v="22"/>
        <pc:sldMkLst>
          <pc:docMk/>
          <pc:sldMk cId="893709396" sldId="2147478924"/>
        </pc:sldMkLst>
        <pc:graphicFrameChg chg="mod">
          <ac:chgData name="Upendra Kumar" userId="6c07c951-56e6-444d-b54c-43a261dacbee" providerId="ADAL" clId="{06A93499-00C3-468F-BFAF-ED895873DCA0}" dt="2026-06-04T05:25:57.448" v="22"/>
          <ac:graphicFrameMkLst>
            <pc:docMk/>
            <pc:sldMk cId="893709396" sldId="2147478924"/>
            <ac:graphicFrameMk id="3" creationId="{29F6E89A-3F19-9B1D-3B37-8F82CFD7E4FF}"/>
          </ac:graphicFrameMkLst>
        </pc:graphicFrameChg>
        <pc:picChg chg="del">
          <ac:chgData name="Upendra Kumar" userId="6c07c951-56e6-444d-b54c-43a261dacbee" providerId="ADAL" clId="{06A93499-00C3-468F-BFAF-ED895873DCA0}" dt="2026-06-04T05:25:40.632" v="20" actId="478"/>
          <ac:picMkLst>
            <pc:docMk/>
            <pc:sldMk cId="893709396" sldId="2147478924"/>
            <ac:picMk id="5" creationId="{00000000-0000-0000-0000-000000000000}"/>
          </ac:picMkLst>
        </pc:picChg>
      </pc:sldChg>
      <pc:sldChg chg="delSp mod">
        <pc:chgData name="Upendra Kumar" userId="6c07c951-56e6-444d-b54c-43a261dacbee" providerId="ADAL" clId="{06A93499-00C3-468F-BFAF-ED895873DCA0}" dt="2026-06-04T05:24:24.844" v="6" actId="478"/>
        <pc:sldMkLst>
          <pc:docMk/>
          <pc:sldMk cId="3634456617" sldId="2147478925"/>
        </pc:sldMkLst>
        <pc:picChg chg="del">
          <ac:chgData name="Upendra Kumar" userId="6c07c951-56e6-444d-b54c-43a261dacbee" providerId="ADAL" clId="{06A93499-00C3-468F-BFAF-ED895873DCA0}" dt="2026-06-04T05:24:24.844" v="6" actId="478"/>
          <ac:picMkLst>
            <pc:docMk/>
            <pc:sldMk cId="3634456617" sldId="2147478925"/>
            <ac:picMk id="7" creationId="{00000000-0000-0000-0000-000000000000}"/>
          </ac:picMkLst>
        </pc:picChg>
      </pc:sldChg>
      <pc:sldChg chg="delSp mod">
        <pc:chgData name="Upendra Kumar" userId="6c07c951-56e6-444d-b54c-43a261dacbee" providerId="ADAL" clId="{06A93499-00C3-468F-BFAF-ED895873DCA0}" dt="2026-06-04T05:24:31.313" v="8" actId="478"/>
        <pc:sldMkLst>
          <pc:docMk/>
          <pc:sldMk cId="2598203876" sldId="2147478926"/>
        </pc:sldMkLst>
        <pc:picChg chg="del">
          <ac:chgData name="Upendra Kumar" userId="6c07c951-56e6-444d-b54c-43a261dacbee" providerId="ADAL" clId="{06A93499-00C3-468F-BFAF-ED895873DCA0}" dt="2026-06-04T05:24:31.313" v="8" actId="478"/>
          <ac:picMkLst>
            <pc:docMk/>
            <pc:sldMk cId="2598203876" sldId="2147478926"/>
            <ac:picMk id="1027" creationId="{00000000-0000-0000-0000-000000000000}"/>
          </ac:picMkLst>
        </pc:picChg>
      </pc:sldChg>
      <pc:sldChg chg="delSp mod">
        <pc:chgData name="Upendra Kumar" userId="6c07c951-56e6-444d-b54c-43a261dacbee" providerId="ADAL" clId="{06A93499-00C3-468F-BFAF-ED895873DCA0}" dt="2026-06-04T05:24:33.859" v="9" actId="478"/>
        <pc:sldMkLst>
          <pc:docMk/>
          <pc:sldMk cId="2789405404" sldId="2147478927"/>
        </pc:sldMkLst>
        <pc:picChg chg="del">
          <ac:chgData name="Upendra Kumar" userId="6c07c951-56e6-444d-b54c-43a261dacbee" providerId="ADAL" clId="{06A93499-00C3-468F-BFAF-ED895873DCA0}" dt="2026-06-04T05:24:33.859" v="9" actId="478"/>
          <ac:picMkLst>
            <pc:docMk/>
            <pc:sldMk cId="2789405404" sldId="2147478927"/>
            <ac:picMk id="2053" creationId="{00000000-0000-0000-0000-000000000000}"/>
          </ac:picMkLst>
        </pc:picChg>
      </pc:sldChg>
      <pc:sldChg chg="delSp mod">
        <pc:chgData name="Upendra Kumar" userId="6c07c951-56e6-444d-b54c-43a261dacbee" providerId="ADAL" clId="{06A93499-00C3-468F-BFAF-ED895873DCA0}" dt="2026-06-04T05:24:36.721" v="10" actId="478"/>
        <pc:sldMkLst>
          <pc:docMk/>
          <pc:sldMk cId="598009967" sldId="2147478928"/>
        </pc:sldMkLst>
        <pc:picChg chg="del">
          <ac:chgData name="Upendra Kumar" userId="6c07c951-56e6-444d-b54c-43a261dacbee" providerId="ADAL" clId="{06A93499-00C3-468F-BFAF-ED895873DCA0}" dt="2026-06-04T05:24:36.721" v="10" actId="478"/>
          <ac:picMkLst>
            <pc:docMk/>
            <pc:sldMk cId="598009967" sldId="2147478928"/>
            <ac:picMk id="5" creationId="{00000000-0000-0000-0000-000000000000}"/>
          </ac:picMkLst>
        </pc:picChg>
      </pc:sldChg>
      <pc:sldChg chg="delSp mod">
        <pc:chgData name="Upendra Kumar" userId="6c07c951-56e6-444d-b54c-43a261dacbee" providerId="ADAL" clId="{06A93499-00C3-468F-BFAF-ED895873DCA0}" dt="2026-06-04T05:24:38.498" v="11" actId="478"/>
        <pc:sldMkLst>
          <pc:docMk/>
          <pc:sldMk cId="1641989127" sldId="2147478929"/>
        </pc:sldMkLst>
        <pc:picChg chg="del">
          <ac:chgData name="Upendra Kumar" userId="6c07c951-56e6-444d-b54c-43a261dacbee" providerId="ADAL" clId="{06A93499-00C3-468F-BFAF-ED895873DCA0}" dt="2026-06-04T05:24:38.498" v="11" actId="478"/>
          <ac:picMkLst>
            <pc:docMk/>
            <pc:sldMk cId="1641989127" sldId="2147478929"/>
            <ac:picMk id="8" creationId="{00000000-0000-0000-0000-000000000000}"/>
          </ac:picMkLst>
        </pc:picChg>
      </pc:sldChg>
      <pc:sldChg chg="delSp mod">
        <pc:chgData name="Upendra Kumar" userId="6c07c951-56e6-444d-b54c-43a261dacbee" providerId="ADAL" clId="{06A93499-00C3-468F-BFAF-ED895873DCA0}" dt="2026-06-04T05:24:42.122" v="12" actId="478"/>
        <pc:sldMkLst>
          <pc:docMk/>
          <pc:sldMk cId="1085681000" sldId="2147478930"/>
        </pc:sldMkLst>
        <pc:picChg chg="del">
          <ac:chgData name="Upendra Kumar" userId="6c07c951-56e6-444d-b54c-43a261dacbee" providerId="ADAL" clId="{06A93499-00C3-468F-BFAF-ED895873DCA0}" dt="2026-06-04T05:24:42.122" v="12" actId="478"/>
          <ac:picMkLst>
            <pc:docMk/>
            <pc:sldMk cId="1085681000" sldId="2147478930"/>
            <ac:picMk id="8" creationId="{00000000-0000-0000-0000-000000000000}"/>
          </ac:picMkLst>
        </pc:picChg>
      </pc:sldChg>
      <pc:sldChg chg="delSp mod">
        <pc:chgData name="Upendra Kumar" userId="6c07c951-56e6-444d-b54c-43a261dacbee" providerId="ADAL" clId="{06A93499-00C3-468F-BFAF-ED895873DCA0}" dt="2026-06-04T05:25:13.174" v="13" actId="478"/>
        <pc:sldMkLst>
          <pc:docMk/>
          <pc:sldMk cId="2680601884" sldId="2147478931"/>
        </pc:sldMkLst>
        <pc:picChg chg="del">
          <ac:chgData name="Upendra Kumar" userId="6c07c951-56e6-444d-b54c-43a261dacbee" providerId="ADAL" clId="{06A93499-00C3-468F-BFAF-ED895873DCA0}" dt="2026-06-04T05:25:13.174" v="13" actId="478"/>
          <ac:picMkLst>
            <pc:docMk/>
            <pc:sldMk cId="2680601884" sldId="2147478931"/>
            <ac:picMk id="8" creationId="{00000000-0000-0000-0000-000000000000}"/>
          </ac:picMkLst>
        </pc:picChg>
      </pc:sldChg>
      <pc:sldChg chg="delSp mod">
        <pc:chgData name="Upendra Kumar" userId="6c07c951-56e6-444d-b54c-43a261dacbee" providerId="ADAL" clId="{06A93499-00C3-468F-BFAF-ED895873DCA0}" dt="2026-06-04T05:25:16.168" v="14" actId="478"/>
        <pc:sldMkLst>
          <pc:docMk/>
          <pc:sldMk cId="3611480087" sldId="2147478932"/>
        </pc:sldMkLst>
        <pc:picChg chg="del">
          <ac:chgData name="Upendra Kumar" userId="6c07c951-56e6-444d-b54c-43a261dacbee" providerId="ADAL" clId="{06A93499-00C3-468F-BFAF-ED895873DCA0}" dt="2026-06-04T05:25:16.168" v="14" actId="478"/>
          <ac:picMkLst>
            <pc:docMk/>
            <pc:sldMk cId="3611480087" sldId="2147478932"/>
            <ac:picMk id="8" creationId="{00000000-0000-0000-0000-000000000000}"/>
          </ac:picMkLst>
        </pc:picChg>
      </pc:sldChg>
      <pc:sldChg chg="modSp del mod">
        <pc:chgData name="Upendra Kumar" userId="6c07c951-56e6-444d-b54c-43a261dacbee" providerId="ADAL" clId="{06A93499-00C3-468F-BFAF-ED895873DCA0}" dt="2026-06-04T05:24:04.817" v="3" actId="2696"/>
        <pc:sldMkLst>
          <pc:docMk/>
          <pc:sldMk cId="0" sldId="2147478933"/>
        </pc:sldMkLst>
        <pc:spChg chg="mod">
          <ac:chgData name="Upendra Kumar" userId="6c07c951-56e6-444d-b54c-43a261dacbee" providerId="ADAL" clId="{06A93499-00C3-468F-BFAF-ED895873DCA0}" dt="2026-06-04T05:23:43.262" v="0" actId="1076"/>
          <ac:spMkLst>
            <pc:docMk/>
            <pc:sldMk cId="0" sldId="2147478933"/>
            <ac:spMk id="15" creationId="{00000000-0000-0000-0000-000000000000}"/>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F6E11BD-5FD5-467D-86D8-5622CFF4C466}" type="doc">
      <dgm:prSet loTypeId="urn:microsoft.com/office/officeart/2005/8/layout/cycle5" loCatId="cycle" qsTypeId="urn:microsoft.com/office/officeart/2005/8/quickstyle/simple5" qsCatId="simple" csTypeId="urn:microsoft.com/office/officeart/2005/8/colors/accent0_2" csCatId="mainScheme" phldr="1"/>
      <dgm:spPr/>
      <dgm:t>
        <a:bodyPr/>
        <a:lstStyle/>
        <a:p>
          <a:endParaRPr lang="en-GB"/>
        </a:p>
      </dgm:t>
    </dgm:pt>
    <dgm:pt modelId="{E0707A46-47A2-4273-B250-3B7CDD68A023}">
      <dgm:prSet phldrT="[Text]"/>
      <dgm:spPr/>
      <dgm:t>
        <a:bodyPr/>
        <a:lstStyle/>
        <a:p>
          <a:r>
            <a:rPr lang="en-US"/>
            <a:t>Identify Goals/Define Return on Investment </a:t>
          </a:r>
          <a:endParaRPr lang="en-GB"/>
        </a:p>
      </dgm:t>
    </dgm:pt>
    <dgm:pt modelId="{71780E9D-5266-4D97-93CB-F3D2B09BD71B}" type="parTrans" cxnId="{084BC98E-444F-4126-BFB9-69EC6D24E2FE}">
      <dgm:prSet/>
      <dgm:spPr/>
      <dgm:t>
        <a:bodyPr/>
        <a:lstStyle/>
        <a:p>
          <a:endParaRPr lang="en-GB"/>
        </a:p>
      </dgm:t>
    </dgm:pt>
    <dgm:pt modelId="{816E6571-1E07-49FA-A88A-400D50DA581E}" type="sibTrans" cxnId="{084BC98E-444F-4126-BFB9-69EC6D24E2FE}">
      <dgm:prSet/>
      <dgm:spPr/>
      <dgm:t>
        <a:bodyPr/>
        <a:lstStyle/>
        <a:p>
          <a:endParaRPr lang="en-GB"/>
        </a:p>
      </dgm:t>
    </dgm:pt>
    <dgm:pt modelId="{AAEEE6D2-C029-4259-9248-755D7166FCBE}">
      <dgm:prSet phldrT="[Text]"/>
      <dgm:spPr/>
      <dgm:t>
        <a:bodyPr/>
        <a:lstStyle/>
        <a:p>
          <a:r>
            <a:rPr lang="en-US"/>
            <a:t>Create execution plan</a:t>
          </a:r>
          <a:endParaRPr lang="en-GB"/>
        </a:p>
      </dgm:t>
    </dgm:pt>
    <dgm:pt modelId="{A70F9BAC-C636-49B1-9C8E-E60052DAEC43}" type="parTrans" cxnId="{4E040597-11B8-4B3B-B905-4D5DC4B5FEF7}">
      <dgm:prSet/>
      <dgm:spPr/>
      <dgm:t>
        <a:bodyPr/>
        <a:lstStyle/>
        <a:p>
          <a:endParaRPr lang="en-GB"/>
        </a:p>
      </dgm:t>
    </dgm:pt>
    <dgm:pt modelId="{D69B0798-1EEB-47CD-A61B-6AB56C8DC06F}" type="sibTrans" cxnId="{4E040597-11B8-4B3B-B905-4D5DC4B5FEF7}">
      <dgm:prSet/>
      <dgm:spPr/>
      <dgm:t>
        <a:bodyPr/>
        <a:lstStyle/>
        <a:p>
          <a:endParaRPr lang="en-GB"/>
        </a:p>
      </dgm:t>
    </dgm:pt>
    <dgm:pt modelId="{94EF14CA-CBCA-4980-A1C9-0F3FFA6A5174}">
      <dgm:prSet phldrT="[Text]"/>
      <dgm:spPr/>
      <dgm:t>
        <a:bodyPr/>
        <a:lstStyle/>
        <a:p>
          <a:r>
            <a:rPr lang="en-US"/>
            <a:t>Measure Results </a:t>
          </a:r>
          <a:endParaRPr lang="en-GB"/>
        </a:p>
      </dgm:t>
    </dgm:pt>
    <dgm:pt modelId="{45A1C413-5A7F-4EA3-9AC3-748E49014BE4}" type="parTrans" cxnId="{3122DA5C-92FD-4B7B-B28C-5B867DAA2F85}">
      <dgm:prSet/>
      <dgm:spPr/>
      <dgm:t>
        <a:bodyPr/>
        <a:lstStyle/>
        <a:p>
          <a:endParaRPr lang="en-GB"/>
        </a:p>
      </dgm:t>
    </dgm:pt>
    <dgm:pt modelId="{B964AEE2-9C82-4797-AEA3-126D0095661C}" type="sibTrans" cxnId="{3122DA5C-92FD-4B7B-B28C-5B867DAA2F85}">
      <dgm:prSet/>
      <dgm:spPr/>
      <dgm:t>
        <a:bodyPr/>
        <a:lstStyle/>
        <a:p>
          <a:endParaRPr lang="en-GB"/>
        </a:p>
      </dgm:t>
    </dgm:pt>
    <dgm:pt modelId="{31609DB3-B467-4533-931D-B66819134960}">
      <dgm:prSet phldrT="[Text]"/>
      <dgm:spPr/>
      <dgm:t>
        <a:bodyPr/>
        <a:lstStyle/>
        <a:p>
          <a:r>
            <a:rPr lang="en-US"/>
            <a:t>Implementation </a:t>
          </a:r>
          <a:endParaRPr lang="en-GB"/>
        </a:p>
      </dgm:t>
    </dgm:pt>
    <dgm:pt modelId="{CF5C7C05-3A0F-4AA6-A372-BB94244A6F16}" type="parTrans" cxnId="{FD822B74-06D7-4BFB-94E4-FCE86D082854}">
      <dgm:prSet/>
      <dgm:spPr/>
      <dgm:t>
        <a:bodyPr/>
        <a:lstStyle/>
        <a:p>
          <a:endParaRPr lang="en-GB"/>
        </a:p>
      </dgm:t>
    </dgm:pt>
    <dgm:pt modelId="{68B7A237-32BE-4C5E-8D03-D2DED1034305}" type="sibTrans" cxnId="{FD822B74-06D7-4BFB-94E4-FCE86D082854}">
      <dgm:prSet/>
      <dgm:spPr/>
      <dgm:t>
        <a:bodyPr/>
        <a:lstStyle/>
        <a:p>
          <a:endParaRPr lang="en-GB"/>
        </a:p>
      </dgm:t>
    </dgm:pt>
    <dgm:pt modelId="{66EB2840-DD65-455D-B75A-76DAD07112D8}" type="pres">
      <dgm:prSet presAssocID="{6F6E11BD-5FD5-467D-86D8-5622CFF4C466}" presName="cycle" presStyleCnt="0">
        <dgm:presLayoutVars>
          <dgm:dir/>
          <dgm:resizeHandles val="exact"/>
        </dgm:presLayoutVars>
      </dgm:prSet>
      <dgm:spPr/>
    </dgm:pt>
    <dgm:pt modelId="{A2332F7F-EFD6-47BD-86FA-4D1AFD5F353A}" type="pres">
      <dgm:prSet presAssocID="{E0707A46-47A2-4273-B250-3B7CDD68A023}" presName="node" presStyleLbl="node1" presStyleIdx="0" presStyleCnt="4">
        <dgm:presLayoutVars>
          <dgm:bulletEnabled val="1"/>
        </dgm:presLayoutVars>
      </dgm:prSet>
      <dgm:spPr/>
    </dgm:pt>
    <dgm:pt modelId="{C7CBBB95-7258-4254-9284-1EBF274C3855}" type="pres">
      <dgm:prSet presAssocID="{E0707A46-47A2-4273-B250-3B7CDD68A023}" presName="spNode" presStyleCnt="0"/>
      <dgm:spPr/>
    </dgm:pt>
    <dgm:pt modelId="{1704CDAC-6F50-49CB-9A24-A62B5481EB4C}" type="pres">
      <dgm:prSet presAssocID="{816E6571-1E07-49FA-A88A-400D50DA581E}" presName="sibTrans" presStyleLbl="sibTrans1D1" presStyleIdx="0" presStyleCnt="4"/>
      <dgm:spPr/>
    </dgm:pt>
    <dgm:pt modelId="{C9D40551-014E-4784-9FCD-FB00461370A8}" type="pres">
      <dgm:prSet presAssocID="{AAEEE6D2-C029-4259-9248-755D7166FCBE}" presName="node" presStyleLbl="node1" presStyleIdx="1" presStyleCnt="4" custRadScaleRad="137292" custRadScaleInc="3282">
        <dgm:presLayoutVars>
          <dgm:bulletEnabled val="1"/>
        </dgm:presLayoutVars>
      </dgm:prSet>
      <dgm:spPr/>
    </dgm:pt>
    <dgm:pt modelId="{86F87427-5783-47B1-8B8F-FB8EF72D2DDA}" type="pres">
      <dgm:prSet presAssocID="{AAEEE6D2-C029-4259-9248-755D7166FCBE}" presName="spNode" presStyleCnt="0"/>
      <dgm:spPr/>
    </dgm:pt>
    <dgm:pt modelId="{8E2285AA-71C9-481B-A7FC-7CB0C6549811}" type="pres">
      <dgm:prSet presAssocID="{D69B0798-1EEB-47CD-A61B-6AB56C8DC06F}" presName="sibTrans" presStyleLbl="sibTrans1D1" presStyleIdx="1" presStyleCnt="4"/>
      <dgm:spPr/>
    </dgm:pt>
    <dgm:pt modelId="{73E53B5E-6E8C-4A5B-A807-BE5320BDB918}" type="pres">
      <dgm:prSet presAssocID="{31609DB3-B467-4533-931D-B66819134960}" presName="node" presStyleLbl="node1" presStyleIdx="2" presStyleCnt="4">
        <dgm:presLayoutVars>
          <dgm:bulletEnabled val="1"/>
        </dgm:presLayoutVars>
      </dgm:prSet>
      <dgm:spPr/>
    </dgm:pt>
    <dgm:pt modelId="{6CC54312-6122-4720-833E-229A7F4DACBD}" type="pres">
      <dgm:prSet presAssocID="{31609DB3-B467-4533-931D-B66819134960}" presName="spNode" presStyleCnt="0"/>
      <dgm:spPr/>
    </dgm:pt>
    <dgm:pt modelId="{DD7D3FFC-FFE2-43EE-B413-F8F1C89C5765}" type="pres">
      <dgm:prSet presAssocID="{68B7A237-32BE-4C5E-8D03-D2DED1034305}" presName="sibTrans" presStyleLbl="sibTrans1D1" presStyleIdx="2" presStyleCnt="4"/>
      <dgm:spPr/>
    </dgm:pt>
    <dgm:pt modelId="{2D0DC1BE-775E-4D5C-B920-1FCA14BF837F}" type="pres">
      <dgm:prSet presAssocID="{94EF14CA-CBCA-4980-A1C9-0F3FFA6A5174}" presName="node" presStyleLbl="node1" presStyleIdx="3" presStyleCnt="4" custRadScaleRad="128308">
        <dgm:presLayoutVars>
          <dgm:bulletEnabled val="1"/>
        </dgm:presLayoutVars>
      </dgm:prSet>
      <dgm:spPr/>
    </dgm:pt>
    <dgm:pt modelId="{E6D9956F-93B4-44BA-8770-F509B007FE82}" type="pres">
      <dgm:prSet presAssocID="{94EF14CA-CBCA-4980-A1C9-0F3FFA6A5174}" presName="spNode" presStyleCnt="0"/>
      <dgm:spPr/>
    </dgm:pt>
    <dgm:pt modelId="{6AD29B0B-69DF-4E50-B91A-C638F72FA411}" type="pres">
      <dgm:prSet presAssocID="{B964AEE2-9C82-4797-AEA3-126D0095661C}" presName="sibTrans" presStyleLbl="sibTrans1D1" presStyleIdx="3" presStyleCnt="4"/>
      <dgm:spPr/>
    </dgm:pt>
  </dgm:ptLst>
  <dgm:cxnLst>
    <dgm:cxn modelId="{73ADC507-2D0B-470F-B86D-B223BB9B0F71}" type="presOf" srcId="{816E6571-1E07-49FA-A88A-400D50DA581E}" destId="{1704CDAC-6F50-49CB-9A24-A62B5481EB4C}" srcOrd="0" destOrd="0" presId="urn:microsoft.com/office/officeart/2005/8/layout/cycle5"/>
    <dgm:cxn modelId="{1AB96E0E-DDF3-4522-A139-749F4311BB59}" type="presOf" srcId="{68B7A237-32BE-4C5E-8D03-D2DED1034305}" destId="{DD7D3FFC-FFE2-43EE-B413-F8F1C89C5765}" srcOrd="0" destOrd="0" presId="urn:microsoft.com/office/officeart/2005/8/layout/cycle5"/>
    <dgm:cxn modelId="{77929938-AC5E-41A1-80E0-814DC1E5AB30}" type="presOf" srcId="{94EF14CA-CBCA-4980-A1C9-0F3FFA6A5174}" destId="{2D0DC1BE-775E-4D5C-B920-1FCA14BF837F}" srcOrd="0" destOrd="0" presId="urn:microsoft.com/office/officeart/2005/8/layout/cycle5"/>
    <dgm:cxn modelId="{3122DA5C-92FD-4B7B-B28C-5B867DAA2F85}" srcId="{6F6E11BD-5FD5-467D-86D8-5622CFF4C466}" destId="{94EF14CA-CBCA-4980-A1C9-0F3FFA6A5174}" srcOrd="3" destOrd="0" parTransId="{45A1C413-5A7F-4EA3-9AC3-748E49014BE4}" sibTransId="{B964AEE2-9C82-4797-AEA3-126D0095661C}"/>
    <dgm:cxn modelId="{6545124C-CEC7-46E8-9C9D-C91C935EE53B}" type="presOf" srcId="{31609DB3-B467-4533-931D-B66819134960}" destId="{73E53B5E-6E8C-4A5B-A807-BE5320BDB918}" srcOrd="0" destOrd="0" presId="urn:microsoft.com/office/officeart/2005/8/layout/cycle5"/>
    <dgm:cxn modelId="{FD822B74-06D7-4BFB-94E4-FCE86D082854}" srcId="{6F6E11BD-5FD5-467D-86D8-5622CFF4C466}" destId="{31609DB3-B467-4533-931D-B66819134960}" srcOrd="2" destOrd="0" parTransId="{CF5C7C05-3A0F-4AA6-A372-BB94244A6F16}" sibTransId="{68B7A237-32BE-4C5E-8D03-D2DED1034305}"/>
    <dgm:cxn modelId="{BAE2D67D-FEA0-46A8-AE36-58C1E720D199}" type="presOf" srcId="{6F6E11BD-5FD5-467D-86D8-5622CFF4C466}" destId="{66EB2840-DD65-455D-B75A-76DAD07112D8}" srcOrd="0" destOrd="0" presId="urn:microsoft.com/office/officeart/2005/8/layout/cycle5"/>
    <dgm:cxn modelId="{084BC98E-444F-4126-BFB9-69EC6D24E2FE}" srcId="{6F6E11BD-5FD5-467D-86D8-5622CFF4C466}" destId="{E0707A46-47A2-4273-B250-3B7CDD68A023}" srcOrd="0" destOrd="0" parTransId="{71780E9D-5266-4D97-93CB-F3D2B09BD71B}" sibTransId="{816E6571-1E07-49FA-A88A-400D50DA581E}"/>
    <dgm:cxn modelId="{3E46CC93-005D-4769-B91B-420E321EB000}" type="presOf" srcId="{D69B0798-1EEB-47CD-A61B-6AB56C8DC06F}" destId="{8E2285AA-71C9-481B-A7FC-7CB0C6549811}" srcOrd="0" destOrd="0" presId="urn:microsoft.com/office/officeart/2005/8/layout/cycle5"/>
    <dgm:cxn modelId="{4E040597-11B8-4B3B-B905-4D5DC4B5FEF7}" srcId="{6F6E11BD-5FD5-467D-86D8-5622CFF4C466}" destId="{AAEEE6D2-C029-4259-9248-755D7166FCBE}" srcOrd="1" destOrd="0" parTransId="{A70F9BAC-C636-49B1-9C8E-E60052DAEC43}" sibTransId="{D69B0798-1EEB-47CD-A61B-6AB56C8DC06F}"/>
    <dgm:cxn modelId="{2F74429D-FC92-42EC-B747-018F4D889B6C}" type="presOf" srcId="{AAEEE6D2-C029-4259-9248-755D7166FCBE}" destId="{C9D40551-014E-4784-9FCD-FB00461370A8}" srcOrd="0" destOrd="0" presId="urn:microsoft.com/office/officeart/2005/8/layout/cycle5"/>
    <dgm:cxn modelId="{A50496D6-64AD-449C-A4FE-40CFA8D0B025}" type="presOf" srcId="{E0707A46-47A2-4273-B250-3B7CDD68A023}" destId="{A2332F7F-EFD6-47BD-86FA-4D1AFD5F353A}" srcOrd="0" destOrd="0" presId="urn:microsoft.com/office/officeart/2005/8/layout/cycle5"/>
    <dgm:cxn modelId="{0AAAF0E7-51DD-411B-BBC3-913E7FF26B4B}" type="presOf" srcId="{B964AEE2-9C82-4797-AEA3-126D0095661C}" destId="{6AD29B0B-69DF-4E50-B91A-C638F72FA411}" srcOrd="0" destOrd="0" presId="urn:microsoft.com/office/officeart/2005/8/layout/cycle5"/>
    <dgm:cxn modelId="{5103AC69-DAB7-47B1-9685-DAF9F70C2F89}" type="presParOf" srcId="{66EB2840-DD65-455D-B75A-76DAD07112D8}" destId="{A2332F7F-EFD6-47BD-86FA-4D1AFD5F353A}" srcOrd="0" destOrd="0" presId="urn:microsoft.com/office/officeart/2005/8/layout/cycle5"/>
    <dgm:cxn modelId="{15A54ECC-80BE-4FD4-8A91-BEFAFFFA21C6}" type="presParOf" srcId="{66EB2840-DD65-455D-B75A-76DAD07112D8}" destId="{C7CBBB95-7258-4254-9284-1EBF274C3855}" srcOrd="1" destOrd="0" presId="urn:microsoft.com/office/officeart/2005/8/layout/cycle5"/>
    <dgm:cxn modelId="{D379E15E-0628-4706-8150-54DF8A672AE1}" type="presParOf" srcId="{66EB2840-DD65-455D-B75A-76DAD07112D8}" destId="{1704CDAC-6F50-49CB-9A24-A62B5481EB4C}" srcOrd="2" destOrd="0" presId="urn:microsoft.com/office/officeart/2005/8/layout/cycle5"/>
    <dgm:cxn modelId="{56E8C042-9745-46AA-B109-73A7AB41789D}" type="presParOf" srcId="{66EB2840-DD65-455D-B75A-76DAD07112D8}" destId="{C9D40551-014E-4784-9FCD-FB00461370A8}" srcOrd="3" destOrd="0" presId="urn:microsoft.com/office/officeart/2005/8/layout/cycle5"/>
    <dgm:cxn modelId="{2AF91261-7AD6-4D3D-90E8-699649776131}" type="presParOf" srcId="{66EB2840-DD65-455D-B75A-76DAD07112D8}" destId="{86F87427-5783-47B1-8B8F-FB8EF72D2DDA}" srcOrd="4" destOrd="0" presId="urn:microsoft.com/office/officeart/2005/8/layout/cycle5"/>
    <dgm:cxn modelId="{CE4B3DF6-E069-4555-BE10-0153B98231C1}" type="presParOf" srcId="{66EB2840-DD65-455D-B75A-76DAD07112D8}" destId="{8E2285AA-71C9-481B-A7FC-7CB0C6549811}" srcOrd="5" destOrd="0" presId="urn:microsoft.com/office/officeart/2005/8/layout/cycle5"/>
    <dgm:cxn modelId="{7BCB04EC-71D4-462B-B372-115C954A1E44}" type="presParOf" srcId="{66EB2840-DD65-455D-B75A-76DAD07112D8}" destId="{73E53B5E-6E8C-4A5B-A807-BE5320BDB918}" srcOrd="6" destOrd="0" presId="urn:microsoft.com/office/officeart/2005/8/layout/cycle5"/>
    <dgm:cxn modelId="{637ED7A8-79B8-4A9E-8D96-1F304BBB1505}" type="presParOf" srcId="{66EB2840-DD65-455D-B75A-76DAD07112D8}" destId="{6CC54312-6122-4720-833E-229A7F4DACBD}" srcOrd="7" destOrd="0" presId="urn:microsoft.com/office/officeart/2005/8/layout/cycle5"/>
    <dgm:cxn modelId="{A4594471-A047-486E-9981-5839B42A920A}" type="presParOf" srcId="{66EB2840-DD65-455D-B75A-76DAD07112D8}" destId="{DD7D3FFC-FFE2-43EE-B413-F8F1C89C5765}" srcOrd="8" destOrd="0" presId="urn:microsoft.com/office/officeart/2005/8/layout/cycle5"/>
    <dgm:cxn modelId="{1F7B0BE0-92A4-4361-8146-34346C657E6C}" type="presParOf" srcId="{66EB2840-DD65-455D-B75A-76DAD07112D8}" destId="{2D0DC1BE-775E-4D5C-B920-1FCA14BF837F}" srcOrd="9" destOrd="0" presId="urn:microsoft.com/office/officeart/2005/8/layout/cycle5"/>
    <dgm:cxn modelId="{840F3FBE-42F9-444F-887C-FE0260B00454}" type="presParOf" srcId="{66EB2840-DD65-455D-B75A-76DAD07112D8}" destId="{E6D9956F-93B4-44BA-8770-F509B007FE82}" srcOrd="10" destOrd="0" presId="urn:microsoft.com/office/officeart/2005/8/layout/cycle5"/>
    <dgm:cxn modelId="{426DE172-ADF5-4467-8614-86BF69154721}" type="presParOf" srcId="{66EB2840-DD65-455D-B75A-76DAD07112D8}" destId="{6AD29B0B-69DF-4E50-B91A-C638F72FA411}" srcOrd="11" destOrd="0" presId="urn:microsoft.com/office/officeart/2005/8/layout/cycle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D2DE6E0-719E-44D0-9C0A-4F7CCAB17D34}" type="doc">
      <dgm:prSet loTypeId="urn:microsoft.com/office/officeart/2005/8/layout/chevronAccent+Icon" loCatId="process" qsTypeId="urn:microsoft.com/office/officeart/2005/8/quickstyle/simple1" qsCatId="simple" csTypeId="urn:microsoft.com/office/officeart/2005/8/colors/accent1_2" csCatId="accent1" phldr="1"/>
      <dgm:spPr/>
    </dgm:pt>
    <dgm:pt modelId="{52592D93-637F-47E2-A772-A9B0FB288CB6}">
      <dgm:prSet phldrT="[Text]" custT="1"/>
      <dgm:spPr/>
      <dgm:t>
        <a:bodyPr/>
        <a:lstStyle/>
        <a:p>
          <a:r>
            <a:rPr lang="en-US" sz="2000" dirty="0"/>
            <a:t>Source 	</a:t>
          </a:r>
          <a:endParaRPr lang="en-GB" sz="2000" dirty="0"/>
        </a:p>
      </dgm:t>
    </dgm:pt>
    <dgm:pt modelId="{BD5615FD-8B49-4DB0-BB14-ABA8BBA1AEE0}" type="parTrans" cxnId="{C47EC403-C491-4FD9-9C1A-58C2CE46F913}">
      <dgm:prSet/>
      <dgm:spPr/>
      <dgm:t>
        <a:bodyPr/>
        <a:lstStyle/>
        <a:p>
          <a:endParaRPr lang="en-GB"/>
        </a:p>
      </dgm:t>
    </dgm:pt>
    <dgm:pt modelId="{458C8FE8-CCCB-4CE4-924A-838AA2E0CE0E}" type="sibTrans" cxnId="{C47EC403-C491-4FD9-9C1A-58C2CE46F913}">
      <dgm:prSet/>
      <dgm:spPr/>
      <dgm:t>
        <a:bodyPr/>
        <a:lstStyle/>
        <a:p>
          <a:endParaRPr lang="en-GB"/>
        </a:p>
      </dgm:t>
    </dgm:pt>
    <dgm:pt modelId="{B4E83F46-CA8C-4625-A030-779E1DFF554F}">
      <dgm:prSet phldrT="[Text]" custT="1"/>
      <dgm:spPr/>
      <dgm:t>
        <a:bodyPr/>
        <a:lstStyle/>
        <a:p>
          <a:r>
            <a:rPr lang="en-US" sz="2000"/>
            <a:t>Build</a:t>
          </a:r>
          <a:endParaRPr lang="en-GB" sz="2000"/>
        </a:p>
      </dgm:t>
    </dgm:pt>
    <dgm:pt modelId="{51843257-E9CD-4CDF-9DE9-BB711E72AEA7}" type="parTrans" cxnId="{630661EE-1F64-47B2-AC6F-391364598986}">
      <dgm:prSet/>
      <dgm:spPr/>
      <dgm:t>
        <a:bodyPr/>
        <a:lstStyle/>
        <a:p>
          <a:endParaRPr lang="en-GB"/>
        </a:p>
      </dgm:t>
    </dgm:pt>
    <dgm:pt modelId="{350EC971-B9D7-4CA4-B882-A620A55DB5F8}" type="sibTrans" cxnId="{630661EE-1F64-47B2-AC6F-391364598986}">
      <dgm:prSet/>
      <dgm:spPr/>
      <dgm:t>
        <a:bodyPr/>
        <a:lstStyle/>
        <a:p>
          <a:endParaRPr lang="en-GB"/>
        </a:p>
      </dgm:t>
    </dgm:pt>
    <dgm:pt modelId="{27E35F00-FA31-486F-84BE-18925055833A}">
      <dgm:prSet phldrT="[Text]" custT="1"/>
      <dgm:spPr/>
      <dgm:t>
        <a:bodyPr/>
        <a:lstStyle/>
        <a:p>
          <a:r>
            <a:rPr lang="en-US" sz="2000"/>
            <a:t>Test</a:t>
          </a:r>
          <a:endParaRPr lang="en-GB" sz="2000"/>
        </a:p>
      </dgm:t>
    </dgm:pt>
    <dgm:pt modelId="{9986AF4D-35AA-4252-ABF3-CFF1A9D5F821}" type="parTrans" cxnId="{9B5287C8-5795-4277-A678-1F602DF702B7}">
      <dgm:prSet/>
      <dgm:spPr/>
      <dgm:t>
        <a:bodyPr/>
        <a:lstStyle/>
        <a:p>
          <a:endParaRPr lang="en-GB"/>
        </a:p>
      </dgm:t>
    </dgm:pt>
    <dgm:pt modelId="{B9A3443D-9117-48DE-9CDD-972119A81C68}" type="sibTrans" cxnId="{9B5287C8-5795-4277-A678-1F602DF702B7}">
      <dgm:prSet/>
      <dgm:spPr/>
      <dgm:t>
        <a:bodyPr/>
        <a:lstStyle/>
        <a:p>
          <a:endParaRPr lang="en-GB"/>
        </a:p>
      </dgm:t>
    </dgm:pt>
    <dgm:pt modelId="{9EA86D48-8B6B-4A5A-84A7-34A2828F85D6}">
      <dgm:prSet phldrT="[Text]" custT="1"/>
      <dgm:spPr/>
      <dgm:t>
        <a:bodyPr/>
        <a:lstStyle/>
        <a:p>
          <a:r>
            <a:rPr lang="en-US" sz="2000"/>
            <a:t>Deploy</a:t>
          </a:r>
          <a:endParaRPr lang="en-GB" sz="2000"/>
        </a:p>
      </dgm:t>
    </dgm:pt>
    <dgm:pt modelId="{13E30F3A-A847-4D44-AEDB-195C87FD2326}" type="parTrans" cxnId="{F1A78CA5-87B3-404F-8AB9-9327E56322F5}">
      <dgm:prSet/>
      <dgm:spPr/>
      <dgm:t>
        <a:bodyPr/>
        <a:lstStyle/>
        <a:p>
          <a:endParaRPr lang="en-GB"/>
        </a:p>
      </dgm:t>
    </dgm:pt>
    <dgm:pt modelId="{19A0C025-0870-4773-8B1B-85165BA1001F}" type="sibTrans" cxnId="{F1A78CA5-87B3-404F-8AB9-9327E56322F5}">
      <dgm:prSet/>
      <dgm:spPr/>
      <dgm:t>
        <a:bodyPr/>
        <a:lstStyle/>
        <a:p>
          <a:endParaRPr lang="en-GB"/>
        </a:p>
      </dgm:t>
    </dgm:pt>
    <dgm:pt modelId="{BE1BDF50-E65B-4EC6-94DC-BCE1AD16D932}">
      <dgm:prSet phldrT="[Text]" custT="1"/>
      <dgm:spPr/>
      <dgm:t>
        <a:bodyPr/>
        <a:lstStyle/>
        <a:p>
          <a:r>
            <a:rPr lang="en-US" sz="2000"/>
            <a:t>Monitor </a:t>
          </a:r>
          <a:endParaRPr lang="en-GB" sz="2000"/>
        </a:p>
      </dgm:t>
    </dgm:pt>
    <dgm:pt modelId="{51EC8E38-73E9-444F-9D65-AADDA614C182}" type="parTrans" cxnId="{D125AD2F-3831-429B-9B65-9971BF1FE4AC}">
      <dgm:prSet/>
      <dgm:spPr/>
      <dgm:t>
        <a:bodyPr/>
        <a:lstStyle/>
        <a:p>
          <a:endParaRPr lang="en-GB"/>
        </a:p>
      </dgm:t>
    </dgm:pt>
    <dgm:pt modelId="{E597FC84-52AD-4DAC-A9E6-E8BC597B0FCA}" type="sibTrans" cxnId="{D125AD2F-3831-429B-9B65-9971BF1FE4AC}">
      <dgm:prSet/>
      <dgm:spPr/>
      <dgm:t>
        <a:bodyPr/>
        <a:lstStyle/>
        <a:p>
          <a:endParaRPr lang="en-GB"/>
        </a:p>
      </dgm:t>
    </dgm:pt>
    <dgm:pt modelId="{F206CC3F-F011-4850-9494-851C2E90CEFF}">
      <dgm:prSet phldrT="[Text]" custT="1"/>
      <dgm:spPr/>
      <dgm:t>
        <a:bodyPr/>
        <a:lstStyle/>
        <a:p>
          <a:r>
            <a:rPr lang="en-US" sz="1600"/>
            <a:t>Code Repo </a:t>
          </a:r>
          <a:endParaRPr lang="en-GB" sz="1600"/>
        </a:p>
      </dgm:t>
    </dgm:pt>
    <dgm:pt modelId="{8D7B0B63-FD91-4FA0-BFD8-3DA438AE81FC}" type="parTrans" cxnId="{79D400DD-8234-42FF-8363-F91C5022A33A}">
      <dgm:prSet/>
      <dgm:spPr/>
      <dgm:t>
        <a:bodyPr/>
        <a:lstStyle/>
        <a:p>
          <a:endParaRPr lang="en-GB"/>
        </a:p>
      </dgm:t>
    </dgm:pt>
    <dgm:pt modelId="{68CD0AF4-646C-40DB-8A07-0B6F81E94584}" type="sibTrans" cxnId="{79D400DD-8234-42FF-8363-F91C5022A33A}">
      <dgm:prSet/>
      <dgm:spPr/>
      <dgm:t>
        <a:bodyPr/>
        <a:lstStyle/>
        <a:p>
          <a:endParaRPr lang="en-GB"/>
        </a:p>
      </dgm:t>
    </dgm:pt>
    <dgm:pt modelId="{8587D004-D6FC-42FF-83C2-A56017ACBB7F}">
      <dgm:prSet phldrT="[Text]" custT="1"/>
      <dgm:spPr/>
      <dgm:t>
        <a:bodyPr/>
        <a:lstStyle/>
        <a:p>
          <a:r>
            <a:rPr lang="en-US" sz="1600"/>
            <a:t>Pipeline Initiation </a:t>
          </a:r>
          <a:endParaRPr lang="en-GB" sz="1600"/>
        </a:p>
      </dgm:t>
    </dgm:pt>
    <dgm:pt modelId="{AA9BF35F-2BCC-449D-AE00-A84209B2F41A}" type="parTrans" cxnId="{811C40B3-FD81-4604-AFC6-C9CD55774940}">
      <dgm:prSet/>
      <dgm:spPr/>
      <dgm:t>
        <a:bodyPr/>
        <a:lstStyle/>
        <a:p>
          <a:endParaRPr lang="en-GB"/>
        </a:p>
      </dgm:t>
    </dgm:pt>
    <dgm:pt modelId="{9C75F4F1-4924-4B5D-8C1A-6E187E588F58}" type="sibTrans" cxnId="{811C40B3-FD81-4604-AFC6-C9CD55774940}">
      <dgm:prSet/>
      <dgm:spPr/>
      <dgm:t>
        <a:bodyPr/>
        <a:lstStyle/>
        <a:p>
          <a:endParaRPr lang="en-GB"/>
        </a:p>
      </dgm:t>
    </dgm:pt>
    <dgm:pt modelId="{345EAB5E-2AE5-4ACB-A8A5-3ED48069CB0E}">
      <dgm:prSet phldrT="[Text]" custT="1"/>
      <dgm:spPr/>
      <dgm:t>
        <a:bodyPr/>
        <a:lstStyle/>
        <a:p>
          <a:r>
            <a:rPr lang="en-US" sz="1600" dirty="0"/>
            <a:t>Static Code Review</a:t>
          </a:r>
          <a:endParaRPr lang="en-GB" sz="1600" dirty="0"/>
        </a:p>
      </dgm:t>
    </dgm:pt>
    <dgm:pt modelId="{B99C9DC8-7CC3-4328-9D10-53CF6CF93B75}" type="parTrans" cxnId="{4161BFDB-D91A-41B9-979F-4971C6A78B9A}">
      <dgm:prSet/>
      <dgm:spPr/>
      <dgm:t>
        <a:bodyPr/>
        <a:lstStyle/>
        <a:p>
          <a:endParaRPr lang="en-GB"/>
        </a:p>
      </dgm:t>
    </dgm:pt>
    <dgm:pt modelId="{BB4A6820-0A03-417D-B536-AA35F8E87CDD}" type="sibTrans" cxnId="{4161BFDB-D91A-41B9-979F-4971C6A78B9A}">
      <dgm:prSet/>
      <dgm:spPr/>
      <dgm:t>
        <a:bodyPr/>
        <a:lstStyle/>
        <a:p>
          <a:endParaRPr lang="en-GB"/>
        </a:p>
      </dgm:t>
    </dgm:pt>
    <dgm:pt modelId="{78BB7682-48AE-4169-9C83-6520BF3EC3E9}">
      <dgm:prSet phldrT="[Text]" custT="1"/>
      <dgm:spPr/>
      <dgm:t>
        <a:bodyPr/>
        <a:lstStyle/>
        <a:p>
          <a:r>
            <a:rPr lang="en-US" sz="1600"/>
            <a:t>Compiling &amp; Executable format</a:t>
          </a:r>
          <a:endParaRPr lang="en-GB" sz="1600"/>
        </a:p>
      </dgm:t>
    </dgm:pt>
    <dgm:pt modelId="{994F76BD-556B-4A64-9967-5A3A7F9B8255}" type="parTrans" cxnId="{7BDC5DF4-B1ED-4055-8DA9-02324E22E39A}">
      <dgm:prSet/>
      <dgm:spPr/>
      <dgm:t>
        <a:bodyPr/>
        <a:lstStyle/>
        <a:p>
          <a:endParaRPr lang="en-GB"/>
        </a:p>
      </dgm:t>
    </dgm:pt>
    <dgm:pt modelId="{70BD926C-6BE2-4089-BD69-D01ADD223A73}" type="sibTrans" cxnId="{7BDC5DF4-B1ED-4055-8DA9-02324E22E39A}">
      <dgm:prSet/>
      <dgm:spPr/>
      <dgm:t>
        <a:bodyPr/>
        <a:lstStyle/>
        <a:p>
          <a:endParaRPr lang="en-GB"/>
        </a:p>
      </dgm:t>
    </dgm:pt>
    <dgm:pt modelId="{CF79170C-977E-46AD-908E-41FAF9485FE3}">
      <dgm:prSet phldrT="[Text]" custT="1"/>
      <dgm:spPr/>
      <dgm:t>
        <a:bodyPr/>
        <a:lstStyle/>
        <a:p>
          <a:r>
            <a:rPr lang="en-US" sz="1600"/>
            <a:t>Build artifact</a:t>
          </a:r>
          <a:endParaRPr lang="en-GB" sz="1600"/>
        </a:p>
      </dgm:t>
    </dgm:pt>
    <dgm:pt modelId="{4A6228A7-0572-4471-9A74-E8921D5D648C}" type="parTrans" cxnId="{364A543E-1191-4F18-8993-E94F931DDD67}">
      <dgm:prSet/>
      <dgm:spPr/>
      <dgm:t>
        <a:bodyPr/>
        <a:lstStyle/>
        <a:p>
          <a:endParaRPr lang="en-GB"/>
        </a:p>
      </dgm:t>
    </dgm:pt>
    <dgm:pt modelId="{190EA922-3C36-4E4D-B23C-ED9265493025}" type="sibTrans" cxnId="{364A543E-1191-4F18-8993-E94F931DDD67}">
      <dgm:prSet/>
      <dgm:spPr/>
      <dgm:t>
        <a:bodyPr/>
        <a:lstStyle/>
        <a:p>
          <a:endParaRPr lang="en-GB"/>
        </a:p>
      </dgm:t>
    </dgm:pt>
    <dgm:pt modelId="{8AFE6350-DB5F-48A6-9678-B05F8F8B1AC1}">
      <dgm:prSet phldrT="[Text]" custT="1"/>
      <dgm:spPr/>
      <dgm:t>
        <a:bodyPr/>
        <a:lstStyle/>
        <a:p>
          <a:r>
            <a:rPr lang="en-US" sz="1600"/>
            <a:t>Unit </a:t>
          </a:r>
          <a:endParaRPr lang="en-GB" sz="1600"/>
        </a:p>
      </dgm:t>
    </dgm:pt>
    <dgm:pt modelId="{9760D76E-F61F-4D8A-A505-4D52EB6CAF03}" type="parTrans" cxnId="{F4355A8C-733C-4656-A3B6-C94F70408748}">
      <dgm:prSet/>
      <dgm:spPr/>
      <dgm:t>
        <a:bodyPr/>
        <a:lstStyle/>
        <a:p>
          <a:endParaRPr lang="en-GB"/>
        </a:p>
      </dgm:t>
    </dgm:pt>
    <dgm:pt modelId="{4F36F589-17A3-41C2-80D0-21836EBE9C9A}" type="sibTrans" cxnId="{F4355A8C-733C-4656-A3B6-C94F70408748}">
      <dgm:prSet/>
      <dgm:spPr/>
      <dgm:t>
        <a:bodyPr/>
        <a:lstStyle/>
        <a:p>
          <a:endParaRPr lang="en-GB"/>
        </a:p>
      </dgm:t>
    </dgm:pt>
    <dgm:pt modelId="{A034B3FF-8CFF-42CB-8FA4-4FEAF15B9852}">
      <dgm:prSet phldrT="[Text]" custT="1"/>
      <dgm:spPr/>
      <dgm:t>
        <a:bodyPr/>
        <a:lstStyle/>
        <a:p>
          <a:r>
            <a:rPr lang="en-US" sz="1600"/>
            <a:t>Integration </a:t>
          </a:r>
          <a:endParaRPr lang="en-GB" sz="1600"/>
        </a:p>
      </dgm:t>
    </dgm:pt>
    <dgm:pt modelId="{0138A3E9-621F-46C8-AD6D-4DB2D29EDB72}" type="parTrans" cxnId="{F52C9E00-2037-4077-87E8-01C9C2312159}">
      <dgm:prSet/>
      <dgm:spPr/>
      <dgm:t>
        <a:bodyPr/>
        <a:lstStyle/>
        <a:p>
          <a:endParaRPr lang="en-GB"/>
        </a:p>
      </dgm:t>
    </dgm:pt>
    <dgm:pt modelId="{5F70DC8E-5B33-4F1A-94F1-3D456275181A}" type="sibTrans" cxnId="{F52C9E00-2037-4077-87E8-01C9C2312159}">
      <dgm:prSet/>
      <dgm:spPr/>
      <dgm:t>
        <a:bodyPr/>
        <a:lstStyle/>
        <a:p>
          <a:endParaRPr lang="en-GB"/>
        </a:p>
      </dgm:t>
    </dgm:pt>
    <dgm:pt modelId="{FFD16990-B3E2-4E3A-9417-C8DA48FCB0D3}">
      <dgm:prSet phldrT="[Text]" custT="1"/>
      <dgm:spPr/>
      <dgm:t>
        <a:bodyPr/>
        <a:lstStyle/>
        <a:p>
          <a:r>
            <a:rPr lang="en-US" sz="1600"/>
            <a:t>System </a:t>
          </a:r>
          <a:endParaRPr lang="en-GB" sz="1600"/>
        </a:p>
      </dgm:t>
    </dgm:pt>
    <dgm:pt modelId="{4626CBAA-9974-4134-AAF7-22353C5168F8}" type="parTrans" cxnId="{7C09214D-2955-47C6-AFE7-6D19E19ACB66}">
      <dgm:prSet/>
      <dgm:spPr/>
      <dgm:t>
        <a:bodyPr/>
        <a:lstStyle/>
        <a:p>
          <a:endParaRPr lang="en-GB"/>
        </a:p>
      </dgm:t>
    </dgm:pt>
    <dgm:pt modelId="{B5CD9BE9-0129-4B77-B35B-A9CDB148C389}" type="sibTrans" cxnId="{7C09214D-2955-47C6-AFE7-6D19E19ACB66}">
      <dgm:prSet/>
      <dgm:spPr/>
      <dgm:t>
        <a:bodyPr/>
        <a:lstStyle/>
        <a:p>
          <a:endParaRPr lang="en-GB"/>
        </a:p>
      </dgm:t>
    </dgm:pt>
    <dgm:pt modelId="{55A0E19C-B6A1-42E5-96CF-7963BB512148}">
      <dgm:prSet phldrT="[Text]" custT="1"/>
      <dgm:spPr/>
      <dgm:t>
        <a:bodyPr/>
        <a:lstStyle/>
        <a:p>
          <a:r>
            <a:rPr lang="en-US" sz="1600"/>
            <a:t>Acceptance</a:t>
          </a:r>
          <a:endParaRPr lang="en-GB" sz="1600"/>
        </a:p>
      </dgm:t>
    </dgm:pt>
    <dgm:pt modelId="{3B42BE4E-DF5F-4DAF-A190-F3F85EB82AD2}" type="parTrans" cxnId="{B1A63AA4-617D-446E-B6CC-F31ADD082CE0}">
      <dgm:prSet/>
      <dgm:spPr/>
      <dgm:t>
        <a:bodyPr/>
        <a:lstStyle/>
        <a:p>
          <a:endParaRPr lang="en-GB"/>
        </a:p>
      </dgm:t>
    </dgm:pt>
    <dgm:pt modelId="{CFC5D4AB-5EB3-4A83-B737-63428444AA22}" type="sibTrans" cxnId="{B1A63AA4-617D-446E-B6CC-F31ADD082CE0}">
      <dgm:prSet/>
      <dgm:spPr/>
      <dgm:t>
        <a:bodyPr/>
        <a:lstStyle/>
        <a:p>
          <a:endParaRPr lang="en-GB"/>
        </a:p>
      </dgm:t>
    </dgm:pt>
    <dgm:pt modelId="{EE1A03AF-63BC-4672-99F7-963D033594C8}">
      <dgm:prSet phldrT="[Text]" custT="1"/>
      <dgm:spPr/>
      <dgm:t>
        <a:bodyPr/>
        <a:lstStyle/>
        <a:p>
          <a:r>
            <a:rPr lang="en-US" sz="1600"/>
            <a:t>Release strategy</a:t>
          </a:r>
          <a:endParaRPr lang="en-GB" sz="1600"/>
        </a:p>
      </dgm:t>
    </dgm:pt>
    <dgm:pt modelId="{B174AC7B-6338-48EF-A8D1-CCB43F0C0F18}" type="parTrans" cxnId="{938901BB-5395-43E6-AC3F-98228BF47D04}">
      <dgm:prSet/>
      <dgm:spPr/>
      <dgm:t>
        <a:bodyPr/>
        <a:lstStyle/>
        <a:p>
          <a:endParaRPr lang="en-GB"/>
        </a:p>
      </dgm:t>
    </dgm:pt>
    <dgm:pt modelId="{392A9432-EA31-4438-B620-05A31B4CEEEC}" type="sibTrans" cxnId="{938901BB-5395-43E6-AC3F-98228BF47D04}">
      <dgm:prSet/>
      <dgm:spPr/>
      <dgm:t>
        <a:bodyPr/>
        <a:lstStyle/>
        <a:p>
          <a:endParaRPr lang="en-GB"/>
        </a:p>
      </dgm:t>
    </dgm:pt>
    <dgm:pt modelId="{9D4C5433-B772-4CC5-BD83-7A6D36E44081}">
      <dgm:prSet phldrT="[Text]" custT="1"/>
      <dgm:spPr/>
      <dgm:t>
        <a:bodyPr/>
        <a:lstStyle/>
        <a:p>
          <a:r>
            <a:rPr lang="en-US" sz="1600"/>
            <a:t>Rollback mechanisms  </a:t>
          </a:r>
          <a:endParaRPr lang="en-GB" sz="1600"/>
        </a:p>
      </dgm:t>
    </dgm:pt>
    <dgm:pt modelId="{B7A95941-DBBF-40CB-831E-35E258CA201C}" type="parTrans" cxnId="{6441F8F1-E58C-4FD6-9A25-2C95DBDA31AB}">
      <dgm:prSet/>
      <dgm:spPr/>
      <dgm:t>
        <a:bodyPr/>
        <a:lstStyle/>
        <a:p>
          <a:endParaRPr lang="en-GB"/>
        </a:p>
      </dgm:t>
    </dgm:pt>
    <dgm:pt modelId="{687A2FC1-4DF5-4A85-85E7-26BE3F037E6B}" type="sibTrans" cxnId="{6441F8F1-E58C-4FD6-9A25-2C95DBDA31AB}">
      <dgm:prSet/>
      <dgm:spPr/>
      <dgm:t>
        <a:bodyPr/>
        <a:lstStyle/>
        <a:p>
          <a:endParaRPr lang="en-GB"/>
        </a:p>
      </dgm:t>
    </dgm:pt>
    <dgm:pt modelId="{354B292B-E457-4605-BD38-335A57DEE128}">
      <dgm:prSet phldrT="[Text]" custT="1"/>
      <dgm:spPr/>
      <dgm:t>
        <a:bodyPr/>
        <a:lstStyle/>
        <a:p>
          <a:r>
            <a:rPr lang="en-US" sz="1600"/>
            <a:t>Monitoring and logging </a:t>
          </a:r>
          <a:endParaRPr lang="en-GB" sz="1600"/>
        </a:p>
      </dgm:t>
    </dgm:pt>
    <dgm:pt modelId="{8FD45CCB-4807-42E3-B010-10DCD803F742}" type="parTrans" cxnId="{C786912B-EFCE-463E-81CA-EB54DB251405}">
      <dgm:prSet/>
      <dgm:spPr/>
      <dgm:t>
        <a:bodyPr/>
        <a:lstStyle/>
        <a:p>
          <a:endParaRPr lang="en-GB"/>
        </a:p>
      </dgm:t>
    </dgm:pt>
    <dgm:pt modelId="{11E2AFEC-C4D7-4C1A-BFA2-E0FC3F375358}" type="sibTrans" cxnId="{C786912B-EFCE-463E-81CA-EB54DB251405}">
      <dgm:prSet/>
      <dgm:spPr/>
      <dgm:t>
        <a:bodyPr/>
        <a:lstStyle/>
        <a:p>
          <a:endParaRPr lang="en-GB"/>
        </a:p>
      </dgm:t>
    </dgm:pt>
    <dgm:pt modelId="{504CD0E7-D0B5-45E3-B95B-0346C3E42775}">
      <dgm:prSet phldrT="[Text]" custT="1"/>
      <dgm:spPr/>
      <dgm:t>
        <a:bodyPr/>
        <a:lstStyle/>
        <a:p>
          <a:r>
            <a:rPr lang="en-US" sz="1600"/>
            <a:t>Versioning  </a:t>
          </a:r>
          <a:endParaRPr lang="en-GB" sz="1600"/>
        </a:p>
      </dgm:t>
    </dgm:pt>
    <dgm:pt modelId="{58D1341D-5E5A-4EE9-A5BB-2E9FF8AC3F10}" type="parTrans" cxnId="{E4DEA745-BD3F-4439-9C20-EE20BDDEE29A}">
      <dgm:prSet/>
      <dgm:spPr/>
      <dgm:t>
        <a:bodyPr/>
        <a:lstStyle/>
        <a:p>
          <a:endParaRPr lang="en-GB"/>
        </a:p>
      </dgm:t>
    </dgm:pt>
    <dgm:pt modelId="{EBC19F82-6A78-40AB-980B-13435E5FB351}" type="sibTrans" cxnId="{E4DEA745-BD3F-4439-9C20-EE20BDDEE29A}">
      <dgm:prSet/>
      <dgm:spPr/>
      <dgm:t>
        <a:bodyPr/>
        <a:lstStyle/>
        <a:p>
          <a:endParaRPr lang="en-GB"/>
        </a:p>
      </dgm:t>
    </dgm:pt>
    <dgm:pt modelId="{4BCAD60F-8D20-4303-9BB9-4405368D63A9}">
      <dgm:prSet phldrT="[Text]" custT="1"/>
      <dgm:spPr/>
      <dgm:t>
        <a:bodyPr/>
        <a:lstStyle/>
        <a:p>
          <a:r>
            <a:rPr lang="en-US" sz="1600"/>
            <a:t>Vulnerability testing </a:t>
          </a:r>
          <a:endParaRPr lang="en-GB" sz="1600"/>
        </a:p>
      </dgm:t>
    </dgm:pt>
    <dgm:pt modelId="{C531C237-BD8C-436A-BB3D-D50ABEA4B7BA}" type="parTrans" cxnId="{007DEA7B-B016-448C-B77F-032513984A23}">
      <dgm:prSet/>
      <dgm:spPr/>
      <dgm:t>
        <a:bodyPr/>
        <a:lstStyle/>
        <a:p>
          <a:endParaRPr lang="en-GB"/>
        </a:p>
      </dgm:t>
    </dgm:pt>
    <dgm:pt modelId="{8CE72553-2F6F-4B86-8896-BC7364665673}" type="sibTrans" cxnId="{007DEA7B-B016-448C-B77F-032513984A23}">
      <dgm:prSet/>
      <dgm:spPr/>
      <dgm:t>
        <a:bodyPr/>
        <a:lstStyle/>
        <a:p>
          <a:endParaRPr lang="en-GB"/>
        </a:p>
      </dgm:t>
    </dgm:pt>
    <dgm:pt modelId="{5C601473-ED6D-4FC8-8934-C1399D25D0C3}" type="pres">
      <dgm:prSet presAssocID="{6D2DE6E0-719E-44D0-9C0A-4F7CCAB17D34}" presName="Name0" presStyleCnt="0">
        <dgm:presLayoutVars>
          <dgm:dir/>
          <dgm:resizeHandles val="exact"/>
        </dgm:presLayoutVars>
      </dgm:prSet>
      <dgm:spPr/>
    </dgm:pt>
    <dgm:pt modelId="{36BC1BED-C18F-4E8F-9E02-730F76719CAA}" type="pres">
      <dgm:prSet presAssocID="{52592D93-637F-47E2-A772-A9B0FB288CB6}" presName="composite" presStyleCnt="0"/>
      <dgm:spPr/>
    </dgm:pt>
    <dgm:pt modelId="{7BE45EBD-866E-495D-8823-31A0DF39C638}" type="pres">
      <dgm:prSet presAssocID="{52592D93-637F-47E2-A772-A9B0FB288CB6}" presName="bgChev" presStyleLbl="node1" presStyleIdx="0" presStyleCnt="5" custLinFactNeighborY="-5198"/>
      <dgm:spPr>
        <a:solidFill>
          <a:schemeClr val="tx2">
            <a:lumMod val="60000"/>
            <a:lumOff val="40000"/>
          </a:schemeClr>
        </a:solidFill>
      </dgm:spPr>
    </dgm:pt>
    <dgm:pt modelId="{757CB3B0-3B06-4C10-B92F-2FB7183B626E}" type="pres">
      <dgm:prSet presAssocID="{52592D93-637F-47E2-A772-A9B0FB288CB6}" presName="txNode" presStyleLbl="fgAcc1" presStyleIdx="0" presStyleCnt="5">
        <dgm:presLayoutVars>
          <dgm:bulletEnabled val="1"/>
        </dgm:presLayoutVars>
      </dgm:prSet>
      <dgm:spPr/>
    </dgm:pt>
    <dgm:pt modelId="{93A7EAE6-E2A1-495D-89A2-DE9A190E007C}" type="pres">
      <dgm:prSet presAssocID="{458C8FE8-CCCB-4CE4-924A-838AA2E0CE0E}" presName="compositeSpace" presStyleCnt="0"/>
      <dgm:spPr/>
    </dgm:pt>
    <dgm:pt modelId="{19A0B61B-5D30-4B29-AD0E-878B0EA2B910}" type="pres">
      <dgm:prSet presAssocID="{B4E83F46-CA8C-4625-A030-779E1DFF554F}" presName="composite" presStyleCnt="0"/>
      <dgm:spPr/>
    </dgm:pt>
    <dgm:pt modelId="{BFB716F7-03EF-4F43-8A4E-A482D94B4126}" type="pres">
      <dgm:prSet presAssocID="{B4E83F46-CA8C-4625-A030-779E1DFF554F}" presName="bgChev" presStyleLbl="node1" presStyleIdx="1" presStyleCnt="5"/>
      <dgm:spPr>
        <a:solidFill>
          <a:schemeClr val="tx2">
            <a:lumMod val="60000"/>
            <a:lumOff val="40000"/>
          </a:schemeClr>
        </a:solidFill>
      </dgm:spPr>
    </dgm:pt>
    <dgm:pt modelId="{295A27F2-AF2C-4B3E-BF6E-B49D72E96570}" type="pres">
      <dgm:prSet presAssocID="{B4E83F46-CA8C-4625-A030-779E1DFF554F}" presName="txNode" presStyleLbl="fgAcc1" presStyleIdx="1" presStyleCnt="5">
        <dgm:presLayoutVars>
          <dgm:bulletEnabled val="1"/>
        </dgm:presLayoutVars>
      </dgm:prSet>
      <dgm:spPr/>
    </dgm:pt>
    <dgm:pt modelId="{A78E184D-4307-4C9B-B0BE-97446C3566EC}" type="pres">
      <dgm:prSet presAssocID="{350EC971-B9D7-4CA4-B882-A620A55DB5F8}" presName="compositeSpace" presStyleCnt="0"/>
      <dgm:spPr/>
    </dgm:pt>
    <dgm:pt modelId="{7C3822B7-985F-4530-BA87-555B086ECD9C}" type="pres">
      <dgm:prSet presAssocID="{27E35F00-FA31-486F-84BE-18925055833A}" presName="composite" presStyleCnt="0"/>
      <dgm:spPr/>
    </dgm:pt>
    <dgm:pt modelId="{FACFCE5F-FA59-4228-8FD4-5330AAC63B72}" type="pres">
      <dgm:prSet presAssocID="{27E35F00-FA31-486F-84BE-18925055833A}" presName="bgChev" presStyleLbl="node1" presStyleIdx="2" presStyleCnt="5"/>
      <dgm:spPr>
        <a:solidFill>
          <a:schemeClr val="tx2">
            <a:lumMod val="60000"/>
            <a:lumOff val="40000"/>
          </a:schemeClr>
        </a:solidFill>
      </dgm:spPr>
    </dgm:pt>
    <dgm:pt modelId="{9DA8C0D6-4F6F-4B70-A8C2-D09C8BAE9B88}" type="pres">
      <dgm:prSet presAssocID="{27E35F00-FA31-486F-84BE-18925055833A}" presName="txNode" presStyleLbl="fgAcc1" presStyleIdx="2" presStyleCnt="5">
        <dgm:presLayoutVars>
          <dgm:bulletEnabled val="1"/>
        </dgm:presLayoutVars>
      </dgm:prSet>
      <dgm:spPr/>
    </dgm:pt>
    <dgm:pt modelId="{44FCF138-2F62-474E-889A-6E4B23CC9F15}" type="pres">
      <dgm:prSet presAssocID="{B9A3443D-9117-48DE-9CDD-972119A81C68}" presName="compositeSpace" presStyleCnt="0"/>
      <dgm:spPr/>
    </dgm:pt>
    <dgm:pt modelId="{89B68871-9FFB-4E18-8362-B4BCB71FD0C6}" type="pres">
      <dgm:prSet presAssocID="{9EA86D48-8B6B-4A5A-84A7-34A2828F85D6}" presName="composite" presStyleCnt="0"/>
      <dgm:spPr/>
    </dgm:pt>
    <dgm:pt modelId="{44723EA9-CCD8-48D9-92D9-4BBE851C0326}" type="pres">
      <dgm:prSet presAssocID="{9EA86D48-8B6B-4A5A-84A7-34A2828F85D6}" presName="bgChev" presStyleLbl="node1" presStyleIdx="3" presStyleCnt="5"/>
      <dgm:spPr>
        <a:solidFill>
          <a:schemeClr val="tx2">
            <a:lumMod val="60000"/>
            <a:lumOff val="40000"/>
          </a:schemeClr>
        </a:solidFill>
      </dgm:spPr>
    </dgm:pt>
    <dgm:pt modelId="{EAAB1A17-EAAE-4382-AE51-B85E073F792A}" type="pres">
      <dgm:prSet presAssocID="{9EA86D48-8B6B-4A5A-84A7-34A2828F85D6}" presName="txNode" presStyleLbl="fgAcc1" presStyleIdx="3" presStyleCnt="5">
        <dgm:presLayoutVars>
          <dgm:bulletEnabled val="1"/>
        </dgm:presLayoutVars>
      </dgm:prSet>
      <dgm:spPr/>
    </dgm:pt>
    <dgm:pt modelId="{CAA30D41-9E5A-4DDF-A244-965304F8C474}" type="pres">
      <dgm:prSet presAssocID="{19A0C025-0870-4773-8B1B-85165BA1001F}" presName="compositeSpace" presStyleCnt="0"/>
      <dgm:spPr/>
    </dgm:pt>
    <dgm:pt modelId="{38C85D59-FA13-4074-BB25-370664E9894A}" type="pres">
      <dgm:prSet presAssocID="{BE1BDF50-E65B-4EC6-94DC-BCE1AD16D932}" presName="composite" presStyleCnt="0"/>
      <dgm:spPr/>
    </dgm:pt>
    <dgm:pt modelId="{3BFDB590-28A7-4B63-8DF0-B1C64B8BB2BF}" type="pres">
      <dgm:prSet presAssocID="{BE1BDF50-E65B-4EC6-94DC-BCE1AD16D932}" presName="bgChev" presStyleLbl="node1" presStyleIdx="4" presStyleCnt="5"/>
      <dgm:spPr>
        <a:solidFill>
          <a:schemeClr val="tx2">
            <a:lumMod val="60000"/>
            <a:lumOff val="40000"/>
          </a:schemeClr>
        </a:solidFill>
      </dgm:spPr>
    </dgm:pt>
    <dgm:pt modelId="{2E107304-4C93-42AD-BD0F-B08BEE3440A2}" type="pres">
      <dgm:prSet presAssocID="{BE1BDF50-E65B-4EC6-94DC-BCE1AD16D932}" presName="txNode" presStyleLbl="fgAcc1" presStyleIdx="4" presStyleCnt="5">
        <dgm:presLayoutVars>
          <dgm:bulletEnabled val="1"/>
        </dgm:presLayoutVars>
      </dgm:prSet>
      <dgm:spPr/>
    </dgm:pt>
  </dgm:ptLst>
  <dgm:cxnLst>
    <dgm:cxn modelId="{F52C9E00-2037-4077-87E8-01C9C2312159}" srcId="{27E35F00-FA31-486F-84BE-18925055833A}" destId="{A034B3FF-8CFF-42CB-8FA4-4FEAF15B9852}" srcOrd="1" destOrd="0" parTransId="{0138A3E9-621F-46C8-AD6D-4DB2D29EDB72}" sibTransId="{5F70DC8E-5B33-4F1A-94F1-3D456275181A}"/>
    <dgm:cxn modelId="{C47EC403-C491-4FD9-9C1A-58C2CE46F913}" srcId="{6D2DE6E0-719E-44D0-9C0A-4F7CCAB17D34}" destId="{52592D93-637F-47E2-A772-A9B0FB288CB6}" srcOrd="0" destOrd="0" parTransId="{BD5615FD-8B49-4DB0-BB14-ABA8BBA1AEE0}" sibTransId="{458C8FE8-CCCB-4CE4-924A-838AA2E0CE0E}"/>
    <dgm:cxn modelId="{AFFB990E-F6CC-45B1-B964-D3EF7F8AEF57}" type="presOf" srcId="{78BB7682-48AE-4169-9C83-6520BF3EC3E9}" destId="{295A27F2-AF2C-4B3E-BF6E-B49D72E96570}" srcOrd="0" destOrd="1" presId="urn:microsoft.com/office/officeart/2005/8/layout/chevronAccent+Icon"/>
    <dgm:cxn modelId="{667F2D10-2F89-4AFA-B5A6-22199565ED9D}" type="presOf" srcId="{8587D004-D6FC-42FF-83C2-A56017ACBB7F}" destId="{757CB3B0-3B06-4C10-B92F-2FB7183B626E}" srcOrd="0" destOrd="2" presId="urn:microsoft.com/office/officeart/2005/8/layout/chevronAccent+Icon"/>
    <dgm:cxn modelId="{E064F816-426D-4845-9C3B-4B76B830262D}" type="presOf" srcId="{27E35F00-FA31-486F-84BE-18925055833A}" destId="{9DA8C0D6-4F6F-4B70-A8C2-D09C8BAE9B88}" srcOrd="0" destOrd="0" presId="urn:microsoft.com/office/officeart/2005/8/layout/chevronAccent+Icon"/>
    <dgm:cxn modelId="{2AC2FE16-24FD-42E6-8E44-8D18394B28B2}" type="presOf" srcId="{B4E83F46-CA8C-4625-A030-779E1DFF554F}" destId="{295A27F2-AF2C-4B3E-BF6E-B49D72E96570}" srcOrd="0" destOrd="0" presId="urn:microsoft.com/office/officeart/2005/8/layout/chevronAccent+Icon"/>
    <dgm:cxn modelId="{93E93626-3C69-4C2C-AAAF-C48EE0ECF1F9}" type="presOf" srcId="{FFD16990-B3E2-4E3A-9417-C8DA48FCB0D3}" destId="{9DA8C0D6-4F6F-4B70-A8C2-D09C8BAE9B88}" srcOrd="0" destOrd="3" presId="urn:microsoft.com/office/officeart/2005/8/layout/chevronAccent+Icon"/>
    <dgm:cxn modelId="{84437626-AAC3-40EE-84CE-CC2A2CE113F8}" type="presOf" srcId="{345EAB5E-2AE5-4ACB-A8A5-3ED48069CB0E}" destId="{757CB3B0-3B06-4C10-B92F-2FB7183B626E}" srcOrd="0" destOrd="3" presId="urn:microsoft.com/office/officeart/2005/8/layout/chevronAccent+Icon"/>
    <dgm:cxn modelId="{C786912B-EFCE-463E-81CA-EB54DB251405}" srcId="{BE1BDF50-E65B-4EC6-94DC-BCE1AD16D932}" destId="{354B292B-E457-4605-BD38-335A57DEE128}" srcOrd="0" destOrd="0" parTransId="{8FD45CCB-4807-42E3-B010-10DCD803F742}" sibTransId="{11E2AFEC-C4D7-4C1A-BFA2-E0FC3F375358}"/>
    <dgm:cxn modelId="{D125AD2F-3831-429B-9B65-9971BF1FE4AC}" srcId="{6D2DE6E0-719E-44D0-9C0A-4F7CCAB17D34}" destId="{BE1BDF50-E65B-4EC6-94DC-BCE1AD16D932}" srcOrd="4" destOrd="0" parTransId="{51EC8E38-73E9-444F-9D65-AADDA614C182}" sibTransId="{E597FC84-52AD-4DAC-A9E6-E8BC597B0FCA}"/>
    <dgm:cxn modelId="{364A543E-1191-4F18-8993-E94F931DDD67}" srcId="{B4E83F46-CA8C-4625-A030-779E1DFF554F}" destId="{CF79170C-977E-46AD-908E-41FAF9485FE3}" srcOrd="1" destOrd="0" parTransId="{4A6228A7-0572-4471-9A74-E8921D5D648C}" sibTransId="{190EA922-3C36-4E4D-B23C-ED9265493025}"/>
    <dgm:cxn modelId="{BCB19960-F4D5-4AAD-A350-15B1AEDE1FED}" type="presOf" srcId="{A034B3FF-8CFF-42CB-8FA4-4FEAF15B9852}" destId="{9DA8C0D6-4F6F-4B70-A8C2-D09C8BAE9B88}" srcOrd="0" destOrd="2" presId="urn:microsoft.com/office/officeart/2005/8/layout/chevronAccent+Icon"/>
    <dgm:cxn modelId="{DC874644-5598-4867-A86F-374A266F5699}" type="presOf" srcId="{4BCAD60F-8D20-4303-9BB9-4405368D63A9}" destId="{9DA8C0D6-4F6F-4B70-A8C2-D09C8BAE9B88}" srcOrd="0" destOrd="5" presId="urn:microsoft.com/office/officeart/2005/8/layout/chevronAccent+Icon"/>
    <dgm:cxn modelId="{E4DEA745-BD3F-4439-9C20-EE20BDDEE29A}" srcId="{B4E83F46-CA8C-4625-A030-779E1DFF554F}" destId="{504CD0E7-D0B5-45E3-B95B-0346C3E42775}" srcOrd="2" destOrd="0" parTransId="{58D1341D-5E5A-4EE9-A5BB-2E9FF8AC3F10}" sibTransId="{EBC19F82-6A78-40AB-980B-13435E5FB351}"/>
    <dgm:cxn modelId="{79E67B4A-3E33-487C-A1DE-3DDDA7AAFD9C}" type="presOf" srcId="{8AFE6350-DB5F-48A6-9678-B05F8F8B1AC1}" destId="{9DA8C0D6-4F6F-4B70-A8C2-D09C8BAE9B88}" srcOrd="0" destOrd="1" presId="urn:microsoft.com/office/officeart/2005/8/layout/chevronAccent+Icon"/>
    <dgm:cxn modelId="{7C09214D-2955-47C6-AFE7-6D19E19ACB66}" srcId="{27E35F00-FA31-486F-84BE-18925055833A}" destId="{FFD16990-B3E2-4E3A-9417-C8DA48FCB0D3}" srcOrd="2" destOrd="0" parTransId="{4626CBAA-9974-4134-AAF7-22353C5168F8}" sibTransId="{B5CD9BE9-0129-4B77-B35B-A9CDB148C389}"/>
    <dgm:cxn modelId="{007DEA7B-B016-448C-B77F-032513984A23}" srcId="{27E35F00-FA31-486F-84BE-18925055833A}" destId="{4BCAD60F-8D20-4303-9BB9-4405368D63A9}" srcOrd="4" destOrd="0" parTransId="{C531C237-BD8C-436A-BB3D-D50ABEA4B7BA}" sibTransId="{8CE72553-2F6F-4B86-8896-BC7364665673}"/>
    <dgm:cxn modelId="{1BF8008C-5980-43AD-8EE8-48BC44E84E06}" type="presOf" srcId="{EE1A03AF-63BC-4672-99F7-963D033594C8}" destId="{EAAB1A17-EAAE-4382-AE51-B85E073F792A}" srcOrd="0" destOrd="1" presId="urn:microsoft.com/office/officeart/2005/8/layout/chevronAccent+Icon"/>
    <dgm:cxn modelId="{F4355A8C-733C-4656-A3B6-C94F70408748}" srcId="{27E35F00-FA31-486F-84BE-18925055833A}" destId="{8AFE6350-DB5F-48A6-9678-B05F8F8B1AC1}" srcOrd="0" destOrd="0" parTransId="{9760D76E-F61F-4D8A-A505-4D52EB6CAF03}" sibTransId="{4F36F589-17A3-41C2-80D0-21836EBE9C9A}"/>
    <dgm:cxn modelId="{13F38B97-A285-4D37-91D4-83DCAF03B147}" type="presOf" srcId="{55A0E19C-B6A1-42E5-96CF-7963BB512148}" destId="{9DA8C0D6-4F6F-4B70-A8C2-D09C8BAE9B88}" srcOrd="0" destOrd="4" presId="urn:microsoft.com/office/officeart/2005/8/layout/chevronAccent+Icon"/>
    <dgm:cxn modelId="{9A23AD9E-DF06-46BF-A55C-7D579006DD33}" type="presOf" srcId="{9EA86D48-8B6B-4A5A-84A7-34A2828F85D6}" destId="{EAAB1A17-EAAE-4382-AE51-B85E073F792A}" srcOrd="0" destOrd="0" presId="urn:microsoft.com/office/officeart/2005/8/layout/chevronAccent+Icon"/>
    <dgm:cxn modelId="{B1A63AA4-617D-446E-B6CC-F31ADD082CE0}" srcId="{27E35F00-FA31-486F-84BE-18925055833A}" destId="{55A0E19C-B6A1-42E5-96CF-7963BB512148}" srcOrd="3" destOrd="0" parTransId="{3B42BE4E-DF5F-4DAF-A190-F3F85EB82AD2}" sibTransId="{CFC5D4AB-5EB3-4A83-B737-63428444AA22}"/>
    <dgm:cxn modelId="{73829FA4-CA28-409D-8CB2-118882FB7956}" type="presOf" srcId="{F206CC3F-F011-4850-9494-851C2E90CEFF}" destId="{757CB3B0-3B06-4C10-B92F-2FB7183B626E}" srcOrd="0" destOrd="1" presId="urn:microsoft.com/office/officeart/2005/8/layout/chevronAccent+Icon"/>
    <dgm:cxn modelId="{F1A78CA5-87B3-404F-8AB9-9327E56322F5}" srcId="{6D2DE6E0-719E-44D0-9C0A-4F7CCAB17D34}" destId="{9EA86D48-8B6B-4A5A-84A7-34A2828F85D6}" srcOrd="3" destOrd="0" parTransId="{13E30F3A-A847-4D44-AEDB-195C87FD2326}" sibTransId="{19A0C025-0870-4773-8B1B-85165BA1001F}"/>
    <dgm:cxn modelId="{1CDD39AC-7F95-4931-A6A9-E9313C06035B}" type="presOf" srcId="{BE1BDF50-E65B-4EC6-94DC-BCE1AD16D932}" destId="{2E107304-4C93-42AD-BD0F-B08BEE3440A2}" srcOrd="0" destOrd="0" presId="urn:microsoft.com/office/officeart/2005/8/layout/chevronAccent+Icon"/>
    <dgm:cxn modelId="{27E4AEB0-EB08-40E1-9175-488E583A6C9D}" type="presOf" srcId="{52592D93-637F-47E2-A772-A9B0FB288CB6}" destId="{757CB3B0-3B06-4C10-B92F-2FB7183B626E}" srcOrd="0" destOrd="0" presId="urn:microsoft.com/office/officeart/2005/8/layout/chevronAccent+Icon"/>
    <dgm:cxn modelId="{811C40B3-FD81-4604-AFC6-C9CD55774940}" srcId="{52592D93-637F-47E2-A772-A9B0FB288CB6}" destId="{8587D004-D6FC-42FF-83C2-A56017ACBB7F}" srcOrd="1" destOrd="0" parTransId="{AA9BF35F-2BCC-449D-AE00-A84209B2F41A}" sibTransId="{9C75F4F1-4924-4B5D-8C1A-6E187E588F58}"/>
    <dgm:cxn modelId="{938901BB-5395-43E6-AC3F-98228BF47D04}" srcId="{9EA86D48-8B6B-4A5A-84A7-34A2828F85D6}" destId="{EE1A03AF-63BC-4672-99F7-963D033594C8}" srcOrd="0" destOrd="0" parTransId="{B174AC7B-6338-48EF-A8D1-CCB43F0C0F18}" sibTransId="{392A9432-EA31-4438-B620-05A31B4CEEEC}"/>
    <dgm:cxn modelId="{9B5287C8-5795-4277-A678-1F602DF702B7}" srcId="{6D2DE6E0-719E-44D0-9C0A-4F7CCAB17D34}" destId="{27E35F00-FA31-486F-84BE-18925055833A}" srcOrd="2" destOrd="0" parTransId="{9986AF4D-35AA-4252-ABF3-CFF1A9D5F821}" sibTransId="{B9A3443D-9117-48DE-9CDD-972119A81C68}"/>
    <dgm:cxn modelId="{5B0E0DD6-4384-4A8C-8DA7-F62E537FFCBD}" type="presOf" srcId="{504CD0E7-D0B5-45E3-B95B-0346C3E42775}" destId="{295A27F2-AF2C-4B3E-BF6E-B49D72E96570}" srcOrd="0" destOrd="3" presId="urn:microsoft.com/office/officeart/2005/8/layout/chevronAccent+Icon"/>
    <dgm:cxn modelId="{4161BFDB-D91A-41B9-979F-4971C6A78B9A}" srcId="{52592D93-637F-47E2-A772-A9B0FB288CB6}" destId="{345EAB5E-2AE5-4ACB-A8A5-3ED48069CB0E}" srcOrd="2" destOrd="0" parTransId="{B99C9DC8-7CC3-4328-9D10-53CF6CF93B75}" sibTransId="{BB4A6820-0A03-417D-B536-AA35F8E87CDD}"/>
    <dgm:cxn modelId="{44D2B0DC-B4E2-4861-8D23-B77CF681C958}" type="presOf" srcId="{354B292B-E457-4605-BD38-335A57DEE128}" destId="{2E107304-4C93-42AD-BD0F-B08BEE3440A2}" srcOrd="0" destOrd="1" presId="urn:microsoft.com/office/officeart/2005/8/layout/chevronAccent+Icon"/>
    <dgm:cxn modelId="{79D400DD-8234-42FF-8363-F91C5022A33A}" srcId="{52592D93-637F-47E2-A772-A9B0FB288CB6}" destId="{F206CC3F-F011-4850-9494-851C2E90CEFF}" srcOrd="0" destOrd="0" parTransId="{8D7B0B63-FD91-4FA0-BFD8-3DA438AE81FC}" sibTransId="{68CD0AF4-646C-40DB-8A07-0B6F81E94584}"/>
    <dgm:cxn modelId="{5B2698E1-BD9B-4DBE-AD83-85CB2F2D3BF8}" type="presOf" srcId="{9D4C5433-B772-4CC5-BD83-7A6D36E44081}" destId="{EAAB1A17-EAAE-4382-AE51-B85E073F792A}" srcOrd="0" destOrd="2" presId="urn:microsoft.com/office/officeart/2005/8/layout/chevronAccent+Icon"/>
    <dgm:cxn modelId="{E7E188EA-05A5-4CF4-A8CF-DE61B32B845E}" type="presOf" srcId="{6D2DE6E0-719E-44D0-9C0A-4F7CCAB17D34}" destId="{5C601473-ED6D-4FC8-8934-C1399D25D0C3}" srcOrd="0" destOrd="0" presId="urn:microsoft.com/office/officeart/2005/8/layout/chevronAccent+Icon"/>
    <dgm:cxn modelId="{630661EE-1F64-47B2-AC6F-391364598986}" srcId="{6D2DE6E0-719E-44D0-9C0A-4F7CCAB17D34}" destId="{B4E83F46-CA8C-4625-A030-779E1DFF554F}" srcOrd="1" destOrd="0" parTransId="{51843257-E9CD-4CDF-9DE9-BB711E72AEA7}" sibTransId="{350EC971-B9D7-4CA4-B882-A620A55DB5F8}"/>
    <dgm:cxn modelId="{6441F8F1-E58C-4FD6-9A25-2C95DBDA31AB}" srcId="{9EA86D48-8B6B-4A5A-84A7-34A2828F85D6}" destId="{9D4C5433-B772-4CC5-BD83-7A6D36E44081}" srcOrd="1" destOrd="0" parTransId="{B7A95941-DBBF-40CB-831E-35E258CA201C}" sibTransId="{687A2FC1-4DF5-4A85-85E7-26BE3F037E6B}"/>
    <dgm:cxn modelId="{7BDC5DF4-B1ED-4055-8DA9-02324E22E39A}" srcId="{B4E83F46-CA8C-4625-A030-779E1DFF554F}" destId="{78BB7682-48AE-4169-9C83-6520BF3EC3E9}" srcOrd="0" destOrd="0" parTransId="{994F76BD-556B-4A64-9967-5A3A7F9B8255}" sibTransId="{70BD926C-6BE2-4089-BD69-D01ADD223A73}"/>
    <dgm:cxn modelId="{A0E7C0FC-F156-41B4-BC49-728A09240FC1}" type="presOf" srcId="{CF79170C-977E-46AD-908E-41FAF9485FE3}" destId="{295A27F2-AF2C-4B3E-BF6E-B49D72E96570}" srcOrd="0" destOrd="2" presId="urn:microsoft.com/office/officeart/2005/8/layout/chevronAccent+Icon"/>
    <dgm:cxn modelId="{5AB029A3-289D-4F15-BBAD-69168A6F6823}" type="presParOf" srcId="{5C601473-ED6D-4FC8-8934-C1399D25D0C3}" destId="{36BC1BED-C18F-4E8F-9E02-730F76719CAA}" srcOrd="0" destOrd="0" presId="urn:microsoft.com/office/officeart/2005/8/layout/chevronAccent+Icon"/>
    <dgm:cxn modelId="{4BD8D597-F4A2-4B6C-BFAA-B5B005003CD2}" type="presParOf" srcId="{36BC1BED-C18F-4E8F-9E02-730F76719CAA}" destId="{7BE45EBD-866E-495D-8823-31A0DF39C638}" srcOrd="0" destOrd="0" presId="urn:microsoft.com/office/officeart/2005/8/layout/chevronAccent+Icon"/>
    <dgm:cxn modelId="{99374F3E-E929-451D-A354-CF42E5796EB9}" type="presParOf" srcId="{36BC1BED-C18F-4E8F-9E02-730F76719CAA}" destId="{757CB3B0-3B06-4C10-B92F-2FB7183B626E}" srcOrd="1" destOrd="0" presId="urn:microsoft.com/office/officeart/2005/8/layout/chevronAccent+Icon"/>
    <dgm:cxn modelId="{25BA86CB-4910-48C2-9BED-7E331EAB8208}" type="presParOf" srcId="{5C601473-ED6D-4FC8-8934-C1399D25D0C3}" destId="{93A7EAE6-E2A1-495D-89A2-DE9A190E007C}" srcOrd="1" destOrd="0" presId="urn:microsoft.com/office/officeart/2005/8/layout/chevronAccent+Icon"/>
    <dgm:cxn modelId="{D352C023-60FA-4B0D-958B-4379AC716DB3}" type="presParOf" srcId="{5C601473-ED6D-4FC8-8934-C1399D25D0C3}" destId="{19A0B61B-5D30-4B29-AD0E-878B0EA2B910}" srcOrd="2" destOrd="0" presId="urn:microsoft.com/office/officeart/2005/8/layout/chevronAccent+Icon"/>
    <dgm:cxn modelId="{DE5F4740-2ACE-4DD0-9D4B-ED36B1FCACBC}" type="presParOf" srcId="{19A0B61B-5D30-4B29-AD0E-878B0EA2B910}" destId="{BFB716F7-03EF-4F43-8A4E-A482D94B4126}" srcOrd="0" destOrd="0" presId="urn:microsoft.com/office/officeart/2005/8/layout/chevronAccent+Icon"/>
    <dgm:cxn modelId="{C243558C-8E82-42DA-B71F-5704FAD2E079}" type="presParOf" srcId="{19A0B61B-5D30-4B29-AD0E-878B0EA2B910}" destId="{295A27F2-AF2C-4B3E-BF6E-B49D72E96570}" srcOrd="1" destOrd="0" presId="urn:microsoft.com/office/officeart/2005/8/layout/chevronAccent+Icon"/>
    <dgm:cxn modelId="{48E298B9-3A65-4585-BD5B-6BE0C6C93597}" type="presParOf" srcId="{5C601473-ED6D-4FC8-8934-C1399D25D0C3}" destId="{A78E184D-4307-4C9B-B0BE-97446C3566EC}" srcOrd="3" destOrd="0" presId="urn:microsoft.com/office/officeart/2005/8/layout/chevronAccent+Icon"/>
    <dgm:cxn modelId="{FC871CF2-38C1-485B-9DB1-32135426E4CD}" type="presParOf" srcId="{5C601473-ED6D-4FC8-8934-C1399D25D0C3}" destId="{7C3822B7-985F-4530-BA87-555B086ECD9C}" srcOrd="4" destOrd="0" presId="urn:microsoft.com/office/officeart/2005/8/layout/chevronAccent+Icon"/>
    <dgm:cxn modelId="{A80CB083-D776-47EA-9208-BCD334181EE7}" type="presParOf" srcId="{7C3822B7-985F-4530-BA87-555B086ECD9C}" destId="{FACFCE5F-FA59-4228-8FD4-5330AAC63B72}" srcOrd="0" destOrd="0" presId="urn:microsoft.com/office/officeart/2005/8/layout/chevronAccent+Icon"/>
    <dgm:cxn modelId="{C1E15A5D-66CE-42A3-836B-3507E3062C6C}" type="presParOf" srcId="{7C3822B7-985F-4530-BA87-555B086ECD9C}" destId="{9DA8C0D6-4F6F-4B70-A8C2-D09C8BAE9B88}" srcOrd="1" destOrd="0" presId="urn:microsoft.com/office/officeart/2005/8/layout/chevronAccent+Icon"/>
    <dgm:cxn modelId="{69D5AA85-3759-4E0D-8663-85F57273A54A}" type="presParOf" srcId="{5C601473-ED6D-4FC8-8934-C1399D25D0C3}" destId="{44FCF138-2F62-474E-889A-6E4B23CC9F15}" srcOrd="5" destOrd="0" presId="urn:microsoft.com/office/officeart/2005/8/layout/chevronAccent+Icon"/>
    <dgm:cxn modelId="{76C1BD42-CDCA-4BFB-A901-5671B1D089B7}" type="presParOf" srcId="{5C601473-ED6D-4FC8-8934-C1399D25D0C3}" destId="{89B68871-9FFB-4E18-8362-B4BCB71FD0C6}" srcOrd="6" destOrd="0" presId="urn:microsoft.com/office/officeart/2005/8/layout/chevronAccent+Icon"/>
    <dgm:cxn modelId="{795031EF-69FF-4466-90C8-41FBD41BB369}" type="presParOf" srcId="{89B68871-9FFB-4E18-8362-B4BCB71FD0C6}" destId="{44723EA9-CCD8-48D9-92D9-4BBE851C0326}" srcOrd="0" destOrd="0" presId="urn:microsoft.com/office/officeart/2005/8/layout/chevronAccent+Icon"/>
    <dgm:cxn modelId="{BCF1656C-5D8C-4E3F-A09A-47F3C2501CC8}" type="presParOf" srcId="{89B68871-9FFB-4E18-8362-B4BCB71FD0C6}" destId="{EAAB1A17-EAAE-4382-AE51-B85E073F792A}" srcOrd="1" destOrd="0" presId="urn:microsoft.com/office/officeart/2005/8/layout/chevronAccent+Icon"/>
    <dgm:cxn modelId="{8495186A-A9FC-4200-AD9A-33338C724AAA}" type="presParOf" srcId="{5C601473-ED6D-4FC8-8934-C1399D25D0C3}" destId="{CAA30D41-9E5A-4DDF-A244-965304F8C474}" srcOrd="7" destOrd="0" presId="urn:microsoft.com/office/officeart/2005/8/layout/chevronAccent+Icon"/>
    <dgm:cxn modelId="{2C00F5DC-A862-4009-B8D2-D6AF9AC41252}" type="presParOf" srcId="{5C601473-ED6D-4FC8-8934-C1399D25D0C3}" destId="{38C85D59-FA13-4074-BB25-370664E9894A}" srcOrd="8" destOrd="0" presId="urn:microsoft.com/office/officeart/2005/8/layout/chevronAccent+Icon"/>
    <dgm:cxn modelId="{A55DC36E-065E-4FB4-A2A8-2A841F7DE0DB}" type="presParOf" srcId="{38C85D59-FA13-4074-BB25-370664E9894A}" destId="{3BFDB590-28A7-4B63-8DF0-B1C64B8BB2BF}" srcOrd="0" destOrd="0" presId="urn:microsoft.com/office/officeart/2005/8/layout/chevronAccent+Icon"/>
    <dgm:cxn modelId="{F12F92DF-6D29-437E-A9CE-38841D27E8CB}" type="presParOf" srcId="{38C85D59-FA13-4074-BB25-370664E9894A}" destId="{2E107304-4C93-42AD-BD0F-B08BEE3440A2}" srcOrd="1" destOrd="0" presId="urn:microsoft.com/office/officeart/2005/8/layout/chevronAccent+Icon"/>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2332F7F-EFD6-47BD-86FA-4D1AFD5F353A}">
      <dsp:nvSpPr>
        <dsp:cNvPr id="0" name=""/>
        <dsp:cNvSpPr/>
      </dsp:nvSpPr>
      <dsp:spPr>
        <a:xfrm>
          <a:off x="4329534" y="3091"/>
          <a:ext cx="1806421" cy="1174173"/>
        </a:xfrm>
        <a:prstGeom prst="roundRect">
          <a:avLst/>
        </a:prstGeom>
        <a:gradFill rotWithShape="0">
          <a:gsLst>
            <a:gs pos="0">
              <a:schemeClr val="lt1">
                <a:hueOff val="0"/>
                <a:satOff val="0"/>
                <a:lumOff val="0"/>
                <a:alphaOff val="0"/>
                <a:satMod val="103000"/>
                <a:lumMod val="102000"/>
                <a:tint val="94000"/>
              </a:schemeClr>
            </a:gs>
            <a:gs pos="50000">
              <a:schemeClr val="lt1">
                <a:hueOff val="0"/>
                <a:satOff val="0"/>
                <a:lumOff val="0"/>
                <a:alphaOff val="0"/>
                <a:satMod val="110000"/>
                <a:lumMod val="100000"/>
                <a:shade val="100000"/>
              </a:schemeClr>
            </a:gs>
            <a:gs pos="100000">
              <a:schemeClr val="lt1">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a:t>Identify Goals/Define Return on Investment </a:t>
          </a:r>
          <a:endParaRPr lang="en-GB" sz="1600" kern="1200"/>
        </a:p>
      </dsp:txBody>
      <dsp:txXfrm>
        <a:off x="4386852" y="60409"/>
        <a:ext cx="1691785" cy="1059537"/>
      </dsp:txXfrm>
    </dsp:sp>
    <dsp:sp modelId="{1704CDAC-6F50-49CB-9A24-A62B5481EB4C}">
      <dsp:nvSpPr>
        <dsp:cNvPr id="0" name=""/>
        <dsp:cNvSpPr/>
      </dsp:nvSpPr>
      <dsp:spPr>
        <a:xfrm>
          <a:off x="4118254" y="811868"/>
          <a:ext cx="3876274" cy="3876274"/>
        </a:xfrm>
        <a:custGeom>
          <a:avLst/>
          <a:gdLst/>
          <a:ahLst/>
          <a:cxnLst/>
          <a:rect l="0" t="0" r="0" b="0"/>
          <a:pathLst>
            <a:path>
              <a:moveTo>
                <a:pt x="2425892" y="62378"/>
              </a:moveTo>
              <a:arcTo wR="1938137" hR="1938137" stAng="17074552" swAng="2400950"/>
            </a:path>
          </a:pathLst>
        </a:custGeom>
        <a:noFill/>
        <a:ln w="6350" cap="flat" cmpd="sng" algn="ctr">
          <a:solidFill>
            <a:schemeClr val="dk2">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sp>
    <dsp:sp modelId="{C9D40551-014E-4784-9FCD-FB00461370A8}">
      <dsp:nvSpPr>
        <dsp:cNvPr id="0" name=""/>
        <dsp:cNvSpPr/>
      </dsp:nvSpPr>
      <dsp:spPr>
        <a:xfrm>
          <a:off x="6990049" y="1986953"/>
          <a:ext cx="1806421" cy="1174173"/>
        </a:xfrm>
        <a:prstGeom prst="roundRect">
          <a:avLst/>
        </a:prstGeom>
        <a:gradFill rotWithShape="0">
          <a:gsLst>
            <a:gs pos="0">
              <a:schemeClr val="lt1">
                <a:hueOff val="0"/>
                <a:satOff val="0"/>
                <a:lumOff val="0"/>
                <a:alphaOff val="0"/>
                <a:satMod val="103000"/>
                <a:lumMod val="102000"/>
                <a:tint val="94000"/>
              </a:schemeClr>
            </a:gs>
            <a:gs pos="50000">
              <a:schemeClr val="lt1">
                <a:hueOff val="0"/>
                <a:satOff val="0"/>
                <a:lumOff val="0"/>
                <a:alphaOff val="0"/>
                <a:satMod val="110000"/>
                <a:lumMod val="100000"/>
                <a:shade val="100000"/>
              </a:schemeClr>
            </a:gs>
            <a:gs pos="100000">
              <a:schemeClr val="lt1">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a:t>Create execution plan</a:t>
          </a:r>
          <a:endParaRPr lang="en-GB" sz="1600" kern="1200"/>
        </a:p>
      </dsp:txBody>
      <dsp:txXfrm>
        <a:off x="7047367" y="2044271"/>
        <a:ext cx="1691785" cy="1059537"/>
      </dsp:txXfrm>
    </dsp:sp>
    <dsp:sp modelId="{8E2285AA-71C9-481B-A7FC-7CB0C6549811}">
      <dsp:nvSpPr>
        <dsp:cNvPr id="0" name=""/>
        <dsp:cNvSpPr/>
      </dsp:nvSpPr>
      <dsp:spPr>
        <a:xfrm>
          <a:off x="4139952" y="367719"/>
          <a:ext cx="3876274" cy="3876274"/>
        </a:xfrm>
        <a:custGeom>
          <a:avLst/>
          <a:gdLst/>
          <a:ahLst/>
          <a:cxnLst/>
          <a:rect l="0" t="0" r="0" b="0"/>
          <a:pathLst>
            <a:path>
              <a:moveTo>
                <a:pt x="3465257" y="3131570"/>
              </a:moveTo>
              <a:arcTo wR="1938137" hR="1938137" stAng="2280442" swAng="2307614"/>
            </a:path>
          </a:pathLst>
        </a:custGeom>
        <a:noFill/>
        <a:ln w="6350" cap="flat" cmpd="sng" algn="ctr">
          <a:solidFill>
            <a:schemeClr val="dk2">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sp>
    <dsp:sp modelId="{73E53B5E-6E8C-4A5B-A807-BE5320BDB918}">
      <dsp:nvSpPr>
        <dsp:cNvPr id="0" name=""/>
        <dsp:cNvSpPr/>
      </dsp:nvSpPr>
      <dsp:spPr>
        <a:xfrm>
          <a:off x="4329534" y="3879366"/>
          <a:ext cx="1806421" cy="1174173"/>
        </a:xfrm>
        <a:prstGeom prst="roundRect">
          <a:avLst/>
        </a:prstGeom>
        <a:gradFill rotWithShape="0">
          <a:gsLst>
            <a:gs pos="0">
              <a:schemeClr val="lt1">
                <a:hueOff val="0"/>
                <a:satOff val="0"/>
                <a:lumOff val="0"/>
                <a:alphaOff val="0"/>
                <a:satMod val="103000"/>
                <a:lumMod val="102000"/>
                <a:tint val="94000"/>
              </a:schemeClr>
            </a:gs>
            <a:gs pos="50000">
              <a:schemeClr val="lt1">
                <a:hueOff val="0"/>
                <a:satOff val="0"/>
                <a:lumOff val="0"/>
                <a:alphaOff val="0"/>
                <a:satMod val="110000"/>
                <a:lumMod val="100000"/>
                <a:shade val="100000"/>
              </a:schemeClr>
            </a:gs>
            <a:gs pos="100000">
              <a:schemeClr val="lt1">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a:t>Implementation </a:t>
          </a:r>
          <a:endParaRPr lang="en-GB" sz="1600" kern="1200"/>
        </a:p>
      </dsp:txBody>
      <dsp:txXfrm>
        <a:off x="4386852" y="3936684"/>
        <a:ext cx="1691785" cy="1059537"/>
      </dsp:txXfrm>
    </dsp:sp>
    <dsp:sp modelId="{DD7D3FFC-FFE2-43EE-B413-F8F1C89C5765}">
      <dsp:nvSpPr>
        <dsp:cNvPr id="0" name=""/>
        <dsp:cNvSpPr/>
      </dsp:nvSpPr>
      <dsp:spPr>
        <a:xfrm>
          <a:off x="2646342" y="383696"/>
          <a:ext cx="3876274" cy="3876274"/>
        </a:xfrm>
        <a:custGeom>
          <a:avLst/>
          <a:gdLst/>
          <a:ahLst/>
          <a:cxnLst/>
          <a:rect l="0" t="0" r="0" b="0"/>
          <a:pathLst>
            <a:path>
              <a:moveTo>
                <a:pt x="1316197" y="3773775"/>
              </a:moveTo>
              <a:arcTo wR="1938137" hR="1938137" stAng="6523025" swAng="2157256"/>
            </a:path>
          </a:pathLst>
        </a:custGeom>
        <a:noFill/>
        <a:ln w="6350" cap="flat" cmpd="sng" algn="ctr">
          <a:solidFill>
            <a:schemeClr val="dk2">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sp>
    <dsp:sp modelId="{2D0DC1BE-775E-4D5C-B920-1FCA14BF837F}">
      <dsp:nvSpPr>
        <dsp:cNvPr id="0" name=""/>
        <dsp:cNvSpPr/>
      </dsp:nvSpPr>
      <dsp:spPr>
        <a:xfrm>
          <a:off x="1842748" y="1941229"/>
          <a:ext cx="1806421" cy="1174173"/>
        </a:xfrm>
        <a:prstGeom prst="roundRect">
          <a:avLst/>
        </a:prstGeom>
        <a:gradFill rotWithShape="0">
          <a:gsLst>
            <a:gs pos="0">
              <a:schemeClr val="lt1">
                <a:hueOff val="0"/>
                <a:satOff val="0"/>
                <a:lumOff val="0"/>
                <a:alphaOff val="0"/>
                <a:satMod val="103000"/>
                <a:lumMod val="102000"/>
                <a:tint val="94000"/>
              </a:schemeClr>
            </a:gs>
            <a:gs pos="50000">
              <a:schemeClr val="lt1">
                <a:hueOff val="0"/>
                <a:satOff val="0"/>
                <a:lumOff val="0"/>
                <a:alphaOff val="0"/>
                <a:satMod val="110000"/>
                <a:lumMod val="100000"/>
                <a:shade val="100000"/>
              </a:schemeClr>
            </a:gs>
            <a:gs pos="100000">
              <a:schemeClr val="lt1">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a:t>Measure Results </a:t>
          </a:r>
          <a:endParaRPr lang="en-GB" sz="1600" kern="1200"/>
        </a:p>
      </dsp:txBody>
      <dsp:txXfrm>
        <a:off x="1900066" y="1998547"/>
        <a:ext cx="1691785" cy="1059537"/>
      </dsp:txXfrm>
    </dsp:sp>
    <dsp:sp modelId="{6AD29B0B-69DF-4E50-B91A-C638F72FA411}">
      <dsp:nvSpPr>
        <dsp:cNvPr id="0" name=""/>
        <dsp:cNvSpPr/>
      </dsp:nvSpPr>
      <dsp:spPr>
        <a:xfrm>
          <a:off x="2646342" y="796660"/>
          <a:ext cx="3876274" cy="3876274"/>
        </a:xfrm>
        <a:custGeom>
          <a:avLst/>
          <a:gdLst/>
          <a:ahLst/>
          <a:cxnLst/>
          <a:rect l="0" t="0" r="0" b="0"/>
          <a:pathLst>
            <a:path>
              <a:moveTo>
                <a:pt x="356910" y="817379"/>
              </a:moveTo>
              <a:arcTo wR="1938137" hR="1938137" stAng="12919719" swAng="2157256"/>
            </a:path>
          </a:pathLst>
        </a:custGeom>
        <a:noFill/>
        <a:ln w="6350" cap="flat" cmpd="sng" algn="ctr">
          <a:solidFill>
            <a:schemeClr val="dk2">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BE45EBD-866E-495D-8823-31A0DF39C638}">
      <dsp:nvSpPr>
        <dsp:cNvPr id="0" name=""/>
        <dsp:cNvSpPr/>
      </dsp:nvSpPr>
      <dsp:spPr>
        <a:xfrm>
          <a:off x="1870" y="3359124"/>
          <a:ext cx="2093534" cy="808104"/>
        </a:xfrm>
        <a:prstGeom prst="chevron">
          <a:avLst>
            <a:gd name="adj" fmla="val 40000"/>
          </a:avLst>
        </a:prstGeom>
        <a:solidFill>
          <a:schemeClr val="tx2">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57CB3B0-3B06-4C10-B92F-2FB7183B626E}">
      <dsp:nvSpPr>
        <dsp:cNvPr id="0" name=""/>
        <dsp:cNvSpPr/>
      </dsp:nvSpPr>
      <dsp:spPr>
        <a:xfrm>
          <a:off x="560146" y="3603155"/>
          <a:ext cx="1767873" cy="80810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2240" tIns="142240" rIns="142240" bIns="142240" numCol="1" spcCol="1270" anchor="t" anchorCtr="0">
          <a:noAutofit/>
        </a:bodyPr>
        <a:lstStyle/>
        <a:p>
          <a:pPr marL="0" lvl="0" indent="0" algn="l" defTabSz="889000">
            <a:lnSpc>
              <a:spcPct val="90000"/>
            </a:lnSpc>
            <a:spcBef>
              <a:spcPct val="0"/>
            </a:spcBef>
            <a:spcAft>
              <a:spcPct val="35000"/>
            </a:spcAft>
            <a:buNone/>
          </a:pPr>
          <a:r>
            <a:rPr lang="en-US" sz="2000" kern="1200" dirty="0"/>
            <a:t>Source 	</a:t>
          </a:r>
          <a:endParaRPr lang="en-GB" sz="2000" kern="1200" dirty="0"/>
        </a:p>
        <a:p>
          <a:pPr marL="171450" lvl="1" indent="-171450" algn="l" defTabSz="711200">
            <a:lnSpc>
              <a:spcPct val="90000"/>
            </a:lnSpc>
            <a:spcBef>
              <a:spcPct val="0"/>
            </a:spcBef>
            <a:spcAft>
              <a:spcPct val="15000"/>
            </a:spcAft>
            <a:buChar char="•"/>
          </a:pPr>
          <a:r>
            <a:rPr lang="en-US" sz="1600" kern="1200"/>
            <a:t>Code Repo </a:t>
          </a:r>
          <a:endParaRPr lang="en-GB" sz="1600" kern="1200"/>
        </a:p>
        <a:p>
          <a:pPr marL="171450" lvl="1" indent="-171450" algn="l" defTabSz="711200">
            <a:lnSpc>
              <a:spcPct val="90000"/>
            </a:lnSpc>
            <a:spcBef>
              <a:spcPct val="0"/>
            </a:spcBef>
            <a:spcAft>
              <a:spcPct val="15000"/>
            </a:spcAft>
            <a:buChar char="•"/>
          </a:pPr>
          <a:r>
            <a:rPr lang="en-US" sz="1600" kern="1200"/>
            <a:t>Pipeline Initiation </a:t>
          </a:r>
          <a:endParaRPr lang="en-GB" sz="1600" kern="1200"/>
        </a:p>
        <a:p>
          <a:pPr marL="171450" lvl="1" indent="-171450" algn="l" defTabSz="711200">
            <a:lnSpc>
              <a:spcPct val="90000"/>
            </a:lnSpc>
            <a:spcBef>
              <a:spcPct val="0"/>
            </a:spcBef>
            <a:spcAft>
              <a:spcPct val="15000"/>
            </a:spcAft>
            <a:buChar char="•"/>
          </a:pPr>
          <a:r>
            <a:rPr lang="en-US" sz="1600" kern="1200" dirty="0"/>
            <a:t>Static Code Review</a:t>
          </a:r>
          <a:endParaRPr lang="en-GB" sz="1600" kern="1200" dirty="0"/>
        </a:p>
      </dsp:txBody>
      <dsp:txXfrm>
        <a:off x="583815" y="3626824"/>
        <a:ext cx="1720535" cy="760766"/>
      </dsp:txXfrm>
    </dsp:sp>
    <dsp:sp modelId="{BFB716F7-03EF-4F43-8A4E-A482D94B4126}">
      <dsp:nvSpPr>
        <dsp:cNvPr id="0" name=""/>
        <dsp:cNvSpPr/>
      </dsp:nvSpPr>
      <dsp:spPr>
        <a:xfrm>
          <a:off x="2393151" y="3401129"/>
          <a:ext cx="2093534" cy="808104"/>
        </a:xfrm>
        <a:prstGeom prst="chevron">
          <a:avLst>
            <a:gd name="adj" fmla="val 40000"/>
          </a:avLst>
        </a:prstGeom>
        <a:solidFill>
          <a:schemeClr val="tx2">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95A27F2-AF2C-4B3E-BF6E-B49D72E96570}">
      <dsp:nvSpPr>
        <dsp:cNvPr id="0" name=""/>
        <dsp:cNvSpPr/>
      </dsp:nvSpPr>
      <dsp:spPr>
        <a:xfrm>
          <a:off x="2951427" y="3603155"/>
          <a:ext cx="1767873" cy="80810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2240" tIns="142240" rIns="142240" bIns="142240" numCol="1" spcCol="1270" anchor="t" anchorCtr="0">
          <a:noAutofit/>
        </a:bodyPr>
        <a:lstStyle/>
        <a:p>
          <a:pPr marL="0" lvl="0" indent="0" algn="l" defTabSz="889000">
            <a:lnSpc>
              <a:spcPct val="90000"/>
            </a:lnSpc>
            <a:spcBef>
              <a:spcPct val="0"/>
            </a:spcBef>
            <a:spcAft>
              <a:spcPct val="35000"/>
            </a:spcAft>
            <a:buNone/>
          </a:pPr>
          <a:r>
            <a:rPr lang="en-US" sz="2000" kern="1200"/>
            <a:t>Build</a:t>
          </a:r>
          <a:endParaRPr lang="en-GB" sz="2000" kern="1200"/>
        </a:p>
        <a:p>
          <a:pPr marL="171450" lvl="1" indent="-171450" algn="l" defTabSz="711200">
            <a:lnSpc>
              <a:spcPct val="90000"/>
            </a:lnSpc>
            <a:spcBef>
              <a:spcPct val="0"/>
            </a:spcBef>
            <a:spcAft>
              <a:spcPct val="15000"/>
            </a:spcAft>
            <a:buChar char="•"/>
          </a:pPr>
          <a:r>
            <a:rPr lang="en-US" sz="1600" kern="1200"/>
            <a:t>Compiling &amp; Executable format</a:t>
          </a:r>
          <a:endParaRPr lang="en-GB" sz="1600" kern="1200"/>
        </a:p>
        <a:p>
          <a:pPr marL="171450" lvl="1" indent="-171450" algn="l" defTabSz="711200">
            <a:lnSpc>
              <a:spcPct val="90000"/>
            </a:lnSpc>
            <a:spcBef>
              <a:spcPct val="0"/>
            </a:spcBef>
            <a:spcAft>
              <a:spcPct val="15000"/>
            </a:spcAft>
            <a:buChar char="•"/>
          </a:pPr>
          <a:r>
            <a:rPr lang="en-US" sz="1600" kern="1200"/>
            <a:t>Build artifact</a:t>
          </a:r>
          <a:endParaRPr lang="en-GB" sz="1600" kern="1200"/>
        </a:p>
        <a:p>
          <a:pPr marL="171450" lvl="1" indent="-171450" algn="l" defTabSz="711200">
            <a:lnSpc>
              <a:spcPct val="90000"/>
            </a:lnSpc>
            <a:spcBef>
              <a:spcPct val="0"/>
            </a:spcBef>
            <a:spcAft>
              <a:spcPct val="15000"/>
            </a:spcAft>
            <a:buChar char="•"/>
          </a:pPr>
          <a:r>
            <a:rPr lang="en-US" sz="1600" kern="1200"/>
            <a:t>Versioning  </a:t>
          </a:r>
          <a:endParaRPr lang="en-GB" sz="1600" kern="1200"/>
        </a:p>
      </dsp:txBody>
      <dsp:txXfrm>
        <a:off x="2975096" y="3626824"/>
        <a:ext cx="1720535" cy="760766"/>
      </dsp:txXfrm>
    </dsp:sp>
    <dsp:sp modelId="{FACFCE5F-FA59-4228-8FD4-5330AAC63B72}">
      <dsp:nvSpPr>
        <dsp:cNvPr id="0" name=""/>
        <dsp:cNvSpPr/>
      </dsp:nvSpPr>
      <dsp:spPr>
        <a:xfrm>
          <a:off x="4784433" y="3401129"/>
          <a:ext cx="2093534" cy="808104"/>
        </a:xfrm>
        <a:prstGeom prst="chevron">
          <a:avLst>
            <a:gd name="adj" fmla="val 40000"/>
          </a:avLst>
        </a:prstGeom>
        <a:solidFill>
          <a:schemeClr val="tx2">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DA8C0D6-4F6F-4B70-A8C2-D09C8BAE9B88}">
      <dsp:nvSpPr>
        <dsp:cNvPr id="0" name=""/>
        <dsp:cNvSpPr/>
      </dsp:nvSpPr>
      <dsp:spPr>
        <a:xfrm>
          <a:off x="5342709" y="3603155"/>
          <a:ext cx="1767873" cy="80810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2240" tIns="142240" rIns="142240" bIns="142240" numCol="1" spcCol="1270" anchor="t" anchorCtr="0">
          <a:noAutofit/>
        </a:bodyPr>
        <a:lstStyle/>
        <a:p>
          <a:pPr marL="0" lvl="0" indent="0" algn="l" defTabSz="889000">
            <a:lnSpc>
              <a:spcPct val="90000"/>
            </a:lnSpc>
            <a:spcBef>
              <a:spcPct val="0"/>
            </a:spcBef>
            <a:spcAft>
              <a:spcPct val="35000"/>
            </a:spcAft>
            <a:buNone/>
          </a:pPr>
          <a:r>
            <a:rPr lang="en-US" sz="2000" kern="1200"/>
            <a:t>Test</a:t>
          </a:r>
          <a:endParaRPr lang="en-GB" sz="2000" kern="1200"/>
        </a:p>
        <a:p>
          <a:pPr marL="171450" lvl="1" indent="-171450" algn="l" defTabSz="711200">
            <a:lnSpc>
              <a:spcPct val="90000"/>
            </a:lnSpc>
            <a:spcBef>
              <a:spcPct val="0"/>
            </a:spcBef>
            <a:spcAft>
              <a:spcPct val="15000"/>
            </a:spcAft>
            <a:buChar char="•"/>
          </a:pPr>
          <a:r>
            <a:rPr lang="en-US" sz="1600" kern="1200"/>
            <a:t>Unit </a:t>
          </a:r>
          <a:endParaRPr lang="en-GB" sz="1600" kern="1200"/>
        </a:p>
        <a:p>
          <a:pPr marL="171450" lvl="1" indent="-171450" algn="l" defTabSz="711200">
            <a:lnSpc>
              <a:spcPct val="90000"/>
            </a:lnSpc>
            <a:spcBef>
              <a:spcPct val="0"/>
            </a:spcBef>
            <a:spcAft>
              <a:spcPct val="15000"/>
            </a:spcAft>
            <a:buChar char="•"/>
          </a:pPr>
          <a:r>
            <a:rPr lang="en-US" sz="1600" kern="1200"/>
            <a:t>Integration </a:t>
          </a:r>
          <a:endParaRPr lang="en-GB" sz="1600" kern="1200"/>
        </a:p>
        <a:p>
          <a:pPr marL="171450" lvl="1" indent="-171450" algn="l" defTabSz="711200">
            <a:lnSpc>
              <a:spcPct val="90000"/>
            </a:lnSpc>
            <a:spcBef>
              <a:spcPct val="0"/>
            </a:spcBef>
            <a:spcAft>
              <a:spcPct val="15000"/>
            </a:spcAft>
            <a:buChar char="•"/>
          </a:pPr>
          <a:r>
            <a:rPr lang="en-US" sz="1600" kern="1200"/>
            <a:t>System </a:t>
          </a:r>
          <a:endParaRPr lang="en-GB" sz="1600" kern="1200"/>
        </a:p>
        <a:p>
          <a:pPr marL="171450" lvl="1" indent="-171450" algn="l" defTabSz="711200">
            <a:lnSpc>
              <a:spcPct val="90000"/>
            </a:lnSpc>
            <a:spcBef>
              <a:spcPct val="0"/>
            </a:spcBef>
            <a:spcAft>
              <a:spcPct val="15000"/>
            </a:spcAft>
            <a:buChar char="•"/>
          </a:pPr>
          <a:r>
            <a:rPr lang="en-US" sz="1600" kern="1200"/>
            <a:t>Acceptance</a:t>
          </a:r>
          <a:endParaRPr lang="en-GB" sz="1600" kern="1200"/>
        </a:p>
        <a:p>
          <a:pPr marL="171450" lvl="1" indent="-171450" algn="l" defTabSz="711200">
            <a:lnSpc>
              <a:spcPct val="90000"/>
            </a:lnSpc>
            <a:spcBef>
              <a:spcPct val="0"/>
            </a:spcBef>
            <a:spcAft>
              <a:spcPct val="15000"/>
            </a:spcAft>
            <a:buChar char="•"/>
          </a:pPr>
          <a:r>
            <a:rPr lang="en-US" sz="1600" kern="1200"/>
            <a:t>Vulnerability testing </a:t>
          </a:r>
          <a:endParaRPr lang="en-GB" sz="1600" kern="1200"/>
        </a:p>
      </dsp:txBody>
      <dsp:txXfrm>
        <a:off x="5366378" y="3626824"/>
        <a:ext cx="1720535" cy="760766"/>
      </dsp:txXfrm>
    </dsp:sp>
    <dsp:sp modelId="{44723EA9-CCD8-48D9-92D9-4BBE851C0326}">
      <dsp:nvSpPr>
        <dsp:cNvPr id="0" name=""/>
        <dsp:cNvSpPr/>
      </dsp:nvSpPr>
      <dsp:spPr>
        <a:xfrm>
          <a:off x="7175715" y="3401129"/>
          <a:ext cx="2093534" cy="808104"/>
        </a:xfrm>
        <a:prstGeom prst="chevron">
          <a:avLst>
            <a:gd name="adj" fmla="val 40000"/>
          </a:avLst>
        </a:prstGeom>
        <a:solidFill>
          <a:schemeClr val="tx2">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AAB1A17-EAAE-4382-AE51-B85E073F792A}">
      <dsp:nvSpPr>
        <dsp:cNvPr id="0" name=""/>
        <dsp:cNvSpPr/>
      </dsp:nvSpPr>
      <dsp:spPr>
        <a:xfrm>
          <a:off x="7733991" y="3603155"/>
          <a:ext cx="1767873" cy="80810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2240" tIns="142240" rIns="142240" bIns="142240" numCol="1" spcCol="1270" anchor="t" anchorCtr="0">
          <a:noAutofit/>
        </a:bodyPr>
        <a:lstStyle/>
        <a:p>
          <a:pPr marL="0" lvl="0" indent="0" algn="l" defTabSz="889000">
            <a:lnSpc>
              <a:spcPct val="90000"/>
            </a:lnSpc>
            <a:spcBef>
              <a:spcPct val="0"/>
            </a:spcBef>
            <a:spcAft>
              <a:spcPct val="35000"/>
            </a:spcAft>
            <a:buNone/>
          </a:pPr>
          <a:r>
            <a:rPr lang="en-US" sz="2000" kern="1200"/>
            <a:t>Deploy</a:t>
          </a:r>
          <a:endParaRPr lang="en-GB" sz="2000" kern="1200"/>
        </a:p>
        <a:p>
          <a:pPr marL="171450" lvl="1" indent="-171450" algn="l" defTabSz="711200">
            <a:lnSpc>
              <a:spcPct val="90000"/>
            </a:lnSpc>
            <a:spcBef>
              <a:spcPct val="0"/>
            </a:spcBef>
            <a:spcAft>
              <a:spcPct val="15000"/>
            </a:spcAft>
            <a:buChar char="•"/>
          </a:pPr>
          <a:r>
            <a:rPr lang="en-US" sz="1600" kern="1200"/>
            <a:t>Release strategy</a:t>
          </a:r>
          <a:endParaRPr lang="en-GB" sz="1600" kern="1200"/>
        </a:p>
        <a:p>
          <a:pPr marL="171450" lvl="1" indent="-171450" algn="l" defTabSz="711200">
            <a:lnSpc>
              <a:spcPct val="90000"/>
            </a:lnSpc>
            <a:spcBef>
              <a:spcPct val="0"/>
            </a:spcBef>
            <a:spcAft>
              <a:spcPct val="15000"/>
            </a:spcAft>
            <a:buChar char="•"/>
          </a:pPr>
          <a:r>
            <a:rPr lang="en-US" sz="1600" kern="1200"/>
            <a:t>Rollback mechanisms  </a:t>
          </a:r>
          <a:endParaRPr lang="en-GB" sz="1600" kern="1200"/>
        </a:p>
      </dsp:txBody>
      <dsp:txXfrm>
        <a:off x="7757660" y="3626824"/>
        <a:ext cx="1720535" cy="760766"/>
      </dsp:txXfrm>
    </dsp:sp>
    <dsp:sp modelId="{3BFDB590-28A7-4B63-8DF0-B1C64B8BB2BF}">
      <dsp:nvSpPr>
        <dsp:cNvPr id="0" name=""/>
        <dsp:cNvSpPr/>
      </dsp:nvSpPr>
      <dsp:spPr>
        <a:xfrm>
          <a:off x="9566997" y="3401129"/>
          <a:ext cx="2093534" cy="808104"/>
        </a:xfrm>
        <a:prstGeom prst="chevron">
          <a:avLst>
            <a:gd name="adj" fmla="val 40000"/>
          </a:avLst>
        </a:prstGeom>
        <a:solidFill>
          <a:schemeClr val="tx2">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E107304-4C93-42AD-BD0F-B08BEE3440A2}">
      <dsp:nvSpPr>
        <dsp:cNvPr id="0" name=""/>
        <dsp:cNvSpPr/>
      </dsp:nvSpPr>
      <dsp:spPr>
        <a:xfrm>
          <a:off x="10125273" y="3603155"/>
          <a:ext cx="1767873" cy="80810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2240" tIns="142240" rIns="142240" bIns="142240" numCol="1" spcCol="1270" anchor="t" anchorCtr="0">
          <a:noAutofit/>
        </a:bodyPr>
        <a:lstStyle/>
        <a:p>
          <a:pPr marL="0" lvl="0" indent="0" algn="l" defTabSz="889000">
            <a:lnSpc>
              <a:spcPct val="90000"/>
            </a:lnSpc>
            <a:spcBef>
              <a:spcPct val="0"/>
            </a:spcBef>
            <a:spcAft>
              <a:spcPct val="35000"/>
            </a:spcAft>
            <a:buNone/>
          </a:pPr>
          <a:r>
            <a:rPr lang="en-US" sz="2000" kern="1200"/>
            <a:t>Monitor </a:t>
          </a:r>
          <a:endParaRPr lang="en-GB" sz="2000" kern="1200"/>
        </a:p>
        <a:p>
          <a:pPr marL="171450" lvl="1" indent="-171450" algn="l" defTabSz="711200">
            <a:lnSpc>
              <a:spcPct val="90000"/>
            </a:lnSpc>
            <a:spcBef>
              <a:spcPct val="0"/>
            </a:spcBef>
            <a:spcAft>
              <a:spcPct val="15000"/>
            </a:spcAft>
            <a:buChar char="•"/>
          </a:pPr>
          <a:r>
            <a:rPr lang="en-US" sz="1600" kern="1200"/>
            <a:t>Monitoring and logging </a:t>
          </a:r>
          <a:endParaRPr lang="en-GB" sz="1600" kern="1200"/>
        </a:p>
      </dsp:txBody>
      <dsp:txXfrm>
        <a:off x="10148942" y="3626824"/>
        <a:ext cx="1720535" cy="760766"/>
      </dsp:txXfrm>
    </dsp:sp>
  </dsp:spTree>
</dsp:drawing>
</file>

<file path=ppt/diagrams/layout1.xml><?xml version="1.0" encoding="utf-8"?>
<dgm:layoutDef xmlns:dgm="http://schemas.openxmlformats.org/drawingml/2006/diagram" xmlns:a="http://schemas.openxmlformats.org/drawingml/2006/main" uniqueId="urn:microsoft.com/office/officeart/2005/8/layout/cycle5">
  <dgm:title val=""/>
  <dgm:desc val=""/>
  <dgm:catLst>
    <dgm:cat type="cycle" pri="3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hoose name="Name9">
      <dgm:if name="Name10" func="var" arg="dir" op="equ" val="norm">
        <dgm:constrLst>
          <dgm:constr type="w" for="ch" forName="node" refType="w"/>
          <dgm:constr type="w" for="ch" ptType="sibTrans" refType="w" refFor="ch" refForName="node" op="equ" fact="0.3"/>
          <dgm:constr type="diam" for="ch" ptType="sibTrans" refType="diam" op="equ"/>
          <dgm:constr type="sibSp" refType="w" refFor="ch" refForName="node" op="equ" fact="0.15"/>
          <dgm:constr type="w" for="ch" forName="spNode" refType="sibSp" fact="1.6"/>
          <dgm:constr type="primFontSz" for="ch" forName="node" op="equ" val="65"/>
        </dgm:constrLst>
      </dgm:if>
      <dgm:else name="Name11">
        <dgm:constrLst>
          <dgm:constr type="w" for="ch" forName="node" refType="w"/>
          <dgm:constr type="w" for="ch" ptType="sibTrans" refType="w" refFor="ch" refForName="node" op="equ" fact="0.3"/>
          <dgm:constr type="diam" for="ch" ptType="sibTrans" refType="diam" fact="-1"/>
          <dgm:constr type="diam" for="ch" refType="diam" op="equ" fact="-1"/>
          <dgm:constr type="sibSp" refType="w" refFor="ch" refForName="node" op="equ" fact="0.15"/>
          <dgm:constr type="w" for="ch" forName="spNode" refType="sibSp" fact="1.6"/>
          <dgm:constr type="primFontSz" for="ch" forName="node" op="equ" val="65"/>
        </dgm:constrLst>
      </dgm:else>
    </dgm:choose>
    <dgm:ruleLst/>
    <dgm:forEach name="Name12" axis="ch" ptType="node">
      <dgm:layoutNode name="node">
        <dgm:varLst>
          <dgm:bulletEnabled val="1"/>
        </dgm:varLst>
        <dgm:alg type="tx"/>
        <dgm:shape xmlns:r="http://schemas.openxmlformats.org/officeDocument/2006/relationships" type="roundRect" r:blip="">
          <dgm:adjLst/>
        </dgm:shape>
        <dgm:presOf axis="desOrSelf" ptType="node"/>
        <dgm:constrLst>
          <dgm:constr type="h" refType="w" fact="0.65"/>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3">
        <dgm:if name="Name14" axis="par ch" ptType="doc node" func="cnt" op="gt" val="1">
          <dgm:layoutNode name="spNode">
            <dgm:alg type="sp"/>
            <dgm:shape xmlns:r="http://schemas.openxmlformats.org/officeDocument/2006/relationships" r:blip="">
              <dgm:adjLst/>
            </dgm:shape>
            <dgm:presOf/>
            <dgm:constrLst>
              <dgm:constr type="h" refType="w"/>
            </dgm:constrLst>
            <dgm:ruleLst/>
          </dgm:layoutNode>
          <dgm:forEach name="Name15" axis="followSib" ptType="sibTrans" hideLastTrans="0" cnt="1">
            <dgm:layoutNode name="sibTrans">
              <dgm:alg type="conn">
                <dgm:param type="dim" val="1D"/>
                <dgm:param type="connRout" val="curve"/>
                <dgm:param type="begPts" val="radial"/>
                <dgm:param type="endPts" val="radial"/>
              </dgm:alg>
              <dgm:shape xmlns:r="http://schemas.openxmlformats.org/officeDocument/2006/relationships" type="conn" r:blip="">
                <dgm:adjLst/>
              </dgm:shape>
              <dgm:presOf axis="self"/>
              <dgm:constrLst>
                <dgm:constr type="h" refType="w" fact="0.65"/>
                <dgm:constr type="connDist"/>
                <dgm:constr type="begPad" refType="connDist" fact="0.2"/>
                <dgm:constr type="endPad" refType="connDist" fact="0.2"/>
              </dgm:constrLst>
              <dgm:ruleLst/>
            </dgm:layoutNode>
          </dgm:forEach>
        </dgm:if>
        <dgm:else name="Name16"/>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chevronAccent+Icon">
  <dgm:title val="Chevron Accent Process"/>
  <dgm:desc val="Use to show sequential steps in a task, process, or workflow, or to emphasize movement or direction. Works best with minimal Level 1 and Level 2 text."/>
  <dgm:catLst>
    <dgm:cat type="process" pri="9500"/>
    <dgm:cat type="officeonline" pri="2000"/>
  </dgm:catLst>
  <dgm:sampData useDef="1">
    <dgm:dataModel>
      <dgm:pt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forName="composite" refType="w"/>
      <dgm:constr type="primFontSz" for="des" forName="txNode" op="equ" val="65"/>
      <dgm:constr type="w" for="ch" forName="compositeSpace" refType="w" refFor="ch" refForName="composite" fact="0.028"/>
    </dgm:constrLst>
    <dgm:ruleLst/>
    <dgm:forEach name="Name4" axis="ch" ptType="node">
      <dgm:layoutNode name="composite">
        <dgm:alg type="composite"/>
        <dgm:shape xmlns:r="http://schemas.openxmlformats.org/officeDocument/2006/relationships" r:blip="">
          <dgm:adjLst/>
        </dgm:shape>
        <dgm:presOf/>
        <dgm:choose name="Name5">
          <dgm:if name="Name6" func="var" arg="dir" op="equ" val="norm">
            <dgm:constrLst>
              <dgm:constr type="l" for="ch" forName="bgChev"/>
              <dgm:constr type="w" for="ch" forName="bgChev" refType="w" fact="0.9"/>
              <dgm:constr type="t" for="ch" forName="bgChev"/>
              <dgm:constr type="h" for="ch" forName="bgChev" refType="w" refFor="ch" refForName="bgChev" fact="0.386"/>
              <dgm:constr type="l" for="ch" forName="txNode" refType="w" fact="0.24"/>
              <dgm:constr type="w" for="ch" forName="txNode" refType="w" fact="0.76"/>
              <dgm:constr type="t" for="ch" forName="txNode" refType="h" refFor="ch" refForName="bgChev" fact="0.25"/>
              <dgm:constr type="h" for="ch" forName="txNode" refType="h" refFor="ch" refForName="bgChev"/>
            </dgm:constrLst>
          </dgm:if>
          <dgm:else name="Name7">
            <dgm:constrLst>
              <dgm:constr type="l" for="ch" forName="bgChev" refType="w" fact="0.1"/>
              <dgm:constr type="w" for="ch" forName="bgChev" refType="w" fact="0.9"/>
              <dgm:constr type="t" for="ch" forName="bgChev"/>
              <dgm:constr type="h" for="ch" forName="bgChev" refType="w" refFor="ch" refForName="bgChev" fact="0.386"/>
              <dgm:constr type="l" for="ch" forName="txNode"/>
              <dgm:constr type="w" for="ch" forName="txNode" refType="w" fact="0.76"/>
              <dgm:constr type="t" for="ch" forName="txNode" refType="h" refFor="ch" refForName="bgChev" fact="0.25"/>
              <dgm:constr type="h" for="ch" forName="txNode" refType="h" refFor="ch" refForName="bgChev"/>
            </dgm:constrLst>
          </dgm:else>
        </dgm:choose>
        <dgm:ruleLst/>
        <dgm:layoutNode name="bgChev" styleLbl="node1">
          <dgm:alg type="sp"/>
          <dgm:choose name="Name8">
            <dgm:if name="Name9" func="var" arg="dir" op="equ" val="norm">
              <dgm:shape xmlns:r="http://schemas.openxmlformats.org/officeDocument/2006/relationships" type="chevron" r:blip="">
                <dgm:adjLst>
                  <dgm:adj idx="1" val="0.4"/>
                </dgm:adjLst>
              </dgm:shape>
            </dgm:if>
            <dgm:else name="Name10">
              <dgm:shape xmlns:r="http://schemas.openxmlformats.org/officeDocument/2006/relationships" rot="180" type="chevron" r:blip="">
                <dgm:adjLst>
                  <dgm:adj idx="1" val="0.4"/>
                </dgm:adjLst>
              </dgm:shape>
            </dgm:else>
          </dgm:choose>
          <dgm:presOf/>
          <dgm:constrLst/>
        </dgm:layoutNode>
        <dgm:layoutNode name="txNode" styleLbl="fgAcc1">
          <dgm:varLst>
            <dgm:bulletEnabled val="1"/>
          </dgm:varLst>
          <dgm:alg type="tx"/>
          <dgm:shape xmlns:r="http://schemas.openxmlformats.org/officeDocument/2006/relationships" type="roundRect" r:blip="">
            <dgm:adjLst>
              <dgm:adj idx="1" val="0.1"/>
            </dgm:adjLst>
          </dgm:shape>
          <dgm:presOf axis="desOrSelf" ptType="node"/>
          <dgm:ruleLst>
            <dgm:rule type="primFontSz" val="5" fact="NaN" max="NaN"/>
          </dgm:ruleLst>
        </dgm:layoutNode>
      </dgm:layoutNode>
      <dgm:forEach name="Name11" axis="followSib" ptType="sibTrans" cnt="1">
        <dgm:layoutNode name="compositeSpace">
          <dgm:alg type="sp"/>
          <dgm:shape xmlns:r="http://schemas.openxmlformats.org/officeDocument/2006/relationships" r:blip="">
            <dgm:adjLst/>
          </dgm:shape>
          <dgm:presOf axis="sel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DA0C39B-B38C-4AAA-B27A-B351D17E993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97458503-EC51-4570-9EFC-84D0DE753D3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A8552C3-53A9-4EAE-98D2-96F7E807C082}" type="datetimeFigureOut">
              <a:rPr lang="en-US" smtClean="0"/>
              <a:t>6/4/2026</a:t>
            </a:fld>
            <a:endParaRPr lang="en-US"/>
          </a:p>
        </p:txBody>
      </p:sp>
      <p:sp>
        <p:nvSpPr>
          <p:cNvPr id="4" name="Footer Placeholder 3">
            <a:extLst>
              <a:ext uri="{FF2B5EF4-FFF2-40B4-BE49-F238E27FC236}">
                <a16:creationId xmlns:a16="http://schemas.microsoft.com/office/drawing/2014/main" id="{CF9542E6-4148-41C6-8765-7774913CF98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30941AB6-8DCA-40B8-B06C-2834861451B0}"/>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5F0DA6C-0510-45D0-8510-74AF9D91696C}" type="slidenum">
              <a:rPr lang="en-US" smtClean="0"/>
              <a:t>‹#›</a:t>
            </a:fld>
            <a:endParaRPr lang="en-US"/>
          </a:p>
        </p:txBody>
      </p:sp>
    </p:spTree>
    <p:extLst>
      <p:ext uri="{BB962C8B-B14F-4D97-AF65-F5344CB8AC3E}">
        <p14:creationId xmlns:p14="http://schemas.microsoft.com/office/powerpoint/2010/main" val="358277107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Date Placeholder 2"/>
          <p:cNvSpPr>
            <a:spLocks noGrp="1"/>
          </p:cNvSpPr>
          <p:nvPr>
            <p:ph type="dt" idx="1"/>
          </p:nvPr>
        </p:nvSpPr>
        <p:spPr>
          <a:xfrm>
            <a:off x="0" y="8793270"/>
            <a:ext cx="2971800" cy="350730"/>
          </a:xfrm>
          <a:prstGeom prst="rect">
            <a:avLst/>
          </a:prstGeom>
        </p:spPr>
        <p:txBody>
          <a:bodyPr vert="horz" lIns="91440" tIns="45720" rIns="91440" bIns="45720" rtlCol="0" anchor="t" anchorCtr="0"/>
          <a:lstStyle>
            <a:lvl1pPr algn="l">
              <a:defRPr sz="1000"/>
            </a:lvl1pPr>
          </a:lstStyle>
          <a:p>
            <a:fld id="{94C1FFEF-7AA5-49AA-AC58-7D6786C64E8F}" type="datetimeFigureOut">
              <a:rPr lang="en-US" smtClean="0"/>
              <a:pPr/>
              <a:t>6/4/2026</a:t>
            </a:fld>
            <a:endParaRPr lang="en-US"/>
          </a:p>
        </p:txBody>
      </p:sp>
      <p:sp>
        <p:nvSpPr>
          <p:cNvPr id="4" name="Slide Image Placeholder 3"/>
          <p:cNvSpPr>
            <a:spLocks noGrp="1" noRot="1" noChangeAspect="1"/>
          </p:cNvSpPr>
          <p:nvPr>
            <p:ph type="sldImg" idx="2"/>
          </p:nvPr>
        </p:nvSpPr>
        <p:spPr>
          <a:xfrm>
            <a:off x="990600" y="349946"/>
            <a:ext cx="4876800" cy="27432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304800" y="3344449"/>
            <a:ext cx="6248400" cy="5273457"/>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p:cNvSpPr>
            <a:spLocks noGrp="1"/>
          </p:cNvSpPr>
          <p:nvPr>
            <p:ph type="sldNum" sz="quarter" idx="5"/>
          </p:nvPr>
        </p:nvSpPr>
        <p:spPr>
          <a:xfrm>
            <a:off x="3884613" y="8793271"/>
            <a:ext cx="2971800" cy="350729"/>
          </a:xfrm>
          <a:prstGeom prst="rect">
            <a:avLst/>
          </a:prstGeom>
        </p:spPr>
        <p:txBody>
          <a:bodyPr vert="horz" lIns="91440" tIns="45720" rIns="91440" bIns="45720" rtlCol="0" anchor="t" anchorCtr="0"/>
          <a:lstStyle>
            <a:lvl1pPr algn="r">
              <a:defRPr sz="1000"/>
            </a:lvl1pPr>
          </a:lstStyle>
          <a:p>
            <a:fld id="{743F7EE4-7D84-4D77-B4B2-0C966043B366}" type="slidenum">
              <a:rPr lang="en-US" smtClean="0"/>
              <a:pPr/>
              <a:t>‹#›</a:t>
            </a:fld>
            <a:endParaRPr lang="en-US"/>
          </a:p>
        </p:txBody>
      </p:sp>
    </p:spTree>
    <p:extLst>
      <p:ext uri="{BB962C8B-B14F-4D97-AF65-F5344CB8AC3E}">
        <p14:creationId xmlns:p14="http://schemas.microsoft.com/office/powerpoint/2010/main" val="73096641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90600" y="349250"/>
            <a:ext cx="4876800" cy="2743200"/>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743F7EE4-7D84-4D77-B4B2-0C966043B366}" type="slidenum">
              <a:rPr lang="en-US" smtClean="0"/>
              <a:t>2</a:t>
            </a:fld>
            <a:endParaRPr lang="en-US"/>
          </a:p>
        </p:txBody>
      </p:sp>
    </p:spTree>
    <p:extLst>
      <p:ext uri="{BB962C8B-B14F-4D97-AF65-F5344CB8AC3E}">
        <p14:creationId xmlns:p14="http://schemas.microsoft.com/office/powerpoint/2010/main" val="58212207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90600" y="349250"/>
            <a:ext cx="4876800" cy="2743200"/>
          </a:xfrm>
        </p:spPr>
      </p:sp>
      <p:sp>
        <p:nvSpPr>
          <p:cNvPr id="3" name="Notes Placeholder 2"/>
          <p:cNvSpPr>
            <a:spLocks noGrp="1"/>
          </p:cNvSpPr>
          <p:nvPr>
            <p:ph type="body" idx="1"/>
          </p:nvPr>
        </p:nvSpPr>
        <p:spPr/>
        <p:txBody>
          <a:bodyPr/>
          <a:lstStyle/>
          <a:p>
            <a:r>
              <a:rPr lang="en-US"/>
              <a:t>Where does your current level of maturity sit within your organization? </a:t>
            </a:r>
          </a:p>
          <a:p>
            <a:endParaRPr lang="en-GB"/>
          </a:p>
        </p:txBody>
      </p:sp>
      <p:sp>
        <p:nvSpPr>
          <p:cNvPr id="4" name="Slide Number Placeholder 3"/>
          <p:cNvSpPr>
            <a:spLocks noGrp="1"/>
          </p:cNvSpPr>
          <p:nvPr>
            <p:ph type="sldNum" sz="quarter" idx="5"/>
          </p:nvPr>
        </p:nvSpPr>
        <p:spPr/>
        <p:txBody>
          <a:bodyPr/>
          <a:lstStyle/>
          <a:p>
            <a:fld id="{175F1C38-A9F7-494C-82B9-4698C6101EA7}" type="slidenum">
              <a:rPr lang="en-GB" smtClean="0"/>
              <a:t>3</a:t>
            </a:fld>
            <a:endParaRPr lang="en-GB"/>
          </a:p>
        </p:txBody>
      </p:sp>
    </p:spTree>
    <p:extLst>
      <p:ext uri="{BB962C8B-B14F-4D97-AF65-F5344CB8AC3E}">
        <p14:creationId xmlns:p14="http://schemas.microsoft.com/office/powerpoint/2010/main" val="288595020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90600" y="349250"/>
            <a:ext cx="4876800" cy="2743200"/>
          </a:xfrm>
        </p:spPr>
      </p:sp>
      <p:sp>
        <p:nvSpPr>
          <p:cNvPr id="3" name="Notes Placeholder 2"/>
          <p:cNvSpPr>
            <a:spLocks noGrp="1"/>
          </p:cNvSpPr>
          <p:nvPr>
            <p:ph type="body" idx="1"/>
          </p:nvPr>
        </p:nvSpPr>
        <p:spPr/>
        <p:txBody>
          <a:bodyPr/>
          <a:lstStyle/>
          <a:p>
            <a:r>
              <a:rPr lang="en-US"/>
              <a:t>Need to prioritize what comes first.   Without deciding what the business priorities  are – we can invest time, money and effort on things which do not move the needle. </a:t>
            </a:r>
          </a:p>
          <a:p>
            <a:endParaRPr lang="en-US"/>
          </a:p>
          <a:p>
            <a:endParaRPr lang="en-GB"/>
          </a:p>
        </p:txBody>
      </p:sp>
      <p:sp>
        <p:nvSpPr>
          <p:cNvPr id="4" name="Slide Number Placeholder 3"/>
          <p:cNvSpPr>
            <a:spLocks noGrp="1"/>
          </p:cNvSpPr>
          <p:nvPr>
            <p:ph type="sldNum" sz="quarter" idx="5"/>
          </p:nvPr>
        </p:nvSpPr>
        <p:spPr/>
        <p:txBody>
          <a:bodyPr/>
          <a:lstStyle/>
          <a:p>
            <a:fld id="{743F7EE4-7D84-4D77-B4B2-0C966043B366}" type="slidenum">
              <a:rPr lang="en-US" smtClean="0"/>
              <a:pPr/>
              <a:t>5</a:t>
            </a:fld>
            <a:endParaRPr lang="en-US"/>
          </a:p>
        </p:txBody>
      </p:sp>
    </p:spTree>
    <p:extLst>
      <p:ext uri="{BB962C8B-B14F-4D97-AF65-F5344CB8AC3E}">
        <p14:creationId xmlns:p14="http://schemas.microsoft.com/office/powerpoint/2010/main" val="18619072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90600" y="349250"/>
            <a:ext cx="4876800" cy="2743200"/>
          </a:xfrm>
        </p:spPr>
      </p:sp>
      <p:sp>
        <p:nvSpPr>
          <p:cNvPr id="3" name="Notes Placeholder 2"/>
          <p:cNvSpPr>
            <a:spLocks noGrp="1"/>
          </p:cNvSpPr>
          <p:nvPr>
            <p:ph type="body" idx="1"/>
          </p:nvPr>
        </p:nvSpPr>
        <p:spPr/>
        <p:txBody>
          <a:bodyPr/>
          <a:lstStyle/>
          <a:p>
            <a:r>
              <a:rPr lang="en-US" sz="2000"/>
              <a:t>Advise:</a:t>
            </a:r>
          </a:p>
          <a:p>
            <a:endParaRPr lang="en-US" sz="2000" b="1"/>
          </a:p>
          <a:p>
            <a:r>
              <a:rPr lang="en-US" sz="2000" b="1"/>
              <a:t>Cloud Strategy, Architecture Roadmap</a:t>
            </a:r>
          </a:p>
          <a:p>
            <a:r>
              <a:rPr lang="en-US"/>
              <a:t>Develop a cloud strategy and architecture roadmap using a structured Cloud Adoption Framework and expert guidance</a:t>
            </a:r>
          </a:p>
          <a:p>
            <a:endParaRPr lang="en-US"/>
          </a:p>
          <a:p>
            <a:r>
              <a:rPr lang="en-US" sz="2000" b="1"/>
              <a:t>Application Modernization Roadmap</a:t>
            </a:r>
          </a:p>
          <a:p>
            <a:r>
              <a:rPr lang="en-US"/>
              <a:t>Develop a fit-for-purpose continuous modernization roadmap for your application portfolio working with our application experts and cloud partners</a:t>
            </a:r>
          </a:p>
          <a:p>
            <a:endParaRPr lang="en-US"/>
          </a:p>
          <a:p>
            <a:r>
              <a:rPr lang="en-US" sz="2000" b="1"/>
              <a:t>Data &amp; AI Strategy and Roadmap</a:t>
            </a:r>
          </a:p>
          <a:p>
            <a:r>
              <a:rPr lang="en-US"/>
              <a:t>Develop a strategy, conceptual architecture and roadmap for data &amp; AI, using ideation workshops, assessments and reviewing use cases and business priorities</a:t>
            </a:r>
          </a:p>
          <a:p>
            <a:endParaRPr lang="en-US"/>
          </a:p>
          <a:p>
            <a:r>
              <a:rPr lang="en-US" sz="1200"/>
              <a:t>Transform:</a:t>
            </a:r>
            <a:endParaRPr lang="en-US"/>
          </a:p>
          <a:p>
            <a:endParaRPr lang="en-US"/>
          </a:p>
          <a:p>
            <a:r>
              <a:rPr lang="en-US" sz="2000" b="1"/>
              <a:t>Cloud Center of Excellence</a:t>
            </a:r>
          </a:p>
          <a:p>
            <a:r>
              <a:rPr lang="en-US"/>
              <a:t>Design and establish a Cloud Center of Excellence aimed to incubate and scale cloud architecture and operational processes needed for cloud adoption and transformation</a:t>
            </a:r>
          </a:p>
          <a:p>
            <a:endParaRPr lang="en-US"/>
          </a:p>
          <a:p>
            <a:r>
              <a:rPr lang="en-US" sz="2000" b="1"/>
              <a:t>Cloud Application Migrations</a:t>
            </a:r>
          </a:p>
          <a:p>
            <a:r>
              <a:rPr lang="en-US"/>
              <a:t>Execute a fit for purpose migration of client application workloads by lifting, shifting and optimizing VM based workloads to the cloud</a:t>
            </a:r>
          </a:p>
          <a:p>
            <a:endParaRPr lang="en-US"/>
          </a:p>
          <a:p>
            <a:r>
              <a:rPr lang="en-US" sz="2000" b="1"/>
              <a:t>Cloud Data Migration</a:t>
            </a:r>
          </a:p>
          <a:p>
            <a:r>
              <a:rPr lang="en-US"/>
              <a:t>Evaluate transactional (OLTP) and analytical (OLAP) workloads and migrate data workloads to cloud databases and data warehouses</a:t>
            </a:r>
          </a:p>
          <a:p>
            <a:endParaRPr lang="en-US"/>
          </a:p>
          <a:p>
            <a:r>
              <a:rPr lang="en-US" sz="1200"/>
              <a:t>Manage:</a:t>
            </a:r>
            <a:endParaRPr lang="en-US"/>
          </a:p>
          <a:p>
            <a:endParaRPr lang="en-US"/>
          </a:p>
          <a:p>
            <a:r>
              <a:rPr lang="en-US" sz="2000" b="1"/>
              <a:t>Cloud Native Application Development</a:t>
            </a:r>
          </a:p>
          <a:p>
            <a:r>
              <a:rPr lang="en-US"/>
              <a:t>Create innovative applications built using cloud native architectures, services and design principles</a:t>
            </a:r>
          </a:p>
          <a:p>
            <a:endParaRPr lang="en-US"/>
          </a:p>
          <a:p>
            <a:r>
              <a:rPr lang="en-US" sz="2000" b="1"/>
              <a:t>Applied AI, Machine Learning &amp; MLOps</a:t>
            </a:r>
          </a:p>
          <a:p>
            <a:r>
              <a:rPr lang="en-US"/>
              <a:t>Leverage AI &amp; ML to jumpstart projects in anomaly and pattern detection, forecasting and predictions, language processing and more</a:t>
            </a:r>
          </a:p>
          <a:p>
            <a:endParaRPr lang="en-US"/>
          </a:p>
          <a:p>
            <a:r>
              <a:rPr lang="en-US" sz="2000" b="1"/>
              <a:t>Cloud Data Platform &amp; Analytics</a:t>
            </a:r>
          </a:p>
          <a:p>
            <a:r>
              <a:rPr lang="en-US"/>
              <a:t>Design and implement a cloud native data analytics architecture, improving usage and effectiveness of data for the business</a:t>
            </a:r>
          </a:p>
          <a:p>
            <a:endParaRPr lang="en-US"/>
          </a:p>
          <a:p>
            <a:r>
              <a:rPr lang="en-US" sz="2000" b="1"/>
              <a:t>Cloud Platform Optimization</a:t>
            </a:r>
          </a:p>
          <a:p>
            <a:r>
              <a:rPr lang="en-US"/>
              <a:t>Build resilient cloud platforms using cloud services for autoscaling, containers, serverless using industry best practices</a:t>
            </a:r>
          </a:p>
          <a:p>
            <a:endParaRPr lang="en-US"/>
          </a:p>
          <a:p>
            <a:r>
              <a:rPr lang="en-US" sz="1200"/>
              <a:t>Optimize:</a:t>
            </a:r>
          </a:p>
          <a:p>
            <a:endParaRPr lang="en-US" sz="1200"/>
          </a:p>
          <a:p>
            <a:r>
              <a:rPr lang="en-US" sz="2000" b="1"/>
              <a:t>Cloud Security &amp; GRC</a:t>
            </a:r>
          </a:p>
          <a:p>
            <a:r>
              <a:rPr lang="en-US"/>
              <a:t>Architect, design and embed a declarative and automated model for cloud security, governance, risk and compliance based on zero trust architecture principles</a:t>
            </a:r>
          </a:p>
          <a:p>
            <a:endParaRPr lang="en-US"/>
          </a:p>
          <a:p>
            <a:r>
              <a:rPr lang="en-US" sz="2000" b="1"/>
              <a:t>Multicloud Engineering &amp; Management</a:t>
            </a:r>
          </a:p>
          <a:p>
            <a:r>
              <a:rPr lang="en-US"/>
              <a:t>End-to-end cloud engineering and operations (platform, data, applications, cost optimization, 24x7 incident response)</a:t>
            </a:r>
          </a:p>
        </p:txBody>
      </p:sp>
      <p:sp>
        <p:nvSpPr>
          <p:cNvPr id="4" name="Slide Number Placeholder 3"/>
          <p:cNvSpPr>
            <a:spLocks noGrp="1"/>
          </p:cNvSpPr>
          <p:nvPr>
            <p:ph type="sldNum" sz="quarter" idx="5"/>
          </p:nvPr>
        </p:nvSpPr>
        <p:spPr/>
        <p:txBody>
          <a:bodyPr/>
          <a:lstStyle/>
          <a:p>
            <a:pPr marL="0" marR="0" lvl="0" indent="0" algn="r" defTabSz="228600" rtl="0" eaLnBrk="1" fontAlgn="auto" latinLnBrk="0" hangingPunct="1">
              <a:lnSpc>
                <a:spcPct val="100000"/>
              </a:lnSpc>
              <a:spcBef>
                <a:spcPts val="0"/>
              </a:spcBef>
              <a:spcAft>
                <a:spcPts val="0"/>
              </a:spcAft>
              <a:buClrTx/>
              <a:buSzTx/>
              <a:buFontTx/>
              <a:buNone/>
              <a:tabLst/>
              <a:defRPr/>
            </a:pPr>
            <a:fld id="{743F7EE4-7D84-4D77-B4B2-0C966043B366}" type="slidenum">
              <a:rPr kumimoji="0" lang="en-US" sz="1000" b="0" i="0" u="none" strike="noStrike" kern="1200" cap="none" spc="0" normalizeH="0" baseline="0" noProof="0" smtClean="0">
                <a:ln>
                  <a:noFill/>
                </a:ln>
                <a:solidFill>
                  <a:prstClr val="black"/>
                </a:solidFill>
                <a:effectLst/>
                <a:uLnTx/>
                <a:uFillTx/>
                <a:latin typeface="Aktiv Grotesk" panose="020F0502020204030204"/>
                <a:ea typeface="+mn-ea"/>
                <a:cs typeface="Aktiv Grotesk"/>
                <a:sym typeface="Aktiv Grotesk"/>
              </a:rPr>
              <a:pPr marL="0" marR="0" lvl="0" indent="0" algn="r" defTabSz="228600" rtl="0" eaLnBrk="1" fontAlgn="auto" latinLnBrk="0" hangingPunct="1">
                <a:lnSpc>
                  <a:spcPct val="100000"/>
                </a:lnSpc>
                <a:spcBef>
                  <a:spcPts val="0"/>
                </a:spcBef>
                <a:spcAft>
                  <a:spcPts val="0"/>
                </a:spcAft>
                <a:buClrTx/>
                <a:buSzTx/>
                <a:buFontTx/>
                <a:buNone/>
                <a:tabLst/>
                <a:defRPr/>
              </a:pPr>
              <a:t>13</a:t>
            </a:fld>
            <a:endParaRPr kumimoji="0" lang="en-US" sz="1000" b="0" i="0" u="none" strike="noStrike" kern="1200" cap="none" spc="0" normalizeH="0" baseline="0" noProof="0">
              <a:ln>
                <a:noFill/>
              </a:ln>
              <a:solidFill>
                <a:prstClr val="black"/>
              </a:solidFill>
              <a:effectLst/>
              <a:uLnTx/>
              <a:uFillTx/>
              <a:latin typeface="Aktiv Grotesk" panose="020F0502020204030204"/>
              <a:ea typeface="+mn-ea"/>
              <a:cs typeface="Aktiv Grotesk"/>
              <a:sym typeface="Aktiv Grotesk"/>
            </a:endParaRPr>
          </a:p>
        </p:txBody>
      </p:sp>
    </p:spTree>
    <p:extLst>
      <p:ext uri="{BB962C8B-B14F-4D97-AF65-F5344CB8AC3E}">
        <p14:creationId xmlns:p14="http://schemas.microsoft.com/office/powerpoint/2010/main" val="171505648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90600" y="349250"/>
            <a:ext cx="4876800" cy="2743200"/>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228600" rtl="0" eaLnBrk="1" fontAlgn="auto" latinLnBrk="0" hangingPunct="1">
              <a:lnSpc>
                <a:spcPct val="100000"/>
              </a:lnSpc>
              <a:spcBef>
                <a:spcPts val="0"/>
              </a:spcBef>
              <a:spcAft>
                <a:spcPts val="0"/>
              </a:spcAft>
              <a:buClrTx/>
              <a:buSzTx/>
              <a:buFontTx/>
              <a:buNone/>
              <a:tabLst/>
              <a:defRPr/>
            </a:pPr>
            <a:fld id="{743F7EE4-7D84-4D77-B4B2-0C966043B366}" type="slidenum">
              <a:rPr kumimoji="0" lang="en-US" sz="1000" b="0" i="0" u="none" strike="noStrike" kern="1200" cap="none" spc="0" normalizeH="0" baseline="0" noProof="0" smtClean="0">
                <a:ln>
                  <a:noFill/>
                </a:ln>
                <a:solidFill>
                  <a:prstClr val="black"/>
                </a:solidFill>
                <a:effectLst/>
                <a:uLnTx/>
                <a:uFillTx/>
                <a:latin typeface="Aktiv Grotesk" panose="020F0502020204030204"/>
                <a:ea typeface="+mn-ea"/>
                <a:cs typeface="+mn-cs"/>
              </a:rPr>
              <a:pPr marL="0" marR="0" lvl="0" indent="0" algn="r" defTabSz="228600" rtl="0" eaLnBrk="1" fontAlgn="auto" latinLnBrk="0" hangingPunct="1">
                <a:lnSpc>
                  <a:spcPct val="100000"/>
                </a:lnSpc>
                <a:spcBef>
                  <a:spcPts val="0"/>
                </a:spcBef>
                <a:spcAft>
                  <a:spcPts val="0"/>
                </a:spcAft>
                <a:buClrTx/>
                <a:buSzTx/>
                <a:buFontTx/>
                <a:buNone/>
                <a:tabLst/>
                <a:defRPr/>
              </a:pPr>
              <a:t>15</a:t>
            </a:fld>
            <a:endParaRPr kumimoji="0" lang="en-US" sz="1000" b="0" i="0" u="none" strike="noStrike" kern="1200" cap="none" spc="0" normalizeH="0" baseline="0" noProof="0">
              <a:ln>
                <a:noFill/>
              </a:ln>
              <a:solidFill>
                <a:prstClr val="black"/>
              </a:solidFill>
              <a:effectLst/>
              <a:uLnTx/>
              <a:uFillTx/>
              <a:latin typeface="Aktiv Grotesk" panose="020F0502020204030204"/>
              <a:ea typeface="+mn-ea"/>
              <a:cs typeface="+mn-cs"/>
            </a:endParaRPr>
          </a:p>
        </p:txBody>
      </p:sp>
    </p:spTree>
    <p:extLst>
      <p:ext uri="{BB962C8B-B14F-4D97-AF65-F5344CB8AC3E}">
        <p14:creationId xmlns:p14="http://schemas.microsoft.com/office/powerpoint/2010/main" val="344306874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90600" y="349250"/>
            <a:ext cx="4876800" cy="2743200"/>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228600" rtl="0" eaLnBrk="1" fontAlgn="auto" latinLnBrk="0" hangingPunct="1">
              <a:lnSpc>
                <a:spcPct val="100000"/>
              </a:lnSpc>
              <a:spcBef>
                <a:spcPts val="0"/>
              </a:spcBef>
              <a:spcAft>
                <a:spcPts val="0"/>
              </a:spcAft>
              <a:buClrTx/>
              <a:buSzTx/>
              <a:buFontTx/>
              <a:buNone/>
              <a:tabLst/>
              <a:defRPr/>
            </a:pPr>
            <a:fld id="{743F7EE4-7D84-4D77-B4B2-0C966043B366}" type="slidenum">
              <a:rPr kumimoji="0" lang="en-US" sz="1000" b="0" i="0" u="none" strike="noStrike" kern="1200" cap="none" spc="0" normalizeH="0" baseline="0" noProof="0" smtClean="0">
                <a:ln>
                  <a:noFill/>
                </a:ln>
                <a:solidFill>
                  <a:prstClr val="black"/>
                </a:solidFill>
                <a:effectLst/>
                <a:uLnTx/>
                <a:uFillTx/>
                <a:latin typeface="Aktiv Grotesk" panose="020F0502020204030204"/>
                <a:ea typeface="+mn-ea"/>
                <a:cs typeface="+mn-cs"/>
              </a:rPr>
              <a:pPr marL="0" marR="0" lvl="0" indent="0" algn="r" defTabSz="228600" rtl="0" eaLnBrk="1" fontAlgn="auto" latinLnBrk="0" hangingPunct="1">
                <a:lnSpc>
                  <a:spcPct val="100000"/>
                </a:lnSpc>
                <a:spcBef>
                  <a:spcPts val="0"/>
                </a:spcBef>
                <a:spcAft>
                  <a:spcPts val="0"/>
                </a:spcAft>
                <a:buClrTx/>
                <a:buSzTx/>
                <a:buFontTx/>
                <a:buNone/>
                <a:tabLst/>
                <a:defRPr/>
              </a:pPr>
              <a:t>16</a:t>
            </a:fld>
            <a:endParaRPr kumimoji="0" lang="en-US" sz="1000" b="0" i="0" u="none" strike="noStrike" kern="1200" cap="none" spc="0" normalizeH="0" baseline="0" noProof="0">
              <a:ln>
                <a:noFill/>
              </a:ln>
              <a:solidFill>
                <a:prstClr val="black"/>
              </a:solidFill>
              <a:effectLst/>
              <a:uLnTx/>
              <a:uFillTx/>
              <a:latin typeface="Aktiv Grotesk" panose="020F0502020204030204"/>
              <a:ea typeface="+mn-ea"/>
              <a:cs typeface="+mn-cs"/>
            </a:endParaRPr>
          </a:p>
        </p:txBody>
      </p:sp>
    </p:spTree>
    <p:extLst>
      <p:ext uri="{BB962C8B-B14F-4D97-AF65-F5344CB8AC3E}">
        <p14:creationId xmlns:p14="http://schemas.microsoft.com/office/powerpoint/2010/main" val="50587926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90600" y="349250"/>
            <a:ext cx="4876800" cy="2743200"/>
          </a:xfrm>
        </p:spPr>
      </p:sp>
      <p:sp>
        <p:nvSpPr>
          <p:cNvPr id="3" name="Notes Placeholder 2"/>
          <p:cNvSpPr>
            <a:spLocks noGrp="1"/>
          </p:cNvSpPr>
          <p:nvPr>
            <p:ph type="body" idx="1"/>
          </p:nvPr>
        </p:nvSpPr>
        <p:spPr/>
        <p:txBody>
          <a:bodyPr/>
          <a:lstStyle/>
          <a:p>
            <a:r>
              <a:rPr lang="en-US"/>
              <a:t>Growth focus meanings of thinking of the entire picture.   Considering how we can chain engagements together into an extended piece of work. </a:t>
            </a:r>
            <a:endParaRPr lang="en-GB"/>
          </a:p>
        </p:txBody>
      </p:sp>
      <p:sp>
        <p:nvSpPr>
          <p:cNvPr id="4" name="Slide Number Placeholder 3"/>
          <p:cNvSpPr>
            <a:spLocks noGrp="1"/>
          </p:cNvSpPr>
          <p:nvPr>
            <p:ph type="sldNum" sz="quarter" idx="5"/>
          </p:nvPr>
        </p:nvSpPr>
        <p:spPr/>
        <p:txBody>
          <a:bodyPr/>
          <a:lstStyle/>
          <a:p>
            <a:fld id="{743F7EE4-7D84-4D77-B4B2-0C966043B366}" type="slidenum">
              <a:rPr lang="en-US" smtClean="0"/>
              <a:pPr/>
              <a:t>17</a:t>
            </a:fld>
            <a:endParaRPr lang="en-US"/>
          </a:p>
        </p:txBody>
      </p:sp>
    </p:spTree>
    <p:extLst>
      <p:ext uri="{BB962C8B-B14F-4D97-AF65-F5344CB8AC3E}">
        <p14:creationId xmlns:p14="http://schemas.microsoft.com/office/powerpoint/2010/main" val="355993173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7.png"/><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13.png"/><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image" Target="../media/image14.png"/><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16.png"/><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image" Target="../media/image17.png"/><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5.svg"/><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4.svg"/><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13.png"/><Relationship Id="rId1" Type="http://schemas.openxmlformats.org/officeDocument/2006/relationships/slideMaster" Target="../slideMasters/slideMaster3.xml"/></Relationships>
</file>

<file path=ppt/slideLayouts/_rels/slideLayout48.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20.png"/><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20.png"/><Relationship Id="rId1" Type="http://schemas.openxmlformats.org/officeDocument/2006/relationships/slideMaster" Target="../slideMasters/slideMaster3.xml"/></Relationships>
</file>

<file path=ppt/slideLayouts/_rels/slideLayout50.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20.png"/><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20.png"/><Relationship Id="rId1" Type="http://schemas.openxmlformats.org/officeDocument/2006/relationships/slideMaster" Target="../slideMasters/slideMaster3.xml"/></Relationships>
</file>

<file path=ppt/slideLayouts/_rels/slideLayout52.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21.png"/><Relationship Id="rId1"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22.png"/><Relationship Id="rId1" Type="http://schemas.openxmlformats.org/officeDocument/2006/relationships/slideMaster" Target="../slideMasters/slideMaster3.xml"/></Relationships>
</file>

<file path=ppt/slideLayouts/_rels/slideLayout55.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image" Target="../media/image7.png"/><Relationship Id="rId1" Type="http://schemas.openxmlformats.org/officeDocument/2006/relationships/slideMaster" Target="../slideMasters/slideMaster3.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7.xml.rels><?xml version="1.0" encoding="UTF-8" standalone="yes"?>
<Relationships xmlns="http://schemas.openxmlformats.org/package/2006/relationships"><Relationship Id="rId2" Type="http://schemas.openxmlformats.org/officeDocument/2006/relationships/image" Target="../media/image23.svg"/><Relationship Id="rId1" Type="http://schemas.openxmlformats.org/officeDocument/2006/relationships/slideMaster" Target="../slideMasters/slideMaster4.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2.png"/><Relationship Id="rId1" Type="http://schemas.openxmlformats.org/officeDocument/2006/relationships/slideMaster" Target="../slideMasters/slideMaster4.xml"/></Relationships>
</file>

<file path=ppt/slideLayouts/_rels/slideLayout60.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22.png"/><Relationship Id="rId1" Type="http://schemas.openxmlformats.org/officeDocument/2006/relationships/slideMaster" Target="../slideMasters/slideMaster4.xml"/></Relationships>
</file>

<file path=ppt/slideLayouts/_rels/slideLayout61.xml.rels><?xml version="1.0" encoding="UTF-8" standalone="yes"?>
<Relationships xmlns="http://schemas.openxmlformats.org/package/2006/relationships"><Relationship Id="rId2" Type="http://schemas.openxmlformats.org/officeDocument/2006/relationships/image" Target="../media/image23.svg"/><Relationship Id="rId1" Type="http://schemas.openxmlformats.org/officeDocument/2006/relationships/slideMaster" Target="../slideMasters/slideMaster4.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6.xml.rels><?xml version="1.0" encoding="UTF-8" standalone="yes"?>
<Relationships xmlns="http://schemas.openxmlformats.org/package/2006/relationships"><Relationship Id="rId2" Type="http://schemas.openxmlformats.org/officeDocument/2006/relationships/image" Target="../media/image23.svg"/><Relationship Id="rId1" Type="http://schemas.openxmlformats.org/officeDocument/2006/relationships/slideMaster" Target="../slideMasters/slideMaster4.xml"/></Relationships>
</file>

<file path=ppt/slideLayouts/_rels/slideLayout67.xml.rels><?xml version="1.0" encoding="UTF-8" standalone="yes"?>
<Relationships xmlns="http://schemas.openxmlformats.org/package/2006/relationships"><Relationship Id="rId2" Type="http://schemas.openxmlformats.org/officeDocument/2006/relationships/image" Target="../media/image23.svg"/><Relationship Id="rId1" Type="http://schemas.openxmlformats.org/officeDocument/2006/relationships/slideMaster" Target="../slideMasters/slideMaster4.xml"/></Relationships>
</file>

<file path=ppt/slideLayouts/_rels/slideLayout68.xml.rels><?xml version="1.0" encoding="UTF-8" standalone="yes"?>
<Relationships xmlns="http://schemas.openxmlformats.org/package/2006/relationships"><Relationship Id="rId2" Type="http://schemas.openxmlformats.org/officeDocument/2006/relationships/image" Target="../media/image23.svg"/><Relationship Id="rId1" Type="http://schemas.openxmlformats.org/officeDocument/2006/relationships/slideMaster" Target="../slideMasters/slideMaster4.xml"/></Relationships>
</file>

<file path=ppt/slideLayouts/_rels/slideLayout69.xml.rels><?xml version="1.0" encoding="UTF-8" standalone="yes"?>
<Relationships xmlns="http://schemas.openxmlformats.org/package/2006/relationships"><Relationship Id="rId2" Type="http://schemas.openxmlformats.org/officeDocument/2006/relationships/image" Target="../media/image23.svg"/><Relationship Id="rId1" Type="http://schemas.openxmlformats.org/officeDocument/2006/relationships/slideMaster" Target="../slideMasters/slideMaster4.xml"/></Relationships>
</file>

<file path=ppt/slideLayouts/_rels/slideLayout70.xml.rels><?xml version="1.0" encoding="UTF-8" standalone="yes"?>
<Relationships xmlns="http://schemas.openxmlformats.org/package/2006/relationships"><Relationship Id="rId2" Type="http://schemas.openxmlformats.org/officeDocument/2006/relationships/image" Target="../media/image23.svg"/><Relationship Id="rId1" Type="http://schemas.openxmlformats.org/officeDocument/2006/relationships/slideMaster" Target="../slideMasters/slideMaster4.xml"/></Relationships>
</file>

<file path=ppt/slideLayouts/_rels/slideLayout71.xml.rels><?xml version="1.0" encoding="UTF-8" standalone="yes"?>
<Relationships xmlns="http://schemas.openxmlformats.org/package/2006/relationships"><Relationship Id="rId2" Type="http://schemas.openxmlformats.org/officeDocument/2006/relationships/image" Target="../media/image24.svg"/><Relationship Id="rId1" Type="http://schemas.openxmlformats.org/officeDocument/2006/relationships/slideMaster" Target="../slideMasters/slideMaster4.xml"/></Relationships>
</file>

<file path=ppt/slideLayouts/_rels/slideLayout72.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image" Target="../media/image5.png"/><Relationship Id="rId1" Type="http://schemas.openxmlformats.org/officeDocument/2006/relationships/slideMaster" Target="../slideMasters/slideMaster4.xml"/></Relationships>
</file>

<file path=ppt/slideLayouts/_rels/slideLayout73.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image" Target="../media/image25.png"/><Relationship Id="rId1" Type="http://schemas.openxmlformats.org/officeDocument/2006/relationships/slideMaster" Target="../slideMasters/slideMaster4.xml"/></Relationships>
</file>

<file path=ppt/slideLayouts/_rels/slideLayout74.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6.png"/><Relationship Id="rId1" Type="http://schemas.openxmlformats.org/officeDocument/2006/relationships/slideMaster" Target="../slideMasters/slideMaster4.xml"/></Relationships>
</file>

<file path=ppt/slideLayouts/_rels/slideLayout75.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image" Target="../media/image6.png"/><Relationship Id="rId1" Type="http://schemas.openxmlformats.org/officeDocument/2006/relationships/slideMaster" Target="../slideMasters/slideMaster4.xml"/></Relationships>
</file>

<file path=ppt/slideLayouts/_rels/slideLayout76.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image" Target="../media/image7.png"/><Relationship Id="rId1" Type="http://schemas.openxmlformats.org/officeDocument/2006/relationships/slideMaster" Target="../slideMasters/slideMaster4.xml"/></Relationships>
</file>

<file path=ppt/slideLayouts/_rels/slideLayout77.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8.png"/><Relationship Id="rId1" Type="http://schemas.openxmlformats.org/officeDocument/2006/relationships/slideMaster" Target="../slideMasters/slideMaster4.xml"/></Relationships>
</file>

<file path=ppt/slideLayouts/_rels/slideLayout78.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8.png"/><Relationship Id="rId1" Type="http://schemas.openxmlformats.org/officeDocument/2006/relationships/slideMaster" Target="../slideMasters/slideMaster4.xml"/></Relationships>
</file>

<file path=ppt/slideLayouts/_rels/slideLayout79.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9.png"/><Relationship Id="rId1" Type="http://schemas.openxmlformats.org/officeDocument/2006/relationships/slideMaster" Target="../slideMasters/slideMaster4.xml"/></Relationships>
</file>

<file path=ppt/slideLayouts/_rels/slideLayout80.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9.png"/><Relationship Id="rId1" Type="http://schemas.openxmlformats.org/officeDocument/2006/relationships/slideMaster" Target="../slideMasters/slideMaster4.xml"/></Relationships>
</file>

<file path=ppt/slideLayouts/_rels/slideLayout81.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image" Target="../media/image7.png"/><Relationship Id="rId1" Type="http://schemas.openxmlformats.org/officeDocument/2006/relationships/slideMaster" Target="../slideMasters/slideMaster4.xml"/></Relationships>
</file>

<file path=ppt/slideLayouts/_rels/slideLayout82.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image" Target="../media/image7.png"/><Relationship Id="rId1" Type="http://schemas.openxmlformats.org/officeDocument/2006/relationships/slideMaster" Target="../slideMasters/slideMaster4.xml"/></Relationships>
</file>

<file path=ppt/slideLayouts/_rels/slideLayout8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4.xml"/></Relationships>
</file>

<file path=ppt/slideLayouts/_rels/slideLayout84.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61950" y="1390650"/>
            <a:ext cx="11468100" cy="1744067"/>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6" y="268589"/>
            <a:ext cx="11495554" cy="484043"/>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5440505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61950" y="1390650"/>
            <a:ext cx="11468100" cy="1744067"/>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6" y="268589"/>
            <a:ext cx="11495554" cy="484043"/>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1075695"/>
            <a:ext cx="12192000" cy="739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447928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61950" y="1869781"/>
            <a:ext cx="11468100" cy="1744067"/>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6" y="268589"/>
            <a:ext cx="11495554" cy="484043"/>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170878" y="1390650"/>
            <a:ext cx="11468100" cy="292388"/>
          </a:xfrm>
        </p:spPr>
        <p:txBody>
          <a:bodyPr/>
          <a:lstStyle>
            <a:lvl1pPr marL="0" indent="0">
              <a:buNone/>
              <a:defRPr sz="1900" b="1"/>
            </a:lvl1pPr>
            <a:lvl2pPr marL="283368"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305538818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0" y="-2403"/>
            <a:ext cx="12667343" cy="1099683"/>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334496" y="268589"/>
            <a:ext cx="11495554" cy="607712"/>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7094675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0"/>
            <a:ext cx="12192000" cy="1540042"/>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101556" y="-8229"/>
            <a:ext cx="8580301" cy="1548271"/>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334496" y="268589"/>
            <a:ext cx="11495554" cy="607712"/>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6984036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7431997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1388582"/>
            <a:ext cx="8580120" cy="1744067"/>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7" y="1843749"/>
            <a:ext cx="2608263" cy="1169551"/>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19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9"/>
            <a:ext cx="5364173" cy="484043"/>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8669587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8029577" y="1388582"/>
            <a:ext cx="3800474" cy="1744067"/>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1388582"/>
            <a:ext cx="3657600" cy="1744067"/>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2900" y="1388582"/>
            <a:ext cx="2734056" cy="1169551"/>
          </a:xfrm>
        </p:spPr>
        <p:txBody>
          <a:bodyPr vert="horz" lIns="0" tIns="0" rIns="0" bIns="0" rtlCol="0">
            <a:spAutoFit/>
          </a:bodyPr>
          <a:lstStyle>
            <a:lvl1pPr>
              <a:defRPr lang="en-US" sz="19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3238500" y="0"/>
            <a:ext cx="0" cy="6858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417482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3227070" y="3543377"/>
            <a:ext cx="8591550" cy="276999"/>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334497" y="268589"/>
            <a:ext cx="2733169" cy="484043"/>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344486" y="1388582"/>
            <a:ext cx="2734056" cy="1169551"/>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19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3238500" y="1388582"/>
            <a:ext cx="8580120" cy="1744067"/>
          </a:xfrm>
        </p:spPr>
        <p:txBody>
          <a:bodyPr lIns="18288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3238500" y="0"/>
            <a:ext cx="0" cy="6858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505253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1388582"/>
            <a:ext cx="8580120" cy="1744067"/>
          </a:xfrm>
        </p:spPr>
        <p:txBody>
          <a:bodyPr lIns="18288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334497" y="268589"/>
            <a:ext cx="2733169" cy="484043"/>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344486" y="1388582"/>
            <a:ext cx="2734056" cy="1169551"/>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19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95455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9" y="3362279"/>
            <a:ext cx="3591599" cy="877163"/>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19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8"/>
            <a:ext cx="3608853" cy="1008802"/>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4191000" y="0"/>
            <a:ext cx="0" cy="6858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4191000" y="312485"/>
            <a:ext cx="7627802" cy="1744067"/>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5623914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3238500" y="0"/>
            <a:ext cx="8953500" cy="6858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2618254" cy="1531053"/>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344487" y="1843749"/>
            <a:ext cx="2608263" cy="1169551"/>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19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86802120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3238500" y="0"/>
            <a:ext cx="573405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334496" y="268589"/>
            <a:ext cx="2618254" cy="1531053"/>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344487" y="1843749"/>
            <a:ext cx="2608263" cy="1169551"/>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19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8972551" y="312485"/>
            <a:ext cx="2857500" cy="2021066"/>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86151507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096000" y="0"/>
            <a:ext cx="60960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5571004" cy="484043"/>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347702" y="876302"/>
            <a:ext cx="5557799" cy="1744067"/>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6688011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096000" y="0"/>
            <a:ext cx="60960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5571004" cy="484043"/>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347702" y="1584903"/>
            <a:ext cx="5557799" cy="1744067"/>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344489" y="876302"/>
            <a:ext cx="5561013" cy="584775"/>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19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6823424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12193524"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18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3238501" y="2400300"/>
            <a:ext cx="2857499" cy="20574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360426" y="365760"/>
            <a:ext cx="2878074" cy="203454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1500"/>
              </a:spcAft>
              <a:buFont typeface="Aktiv Grotesk"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328613" y="6297613"/>
            <a:ext cx="1482725"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67917694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32385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2209800"/>
            <a:ext cx="3238500" cy="46482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310896"/>
            <a:ext cx="8580120" cy="1744067"/>
          </a:xfrm>
        </p:spPr>
        <p:txBody>
          <a:bodyPr vert="horz" lIns="182880" tIns="0" rIns="0" bIns="0" rtlCol="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lang="en-US"/>
            </a:lvl1pPr>
            <a:lvl2pPr marL="428625" marR="0" indent="-145257"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lang="en-US"/>
            </a:lvl2pPr>
            <a:lvl3pPr marL="714375" marR="0" indent="-147638"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lang="en-US"/>
            </a:lvl3pPr>
            <a:lvl4pPr marL="1000125" marR="0" indent="-150019"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lang="en-US"/>
            </a:lvl4pPr>
            <a:lvl5pPr marL="1285875" marR="0" indent="-152400"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lang="en-US"/>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7" y="1843749"/>
            <a:ext cx="2608263" cy="1169551"/>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19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9"/>
            <a:ext cx="2620793" cy="1531053"/>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83602462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32385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310896"/>
            <a:ext cx="8580120" cy="1744067"/>
          </a:xfrm>
        </p:spPr>
        <p:txBody>
          <a:bodyPr vert="horz" lIns="182880" tIns="0" rIns="0" bIns="0" rtlCol="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lang="en-US"/>
            </a:lvl1pPr>
            <a:lvl2pPr marL="428625" marR="0" indent="-145257"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lang="en-US"/>
            </a:lvl2pPr>
            <a:lvl3pPr marL="714375" marR="0" indent="-147638"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lang="en-US"/>
            </a:lvl3pPr>
            <a:lvl4pPr marL="1000125" marR="0" indent="-150019"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lang="en-US"/>
            </a:lvl4pPr>
            <a:lvl5pPr marL="1285875" marR="0" indent="-152400"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lang="en-US"/>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7" y="1843749"/>
            <a:ext cx="2608263" cy="1169551"/>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19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9"/>
            <a:ext cx="2620793" cy="1531053"/>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4745736"/>
            <a:ext cx="3226194" cy="2112264"/>
          </a:xfrm>
          <a:prstGeom prst="rect">
            <a:avLst/>
          </a:prstGeom>
        </p:spPr>
      </p:pic>
    </p:spTree>
    <p:extLst>
      <p:ext uri="{BB962C8B-B14F-4D97-AF65-F5344CB8AC3E}">
        <p14:creationId xmlns:p14="http://schemas.microsoft.com/office/powerpoint/2010/main" val="419056427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3238500" y="0"/>
            <a:ext cx="89535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3238500" y="1752600"/>
            <a:ext cx="7797800" cy="51054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7" y="1843749"/>
            <a:ext cx="2608263" cy="1169551"/>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19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9"/>
            <a:ext cx="2620793" cy="1531053"/>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64544153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914400" y="780779"/>
            <a:ext cx="2330793" cy="6077221"/>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3238500" y="0"/>
            <a:ext cx="89535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2618254" cy="1531053"/>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344488" y="1843749"/>
            <a:ext cx="1810884" cy="1461939"/>
          </a:xfrm>
        </p:spPr>
        <p:txBody>
          <a:bodyPr wrap="square" lIns="0" tIns="0" rIns="0">
            <a:spAutoFit/>
          </a:bodyPr>
          <a:lstStyle>
            <a:lvl1pPr marL="0" indent="0" algn="l" fontAlgn="base">
              <a:lnSpc>
                <a:spcPct val="100000"/>
              </a:lnSpc>
              <a:spcBef>
                <a:spcPts val="0"/>
              </a:spcBef>
              <a:buFont typeface="Aktiv Grotesk" panose="020B0604020202020204" pitchFamily="34" charset="0"/>
              <a:buNone/>
              <a:defRPr lang="en-US" sz="19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0718444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12192000" cy="3429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333758" y="269748"/>
            <a:ext cx="2907482" cy="1008802"/>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344487" y="3564208"/>
            <a:ext cx="2608263" cy="292388"/>
          </a:xfrm>
          <a:ln>
            <a:noFill/>
          </a:ln>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3241240" y="3563605"/>
            <a:ext cx="2608263"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6099202" y="3563605"/>
            <a:ext cx="2608307"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8976203" y="3563605"/>
            <a:ext cx="2608322"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348146" y="3911077"/>
            <a:ext cx="2604228"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3241239" y="3911078"/>
            <a:ext cx="2605524"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6099204" y="3911078"/>
            <a:ext cx="2604669"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8976204" y="3911078"/>
            <a:ext cx="2604669"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1757213" y="0"/>
            <a:ext cx="10434787" cy="3429000"/>
          </a:xfrm>
          <a:prstGeom prst="rect">
            <a:avLst/>
          </a:prstGeom>
        </p:spPr>
      </p:pic>
    </p:spTree>
    <p:extLst>
      <p:ext uri="{BB962C8B-B14F-4D97-AF65-F5344CB8AC3E}">
        <p14:creationId xmlns:p14="http://schemas.microsoft.com/office/powerpoint/2010/main" val="10307089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12192000" cy="3429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333758" y="269748"/>
            <a:ext cx="2907482" cy="1008802"/>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1757213" y="0"/>
            <a:ext cx="10434787" cy="3429000"/>
          </a:xfrm>
          <a:prstGeom prst="rect">
            <a:avLst/>
          </a:prstGeom>
        </p:spPr>
      </p:pic>
    </p:spTree>
    <p:extLst>
      <p:ext uri="{BB962C8B-B14F-4D97-AF65-F5344CB8AC3E}">
        <p14:creationId xmlns:p14="http://schemas.microsoft.com/office/powerpoint/2010/main" val="237395726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1"/>
            <a:ext cx="12192000" cy="1905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333756" y="269748"/>
            <a:ext cx="3242201" cy="1008802"/>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48146" y="2430924"/>
            <a:ext cx="2604228"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344487" y="2083532"/>
            <a:ext cx="2608263"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3238501" y="2082928"/>
            <a:ext cx="2608263"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6096001" y="2082928"/>
            <a:ext cx="2608307"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8972550" y="2082928"/>
            <a:ext cx="2608322"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3241239" y="2430401"/>
            <a:ext cx="2605524"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6099204" y="2430401"/>
            <a:ext cx="2604669"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8976204" y="2430401"/>
            <a:ext cx="2604669"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3924300" y="0"/>
            <a:ext cx="8267700" cy="1905000"/>
          </a:xfrm>
          <a:prstGeom prst="rect">
            <a:avLst/>
          </a:prstGeom>
        </p:spPr>
      </p:pic>
    </p:spTree>
    <p:extLst>
      <p:ext uri="{BB962C8B-B14F-4D97-AF65-F5344CB8AC3E}">
        <p14:creationId xmlns:p14="http://schemas.microsoft.com/office/powerpoint/2010/main" val="373348415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1"/>
            <a:ext cx="12192000" cy="1905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333756" y="269748"/>
            <a:ext cx="3242201" cy="1008802"/>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3924300" y="0"/>
            <a:ext cx="8267700" cy="1905000"/>
          </a:xfrm>
          <a:prstGeom prst="rect">
            <a:avLst/>
          </a:prstGeom>
        </p:spPr>
      </p:pic>
    </p:spTree>
    <p:extLst>
      <p:ext uri="{BB962C8B-B14F-4D97-AF65-F5344CB8AC3E}">
        <p14:creationId xmlns:p14="http://schemas.microsoft.com/office/powerpoint/2010/main" val="215750418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1460500"/>
            <a:ext cx="2070100" cy="53975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096000" y="0"/>
            <a:ext cx="60960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5036" y="1842516"/>
            <a:ext cx="5560464" cy="584775"/>
          </a:xfrm>
        </p:spPr>
        <p:txBody>
          <a:bodyPr vert="horz" lIns="0" tIns="0" rIns="0" bIns="0" rtlCol="0">
            <a:spAutoFit/>
          </a:bodyPr>
          <a:lstStyle>
            <a:lvl1pPr marL="11113" indent="-11113" algn="l">
              <a:buFontTx/>
              <a:buNone/>
              <a:tabLst/>
              <a:defRPr lang="en-US" sz="1900" dirty="0">
                <a:ln w="3175">
                  <a:noFill/>
                </a:ln>
                <a:solidFill>
                  <a:schemeClr val="bg1"/>
                </a:solidFill>
              </a:defRPr>
            </a:lvl1pPr>
          </a:lstStyle>
          <a:p>
            <a:pPr marL="142875" lvl="0" indent="-142875"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5571004" cy="484043"/>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347662" y="3379788"/>
            <a:ext cx="5557838" cy="1744067"/>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328613" y="6297613"/>
            <a:ext cx="1482725"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00928850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1460500"/>
            <a:ext cx="2070100" cy="53975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096000" y="0"/>
            <a:ext cx="60960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5571004" cy="484043"/>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328613" y="6297613"/>
            <a:ext cx="1482725"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87235766"/>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10121900" y="1460500"/>
            <a:ext cx="2070100" cy="53975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60960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269586" y="1842516"/>
            <a:ext cx="5560464" cy="584775"/>
          </a:xfrm>
        </p:spPr>
        <p:txBody>
          <a:bodyPr vert="horz" lIns="0" tIns="0" rIns="0" bIns="0" rtlCol="0">
            <a:spAutoFit/>
          </a:bodyPr>
          <a:lstStyle>
            <a:lvl1pPr>
              <a:defRPr lang="en-US" sz="19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259046" y="268589"/>
            <a:ext cx="5571004" cy="484043"/>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272212" y="3379788"/>
            <a:ext cx="5557838" cy="1744067"/>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495953315"/>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609600" y="0"/>
            <a:ext cx="11582400" cy="6858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3238500" y="0"/>
            <a:ext cx="573405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5037" y="1842516"/>
            <a:ext cx="2607714" cy="1169551"/>
          </a:xfrm>
        </p:spPr>
        <p:txBody>
          <a:bodyPr vert="horz" lIns="0" tIns="0" rIns="0" bIns="0" rtlCol="0">
            <a:spAutoFit/>
          </a:bodyPr>
          <a:lstStyle>
            <a:lvl1pPr>
              <a:defRPr lang="en-US" sz="19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9226550" y="310896"/>
            <a:ext cx="2603500" cy="2021066"/>
          </a:xfrm>
        </p:spPr>
        <p:txBody>
          <a:bodyPr vert="horz" lIns="0" tIns="0" rIns="0" bIns="0" rtlCol="0">
            <a:spAutoFit/>
          </a:bodyPr>
          <a:lstStyle>
            <a:lvl1pPr marL="142875" marR="0" indent="-142875" algn="l" defTabSz="914400" rtl="0" eaLnBrk="1" fontAlgn="auto" latinLnBrk="0" hangingPunct="1">
              <a:lnSpc>
                <a:spcPct val="100000"/>
              </a:lnSpc>
              <a:spcBef>
                <a:spcPts val="0"/>
              </a:spcBef>
              <a:spcAft>
                <a:spcPts val="700"/>
              </a:spcAft>
              <a:buClr>
                <a:schemeClr val="bg1"/>
              </a:buClr>
              <a:buSzTx/>
              <a:buFont typeface="Aktiv Grotesk" panose="020B0604020202020204" pitchFamily="34" charset="0"/>
              <a:buChar char="•"/>
              <a:tabLst/>
              <a:defRPr lang="en-US" smtClean="0">
                <a:solidFill>
                  <a:schemeClr val="bg1"/>
                </a:solidFill>
              </a:defRPr>
            </a:lvl1pPr>
            <a:lvl2pPr marL="428625" marR="0" indent="-145257" algn="l" defTabSz="914400" rtl="0" eaLnBrk="1" fontAlgn="auto" latinLnBrk="0" hangingPunct="1">
              <a:lnSpc>
                <a:spcPct val="100000"/>
              </a:lnSpc>
              <a:spcBef>
                <a:spcPts val="0"/>
              </a:spcBef>
              <a:spcAft>
                <a:spcPts val="700"/>
              </a:spcAft>
              <a:buClr>
                <a:schemeClr val="bg1"/>
              </a:buClr>
              <a:buSzTx/>
              <a:buFont typeface="Aktiv Grotesk" panose="020B0604020202020204" pitchFamily="34" charset="0"/>
              <a:buChar char="•"/>
              <a:tabLst/>
              <a:defRPr lang="en-US" dirty="0" smtClean="0">
                <a:solidFill>
                  <a:schemeClr val="bg1"/>
                </a:solidFill>
              </a:defRPr>
            </a:lvl2pPr>
            <a:lvl3pPr marL="714375" marR="0" indent="-147638" algn="l" defTabSz="914400" rtl="0" eaLnBrk="1" fontAlgn="auto" latinLnBrk="0" hangingPunct="1">
              <a:lnSpc>
                <a:spcPct val="100000"/>
              </a:lnSpc>
              <a:spcBef>
                <a:spcPts val="0"/>
              </a:spcBef>
              <a:spcAft>
                <a:spcPts val="700"/>
              </a:spcAft>
              <a:buClr>
                <a:schemeClr val="bg1"/>
              </a:buClr>
              <a:buSzTx/>
              <a:buFont typeface="Aktiv Grotesk" panose="020B0604020202020204" pitchFamily="34" charset="0"/>
              <a:buChar char="•"/>
              <a:tabLst/>
              <a:defRPr lang="en-US" dirty="0" smtClean="0">
                <a:solidFill>
                  <a:schemeClr val="bg1"/>
                </a:solidFill>
              </a:defRPr>
            </a:lvl3pPr>
            <a:lvl4pPr marL="1000125" marR="0" indent="-150019" algn="l" defTabSz="914400" rtl="0" eaLnBrk="1" fontAlgn="auto" latinLnBrk="0" hangingPunct="1">
              <a:lnSpc>
                <a:spcPct val="100000"/>
              </a:lnSpc>
              <a:spcBef>
                <a:spcPts val="0"/>
              </a:spcBef>
              <a:spcAft>
                <a:spcPts val="700"/>
              </a:spcAft>
              <a:buClr>
                <a:schemeClr val="bg1"/>
              </a:buClr>
              <a:buSzTx/>
              <a:buFont typeface="Aktiv Grotesk" panose="020B0604020202020204" pitchFamily="34" charset="0"/>
              <a:buChar char="•"/>
              <a:tabLst/>
              <a:defRPr lang="en-US" dirty="0" smtClean="0">
                <a:solidFill>
                  <a:schemeClr val="bg1"/>
                </a:solidFill>
              </a:defRPr>
            </a:lvl4pPr>
            <a:lvl5pPr marL="1285875" marR="0" indent="-152400" algn="l" defTabSz="914400" rtl="0" eaLnBrk="1" fontAlgn="auto" latinLnBrk="0" hangingPunct="1">
              <a:lnSpc>
                <a:spcPct val="100000"/>
              </a:lnSpc>
              <a:spcBef>
                <a:spcPts val="0"/>
              </a:spcBef>
              <a:spcAft>
                <a:spcPts val="700"/>
              </a:spcAft>
              <a:buClr>
                <a:schemeClr val="bg1"/>
              </a:buClr>
              <a:buSzTx/>
              <a:buFont typeface="Aktiv Grotesk"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334496" y="268589"/>
            <a:ext cx="2618254" cy="1531053"/>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10154409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userDrawn="1">
  <p:cSld name="Breaker">
    <p:bg>
      <p:bgPr>
        <a:solidFill>
          <a:srgbClr val="EB0000"/>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361950" y="326645"/>
            <a:ext cx="5580063" cy="2100073"/>
          </a:xfrm>
          <a:noFill/>
          <a:ln>
            <a:noFill/>
          </a:ln>
        </p:spPr>
        <p:txBody>
          <a:bodyPr vert="horz" lIns="0" tIns="0" rIns="0" bIns="0" rtlCol="0" anchor="b">
            <a:noAutofit/>
          </a:bodyPr>
          <a:lstStyle>
            <a:lvl1pPr marL="0" indent="0" fontAlgn="base">
              <a:lnSpc>
                <a:spcPct val="112000"/>
              </a:lnSpc>
              <a:spcBef>
                <a:spcPts val="0"/>
              </a:spcBef>
              <a:buNone/>
              <a:defRPr lang="en-US" sz="4500" kern="1200" dirty="0" smtClean="0">
                <a:ln w="3175">
                  <a:noFill/>
                </a:ln>
                <a:solidFill>
                  <a:schemeClr val="bg1"/>
                </a:solidFill>
                <a:latin typeface="+mj-lt"/>
                <a:ea typeface="+mj-ea"/>
                <a:cs typeface="+mj-cs"/>
              </a:defRPr>
            </a:lvl1pPr>
            <a:lvl2pPr marL="1143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379413" y="2499268"/>
            <a:ext cx="5562600" cy="813594"/>
          </a:xfrm>
        </p:spPr>
        <p:txBody>
          <a:bodyPr vert="horz" lIns="0" tIns="0" rIns="0" bIns="0" rtlCol="0" anchor="t">
            <a:noAutofit/>
          </a:bodyPr>
          <a:lstStyle>
            <a:lvl1pPr marL="0" indent="0">
              <a:buNone/>
              <a:defRPr lang="en-US" sz="26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328613" y="6297613"/>
            <a:ext cx="1484313" cy="461963"/>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9579525" y="5693264"/>
            <a:ext cx="2283862" cy="1029241"/>
          </a:xfrm>
          <a:prstGeom prst="rect">
            <a:avLst/>
          </a:prstGeom>
        </p:spPr>
      </p:pic>
    </p:spTree>
    <p:extLst>
      <p:ext uri="{BB962C8B-B14F-4D97-AF65-F5344CB8AC3E}">
        <p14:creationId xmlns:p14="http://schemas.microsoft.com/office/powerpoint/2010/main" val="3875713044"/>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cSld name="1_Blank">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3CEBEF5-5F64-D477-77CA-127C6A5E8558}"/>
              </a:ext>
            </a:extLst>
          </p:cNvPr>
          <p:cNvSpPr>
            <a:spLocks noGrp="1"/>
          </p:cNvSpPr>
          <p:nvPr>
            <p:ph type="ftr" sz="quarter" idx="10"/>
          </p:nvPr>
        </p:nvSpPr>
        <p:spPr/>
        <p:txBody>
          <a:bodyPr/>
          <a:lstStyle/>
          <a:p>
            <a:endParaRPr lang="en-US"/>
          </a:p>
        </p:txBody>
      </p:sp>
      <p:sp>
        <p:nvSpPr>
          <p:cNvPr id="3" name="Slide Number Placeholder 2">
            <a:extLst>
              <a:ext uri="{FF2B5EF4-FFF2-40B4-BE49-F238E27FC236}">
                <a16:creationId xmlns:a16="http://schemas.microsoft.com/office/drawing/2014/main" id="{28261476-9687-C505-0878-3971DD50217B}"/>
              </a:ext>
            </a:extLst>
          </p:cNvPr>
          <p:cNvSpPr>
            <a:spLocks noGrp="1"/>
          </p:cNvSpPr>
          <p:nvPr>
            <p:ph type="sldNum" sz="quarter" idx="11"/>
          </p:nvPr>
        </p:nvSpPr>
        <p:spPr/>
        <p:txBody>
          <a:bodyPr/>
          <a:lstStyle/>
          <a:p>
            <a:fld id="{762E77F0-FB5B-4E8E-9BC9-34F14560A017}" type="slidenum">
              <a:rPr lang="en-US" smtClean="0"/>
              <a:pPr/>
              <a:t>‹#›</a:t>
            </a:fld>
            <a:endParaRPr lang="en-US"/>
          </a:p>
        </p:txBody>
      </p:sp>
    </p:spTree>
    <p:extLst>
      <p:ext uri="{BB962C8B-B14F-4D97-AF65-F5344CB8AC3E}">
        <p14:creationId xmlns:p14="http://schemas.microsoft.com/office/powerpoint/2010/main" val="2945802917"/>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Single Column - Simple">
    <p:bg>
      <p:bgPr>
        <a:solidFill>
          <a:schemeClr val="tx1"/>
        </a:solidFill>
        <a:effectLst/>
      </p:bgPr>
    </p:bg>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61950" y="876300"/>
            <a:ext cx="11468100" cy="1744067"/>
          </a:xfrm>
          <a:prstGeom prst="rect">
            <a:avLst/>
          </a:prstGeo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6" y="268589"/>
            <a:ext cx="11495554" cy="484043"/>
          </a:xfrm>
        </p:spPr>
        <p:txBody>
          <a:bodyPr>
            <a:spAutoFit/>
          </a:bodyPr>
          <a:lstStyle/>
          <a:p>
            <a:r>
              <a:rPr lang="en-US"/>
              <a:t>Click to edit Master title style</a:t>
            </a:r>
          </a:p>
        </p:txBody>
      </p:sp>
      <p:sp>
        <p:nvSpPr>
          <p:cNvPr id="10" name="Footer Placeholder 4">
            <a:extLst>
              <a:ext uri="{FF2B5EF4-FFF2-40B4-BE49-F238E27FC236}">
                <a16:creationId xmlns:a16="http://schemas.microsoft.com/office/drawing/2014/main" id="{A78695ED-2F1E-494A-BB48-9F1643AA5F5C}"/>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8F85B9C0-2FA3-C642-B0A2-F972FA128415}"/>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87725586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Single Column - Simple with Sub">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61950" y="1390650"/>
            <a:ext cx="11468100" cy="1744067"/>
          </a:xfrm>
          <a:prstGeom prst="rect">
            <a:avLst/>
          </a:prstGeo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9" y="876301"/>
            <a:ext cx="11485563" cy="292388"/>
          </a:xfrm>
          <a:prstGeom prst="rect">
            <a:avLst/>
          </a:prstGeo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19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6" y="268589"/>
            <a:ext cx="11495554" cy="484043"/>
          </a:xfrm>
        </p:spPr>
        <p:txBody>
          <a:bodyPr>
            <a:spAutoFit/>
          </a:bodyPr>
          <a:lstStyle/>
          <a:p>
            <a:r>
              <a:rPr lang="en-US"/>
              <a:t>Click to edit Master title style</a:t>
            </a:r>
          </a:p>
        </p:txBody>
      </p:sp>
      <p:sp>
        <p:nvSpPr>
          <p:cNvPr id="11" name="Footer Placeholder 4">
            <a:extLst>
              <a:ext uri="{FF2B5EF4-FFF2-40B4-BE49-F238E27FC236}">
                <a16:creationId xmlns:a16="http://schemas.microsoft.com/office/drawing/2014/main" id="{EF68921A-3D84-0C43-BCF7-2359425BBAFE}"/>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3C34AF9E-CC5A-D94B-A257-8357FE5D4D4C}"/>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39879856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310896"/>
            <a:ext cx="8580120" cy="1744067"/>
          </a:xfrm>
          <a:prstGeom prst="rect">
            <a:avLst/>
          </a:prstGeo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7" y="1843749"/>
            <a:ext cx="2608263" cy="1169551"/>
          </a:xfrm>
          <a:prstGeom prst="rect">
            <a:avLst/>
          </a:prstGeo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19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9"/>
            <a:ext cx="2620793" cy="1531053"/>
          </a:xfrm>
        </p:spPr>
        <p:txBody>
          <a:bodyPr>
            <a:spAutoFit/>
          </a:bodyPr>
          <a:lstStyle/>
          <a:p>
            <a:r>
              <a:rPr lang="en-US"/>
              <a:t>Click to edit Master title style</a:t>
            </a:r>
          </a:p>
        </p:txBody>
      </p:sp>
      <p:sp>
        <p:nvSpPr>
          <p:cNvPr id="11" name="Footer Placeholder 4">
            <a:extLst>
              <a:ext uri="{FF2B5EF4-FFF2-40B4-BE49-F238E27FC236}">
                <a16:creationId xmlns:a16="http://schemas.microsoft.com/office/drawing/2014/main" id="{40A38931-98FA-BE47-B1AE-523C0961A6B7}"/>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969D2E81-8C3B-0043-9477-955DB211D4CB}"/>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521022644"/>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8029577" y="312485"/>
            <a:ext cx="3800474" cy="1744067"/>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313148"/>
            <a:ext cx="3657600" cy="1744067"/>
          </a:xfrm>
          <a:prstGeom prst="rect">
            <a:avLst/>
          </a:prstGeo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2900" y="1842516"/>
            <a:ext cx="2734056" cy="1169551"/>
          </a:xfrm>
          <a:prstGeom prst="rect">
            <a:avLst/>
          </a:prstGeom>
        </p:spPr>
        <p:txBody>
          <a:bodyPr vert="horz" lIns="0" tIns="0" rIns="0" bIns="0" rtlCol="0">
            <a:spAutoFit/>
          </a:bodyPr>
          <a:lstStyle>
            <a:lvl1pPr>
              <a:defRPr lang="en-US" sz="19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0" name="Footer Placeholder 4">
            <a:extLst>
              <a:ext uri="{FF2B5EF4-FFF2-40B4-BE49-F238E27FC236}">
                <a16:creationId xmlns:a16="http://schemas.microsoft.com/office/drawing/2014/main" id="{156A0A62-087E-784B-9DD1-38534E1A4B07}"/>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8E27B880-B2E3-2C46-B7F9-CAD8D1E9265C}"/>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79409067"/>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3227070" y="2416705"/>
            <a:ext cx="8591550" cy="4079346"/>
          </a:xfrm>
          <a:prstGeom prst="rect">
            <a:avLst/>
          </a:prstGeom>
        </p:spPr>
        <p:txBody>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334497" y="268589"/>
            <a:ext cx="2733169" cy="484043"/>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344486" y="1843749"/>
            <a:ext cx="2734056" cy="1169551"/>
          </a:xfrm>
          <a:prstGeom prst="rect">
            <a:avLst/>
          </a:prstGeo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19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11" name="Text Placeholder 2">
            <a:extLst>
              <a:ext uri="{FF2B5EF4-FFF2-40B4-BE49-F238E27FC236}">
                <a16:creationId xmlns:a16="http://schemas.microsoft.com/office/drawing/2014/main" id="{A208867F-67F6-E940-A59D-2EEB7E6B95FA}"/>
              </a:ext>
            </a:extLst>
          </p:cNvPr>
          <p:cNvSpPr>
            <a:spLocks noGrp="1"/>
          </p:cNvSpPr>
          <p:nvPr>
            <p:ph idx="1" hasCustomPrompt="1"/>
          </p:nvPr>
        </p:nvSpPr>
        <p:spPr>
          <a:xfrm>
            <a:off x="3238501" y="312485"/>
            <a:ext cx="8580301" cy="1384995"/>
          </a:xfrm>
          <a:prstGeom prst="rect">
            <a:avLst/>
          </a:prstGeom>
        </p:spPr>
        <p:txBody>
          <a:bodyPr vert="horz" lIns="182880" tIns="0" rIns="0" bIns="0" rtlCol="0">
            <a:spAutoFit/>
          </a:bodyPr>
          <a:lstStyle>
            <a:lvl1pPr marL="285750" indent="-285750">
              <a:buClr>
                <a:schemeClr val="bg1"/>
              </a:buClr>
              <a:buFont typeface="Aktiv Grotesk" panose="020B0604020202020204" pitchFamily="34" charset="0"/>
              <a:buChar char="•"/>
              <a:defRPr>
                <a:solidFill>
                  <a:schemeClr val="bg1"/>
                </a:solidFill>
              </a:defRPr>
            </a:lvl1pPr>
            <a:lvl2pPr marL="742950" indent="-285750">
              <a:buClr>
                <a:schemeClr val="bg1"/>
              </a:buClr>
              <a:buFont typeface="Aktiv Grotesk" panose="020B0604020202020204" pitchFamily="34" charset="0"/>
              <a:buChar char="•"/>
              <a:defRPr>
                <a:solidFill>
                  <a:schemeClr val="bg1"/>
                </a:solidFill>
              </a:defRPr>
            </a:lvl2pPr>
            <a:lvl3pPr marL="1200150" indent="-285750">
              <a:buClr>
                <a:schemeClr val="bg1"/>
              </a:buClr>
              <a:buFont typeface="Aktiv Grotesk" panose="020B0604020202020204" pitchFamily="34" charset="0"/>
              <a:buChar char="•"/>
              <a:defRPr>
                <a:solidFill>
                  <a:schemeClr val="bg1"/>
                </a:solidFill>
              </a:defRPr>
            </a:lvl3pPr>
            <a:lvl4pPr marL="1657350" indent="-285750">
              <a:buClr>
                <a:schemeClr val="bg1"/>
              </a:buClr>
              <a:buFont typeface="Aktiv Grotesk" panose="020B0604020202020204" pitchFamily="34" charset="0"/>
              <a:buChar char="•"/>
              <a:defRPr>
                <a:solidFill>
                  <a:schemeClr val="bg1"/>
                </a:solidFill>
              </a:defRPr>
            </a:lvl4pPr>
            <a:lvl5pPr marL="2114550" indent="-285750">
              <a:buClr>
                <a:schemeClr val="bg1"/>
              </a:buClr>
              <a:buFont typeface="Aktiv Grotesk"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Footer Placeholder 4">
            <a:extLst>
              <a:ext uri="{FF2B5EF4-FFF2-40B4-BE49-F238E27FC236}">
                <a16:creationId xmlns:a16="http://schemas.microsoft.com/office/drawing/2014/main" id="{11EF6F69-B713-564F-BAF2-3A8E767B5BD4}"/>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5" name="Slide Number Placeholder 5">
            <a:extLst>
              <a:ext uri="{FF2B5EF4-FFF2-40B4-BE49-F238E27FC236}">
                <a16:creationId xmlns:a16="http://schemas.microsoft.com/office/drawing/2014/main" id="{5991D8A6-7F67-9440-AF41-53A069C8F407}"/>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04736706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334497" y="268589"/>
            <a:ext cx="2733169" cy="484043"/>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344486" y="1843749"/>
            <a:ext cx="2734056" cy="1169551"/>
          </a:xfrm>
          <a:prstGeom prst="rect">
            <a:avLst/>
          </a:prstGeo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19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12" name="Text Placeholder 2">
            <a:extLst>
              <a:ext uri="{FF2B5EF4-FFF2-40B4-BE49-F238E27FC236}">
                <a16:creationId xmlns:a16="http://schemas.microsoft.com/office/drawing/2014/main" id="{3CAAA4C2-3C05-F041-9337-D10DF6DF7FE4}"/>
              </a:ext>
            </a:extLst>
          </p:cNvPr>
          <p:cNvSpPr>
            <a:spLocks noGrp="1"/>
          </p:cNvSpPr>
          <p:nvPr>
            <p:ph idx="1" hasCustomPrompt="1"/>
          </p:nvPr>
        </p:nvSpPr>
        <p:spPr>
          <a:xfrm>
            <a:off x="3238501" y="312485"/>
            <a:ext cx="8580301" cy="1384995"/>
          </a:xfrm>
          <a:prstGeom prst="rect">
            <a:avLst/>
          </a:prstGeom>
        </p:spPr>
        <p:txBody>
          <a:bodyPr vert="horz" lIns="182880" tIns="0" rIns="0" bIns="0" rtlCol="0">
            <a:spAutoFit/>
          </a:bodyPr>
          <a:lstStyle>
            <a:lvl1pPr marL="285750" indent="-285750">
              <a:buClr>
                <a:schemeClr val="bg1"/>
              </a:buClr>
              <a:buFont typeface="Aktiv Grotesk" panose="020B0604020202020204" pitchFamily="34" charset="0"/>
              <a:buChar char="•"/>
              <a:defRPr>
                <a:solidFill>
                  <a:schemeClr val="bg1"/>
                </a:solidFill>
              </a:defRPr>
            </a:lvl1pPr>
            <a:lvl2pPr marL="742950" indent="-285750">
              <a:buClr>
                <a:schemeClr val="bg1"/>
              </a:buClr>
              <a:buFont typeface="Aktiv Grotesk" panose="020B0604020202020204" pitchFamily="34" charset="0"/>
              <a:buChar char="•"/>
              <a:defRPr>
                <a:solidFill>
                  <a:schemeClr val="bg1"/>
                </a:solidFill>
              </a:defRPr>
            </a:lvl2pPr>
            <a:lvl3pPr marL="1200150" indent="-285750">
              <a:buClr>
                <a:schemeClr val="bg1"/>
              </a:buClr>
              <a:buFont typeface="Aktiv Grotesk" panose="020B0604020202020204" pitchFamily="34" charset="0"/>
              <a:buChar char="•"/>
              <a:defRPr>
                <a:solidFill>
                  <a:schemeClr val="bg1"/>
                </a:solidFill>
              </a:defRPr>
            </a:lvl3pPr>
            <a:lvl4pPr marL="1657350" indent="-285750">
              <a:buClr>
                <a:schemeClr val="bg1"/>
              </a:buClr>
              <a:buFont typeface="Aktiv Grotesk" panose="020B0604020202020204" pitchFamily="34" charset="0"/>
              <a:buChar char="•"/>
              <a:defRPr>
                <a:solidFill>
                  <a:schemeClr val="bg1"/>
                </a:solidFill>
              </a:defRPr>
            </a:lvl4pPr>
            <a:lvl5pPr marL="2114550" indent="-285750">
              <a:buClr>
                <a:schemeClr val="bg1"/>
              </a:buClr>
              <a:buFont typeface="Aktiv Grotesk"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Footer Placeholder 4">
            <a:extLst>
              <a:ext uri="{FF2B5EF4-FFF2-40B4-BE49-F238E27FC236}">
                <a16:creationId xmlns:a16="http://schemas.microsoft.com/office/drawing/2014/main" id="{74285A73-5F89-444B-B12F-B9E47CB2DFDD}"/>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7D747C1E-E5F9-3847-87C2-C1E33BFF68C7}"/>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1977331"/>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334496" y="268589"/>
            <a:ext cx="11495554" cy="484043"/>
          </a:xfrm>
        </p:spPr>
        <p:txBody>
          <a:bodyPr>
            <a:spAutoFit/>
          </a:bodyPr>
          <a:lstStyle/>
          <a:p>
            <a:r>
              <a:rPr lang="en-US"/>
              <a:t>Click to edit Master title style</a:t>
            </a:r>
          </a:p>
        </p:txBody>
      </p:sp>
      <p:pic>
        <p:nvPicPr>
          <p:cNvPr id="7" name="Graphic 6">
            <a:extLst>
              <a:ext uri="{FF2B5EF4-FFF2-40B4-BE49-F238E27FC236}">
                <a16:creationId xmlns:a16="http://schemas.microsoft.com/office/drawing/2014/main" id="{29CC8F76-A361-314D-B285-35441B7FF5E1}"/>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10" name="Footer Placeholder 4">
            <a:extLst>
              <a:ext uri="{FF2B5EF4-FFF2-40B4-BE49-F238E27FC236}">
                <a16:creationId xmlns:a16="http://schemas.microsoft.com/office/drawing/2014/main" id="{2B6F1109-EB65-C94A-AA12-2CF4DF38E7E5}"/>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EAFEC2A3-61A0-3C4C-A1C7-F1D9EA9DE3DA}"/>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694708906"/>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9" y="3362279"/>
            <a:ext cx="3591599" cy="877163"/>
          </a:xfrm>
          <a:prstGeom prst="rect">
            <a:avLst/>
          </a:prstGeo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19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8"/>
            <a:ext cx="3608853" cy="1008802"/>
          </a:xfrm>
        </p:spPr>
        <p:txBody>
          <a:bodyPr>
            <a:spAutoFit/>
          </a:bodyPr>
          <a:lstStyle/>
          <a:p>
            <a:r>
              <a:rPr lang="en-US"/>
              <a:t>Click to edit Master title style</a:t>
            </a:r>
          </a:p>
        </p:txBody>
      </p: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4191000" y="312485"/>
            <a:ext cx="7627802" cy="1744067"/>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10" name="Footer Placeholder 4">
            <a:extLst>
              <a:ext uri="{FF2B5EF4-FFF2-40B4-BE49-F238E27FC236}">
                <a16:creationId xmlns:a16="http://schemas.microsoft.com/office/drawing/2014/main" id="{06D1107E-377F-1C4D-825D-2D388EB1CC11}"/>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5" name="Slide Number Placeholder 5">
            <a:extLst>
              <a:ext uri="{FF2B5EF4-FFF2-40B4-BE49-F238E27FC236}">
                <a16:creationId xmlns:a16="http://schemas.microsoft.com/office/drawing/2014/main" id="{5EA424A9-9F99-5C4C-867C-130C2A181E23}"/>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78102786"/>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291C7891-1362-8010-8830-780659EC8F66}"/>
              </a:ext>
            </a:extLst>
          </p:cNvPr>
          <p:cNvPicPr>
            <a:picLocks noChangeAspect="1"/>
          </p:cNvPicPr>
          <p:nvPr userDrawn="1"/>
        </p:nvPicPr>
        <p:blipFill>
          <a:blip r:embed="rId2"/>
          <a:stretch>
            <a:fillRect/>
          </a:stretch>
        </p:blipFill>
        <p:spPr>
          <a:xfrm>
            <a:off x="1175093" y="1460500"/>
            <a:ext cx="2070100" cy="53975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3238500" y="0"/>
            <a:ext cx="8953500" cy="6858000"/>
          </a:xfrm>
          <a:prstGeom prst="rect">
            <a:avLst/>
          </a:prstGeo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12" name="Footer Placeholder 4">
            <a:extLst>
              <a:ext uri="{FF2B5EF4-FFF2-40B4-BE49-F238E27FC236}">
                <a16:creationId xmlns:a16="http://schemas.microsoft.com/office/drawing/2014/main" id="{62696866-BC8C-9147-9465-61E5AEA4F581}"/>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EF17C66D-3409-BF41-8787-FD6B3224F20F}"/>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2618254" cy="1531053"/>
          </a:xfrm>
        </p:spPr>
        <p:txBody>
          <a:bodyPr>
            <a:spAutoFit/>
          </a:bodyPr>
          <a:lstStyle>
            <a:lvl1pPr>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344487" y="1843749"/>
            <a:ext cx="2608263" cy="1169551"/>
          </a:xfrm>
          <a:prstGeom prst="rect">
            <a:avLst/>
          </a:prstGeo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19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Tree>
    <p:extLst>
      <p:ext uri="{BB962C8B-B14F-4D97-AF65-F5344CB8AC3E}">
        <p14:creationId xmlns:p14="http://schemas.microsoft.com/office/powerpoint/2010/main" val="4246870083"/>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5C264690-A606-6B63-BC27-F4A5A5FBC7C4}"/>
              </a:ext>
            </a:extLst>
          </p:cNvPr>
          <p:cNvPicPr>
            <a:picLocks noChangeAspect="1"/>
          </p:cNvPicPr>
          <p:nvPr userDrawn="1"/>
        </p:nvPicPr>
        <p:blipFill>
          <a:blip r:embed="rId2"/>
          <a:stretch>
            <a:fillRect/>
          </a:stretch>
        </p:blipFill>
        <p:spPr>
          <a:xfrm>
            <a:off x="609600" y="0"/>
            <a:ext cx="11582400" cy="6858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3238500" y="0"/>
            <a:ext cx="5734050" cy="6858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334496" y="268589"/>
            <a:ext cx="2618254" cy="1531053"/>
          </a:xfrm>
        </p:spPr>
        <p:txBody>
          <a:bodyPr>
            <a:spAutoFit/>
          </a:bodyPr>
          <a:lstStyle>
            <a:lvl1pPr>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344487" y="1843749"/>
            <a:ext cx="2608263" cy="1169551"/>
          </a:xfrm>
          <a:prstGeom prst="rect">
            <a:avLst/>
          </a:prstGeo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19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8972551" y="312485"/>
            <a:ext cx="2857500" cy="2021066"/>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0" name="Graphic 9">
            <a:extLst>
              <a:ext uri="{FF2B5EF4-FFF2-40B4-BE49-F238E27FC236}">
                <a16:creationId xmlns:a16="http://schemas.microsoft.com/office/drawing/2014/main" id="{834B8D64-D2B5-B04A-8E1B-280A11CF824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5" name="Footer Placeholder 4">
            <a:extLst>
              <a:ext uri="{FF2B5EF4-FFF2-40B4-BE49-F238E27FC236}">
                <a16:creationId xmlns:a16="http://schemas.microsoft.com/office/drawing/2014/main" id="{D6781EC2-90CC-EA49-9C4F-F63A18DB9A4D}"/>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6" name="Slide Number Placeholder 5">
            <a:extLst>
              <a:ext uri="{FF2B5EF4-FFF2-40B4-BE49-F238E27FC236}">
                <a16:creationId xmlns:a16="http://schemas.microsoft.com/office/drawing/2014/main" id="{773A6A02-6A23-704D-B348-F117251E3C9B}"/>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291908564"/>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reserve="1" userDrawn="1">
  <p:cSld name="Titl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852BA2-98D6-7533-BEC6-1C416BA117B0}"/>
              </a:ext>
            </a:extLst>
          </p:cNvPr>
          <p:cNvPicPr>
            <a:picLocks noChangeAspect="1"/>
          </p:cNvPicPr>
          <p:nvPr userDrawn="1"/>
        </p:nvPicPr>
        <p:blipFill>
          <a:blip r:embed="rId2"/>
          <a:stretch>
            <a:fillRect/>
          </a:stretch>
        </p:blipFill>
        <p:spPr>
          <a:xfrm>
            <a:off x="4737100" y="0"/>
            <a:ext cx="7454900" cy="62738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348870" y="5317262"/>
            <a:ext cx="5686425" cy="461665"/>
          </a:xfrm>
          <a:prstGeom prst="rect">
            <a:avLst/>
          </a:prstGeom>
        </p:spPr>
        <p:txBody>
          <a:bodyPr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323545" y="1011652"/>
            <a:ext cx="3519585" cy="1954638"/>
          </a:xfrm>
          <a:prstGeom prst="rect">
            <a:avLst/>
          </a:prstGeom>
        </p:spPr>
        <p:txBody>
          <a:bodyPr wrap="square" lIns="0" tIns="0" rIns="0" bIns="0" anchor="b" anchorCtr="0">
            <a:spAutoFit/>
          </a:bodyPr>
          <a:lstStyle>
            <a:lvl1pPr algn="l" fontAlgn="b">
              <a:lnSpc>
                <a:spcPct val="112000"/>
              </a:lnSpc>
              <a:defRPr sz="4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338659" y="4363423"/>
            <a:ext cx="2417794" cy="738664"/>
          </a:xfrm>
          <a:prstGeom prst="rect">
            <a:avLst/>
          </a:prstGeom>
        </p:spPr>
        <p:txBody>
          <a:bodyPr wrap="square" lIns="0" tIns="0" rIns="0" bIns="0" anchor="t">
            <a:spAutoFit/>
          </a:bodyPr>
          <a:lstStyle>
            <a:lvl1pPr marL="0" indent="0" algn="l">
              <a:buNone/>
              <a:defRPr sz="2400">
                <a:ln>
                  <a:noFill/>
                </a:ln>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Date/subtitle goes here</a:t>
            </a:r>
          </a:p>
        </p:txBody>
      </p:sp>
      <p:sp>
        <p:nvSpPr>
          <p:cNvPr id="9" name="Graphic 2">
            <a:extLst>
              <a:ext uri="{FF2B5EF4-FFF2-40B4-BE49-F238E27FC236}">
                <a16:creationId xmlns:a16="http://schemas.microsoft.com/office/drawing/2014/main" id="{0D088DC0-E273-1CE5-DFE6-10BBE1FC38A2}"/>
              </a:ext>
            </a:extLst>
          </p:cNvPr>
          <p:cNvSpPr/>
          <p:nvPr/>
        </p:nvSpPr>
        <p:spPr>
          <a:xfrm>
            <a:off x="10216919"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30050121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showMasterSp="0" preserve="1" userDrawn="1">
  <p:cSld name="Titl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4165BA7-6ECE-E932-9733-522489AB48D3}"/>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1358406" y="0"/>
            <a:ext cx="10833593" cy="6858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327905" y="5459276"/>
            <a:ext cx="1665281" cy="461665"/>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327905" y="433148"/>
            <a:ext cx="4765290" cy="1265218"/>
          </a:xfrm>
          <a:prstGeom prst="rect">
            <a:avLst/>
          </a:prstGeom>
        </p:spPr>
        <p:txBody>
          <a:bodyPr wrap="square" lIns="0" tIns="0" rIns="0" bIns="0" anchor="b" anchorCtr="0">
            <a:spAutoFit/>
          </a:bodyPr>
          <a:lstStyle>
            <a:lvl1pPr algn="l" fontAlgn="b">
              <a:lnSpc>
                <a:spcPct val="112000"/>
              </a:lnSpc>
              <a:defRPr sz="4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343019" y="2090531"/>
            <a:ext cx="2417794" cy="738664"/>
          </a:xfrm>
          <a:prstGeom prst="rect">
            <a:avLst/>
          </a:prstGeom>
        </p:spPr>
        <p:txBody>
          <a:bodyPr wrap="square" lIns="0" tIns="0" rIns="0" bIns="0" anchor="t">
            <a:spAutoFit/>
          </a:bodyPr>
          <a:lstStyle>
            <a:lvl1pPr marL="0" indent="0" algn="l">
              <a:buNone/>
              <a:defRPr sz="2400">
                <a:ln>
                  <a:noFill/>
                </a:ln>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Date/subtitle goes here</a:t>
            </a:r>
          </a:p>
        </p:txBody>
      </p:sp>
      <p:sp>
        <p:nvSpPr>
          <p:cNvPr id="2" name="Graphic 2">
            <a:extLst>
              <a:ext uri="{FF2B5EF4-FFF2-40B4-BE49-F238E27FC236}">
                <a16:creationId xmlns:a16="http://schemas.microsoft.com/office/drawing/2014/main" id="{457CADE9-063A-C4C9-1176-8F57C2E75155}"/>
              </a:ext>
            </a:extLst>
          </p:cNvPr>
          <p:cNvSpPr/>
          <p:nvPr userDrawn="1"/>
        </p:nvSpPr>
        <p:spPr>
          <a:xfrm>
            <a:off x="10216919"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798878053"/>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userDrawn="1">
  <p:cSld name="1_Title Slide 2">
    <p:bg>
      <p:bgPr>
        <a:solidFill>
          <a:schemeClr val="tx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BDEC1B2-A9FA-0B77-AC13-22F8DA3B7D44}"/>
              </a:ext>
            </a:extLst>
          </p:cNvPr>
          <p:cNvPicPr>
            <a:picLocks noChangeAspect="1"/>
          </p:cNvPicPr>
          <p:nvPr userDrawn="1"/>
        </p:nvPicPr>
        <p:blipFill>
          <a:blip r:embed="rId2"/>
          <a:stretch>
            <a:fillRect/>
          </a:stretch>
        </p:blipFill>
        <p:spPr>
          <a:xfrm>
            <a:off x="4292600" y="0"/>
            <a:ext cx="7899400" cy="68580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348870" y="5317262"/>
            <a:ext cx="5686425" cy="461665"/>
          </a:xfrm>
          <a:prstGeom prst="rect">
            <a:avLst/>
          </a:prstGeom>
        </p:spPr>
        <p:txBody>
          <a:bodyPr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323545" y="344507"/>
            <a:ext cx="3519585" cy="1954638"/>
          </a:xfrm>
          <a:prstGeom prst="rect">
            <a:avLst/>
          </a:prstGeom>
        </p:spPr>
        <p:txBody>
          <a:bodyPr wrap="square" lIns="0" tIns="0" rIns="0" bIns="0" anchor="b" anchorCtr="0">
            <a:spAutoFit/>
          </a:bodyPr>
          <a:lstStyle>
            <a:lvl1pPr algn="l" fontAlgn="b">
              <a:lnSpc>
                <a:spcPct val="112000"/>
              </a:lnSpc>
              <a:defRPr sz="4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338659" y="4363423"/>
            <a:ext cx="2417794" cy="738664"/>
          </a:xfrm>
          <a:prstGeom prst="rect">
            <a:avLst/>
          </a:prstGeom>
        </p:spPr>
        <p:txBody>
          <a:bodyPr wrap="square" lIns="0" tIns="0" rIns="0" bIns="0" anchor="t">
            <a:spAutoFit/>
          </a:bodyPr>
          <a:lstStyle>
            <a:lvl1pPr marL="0" indent="0" algn="l">
              <a:buNone/>
              <a:defRPr sz="2400">
                <a:ln>
                  <a:noFill/>
                </a:ln>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Date/subtitle goes here</a:t>
            </a:r>
          </a:p>
        </p:txBody>
      </p:sp>
      <p:sp>
        <p:nvSpPr>
          <p:cNvPr id="2" name="Graphic 2">
            <a:extLst>
              <a:ext uri="{FF2B5EF4-FFF2-40B4-BE49-F238E27FC236}">
                <a16:creationId xmlns:a16="http://schemas.microsoft.com/office/drawing/2014/main" id="{B4239C57-54FA-A50C-6C7B-5EFD7193668D}"/>
              </a:ext>
            </a:extLst>
          </p:cNvPr>
          <p:cNvSpPr/>
          <p:nvPr userDrawn="1"/>
        </p:nvSpPr>
        <p:spPr>
          <a:xfrm>
            <a:off x="10216919"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3434691158"/>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2_Title Slide 3">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DD463D2-A0CD-1A39-8F26-8419F763EB28}"/>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272806" y="0"/>
            <a:ext cx="9919194" cy="6858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327905" y="5459276"/>
            <a:ext cx="1665281" cy="461665"/>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327905" y="937059"/>
            <a:ext cx="4765290" cy="1265218"/>
          </a:xfrm>
          <a:prstGeom prst="rect">
            <a:avLst/>
          </a:prstGeom>
        </p:spPr>
        <p:txBody>
          <a:bodyPr wrap="square" lIns="0" tIns="0" rIns="0" bIns="0" anchor="b" anchorCtr="0">
            <a:spAutoFit/>
          </a:bodyPr>
          <a:lstStyle>
            <a:lvl1pPr algn="l" fontAlgn="b">
              <a:lnSpc>
                <a:spcPct val="112000"/>
              </a:lnSpc>
              <a:defRPr sz="4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343019" y="2594442"/>
            <a:ext cx="2417794" cy="738664"/>
          </a:xfrm>
          <a:prstGeom prst="rect">
            <a:avLst/>
          </a:prstGeom>
        </p:spPr>
        <p:txBody>
          <a:bodyPr wrap="square" lIns="0" tIns="0" rIns="0" bIns="0" anchor="t">
            <a:spAutoFit/>
          </a:bodyPr>
          <a:lstStyle>
            <a:lvl1pPr marL="0" indent="0" algn="l">
              <a:buNone/>
              <a:defRPr sz="2400">
                <a:ln>
                  <a:noFill/>
                </a:ln>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Date/subtitle goes here</a:t>
            </a:r>
          </a:p>
        </p:txBody>
      </p:sp>
      <p:sp>
        <p:nvSpPr>
          <p:cNvPr id="3" name="Graphic 2">
            <a:extLst>
              <a:ext uri="{FF2B5EF4-FFF2-40B4-BE49-F238E27FC236}">
                <a16:creationId xmlns:a16="http://schemas.microsoft.com/office/drawing/2014/main" id="{B077200D-89FC-938D-58D7-7538DC70F329}"/>
              </a:ext>
            </a:extLst>
          </p:cNvPr>
          <p:cNvSpPr/>
          <p:nvPr userDrawn="1"/>
        </p:nvSpPr>
        <p:spPr>
          <a:xfrm>
            <a:off x="10216919"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378431521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preserve="1" userDrawn="1">
  <p:cSld name="1_Title Slide 3">
    <p:bg>
      <p:bgPr>
        <a:solidFill>
          <a:schemeClr val="tx1"/>
        </a:solidFill>
        <a:effectLst/>
      </p:bgPr>
    </p:bg>
    <p:spTree>
      <p:nvGrpSpPr>
        <p:cNvPr id="1" name=""/>
        <p:cNvGrpSpPr/>
        <p:nvPr/>
      </p:nvGrpSpPr>
      <p:grpSpPr>
        <a:xfrm>
          <a:off x="0" y="0"/>
          <a:ext cx="0" cy="0"/>
          <a:chOff x="0" y="0"/>
          <a:chExt cx="0" cy="0"/>
        </a:xfrm>
      </p:grpSpPr>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327905" y="5459276"/>
            <a:ext cx="1665281" cy="461665"/>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327905" y="1032953"/>
            <a:ext cx="4765290" cy="1265218"/>
          </a:xfrm>
          <a:prstGeom prst="rect">
            <a:avLst/>
          </a:prstGeom>
        </p:spPr>
        <p:txBody>
          <a:bodyPr wrap="square" lIns="0" tIns="0" rIns="0" bIns="0" anchor="b" anchorCtr="0">
            <a:spAutoFit/>
          </a:bodyPr>
          <a:lstStyle>
            <a:lvl1pPr algn="l" fontAlgn="b">
              <a:lnSpc>
                <a:spcPct val="112000"/>
              </a:lnSpc>
              <a:defRPr sz="4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343019" y="2690336"/>
            <a:ext cx="2417794" cy="738664"/>
          </a:xfrm>
          <a:prstGeom prst="rect">
            <a:avLst/>
          </a:prstGeom>
        </p:spPr>
        <p:txBody>
          <a:bodyPr wrap="square" lIns="0" tIns="0" rIns="0" bIns="0" anchor="t">
            <a:spAutoFit/>
          </a:bodyPr>
          <a:lstStyle>
            <a:lvl1pPr marL="0" indent="0" algn="l">
              <a:buNone/>
              <a:defRPr sz="2400">
                <a:ln>
                  <a:noFill/>
                </a:ln>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Date/subtitle goes here</a:t>
            </a:r>
          </a:p>
        </p:txBody>
      </p:sp>
      <p:pic>
        <p:nvPicPr>
          <p:cNvPr id="3" name="Picture 2">
            <a:extLst>
              <a:ext uri="{FF2B5EF4-FFF2-40B4-BE49-F238E27FC236}">
                <a16:creationId xmlns:a16="http://schemas.microsoft.com/office/drawing/2014/main" id="{AE28AD9D-E530-B3D6-1DA4-6BDBE343733C}"/>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5347523" y="0"/>
            <a:ext cx="6844477" cy="6858000"/>
          </a:xfrm>
          <a:prstGeom prst="rect">
            <a:avLst/>
          </a:prstGeom>
        </p:spPr>
      </p:pic>
      <p:sp>
        <p:nvSpPr>
          <p:cNvPr id="2" name="Graphic 2">
            <a:extLst>
              <a:ext uri="{FF2B5EF4-FFF2-40B4-BE49-F238E27FC236}">
                <a16:creationId xmlns:a16="http://schemas.microsoft.com/office/drawing/2014/main" id="{7E7E76DF-5156-C21D-C055-E4AEB1A5577E}"/>
              </a:ext>
            </a:extLst>
          </p:cNvPr>
          <p:cNvSpPr/>
          <p:nvPr userDrawn="1"/>
        </p:nvSpPr>
        <p:spPr>
          <a:xfrm>
            <a:off x="10216919"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683579682"/>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preserve="1" userDrawn="1">
  <p:cSld name="Breaker">
    <p:bg>
      <p:bgPr>
        <a:solidFill>
          <a:schemeClr val="tx1"/>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5436844" y="311905"/>
            <a:ext cx="5580063" cy="2100073"/>
          </a:xfrm>
          <a:prstGeom prst="rect">
            <a:avLst/>
          </a:prstGeom>
          <a:noFill/>
          <a:ln>
            <a:noFill/>
          </a:ln>
        </p:spPr>
        <p:txBody>
          <a:bodyPr vert="horz" lIns="0" tIns="0" rIns="0" bIns="0" rtlCol="0" anchor="b">
            <a:noAutofit/>
          </a:bodyPr>
          <a:lstStyle>
            <a:lvl1pPr marL="0" indent="0" fontAlgn="base">
              <a:lnSpc>
                <a:spcPct val="112000"/>
              </a:lnSpc>
              <a:spcBef>
                <a:spcPts val="0"/>
              </a:spcBef>
              <a:buNone/>
              <a:defRPr lang="en-US" sz="4500" kern="1200" dirty="0" smtClean="0">
                <a:ln w="3175">
                  <a:noFill/>
                </a:ln>
                <a:solidFill>
                  <a:schemeClr val="bg1"/>
                </a:solidFill>
                <a:latin typeface="+mj-lt"/>
                <a:ea typeface="+mj-ea"/>
                <a:cs typeface="+mj-cs"/>
              </a:defRPr>
            </a:lvl1pPr>
            <a:lvl2pPr marL="1143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5454307" y="2484528"/>
            <a:ext cx="4437855" cy="800219"/>
          </a:xfrm>
          <a:prstGeom prst="rect">
            <a:avLst/>
          </a:prstGeom>
        </p:spPr>
        <p:txBody>
          <a:bodyPr vert="horz" wrap="square" lIns="0" tIns="0" rIns="0" bIns="0" rtlCol="0" anchor="t">
            <a:spAutoFit/>
          </a:bodyPr>
          <a:lstStyle>
            <a:lvl1pPr marL="0" indent="0">
              <a:buNone/>
              <a:defRPr lang="en-US" sz="2600" dirty="0">
                <a:ln>
                  <a:noFill/>
                </a:ln>
                <a:solidFill>
                  <a:schemeClr val="bg1"/>
                </a:solidFill>
              </a:defRPr>
            </a:lvl1pPr>
          </a:lstStyle>
          <a:p>
            <a:pPr lvl="0"/>
            <a:r>
              <a:rPr lang="en-US"/>
              <a:t>All titles/subtitles are sentence case</a:t>
            </a:r>
          </a:p>
        </p:txBody>
      </p:sp>
      <p:pic>
        <p:nvPicPr>
          <p:cNvPr id="6" name="Graphic 5">
            <a:extLst>
              <a:ext uri="{FF2B5EF4-FFF2-40B4-BE49-F238E27FC236}">
                <a16:creationId xmlns:a16="http://schemas.microsoft.com/office/drawing/2014/main" id="{C0F6F2E4-2F4C-BB43-8EB6-24C72650C2E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2" name="Graphic 2">
            <a:extLst>
              <a:ext uri="{FF2B5EF4-FFF2-40B4-BE49-F238E27FC236}">
                <a16:creationId xmlns:a16="http://schemas.microsoft.com/office/drawing/2014/main" id="{4765CAD0-7126-5B70-C779-9CC35C2AEB1D}"/>
              </a:ext>
            </a:extLst>
          </p:cNvPr>
          <p:cNvSpPr/>
          <p:nvPr userDrawn="1"/>
        </p:nvSpPr>
        <p:spPr>
          <a:xfrm>
            <a:off x="10216919"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a:p>
        </p:txBody>
      </p:sp>
      <p:pic>
        <p:nvPicPr>
          <p:cNvPr id="5" name="Picture 4">
            <a:extLst>
              <a:ext uri="{FF2B5EF4-FFF2-40B4-BE49-F238E27FC236}">
                <a16:creationId xmlns:a16="http://schemas.microsoft.com/office/drawing/2014/main" id="{0678CA17-1D97-0236-79E4-26F5DC7150C4}"/>
              </a:ext>
            </a:extLst>
          </p:cNvPr>
          <p:cNvPicPr>
            <a:picLocks noChangeAspect="1"/>
          </p:cNvPicPr>
          <p:nvPr userDrawn="1"/>
        </p:nvPicPr>
        <p:blipFill>
          <a:blip r:embed="rId3"/>
          <a:stretch>
            <a:fillRect/>
          </a:stretch>
        </p:blipFill>
        <p:spPr>
          <a:xfrm>
            <a:off x="1905000" y="0"/>
            <a:ext cx="10287000" cy="6858000"/>
          </a:xfrm>
          <a:prstGeom prst="rect">
            <a:avLst/>
          </a:prstGeom>
        </p:spPr>
      </p:pic>
    </p:spTree>
    <p:extLst>
      <p:ext uri="{BB962C8B-B14F-4D97-AF65-F5344CB8AC3E}">
        <p14:creationId xmlns:p14="http://schemas.microsoft.com/office/powerpoint/2010/main" val="2339044468"/>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7454900" cy="62738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091679" y="1113883"/>
            <a:ext cx="5100321" cy="2242568"/>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3800" kern="1200" dirty="0" smtClean="0">
                <a:ln w="3175">
                  <a:noFill/>
                </a:ln>
                <a:solidFill>
                  <a:schemeClr val="bg1"/>
                </a:solidFill>
                <a:latin typeface="+mj-lt"/>
                <a:ea typeface="+mj-ea"/>
                <a:cs typeface="+mj-cs"/>
              </a:defRPr>
            </a:lvl1pPr>
            <a:lvl2pPr marL="1143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109142" y="3429000"/>
            <a:ext cx="5084359" cy="307777"/>
          </a:xfrm>
          <a:prstGeom prst="rect">
            <a:avLst/>
          </a:prstGeom>
        </p:spPr>
        <p:txBody>
          <a:bodyPr vert="horz" wrap="square" lIns="0" tIns="0" rIns="0" bIns="0" rtlCol="0" anchor="t">
            <a:spAutoFit/>
          </a:bodyPr>
          <a:lstStyle>
            <a:lvl1pPr marL="0" indent="0">
              <a:buNone/>
              <a:defRPr lang="en-US" sz="2000" dirty="0">
                <a:ln>
                  <a:noFill/>
                </a:ln>
                <a:solidFill>
                  <a:schemeClr val="bg1"/>
                </a:solidFill>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10216919"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2955116560"/>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userDrawn="1">
  <p:cSld name="Thank you US">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8542DD0-7F78-EC7A-D5FC-D2A142724A8E}"/>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97657" y="0"/>
            <a:ext cx="8674893" cy="6858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8972550" y="0"/>
            <a:ext cx="321945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9226552" y="309191"/>
            <a:ext cx="2598736" cy="458424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a:lnSpc>
                <a:spcPct val="110000"/>
              </a:lnSpc>
              <a:spcBef>
                <a:spcPts val="300"/>
              </a:spcBef>
              <a:spcAft>
                <a:spcPts val="300"/>
              </a:spcAft>
            </a:pPr>
            <a:r>
              <a:rPr lang="en-US" sz="1500" b="1">
                <a:solidFill>
                  <a:schemeClr val="tx1"/>
                </a:solidFill>
              </a:rPr>
              <a:t>Rackspace Technology</a:t>
            </a:r>
          </a:p>
          <a:p>
            <a:pPr>
              <a:lnSpc>
                <a:spcPct val="110000"/>
              </a:lnSpc>
              <a:spcBef>
                <a:spcPts val="300"/>
              </a:spcBef>
              <a:spcAft>
                <a:spcPts val="300"/>
              </a:spcAft>
            </a:pPr>
            <a:r>
              <a:rPr lang="en-US" sz="1500">
                <a:solidFill>
                  <a:schemeClr val="tx1"/>
                </a:solidFill>
              </a:rPr>
              <a:t>One Fanatical Place</a:t>
            </a:r>
            <a:br>
              <a:rPr lang="en-US" sz="1500">
                <a:solidFill>
                  <a:schemeClr val="tx1"/>
                </a:solidFill>
              </a:rPr>
            </a:br>
            <a:r>
              <a:rPr lang="en-US" sz="1500">
                <a:solidFill>
                  <a:schemeClr val="tx1"/>
                </a:solidFill>
              </a:rPr>
              <a:t>San Antonio, TX 78218</a:t>
            </a:r>
          </a:p>
          <a:p>
            <a:pPr>
              <a:lnSpc>
                <a:spcPct val="110000"/>
              </a:lnSpc>
              <a:spcBef>
                <a:spcPts val="300"/>
              </a:spcBef>
              <a:spcAft>
                <a:spcPts val="300"/>
              </a:spcAft>
            </a:pPr>
            <a:r>
              <a:rPr lang="en-US" sz="1500">
                <a:solidFill>
                  <a:schemeClr val="tx1"/>
                </a:solidFill>
              </a:rPr>
              <a:t>US sales: 1-800-961-2888 </a:t>
            </a:r>
            <a:br>
              <a:rPr lang="en-US" sz="1500">
                <a:solidFill>
                  <a:schemeClr val="tx1"/>
                </a:solidFill>
              </a:rPr>
            </a:br>
            <a:r>
              <a:rPr lang="en-US" sz="1500">
                <a:solidFill>
                  <a:schemeClr val="tx1"/>
                </a:solidFill>
              </a:rPr>
              <a:t>US support: 1-800-961-4454  </a:t>
            </a:r>
          </a:p>
          <a:p>
            <a:pPr marL="0" algn="l" defTabSz="228600" rtl="0" eaLnBrk="1" latinLnBrk="0" hangingPunct="1">
              <a:lnSpc>
                <a:spcPct val="110000"/>
              </a:lnSpc>
              <a:spcBef>
                <a:spcPts val="300"/>
              </a:spcBef>
              <a:spcAft>
                <a:spcPts val="1800"/>
              </a:spcAft>
            </a:pPr>
            <a:r>
              <a:rPr lang="en-US" sz="1500" b="1" kern="1200" cap="none">
                <a:solidFill>
                  <a:schemeClr val="tx1"/>
                </a:solidFill>
                <a:latin typeface="+mn-lt"/>
                <a:ea typeface="+mn-ea"/>
                <a:cs typeface="+mn-cs"/>
              </a:rPr>
              <a:t>www.rackspace.com</a:t>
            </a:r>
          </a:p>
          <a:p>
            <a:pPr marL="0" marR="0" lvl="0" indent="0" algn="l" defTabSz="228600" rtl="0" eaLnBrk="1" fontAlgn="auto" latinLnBrk="0" hangingPunct="1">
              <a:lnSpc>
                <a:spcPct val="110000"/>
              </a:lnSpc>
              <a:spcBef>
                <a:spcPts val="300"/>
              </a:spcBef>
              <a:spcAft>
                <a:spcPts val="300"/>
              </a:spcAft>
              <a:buClrTx/>
              <a:buSzTx/>
              <a:buFontTx/>
              <a:buNone/>
              <a:tabLst/>
              <a:defRPr sz="1400" b="1">
                <a:solidFill>
                  <a:srgbClr val="2E3238"/>
                </a:solidFill>
              </a:defRPr>
            </a:pPr>
            <a:r>
              <a:rPr kumimoji="0" lang="en-US" sz="6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600" b="0" i="0" u="none" strike="noStrike" kern="1200" cap="none" spc="0" normalizeH="0" baseline="30000" noProof="0">
                <a:ln>
                  <a:noFill/>
                </a:ln>
                <a:solidFill>
                  <a:schemeClr val="tx1"/>
                </a:solidFill>
                <a:effectLst/>
                <a:uLnTx/>
                <a:uFillTx/>
                <a:latin typeface="+mn-lt"/>
                <a:ea typeface="+mn-ea"/>
                <a:cs typeface="+mn-cs"/>
              </a:rPr>
              <a:t>®</a:t>
            </a:r>
            <a:r>
              <a:rPr kumimoji="0" lang="en-US" sz="6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600" b="0" i="0" u="none" strike="noStrike" kern="1200" cap="none" spc="0" normalizeH="0" baseline="30000" noProof="0">
                <a:ln>
                  <a:noFill/>
                </a:ln>
                <a:solidFill>
                  <a:schemeClr val="tx1"/>
                </a:solidFill>
                <a:effectLst/>
                <a:uLnTx/>
                <a:uFillTx/>
                <a:latin typeface="+mn-lt"/>
                <a:ea typeface="+mn-ea"/>
                <a:cs typeface="+mn-cs"/>
              </a:rPr>
              <a:t>®</a:t>
            </a:r>
            <a:r>
              <a:rPr kumimoji="0" lang="en-US" sz="600" b="0" i="0" u="none" strike="noStrike" kern="1200" cap="none" spc="0" normalizeH="0" baseline="0" noProof="0">
                <a:ln>
                  <a:noFill/>
                </a:ln>
                <a:solidFill>
                  <a:schemeClr val="tx1"/>
                </a:solidFill>
                <a:effectLst/>
                <a:uLnTx/>
                <a:uFillTx/>
                <a:latin typeface="+mn-lt"/>
                <a:ea typeface="+mn-ea"/>
                <a:cs typeface="+mn-cs"/>
              </a:rPr>
              <a:t> and </a:t>
            </a:r>
            <a:br>
              <a:rPr kumimoji="0" lang="en-US" sz="600" b="0" i="0" u="none" strike="noStrike" kern="1200" cap="none" spc="0" normalizeH="0" baseline="0" noProof="0">
                <a:ln>
                  <a:noFill/>
                </a:ln>
                <a:solidFill>
                  <a:schemeClr val="tx1"/>
                </a:solidFill>
                <a:effectLst/>
                <a:uLnTx/>
                <a:uFillTx/>
                <a:latin typeface="+mn-lt"/>
                <a:ea typeface="+mn-ea"/>
                <a:cs typeface="+mn-cs"/>
              </a:rPr>
            </a:br>
            <a:r>
              <a:rPr kumimoji="0" lang="en-US" sz="6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600" b="0" i="0" u="none" strike="noStrike" kern="1200" cap="none" spc="0" normalizeH="0" baseline="0" noProof="0">
                <a:ln>
                  <a:noFill/>
                </a:ln>
                <a:solidFill>
                  <a:schemeClr val="tx1"/>
                </a:solidFill>
                <a:effectLst/>
                <a:uLnTx/>
                <a:uFillTx/>
                <a:latin typeface="+mn-lt"/>
                <a:ea typeface="+mn-ea"/>
                <a:cs typeface="+mn-cs"/>
              </a:rPr>
            </a:br>
            <a:r>
              <a:rPr kumimoji="0" lang="en-US" sz="6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600" b="0" i="0" u="none" strike="noStrike" kern="1200" cap="none" spc="0" normalizeH="0" baseline="0" noProof="0">
                <a:ln>
                  <a:noFill/>
                </a:ln>
                <a:solidFill>
                  <a:schemeClr val="tx1"/>
                </a:solidFill>
                <a:effectLst/>
                <a:uLnTx/>
                <a:uFillTx/>
                <a:latin typeface="+mn-lt"/>
                <a:ea typeface="+mn-ea"/>
                <a:cs typeface="+mn-cs"/>
              </a:rPr>
            </a:br>
            <a:r>
              <a:rPr kumimoji="0" lang="en-US" sz="6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p>
          <a:p>
            <a:pPr marL="0" marR="0" lvl="0" indent="0" algn="l" defTabSz="914400" rtl="0" eaLnBrk="1" fontAlgn="auto" latinLnBrk="0" hangingPunct="1">
              <a:lnSpc>
                <a:spcPct val="110000"/>
              </a:lnSpc>
              <a:spcBef>
                <a:spcPts val="300"/>
              </a:spcBef>
              <a:spcAft>
                <a:spcPts val="300"/>
              </a:spcAft>
              <a:buClrTx/>
              <a:buSzTx/>
              <a:buFont typeface="Aktiv Grotesk" panose="020B0604020202020204" pitchFamily="34" charset="0"/>
              <a:buNone/>
              <a:tabLst/>
              <a:defRPr/>
            </a:pPr>
            <a:endParaRPr lang="en-US" sz="450" cap="none" baseline="0">
              <a:solidFill>
                <a:schemeClr val="tx1"/>
              </a:solidFill>
            </a:endParaRPr>
          </a:p>
          <a:p>
            <a:pPr>
              <a:spcBef>
                <a:spcPts val="300"/>
              </a:spcBef>
              <a:spcAft>
                <a:spcPts val="300"/>
              </a:spcAft>
            </a:pPr>
            <a:endParaRPr lang="en-US" sz="450">
              <a:solidFill>
                <a:schemeClr val="tx1"/>
              </a:solidFill>
            </a:endParaRPr>
          </a:p>
        </p:txBody>
      </p:sp>
      <p:sp>
        <p:nvSpPr>
          <p:cNvPr id="8" name="Title 1">
            <a:extLst>
              <a:ext uri="{FF2B5EF4-FFF2-40B4-BE49-F238E27FC236}">
                <a16:creationId xmlns:a16="http://schemas.microsoft.com/office/drawing/2014/main" id="{CA8D6980-0755-4BDF-90B7-CB35F8A5326B}"/>
              </a:ext>
            </a:extLst>
          </p:cNvPr>
          <p:cNvSpPr txBox="1">
            <a:spLocks/>
          </p:cNvSpPr>
          <p:nvPr userDrawn="1"/>
        </p:nvSpPr>
        <p:spPr>
          <a:xfrm>
            <a:off x="297657" y="140639"/>
            <a:ext cx="5693568" cy="1031051"/>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914400" rtl="0" eaLnBrk="1" latinLnBrk="0" hangingPunct="1">
              <a:lnSpc>
                <a:spcPct val="100000"/>
              </a:lnSpc>
              <a:spcBef>
                <a:spcPct val="0"/>
              </a:spcBef>
              <a:buNone/>
            </a:pPr>
            <a:r>
              <a:rPr lang="en-US" sz="6700" kern="1200">
                <a:ln w="9525">
                  <a:noFill/>
                </a:ln>
                <a:solidFill>
                  <a:schemeClr val="bg1"/>
                </a:solidFill>
                <a:latin typeface="+mj-lt"/>
                <a:ea typeface="+mj-ea"/>
                <a:cs typeface="+mj-cs"/>
              </a:rPr>
              <a:t>Thank you</a:t>
            </a:r>
          </a:p>
        </p:txBody>
      </p:sp>
      <p:pic>
        <p:nvPicPr>
          <p:cNvPr id="9" name="Graphic 8">
            <a:extLst>
              <a:ext uri="{FF2B5EF4-FFF2-40B4-BE49-F238E27FC236}">
                <a16:creationId xmlns:a16="http://schemas.microsoft.com/office/drawing/2014/main" id="{40B8DA9A-ED61-5E43-8362-4E63965DB80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27903" y="5837209"/>
            <a:ext cx="2441448" cy="756849"/>
          </a:xfrm>
          <a:prstGeom prst="rect">
            <a:avLst/>
          </a:prstGeom>
        </p:spPr>
      </p:pic>
      <p:sp>
        <p:nvSpPr>
          <p:cNvPr id="5" name="Graphic 2">
            <a:extLst>
              <a:ext uri="{FF2B5EF4-FFF2-40B4-BE49-F238E27FC236}">
                <a16:creationId xmlns:a16="http://schemas.microsoft.com/office/drawing/2014/main" id="{F5C83CB2-275A-FBA6-BB3A-46CB8C63DAB1}"/>
              </a:ext>
            </a:extLst>
          </p:cNvPr>
          <p:cNvSpPr/>
          <p:nvPr userDrawn="1"/>
        </p:nvSpPr>
        <p:spPr>
          <a:xfrm>
            <a:off x="9226552"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235283118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userDrawn="1">
  <p:cSld name="Thank you UK">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FFCA8B3-607E-EB86-6B92-3EC70005FC9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97657" y="0"/>
            <a:ext cx="8674893" cy="6858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8972550" y="0"/>
            <a:ext cx="321945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9226296" y="310896"/>
            <a:ext cx="2596896" cy="458424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228600" rtl="0" eaLnBrk="1" latinLnBrk="0" hangingPunct="1">
              <a:lnSpc>
                <a:spcPct val="110000"/>
              </a:lnSpc>
              <a:spcBef>
                <a:spcPts val="300"/>
              </a:spcBef>
              <a:spcAft>
                <a:spcPts val="300"/>
              </a:spcAft>
            </a:pPr>
            <a:r>
              <a:rPr lang="en-US" sz="1500" b="1" kern="1200">
                <a:solidFill>
                  <a:schemeClr val="tx1"/>
                </a:solidFill>
                <a:latin typeface="+mn-lt"/>
                <a:ea typeface="+mn-ea"/>
                <a:cs typeface="+mn-cs"/>
              </a:rPr>
              <a:t>Rackspace Technology</a:t>
            </a:r>
          </a:p>
          <a:p>
            <a:pPr marL="0" algn="l" defTabSz="228600" rtl="0" eaLnBrk="1" latinLnBrk="0" hangingPunct="1">
              <a:lnSpc>
                <a:spcPct val="110000"/>
              </a:lnSpc>
              <a:spcBef>
                <a:spcPts val="300"/>
              </a:spcBef>
              <a:spcAft>
                <a:spcPts val="300"/>
              </a:spcAft>
            </a:pPr>
            <a:r>
              <a:rPr lang="en-US" sz="1500" kern="1200">
                <a:solidFill>
                  <a:schemeClr val="tx1"/>
                </a:solidFill>
                <a:latin typeface="+mn-lt"/>
                <a:ea typeface="+mn-ea"/>
                <a:cs typeface="+mn-cs"/>
              </a:rPr>
              <a:t>Unit 2, 6 Millington Road</a:t>
            </a:r>
            <a:br>
              <a:rPr lang="en-US" sz="1500" kern="1200">
                <a:solidFill>
                  <a:schemeClr val="tx1"/>
                </a:solidFill>
                <a:latin typeface="+mn-lt"/>
                <a:ea typeface="+mn-ea"/>
                <a:cs typeface="+mn-cs"/>
              </a:rPr>
            </a:br>
            <a:r>
              <a:rPr lang="en-US" sz="1500" kern="1200">
                <a:solidFill>
                  <a:schemeClr val="tx1"/>
                </a:solidFill>
                <a:latin typeface="+mn-lt"/>
                <a:ea typeface="+mn-ea"/>
                <a:cs typeface="+mn-cs"/>
              </a:rPr>
              <a:t>Hayes, Middlesex </a:t>
            </a:r>
            <a:br>
              <a:rPr lang="en-US" sz="1500" kern="1200">
                <a:solidFill>
                  <a:schemeClr val="tx1"/>
                </a:solidFill>
                <a:latin typeface="+mn-lt"/>
                <a:ea typeface="+mn-ea"/>
                <a:cs typeface="+mn-cs"/>
              </a:rPr>
            </a:br>
            <a:r>
              <a:rPr lang="en-US" sz="1500" kern="1200">
                <a:solidFill>
                  <a:schemeClr val="tx1"/>
                </a:solidFill>
                <a:latin typeface="+mn-lt"/>
                <a:ea typeface="+mn-ea"/>
                <a:cs typeface="+mn-cs"/>
              </a:rPr>
              <a:t>UB3 4AZ</a:t>
            </a:r>
          </a:p>
          <a:p>
            <a:pPr>
              <a:lnSpc>
                <a:spcPct val="110000"/>
              </a:lnSpc>
              <a:spcBef>
                <a:spcPts val="300"/>
              </a:spcBef>
              <a:spcAft>
                <a:spcPts val="300"/>
              </a:spcAft>
            </a:pPr>
            <a:r>
              <a:rPr lang="en-US" sz="1500">
                <a:solidFill>
                  <a:schemeClr val="tx1"/>
                </a:solidFill>
              </a:rPr>
              <a:t>U.K. sales: 0800 988 0100  </a:t>
            </a:r>
            <a:br>
              <a:rPr lang="en-US" sz="1500">
                <a:solidFill>
                  <a:schemeClr val="tx1"/>
                </a:solidFill>
              </a:rPr>
            </a:br>
            <a:r>
              <a:rPr lang="en-US" sz="1500">
                <a:solidFill>
                  <a:schemeClr val="tx1"/>
                </a:solidFill>
              </a:rPr>
              <a:t>U.K. support: 0800 988 0300   </a:t>
            </a:r>
          </a:p>
          <a:p>
            <a:pPr marL="0" algn="l" defTabSz="228600" rtl="0" eaLnBrk="1" latinLnBrk="0" hangingPunct="1">
              <a:lnSpc>
                <a:spcPct val="110000"/>
              </a:lnSpc>
              <a:spcBef>
                <a:spcPts val="300"/>
              </a:spcBef>
              <a:spcAft>
                <a:spcPts val="1800"/>
              </a:spcAft>
            </a:pPr>
            <a:r>
              <a:rPr lang="en-US" sz="1500" b="1" kern="1200" cap="none">
                <a:solidFill>
                  <a:schemeClr val="tx1"/>
                </a:solidFill>
                <a:latin typeface="+mn-lt"/>
                <a:ea typeface="+mn-ea"/>
                <a:cs typeface="+mn-cs"/>
              </a:rPr>
              <a:t>www.rackspace.co.uk</a:t>
            </a:r>
          </a:p>
          <a:p>
            <a:pPr marL="0" marR="0" lvl="0" indent="0" algn="l" defTabSz="228600" rtl="0" eaLnBrk="1" fontAlgn="auto" latinLnBrk="0" hangingPunct="1">
              <a:lnSpc>
                <a:spcPct val="110000"/>
              </a:lnSpc>
              <a:spcBef>
                <a:spcPts val="300"/>
              </a:spcBef>
              <a:spcAft>
                <a:spcPts val="300"/>
              </a:spcAft>
              <a:buClrTx/>
              <a:buSzTx/>
              <a:buFontTx/>
              <a:buNone/>
              <a:tabLst/>
              <a:defRPr sz="1400" b="1">
                <a:solidFill>
                  <a:srgbClr val="2E3238"/>
                </a:solidFill>
              </a:defRPr>
            </a:pPr>
            <a:r>
              <a:rPr kumimoji="0" lang="en-US" sz="6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600" b="0" i="0" u="none" strike="noStrike" kern="1200" cap="none" spc="0" normalizeH="0" baseline="30000" noProof="0">
                <a:ln>
                  <a:noFill/>
                </a:ln>
                <a:solidFill>
                  <a:schemeClr val="tx1"/>
                </a:solidFill>
                <a:effectLst/>
                <a:uLnTx/>
                <a:uFillTx/>
                <a:latin typeface="+mn-lt"/>
                <a:ea typeface="+mn-ea"/>
                <a:cs typeface="+mn-cs"/>
              </a:rPr>
              <a:t>®</a:t>
            </a:r>
            <a:r>
              <a:rPr kumimoji="0" lang="en-US" sz="6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600" b="0" i="0" u="none" strike="noStrike" kern="1200" cap="none" spc="0" normalizeH="0" baseline="30000" noProof="0">
                <a:ln>
                  <a:noFill/>
                </a:ln>
                <a:solidFill>
                  <a:schemeClr val="tx1"/>
                </a:solidFill>
                <a:effectLst/>
                <a:uLnTx/>
                <a:uFillTx/>
                <a:latin typeface="+mn-lt"/>
                <a:ea typeface="+mn-ea"/>
                <a:cs typeface="+mn-cs"/>
              </a:rPr>
              <a:t>®</a:t>
            </a:r>
            <a:r>
              <a:rPr kumimoji="0" lang="en-US" sz="600" b="0" i="0" u="none" strike="noStrike" kern="1200" cap="none" spc="0" normalizeH="0" baseline="0" noProof="0">
                <a:ln>
                  <a:noFill/>
                </a:ln>
                <a:solidFill>
                  <a:schemeClr val="tx1"/>
                </a:solidFill>
                <a:effectLst/>
                <a:uLnTx/>
                <a:uFillTx/>
                <a:latin typeface="+mn-lt"/>
                <a:ea typeface="+mn-ea"/>
                <a:cs typeface="+mn-cs"/>
              </a:rPr>
              <a:t> and </a:t>
            </a:r>
            <a:br>
              <a:rPr kumimoji="0" lang="en-US" sz="600" b="0" i="0" u="none" strike="noStrike" kern="1200" cap="none" spc="0" normalizeH="0" baseline="0" noProof="0">
                <a:ln>
                  <a:noFill/>
                </a:ln>
                <a:solidFill>
                  <a:schemeClr val="tx1"/>
                </a:solidFill>
                <a:effectLst/>
                <a:uLnTx/>
                <a:uFillTx/>
                <a:latin typeface="+mn-lt"/>
                <a:ea typeface="+mn-ea"/>
                <a:cs typeface="+mn-cs"/>
              </a:rPr>
            </a:br>
            <a:r>
              <a:rPr kumimoji="0" lang="en-US" sz="6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600" b="0" i="0" u="none" strike="noStrike" kern="1200" cap="none" spc="0" normalizeH="0" baseline="0" noProof="0">
                <a:ln>
                  <a:noFill/>
                </a:ln>
                <a:solidFill>
                  <a:schemeClr val="tx1"/>
                </a:solidFill>
                <a:effectLst/>
                <a:uLnTx/>
                <a:uFillTx/>
                <a:latin typeface="+mn-lt"/>
                <a:ea typeface="+mn-ea"/>
                <a:cs typeface="+mn-cs"/>
              </a:rPr>
            </a:br>
            <a:r>
              <a:rPr kumimoji="0" lang="en-US" sz="6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600" b="0" i="0" u="none" strike="noStrike" kern="1200" cap="none" spc="0" normalizeH="0" baseline="0" noProof="0">
                <a:ln>
                  <a:noFill/>
                </a:ln>
                <a:solidFill>
                  <a:schemeClr val="tx1"/>
                </a:solidFill>
                <a:effectLst/>
                <a:uLnTx/>
                <a:uFillTx/>
                <a:latin typeface="+mn-lt"/>
                <a:ea typeface="+mn-ea"/>
                <a:cs typeface="+mn-cs"/>
              </a:rPr>
            </a:br>
            <a:r>
              <a:rPr kumimoji="0" lang="en-US" sz="6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700" cap="none" baseline="0">
              <a:solidFill>
                <a:schemeClr val="tx1"/>
              </a:solidFill>
            </a:endParaRPr>
          </a:p>
          <a:p>
            <a:pPr>
              <a:spcBef>
                <a:spcPts val="300"/>
              </a:spcBef>
              <a:spcAft>
                <a:spcPts val="300"/>
              </a:spcAft>
            </a:pPr>
            <a:endParaRPr lang="en-US" sz="450">
              <a:solidFill>
                <a:schemeClr val="tx1"/>
              </a:solidFill>
            </a:endParaRPr>
          </a:p>
        </p:txBody>
      </p:sp>
      <p:pic>
        <p:nvPicPr>
          <p:cNvPr id="6" name="Graphic 5">
            <a:extLst>
              <a:ext uri="{FF2B5EF4-FFF2-40B4-BE49-F238E27FC236}">
                <a16:creationId xmlns:a16="http://schemas.microsoft.com/office/drawing/2014/main" id="{7C797846-2FE7-1F4B-A5B0-CC5DA49A249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27903" y="5837209"/>
            <a:ext cx="2441448" cy="756849"/>
          </a:xfrm>
          <a:prstGeom prst="rect">
            <a:avLst/>
          </a:prstGeom>
        </p:spPr>
      </p:pic>
      <p:sp>
        <p:nvSpPr>
          <p:cNvPr id="8" name="Title 1">
            <a:extLst>
              <a:ext uri="{FF2B5EF4-FFF2-40B4-BE49-F238E27FC236}">
                <a16:creationId xmlns:a16="http://schemas.microsoft.com/office/drawing/2014/main" id="{A5CD6002-EFB6-8A46-9A72-06D0A61799C8}"/>
              </a:ext>
            </a:extLst>
          </p:cNvPr>
          <p:cNvSpPr txBox="1">
            <a:spLocks/>
          </p:cNvSpPr>
          <p:nvPr userDrawn="1"/>
        </p:nvSpPr>
        <p:spPr>
          <a:xfrm>
            <a:off x="297657" y="140639"/>
            <a:ext cx="5693568" cy="1031051"/>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914400" rtl="0" eaLnBrk="1" latinLnBrk="0" hangingPunct="1">
              <a:lnSpc>
                <a:spcPct val="100000"/>
              </a:lnSpc>
              <a:spcBef>
                <a:spcPct val="0"/>
              </a:spcBef>
              <a:buNone/>
            </a:pPr>
            <a:r>
              <a:rPr lang="en-US" sz="67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9EFADF9F-D78A-35D2-A20F-2DD7BA53DB69}"/>
              </a:ext>
            </a:extLst>
          </p:cNvPr>
          <p:cNvSpPr/>
          <p:nvPr userDrawn="1"/>
        </p:nvSpPr>
        <p:spPr>
          <a:xfrm>
            <a:off x="9226552"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2679027127"/>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userDrawn="1">
  <p:cSld name="Thank you AUS">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A56B11D-EA4E-5DD4-8089-D6B4F96745E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97657" y="0"/>
            <a:ext cx="8674893" cy="6858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8972550" y="0"/>
            <a:ext cx="321945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9226296" y="310896"/>
            <a:ext cx="2596896" cy="458424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228600" rtl="0" eaLnBrk="1" latinLnBrk="0" hangingPunct="1">
              <a:lnSpc>
                <a:spcPct val="110000"/>
              </a:lnSpc>
              <a:spcBef>
                <a:spcPts val="300"/>
              </a:spcBef>
              <a:spcAft>
                <a:spcPts val="300"/>
              </a:spcAft>
            </a:pPr>
            <a:r>
              <a:rPr lang="en-US" sz="1500" b="1" kern="1200">
                <a:solidFill>
                  <a:schemeClr val="tx1"/>
                </a:solidFill>
                <a:latin typeface="+mn-lt"/>
                <a:ea typeface="+mn-ea"/>
                <a:cs typeface="+mn-cs"/>
              </a:rPr>
              <a:t>Rackspace Technology</a:t>
            </a:r>
          </a:p>
          <a:p>
            <a:pPr marL="0" algn="l" defTabSz="228600" rtl="0" eaLnBrk="1" latinLnBrk="0" hangingPunct="1">
              <a:lnSpc>
                <a:spcPct val="110000"/>
              </a:lnSpc>
              <a:spcBef>
                <a:spcPts val="300"/>
              </a:spcBef>
              <a:spcAft>
                <a:spcPts val="300"/>
              </a:spcAft>
            </a:pPr>
            <a:r>
              <a:rPr lang="en-US" sz="1500" kern="1200">
                <a:solidFill>
                  <a:schemeClr val="tx1"/>
                </a:solidFill>
                <a:latin typeface="+mn-lt"/>
                <a:ea typeface="+mn-ea"/>
                <a:cs typeface="+mn-cs"/>
              </a:rPr>
              <a:t>Level 1, 37 Pitt Street,</a:t>
            </a:r>
            <a:br>
              <a:rPr lang="en-US" sz="1500" kern="1200">
                <a:solidFill>
                  <a:schemeClr val="tx1"/>
                </a:solidFill>
                <a:latin typeface="+mn-lt"/>
                <a:ea typeface="+mn-ea"/>
                <a:cs typeface="+mn-cs"/>
              </a:rPr>
            </a:br>
            <a:r>
              <a:rPr lang="en-US" sz="1500" kern="1200">
                <a:solidFill>
                  <a:schemeClr val="tx1"/>
                </a:solidFill>
                <a:latin typeface="+mn-lt"/>
                <a:ea typeface="+mn-ea"/>
                <a:cs typeface="+mn-cs"/>
              </a:rPr>
              <a:t>Sydney NSW 2000, Australia</a:t>
            </a:r>
          </a:p>
          <a:p>
            <a:pPr>
              <a:lnSpc>
                <a:spcPct val="110000"/>
              </a:lnSpc>
              <a:spcBef>
                <a:spcPts val="300"/>
              </a:spcBef>
              <a:spcAft>
                <a:spcPts val="300"/>
              </a:spcAft>
            </a:pPr>
            <a:r>
              <a:rPr lang="en-US" sz="1500">
                <a:solidFill>
                  <a:schemeClr val="tx1"/>
                </a:solidFill>
              </a:rPr>
              <a:t>AUS sales: 1-800-722-577</a:t>
            </a:r>
            <a:br>
              <a:rPr lang="en-US" sz="1500">
                <a:solidFill>
                  <a:schemeClr val="tx1"/>
                </a:solidFill>
              </a:rPr>
            </a:br>
            <a:r>
              <a:rPr lang="en-US" sz="1500">
                <a:solidFill>
                  <a:schemeClr val="tx1"/>
                </a:solidFill>
              </a:rPr>
              <a:t>AUS support: 1-800-421-267   </a:t>
            </a:r>
          </a:p>
          <a:p>
            <a:pPr marL="0" algn="l" defTabSz="228600" rtl="0" eaLnBrk="1" latinLnBrk="0" hangingPunct="1">
              <a:lnSpc>
                <a:spcPct val="110000"/>
              </a:lnSpc>
              <a:spcBef>
                <a:spcPts val="300"/>
              </a:spcBef>
              <a:spcAft>
                <a:spcPts val="1800"/>
              </a:spcAft>
            </a:pPr>
            <a:r>
              <a:rPr lang="en-US" sz="1500" b="1" kern="1200" cap="none">
                <a:solidFill>
                  <a:schemeClr val="tx1"/>
                </a:solidFill>
                <a:latin typeface="+mn-lt"/>
                <a:ea typeface="+mn-ea"/>
                <a:cs typeface="+mn-cs"/>
              </a:rPr>
              <a:t>www.rackspace.co.au</a:t>
            </a:r>
          </a:p>
          <a:p>
            <a:pPr marL="0" marR="0" lvl="0" indent="0" algn="l" defTabSz="228600" rtl="0" eaLnBrk="1" fontAlgn="auto" latinLnBrk="0" hangingPunct="1">
              <a:lnSpc>
                <a:spcPct val="110000"/>
              </a:lnSpc>
              <a:spcBef>
                <a:spcPts val="300"/>
              </a:spcBef>
              <a:spcAft>
                <a:spcPts val="300"/>
              </a:spcAft>
              <a:buClrTx/>
              <a:buSzTx/>
              <a:buFontTx/>
              <a:buNone/>
              <a:tabLst/>
              <a:defRPr sz="1400" b="1">
                <a:solidFill>
                  <a:srgbClr val="2E3238"/>
                </a:solidFill>
              </a:defRPr>
            </a:pPr>
            <a:r>
              <a:rPr kumimoji="0" lang="en-US" sz="6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600" b="0" i="0" u="none" strike="noStrike" kern="1200" cap="none" spc="0" normalizeH="0" baseline="30000" noProof="0">
                <a:ln>
                  <a:noFill/>
                </a:ln>
                <a:solidFill>
                  <a:schemeClr val="tx1"/>
                </a:solidFill>
                <a:effectLst/>
                <a:uLnTx/>
                <a:uFillTx/>
                <a:latin typeface="+mn-lt"/>
                <a:ea typeface="+mn-ea"/>
                <a:cs typeface="+mn-cs"/>
              </a:rPr>
              <a:t>®</a:t>
            </a:r>
            <a:r>
              <a:rPr kumimoji="0" lang="en-US" sz="6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600" b="0" i="0" u="none" strike="noStrike" kern="1200" cap="none" spc="0" normalizeH="0" baseline="30000" noProof="0">
                <a:ln>
                  <a:noFill/>
                </a:ln>
                <a:solidFill>
                  <a:schemeClr val="tx1"/>
                </a:solidFill>
                <a:effectLst/>
                <a:uLnTx/>
                <a:uFillTx/>
                <a:latin typeface="+mn-lt"/>
                <a:ea typeface="+mn-ea"/>
                <a:cs typeface="+mn-cs"/>
              </a:rPr>
              <a:t>®</a:t>
            </a:r>
            <a:r>
              <a:rPr kumimoji="0" lang="en-US" sz="600" b="0" i="0" u="none" strike="noStrike" kern="1200" cap="none" spc="0" normalizeH="0" baseline="0" noProof="0">
                <a:ln>
                  <a:noFill/>
                </a:ln>
                <a:solidFill>
                  <a:schemeClr val="tx1"/>
                </a:solidFill>
                <a:effectLst/>
                <a:uLnTx/>
                <a:uFillTx/>
                <a:latin typeface="+mn-lt"/>
                <a:ea typeface="+mn-ea"/>
                <a:cs typeface="+mn-cs"/>
              </a:rPr>
              <a:t> and </a:t>
            </a:r>
            <a:br>
              <a:rPr kumimoji="0" lang="en-US" sz="600" b="0" i="0" u="none" strike="noStrike" kern="1200" cap="none" spc="0" normalizeH="0" baseline="0" noProof="0">
                <a:ln>
                  <a:noFill/>
                </a:ln>
                <a:solidFill>
                  <a:schemeClr val="tx1"/>
                </a:solidFill>
                <a:effectLst/>
                <a:uLnTx/>
                <a:uFillTx/>
                <a:latin typeface="+mn-lt"/>
                <a:ea typeface="+mn-ea"/>
                <a:cs typeface="+mn-cs"/>
              </a:rPr>
            </a:br>
            <a:r>
              <a:rPr kumimoji="0" lang="en-US" sz="6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600" b="0" i="0" u="none" strike="noStrike" kern="1200" cap="none" spc="0" normalizeH="0" baseline="0" noProof="0">
                <a:ln>
                  <a:noFill/>
                </a:ln>
                <a:solidFill>
                  <a:schemeClr val="tx1"/>
                </a:solidFill>
                <a:effectLst/>
                <a:uLnTx/>
                <a:uFillTx/>
                <a:latin typeface="+mn-lt"/>
                <a:ea typeface="+mn-ea"/>
                <a:cs typeface="+mn-cs"/>
              </a:rPr>
            </a:br>
            <a:r>
              <a:rPr kumimoji="0" lang="en-US" sz="6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600" b="0" i="0" u="none" strike="noStrike" kern="1200" cap="none" spc="0" normalizeH="0" baseline="0" noProof="0">
                <a:ln>
                  <a:noFill/>
                </a:ln>
                <a:solidFill>
                  <a:schemeClr val="tx1"/>
                </a:solidFill>
                <a:effectLst/>
                <a:uLnTx/>
                <a:uFillTx/>
                <a:latin typeface="+mn-lt"/>
                <a:ea typeface="+mn-ea"/>
                <a:cs typeface="+mn-cs"/>
              </a:rPr>
            </a:br>
            <a:r>
              <a:rPr kumimoji="0" lang="en-US" sz="6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700" cap="none" baseline="0">
              <a:solidFill>
                <a:schemeClr val="tx1"/>
              </a:solidFill>
            </a:endParaRPr>
          </a:p>
          <a:p>
            <a:pPr>
              <a:spcBef>
                <a:spcPts val="300"/>
              </a:spcBef>
              <a:spcAft>
                <a:spcPts val="300"/>
              </a:spcAft>
            </a:pPr>
            <a:endParaRPr lang="en-US" sz="450">
              <a:solidFill>
                <a:schemeClr val="tx1"/>
              </a:solidFill>
            </a:endParaRPr>
          </a:p>
        </p:txBody>
      </p:sp>
      <p:pic>
        <p:nvPicPr>
          <p:cNvPr id="6" name="Graphic 5">
            <a:extLst>
              <a:ext uri="{FF2B5EF4-FFF2-40B4-BE49-F238E27FC236}">
                <a16:creationId xmlns:a16="http://schemas.microsoft.com/office/drawing/2014/main" id="{AC0FA533-2CE7-6E47-81C4-BFCDCCE0C1C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27903" y="5837209"/>
            <a:ext cx="2441448" cy="756849"/>
          </a:xfrm>
          <a:prstGeom prst="rect">
            <a:avLst/>
          </a:prstGeom>
        </p:spPr>
      </p:pic>
      <p:sp>
        <p:nvSpPr>
          <p:cNvPr id="8" name="Title 1">
            <a:extLst>
              <a:ext uri="{FF2B5EF4-FFF2-40B4-BE49-F238E27FC236}">
                <a16:creationId xmlns:a16="http://schemas.microsoft.com/office/drawing/2014/main" id="{1D0A5DDB-735A-4943-B6C8-C8D38CE28960}"/>
              </a:ext>
            </a:extLst>
          </p:cNvPr>
          <p:cNvSpPr txBox="1">
            <a:spLocks/>
          </p:cNvSpPr>
          <p:nvPr userDrawn="1"/>
        </p:nvSpPr>
        <p:spPr>
          <a:xfrm>
            <a:off x="297657" y="140639"/>
            <a:ext cx="5693568" cy="1031051"/>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914400" rtl="0" eaLnBrk="1" latinLnBrk="0" hangingPunct="1">
              <a:lnSpc>
                <a:spcPct val="100000"/>
              </a:lnSpc>
              <a:spcBef>
                <a:spcPct val="0"/>
              </a:spcBef>
              <a:buNone/>
            </a:pPr>
            <a:r>
              <a:rPr lang="en-US" sz="67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624A405F-8B3B-B4AB-17B8-B5417AC9E53C}"/>
              </a:ext>
            </a:extLst>
          </p:cNvPr>
          <p:cNvSpPr/>
          <p:nvPr userDrawn="1"/>
        </p:nvSpPr>
        <p:spPr>
          <a:xfrm>
            <a:off x="9226552"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4214619940"/>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userDrawn="1">
  <p:cSld name="Thank you ASIA">
    <p:bg>
      <p:bgPr>
        <a:solidFill>
          <a:schemeClr val="tx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497F4D2-160B-C97C-40D9-A804160E6AD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97657" y="0"/>
            <a:ext cx="8674893" cy="6858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8972550" y="0"/>
            <a:ext cx="321945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9226296" y="310896"/>
            <a:ext cx="2596896" cy="618515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228600" rtl="0" eaLnBrk="1" latinLnBrk="0" hangingPunct="1">
              <a:lnSpc>
                <a:spcPct val="110000"/>
              </a:lnSpc>
              <a:spcBef>
                <a:spcPts val="300"/>
              </a:spcBef>
              <a:spcAft>
                <a:spcPts val="300"/>
              </a:spcAft>
            </a:pPr>
            <a:r>
              <a:rPr lang="en-US" sz="1500" b="1" kern="1200">
                <a:solidFill>
                  <a:schemeClr val="tx1"/>
                </a:solidFill>
                <a:latin typeface="+mn-lt"/>
                <a:ea typeface="+mn-ea"/>
                <a:cs typeface="+mn-cs"/>
              </a:rPr>
              <a:t>Rackspace Technology</a:t>
            </a:r>
          </a:p>
          <a:p>
            <a:pPr marL="0" marR="0" lvl="0" indent="0" algn="l" defTabSz="228600" rtl="0" eaLnBrk="1" fontAlgn="auto" latinLnBrk="0" hangingPunct="1">
              <a:lnSpc>
                <a:spcPct val="110000"/>
              </a:lnSpc>
              <a:spcBef>
                <a:spcPts val="300"/>
              </a:spcBef>
              <a:spcAft>
                <a:spcPts val="600"/>
              </a:spcAft>
              <a:buClrTx/>
              <a:buSzTx/>
              <a:buFontTx/>
              <a:buNone/>
              <a:tabLst/>
              <a:defRPr/>
            </a:pPr>
            <a:r>
              <a:rPr lang="en-US" sz="1500" kern="1200" cap="none">
                <a:solidFill>
                  <a:schemeClr val="tx1"/>
                </a:solidFill>
                <a:latin typeface="+mn-lt"/>
                <a:ea typeface="+mn-ea"/>
                <a:cs typeface="+mn-cs"/>
              </a:rPr>
              <a:t>9/F., Cambridge House</a:t>
            </a:r>
            <a:br>
              <a:rPr lang="en-US" sz="1500" kern="1200" cap="none">
                <a:solidFill>
                  <a:schemeClr val="tx1"/>
                </a:solidFill>
                <a:latin typeface="+mn-lt"/>
                <a:ea typeface="+mn-ea"/>
                <a:cs typeface="+mn-cs"/>
              </a:rPr>
            </a:br>
            <a:r>
              <a:rPr lang="en-US" sz="1500" kern="1200" cap="none">
                <a:solidFill>
                  <a:schemeClr val="tx1"/>
                </a:solidFill>
                <a:latin typeface="+mn-lt"/>
                <a:ea typeface="+mn-ea"/>
                <a:cs typeface="+mn-cs"/>
              </a:rPr>
              <a:t>Taikoo Place, 979 King's Road</a:t>
            </a:r>
            <a:br>
              <a:rPr lang="en-US" sz="1500" kern="1200" cap="none">
                <a:solidFill>
                  <a:schemeClr val="tx1"/>
                </a:solidFill>
                <a:latin typeface="+mn-lt"/>
                <a:ea typeface="+mn-ea"/>
                <a:cs typeface="+mn-cs"/>
              </a:rPr>
            </a:br>
            <a:r>
              <a:rPr lang="en-US" sz="1500" kern="1200" cap="none">
                <a:solidFill>
                  <a:schemeClr val="tx1"/>
                </a:solidFill>
                <a:latin typeface="+mn-lt"/>
                <a:ea typeface="+mn-ea"/>
                <a:cs typeface="+mn-cs"/>
              </a:rPr>
              <a:t>Quarry Bay, Hong Kong</a:t>
            </a:r>
          </a:p>
          <a:p>
            <a:pPr marL="0" algn="l" defTabSz="228600" rtl="0" eaLnBrk="1" latinLnBrk="0" hangingPunct="1">
              <a:lnSpc>
                <a:spcPct val="110000"/>
              </a:lnSpc>
              <a:spcBef>
                <a:spcPts val="300"/>
              </a:spcBef>
              <a:spcAft>
                <a:spcPts val="0"/>
              </a:spcAft>
            </a:pPr>
            <a:r>
              <a:rPr lang="en-US" sz="1500" kern="1200" cap="none">
                <a:solidFill>
                  <a:schemeClr val="tx1"/>
                </a:solidFill>
                <a:latin typeface="+mn-lt"/>
                <a:ea typeface="+mn-ea"/>
                <a:cs typeface="+mn-cs"/>
              </a:rPr>
              <a:t>China: +86 21 5058 8808 </a:t>
            </a:r>
          </a:p>
          <a:p>
            <a:pPr marL="0" algn="l" defTabSz="228600" rtl="0" eaLnBrk="1" latinLnBrk="0" hangingPunct="1">
              <a:lnSpc>
                <a:spcPct val="110000"/>
              </a:lnSpc>
              <a:spcBef>
                <a:spcPts val="300"/>
              </a:spcBef>
              <a:spcAft>
                <a:spcPts val="0"/>
              </a:spcAft>
            </a:pPr>
            <a:r>
              <a:rPr lang="en-US" sz="1500" kern="1200" cap="none">
                <a:solidFill>
                  <a:schemeClr val="tx1"/>
                </a:solidFill>
                <a:latin typeface="+mn-lt"/>
                <a:ea typeface="+mn-ea"/>
                <a:cs typeface="+mn-cs"/>
              </a:rPr>
              <a:t>Hong Kong: +852 3752 6488 </a:t>
            </a:r>
          </a:p>
          <a:p>
            <a:pPr marL="0" algn="l" defTabSz="228600" rtl="0" eaLnBrk="1" latinLnBrk="0" hangingPunct="1">
              <a:lnSpc>
                <a:spcPct val="110000"/>
              </a:lnSpc>
              <a:spcBef>
                <a:spcPts val="300"/>
              </a:spcBef>
              <a:spcAft>
                <a:spcPts val="0"/>
              </a:spcAft>
            </a:pPr>
            <a:r>
              <a:rPr lang="en-US" sz="1500" kern="1200" cap="none">
                <a:solidFill>
                  <a:schemeClr val="tx1"/>
                </a:solidFill>
                <a:latin typeface="+mn-lt"/>
                <a:ea typeface="+mn-ea"/>
                <a:cs typeface="+mn-cs"/>
              </a:rPr>
              <a:t>India: 000800 100 8796</a:t>
            </a:r>
          </a:p>
          <a:p>
            <a:pPr marL="0" algn="l" defTabSz="228600" rtl="0" eaLnBrk="1" latinLnBrk="0" hangingPunct="1">
              <a:lnSpc>
                <a:spcPct val="110000"/>
              </a:lnSpc>
              <a:spcBef>
                <a:spcPts val="300"/>
              </a:spcBef>
              <a:spcAft>
                <a:spcPts val="0"/>
              </a:spcAft>
            </a:pPr>
            <a:r>
              <a:rPr lang="en-US" sz="1500" kern="1200" cap="none">
                <a:solidFill>
                  <a:schemeClr val="tx1"/>
                </a:solidFill>
                <a:latin typeface="+mn-lt"/>
                <a:ea typeface="+mn-ea"/>
                <a:cs typeface="+mn-cs"/>
              </a:rPr>
              <a:t>Philippines: 1 800 1110 1468 </a:t>
            </a:r>
          </a:p>
          <a:p>
            <a:pPr marL="0" algn="l" defTabSz="228600" rtl="0" eaLnBrk="1" latinLnBrk="0" hangingPunct="1">
              <a:lnSpc>
                <a:spcPct val="110000"/>
              </a:lnSpc>
              <a:spcBef>
                <a:spcPts val="300"/>
              </a:spcBef>
              <a:spcAft>
                <a:spcPts val="0"/>
              </a:spcAft>
            </a:pPr>
            <a:r>
              <a:rPr lang="en-US" sz="1500" kern="1200" cap="none">
                <a:solidFill>
                  <a:schemeClr val="tx1"/>
                </a:solidFill>
                <a:latin typeface="+mn-lt"/>
                <a:ea typeface="+mn-ea"/>
                <a:cs typeface="+mn-cs"/>
              </a:rPr>
              <a:t>Singapore: +65 6428 6102 </a:t>
            </a:r>
          </a:p>
          <a:p>
            <a:pPr marL="0" algn="l" defTabSz="228600" rtl="0" eaLnBrk="1" latinLnBrk="0" hangingPunct="1">
              <a:lnSpc>
                <a:spcPct val="110000"/>
              </a:lnSpc>
              <a:spcBef>
                <a:spcPts val="300"/>
              </a:spcBef>
              <a:spcAft>
                <a:spcPts val="0"/>
              </a:spcAft>
            </a:pPr>
            <a:r>
              <a:rPr lang="en-US" sz="1500" kern="1200" cap="none">
                <a:solidFill>
                  <a:schemeClr val="tx1"/>
                </a:solidFill>
                <a:latin typeface="+mn-lt"/>
                <a:ea typeface="+mn-ea"/>
                <a:cs typeface="+mn-cs"/>
              </a:rPr>
              <a:t>Taiwan: +886 2 2650 7441</a:t>
            </a:r>
          </a:p>
          <a:p>
            <a:pPr marL="0" algn="l" defTabSz="228600" rtl="0" eaLnBrk="1" latinLnBrk="0" hangingPunct="1">
              <a:lnSpc>
                <a:spcPct val="110000"/>
              </a:lnSpc>
              <a:spcBef>
                <a:spcPts val="300"/>
              </a:spcBef>
              <a:spcAft>
                <a:spcPts val="600"/>
              </a:spcAft>
            </a:pPr>
            <a:r>
              <a:rPr lang="en-US" sz="1500" kern="1200" cap="none">
                <a:solidFill>
                  <a:schemeClr val="tx1"/>
                </a:solidFill>
                <a:latin typeface="+mn-lt"/>
                <a:ea typeface="+mn-ea"/>
                <a:cs typeface="+mn-cs"/>
              </a:rPr>
              <a:t>Thailand: +66 2105 5712 </a:t>
            </a:r>
          </a:p>
          <a:p>
            <a:pPr marL="0" algn="l" defTabSz="228600" rtl="0" eaLnBrk="1" latinLnBrk="0" hangingPunct="1">
              <a:lnSpc>
                <a:spcPct val="110000"/>
              </a:lnSpc>
              <a:spcBef>
                <a:spcPts val="300"/>
              </a:spcBef>
              <a:spcAft>
                <a:spcPts val="1800"/>
              </a:spcAft>
            </a:pPr>
            <a:r>
              <a:rPr lang="en-US" sz="1500" b="1" kern="1200" cap="none">
                <a:solidFill>
                  <a:schemeClr val="tx1"/>
                </a:solidFill>
                <a:latin typeface="+mn-lt"/>
                <a:ea typeface="+mn-ea"/>
                <a:cs typeface="+mn-cs"/>
              </a:rPr>
              <a:t>www.rackspace.com</a:t>
            </a:r>
          </a:p>
          <a:p>
            <a:pPr marL="0" marR="0" lvl="0" indent="0" algn="l" defTabSz="228600" rtl="0" eaLnBrk="1" fontAlgn="auto" latinLnBrk="0" hangingPunct="1">
              <a:lnSpc>
                <a:spcPct val="110000"/>
              </a:lnSpc>
              <a:spcBef>
                <a:spcPts val="300"/>
              </a:spcBef>
              <a:spcAft>
                <a:spcPts val="300"/>
              </a:spcAft>
              <a:buClrTx/>
              <a:buSzTx/>
              <a:buFontTx/>
              <a:buNone/>
              <a:tabLst/>
              <a:defRPr sz="1400" b="1">
                <a:solidFill>
                  <a:srgbClr val="2E3238"/>
                </a:solidFill>
              </a:defRPr>
            </a:pPr>
            <a:r>
              <a:rPr kumimoji="0" lang="en-US" sz="6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600" b="0" i="0" u="none" strike="noStrike" kern="1200" cap="none" spc="0" normalizeH="0" baseline="30000" noProof="0">
                <a:ln>
                  <a:noFill/>
                </a:ln>
                <a:solidFill>
                  <a:schemeClr val="tx1"/>
                </a:solidFill>
                <a:effectLst/>
                <a:uLnTx/>
                <a:uFillTx/>
                <a:latin typeface="+mn-lt"/>
                <a:ea typeface="+mn-ea"/>
                <a:cs typeface="+mn-cs"/>
              </a:rPr>
              <a:t>®</a:t>
            </a:r>
            <a:r>
              <a:rPr kumimoji="0" lang="en-US" sz="6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600" b="0" i="0" u="none" strike="noStrike" kern="1200" cap="none" spc="0" normalizeH="0" baseline="30000" noProof="0">
                <a:ln>
                  <a:noFill/>
                </a:ln>
                <a:solidFill>
                  <a:schemeClr val="tx1"/>
                </a:solidFill>
                <a:effectLst/>
                <a:uLnTx/>
                <a:uFillTx/>
                <a:latin typeface="+mn-lt"/>
                <a:ea typeface="+mn-ea"/>
                <a:cs typeface="+mn-cs"/>
              </a:rPr>
              <a:t>®</a:t>
            </a:r>
            <a:r>
              <a:rPr kumimoji="0" lang="en-US" sz="600" b="0" i="0" u="none" strike="noStrike" kern="1200" cap="none" spc="0" normalizeH="0" baseline="0" noProof="0">
                <a:ln>
                  <a:noFill/>
                </a:ln>
                <a:solidFill>
                  <a:schemeClr val="tx1"/>
                </a:solidFill>
                <a:effectLst/>
                <a:uLnTx/>
                <a:uFillTx/>
                <a:latin typeface="+mn-lt"/>
                <a:ea typeface="+mn-ea"/>
                <a:cs typeface="+mn-cs"/>
              </a:rPr>
              <a:t> and </a:t>
            </a:r>
            <a:br>
              <a:rPr kumimoji="0" lang="en-US" sz="600" b="0" i="0" u="none" strike="noStrike" kern="1200" cap="none" spc="0" normalizeH="0" baseline="0" noProof="0">
                <a:ln>
                  <a:noFill/>
                </a:ln>
                <a:solidFill>
                  <a:schemeClr val="tx1"/>
                </a:solidFill>
                <a:effectLst/>
                <a:uLnTx/>
                <a:uFillTx/>
                <a:latin typeface="+mn-lt"/>
                <a:ea typeface="+mn-ea"/>
                <a:cs typeface="+mn-cs"/>
              </a:rPr>
            </a:br>
            <a:r>
              <a:rPr kumimoji="0" lang="en-US" sz="6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600" b="0" i="0" u="none" strike="noStrike" kern="1200" cap="none" spc="0" normalizeH="0" baseline="0" noProof="0">
                <a:ln>
                  <a:noFill/>
                </a:ln>
                <a:solidFill>
                  <a:schemeClr val="tx1"/>
                </a:solidFill>
                <a:effectLst/>
                <a:uLnTx/>
                <a:uFillTx/>
                <a:latin typeface="+mn-lt"/>
                <a:ea typeface="+mn-ea"/>
                <a:cs typeface="+mn-cs"/>
              </a:rPr>
            </a:br>
            <a:r>
              <a:rPr kumimoji="0" lang="en-US" sz="6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600" b="0" i="0" u="none" strike="noStrike" kern="1200" cap="none" spc="0" normalizeH="0" baseline="0" noProof="0">
                <a:ln>
                  <a:noFill/>
                </a:ln>
                <a:solidFill>
                  <a:schemeClr val="tx1"/>
                </a:solidFill>
                <a:effectLst/>
                <a:uLnTx/>
                <a:uFillTx/>
                <a:latin typeface="+mn-lt"/>
                <a:ea typeface="+mn-ea"/>
                <a:cs typeface="+mn-cs"/>
              </a:rPr>
            </a:br>
            <a:r>
              <a:rPr kumimoji="0" lang="en-US" sz="6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700" cap="none" baseline="0">
              <a:solidFill>
                <a:schemeClr val="tx1"/>
              </a:solidFill>
            </a:endParaRPr>
          </a:p>
          <a:p>
            <a:pPr>
              <a:spcBef>
                <a:spcPts val="300"/>
              </a:spcBef>
              <a:spcAft>
                <a:spcPts val="300"/>
              </a:spcAft>
            </a:pPr>
            <a:endParaRPr lang="en-US" sz="450">
              <a:solidFill>
                <a:schemeClr val="tx1"/>
              </a:solidFill>
            </a:endParaRPr>
          </a:p>
        </p:txBody>
      </p:sp>
      <p:pic>
        <p:nvPicPr>
          <p:cNvPr id="6" name="Graphic 5">
            <a:extLst>
              <a:ext uri="{FF2B5EF4-FFF2-40B4-BE49-F238E27FC236}">
                <a16:creationId xmlns:a16="http://schemas.microsoft.com/office/drawing/2014/main" id="{55E1009B-6DDE-3A4A-A67D-3789AA6DC5A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27903" y="5837209"/>
            <a:ext cx="2441448" cy="756849"/>
          </a:xfrm>
          <a:prstGeom prst="rect">
            <a:avLst/>
          </a:prstGeom>
        </p:spPr>
      </p:pic>
      <p:sp>
        <p:nvSpPr>
          <p:cNvPr id="8" name="Title 1">
            <a:extLst>
              <a:ext uri="{FF2B5EF4-FFF2-40B4-BE49-F238E27FC236}">
                <a16:creationId xmlns:a16="http://schemas.microsoft.com/office/drawing/2014/main" id="{62B38B6C-0963-FC49-B60A-104F4423F171}"/>
              </a:ext>
            </a:extLst>
          </p:cNvPr>
          <p:cNvSpPr txBox="1">
            <a:spLocks/>
          </p:cNvSpPr>
          <p:nvPr userDrawn="1"/>
        </p:nvSpPr>
        <p:spPr>
          <a:xfrm>
            <a:off x="297657" y="140639"/>
            <a:ext cx="5693568" cy="1031051"/>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914400" rtl="0" eaLnBrk="1" latinLnBrk="0" hangingPunct="1">
              <a:lnSpc>
                <a:spcPct val="100000"/>
              </a:lnSpc>
              <a:spcBef>
                <a:spcPct val="0"/>
              </a:spcBef>
              <a:buNone/>
            </a:pPr>
            <a:r>
              <a:rPr lang="en-US" sz="6700" kern="1200">
                <a:ln w="9525">
                  <a:noFill/>
                </a:ln>
                <a:solidFill>
                  <a:schemeClr val="bg1"/>
                </a:solidFill>
                <a:latin typeface="+mj-lt"/>
                <a:ea typeface="+mj-ea"/>
                <a:cs typeface="+mj-cs"/>
              </a:rPr>
              <a:t>Thank you</a:t>
            </a:r>
          </a:p>
        </p:txBody>
      </p:sp>
      <p:sp>
        <p:nvSpPr>
          <p:cNvPr id="4" name="Graphic 2">
            <a:extLst>
              <a:ext uri="{FF2B5EF4-FFF2-40B4-BE49-F238E27FC236}">
                <a16:creationId xmlns:a16="http://schemas.microsoft.com/office/drawing/2014/main" id="{3B656623-07C0-9359-8C07-651BB1DF88A2}"/>
              </a:ext>
            </a:extLst>
          </p:cNvPr>
          <p:cNvSpPr/>
          <p:nvPr userDrawn="1"/>
        </p:nvSpPr>
        <p:spPr>
          <a:xfrm>
            <a:off x="9226552"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4148599746"/>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2_Logo">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F4F7020-A4CC-335A-1D32-F7778AF48C3F}"/>
              </a:ext>
            </a:extLst>
          </p:cNvPr>
          <p:cNvPicPr>
            <a:picLocks noChangeAspect="1"/>
          </p:cNvPicPr>
          <p:nvPr userDrawn="1"/>
        </p:nvPicPr>
        <p:blipFill>
          <a:blip r:embed="rId2"/>
          <a:stretch>
            <a:fillRect/>
          </a:stretch>
        </p:blipFill>
        <p:spPr>
          <a:xfrm>
            <a:off x="838200" y="0"/>
            <a:ext cx="10515600" cy="6858000"/>
          </a:xfrm>
          <a:prstGeom prst="rect">
            <a:avLst/>
          </a:prstGeom>
        </p:spPr>
      </p:pic>
      <p:sp>
        <p:nvSpPr>
          <p:cNvPr id="7" name="Graphic 5">
            <a:extLst>
              <a:ext uri="{FF2B5EF4-FFF2-40B4-BE49-F238E27FC236}">
                <a16:creationId xmlns:a16="http://schemas.microsoft.com/office/drawing/2014/main" id="{08DE7455-B783-AA7A-0958-9BF73F5F802D}"/>
              </a:ext>
            </a:extLst>
          </p:cNvPr>
          <p:cNvSpPr>
            <a:spLocks noChangeAspect="1"/>
          </p:cNvSpPr>
          <p:nvPr/>
        </p:nvSpPr>
        <p:spPr>
          <a:xfrm>
            <a:off x="2823505" y="2807208"/>
            <a:ext cx="6544990" cy="1243584"/>
          </a:xfrm>
          <a:custGeom>
            <a:avLst/>
            <a:gdLst>
              <a:gd name="connsiteX0" fmla="*/ 3216560 w 4875349"/>
              <a:gd name="connsiteY0" fmla="*/ 504882 h 926343"/>
              <a:gd name="connsiteX1" fmla="*/ 3216558 w 4875349"/>
              <a:gd name="connsiteY1" fmla="*/ 113422 h 926343"/>
              <a:gd name="connsiteX2" fmla="*/ 3240379 w 4875349"/>
              <a:gd name="connsiteY2" fmla="*/ 113422 h 926343"/>
              <a:gd name="connsiteX3" fmla="*/ 3240381 w 4875349"/>
              <a:gd name="connsiteY3" fmla="*/ 504882 h 926343"/>
              <a:gd name="connsiteX4" fmla="*/ 3216560 w 4875349"/>
              <a:gd name="connsiteY4" fmla="*/ 504882 h 926343"/>
              <a:gd name="connsiteX5" fmla="*/ 4045162 w 4875349"/>
              <a:gd name="connsiteY5" fmla="*/ 501503 h 926343"/>
              <a:gd name="connsiteX6" fmla="*/ 4065592 w 4875349"/>
              <a:gd name="connsiteY6" fmla="*/ 501503 h 926343"/>
              <a:gd name="connsiteX7" fmla="*/ 4065592 w 4875349"/>
              <a:gd name="connsiteY7" fmla="*/ 436819 h 926343"/>
              <a:gd name="connsiteX8" fmla="*/ 4113948 w 4875349"/>
              <a:gd name="connsiteY8" fmla="*/ 436819 h 926343"/>
              <a:gd name="connsiteX9" fmla="*/ 4113948 w 4875349"/>
              <a:gd name="connsiteY9" fmla="*/ 420806 h 926343"/>
              <a:gd name="connsiteX10" fmla="*/ 4065592 w 4875349"/>
              <a:gd name="connsiteY10" fmla="*/ 420806 h 926343"/>
              <a:gd name="connsiteX11" fmla="*/ 4065592 w 4875349"/>
              <a:gd name="connsiteY11" fmla="*/ 370635 h 926343"/>
              <a:gd name="connsiteX12" fmla="*/ 4121465 w 4875349"/>
              <a:gd name="connsiteY12" fmla="*/ 370635 h 926343"/>
              <a:gd name="connsiteX13" fmla="*/ 4123838 w 4875349"/>
              <a:gd name="connsiteY13" fmla="*/ 354398 h 926343"/>
              <a:gd name="connsiteX14" fmla="*/ 4045162 w 4875349"/>
              <a:gd name="connsiteY14" fmla="*/ 354398 h 926343"/>
              <a:gd name="connsiteX15" fmla="*/ 4045162 w 4875349"/>
              <a:gd name="connsiteY15" fmla="*/ 501503 h 926343"/>
              <a:gd name="connsiteX16" fmla="*/ 4173291 w 4875349"/>
              <a:gd name="connsiteY16" fmla="*/ 348426 h 926343"/>
              <a:gd name="connsiteX17" fmla="*/ 4159329 w 4875349"/>
              <a:gd name="connsiteY17" fmla="*/ 361661 h 926343"/>
              <a:gd name="connsiteX18" fmla="*/ 4145567 w 4875349"/>
              <a:gd name="connsiteY18" fmla="*/ 348426 h 926343"/>
              <a:gd name="connsiteX19" fmla="*/ 4159329 w 4875349"/>
              <a:gd name="connsiteY19" fmla="*/ 334968 h 926343"/>
              <a:gd name="connsiteX20" fmla="*/ 4173291 w 4875349"/>
              <a:gd name="connsiteY20" fmla="*/ 348426 h 926343"/>
              <a:gd name="connsiteX21" fmla="*/ 4169419 w 4875349"/>
              <a:gd name="connsiteY21" fmla="*/ 501497 h 926343"/>
              <a:gd name="connsiteX22" fmla="*/ 4149638 w 4875349"/>
              <a:gd name="connsiteY22" fmla="*/ 501497 h 926343"/>
              <a:gd name="connsiteX23" fmla="*/ 4149638 w 4875349"/>
              <a:gd name="connsiteY23" fmla="*/ 388985 h 926343"/>
              <a:gd name="connsiteX24" fmla="*/ 4169419 w 4875349"/>
              <a:gd name="connsiteY24" fmla="*/ 388985 h 926343"/>
              <a:gd name="connsiteX25" fmla="*/ 4169419 w 4875349"/>
              <a:gd name="connsiteY25" fmla="*/ 501497 h 926343"/>
              <a:gd name="connsiteX26" fmla="*/ 4270675 w 4875349"/>
              <a:gd name="connsiteY26" fmla="*/ 387709 h 926343"/>
              <a:gd name="connsiteX27" fmla="*/ 4267016 w 4875349"/>
              <a:gd name="connsiteY27" fmla="*/ 406922 h 926343"/>
              <a:gd name="connsiteX28" fmla="*/ 4257138 w 4875349"/>
              <a:gd name="connsiteY28" fmla="*/ 405632 h 926343"/>
              <a:gd name="connsiteX29" fmla="*/ 4230050 w 4875349"/>
              <a:gd name="connsiteY29" fmla="*/ 437236 h 926343"/>
              <a:gd name="connsiteX30" fmla="*/ 4230050 w 4875349"/>
              <a:gd name="connsiteY30" fmla="*/ 501498 h 926343"/>
              <a:gd name="connsiteX31" fmla="*/ 4210269 w 4875349"/>
              <a:gd name="connsiteY31" fmla="*/ 501498 h 926343"/>
              <a:gd name="connsiteX32" fmla="*/ 4210269 w 4875349"/>
              <a:gd name="connsiteY32" fmla="*/ 388999 h 926343"/>
              <a:gd name="connsiteX33" fmla="*/ 4227253 w 4875349"/>
              <a:gd name="connsiteY33" fmla="*/ 388999 h 926343"/>
              <a:gd name="connsiteX34" fmla="*/ 4229188 w 4875349"/>
              <a:gd name="connsiteY34" fmla="*/ 411834 h 926343"/>
              <a:gd name="connsiteX35" fmla="*/ 4259498 w 4875349"/>
              <a:gd name="connsiteY35" fmla="*/ 386419 h 926343"/>
              <a:gd name="connsiteX36" fmla="*/ 4270675 w 4875349"/>
              <a:gd name="connsiteY36" fmla="*/ 387709 h 926343"/>
              <a:gd name="connsiteX37" fmla="*/ 4362473 w 4875349"/>
              <a:gd name="connsiteY37" fmla="*/ 399240 h 926343"/>
              <a:gd name="connsiteX38" fmla="*/ 4354080 w 4875349"/>
              <a:gd name="connsiteY38" fmla="*/ 411619 h 926343"/>
              <a:gd name="connsiteX39" fmla="*/ 4324646 w 4875349"/>
              <a:gd name="connsiteY39" fmla="*/ 402019 h 926343"/>
              <a:gd name="connsiteX40" fmla="*/ 4303790 w 4875349"/>
              <a:gd name="connsiteY40" fmla="*/ 416742 h 926343"/>
              <a:gd name="connsiteX41" fmla="*/ 4328079 w 4875349"/>
              <a:gd name="connsiteY41" fmla="*/ 434888 h 926343"/>
              <a:gd name="connsiteX42" fmla="*/ 4365695 w 4875349"/>
              <a:gd name="connsiteY42" fmla="*/ 469903 h 926343"/>
              <a:gd name="connsiteX43" fmla="*/ 4320986 w 4875349"/>
              <a:gd name="connsiteY43" fmla="*/ 504062 h 926343"/>
              <a:gd name="connsiteX44" fmla="*/ 4278214 w 4875349"/>
              <a:gd name="connsiteY44" fmla="*/ 489327 h 926343"/>
              <a:gd name="connsiteX45" fmla="*/ 4288741 w 4875349"/>
              <a:gd name="connsiteY45" fmla="*/ 477370 h 926343"/>
              <a:gd name="connsiteX46" fmla="*/ 4320549 w 4875349"/>
              <a:gd name="connsiteY46" fmla="*/ 488260 h 926343"/>
              <a:gd name="connsiteX47" fmla="*/ 4344839 w 4875349"/>
              <a:gd name="connsiteY47" fmla="*/ 471180 h 926343"/>
              <a:gd name="connsiteX48" fmla="*/ 4317327 w 4875349"/>
              <a:gd name="connsiteY48" fmla="*/ 450045 h 926343"/>
              <a:gd name="connsiteX49" fmla="*/ 4283147 w 4875349"/>
              <a:gd name="connsiteY49" fmla="*/ 417387 h 926343"/>
              <a:gd name="connsiteX50" fmla="*/ 4323996 w 4875349"/>
              <a:gd name="connsiteY50" fmla="*/ 386428 h 926343"/>
              <a:gd name="connsiteX51" fmla="*/ 4362473 w 4875349"/>
              <a:gd name="connsiteY51" fmla="*/ 399240 h 926343"/>
              <a:gd name="connsiteX52" fmla="*/ 4450831 w 4875349"/>
              <a:gd name="connsiteY52" fmla="*/ 496374 h 926343"/>
              <a:gd name="connsiteX53" fmla="*/ 4425467 w 4875349"/>
              <a:gd name="connsiteY53" fmla="*/ 504064 h 926343"/>
              <a:gd name="connsiteX54" fmla="*/ 4394933 w 4875349"/>
              <a:gd name="connsiteY54" fmla="*/ 472039 h 926343"/>
              <a:gd name="connsiteX55" fmla="*/ 4394933 w 4875349"/>
              <a:gd name="connsiteY55" fmla="*/ 404142 h 926343"/>
              <a:gd name="connsiteX56" fmla="*/ 4375164 w 4875349"/>
              <a:gd name="connsiteY56" fmla="*/ 404142 h 926343"/>
              <a:gd name="connsiteX57" fmla="*/ 4375164 w 4875349"/>
              <a:gd name="connsiteY57" fmla="*/ 388998 h 926343"/>
              <a:gd name="connsiteX58" fmla="*/ 4394933 w 4875349"/>
              <a:gd name="connsiteY58" fmla="*/ 388998 h 926343"/>
              <a:gd name="connsiteX59" fmla="*/ 4394933 w 4875349"/>
              <a:gd name="connsiteY59" fmla="*/ 363583 h 926343"/>
              <a:gd name="connsiteX60" fmla="*/ 4414715 w 4875349"/>
              <a:gd name="connsiteY60" fmla="*/ 361226 h 926343"/>
              <a:gd name="connsiteX61" fmla="*/ 4414715 w 4875349"/>
              <a:gd name="connsiteY61" fmla="*/ 388998 h 926343"/>
              <a:gd name="connsiteX62" fmla="*/ 4441590 w 4875349"/>
              <a:gd name="connsiteY62" fmla="*/ 388998 h 926343"/>
              <a:gd name="connsiteX63" fmla="*/ 4439429 w 4875349"/>
              <a:gd name="connsiteY63" fmla="*/ 404142 h 926343"/>
              <a:gd name="connsiteX64" fmla="*/ 4414715 w 4875349"/>
              <a:gd name="connsiteY64" fmla="*/ 404142 h 926343"/>
              <a:gd name="connsiteX65" fmla="*/ 4414715 w 4875349"/>
              <a:gd name="connsiteY65" fmla="*/ 471183 h 926343"/>
              <a:gd name="connsiteX66" fmla="*/ 4428252 w 4875349"/>
              <a:gd name="connsiteY66" fmla="*/ 487841 h 926343"/>
              <a:gd name="connsiteX67" fmla="*/ 4443301 w 4875349"/>
              <a:gd name="connsiteY67" fmla="*/ 483351 h 926343"/>
              <a:gd name="connsiteX68" fmla="*/ 4450831 w 4875349"/>
              <a:gd name="connsiteY68" fmla="*/ 496374 h 926343"/>
              <a:gd name="connsiteX69" fmla="*/ 4491457 w 4875349"/>
              <a:gd name="connsiteY69" fmla="*/ 489118 h 926343"/>
              <a:gd name="connsiteX70" fmla="*/ 4476408 w 4875349"/>
              <a:gd name="connsiteY70" fmla="*/ 504064 h 926343"/>
              <a:gd name="connsiteX71" fmla="*/ 4461572 w 4875349"/>
              <a:gd name="connsiteY71" fmla="*/ 489118 h 926343"/>
              <a:gd name="connsiteX72" fmla="*/ 4476408 w 4875349"/>
              <a:gd name="connsiteY72" fmla="*/ 474383 h 926343"/>
              <a:gd name="connsiteX73" fmla="*/ 4491457 w 4875349"/>
              <a:gd name="connsiteY73" fmla="*/ 489118 h 926343"/>
              <a:gd name="connsiteX74" fmla="*/ 3521774 w 4875349"/>
              <a:gd name="connsiteY74" fmla="*/ 366146 h 926343"/>
              <a:gd name="connsiteX75" fmla="*/ 3505002 w 4875349"/>
              <a:gd name="connsiteY75" fmla="*/ 385996 h 926343"/>
              <a:gd name="connsiteX76" fmla="*/ 3478129 w 4875349"/>
              <a:gd name="connsiteY76" fmla="*/ 375748 h 926343"/>
              <a:gd name="connsiteX77" fmla="*/ 3445681 w 4875349"/>
              <a:gd name="connsiteY77" fmla="*/ 427204 h 926343"/>
              <a:gd name="connsiteX78" fmla="*/ 3478562 w 4875349"/>
              <a:gd name="connsiteY78" fmla="*/ 478013 h 926343"/>
              <a:gd name="connsiteX79" fmla="*/ 3507795 w 4875349"/>
              <a:gd name="connsiteY79" fmla="*/ 466055 h 926343"/>
              <a:gd name="connsiteX80" fmla="*/ 3523496 w 4875349"/>
              <a:gd name="connsiteY80" fmla="*/ 486133 h 926343"/>
              <a:gd name="connsiteX81" fmla="*/ 3476841 w 4875349"/>
              <a:gd name="connsiteY81" fmla="*/ 505135 h 926343"/>
              <a:gd name="connsiteX82" fmla="*/ 3408707 w 4875349"/>
              <a:gd name="connsiteY82" fmla="*/ 427204 h 926343"/>
              <a:gd name="connsiteX83" fmla="*/ 3476419 w 4875349"/>
              <a:gd name="connsiteY83" fmla="*/ 349918 h 926343"/>
              <a:gd name="connsiteX84" fmla="*/ 3521774 w 4875349"/>
              <a:gd name="connsiteY84" fmla="*/ 366145 h 926343"/>
              <a:gd name="connsiteX85" fmla="*/ 3537463 w 4875349"/>
              <a:gd name="connsiteY85" fmla="*/ 472680 h 926343"/>
              <a:gd name="connsiteX86" fmla="*/ 3537463 w 4875349"/>
              <a:gd name="connsiteY86" fmla="*/ 343090 h 926343"/>
              <a:gd name="connsiteX87" fmla="*/ 3571428 w 4875349"/>
              <a:gd name="connsiteY87" fmla="*/ 339455 h 926343"/>
              <a:gd name="connsiteX88" fmla="*/ 3571428 w 4875349"/>
              <a:gd name="connsiteY88" fmla="*/ 471401 h 926343"/>
              <a:gd name="connsiteX89" fmla="*/ 3577231 w 4875349"/>
              <a:gd name="connsiteY89" fmla="*/ 478444 h 926343"/>
              <a:gd name="connsiteX90" fmla="*/ 3582818 w 4875349"/>
              <a:gd name="connsiteY90" fmla="*/ 477380 h 926343"/>
              <a:gd name="connsiteX91" fmla="*/ 3589475 w 4875349"/>
              <a:gd name="connsiteY91" fmla="*/ 501284 h 926343"/>
              <a:gd name="connsiteX92" fmla="*/ 3568839 w 4875349"/>
              <a:gd name="connsiteY92" fmla="*/ 505135 h 926343"/>
              <a:gd name="connsiteX93" fmla="*/ 3537463 w 4875349"/>
              <a:gd name="connsiteY93" fmla="*/ 472680 h 926343"/>
              <a:gd name="connsiteX94" fmla="*/ 3708782 w 4875349"/>
              <a:gd name="connsiteY94" fmla="*/ 444927 h 926343"/>
              <a:gd name="connsiteX95" fmla="*/ 3652892 w 4875349"/>
              <a:gd name="connsiteY95" fmla="*/ 505123 h 926343"/>
              <a:gd name="connsiteX96" fmla="*/ 3597003 w 4875349"/>
              <a:gd name="connsiteY96" fmla="*/ 444712 h 926343"/>
              <a:gd name="connsiteX97" fmla="*/ 3652892 w 4875349"/>
              <a:gd name="connsiteY97" fmla="*/ 384502 h 926343"/>
              <a:gd name="connsiteX98" fmla="*/ 3708782 w 4875349"/>
              <a:gd name="connsiteY98" fmla="*/ 444927 h 926343"/>
              <a:gd name="connsiteX99" fmla="*/ 3632256 w 4875349"/>
              <a:gd name="connsiteY99" fmla="*/ 444712 h 926343"/>
              <a:gd name="connsiteX100" fmla="*/ 3652892 w 4875349"/>
              <a:gd name="connsiteY100" fmla="*/ 480371 h 926343"/>
              <a:gd name="connsiteX101" fmla="*/ 3673529 w 4875349"/>
              <a:gd name="connsiteY101" fmla="*/ 444927 h 926343"/>
              <a:gd name="connsiteX102" fmla="*/ 3652892 w 4875349"/>
              <a:gd name="connsiteY102" fmla="*/ 409267 h 926343"/>
              <a:gd name="connsiteX103" fmla="*/ 3632256 w 4875349"/>
              <a:gd name="connsiteY103" fmla="*/ 444712 h 926343"/>
              <a:gd name="connsiteX104" fmla="*/ 3827431 w 4875349"/>
              <a:gd name="connsiteY104" fmla="*/ 501502 h 926343"/>
              <a:gd name="connsiteX105" fmla="*/ 3797981 w 4875349"/>
              <a:gd name="connsiteY105" fmla="*/ 501502 h 926343"/>
              <a:gd name="connsiteX106" fmla="*/ 3796477 w 4875349"/>
              <a:gd name="connsiteY106" fmla="*/ 487200 h 926343"/>
              <a:gd name="connsiteX107" fmla="*/ 3761874 w 4875349"/>
              <a:gd name="connsiteY107" fmla="*/ 505125 h 926343"/>
              <a:gd name="connsiteX108" fmla="*/ 3730052 w 4875349"/>
              <a:gd name="connsiteY108" fmla="*/ 469478 h 926343"/>
              <a:gd name="connsiteX109" fmla="*/ 3730052 w 4875349"/>
              <a:gd name="connsiteY109" fmla="*/ 388139 h 926343"/>
              <a:gd name="connsiteX110" fmla="*/ 3764017 w 4875349"/>
              <a:gd name="connsiteY110" fmla="*/ 388139 h 926343"/>
              <a:gd name="connsiteX111" fmla="*/ 3764017 w 4875349"/>
              <a:gd name="connsiteY111" fmla="*/ 465209 h 926343"/>
              <a:gd name="connsiteX112" fmla="*/ 3774985 w 4875349"/>
              <a:gd name="connsiteY112" fmla="*/ 480157 h 926343"/>
              <a:gd name="connsiteX113" fmla="*/ 3793466 w 4875349"/>
              <a:gd name="connsiteY113" fmla="*/ 466919 h 926343"/>
              <a:gd name="connsiteX114" fmla="*/ 3793466 w 4875349"/>
              <a:gd name="connsiteY114" fmla="*/ 388139 h 926343"/>
              <a:gd name="connsiteX115" fmla="*/ 3827431 w 4875349"/>
              <a:gd name="connsiteY115" fmla="*/ 388139 h 926343"/>
              <a:gd name="connsiteX116" fmla="*/ 3827431 w 4875349"/>
              <a:gd name="connsiteY116" fmla="*/ 501502 h 926343"/>
              <a:gd name="connsiteX117" fmla="*/ 3956398 w 4875349"/>
              <a:gd name="connsiteY117" fmla="*/ 343082 h 926343"/>
              <a:gd name="connsiteX118" fmla="*/ 3956398 w 4875349"/>
              <a:gd name="connsiteY118" fmla="*/ 501503 h 926343"/>
              <a:gd name="connsiteX119" fmla="*/ 3926297 w 4875349"/>
              <a:gd name="connsiteY119" fmla="*/ 501503 h 926343"/>
              <a:gd name="connsiteX120" fmla="*/ 3924589 w 4875349"/>
              <a:gd name="connsiteY120" fmla="*/ 488265 h 926343"/>
              <a:gd name="connsiteX121" fmla="*/ 3892129 w 4875349"/>
              <a:gd name="connsiteY121" fmla="*/ 505126 h 926343"/>
              <a:gd name="connsiteX122" fmla="*/ 3848700 w 4875349"/>
              <a:gd name="connsiteY122" fmla="*/ 444499 h 926343"/>
              <a:gd name="connsiteX123" fmla="*/ 3895343 w 4875349"/>
              <a:gd name="connsiteY123" fmla="*/ 384505 h 926343"/>
              <a:gd name="connsiteX124" fmla="*/ 3922433 w 4875349"/>
              <a:gd name="connsiteY124" fmla="*/ 395184 h 926343"/>
              <a:gd name="connsiteX125" fmla="*/ 3922433 w 4875349"/>
              <a:gd name="connsiteY125" fmla="*/ 339459 h 926343"/>
              <a:gd name="connsiteX126" fmla="*/ 3956398 w 4875349"/>
              <a:gd name="connsiteY126" fmla="*/ 343082 h 926343"/>
              <a:gd name="connsiteX127" fmla="*/ 3922433 w 4875349"/>
              <a:gd name="connsiteY127" fmla="*/ 467554 h 926343"/>
              <a:gd name="connsiteX128" fmla="*/ 3922433 w 4875349"/>
              <a:gd name="connsiteY128" fmla="*/ 418669 h 926343"/>
              <a:gd name="connsiteX129" fmla="*/ 3904590 w 4875349"/>
              <a:gd name="connsiteY129" fmla="*/ 409055 h 926343"/>
              <a:gd name="connsiteX130" fmla="*/ 3883953 w 4875349"/>
              <a:gd name="connsiteY130" fmla="*/ 444714 h 926343"/>
              <a:gd name="connsiteX131" fmla="*/ 3902651 w 4875349"/>
              <a:gd name="connsiteY131" fmla="*/ 480361 h 926343"/>
              <a:gd name="connsiteX132" fmla="*/ 3922433 w 4875349"/>
              <a:gd name="connsiteY132" fmla="*/ 467554 h 926343"/>
              <a:gd name="connsiteX133" fmla="*/ 3476419 w 4875349"/>
              <a:gd name="connsiteY133" fmla="*/ 113000 h 926343"/>
              <a:gd name="connsiteX134" fmla="*/ 3408707 w 4875349"/>
              <a:gd name="connsiteY134" fmla="*/ 190285 h 926343"/>
              <a:gd name="connsiteX135" fmla="*/ 3476841 w 4875349"/>
              <a:gd name="connsiteY135" fmla="*/ 268216 h 926343"/>
              <a:gd name="connsiteX136" fmla="*/ 3523496 w 4875349"/>
              <a:gd name="connsiteY136" fmla="*/ 249215 h 926343"/>
              <a:gd name="connsiteX137" fmla="*/ 3507795 w 4875349"/>
              <a:gd name="connsiteY137" fmla="*/ 229136 h 926343"/>
              <a:gd name="connsiteX138" fmla="*/ 3478562 w 4875349"/>
              <a:gd name="connsiteY138" fmla="*/ 241095 h 926343"/>
              <a:gd name="connsiteX139" fmla="*/ 3445681 w 4875349"/>
              <a:gd name="connsiteY139" fmla="*/ 190285 h 926343"/>
              <a:gd name="connsiteX140" fmla="*/ 3478129 w 4875349"/>
              <a:gd name="connsiteY140" fmla="*/ 138829 h 926343"/>
              <a:gd name="connsiteX141" fmla="*/ 3505002 w 4875349"/>
              <a:gd name="connsiteY141" fmla="*/ 149077 h 926343"/>
              <a:gd name="connsiteX142" fmla="*/ 3521774 w 4875349"/>
              <a:gd name="connsiteY142" fmla="*/ 129227 h 926343"/>
              <a:gd name="connsiteX143" fmla="*/ 3476419 w 4875349"/>
              <a:gd name="connsiteY143" fmla="*/ 113000 h 926343"/>
              <a:gd name="connsiteX144" fmla="*/ 3633546 w 4875349"/>
              <a:gd name="connsiteY144" fmla="*/ 264584 h 926343"/>
              <a:gd name="connsiteX145" fmla="*/ 3604096 w 4875349"/>
              <a:gd name="connsiteY145" fmla="*/ 264584 h 926343"/>
              <a:gd name="connsiteX146" fmla="*/ 3602591 w 4875349"/>
              <a:gd name="connsiteY146" fmla="*/ 250282 h 926343"/>
              <a:gd name="connsiteX147" fmla="*/ 3567988 w 4875349"/>
              <a:gd name="connsiteY147" fmla="*/ 268220 h 926343"/>
              <a:gd name="connsiteX148" fmla="*/ 3536166 w 4875349"/>
              <a:gd name="connsiteY148" fmla="*/ 232560 h 926343"/>
              <a:gd name="connsiteX149" fmla="*/ 3536166 w 4875349"/>
              <a:gd name="connsiteY149" fmla="*/ 151221 h 926343"/>
              <a:gd name="connsiteX150" fmla="*/ 3570131 w 4875349"/>
              <a:gd name="connsiteY150" fmla="*/ 151221 h 926343"/>
              <a:gd name="connsiteX151" fmla="*/ 3570131 w 4875349"/>
              <a:gd name="connsiteY151" fmla="*/ 228291 h 926343"/>
              <a:gd name="connsiteX152" fmla="*/ 3581100 w 4875349"/>
              <a:gd name="connsiteY152" fmla="*/ 243239 h 926343"/>
              <a:gd name="connsiteX153" fmla="*/ 3599580 w 4875349"/>
              <a:gd name="connsiteY153" fmla="*/ 230001 h 926343"/>
              <a:gd name="connsiteX154" fmla="*/ 3599580 w 4875349"/>
              <a:gd name="connsiteY154" fmla="*/ 151221 h 926343"/>
              <a:gd name="connsiteX155" fmla="*/ 3633546 w 4875349"/>
              <a:gd name="connsiteY155" fmla="*/ 151221 h 926343"/>
              <a:gd name="connsiteX156" fmla="*/ 3633546 w 4875349"/>
              <a:gd name="connsiteY156" fmla="*/ 264584 h 926343"/>
              <a:gd name="connsiteX157" fmla="*/ 3744461 w 4875349"/>
              <a:gd name="connsiteY157" fmla="*/ 161465 h 926343"/>
              <a:gd name="connsiteX158" fmla="*/ 3732000 w 4875349"/>
              <a:gd name="connsiteY158" fmla="*/ 180466 h 926343"/>
              <a:gd name="connsiteX159" fmla="*/ 3703838 w 4875349"/>
              <a:gd name="connsiteY159" fmla="*/ 171713 h 926343"/>
              <a:gd name="connsiteX160" fmla="*/ 3690076 w 4875349"/>
              <a:gd name="connsiteY160" fmla="*/ 180251 h 926343"/>
              <a:gd name="connsiteX161" fmla="*/ 3713506 w 4875349"/>
              <a:gd name="connsiteY161" fmla="*/ 194768 h 926343"/>
              <a:gd name="connsiteX162" fmla="*/ 3748759 w 4875349"/>
              <a:gd name="connsiteY162" fmla="*/ 230845 h 926343"/>
              <a:gd name="connsiteX163" fmla="*/ 3698022 w 4875349"/>
              <a:gd name="connsiteY163" fmla="*/ 268215 h 926343"/>
              <a:gd name="connsiteX164" fmla="*/ 3650308 w 4875349"/>
              <a:gd name="connsiteY164" fmla="*/ 251342 h 926343"/>
              <a:gd name="connsiteX165" fmla="*/ 3666864 w 4875349"/>
              <a:gd name="connsiteY165" fmla="*/ 232986 h 926343"/>
              <a:gd name="connsiteX166" fmla="*/ 3697167 w 4875349"/>
              <a:gd name="connsiteY166" fmla="*/ 244083 h 926343"/>
              <a:gd name="connsiteX167" fmla="*/ 3713723 w 4875349"/>
              <a:gd name="connsiteY167" fmla="*/ 233417 h 926343"/>
              <a:gd name="connsiteX168" fmla="*/ 3689643 w 4875349"/>
              <a:gd name="connsiteY168" fmla="*/ 217608 h 926343"/>
              <a:gd name="connsiteX169" fmla="*/ 3655895 w 4875349"/>
              <a:gd name="connsiteY169" fmla="*/ 182176 h 926343"/>
              <a:gd name="connsiteX170" fmla="*/ 3702550 w 4875349"/>
              <a:gd name="connsiteY170" fmla="*/ 147594 h 926343"/>
              <a:gd name="connsiteX171" fmla="*/ 3744461 w 4875349"/>
              <a:gd name="connsiteY171" fmla="*/ 161465 h 926343"/>
              <a:gd name="connsiteX172" fmla="*/ 3839894 w 4875349"/>
              <a:gd name="connsiteY172" fmla="*/ 259246 h 926343"/>
              <a:gd name="connsiteX173" fmla="*/ 3808939 w 4875349"/>
              <a:gd name="connsiteY173" fmla="*/ 268215 h 926343"/>
              <a:gd name="connsiteX174" fmla="*/ 3771543 w 4875349"/>
              <a:gd name="connsiteY174" fmla="*/ 227222 h 926343"/>
              <a:gd name="connsiteX175" fmla="*/ 3771543 w 4875349"/>
              <a:gd name="connsiteY175" fmla="*/ 174702 h 926343"/>
              <a:gd name="connsiteX176" fmla="*/ 3755421 w 4875349"/>
              <a:gd name="connsiteY176" fmla="*/ 174702 h 926343"/>
              <a:gd name="connsiteX177" fmla="*/ 3755421 w 4875349"/>
              <a:gd name="connsiteY177" fmla="*/ 151216 h 926343"/>
              <a:gd name="connsiteX178" fmla="*/ 3771543 w 4875349"/>
              <a:gd name="connsiteY178" fmla="*/ 151216 h 926343"/>
              <a:gd name="connsiteX179" fmla="*/ 3771543 w 4875349"/>
              <a:gd name="connsiteY179" fmla="*/ 126667 h 926343"/>
              <a:gd name="connsiteX180" fmla="*/ 3805495 w 4875349"/>
              <a:gd name="connsiteY180" fmla="*/ 122828 h 926343"/>
              <a:gd name="connsiteX181" fmla="*/ 3805495 w 4875349"/>
              <a:gd name="connsiteY181" fmla="*/ 151216 h 926343"/>
              <a:gd name="connsiteX182" fmla="*/ 3831731 w 4875349"/>
              <a:gd name="connsiteY182" fmla="*/ 151216 h 926343"/>
              <a:gd name="connsiteX183" fmla="*/ 3828070 w 4875349"/>
              <a:gd name="connsiteY183" fmla="*/ 174702 h 926343"/>
              <a:gd name="connsiteX184" fmla="*/ 3805495 w 4875349"/>
              <a:gd name="connsiteY184" fmla="*/ 174702 h 926343"/>
              <a:gd name="connsiteX185" fmla="*/ 3805495 w 4875349"/>
              <a:gd name="connsiteY185" fmla="*/ 226792 h 926343"/>
              <a:gd name="connsiteX186" fmla="*/ 3816247 w 4875349"/>
              <a:gd name="connsiteY186" fmla="*/ 241524 h 926343"/>
              <a:gd name="connsiteX187" fmla="*/ 3828504 w 4875349"/>
              <a:gd name="connsiteY187" fmla="*/ 237901 h 926343"/>
              <a:gd name="connsiteX188" fmla="*/ 3839894 w 4875349"/>
              <a:gd name="connsiteY188" fmla="*/ 259246 h 926343"/>
              <a:gd name="connsiteX189" fmla="*/ 3954894 w 4875349"/>
              <a:gd name="connsiteY189" fmla="*/ 208009 h 926343"/>
              <a:gd name="connsiteX190" fmla="*/ 3899004 w 4875349"/>
              <a:gd name="connsiteY190" fmla="*/ 268219 h 926343"/>
              <a:gd name="connsiteX191" fmla="*/ 3843115 w 4875349"/>
              <a:gd name="connsiteY191" fmla="*/ 207794 h 926343"/>
              <a:gd name="connsiteX192" fmla="*/ 3899004 w 4875349"/>
              <a:gd name="connsiteY192" fmla="*/ 147585 h 926343"/>
              <a:gd name="connsiteX193" fmla="*/ 3954894 w 4875349"/>
              <a:gd name="connsiteY193" fmla="*/ 208009 h 926343"/>
              <a:gd name="connsiteX194" fmla="*/ 3878368 w 4875349"/>
              <a:gd name="connsiteY194" fmla="*/ 207794 h 926343"/>
              <a:gd name="connsiteX195" fmla="*/ 3899004 w 4875349"/>
              <a:gd name="connsiteY195" fmla="*/ 243453 h 926343"/>
              <a:gd name="connsiteX196" fmla="*/ 3919641 w 4875349"/>
              <a:gd name="connsiteY196" fmla="*/ 208009 h 926343"/>
              <a:gd name="connsiteX197" fmla="*/ 3899004 w 4875349"/>
              <a:gd name="connsiteY197" fmla="*/ 172350 h 926343"/>
              <a:gd name="connsiteX198" fmla="*/ 3878368 w 4875349"/>
              <a:gd name="connsiteY198" fmla="*/ 207794 h 926343"/>
              <a:gd name="connsiteX199" fmla="*/ 4132231 w 4875349"/>
              <a:gd name="connsiteY199" fmla="*/ 181748 h 926343"/>
              <a:gd name="connsiteX200" fmla="*/ 4132231 w 4875349"/>
              <a:gd name="connsiteY200" fmla="*/ 264582 h 926343"/>
              <a:gd name="connsiteX201" fmla="*/ 4098266 w 4875349"/>
              <a:gd name="connsiteY201" fmla="*/ 264582 h 926343"/>
              <a:gd name="connsiteX202" fmla="*/ 4098266 w 4875349"/>
              <a:gd name="connsiteY202" fmla="*/ 187512 h 926343"/>
              <a:gd name="connsiteX203" fmla="*/ 4088598 w 4875349"/>
              <a:gd name="connsiteY203" fmla="*/ 172349 h 926343"/>
              <a:gd name="connsiteX204" fmla="*/ 4071176 w 4875349"/>
              <a:gd name="connsiteY204" fmla="*/ 187081 h 926343"/>
              <a:gd name="connsiteX205" fmla="*/ 4071176 w 4875349"/>
              <a:gd name="connsiteY205" fmla="*/ 264582 h 926343"/>
              <a:gd name="connsiteX206" fmla="*/ 4037224 w 4875349"/>
              <a:gd name="connsiteY206" fmla="*/ 264582 h 926343"/>
              <a:gd name="connsiteX207" fmla="*/ 4037224 w 4875349"/>
              <a:gd name="connsiteY207" fmla="*/ 187512 h 926343"/>
              <a:gd name="connsiteX208" fmla="*/ 4027543 w 4875349"/>
              <a:gd name="connsiteY208" fmla="*/ 172349 h 926343"/>
              <a:gd name="connsiteX209" fmla="*/ 4010134 w 4875349"/>
              <a:gd name="connsiteY209" fmla="*/ 187081 h 926343"/>
              <a:gd name="connsiteX210" fmla="*/ 4010134 w 4875349"/>
              <a:gd name="connsiteY210" fmla="*/ 264582 h 926343"/>
              <a:gd name="connsiteX211" fmla="*/ 3976168 w 4875349"/>
              <a:gd name="connsiteY211" fmla="*/ 264582 h 926343"/>
              <a:gd name="connsiteX212" fmla="*/ 3976168 w 4875349"/>
              <a:gd name="connsiteY212" fmla="*/ 151219 h 926343"/>
              <a:gd name="connsiteX213" fmla="*/ 4005836 w 4875349"/>
              <a:gd name="connsiteY213" fmla="*/ 151219 h 926343"/>
              <a:gd name="connsiteX214" fmla="*/ 4008208 w 4875349"/>
              <a:gd name="connsiteY214" fmla="*/ 164457 h 926343"/>
              <a:gd name="connsiteX215" fmla="*/ 4041305 w 4875349"/>
              <a:gd name="connsiteY215" fmla="*/ 147583 h 926343"/>
              <a:gd name="connsiteX216" fmla="*/ 4068179 w 4875349"/>
              <a:gd name="connsiteY216" fmla="*/ 165521 h 926343"/>
              <a:gd name="connsiteX217" fmla="*/ 4102347 w 4875349"/>
              <a:gd name="connsiteY217" fmla="*/ 147583 h 926343"/>
              <a:gd name="connsiteX218" fmla="*/ 4132231 w 4875349"/>
              <a:gd name="connsiteY218" fmla="*/ 181748 h 926343"/>
              <a:gd name="connsiteX219" fmla="*/ 4258838 w 4875349"/>
              <a:gd name="connsiteY219" fmla="*/ 217827 h 926343"/>
              <a:gd name="connsiteX220" fmla="*/ 4188115 w 4875349"/>
              <a:gd name="connsiteY220" fmla="*/ 217827 h 926343"/>
              <a:gd name="connsiteX221" fmla="*/ 4214122 w 4875349"/>
              <a:gd name="connsiteY221" fmla="*/ 243656 h 926343"/>
              <a:gd name="connsiteX222" fmla="*/ 4241429 w 4875349"/>
              <a:gd name="connsiteY222" fmla="*/ 233623 h 926343"/>
              <a:gd name="connsiteX223" fmla="*/ 4255394 w 4875349"/>
              <a:gd name="connsiteY223" fmla="*/ 252409 h 926343"/>
              <a:gd name="connsiteX224" fmla="*/ 4210894 w 4875349"/>
              <a:gd name="connsiteY224" fmla="*/ 268219 h 926343"/>
              <a:gd name="connsiteX225" fmla="*/ 4153499 w 4875349"/>
              <a:gd name="connsiteY225" fmla="*/ 208440 h 926343"/>
              <a:gd name="connsiteX226" fmla="*/ 4206812 w 4875349"/>
              <a:gd name="connsiteY226" fmla="*/ 147585 h 926343"/>
              <a:gd name="connsiteX227" fmla="*/ 4259475 w 4875349"/>
              <a:gd name="connsiteY227" fmla="*/ 205666 h 926343"/>
              <a:gd name="connsiteX228" fmla="*/ 4258838 w 4875349"/>
              <a:gd name="connsiteY228" fmla="*/ 217827 h 926343"/>
              <a:gd name="connsiteX229" fmla="*/ 4226161 w 4875349"/>
              <a:gd name="connsiteY229" fmla="*/ 196051 h 926343"/>
              <a:gd name="connsiteX230" fmla="*/ 4207680 w 4875349"/>
              <a:gd name="connsiteY230" fmla="*/ 170006 h 926343"/>
              <a:gd name="connsiteX231" fmla="*/ 4188115 w 4875349"/>
              <a:gd name="connsiteY231" fmla="*/ 197546 h 926343"/>
              <a:gd name="connsiteX232" fmla="*/ 4226161 w 4875349"/>
              <a:gd name="connsiteY232" fmla="*/ 197546 h 926343"/>
              <a:gd name="connsiteX233" fmla="*/ 4226161 w 4875349"/>
              <a:gd name="connsiteY233" fmla="*/ 196051 h 926343"/>
              <a:gd name="connsiteX234" fmla="*/ 4429055 w 4875349"/>
              <a:gd name="connsiteY234" fmla="*/ 117480 h 926343"/>
              <a:gd name="connsiteX235" fmla="*/ 4507732 w 4875349"/>
              <a:gd name="connsiteY235" fmla="*/ 117480 h 926343"/>
              <a:gd name="connsiteX236" fmla="*/ 4505359 w 4875349"/>
              <a:gd name="connsiteY236" fmla="*/ 133716 h 926343"/>
              <a:gd name="connsiteX237" fmla="*/ 4449486 w 4875349"/>
              <a:gd name="connsiteY237" fmla="*/ 133716 h 926343"/>
              <a:gd name="connsiteX238" fmla="*/ 4449486 w 4875349"/>
              <a:gd name="connsiteY238" fmla="*/ 183887 h 926343"/>
              <a:gd name="connsiteX239" fmla="*/ 4497841 w 4875349"/>
              <a:gd name="connsiteY239" fmla="*/ 183887 h 926343"/>
              <a:gd name="connsiteX240" fmla="*/ 4497841 w 4875349"/>
              <a:gd name="connsiteY240" fmla="*/ 199900 h 926343"/>
              <a:gd name="connsiteX241" fmla="*/ 4449486 w 4875349"/>
              <a:gd name="connsiteY241" fmla="*/ 199900 h 926343"/>
              <a:gd name="connsiteX242" fmla="*/ 4449486 w 4875349"/>
              <a:gd name="connsiteY242" fmla="*/ 264584 h 926343"/>
              <a:gd name="connsiteX243" fmla="*/ 4429055 w 4875349"/>
              <a:gd name="connsiteY243" fmla="*/ 264584 h 926343"/>
              <a:gd name="connsiteX244" fmla="*/ 4429055 w 4875349"/>
              <a:gd name="connsiteY244" fmla="*/ 117479 h 926343"/>
              <a:gd name="connsiteX245" fmla="*/ 4557185 w 4875349"/>
              <a:gd name="connsiteY245" fmla="*/ 111507 h 926343"/>
              <a:gd name="connsiteX246" fmla="*/ 4543223 w 4875349"/>
              <a:gd name="connsiteY246" fmla="*/ 124742 h 926343"/>
              <a:gd name="connsiteX247" fmla="*/ 4529461 w 4875349"/>
              <a:gd name="connsiteY247" fmla="*/ 111507 h 926343"/>
              <a:gd name="connsiteX248" fmla="*/ 4543223 w 4875349"/>
              <a:gd name="connsiteY248" fmla="*/ 98050 h 926343"/>
              <a:gd name="connsiteX249" fmla="*/ 4557185 w 4875349"/>
              <a:gd name="connsiteY249" fmla="*/ 111507 h 926343"/>
              <a:gd name="connsiteX250" fmla="*/ 4553313 w 4875349"/>
              <a:gd name="connsiteY250" fmla="*/ 264578 h 926343"/>
              <a:gd name="connsiteX251" fmla="*/ 4533532 w 4875349"/>
              <a:gd name="connsiteY251" fmla="*/ 264578 h 926343"/>
              <a:gd name="connsiteX252" fmla="*/ 4533532 w 4875349"/>
              <a:gd name="connsiteY252" fmla="*/ 152066 h 926343"/>
              <a:gd name="connsiteX253" fmla="*/ 4553313 w 4875349"/>
              <a:gd name="connsiteY253" fmla="*/ 152066 h 926343"/>
              <a:gd name="connsiteX254" fmla="*/ 4553313 w 4875349"/>
              <a:gd name="connsiteY254" fmla="*/ 264578 h 926343"/>
              <a:gd name="connsiteX255" fmla="*/ 4654569 w 4875349"/>
              <a:gd name="connsiteY255" fmla="*/ 150790 h 926343"/>
              <a:gd name="connsiteX256" fmla="*/ 4650909 w 4875349"/>
              <a:gd name="connsiteY256" fmla="*/ 170003 h 926343"/>
              <a:gd name="connsiteX257" fmla="*/ 4641032 w 4875349"/>
              <a:gd name="connsiteY257" fmla="*/ 168713 h 926343"/>
              <a:gd name="connsiteX258" fmla="*/ 4613944 w 4875349"/>
              <a:gd name="connsiteY258" fmla="*/ 200317 h 926343"/>
              <a:gd name="connsiteX259" fmla="*/ 4613944 w 4875349"/>
              <a:gd name="connsiteY259" fmla="*/ 264579 h 926343"/>
              <a:gd name="connsiteX260" fmla="*/ 4594163 w 4875349"/>
              <a:gd name="connsiteY260" fmla="*/ 264579 h 926343"/>
              <a:gd name="connsiteX261" fmla="*/ 4594163 w 4875349"/>
              <a:gd name="connsiteY261" fmla="*/ 152080 h 926343"/>
              <a:gd name="connsiteX262" fmla="*/ 4611147 w 4875349"/>
              <a:gd name="connsiteY262" fmla="*/ 152080 h 926343"/>
              <a:gd name="connsiteX263" fmla="*/ 4613082 w 4875349"/>
              <a:gd name="connsiteY263" fmla="*/ 174915 h 926343"/>
              <a:gd name="connsiteX264" fmla="*/ 4643391 w 4875349"/>
              <a:gd name="connsiteY264" fmla="*/ 149500 h 926343"/>
              <a:gd name="connsiteX265" fmla="*/ 4654568 w 4875349"/>
              <a:gd name="connsiteY265" fmla="*/ 150790 h 926343"/>
              <a:gd name="connsiteX266" fmla="*/ 4746366 w 4875349"/>
              <a:gd name="connsiteY266" fmla="*/ 162322 h 926343"/>
              <a:gd name="connsiteX267" fmla="*/ 4737974 w 4875349"/>
              <a:gd name="connsiteY267" fmla="*/ 174700 h 926343"/>
              <a:gd name="connsiteX268" fmla="*/ 4708539 w 4875349"/>
              <a:gd name="connsiteY268" fmla="*/ 165100 h 926343"/>
              <a:gd name="connsiteX269" fmla="*/ 4687684 w 4875349"/>
              <a:gd name="connsiteY269" fmla="*/ 179823 h 926343"/>
              <a:gd name="connsiteX270" fmla="*/ 4711973 w 4875349"/>
              <a:gd name="connsiteY270" fmla="*/ 197969 h 926343"/>
              <a:gd name="connsiteX271" fmla="*/ 4749588 w 4875349"/>
              <a:gd name="connsiteY271" fmla="*/ 232984 h 926343"/>
              <a:gd name="connsiteX272" fmla="*/ 4704880 w 4875349"/>
              <a:gd name="connsiteY272" fmla="*/ 267143 h 926343"/>
              <a:gd name="connsiteX273" fmla="*/ 4662107 w 4875349"/>
              <a:gd name="connsiteY273" fmla="*/ 252408 h 926343"/>
              <a:gd name="connsiteX274" fmla="*/ 4672635 w 4875349"/>
              <a:gd name="connsiteY274" fmla="*/ 240451 h 926343"/>
              <a:gd name="connsiteX275" fmla="*/ 4704443 w 4875349"/>
              <a:gd name="connsiteY275" fmla="*/ 251341 h 926343"/>
              <a:gd name="connsiteX276" fmla="*/ 4728733 w 4875349"/>
              <a:gd name="connsiteY276" fmla="*/ 234261 h 926343"/>
              <a:gd name="connsiteX277" fmla="*/ 4701221 w 4875349"/>
              <a:gd name="connsiteY277" fmla="*/ 213126 h 926343"/>
              <a:gd name="connsiteX278" fmla="*/ 4667040 w 4875349"/>
              <a:gd name="connsiteY278" fmla="*/ 180468 h 926343"/>
              <a:gd name="connsiteX279" fmla="*/ 4707890 w 4875349"/>
              <a:gd name="connsiteY279" fmla="*/ 149509 h 926343"/>
              <a:gd name="connsiteX280" fmla="*/ 4746366 w 4875349"/>
              <a:gd name="connsiteY280" fmla="*/ 162322 h 926343"/>
              <a:gd name="connsiteX281" fmla="*/ 4834725 w 4875349"/>
              <a:gd name="connsiteY281" fmla="*/ 259455 h 926343"/>
              <a:gd name="connsiteX282" fmla="*/ 4809361 w 4875349"/>
              <a:gd name="connsiteY282" fmla="*/ 267145 h 926343"/>
              <a:gd name="connsiteX283" fmla="*/ 4778827 w 4875349"/>
              <a:gd name="connsiteY283" fmla="*/ 235120 h 926343"/>
              <a:gd name="connsiteX284" fmla="*/ 4778827 w 4875349"/>
              <a:gd name="connsiteY284" fmla="*/ 167223 h 926343"/>
              <a:gd name="connsiteX285" fmla="*/ 4759057 w 4875349"/>
              <a:gd name="connsiteY285" fmla="*/ 167223 h 926343"/>
              <a:gd name="connsiteX286" fmla="*/ 4759057 w 4875349"/>
              <a:gd name="connsiteY286" fmla="*/ 152079 h 926343"/>
              <a:gd name="connsiteX287" fmla="*/ 4778827 w 4875349"/>
              <a:gd name="connsiteY287" fmla="*/ 152079 h 926343"/>
              <a:gd name="connsiteX288" fmla="*/ 4778827 w 4875349"/>
              <a:gd name="connsiteY288" fmla="*/ 126664 h 926343"/>
              <a:gd name="connsiteX289" fmla="*/ 4798608 w 4875349"/>
              <a:gd name="connsiteY289" fmla="*/ 124308 h 926343"/>
              <a:gd name="connsiteX290" fmla="*/ 4798608 w 4875349"/>
              <a:gd name="connsiteY290" fmla="*/ 152079 h 926343"/>
              <a:gd name="connsiteX291" fmla="*/ 4825484 w 4875349"/>
              <a:gd name="connsiteY291" fmla="*/ 152079 h 926343"/>
              <a:gd name="connsiteX292" fmla="*/ 4823323 w 4875349"/>
              <a:gd name="connsiteY292" fmla="*/ 167223 h 926343"/>
              <a:gd name="connsiteX293" fmla="*/ 4798608 w 4875349"/>
              <a:gd name="connsiteY293" fmla="*/ 167223 h 926343"/>
              <a:gd name="connsiteX294" fmla="*/ 4798608 w 4875349"/>
              <a:gd name="connsiteY294" fmla="*/ 234264 h 926343"/>
              <a:gd name="connsiteX295" fmla="*/ 4812146 w 4875349"/>
              <a:gd name="connsiteY295" fmla="*/ 250922 h 926343"/>
              <a:gd name="connsiteX296" fmla="*/ 4827194 w 4875349"/>
              <a:gd name="connsiteY296" fmla="*/ 246432 h 926343"/>
              <a:gd name="connsiteX297" fmla="*/ 4834725 w 4875349"/>
              <a:gd name="connsiteY297" fmla="*/ 259455 h 926343"/>
              <a:gd name="connsiteX298" fmla="*/ 4875350 w 4875349"/>
              <a:gd name="connsiteY298" fmla="*/ 252199 h 926343"/>
              <a:gd name="connsiteX299" fmla="*/ 4860302 w 4875349"/>
              <a:gd name="connsiteY299" fmla="*/ 267145 h 926343"/>
              <a:gd name="connsiteX300" fmla="*/ 4845465 w 4875349"/>
              <a:gd name="connsiteY300" fmla="*/ 252199 h 926343"/>
              <a:gd name="connsiteX301" fmla="*/ 4860302 w 4875349"/>
              <a:gd name="connsiteY301" fmla="*/ 237464 h 926343"/>
              <a:gd name="connsiteX302" fmla="*/ 4875350 w 4875349"/>
              <a:gd name="connsiteY302" fmla="*/ 252199 h 926343"/>
              <a:gd name="connsiteX303" fmla="*/ 4354043 w 4875349"/>
              <a:gd name="connsiteY303" fmla="*/ 149509 h 926343"/>
              <a:gd name="connsiteX304" fmla="*/ 4348673 w 4875349"/>
              <a:gd name="connsiteY304" fmla="*/ 182179 h 926343"/>
              <a:gd name="connsiteX305" fmla="*/ 4338355 w 4875349"/>
              <a:gd name="connsiteY305" fmla="*/ 180684 h 926343"/>
              <a:gd name="connsiteX306" fmla="*/ 4314709 w 4875349"/>
              <a:gd name="connsiteY306" fmla="*/ 208439 h 926343"/>
              <a:gd name="connsiteX307" fmla="*/ 4314709 w 4875349"/>
              <a:gd name="connsiteY307" fmla="*/ 264582 h 926343"/>
              <a:gd name="connsiteX308" fmla="*/ 4280743 w 4875349"/>
              <a:gd name="connsiteY308" fmla="*/ 264582 h 926343"/>
              <a:gd name="connsiteX309" fmla="*/ 4280743 w 4875349"/>
              <a:gd name="connsiteY309" fmla="*/ 151219 h 926343"/>
              <a:gd name="connsiteX310" fmla="*/ 4310397 w 4875349"/>
              <a:gd name="connsiteY310" fmla="*/ 151219 h 926343"/>
              <a:gd name="connsiteX311" fmla="*/ 4313203 w 4875349"/>
              <a:gd name="connsiteY311" fmla="*/ 173210 h 926343"/>
              <a:gd name="connsiteX312" fmla="*/ 4342653 w 4875349"/>
              <a:gd name="connsiteY312" fmla="*/ 148014 h 926343"/>
              <a:gd name="connsiteX313" fmla="*/ 4354043 w 4875349"/>
              <a:gd name="connsiteY313" fmla="*/ 149509 h 926343"/>
              <a:gd name="connsiteX314" fmla="*/ 2977074 w 4875349"/>
              <a:gd name="connsiteY314" fmla="*/ 861572 h 926343"/>
              <a:gd name="connsiteX315" fmla="*/ 2938180 w 4875349"/>
              <a:gd name="connsiteY315" fmla="*/ 819204 h 926343"/>
              <a:gd name="connsiteX316" fmla="*/ 2984781 w 4875349"/>
              <a:gd name="connsiteY316" fmla="*/ 776658 h 926343"/>
              <a:gd name="connsiteX317" fmla="*/ 3023675 w 4875349"/>
              <a:gd name="connsiteY317" fmla="*/ 819204 h 926343"/>
              <a:gd name="connsiteX318" fmla="*/ 2977074 w 4875349"/>
              <a:gd name="connsiteY318" fmla="*/ 861572 h 926343"/>
              <a:gd name="connsiteX319" fmla="*/ 2984780 w 4875349"/>
              <a:gd name="connsiteY319" fmla="*/ 782889 h 926343"/>
              <a:gd name="connsiteX320" fmla="*/ 2944273 w 4875349"/>
              <a:gd name="connsiteY320" fmla="*/ 819738 h 926343"/>
              <a:gd name="connsiteX321" fmla="*/ 2977074 w 4875349"/>
              <a:gd name="connsiteY321" fmla="*/ 855519 h 926343"/>
              <a:gd name="connsiteX322" fmla="*/ 3017580 w 4875349"/>
              <a:gd name="connsiteY322" fmla="*/ 818670 h 926343"/>
              <a:gd name="connsiteX323" fmla="*/ 2984780 w 4875349"/>
              <a:gd name="connsiteY323" fmla="*/ 782889 h 926343"/>
              <a:gd name="connsiteX324" fmla="*/ 2988007 w 4875349"/>
              <a:gd name="connsiteY324" fmla="*/ 824366 h 926343"/>
              <a:gd name="connsiteX325" fmla="*/ 3001629 w 4875349"/>
              <a:gd name="connsiteY325" fmla="*/ 806743 h 926343"/>
              <a:gd name="connsiteX326" fmla="*/ 2988186 w 4875349"/>
              <a:gd name="connsiteY326" fmla="*/ 794104 h 926343"/>
              <a:gd name="connsiteX327" fmla="*/ 2971697 w 4875349"/>
              <a:gd name="connsiteY327" fmla="*/ 794104 h 926343"/>
              <a:gd name="connsiteX328" fmla="*/ 2962197 w 4875349"/>
              <a:gd name="connsiteY328" fmla="*/ 844126 h 926343"/>
              <a:gd name="connsiteX329" fmla="*/ 2968470 w 4875349"/>
              <a:gd name="connsiteY329" fmla="*/ 844126 h 926343"/>
              <a:gd name="connsiteX330" fmla="*/ 2972055 w 4875349"/>
              <a:gd name="connsiteY330" fmla="*/ 824900 h 926343"/>
              <a:gd name="connsiteX331" fmla="*/ 2981554 w 4875349"/>
              <a:gd name="connsiteY331" fmla="*/ 824900 h 926343"/>
              <a:gd name="connsiteX332" fmla="*/ 2988186 w 4875349"/>
              <a:gd name="connsiteY332" fmla="*/ 844126 h 926343"/>
              <a:gd name="connsiteX333" fmla="*/ 2994818 w 4875349"/>
              <a:gd name="connsiteY333" fmla="*/ 844126 h 926343"/>
              <a:gd name="connsiteX334" fmla="*/ 2988007 w 4875349"/>
              <a:gd name="connsiteY334" fmla="*/ 824366 h 926343"/>
              <a:gd name="connsiteX335" fmla="*/ 2988007 w 4875349"/>
              <a:gd name="connsiteY335" fmla="*/ 824366 h 926343"/>
              <a:gd name="connsiteX336" fmla="*/ 2995355 w 4875349"/>
              <a:gd name="connsiteY336" fmla="*/ 808879 h 926343"/>
              <a:gd name="connsiteX337" fmla="*/ 2983526 w 4875349"/>
              <a:gd name="connsiteY337" fmla="*/ 818848 h 926343"/>
              <a:gd name="connsiteX338" fmla="*/ 2973130 w 4875349"/>
              <a:gd name="connsiteY338" fmla="*/ 818848 h 926343"/>
              <a:gd name="connsiteX339" fmla="*/ 2976715 w 4875349"/>
              <a:gd name="connsiteY339" fmla="*/ 800156 h 926343"/>
              <a:gd name="connsiteX340" fmla="*/ 2988186 w 4875349"/>
              <a:gd name="connsiteY340" fmla="*/ 800156 h 926343"/>
              <a:gd name="connsiteX341" fmla="*/ 2995355 w 4875349"/>
              <a:gd name="connsiteY341" fmla="*/ 808879 h 926343"/>
              <a:gd name="connsiteX342" fmla="*/ 1498985 w 4875349"/>
              <a:gd name="connsiteY342" fmla="*/ 270374 h 926343"/>
              <a:gd name="connsiteX343" fmla="*/ 1453828 w 4875349"/>
              <a:gd name="connsiteY343" fmla="*/ 227989 h 926343"/>
              <a:gd name="connsiteX344" fmla="*/ 1501834 w 4875349"/>
              <a:gd name="connsiteY344" fmla="*/ 195649 h 926343"/>
              <a:gd name="connsiteX345" fmla="*/ 1597180 w 4875349"/>
              <a:gd name="connsiteY345" fmla="*/ 222644 h 926343"/>
              <a:gd name="connsiteX346" fmla="*/ 1613401 w 4875349"/>
              <a:gd name="connsiteY346" fmla="*/ 137908 h 926343"/>
              <a:gd name="connsiteX347" fmla="*/ 1507205 w 4875349"/>
              <a:gd name="connsiteY347" fmla="*/ 113411 h 926343"/>
              <a:gd name="connsiteX348" fmla="*/ 1340970 w 4875349"/>
              <a:gd name="connsiteY348" fmla="*/ 243327 h 926343"/>
              <a:gd name="connsiteX349" fmla="*/ 1420637 w 4875349"/>
              <a:gd name="connsiteY349" fmla="*/ 342530 h 926343"/>
              <a:gd name="connsiteX350" fmla="*/ 1467348 w 4875349"/>
              <a:gd name="connsiteY350" fmla="*/ 390260 h 926343"/>
              <a:gd name="connsiteX351" fmla="*/ 1420899 w 4875349"/>
              <a:gd name="connsiteY351" fmla="*/ 423380 h 926343"/>
              <a:gd name="connsiteX352" fmla="*/ 1316170 w 4875349"/>
              <a:gd name="connsiteY352" fmla="*/ 394058 h 926343"/>
              <a:gd name="connsiteX353" fmla="*/ 1299920 w 4875349"/>
              <a:gd name="connsiteY353" fmla="*/ 478961 h 926343"/>
              <a:gd name="connsiteX354" fmla="*/ 1410107 w 4875349"/>
              <a:gd name="connsiteY354" fmla="*/ 504852 h 926343"/>
              <a:gd name="connsiteX355" fmla="*/ 1549514 w 4875349"/>
              <a:gd name="connsiteY355" fmla="*/ 458861 h 926343"/>
              <a:gd name="connsiteX356" fmla="*/ 1584075 w 4875349"/>
              <a:gd name="connsiteY356" fmla="*/ 372652 h 926343"/>
              <a:gd name="connsiteX357" fmla="*/ 1498985 w 4875349"/>
              <a:gd name="connsiteY357" fmla="*/ 270374 h 926343"/>
              <a:gd name="connsiteX358" fmla="*/ 970363 w 4875349"/>
              <a:gd name="connsiteY358" fmla="*/ 127406 h 926343"/>
              <a:gd name="connsiteX359" fmla="*/ 952989 w 4875349"/>
              <a:gd name="connsiteY359" fmla="*/ 217938 h 926343"/>
              <a:gd name="connsiteX360" fmla="*/ 891107 w 4875349"/>
              <a:gd name="connsiteY360" fmla="*/ 203307 h 926343"/>
              <a:gd name="connsiteX361" fmla="*/ 763747 w 4875349"/>
              <a:gd name="connsiteY361" fmla="*/ 338997 h 926343"/>
              <a:gd name="connsiteX362" fmla="*/ 837167 w 4875349"/>
              <a:gd name="connsiteY362" fmla="*/ 415748 h 926343"/>
              <a:gd name="connsiteX363" fmla="*/ 930953 w 4875349"/>
              <a:gd name="connsiteY363" fmla="*/ 391664 h 926343"/>
              <a:gd name="connsiteX364" fmla="*/ 913201 w 4875349"/>
              <a:gd name="connsiteY364" fmla="*/ 484779 h 926343"/>
              <a:gd name="connsiteX365" fmla="*/ 805571 w 4875349"/>
              <a:gd name="connsiteY365" fmla="*/ 504852 h 926343"/>
              <a:gd name="connsiteX366" fmla="*/ 646266 w 4875349"/>
              <a:gd name="connsiteY366" fmla="*/ 351250 h 926343"/>
              <a:gd name="connsiteX367" fmla="*/ 892662 w 4875349"/>
              <a:gd name="connsiteY367" fmla="*/ 114188 h 926343"/>
              <a:gd name="connsiteX368" fmla="*/ 970363 w 4875349"/>
              <a:gd name="connsiteY368" fmla="*/ 127406 h 926343"/>
              <a:gd name="connsiteX369" fmla="*/ 2778278 w 4875349"/>
              <a:gd name="connsiteY369" fmla="*/ 343325 h 926343"/>
              <a:gd name="connsiteX370" fmla="*/ 2993476 w 4875349"/>
              <a:gd name="connsiteY370" fmla="*/ 302896 h 926343"/>
              <a:gd name="connsiteX371" fmla="*/ 3023855 w 4875349"/>
              <a:gd name="connsiteY371" fmla="*/ 226484 h 926343"/>
              <a:gd name="connsiteX372" fmla="*/ 2892289 w 4875349"/>
              <a:gd name="connsiteY372" fmla="*/ 113423 h 926343"/>
              <a:gd name="connsiteX373" fmla="*/ 2730905 w 4875349"/>
              <a:gd name="connsiteY373" fmla="*/ 187174 h 926343"/>
              <a:gd name="connsiteX374" fmla="*/ 2672078 w 4875349"/>
              <a:gd name="connsiteY374" fmla="*/ 346655 h 926343"/>
              <a:gd name="connsiteX375" fmla="*/ 2836038 w 4875349"/>
              <a:gd name="connsiteY375" fmla="*/ 504881 h 926343"/>
              <a:gd name="connsiteX376" fmla="*/ 2976777 w 4875349"/>
              <a:gd name="connsiteY376" fmla="*/ 474840 h 926343"/>
              <a:gd name="connsiteX377" fmla="*/ 2994734 w 4875349"/>
              <a:gd name="connsiteY377" fmla="*/ 381111 h 926343"/>
              <a:gd name="connsiteX378" fmla="*/ 2863005 w 4875349"/>
              <a:gd name="connsiteY378" fmla="*/ 418032 h 926343"/>
              <a:gd name="connsiteX379" fmla="*/ 2778278 w 4875349"/>
              <a:gd name="connsiteY379" fmla="*/ 343325 h 926343"/>
              <a:gd name="connsiteX380" fmla="*/ 2878412 w 4875349"/>
              <a:gd name="connsiteY380" fmla="*/ 194883 h 926343"/>
              <a:gd name="connsiteX381" fmla="*/ 2909510 w 4875349"/>
              <a:gd name="connsiteY381" fmla="*/ 249117 h 926343"/>
              <a:gd name="connsiteX382" fmla="*/ 2790539 w 4875349"/>
              <a:gd name="connsiteY382" fmla="*/ 271078 h 926343"/>
              <a:gd name="connsiteX383" fmla="*/ 2878412 w 4875349"/>
              <a:gd name="connsiteY383" fmla="*/ 194883 h 926343"/>
              <a:gd name="connsiteX384" fmla="*/ 2693048 w 4875349"/>
              <a:gd name="connsiteY384" fmla="*/ 127406 h 926343"/>
              <a:gd name="connsiteX385" fmla="*/ 2675674 w 4875349"/>
              <a:gd name="connsiteY385" fmla="*/ 217938 h 926343"/>
              <a:gd name="connsiteX386" fmla="*/ 2613791 w 4875349"/>
              <a:gd name="connsiteY386" fmla="*/ 203307 h 926343"/>
              <a:gd name="connsiteX387" fmla="*/ 2486431 w 4875349"/>
              <a:gd name="connsiteY387" fmla="*/ 338997 h 926343"/>
              <a:gd name="connsiteX388" fmla="*/ 2559852 w 4875349"/>
              <a:gd name="connsiteY388" fmla="*/ 415748 h 926343"/>
              <a:gd name="connsiteX389" fmla="*/ 2653638 w 4875349"/>
              <a:gd name="connsiteY389" fmla="*/ 391664 h 926343"/>
              <a:gd name="connsiteX390" fmla="*/ 2635886 w 4875349"/>
              <a:gd name="connsiteY390" fmla="*/ 484779 h 926343"/>
              <a:gd name="connsiteX391" fmla="*/ 2528256 w 4875349"/>
              <a:gd name="connsiteY391" fmla="*/ 504852 h 926343"/>
              <a:gd name="connsiteX392" fmla="*/ 2368950 w 4875349"/>
              <a:gd name="connsiteY392" fmla="*/ 351250 h 926343"/>
              <a:gd name="connsiteX393" fmla="*/ 2615346 w 4875349"/>
              <a:gd name="connsiteY393" fmla="*/ 114188 h 926343"/>
              <a:gd name="connsiteX394" fmla="*/ 2693048 w 4875349"/>
              <a:gd name="connsiteY394" fmla="*/ 127406 h 926343"/>
              <a:gd name="connsiteX395" fmla="*/ 2329634 w 4875349"/>
              <a:gd name="connsiteY395" fmla="*/ 152058 h 926343"/>
              <a:gd name="connsiteX396" fmla="*/ 2229388 w 4875349"/>
              <a:gd name="connsiteY396" fmla="*/ 113412 h 926343"/>
              <a:gd name="connsiteX397" fmla="*/ 2074640 w 4875349"/>
              <a:gd name="connsiteY397" fmla="*/ 176365 h 926343"/>
              <a:gd name="connsiteX398" fmla="*/ 1995666 w 4875349"/>
              <a:gd name="connsiteY398" fmla="*/ 374196 h 926343"/>
              <a:gd name="connsiteX399" fmla="*/ 2103884 w 4875349"/>
              <a:gd name="connsiteY399" fmla="*/ 505631 h 926343"/>
              <a:gd name="connsiteX400" fmla="*/ 2216888 w 4875349"/>
              <a:gd name="connsiteY400" fmla="*/ 424869 h 926343"/>
              <a:gd name="connsiteX401" fmla="*/ 2202971 w 4875349"/>
              <a:gd name="connsiteY401" fmla="*/ 497208 h 926343"/>
              <a:gd name="connsiteX402" fmla="*/ 2310065 w 4875349"/>
              <a:gd name="connsiteY402" fmla="*/ 497208 h 926343"/>
              <a:gd name="connsiteX403" fmla="*/ 2350499 w 4875349"/>
              <a:gd name="connsiteY403" fmla="*/ 287037 h 926343"/>
              <a:gd name="connsiteX404" fmla="*/ 2329634 w 4875349"/>
              <a:gd name="connsiteY404" fmla="*/ 152058 h 926343"/>
              <a:gd name="connsiteX405" fmla="*/ 2237095 w 4875349"/>
              <a:gd name="connsiteY405" fmla="*/ 310500 h 926343"/>
              <a:gd name="connsiteX406" fmla="*/ 2149081 w 4875349"/>
              <a:gd name="connsiteY406" fmla="*/ 414918 h 926343"/>
              <a:gd name="connsiteX407" fmla="*/ 2108903 w 4875349"/>
              <a:gd name="connsiteY407" fmla="*/ 351174 h 926343"/>
              <a:gd name="connsiteX408" fmla="*/ 2207291 w 4875349"/>
              <a:gd name="connsiteY408" fmla="*/ 197893 h 926343"/>
              <a:gd name="connsiteX409" fmla="*/ 2247393 w 4875349"/>
              <a:gd name="connsiteY409" fmla="*/ 238683 h 926343"/>
              <a:gd name="connsiteX410" fmla="*/ 2237095 w 4875349"/>
              <a:gd name="connsiteY410" fmla="*/ 310500 h 926343"/>
              <a:gd name="connsiteX411" fmla="*/ 606951 w 4875349"/>
              <a:gd name="connsiteY411" fmla="*/ 152058 h 926343"/>
              <a:gd name="connsiteX412" fmla="*/ 506706 w 4875349"/>
              <a:gd name="connsiteY412" fmla="*/ 113412 h 926343"/>
              <a:gd name="connsiteX413" fmla="*/ 351958 w 4875349"/>
              <a:gd name="connsiteY413" fmla="*/ 176365 h 926343"/>
              <a:gd name="connsiteX414" fmla="*/ 272985 w 4875349"/>
              <a:gd name="connsiteY414" fmla="*/ 374196 h 926343"/>
              <a:gd name="connsiteX415" fmla="*/ 381203 w 4875349"/>
              <a:gd name="connsiteY415" fmla="*/ 505631 h 926343"/>
              <a:gd name="connsiteX416" fmla="*/ 494206 w 4875349"/>
              <a:gd name="connsiteY416" fmla="*/ 424869 h 926343"/>
              <a:gd name="connsiteX417" fmla="*/ 480290 w 4875349"/>
              <a:gd name="connsiteY417" fmla="*/ 497208 h 926343"/>
              <a:gd name="connsiteX418" fmla="*/ 587383 w 4875349"/>
              <a:gd name="connsiteY418" fmla="*/ 497208 h 926343"/>
              <a:gd name="connsiteX419" fmla="*/ 627817 w 4875349"/>
              <a:gd name="connsiteY419" fmla="*/ 287037 h 926343"/>
              <a:gd name="connsiteX420" fmla="*/ 606951 w 4875349"/>
              <a:gd name="connsiteY420" fmla="*/ 152058 h 926343"/>
              <a:gd name="connsiteX421" fmla="*/ 514414 w 4875349"/>
              <a:gd name="connsiteY421" fmla="*/ 310500 h 926343"/>
              <a:gd name="connsiteX422" fmla="*/ 426399 w 4875349"/>
              <a:gd name="connsiteY422" fmla="*/ 414918 h 926343"/>
              <a:gd name="connsiteX423" fmla="*/ 386220 w 4875349"/>
              <a:gd name="connsiteY423" fmla="*/ 351174 h 926343"/>
              <a:gd name="connsiteX424" fmla="*/ 484610 w 4875349"/>
              <a:gd name="connsiteY424" fmla="*/ 197893 h 926343"/>
              <a:gd name="connsiteX425" fmla="*/ 524712 w 4875349"/>
              <a:gd name="connsiteY425" fmla="*/ 238683 h 926343"/>
              <a:gd name="connsiteX426" fmla="*/ 514414 w 4875349"/>
              <a:gd name="connsiteY426" fmla="*/ 310500 h 926343"/>
              <a:gd name="connsiteX427" fmla="*/ 1865864 w 4875349"/>
              <a:gd name="connsiteY427" fmla="*/ 113412 h 926343"/>
              <a:gd name="connsiteX428" fmla="*/ 1749875 w 4875349"/>
              <a:gd name="connsiteY428" fmla="*/ 180686 h 926343"/>
              <a:gd name="connsiteX429" fmla="*/ 1761420 w 4875349"/>
              <a:gd name="connsiteY429" fmla="*/ 120329 h 926343"/>
              <a:gd name="connsiteX430" fmla="*/ 1662666 w 4875349"/>
              <a:gd name="connsiteY430" fmla="*/ 120329 h 926343"/>
              <a:gd name="connsiteX431" fmla="*/ 1567483 w 4875349"/>
              <a:gd name="connsiteY431" fmla="*/ 617550 h 926343"/>
              <a:gd name="connsiteX432" fmla="*/ 1679604 w 4875349"/>
              <a:gd name="connsiteY432" fmla="*/ 617550 h 926343"/>
              <a:gd name="connsiteX433" fmla="*/ 1708085 w 4875349"/>
              <a:gd name="connsiteY433" fmla="*/ 468046 h 926343"/>
              <a:gd name="connsiteX434" fmla="*/ 1782974 w 4875349"/>
              <a:gd name="connsiteY434" fmla="*/ 505635 h 926343"/>
              <a:gd name="connsiteX435" fmla="*/ 1864479 w 4875349"/>
              <a:gd name="connsiteY435" fmla="*/ 483389 h 926343"/>
              <a:gd name="connsiteX436" fmla="*/ 1988181 w 4875349"/>
              <a:gd name="connsiteY436" fmla="*/ 256331 h 926343"/>
              <a:gd name="connsiteX437" fmla="*/ 1865864 w 4875349"/>
              <a:gd name="connsiteY437" fmla="*/ 113412 h 926343"/>
              <a:gd name="connsiteX438" fmla="*/ 1769434 w 4875349"/>
              <a:gd name="connsiteY438" fmla="*/ 421096 h 926343"/>
              <a:gd name="connsiteX439" fmla="*/ 1735618 w 4875349"/>
              <a:gd name="connsiteY439" fmla="*/ 323009 h 926343"/>
              <a:gd name="connsiteX440" fmla="*/ 1826299 w 4875349"/>
              <a:gd name="connsiteY440" fmla="*/ 204083 h 926343"/>
              <a:gd name="connsiteX441" fmla="*/ 1871576 w 4875349"/>
              <a:gd name="connsiteY441" fmla="*/ 264766 h 926343"/>
              <a:gd name="connsiteX442" fmla="*/ 1769434 w 4875349"/>
              <a:gd name="connsiteY442" fmla="*/ 421096 h 926343"/>
              <a:gd name="connsiteX443" fmla="*/ 312690 w 4875349"/>
              <a:gd name="connsiteY443" fmla="*/ 112292 h 926343"/>
              <a:gd name="connsiteX444" fmla="*/ 290790 w 4875349"/>
              <a:gd name="connsiteY444" fmla="*/ 226685 h 926343"/>
              <a:gd name="connsiteX445" fmla="*/ 142422 w 4875349"/>
              <a:gd name="connsiteY445" fmla="*/ 345714 h 926343"/>
              <a:gd name="connsiteX446" fmla="*/ 112141 w 4875349"/>
              <a:gd name="connsiteY446" fmla="*/ 503840 h 926343"/>
              <a:gd name="connsiteX447" fmla="*/ 0 w 4875349"/>
              <a:gd name="connsiteY447" fmla="*/ 503840 h 926343"/>
              <a:gd name="connsiteX448" fmla="*/ 73440 w 4875349"/>
              <a:gd name="connsiteY448" fmla="*/ 120329 h 926343"/>
              <a:gd name="connsiteX449" fmla="*/ 172185 w 4875349"/>
              <a:gd name="connsiteY449" fmla="*/ 120329 h 926343"/>
              <a:gd name="connsiteX450" fmla="*/ 156202 w 4875349"/>
              <a:gd name="connsiteY450" fmla="*/ 203879 h 926343"/>
              <a:gd name="connsiteX451" fmla="*/ 312690 w 4875349"/>
              <a:gd name="connsiteY451" fmla="*/ 112292 h 926343"/>
              <a:gd name="connsiteX452" fmla="*/ 944243 w 4875349"/>
              <a:gd name="connsiteY452" fmla="*/ 497208 h 926343"/>
              <a:gd name="connsiteX453" fmla="*/ 1039422 w 4875349"/>
              <a:gd name="connsiteY453" fmla="*/ 0 h 926343"/>
              <a:gd name="connsiteX454" fmla="*/ 1150777 w 4875349"/>
              <a:gd name="connsiteY454" fmla="*/ 0 h 926343"/>
              <a:gd name="connsiteX455" fmla="*/ 1094906 w 4875349"/>
              <a:gd name="connsiteY455" fmla="*/ 291909 h 926343"/>
              <a:gd name="connsiteX456" fmla="*/ 1239347 w 4875349"/>
              <a:gd name="connsiteY456" fmla="*/ 120329 h 926343"/>
              <a:gd name="connsiteX457" fmla="*/ 1361754 w 4875349"/>
              <a:gd name="connsiteY457" fmla="*/ 120329 h 926343"/>
              <a:gd name="connsiteX458" fmla="*/ 1212060 w 4875349"/>
              <a:gd name="connsiteY458" fmla="*/ 293812 h 926343"/>
              <a:gd name="connsiteX459" fmla="*/ 1294315 w 4875349"/>
              <a:gd name="connsiteY459" fmla="*/ 497208 h 926343"/>
              <a:gd name="connsiteX460" fmla="*/ 1173734 w 4875349"/>
              <a:gd name="connsiteY460" fmla="*/ 497208 h 926343"/>
              <a:gd name="connsiteX461" fmla="*/ 1094235 w 4875349"/>
              <a:gd name="connsiteY461" fmla="*/ 295415 h 926343"/>
              <a:gd name="connsiteX462" fmla="*/ 1055611 w 4875349"/>
              <a:gd name="connsiteY462" fmla="*/ 497208 h 926343"/>
              <a:gd name="connsiteX463" fmla="*/ 944243 w 4875349"/>
              <a:gd name="connsiteY463" fmla="*/ 497208 h 926343"/>
              <a:gd name="connsiteX464" fmla="*/ 2280316 w 4875349"/>
              <a:gd name="connsiteY464" fmla="*/ 695157 h 926343"/>
              <a:gd name="connsiteX465" fmla="*/ 2187788 w 4875349"/>
              <a:gd name="connsiteY465" fmla="*/ 795876 h 926343"/>
              <a:gd name="connsiteX466" fmla="*/ 2253291 w 4875349"/>
              <a:gd name="connsiteY466" fmla="*/ 861573 h 926343"/>
              <a:gd name="connsiteX467" fmla="*/ 2345820 w 4875349"/>
              <a:gd name="connsiteY467" fmla="*/ 760854 h 926343"/>
              <a:gd name="connsiteX468" fmla="*/ 2280316 w 4875349"/>
              <a:gd name="connsiteY468" fmla="*/ 695157 h 926343"/>
              <a:gd name="connsiteX469" fmla="*/ 2275683 w 4875349"/>
              <a:gd name="connsiteY469" fmla="*/ 724555 h 926343"/>
              <a:gd name="connsiteX470" fmla="*/ 2306312 w 4875349"/>
              <a:gd name="connsiteY470" fmla="*/ 761174 h 926343"/>
              <a:gd name="connsiteX471" fmla="*/ 2258568 w 4875349"/>
              <a:gd name="connsiteY471" fmla="*/ 832175 h 926343"/>
              <a:gd name="connsiteX472" fmla="*/ 2227296 w 4875349"/>
              <a:gd name="connsiteY472" fmla="*/ 794885 h 926343"/>
              <a:gd name="connsiteX473" fmla="*/ 2275683 w 4875349"/>
              <a:gd name="connsiteY473" fmla="*/ 724555 h 926343"/>
              <a:gd name="connsiteX474" fmla="*/ 2541237 w 4875349"/>
              <a:gd name="connsiteY474" fmla="*/ 695157 h 926343"/>
              <a:gd name="connsiteX475" fmla="*/ 2448709 w 4875349"/>
              <a:gd name="connsiteY475" fmla="*/ 795876 h 926343"/>
              <a:gd name="connsiteX476" fmla="*/ 2514212 w 4875349"/>
              <a:gd name="connsiteY476" fmla="*/ 861573 h 926343"/>
              <a:gd name="connsiteX477" fmla="*/ 2606741 w 4875349"/>
              <a:gd name="connsiteY477" fmla="*/ 760854 h 926343"/>
              <a:gd name="connsiteX478" fmla="*/ 2541237 w 4875349"/>
              <a:gd name="connsiteY478" fmla="*/ 695157 h 926343"/>
              <a:gd name="connsiteX479" fmla="*/ 2536604 w 4875349"/>
              <a:gd name="connsiteY479" fmla="*/ 724555 h 926343"/>
              <a:gd name="connsiteX480" fmla="*/ 2567233 w 4875349"/>
              <a:gd name="connsiteY480" fmla="*/ 761174 h 926343"/>
              <a:gd name="connsiteX481" fmla="*/ 2519488 w 4875349"/>
              <a:gd name="connsiteY481" fmla="*/ 832175 h 926343"/>
              <a:gd name="connsiteX482" fmla="*/ 2488217 w 4875349"/>
              <a:gd name="connsiteY482" fmla="*/ 794885 h 926343"/>
              <a:gd name="connsiteX483" fmla="*/ 2536604 w 4875349"/>
              <a:gd name="connsiteY483" fmla="*/ 724555 h 926343"/>
              <a:gd name="connsiteX484" fmla="*/ 2441704 w 4875349"/>
              <a:gd name="connsiteY484" fmla="*/ 646623 h 926343"/>
              <a:gd name="connsiteX485" fmla="*/ 2400932 w 4875349"/>
              <a:gd name="connsiteY485" fmla="*/ 857994 h 926343"/>
              <a:gd name="connsiteX486" fmla="*/ 2362712 w 4875349"/>
              <a:gd name="connsiteY486" fmla="*/ 857994 h 926343"/>
              <a:gd name="connsiteX487" fmla="*/ 2403190 w 4875349"/>
              <a:gd name="connsiteY487" fmla="*/ 646623 h 926343"/>
              <a:gd name="connsiteX488" fmla="*/ 2441704 w 4875349"/>
              <a:gd name="connsiteY488" fmla="*/ 646623 h 926343"/>
              <a:gd name="connsiteX489" fmla="*/ 1819430 w 4875349"/>
              <a:gd name="connsiteY489" fmla="*/ 701970 h 926343"/>
              <a:gd name="connsiteX490" fmla="*/ 1813367 w 4875349"/>
              <a:gd name="connsiteY490" fmla="*/ 733641 h 926343"/>
              <a:gd name="connsiteX491" fmla="*/ 1783826 w 4875349"/>
              <a:gd name="connsiteY491" fmla="*/ 726217 h 926343"/>
              <a:gd name="connsiteX492" fmla="*/ 1723567 w 4875349"/>
              <a:gd name="connsiteY492" fmla="*/ 793256 h 926343"/>
              <a:gd name="connsiteX493" fmla="*/ 1758796 w 4875349"/>
              <a:gd name="connsiteY493" fmla="*/ 830514 h 926343"/>
              <a:gd name="connsiteX494" fmla="*/ 1801876 w 4875349"/>
              <a:gd name="connsiteY494" fmla="*/ 818489 h 926343"/>
              <a:gd name="connsiteX495" fmla="*/ 1795551 w 4875349"/>
              <a:gd name="connsiteY495" fmla="*/ 851535 h 926343"/>
              <a:gd name="connsiteX496" fmla="*/ 1748275 w 4875349"/>
              <a:gd name="connsiteY496" fmla="*/ 861253 h 926343"/>
              <a:gd name="connsiteX497" fmla="*/ 1683415 w 4875349"/>
              <a:gd name="connsiteY497" fmla="*/ 797825 h 926343"/>
              <a:gd name="connsiteX498" fmla="*/ 1785145 w 4875349"/>
              <a:gd name="connsiteY498" fmla="*/ 695477 h 926343"/>
              <a:gd name="connsiteX499" fmla="*/ 1819430 w 4875349"/>
              <a:gd name="connsiteY499" fmla="*/ 701970 h 926343"/>
              <a:gd name="connsiteX500" fmla="*/ 1599026 w 4875349"/>
              <a:gd name="connsiteY500" fmla="*/ 831504 h 926343"/>
              <a:gd name="connsiteX501" fmla="*/ 1657309 w 4875349"/>
              <a:gd name="connsiteY501" fmla="*/ 812360 h 926343"/>
              <a:gd name="connsiteX502" fmla="*/ 1650747 w 4875349"/>
              <a:gd name="connsiteY502" fmla="*/ 846645 h 926343"/>
              <a:gd name="connsiteX503" fmla="*/ 1590147 w 4875349"/>
              <a:gd name="connsiteY503" fmla="*/ 861573 h 926343"/>
              <a:gd name="connsiteX504" fmla="*/ 1524289 w 4875349"/>
              <a:gd name="connsiteY504" fmla="*/ 795524 h 926343"/>
              <a:gd name="connsiteX505" fmla="*/ 1615145 w 4875349"/>
              <a:gd name="connsiteY505" fmla="*/ 695157 h 926343"/>
              <a:gd name="connsiteX506" fmla="*/ 1666846 w 4875349"/>
              <a:gd name="connsiteY506" fmla="*/ 739957 h 926343"/>
              <a:gd name="connsiteX507" fmla="*/ 1561835 w 4875349"/>
              <a:gd name="connsiteY507" fmla="*/ 792585 h 926343"/>
              <a:gd name="connsiteX508" fmla="*/ 1566114 w 4875349"/>
              <a:gd name="connsiteY508" fmla="*/ 815176 h 926343"/>
              <a:gd name="connsiteX509" fmla="*/ 1599026 w 4875349"/>
              <a:gd name="connsiteY509" fmla="*/ 831504 h 926343"/>
              <a:gd name="connsiteX510" fmla="*/ 1565760 w 4875349"/>
              <a:gd name="connsiteY510" fmla="*/ 764114 h 926343"/>
              <a:gd name="connsiteX511" fmla="*/ 1630620 w 4875349"/>
              <a:gd name="connsiteY511" fmla="*/ 739956 h 926343"/>
              <a:gd name="connsiteX512" fmla="*/ 1610222 w 4875349"/>
              <a:gd name="connsiteY512" fmla="*/ 723596 h 926343"/>
              <a:gd name="connsiteX513" fmla="*/ 1565760 w 4875349"/>
              <a:gd name="connsiteY513" fmla="*/ 764114 h 926343"/>
              <a:gd name="connsiteX514" fmla="*/ 2158533 w 4875349"/>
              <a:gd name="connsiteY514" fmla="*/ 765136 h 926343"/>
              <a:gd name="connsiteX515" fmla="*/ 2140621 w 4875349"/>
              <a:gd name="connsiteY515" fmla="*/ 857994 h 926343"/>
              <a:gd name="connsiteX516" fmla="*/ 2102401 w 4875349"/>
              <a:gd name="connsiteY516" fmla="*/ 857994 h 926343"/>
              <a:gd name="connsiteX517" fmla="*/ 2119621 w 4875349"/>
              <a:gd name="connsiteY517" fmla="*/ 768076 h 926343"/>
              <a:gd name="connsiteX518" fmla="*/ 2121512 w 4875349"/>
              <a:gd name="connsiteY518" fmla="*/ 749095 h 926343"/>
              <a:gd name="connsiteX519" fmla="*/ 2101404 w 4875349"/>
              <a:gd name="connsiteY519" fmla="*/ 726216 h 926343"/>
              <a:gd name="connsiteX520" fmla="*/ 2055042 w 4875349"/>
              <a:gd name="connsiteY520" fmla="*/ 784436 h 926343"/>
              <a:gd name="connsiteX521" fmla="*/ 2040853 w 4875349"/>
              <a:gd name="connsiteY521" fmla="*/ 857994 h 926343"/>
              <a:gd name="connsiteX522" fmla="*/ 2002633 w 4875349"/>
              <a:gd name="connsiteY522" fmla="*/ 857994 h 926343"/>
              <a:gd name="connsiteX523" fmla="*/ 2033316 w 4875349"/>
              <a:gd name="connsiteY523" fmla="*/ 697777 h 926343"/>
              <a:gd name="connsiteX524" fmla="*/ 2067888 w 4875349"/>
              <a:gd name="connsiteY524" fmla="*/ 697777 h 926343"/>
              <a:gd name="connsiteX525" fmla="*/ 2061951 w 4875349"/>
              <a:gd name="connsiteY525" fmla="*/ 728554 h 926343"/>
              <a:gd name="connsiteX526" fmla="*/ 2120514 w 4875349"/>
              <a:gd name="connsiteY526" fmla="*/ 695157 h 926343"/>
              <a:gd name="connsiteX527" fmla="*/ 2161341 w 4875349"/>
              <a:gd name="connsiteY527" fmla="*/ 738934 h 926343"/>
              <a:gd name="connsiteX528" fmla="*/ 2158533 w 4875349"/>
              <a:gd name="connsiteY528" fmla="*/ 765136 h 926343"/>
              <a:gd name="connsiteX529" fmla="*/ 1980144 w 4875349"/>
              <a:gd name="connsiteY529" fmla="*/ 738934 h 926343"/>
              <a:gd name="connsiteX530" fmla="*/ 1977335 w 4875349"/>
              <a:gd name="connsiteY530" fmla="*/ 765136 h 926343"/>
              <a:gd name="connsiteX531" fmla="*/ 1959424 w 4875349"/>
              <a:gd name="connsiteY531" fmla="*/ 857994 h 926343"/>
              <a:gd name="connsiteX532" fmla="*/ 1921204 w 4875349"/>
              <a:gd name="connsiteY532" fmla="*/ 857994 h 926343"/>
              <a:gd name="connsiteX533" fmla="*/ 1938424 w 4875349"/>
              <a:gd name="connsiteY533" fmla="*/ 768076 h 926343"/>
              <a:gd name="connsiteX534" fmla="*/ 1940315 w 4875349"/>
              <a:gd name="connsiteY534" fmla="*/ 749095 h 926343"/>
              <a:gd name="connsiteX535" fmla="*/ 1920206 w 4875349"/>
              <a:gd name="connsiteY535" fmla="*/ 726216 h 926343"/>
              <a:gd name="connsiteX536" fmla="*/ 1873845 w 4875349"/>
              <a:gd name="connsiteY536" fmla="*/ 784436 h 926343"/>
              <a:gd name="connsiteX537" fmla="*/ 1873845 w 4875349"/>
              <a:gd name="connsiteY537" fmla="*/ 784436 h 926343"/>
              <a:gd name="connsiteX538" fmla="*/ 1859656 w 4875349"/>
              <a:gd name="connsiteY538" fmla="*/ 857994 h 926343"/>
              <a:gd name="connsiteX539" fmla="*/ 1821436 w 4875349"/>
              <a:gd name="connsiteY539" fmla="*/ 857994 h 926343"/>
              <a:gd name="connsiteX540" fmla="*/ 1861915 w 4875349"/>
              <a:gd name="connsiteY540" fmla="*/ 646623 h 926343"/>
              <a:gd name="connsiteX541" fmla="*/ 1900428 w 4875349"/>
              <a:gd name="connsiteY541" fmla="*/ 646623 h 926343"/>
              <a:gd name="connsiteX542" fmla="*/ 1885984 w 4875349"/>
              <a:gd name="connsiteY542" fmla="*/ 721502 h 926343"/>
              <a:gd name="connsiteX543" fmla="*/ 1939317 w 4875349"/>
              <a:gd name="connsiteY543" fmla="*/ 695157 h 926343"/>
              <a:gd name="connsiteX544" fmla="*/ 1980144 w 4875349"/>
              <a:gd name="connsiteY544" fmla="*/ 738934 h 926343"/>
              <a:gd name="connsiteX545" fmla="*/ 1486679 w 4875349"/>
              <a:gd name="connsiteY545" fmla="*/ 698736 h 926343"/>
              <a:gd name="connsiteX546" fmla="*/ 1522584 w 4875349"/>
              <a:gd name="connsiteY546" fmla="*/ 698736 h 926343"/>
              <a:gd name="connsiteX547" fmla="*/ 1516664 w 4875349"/>
              <a:gd name="connsiteY547" fmla="*/ 728165 h 926343"/>
              <a:gd name="connsiteX548" fmla="*/ 1480760 w 4875349"/>
              <a:gd name="connsiteY548" fmla="*/ 728165 h 926343"/>
              <a:gd name="connsiteX549" fmla="*/ 1468243 w 4875349"/>
              <a:gd name="connsiteY549" fmla="*/ 792264 h 926343"/>
              <a:gd name="connsiteX550" fmla="*/ 1465285 w 4875349"/>
              <a:gd name="connsiteY550" fmla="*/ 814824 h 926343"/>
              <a:gd name="connsiteX551" fmla="*/ 1479440 w 4875349"/>
              <a:gd name="connsiteY551" fmla="*/ 829236 h 926343"/>
              <a:gd name="connsiteX552" fmla="*/ 1494778 w 4875349"/>
              <a:gd name="connsiteY552" fmla="*/ 827801 h 926343"/>
              <a:gd name="connsiteX553" fmla="*/ 1488997 w 4875349"/>
              <a:gd name="connsiteY553" fmla="*/ 857990 h 926343"/>
              <a:gd name="connsiteX554" fmla="*/ 1488996 w 4875349"/>
              <a:gd name="connsiteY554" fmla="*/ 857994 h 926343"/>
              <a:gd name="connsiteX555" fmla="*/ 1463965 w 4875349"/>
              <a:gd name="connsiteY555" fmla="*/ 861254 h 926343"/>
              <a:gd name="connsiteX556" fmla="*/ 1426097 w 4875349"/>
              <a:gd name="connsiteY556" fmla="*/ 828564 h 926343"/>
              <a:gd name="connsiteX557" fmla="*/ 1429411 w 4875349"/>
              <a:gd name="connsiteY557" fmla="*/ 799135 h 926343"/>
              <a:gd name="connsiteX558" fmla="*/ 1443247 w 4875349"/>
              <a:gd name="connsiteY558" fmla="*/ 728165 h 926343"/>
              <a:gd name="connsiteX559" fmla="*/ 1421818 w 4875349"/>
              <a:gd name="connsiteY559" fmla="*/ 728165 h 926343"/>
              <a:gd name="connsiteX560" fmla="*/ 1427416 w 4875349"/>
              <a:gd name="connsiteY560" fmla="*/ 698736 h 926343"/>
              <a:gd name="connsiteX561" fmla="*/ 1448813 w 4875349"/>
              <a:gd name="connsiteY561" fmla="*/ 698736 h 926343"/>
              <a:gd name="connsiteX562" fmla="*/ 1457003 w 4875349"/>
              <a:gd name="connsiteY562" fmla="*/ 657748 h 926343"/>
              <a:gd name="connsiteX563" fmla="*/ 1494288 w 4875349"/>
              <a:gd name="connsiteY563" fmla="*/ 657748 h 926343"/>
              <a:gd name="connsiteX564" fmla="*/ 1486679 w 4875349"/>
              <a:gd name="connsiteY564" fmla="*/ 698736 h 926343"/>
              <a:gd name="connsiteX565" fmla="*/ 2788298 w 4875349"/>
              <a:gd name="connsiteY565" fmla="*/ 886433 h 926343"/>
              <a:gd name="connsiteX566" fmla="*/ 2828271 w 4875349"/>
              <a:gd name="connsiteY566" fmla="*/ 878611 h 926343"/>
              <a:gd name="connsiteX567" fmla="*/ 2840780 w 4875349"/>
              <a:gd name="connsiteY567" fmla="*/ 853718 h 926343"/>
              <a:gd name="connsiteX568" fmla="*/ 2812203 w 4875349"/>
              <a:gd name="connsiteY568" fmla="*/ 697777 h 926343"/>
              <a:gd name="connsiteX569" fmla="*/ 2852387 w 4875349"/>
              <a:gd name="connsiteY569" fmla="*/ 697777 h 926343"/>
              <a:gd name="connsiteX570" fmla="*/ 2867179 w 4875349"/>
              <a:gd name="connsiteY570" fmla="*/ 816325 h 926343"/>
              <a:gd name="connsiteX571" fmla="*/ 2928097 w 4875349"/>
              <a:gd name="connsiteY571" fmla="*/ 697777 h 926343"/>
              <a:gd name="connsiteX572" fmla="*/ 2968924 w 4875349"/>
              <a:gd name="connsiteY572" fmla="*/ 697777 h 926343"/>
              <a:gd name="connsiteX573" fmla="*/ 2861660 w 4875349"/>
              <a:gd name="connsiteY573" fmla="*/ 887677 h 926343"/>
              <a:gd name="connsiteX574" fmla="*/ 2861660 w 4875349"/>
              <a:gd name="connsiteY574" fmla="*/ 887739 h 926343"/>
              <a:gd name="connsiteX575" fmla="*/ 2782349 w 4875349"/>
              <a:gd name="connsiteY575" fmla="*/ 917510 h 926343"/>
              <a:gd name="connsiteX576" fmla="*/ 2788298 w 4875349"/>
              <a:gd name="connsiteY576" fmla="*/ 886433 h 926343"/>
              <a:gd name="connsiteX577" fmla="*/ 2783865 w 4875349"/>
              <a:gd name="connsiteY577" fmla="*/ 738023 h 926343"/>
              <a:gd name="connsiteX578" fmla="*/ 2780573 w 4875349"/>
              <a:gd name="connsiteY578" fmla="*/ 765507 h 926343"/>
              <a:gd name="connsiteX579" fmla="*/ 2766056 w 4875349"/>
              <a:gd name="connsiteY579" fmla="*/ 837735 h 926343"/>
              <a:gd name="connsiteX580" fmla="*/ 2732771 w 4875349"/>
              <a:gd name="connsiteY580" fmla="*/ 908673 h 926343"/>
              <a:gd name="connsiteX581" fmla="*/ 2672895 w 4875349"/>
              <a:gd name="connsiteY581" fmla="*/ 926343 h 926343"/>
              <a:gd name="connsiteX582" fmla="*/ 2625597 w 4875349"/>
              <a:gd name="connsiteY582" fmla="*/ 917510 h 926343"/>
              <a:gd name="connsiteX583" fmla="*/ 2631546 w 4875349"/>
              <a:gd name="connsiteY583" fmla="*/ 886433 h 926343"/>
              <a:gd name="connsiteX584" fmla="*/ 2673692 w 4875349"/>
              <a:gd name="connsiteY584" fmla="*/ 895923 h 926343"/>
              <a:gd name="connsiteX585" fmla="*/ 2725716 w 4875349"/>
              <a:gd name="connsiteY585" fmla="*/ 847194 h 926343"/>
              <a:gd name="connsiteX586" fmla="*/ 2728786 w 4875349"/>
              <a:gd name="connsiteY586" fmla="*/ 833259 h 926343"/>
              <a:gd name="connsiteX587" fmla="*/ 2675487 w 4875349"/>
              <a:gd name="connsiteY587" fmla="*/ 861694 h 926343"/>
              <a:gd name="connsiteX588" fmla="*/ 2627062 w 4875349"/>
              <a:gd name="connsiteY588" fmla="*/ 805419 h 926343"/>
              <a:gd name="connsiteX589" fmla="*/ 2730167 w 4875349"/>
              <a:gd name="connsiteY589" fmla="*/ 695157 h 926343"/>
              <a:gd name="connsiteX590" fmla="*/ 2783865 w 4875349"/>
              <a:gd name="connsiteY590" fmla="*/ 738023 h 926343"/>
              <a:gd name="connsiteX591" fmla="*/ 2744332 w 4875349"/>
              <a:gd name="connsiteY591" fmla="*/ 744568 h 926343"/>
              <a:gd name="connsiteX592" fmla="*/ 2722919 w 4875349"/>
              <a:gd name="connsiteY592" fmla="*/ 724282 h 926343"/>
              <a:gd name="connsiteX593" fmla="*/ 2667246 w 4875349"/>
              <a:gd name="connsiteY593" fmla="*/ 798548 h 926343"/>
              <a:gd name="connsiteX594" fmla="*/ 2692615 w 4875349"/>
              <a:gd name="connsiteY594" fmla="*/ 830614 h 926343"/>
              <a:gd name="connsiteX595" fmla="*/ 2739395 w 4875349"/>
              <a:gd name="connsiteY595" fmla="*/ 778262 h 926343"/>
              <a:gd name="connsiteX596" fmla="*/ 2742357 w 4875349"/>
              <a:gd name="connsiteY596" fmla="*/ 763539 h 926343"/>
              <a:gd name="connsiteX597" fmla="*/ 2744331 w 4875349"/>
              <a:gd name="connsiteY597" fmla="*/ 744568 h 926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Lst>
            <a:rect l="l" t="t" r="r" b="b"/>
            <a:pathLst>
              <a:path w="4875349" h="926343">
                <a:moveTo>
                  <a:pt x="3216560" y="504882"/>
                </a:moveTo>
                <a:lnTo>
                  <a:pt x="3216558" y="113422"/>
                </a:lnTo>
                <a:lnTo>
                  <a:pt x="3240379" y="113422"/>
                </a:lnTo>
                <a:lnTo>
                  <a:pt x="3240381" y="504882"/>
                </a:lnTo>
                <a:lnTo>
                  <a:pt x="3216560" y="504882"/>
                </a:lnTo>
                <a:close/>
                <a:moveTo>
                  <a:pt x="4045162" y="501503"/>
                </a:moveTo>
                <a:lnTo>
                  <a:pt x="4065592" y="501503"/>
                </a:lnTo>
                <a:lnTo>
                  <a:pt x="4065592" y="436819"/>
                </a:lnTo>
                <a:lnTo>
                  <a:pt x="4113948" y="436819"/>
                </a:lnTo>
                <a:lnTo>
                  <a:pt x="4113948" y="420806"/>
                </a:lnTo>
                <a:lnTo>
                  <a:pt x="4065592" y="420806"/>
                </a:lnTo>
                <a:lnTo>
                  <a:pt x="4065592" y="370635"/>
                </a:lnTo>
                <a:lnTo>
                  <a:pt x="4121465" y="370635"/>
                </a:lnTo>
                <a:lnTo>
                  <a:pt x="4123838" y="354398"/>
                </a:lnTo>
                <a:lnTo>
                  <a:pt x="4045162" y="354398"/>
                </a:lnTo>
                <a:lnTo>
                  <a:pt x="4045162" y="501503"/>
                </a:lnTo>
                <a:close/>
                <a:moveTo>
                  <a:pt x="4173291" y="348426"/>
                </a:moveTo>
                <a:cubicBezTo>
                  <a:pt x="4173291" y="355905"/>
                  <a:pt x="4167708" y="361661"/>
                  <a:pt x="4159329" y="361661"/>
                </a:cubicBezTo>
                <a:cubicBezTo>
                  <a:pt x="4151149" y="361661"/>
                  <a:pt x="4145567" y="355905"/>
                  <a:pt x="4145567" y="348426"/>
                </a:cubicBezTo>
                <a:cubicBezTo>
                  <a:pt x="4145567" y="340736"/>
                  <a:pt x="4151149" y="334968"/>
                  <a:pt x="4159329" y="334968"/>
                </a:cubicBezTo>
                <a:cubicBezTo>
                  <a:pt x="4167708" y="334968"/>
                  <a:pt x="4173291" y="340736"/>
                  <a:pt x="4173291" y="348426"/>
                </a:cubicBezTo>
                <a:close/>
                <a:moveTo>
                  <a:pt x="4169419" y="501497"/>
                </a:moveTo>
                <a:lnTo>
                  <a:pt x="4149638" y="501497"/>
                </a:lnTo>
                <a:lnTo>
                  <a:pt x="4149638" y="388985"/>
                </a:lnTo>
                <a:lnTo>
                  <a:pt x="4169419" y="388985"/>
                </a:lnTo>
                <a:lnTo>
                  <a:pt x="4169419" y="501497"/>
                </a:lnTo>
                <a:close/>
                <a:moveTo>
                  <a:pt x="4270675" y="387709"/>
                </a:moveTo>
                <a:lnTo>
                  <a:pt x="4267016" y="406922"/>
                </a:lnTo>
                <a:cubicBezTo>
                  <a:pt x="4263582" y="406066"/>
                  <a:pt x="4261209" y="405632"/>
                  <a:pt x="4257138" y="405632"/>
                </a:cubicBezTo>
                <a:cubicBezTo>
                  <a:pt x="4242938" y="405632"/>
                  <a:pt x="4234783" y="415679"/>
                  <a:pt x="4230050" y="437236"/>
                </a:cubicBezTo>
                <a:lnTo>
                  <a:pt x="4230050" y="501498"/>
                </a:lnTo>
                <a:lnTo>
                  <a:pt x="4210269" y="501498"/>
                </a:lnTo>
                <a:lnTo>
                  <a:pt x="4210269" y="388999"/>
                </a:lnTo>
                <a:lnTo>
                  <a:pt x="4227253" y="388999"/>
                </a:lnTo>
                <a:lnTo>
                  <a:pt x="4229188" y="411834"/>
                </a:lnTo>
                <a:cubicBezTo>
                  <a:pt x="4235208" y="394965"/>
                  <a:pt x="4245749" y="386419"/>
                  <a:pt x="4259498" y="386419"/>
                </a:cubicBezTo>
                <a:cubicBezTo>
                  <a:pt x="4263144" y="386419"/>
                  <a:pt x="4267240" y="386853"/>
                  <a:pt x="4270675" y="387709"/>
                </a:cubicBezTo>
                <a:close/>
                <a:moveTo>
                  <a:pt x="4362473" y="399240"/>
                </a:moveTo>
                <a:lnTo>
                  <a:pt x="4354080" y="411619"/>
                </a:lnTo>
                <a:cubicBezTo>
                  <a:pt x="4343990" y="405207"/>
                  <a:pt x="4335160" y="402019"/>
                  <a:pt x="4324646" y="402019"/>
                </a:cubicBezTo>
                <a:cubicBezTo>
                  <a:pt x="4311733" y="402019"/>
                  <a:pt x="4303790" y="407774"/>
                  <a:pt x="4303790" y="416742"/>
                </a:cubicBezTo>
                <a:cubicBezTo>
                  <a:pt x="4303790" y="425920"/>
                  <a:pt x="4309796" y="430187"/>
                  <a:pt x="4328079" y="434888"/>
                </a:cubicBezTo>
                <a:cubicBezTo>
                  <a:pt x="4351933" y="440866"/>
                  <a:pt x="4365695" y="450256"/>
                  <a:pt x="4365695" y="469903"/>
                </a:cubicBezTo>
                <a:cubicBezTo>
                  <a:pt x="4365695" y="493382"/>
                  <a:pt x="4343990" y="504062"/>
                  <a:pt x="4320986" y="504062"/>
                </a:cubicBezTo>
                <a:cubicBezTo>
                  <a:pt x="4301842" y="504062"/>
                  <a:pt x="4288092" y="497860"/>
                  <a:pt x="4278214" y="489327"/>
                </a:cubicBezTo>
                <a:lnTo>
                  <a:pt x="4288741" y="477370"/>
                </a:lnTo>
                <a:cubicBezTo>
                  <a:pt x="4297770" y="484204"/>
                  <a:pt x="4308298" y="488260"/>
                  <a:pt x="4320549" y="488260"/>
                </a:cubicBezTo>
                <a:cubicBezTo>
                  <a:pt x="4335385" y="488260"/>
                  <a:pt x="4344839" y="481847"/>
                  <a:pt x="4344839" y="471180"/>
                </a:cubicBezTo>
                <a:cubicBezTo>
                  <a:pt x="4344839" y="460079"/>
                  <a:pt x="4339257" y="455812"/>
                  <a:pt x="4317327" y="450045"/>
                </a:cubicBezTo>
                <a:cubicBezTo>
                  <a:pt x="4292825" y="443645"/>
                  <a:pt x="4283147" y="433176"/>
                  <a:pt x="4283147" y="417387"/>
                </a:cubicBezTo>
                <a:cubicBezTo>
                  <a:pt x="4283147" y="399451"/>
                  <a:pt x="4300568" y="386428"/>
                  <a:pt x="4323996" y="386428"/>
                </a:cubicBezTo>
                <a:cubicBezTo>
                  <a:pt x="4339894" y="386428"/>
                  <a:pt x="4351720" y="391129"/>
                  <a:pt x="4362473" y="399240"/>
                </a:cubicBezTo>
                <a:close/>
                <a:moveTo>
                  <a:pt x="4450831" y="496374"/>
                </a:moveTo>
                <a:cubicBezTo>
                  <a:pt x="4443300" y="501497"/>
                  <a:pt x="4435133" y="504064"/>
                  <a:pt x="4425467" y="504064"/>
                </a:cubicBezTo>
                <a:cubicBezTo>
                  <a:pt x="4406322" y="504064"/>
                  <a:pt x="4394933" y="492963"/>
                  <a:pt x="4394933" y="472039"/>
                </a:cubicBezTo>
                <a:lnTo>
                  <a:pt x="4394933" y="404142"/>
                </a:lnTo>
                <a:lnTo>
                  <a:pt x="4375164" y="404142"/>
                </a:lnTo>
                <a:lnTo>
                  <a:pt x="4375164" y="388998"/>
                </a:lnTo>
                <a:lnTo>
                  <a:pt x="4394933" y="388998"/>
                </a:lnTo>
                <a:lnTo>
                  <a:pt x="4394933" y="363583"/>
                </a:lnTo>
                <a:lnTo>
                  <a:pt x="4414715" y="361226"/>
                </a:lnTo>
                <a:lnTo>
                  <a:pt x="4414715" y="388998"/>
                </a:lnTo>
                <a:lnTo>
                  <a:pt x="4441590" y="388998"/>
                </a:lnTo>
                <a:lnTo>
                  <a:pt x="4439429" y="404142"/>
                </a:lnTo>
                <a:lnTo>
                  <a:pt x="4414715" y="404142"/>
                </a:lnTo>
                <a:lnTo>
                  <a:pt x="4414715" y="471183"/>
                </a:lnTo>
                <a:cubicBezTo>
                  <a:pt x="4414715" y="482495"/>
                  <a:pt x="4418362" y="487841"/>
                  <a:pt x="4428252" y="487841"/>
                </a:cubicBezTo>
                <a:cubicBezTo>
                  <a:pt x="4433198" y="487841"/>
                  <a:pt x="4437719" y="486340"/>
                  <a:pt x="4443301" y="483351"/>
                </a:cubicBezTo>
                <a:lnTo>
                  <a:pt x="4450831" y="496374"/>
                </a:lnTo>
                <a:close/>
                <a:moveTo>
                  <a:pt x="4491457" y="489118"/>
                </a:moveTo>
                <a:cubicBezTo>
                  <a:pt x="4491457" y="497441"/>
                  <a:pt x="4485000" y="504064"/>
                  <a:pt x="4476408" y="504064"/>
                </a:cubicBezTo>
                <a:cubicBezTo>
                  <a:pt x="4468029" y="504064"/>
                  <a:pt x="4461572" y="497441"/>
                  <a:pt x="4461572" y="489118"/>
                </a:cubicBezTo>
                <a:cubicBezTo>
                  <a:pt x="4461572" y="481006"/>
                  <a:pt x="4468029" y="474383"/>
                  <a:pt x="4476408" y="474383"/>
                </a:cubicBezTo>
                <a:cubicBezTo>
                  <a:pt x="4485000" y="474383"/>
                  <a:pt x="4491457" y="481006"/>
                  <a:pt x="4491457" y="489118"/>
                </a:cubicBezTo>
                <a:close/>
                <a:moveTo>
                  <a:pt x="3521774" y="366146"/>
                </a:moveTo>
                <a:lnTo>
                  <a:pt x="3505002" y="385996"/>
                </a:lnTo>
                <a:cubicBezTo>
                  <a:pt x="3496623" y="379599"/>
                  <a:pt x="3488242" y="375748"/>
                  <a:pt x="3478129" y="375748"/>
                </a:cubicBezTo>
                <a:cubicBezTo>
                  <a:pt x="3458997" y="375748"/>
                  <a:pt x="3445681" y="390911"/>
                  <a:pt x="3445681" y="427204"/>
                </a:cubicBezTo>
                <a:cubicBezTo>
                  <a:pt x="3445681" y="462863"/>
                  <a:pt x="3458793" y="478013"/>
                  <a:pt x="3478562" y="478013"/>
                </a:cubicBezTo>
                <a:cubicBezTo>
                  <a:pt x="3490386" y="478013"/>
                  <a:pt x="3498995" y="472680"/>
                  <a:pt x="3507795" y="466055"/>
                </a:cubicBezTo>
                <a:lnTo>
                  <a:pt x="3523496" y="486133"/>
                </a:lnTo>
                <a:cubicBezTo>
                  <a:pt x="3513599" y="495951"/>
                  <a:pt x="3497477" y="505135"/>
                  <a:pt x="3476841" y="505135"/>
                </a:cubicBezTo>
                <a:cubicBezTo>
                  <a:pt x="3436001" y="505135"/>
                  <a:pt x="3408707" y="477798"/>
                  <a:pt x="3408707" y="427204"/>
                </a:cubicBezTo>
                <a:cubicBezTo>
                  <a:pt x="3408707" y="377673"/>
                  <a:pt x="3437723" y="349918"/>
                  <a:pt x="3476419" y="349918"/>
                </a:cubicBezTo>
                <a:cubicBezTo>
                  <a:pt x="3495768" y="349918"/>
                  <a:pt x="3509313" y="355682"/>
                  <a:pt x="3521774" y="366145"/>
                </a:cubicBezTo>
                <a:close/>
                <a:moveTo>
                  <a:pt x="3537463" y="472680"/>
                </a:moveTo>
                <a:lnTo>
                  <a:pt x="3537463" y="343090"/>
                </a:lnTo>
                <a:lnTo>
                  <a:pt x="3571428" y="339455"/>
                </a:lnTo>
                <a:lnTo>
                  <a:pt x="3571428" y="471401"/>
                </a:lnTo>
                <a:cubicBezTo>
                  <a:pt x="3571428" y="476101"/>
                  <a:pt x="3573149" y="478444"/>
                  <a:pt x="3577231" y="478444"/>
                </a:cubicBezTo>
                <a:cubicBezTo>
                  <a:pt x="3579590" y="478444"/>
                  <a:pt x="3581312" y="478013"/>
                  <a:pt x="3582818" y="477380"/>
                </a:cubicBezTo>
                <a:lnTo>
                  <a:pt x="3589475" y="501284"/>
                </a:lnTo>
                <a:cubicBezTo>
                  <a:pt x="3584323" y="503425"/>
                  <a:pt x="3577014" y="505135"/>
                  <a:pt x="3568839" y="505135"/>
                </a:cubicBezTo>
                <a:cubicBezTo>
                  <a:pt x="3549069" y="505135"/>
                  <a:pt x="3537463" y="493392"/>
                  <a:pt x="3537463" y="472680"/>
                </a:cubicBezTo>
                <a:close/>
                <a:moveTo>
                  <a:pt x="3708782" y="444927"/>
                </a:moveTo>
                <a:cubicBezTo>
                  <a:pt x="3708782" y="481220"/>
                  <a:pt x="3687712" y="505123"/>
                  <a:pt x="3652892" y="505123"/>
                </a:cubicBezTo>
                <a:cubicBezTo>
                  <a:pt x="3618290" y="505123"/>
                  <a:pt x="3597003" y="482930"/>
                  <a:pt x="3597003" y="444712"/>
                </a:cubicBezTo>
                <a:cubicBezTo>
                  <a:pt x="3597003" y="408419"/>
                  <a:pt x="3618073" y="384502"/>
                  <a:pt x="3652892" y="384502"/>
                </a:cubicBezTo>
                <a:cubicBezTo>
                  <a:pt x="3687711" y="384502"/>
                  <a:pt x="3708782" y="406709"/>
                  <a:pt x="3708782" y="444927"/>
                </a:cubicBezTo>
                <a:close/>
                <a:moveTo>
                  <a:pt x="3632256" y="444712"/>
                </a:moveTo>
                <a:cubicBezTo>
                  <a:pt x="3632256" y="469907"/>
                  <a:pt x="3639131" y="480371"/>
                  <a:pt x="3652892" y="480371"/>
                </a:cubicBezTo>
                <a:cubicBezTo>
                  <a:pt x="3666655" y="480371"/>
                  <a:pt x="3673529" y="469477"/>
                  <a:pt x="3673529" y="444927"/>
                </a:cubicBezTo>
                <a:cubicBezTo>
                  <a:pt x="3673529" y="419731"/>
                  <a:pt x="3666655" y="409267"/>
                  <a:pt x="3652892" y="409267"/>
                </a:cubicBezTo>
                <a:cubicBezTo>
                  <a:pt x="3639131" y="409267"/>
                  <a:pt x="3632256" y="420162"/>
                  <a:pt x="3632256" y="444712"/>
                </a:cubicBezTo>
                <a:close/>
                <a:moveTo>
                  <a:pt x="3827431" y="501502"/>
                </a:moveTo>
                <a:lnTo>
                  <a:pt x="3797981" y="501502"/>
                </a:lnTo>
                <a:lnTo>
                  <a:pt x="3796477" y="487200"/>
                </a:lnTo>
                <a:cubicBezTo>
                  <a:pt x="3788097" y="499158"/>
                  <a:pt x="3776924" y="505125"/>
                  <a:pt x="3761874" y="505125"/>
                </a:cubicBezTo>
                <a:cubicBezTo>
                  <a:pt x="3740587" y="505125"/>
                  <a:pt x="3730052" y="491469"/>
                  <a:pt x="3730052" y="469478"/>
                </a:cubicBezTo>
                <a:lnTo>
                  <a:pt x="3730052" y="388139"/>
                </a:lnTo>
                <a:lnTo>
                  <a:pt x="3764017" y="388139"/>
                </a:lnTo>
                <a:lnTo>
                  <a:pt x="3764017" y="465209"/>
                </a:lnTo>
                <a:cubicBezTo>
                  <a:pt x="3764017" y="476737"/>
                  <a:pt x="3767893" y="480157"/>
                  <a:pt x="3774985" y="480157"/>
                </a:cubicBezTo>
                <a:cubicBezTo>
                  <a:pt x="3782077" y="480157"/>
                  <a:pt x="3788531" y="475457"/>
                  <a:pt x="3793466" y="466919"/>
                </a:cubicBezTo>
                <a:lnTo>
                  <a:pt x="3793466" y="388139"/>
                </a:lnTo>
                <a:lnTo>
                  <a:pt x="3827431" y="388139"/>
                </a:lnTo>
                <a:lnTo>
                  <a:pt x="3827431" y="501502"/>
                </a:lnTo>
                <a:close/>
                <a:moveTo>
                  <a:pt x="3956398" y="343082"/>
                </a:moveTo>
                <a:lnTo>
                  <a:pt x="3956398" y="501503"/>
                </a:lnTo>
                <a:lnTo>
                  <a:pt x="3926297" y="501503"/>
                </a:lnTo>
                <a:lnTo>
                  <a:pt x="3924589" y="488265"/>
                </a:lnTo>
                <a:cubicBezTo>
                  <a:pt x="3917918" y="497652"/>
                  <a:pt x="3907599" y="505126"/>
                  <a:pt x="3892129" y="505126"/>
                </a:cubicBezTo>
                <a:cubicBezTo>
                  <a:pt x="3863100" y="505126"/>
                  <a:pt x="3848700" y="481222"/>
                  <a:pt x="3848700" y="444499"/>
                </a:cubicBezTo>
                <a:cubicBezTo>
                  <a:pt x="3848700" y="409486"/>
                  <a:pt x="3867182" y="384505"/>
                  <a:pt x="3895343" y="384505"/>
                </a:cubicBezTo>
                <a:cubicBezTo>
                  <a:pt x="3906528" y="384505"/>
                  <a:pt x="3915763" y="388559"/>
                  <a:pt x="3922433" y="395184"/>
                </a:cubicBezTo>
                <a:lnTo>
                  <a:pt x="3922433" y="339459"/>
                </a:lnTo>
                <a:lnTo>
                  <a:pt x="3956398" y="343082"/>
                </a:lnTo>
                <a:close/>
                <a:moveTo>
                  <a:pt x="3922433" y="467554"/>
                </a:moveTo>
                <a:lnTo>
                  <a:pt x="3922433" y="418669"/>
                </a:lnTo>
                <a:cubicBezTo>
                  <a:pt x="3917267" y="412690"/>
                  <a:pt x="3912115" y="409055"/>
                  <a:pt x="3904590" y="409055"/>
                </a:cubicBezTo>
                <a:cubicBezTo>
                  <a:pt x="3892549" y="409055"/>
                  <a:pt x="3883953" y="419303"/>
                  <a:pt x="3883953" y="444714"/>
                </a:cubicBezTo>
                <a:cubicBezTo>
                  <a:pt x="3883953" y="472887"/>
                  <a:pt x="3891695" y="480361"/>
                  <a:pt x="3902651" y="480361"/>
                </a:cubicBezTo>
                <a:cubicBezTo>
                  <a:pt x="3910827" y="480361"/>
                  <a:pt x="3917063" y="476092"/>
                  <a:pt x="3922433" y="467554"/>
                </a:cubicBezTo>
                <a:close/>
                <a:moveTo>
                  <a:pt x="3476419" y="113000"/>
                </a:moveTo>
                <a:cubicBezTo>
                  <a:pt x="3437722" y="113000"/>
                  <a:pt x="3408707" y="140754"/>
                  <a:pt x="3408707" y="190285"/>
                </a:cubicBezTo>
                <a:cubicBezTo>
                  <a:pt x="3408707" y="240892"/>
                  <a:pt x="3436001" y="268216"/>
                  <a:pt x="3476841" y="268216"/>
                </a:cubicBezTo>
                <a:cubicBezTo>
                  <a:pt x="3497477" y="268216"/>
                  <a:pt x="3513599" y="259032"/>
                  <a:pt x="3523496" y="249215"/>
                </a:cubicBezTo>
                <a:lnTo>
                  <a:pt x="3507795" y="229136"/>
                </a:lnTo>
                <a:cubicBezTo>
                  <a:pt x="3498995" y="235762"/>
                  <a:pt x="3490386" y="241095"/>
                  <a:pt x="3478562" y="241095"/>
                </a:cubicBezTo>
                <a:cubicBezTo>
                  <a:pt x="3458793" y="241095"/>
                  <a:pt x="3445681" y="225944"/>
                  <a:pt x="3445681" y="190285"/>
                </a:cubicBezTo>
                <a:cubicBezTo>
                  <a:pt x="3445681" y="153992"/>
                  <a:pt x="3458997" y="138829"/>
                  <a:pt x="3478129" y="138829"/>
                </a:cubicBezTo>
                <a:cubicBezTo>
                  <a:pt x="3488242" y="138829"/>
                  <a:pt x="3496623" y="142680"/>
                  <a:pt x="3505002" y="149077"/>
                </a:cubicBezTo>
                <a:lnTo>
                  <a:pt x="3521774" y="129227"/>
                </a:lnTo>
                <a:cubicBezTo>
                  <a:pt x="3509314" y="118763"/>
                  <a:pt x="3495768" y="113000"/>
                  <a:pt x="3476419" y="113000"/>
                </a:cubicBezTo>
                <a:close/>
                <a:moveTo>
                  <a:pt x="3633546" y="264584"/>
                </a:moveTo>
                <a:lnTo>
                  <a:pt x="3604096" y="264584"/>
                </a:lnTo>
                <a:lnTo>
                  <a:pt x="3602591" y="250282"/>
                </a:lnTo>
                <a:cubicBezTo>
                  <a:pt x="3594211" y="262241"/>
                  <a:pt x="3583038" y="268220"/>
                  <a:pt x="3567988" y="268220"/>
                </a:cubicBezTo>
                <a:cubicBezTo>
                  <a:pt x="3546701" y="268220"/>
                  <a:pt x="3536166" y="254551"/>
                  <a:pt x="3536166" y="232560"/>
                </a:cubicBezTo>
                <a:lnTo>
                  <a:pt x="3536166" y="151221"/>
                </a:lnTo>
                <a:lnTo>
                  <a:pt x="3570131" y="151221"/>
                </a:lnTo>
                <a:lnTo>
                  <a:pt x="3570131" y="228291"/>
                </a:lnTo>
                <a:cubicBezTo>
                  <a:pt x="3570131" y="239819"/>
                  <a:pt x="3574008" y="243239"/>
                  <a:pt x="3581100" y="243239"/>
                </a:cubicBezTo>
                <a:cubicBezTo>
                  <a:pt x="3588191" y="243239"/>
                  <a:pt x="3594645" y="238539"/>
                  <a:pt x="3599580" y="230001"/>
                </a:cubicBezTo>
                <a:lnTo>
                  <a:pt x="3599580" y="151221"/>
                </a:lnTo>
                <a:lnTo>
                  <a:pt x="3633546" y="151221"/>
                </a:lnTo>
                <a:lnTo>
                  <a:pt x="3633546" y="264584"/>
                </a:lnTo>
                <a:close/>
                <a:moveTo>
                  <a:pt x="3744461" y="161465"/>
                </a:moveTo>
                <a:lnTo>
                  <a:pt x="3732000" y="180466"/>
                </a:lnTo>
                <a:cubicBezTo>
                  <a:pt x="3723174" y="174918"/>
                  <a:pt x="3713723" y="171713"/>
                  <a:pt x="3703838" y="171713"/>
                </a:cubicBezTo>
                <a:cubicBezTo>
                  <a:pt x="3694591" y="171713"/>
                  <a:pt x="3690076" y="175133"/>
                  <a:pt x="3690076" y="180251"/>
                </a:cubicBezTo>
                <a:cubicBezTo>
                  <a:pt x="3690076" y="186230"/>
                  <a:pt x="3693086" y="188789"/>
                  <a:pt x="3713506" y="194768"/>
                </a:cubicBezTo>
                <a:cubicBezTo>
                  <a:pt x="3736081" y="201178"/>
                  <a:pt x="3748759" y="210564"/>
                  <a:pt x="3748759" y="230845"/>
                </a:cubicBezTo>
                <a:cubicBezTo>
                  <a:pt x="3748759" y="254331"/>
                  <a:pt x="3726401" y="268215"/>
                  <a:pt x="3698022" y="268215"/>
                </a:cubicBezTo>
                <a:cubicBezTo>
                  <a:pt x="3678253" y="268215"/>
                  <a:pt x="3661481" y="261387"/>
                  <a:pt x="3650308" y="251342"/>
                </a:cubicBezTo>
                <a:lnTo>
                  <a:pt x="3666864" y="232986"/>
                </a:lnTo>
                <a:cubicBezTo>
                  <a:pt x="3675460" y="239611"/>
                  <a:pt x="3685995" y="244083"/>
                  <a:pt x="3697167" y="244083"/>
                </a:cubicBezTo>
                <a:cubicBezTo>
                  <a:pt x="3707486" y="244083"/>
                  <a:pt x="3713723" y="240245"/>
                  <a:pt x="3713723" y="233417"/>
                </a:cubicBezTo>
                <a:cubicBezTo>
                  <a:pt x="3713723" y="225728"/>
                  <a:pt x="3710279" y="223384"/>
                  <a:pt x="3689643" y="217608"/>
                </a:cubicBezTo>
                <a:cubicBezTo>
                  <a:pt x="3667067" y="211211"/>
                  <a:pt x="3655895" y="199683"/>
                  <a:pt x="3655895" y="182176"/>
                </a:cubicBezTo>
                <a:cubicBezTo>
                  <a:pt x="3655895" y="162744"/>
                  <a:pt x="3673738" y="147594"/>
                  <a:pt x="3702550" y="147594"/>
                </a:cubicBezTo>
                <a:cubicBezTo>
                  <a:pt x="3719092" y="147594"/>
                  <a:pt x="3733926" y="152927"/>
                  <a:pt x="3744461" y="161465"/>
                </a:cubicBezTo>
                <a:close/>
                <a:moveTo>
                  <a:pt x="3839894" y="259246"/>
                </a:moveTo>
                <a:cubicBezTo>
                  <a:pt x="3831297" y="265225"/>
                  <a:pt x="3819257" y="268215"/>
                  <a:pt x="3808939" y="268215"/>
                </a:cubicBezTo>
                <a:cubicBezTo>
                  <a:pt x="3783787" y="267999"/>
                  <a:pt x="3771543" y="253913"/>
                  <a:pt x="3771543" y="227222"/>
                </a:cubicBezTo>
                <a:lnTo>
                  <a:pt x="3771543" y="174702"/>
                </a:lnTo>
                <a:lnTo>
                  <a:pt x="3755421" y="174702"/>
                </a:lnTo>
                <a:lnTo>
                  <a:pt x="3755421" y="151216"/>
                </a:lnTo>
                <a:lnTo>
                  <a:pt x="3771543" y="151216"/>
                </a:lnTo>
                <a:lnTo>
                  <a:pt x="3771543" y="126667"/>
                </a:lnTo>
                <a:lnTo>
                  <a:pt x="3805495" y="122828"/>
                </a:lnTo>
                <a:lnTo>
                  <a:pt x="3805495" y="151216"/>
                </a:lnTo>
                <a:lnTo>
                  <a:pt x="3831731" y="151216"/>
                </a:lnTo>
                <a:lnTo>
                  <a:pt x="3828070" y="174702"/>
                </a:lnTo>
                <a:lnTo>
                  <a:pt x="3805495" y="174702"/>
                </a:lnTo>
                <a:lnTo>
                  <a:pt x="3805495" y="226792"/>
                </a:lnTo>
                <a:cubicBezTo>
                  <a:pt x="3805495" y="237686"/>
                  <a:pt x="3809156" y="241524"/>
                  <a:pt x="3816247" y="241524"/>
                </a:cubicBezTo>
                <a:cubicBezTo>
                  <a:pt x="3820125" y="241524"/>
                  <a:pt x="3823989" y="240460"/>
                  <a:pt x="3828504" y="237901"/>
                </a:cubicBezTo>
                <a:lnTo>
                  <a:pt x="3839894" y="259246"/>
                </a:lnTo>
                <a:close/>
                <a:moveTo>
                  <a:pt x="3954894" y="208009"/>
                </a:moveTo>
                <a:cubicBezTo>
                  <a:pt x="3954894" y="244302"/>
                  <a:pt x="3933824" y="268219"/>
                  <a:pt x="3899004" y="268219"/>
                </a:cubicBezTo>
                <a:cubicBezTo>
                  <a:pt x="3864402" y="268219"/>
                  <a:pt x="3843115" y="246012"/>
                  <a:pt x="3843115" y="207794"/>
                </a:cubicBezTo>
                <a:cubicBezTo>
                  <a:pt x="3843115" y="171501"/>
                  <a:pt x="3864185" y="147585"/>
                  <a:pt x="3899004" y="147585"/>
                </a:cubicBezTo>
                <a:cubicBezTo>
                  <a:pt x="3933823" y="147585"/>
                  <a:pt x="3954894" y="169791"/>
                  <a:pt x="3954894" y="208009"/>
                </a:cubicBezTo>
                <a:close/>
                <a:moveTo>
                  <a:pt x="3878368" y="207794"/>
                </a:moveTo>
                <a:cubicBezTo>
                  <a:pt x="3878368" y="232990"/>
                  <a:pt x="3885243" y="243453"/>
                  <a:pt x="3899004" y="243453"/>
                </a:cubicBezTo>
                <a:cubicBezTo>
                  <a:pt x="3912767" y="243453"/>
                  <a:pt x="3919641" y="232559"/>
                  <a:pt x="3919641" y="208009"/>
                </a:cubicBezTo>
                <a:cubicBezTo>
                  <a:pt x="3919641" y="182813"/>
                  <a:pt x="3912767" y="172350"/>
                  <a:pt x="3899004" y="172350"/>
                </a:cubicBezTo>
                <a:cubicBezTo>
                  <a:pt x="3885243" y="172350"/>
                  <a:pt x="3878368" y="183244"/>
                  <a:pt x="3878368" y="207794"/>
                </a:cubicBezTo>
                <a:close/>
                <a:moveTo>
                  <a:pt x="4132231" y="181748"/>
                </a:moveTo>
                <a:lnTo>
                  <a:pt x="4132231" y="264582"/>
                </a:lnTo>
                <a:lnTo>
                  <a:pt x="4098266" y="264582"/>
                </a:lnTo>
                <a:lnTo>
                  <a:pt x="4098266" y="187512"/>
                </a:lnTo>
                <a:cubicBezTo>
                  <a:pt x="4098266" y="175554"/>
                  <a:pt x="4093751" y="172349"/>
                  <a:pt x="4088598" y="172349"/>
                </a:cubicBezTo>
                <a:cubicBezTo>
                  <a:pt x="4081290" y="172349"/>
                  <a:pt x="4076125" y="177695"/>
                  <a:pt x="4071176" y="187081"/>
                </a:cubicBezTo>
                <a:lnTo>
                  <a:pt x="4071176" y="264582"/>
                </a:lnTo>
                <a:lnTo>
                  <a:pt x="4037224" y="264582"/>
                </a:lnTo>
                <a:lnTo>
                  <a:pt x="4037224" y="187512"/>
                </a:lnTo>
                <a:cubicBezTo>
                  <a:pt x="4037224" y="175554"/>
                  <a:pt x="4032709" y="172349"/>
                  <a:pt x="4027543" y="172349"/>
                </a:cubicBezTo>
                <a:cubicBezTo>
                  <a:pt x="4020452" y="172349"/>
                  <a:pt x="4015082" y="177695"/>
                  <a:pt x="4010134" y="187081"/>
                </a:cubicBezTo>
                <a:lnTo>
                  <a:pt x="4010134" y="264582"/>
                </a:lnTo>
                <a:lnTo>
                  <a:pt x="3976168" y="264582"/>
                </a:lnTo>
                <a:lnTo>
                  <a:pt x="3976168" y="151219"/>
                </a:lnTo>
                <a:lnTo>
                  <a:pt x="4005836" y="151219"/>
                </a:lnTo>
                <a:lnTo>
                  <a:pt x="4008208" y="164457"/>
                </a:lnTo>
                <a:cubicBezTo>
                  <a:pt x="4017021" y="153347"/>
                  <a:pt x="4027339" y="147583"/>
                  <a:pt x="4041305" y="147583"/>
                </a:cubicBezTo>
                <a:cubicBezTo>
                  <a:pt x="4053983" y="147583"/>
                  <a:pt x="4063880" y="153993"/>
                  <a:pt x="4068179" y="165521"/>
                </a:cubicBezTo>
                <a:cubicBezTo>
                  <a:pt x="4077196" y="153563"/>
                  <a:pt x="4087744" y="147583"/>
                  <a:pt x="4102347" y="147583"/>
                </a:cubicBezTo>
                <a:cubicBezTo>
                  <a:pt x="4119974" y="147583"/>
                  <a:pt x="4132231" y="160188"/>
                  <a:pt x="4132231" y="181748"/>
                </a:cubicBezTo>
                <a:close/>
                <a:moveTo>
                  <a:pt x="4258838" y="217827"/>
                </a:moveTo>
                <a:lnTo>
                  <a:pt x="4188115" y="217827"/>
                </a:lnTo>
                <a:cubicBezTo>
                  <a:pt x="4190475" y="238108"/>
                  <a:pt x="4200155" y="243656"/>
                  <a:pt x="4214122" y="243656"/>
                </a:cubicBezTo>
                <a:cubicBezTo>
                  <a:pt x="4223368" y="243656"/>
                  <a:pt x="4231531" y="240464"/>
                  <a:pt x="4241429" y="233623"/>
                </a:cubicBezTo>
                <a:lnTo>
                  <a:pt x="4255394" y="252409"/>
                </a:lnTo>
                <a:cubicBezTo>
                  <a:pt x="4244004" y="261378"/>
                  <a:pt x="4229388" y="268219"/>
                  <a:pt x="4210894" y="268219"/>
                </a:cubicBezTo>
                <a:cubicBezTo>
                  <a:pt x="4172848" y="268219"/>
                  <a:pt x="4153499" y="243871"/>
                  <a:pt x="4153499" y="208440"/>
                </a:cubicBezTo>
                <a:cubicBezTo>
                  <a:pt x="4153499" y="174491"/>
                  <a:pt x="4172210" y="147585"/>
                  <a:pt x="4206812" y="147585"/>
                </a:cubicBezTo>
                <a:cubicBezTo>
                  <a:pt x="4239489" y="147585"/>
                  <a:pt x="4259475" y="168942"/>
                  <a:pt x="4259475" y="205666"/>
                </a:cubicBezTo>
                <a:cubicBezTo>
                  <a:pt x="4259475" y="209289"/>
                  <a:pt x="4259258" y="214406"/>
                  <a:pt x="4258838" y="217827"/>
                </a:cubicBezTo>
                <a:close/>
                <a:moveTo>
                  <a:pt x="4226161" y="196051"/>
                </a:moveTo>
                <a:cubicBezTo>
                  <a:pt x="4225944" y="180685"/>
                  <a:pt x="4221212" y="170006"/>
                  <a:pt x="4207680" y="170006"/>
                </a:cubicBezTo>
                <a:cubicBezTo>
                  <a:pt x="4196278" y="170006"/>
                  <a:pt x="4189620" y="177265"/>
                  <a:pt x="4188115" y="197546"/>
                </a:cubicBezTo>
                <a:lnTo>
                  <a:pt x="4226161" y="197546"/>
                </a:lnTo>
                <a:lnTo>
                  <a:pt x="4226161" y="196051"/>
                </a:lnTo>
                <a:close/>
                <a:moveTo>
                  <a:pt x="4429055" y="117480"/>
                </a:moveTo>
                <a:lnTo>
                  <a:pt x="4507732" y="117480"/>
                </a:lnTo>
                <a:lnTo>
                  <a:pt x="4505359" y="133716"/>
                </a:lnTo>
                <a:lnTo>
                  <a:pt x="4449486" y="133716"/>
                </a:lnTo>
                <a:lnTo>
                  <a:pt x="4449486" y="183887"/>
                </a:lnTo>
                <a:lnTo>
                  <a:pt x="4497841" y="183887"/>
                </a:lnTo>
                <a:lnTo>
                  <a:pt x="4497841" y="199900"/>
                </a:lnTo>
                <a:lnTo>
                  <a:pt x="4449486" y="199900"/>
                </a:lnTo>
                <a:lnTo>
                  <a:pt x="4449486" y="264584"/>
                </a:lnTo>
                <a:lnTo>
                  <a:pt x="4429055" y="264584"/>
                </a:lnTo>
                <a:lnTo>
                  <a:pt x="4429055" y="117479"/>
                </a:lnTo>
                <a:close/>
                <a:moveTo>
                  <a:pt x="4557185" y="111507"/>
                </a:moveTo>
                <a:cubicBezTo>
                  <a:pt x="4557185" y="118986"/>
                  <a:pt x="4551602" y="124742"/>
                  <a:pt x="4543223" y="124742"/>
                </a:cubicBezTo>
                <a:cubicBezTo>
                  <a:pt x="4535043" y="124742"/>
                  <a:pt x="4529461" y="118986"/>
                  <a:pt x="4529461" y="111507"/>
                </a:cubicBezTo>
                <a:cubicBezTo>
                  <a:pt x="4529461" y="103817"/>
                  <a:pt x="4535043" y="98050"/>
                  <a:pt x="4543223" y="98050"/>
                </a:cubicBezTo>
                <a:cubicBezTo>
                  <a:pt x="4551602" y="98050"/>
                  <a:pt x="4557185" y="103817"/>
                  <a:pt x="4557185" y="111507"/>
                </a:cubicBezTo>
                <a:close/>
                <a:moveTo>
                  <a:pt x="4553313" y="264578"/>
                </a:moveTo>
                <a:lnTo>
                  <a:pt x="4533532" y="264578"/>
                </a:lnTo>
                <a:lnTo>
                  <a:pt x="4533532" y="152066"/>
                </a:lnTo>
                <a:lnTo>
                  <a:pt x="4553313" y="152066"/>
                </a:lnTo>
                <a:lnTo>
                  <a:pt x="4553313" y="264578"/>
                </a:lnTo>
                <a:close/>
                <a:moveTo>
                  <a:pt x="4654569" y="150790"/>
                </a:moveTo>
                <a:lnTo>
                  <a:pt x="4650909" y="170003"/>
                </a:lnTo>
                <a:cubicBezTo>
                  <a:pt x="4647475" y="169147"/>
                  <a:pt x="4645102" y="168713"/>
                  <a:pt x="4641032" y="168713"/>
                </a:cubicBezTo>
                <a:cubicBezTo>
                  <a:pt x="4626832" y="168713"/>
                  <a:pt x="4618677" y="178760"/>
                  <a:pt x="4613944" y="200317"/>
                </a:cubicBezTo>
                <a:lnTo>
                  <a:pt x="4613944" y="264579"/>
                </a:lnTo>
                <a:lnTo>
                  <a:pt x="4594163" y="264579"/>
                </a:lnTo>
                <a:lnTo>
                  <a:pt x="4594163" y="152080"/>
                </a:lnTo>
                <a:lnTo>
                  <a:pt x="4611147" y="152080"/>
                </a:lnTo>
                <a:lnTo>
                  <a:pt x="4613082" y="174915"/>
                </a:lnTo>
                <a:cubicBezTo>
                  <a:pt x="4619101" y="158046"/>
                  <a:pt x="4629642" y="149500"/>
                  <a:pt x="4643391" y="149500"/>
                </a:cubicBezTo>
                <a:cubicBezTo>
                  <a:pt x="4647038" y="149500"/>
                  <a:pt x="4651134" y="149934"/>
                  <a:pt x="4654568" y="150790"/>
                </a:cubicBezTo>
                <a:close/>
                <a:moveTo>
                  <a:pt x="4746366" y="162322"/>
                </a:moveTo>
                <a:lnTo>
                  <a:pt x="4737974" y="174700"/>
                </a:lnTo>
                <a:cubicBezTo>
                  <a:pt x="4727884" y="168288"/>
                  <a:pt x="4719054" y="165100"/>
                  <a:pt x="4708539" y="165100"/>
                </a:cubicBezTo>
                <a:cubicBezTo>
                  <a:pt x="4695626" y="165100"/>
                  <a:pt x="4687684" y="170855"/>
                  <a:pt x="4687684" y="179823"/>
                </a:cubicBezTo>
                <a:cubicBezTo>
                  <a:pt x="4687684" y="189001"/>
                  <a:pt x="4693690" y="193268"/>
                  <a:pt x="4711973" y="197969"/>
                </a:cubicBezTo>
                <a:cubicBezTo>
                  <a:pt x="4735826" y="203948"/>
                  <a:pt x="4749588" y="213337"/>
                  <a:pt x="4749588" y="232984"/>
                </a:cubicBezTo>
                <a:cubicBezTo>
                  <a:pt x="4749588" y="256464"/>
                  <a:pt x="4727884" y="267143"/>
                  <a:pt x="4704880" y="267143"/>
                </a:cubicBezTo>
                <a:cubicBezTo>
                  <a:pt x="4685735" y="267143"/>
                  <a:pt x="4671986" y="260941"/>
                  <a:pt x="4662107" y="252408"/>
                </a:cubicBezTo>
                <a:lnTo>
                  <a:pt x="4672635" y="240451"/>
                </a:lnTo>
                <a:cubicBezTo>
                  <a:pt x="4681664" y="247285"/>
                  <a:pt x="4692191" y="251341"/>
                  <a:pt x="4704443" y="251341"/>
                </a:cubicBezTo>
                <a:cubicBezTo>
                  <a:pt x="4719279" y="251341"/>
                  <a:pt x="4728733" y="244928"/>
                  <a:pt x="4728733" y="234261"/>
                </a:cubicBezTo>
                <a:cubicBezTo>
                  <a:pt x="4728733" y="223160"/>
                  <a:pt x="4723150" y="218894"/>
                  <a:pt x="4701221" y="213126"/>
                </a:cubicBezTo>
                <a:cubicBezTo>
                  <a:pt x="4676718" y="206726"/>
                  <a:pt x="4667040" y="196257"/>
                  <a:pt x="4667040" y="180468"/>
                </a:cubicBezTo>
                <a:cubicBezTo>
                  <a:pt x="4667040" y="162532"/>
                  <a:pt x="4684462" y="149509"/>
                  <a:pt x="4707890" y="149509"/>
                </a:cubicBezTo>
                <a:cubicBezTo>
                  <a:pt x="4723787" y="149509"/>
                  <a:pt x="4735614" y="154210"/>
                  <a:pt x="4746366" y="162322"/>
                </a:cubicBezTo>
                <a:close/>
                <a:moveTo>
                  <a:pt x="4834725" y="259455"/>
                </a:moveTo>
                <a:cubicBezTo>
                  <a:pt x="4827194" y="264578"/>
                  <a:pt x="4819027" y="267145"/>
                  <a:pt x="4809361" y="267145"/>
                </a:cubicBezTo>
                <a:cubicBezTo>
                  <a:pt x="4790216" y="267145"/>
                  <a:pt x="4778827" y="256044"/>
                  <a:pt x="4778827" y="235120"/>
                </a:cubicBezTo>
                <a:lnTo>
                  <a:pt x="4778827" y="167223"/>
                </a:lnTo>
                <a:lnTo>
                  <a:pt x="4759057" y="167223"/>
                </a:lnTo>
                <a:lnTo>
                  <a:pt x="4759057" y="152079"/>
                </a:lnTo>
                <a:lnTo>
                  <a:pt x="4778827" y="152079"/>
                </a:lnTo>
                <a:lnTo>
                  <a:pt x="4778827" y="126664"/>
                </a:lnTo>
                <a:lnTo>
                  <a:pt x="4798608" y="124308"/>
                </a:lnTo>
                <a:lnTo>
                  <a:pt x="4798608" y="152079"/>
                </a:lnTo>
                <a:lnTo>
                  <a:pt x="4825484" y="152079"/>
                </a:lnTo>
                <a:lnTo>
                  <a:pt x="4823323" y="167223"/>
                </a:lnTo>
                <a:lnTo>
                  <a:pt x="4798608" y="167223"/>
                </a:lnTo>
                <a:lnTo>
                  <a:pt x="4798608" y="234264"/>
                </a:lnTo>
                <a:cubicBezTo>
                  <a:pt x="4798608" y="245576"/>
                  <a:pt x="4802255" y="250922"/>
                  <a:pt x="4812146" y="250922"/>
                </a:cubicBezTo>
                <a:cubicBezTo>
                  <a:pt x="4817091" y="250922"/>
                  <a:pt x="4821612" y="249421"/>
                  <a:pt x="4827194" y="246432"/>
                </a:cubicBezTo>
                <a:lnTo>
                  <a:pt x="4834725" y="259455"/>
                </a:lnTo>
                <a:close/>
                <a:moveTo>
                  <a:pt x="4875350" y="252199"/>
                </a:moveTo>
                <a:cubicBezTo>
                  <a:pt x="4875350" y="260522"/>
                  <a:pt x="4868893" y="267145"/>
                  <a:pt x="4860302" y="267145"/>
                </a:cubicBezTo>
                <a:cubicBezTo>
                  <a:pt x="4851922" y="267145"/>
                  <a:pt x="4845465" y="260522"/>
                  <a:pt x="4845465" y="252199"/>
                </a:cubicBezTo>
                <a:cubicBezTo>
                  <a:pt x="4845465" y="244087"/>
                  <a:pt x="4851922" y="237464"/>
                  <a:pt x="4860302" y="237464"/>
                </a:cubicBezTo>
                <a:cubicBezTo>
                  <a:pt x="4868893" y="237464"/>
                  <a:pt x="4875350" y="244087"/>
                  <a:pt x="4875350" y="252199"/>
                </a:cubicBezTo>
                <a:close/>
                <a:moveTo>
                  <a:pt x="4354043" y="149509"/>
                </a:moveTo>
                <a:lnTo>
                  <a:pt x="4348673" y="182179"/>
                </a:lnTo>
                <a:cubicBezTo>
                  <a:pt x="4345013" y="181317"/>
                  <a:pt x="4342220" y="180684"/>
                  <a:pt x="4338355" y="180684"/>
                </a:cubicBezTo>
                <a:cubicBezTo>
                  <a:pt x="4324159" y="180684"/>
                  <a:pt x="4318356" y="191147"/>
                  <a:pt x="4314709" y="208439"/>
                </a:cubicBezTo>
                <a:lnTo>
                  <a:pt x="4314709" y="264582"/>
                </a:lnTo>
                <a:lnTo>
                  <a:pt x="4280743" y="264582"/>
                </a:lnTo>
                <a:lnTo>
                  <a:pt x="4280743" y="151219"/>
                </a:lnTo>
                <a:lnTo>
                  <a:pt x="4310397" y="151219"/>
                </a:lnTo>
                <a:lnTo>
                  <a:pt x="4313203" y="173210"/>
                </a:lnTo>
                <a:cubicBezTo>
                  <a:pt x="4318356" y="157413"/>
                  <a:pt x="4329542" y="148014"/>
                  <a:pt x="4342653" y="148014"/>
                </a:cubicBezTo>
                <a:cubicBezTo>
                  <a:pt x="4346951" y="148014"/>
                  <a:pt x="4350395" y="148445"/>
                  <a:pt x="4354043" y="149509"/>
                </a:cubicBezTo>
                <a:close/>
                <a:moveTo>
                  <a:pt x="2977074" y="861572"/>
                </a:moveTo>
                <a:cubicBezTo>
                  <a:pt x="2951801" y="861572"/>
                  <a:pt x="2935849" y="840744"/>
                  <a:pt x="2938180" y="819204"/>
                </a:cubicBezTo>
                <a:cubicBezTo>
                  <a:pt x="2940330" y="795706"/>
                  <a:pt x="2961122" y="776658"/>
                  <a:pt x="2984781" y="776658"/>
                </a:cubicBezTo>
                <a:cubicBezTo>
                  <a:pt x="3008440" y="776658"/>
                  <a:pt x="3025825" y="795706"/>
                  <a:pt x="3023675" y="819204"/>
                </a:cubicBezTo>
                <a:cubicBezTo>
                  <a:pt x="3021524" y="842702"/>
                  <a:pt x="3000732" y="861750"/>
                  <a:pt x="2977074" y="861572"/>
                </a:cubicBezTo>
                <a:close/>
                <a:moveTo>
                  <a:pt x="2984780" y="782889"/>
                </a:moveTo>
                <a:cubicBezTo>
                  <a:pt x="2964169" y="782889"/>
                  <a:pt x="2946066" y="799622"/>
                  <a:pt x="2944273" y="819738"/>
                </a:cubicBezTo>
                <a:cubicBezTo>
                  <a:pt x="2942481" y="839498"/>
                  <a:pt x="2956999" y="855519"/>
                  <a:pt x="2977074" y="855519"/>
                </a:cubicBezTo>
                <a:cubicBezTo>
                  <a:pt x="2997506" y="855519"/>
                  <a:pt x="3015788" y="838964"/>
                  <a:pt x="3017580" y="818670"/>
                </a:cubicBezTo>
                <a:cubicBezTo>
                  <a:pt x="3019373" y="798910"/>
                  <a:pt x="3004675" y="782889"/>
                  <a:pt x="2984780" y="782889"/>
                </a:cubicBezTo>
                <a:close/>
                <a:moveTo>
                  <a:pt x="2988007" y="824366"/>
                </a:moveTo>
                <a:cubicBezTo>
                  <a:pt x="2997148" y="821874"/>
                  <a:pt x="3001808" y="813329"/>
                  <a:pt x="3001629" y="806743"/>
                </a:cubicBezTo>
                <a:cubicBezTo>
                  <a:pt x="3001450" y="799622"/>
                  <a:pt x="2995714" y="794104"/>
                  <a:pt x="2988186" y="794104"/>
                </a:cubicBezTo>
                <a:lnTo>
                  <a:pt x="2971697" y="794104"/>
                </a:lnTo>
                <a:lnTo>
                  <a:pt x="2962197" y="844126"/>
                </a:lnTo>
                <a:lnTo>
                  <a:pt x="2968470" y="844126"/>
                </a:lnTo>
                <a:lnTo>
                  <a:pt x="2972055" y="824900"/>
                </a:lnTo>
                <a:lnTo>
                  <a:pt x="2981554" y="824900"/>
                </a:lnTo>
                <a:lnTo>
                  <a:pt x="2988186" y="844126"/>
                </a:lnTo>
                <a:lnTo>
                  <a:pt x="2994818" y="844126"/>
                </a:lnTo>
                <a:lnTo>
                  <a:pt x="2988007" y="824366"/>
                </a:lnTo>
                <a:lnTo>
                  <a:pt x="2988007" y="824366"/>
                </a:lnTo>
                <a:close/>
                <a:moveTo>
                  <a:pt x="2995355" y="808879"/>
                </a:moveTo>
                <a:cubicBezTo>
                  <a:pt x="2993922" y="814575"/>
                  <a:pt x="2989082" y="818848"/>
                  <a:pt x="2983526" y="818848"/>
                </a:cubicBezTo>
                <a:lnTo>
                  <a:pt x="2973130" y="818848"/>
                </a:lnTo>
                <a:lnTo>
                  <a:pt x="2976715" y="800156"/>
                </a:lnTo>
                <a:lnTo>
                  <a:pt x="2988186" y="800156"/>
                </a:lnTo>
                <a:cubicBezTo>
                  <a:pt x="2992846" y="800156"/>
                  <a:pt x="2996431" y="804428"/>
                  <a:pt x="2995355" y="808879"/>
                </a:cubicBezTo>
                <a:close/>
                <a:moveTo>
                  <a:pt x="1498985" y="270374"/>
                </a:moveTo>
                <a:cubicBezTo>
                  <a:pt x="1468316" y="255526"/>
                  <a:pt x="1453828" y="242512"/>
                  <a:pt x="1453828" y="227989"/>
                </a:cubicBezTo>
                <a:cubicBezTo>
                  <a:pt x="1453828" y="207743"/>
                  <a:pt x="1472761" y="195649"/>
                  <a:pt x="1501834" y="195649"/>
                </a:cubicBezTo>
                <a:cubicBezTo>
                  <a:pt x="1543697" y="195649"/>
                  <a:pt x="1582079" y="211373"/>
                  <a:pt x="1597180" y="222644"/>
                </a:cubicBezTo>
                <a:lnTo>
                  <a:pt x="1613401" y="137908"/>
                </a:lnTo>
                <a:cubicBezTo>
                  <a:pt x="1594348" y="125765"/>
                  <a:pt x="1559986" y="113411"/>
                  <a:pt x="1507205" y="113411"/>
                </a:cubicBezTo>
                <a:cubicBezTo>
                  <a:pt x="1407454" y="113411"/>
                  <a:pt x="1340970" y="165801"/>
                  <a:pt x="1340970" y="243327"/>
                </a:cubicBezTo>
                <a:cubicBezTo>
                  <a:pt x="1340970" y="282728"/>
                  <a:pt x="1367537" y="316159"/>
                  <a:pt x="1420637" y="342530"/>
                </a:cubicBezTo>
                <a:cubicBezTo>
                  <a:pt x="1454206" y="358843"/>
                  <a:pt x="1467348" y="371767"/>
                  <a:pt x="1467348" y="390260"/>
                </a:cubicBezTo>
                <a:cubicBezTo>
                  <a:pt x="1467348" y="410662"/>
                  <a:pt x="1448653" y="423380"/>
                  <a:pt x="1420899" y="423380"/>
                </a:cubicBezTo>
                <a:cubicBezTo>
                  <a:pt x="1387200" y="423380"/>
                  <a:pt x="1342028" y="408651"/>
                  <a:pt x="1316170" y="394058"/>
                </a:cubicBezTo>
                <a:lnTo>
                  <a:pt x="1299920" y="478961"/>
                </a:lnTo>
                <a:cubicBezTo>
                  <a:pt x="1324314" y="493849"/>
                  <a:pt x="1367431" y="504151"/>
                  <a:pt x="1410107" y="504852"/>
                </a:cubicBezTo>
                <a:cubicBezTo>
                  <a:pt x="1469572" y="505307"/>
                  <a:pt x="1519028" y="488918"/>
                  <a:pt x="1549514" y="458861"/>
                </a:cubicBezTo>
                <a:cubicBezTo>
                  <a:pt x="1572432" y="436279"/>
                  <a:pt x="1584075" y="407299"/>
                  <a:pt x="1584075" y="372652"/>
                </a:cubicBezTo>
                <a:cubicBezTo>
                  <a:pt x="1584075" y="319558"/>
                  <a:pt x="1538942" y="290202"/>
                  <a:pt x="1498985" y="270374"/>
                </a:cubicBezTo>
                <a:close/>
                <a:moveTo>
                  <a:pt x="970363" y="127406"/>
                </a:moveTo>
                <a:lnTo>
                  <a:pt x="952989" y="217938"/>
                </a:lnTo>
                <a:cubicBezTo>
                  <a:pt x="935533" y="208075"/>
                  <a:pt x="915292" y="203307"/>
                  <a:pt x="891107" y="203307"/>
                </a:cubicBezTo>
                <a:cubicBezTo>
                  <a:pt x="811295" y="203307"/>
                  <a:pt x="763747" y="272410"/>
                  <a:pt x="763747" y="338997"/>
                </a:cubicBezTo>
                <a:cubicBezTo>
                  <a:pt x="763747" y="395504"/>
                  <a:pt x="801745" y="415748"/>
                  <a:pt x="837167" y="415748"/>
                </a:cubicBezTo>
                <a:cubicBezTo>
                  <a:pt x="869148" y="415748"/>
                  <a:pt x="896280" y="408737"/>
                  <a:pt x="930953" y="391664"/>
                </a:cubicBezTo>
                <a:lnTo>
                  <a:pt x="913201" y="484779"/>
                </a:lnTo>
                <a:cubicBezTo>
                  <a:pt x="887273" y="497313"/>
                  <a:pt x="847002" y="504852"/>
                  <a:pt x="805571" y="504852"/>
                </a:cubicBezTo>
                <a:cubicBezTo>
                  <a:pt x="708709" y="504852"/>
                  <a:pt x="646266" y="444585"/>
                  <a:pt x="646266" y="351250"/>
                </a:cubicBezTo>
                <a:cubicBezTo>
                  <a:pt x="646266" y="216101"/>
                  <a:pt x="752144" y="114188"/>
                  <a:pt x="892662" y="114188"/>
                </a:cubicBezTo>
                <a:cubicBezTo>
                  <a:pt x="921178" y="114188"/>
                  <a:pt x="950277" y="119151"/>
                  <a:pt x="970363" y="127406"/>
                </a:cubicBezTo>
                <a:close/>
                <a:moveTo>
                  <a:pt x="2778278" y="343325"/>
                </a:moveTo>
                <a:cubicBezTo>
                  <a:pt x="2862884" y="359827"/>
                  <a:pt x="2955783" y="339380"/>
                  <a:pt x="2993476" y="302896"/>
                </a:cubicBezTo>
                <a:cubicBezTo>
                  <a:pt x="3013625" y="283392"/>
                  <a:pt x="3023855" y="257710"/>
                  <a:pt x="3023855" y="226484"/>
                </a:cubicBezTo>
                <a:cubicBezTo>
                  <a:pt x="3023855" y="158962"/>
                  <a:pt x="2971211" y="113423"/>
                  <a:pt x="2892289" y="113423"/>
                </a:cubicBezTo>
                <a:cubicBezTo>
                  <a:pt x="2829229" y="113423"/>
                  <a:pt x="2771906" y="139599"/>
                  <a:pt x="2730905" y="187174"/>
                </a:cubicBezTo>
                <a:cubicBezTo>
                  <a:pt x="2693535" y="230519"/>
                  <a:pt x="2672078" y="288647"/>
                  <a:pt x="2672078" y="346655"/>
                </a:cubicBezTo>
                <a:cubicBezTo>
                  <a:pt x="2672078" y="447258"/>
                  <a:pt x="2731715" y="504881"/>
                  <a:pt x="2836038" y="504881"/>
                </a:cubicBezTo>
                <a:cubicBezTo>
                  <a:pt x="2860557" y="504881"/>
                  <a:pt x="2923337" y="501938"/>
                  <a:pt x="2976777" y="474840"/>
                </a:cubicBezTo>
                <a:lnTo>
                  <a:pt x="2994734" y="381111"/>
                </a:lnTo>
                <a:cubicBezTo>
                  <a:pt x="2950484" y="406640"/>
                  <a:pt x="2909899" y="418032"/>
                  <a:pt x="2863005" y="418032"/>
                </a:cubicBezTo>
                <a:cubicBezTo>
                  <a:pt x="2810134" y="418032"/>
                  <a:pt x="2774248" y="390673"/>
                  <a:pt x="2778278" y="343325"/>
                </a:cubicBezTo>
                <a:close/>
                <a:moveTo>
                  <a:pt x="2878412" y="194883"/>
                </a:moveTo>
                <a:cubicBezTo>
                  <a:pt x="2921523" y="194883"/>
                  <a:pt x="2926998" y="231859"/>
                  <a:pt x="2909510" y="249117"/>
                </a:cubicBezTo>
                <a:cubicBezTo>
                  <a:pt x="2893357" y="265003"/>
                  <a:pt x="2856343" y="271614"/>
                  <a:pt x="2790539" y="271078"/>
                </a:cubicBezTo>
                <a:cubicBezTo>
                  <a:pt x="2799027" y="234378"/>
                  <a:pt x="2829908" y="194883"/>
                  <a:pt x="2878412" y="194883"/>
                </a:cubicBezTo>
                <a:close/>
                <a:moveTo>
                  <a:pt x="2693048" y="127406"/>
                </a:moveTo>
                <a:lnTo>
                  <a:pt x="2675674" y="217938"/>
                </a:lnTo>
                <a:cubicBezTo>
                  <a:pt x="2658218" y="208075"/>
                  <a:pt x="2637977" y="203307"/>
                  <a:pt x="2613791" y="203307"/>
                </a:cubicBezTo>
                <a:cubicBezTo>
                  <a:pt x="2533980" y="203307"/>
                  <a:pt x="2486431" y="272410"/>
                  <a:pt x="2486431" y="338997"/>
                </a:cubicBezTo>
                <a:cubicBezTo>
                  <a:pt x="2486431" y="395505"/>
                  <a:pt x="2524430" y="415748"/>
                  <a:pt x="2559852" y="415748"/>
                </a:cubicBezTo>
                <a:cubicBezTo>
                  <a:pt x="2591833" y="415748"/>
                  <a:pt x="2618964" y="408738"/>
                  <a:pt x="2653638" y="391664"/>
                </a:cubicBezTo>
                <a:lnTo>
                  <a:pt x="2635886" y="484779"/>
                </a:lnTo>
                <a:cubicBezTo>
                  <a:pt x="2609958" y="497313"/>
                  <a:pt x="2569687" y="504852"/>
                  <a:pt x="2528256" y="504852"/>
                </a:cubicBezTo>
                <a:cubicBezTo>
                  <a:pt x="2431394" y="504852"/>
                  <a:pt x="2368950" y="444585"/>
                  <a:pt x="2368950" y="351250"/>
                </a:cubicBezTo>
                <a:cubicBezTo>
                  <a:pt x="2368950" y="216101"/>
                  <a:pt x="2474828" y="114188"/>
                  <a:pt x="2615346" y="114188"/>
                </a:cubicBezTo>
                <a:cubicBezTo>
                  <a:pt x="2643863" y="114188"/>
                  <a:pt x="2672962" y="119152"/>
                  <a:pt x="2693048" y="127406"/>
                </a:cubicBezTo>
                <a:close/>
                <a:moveTo>
                  <a:pt x="2329634" y="152058"/>
                </a:moveTo>
                <a:cubicBezTo>
                  <a:pt x="2308543" y="126672"/>
                  <a:pt x="2274886" y="113592"/>
                  <a:pt x="2229388" y="113412"/>
                </a:cubicBezTo>
                <a:cubicBezTo>
                  <a:pt x="2169583" y="113412"/>
                  <a:pt x="2116089" y="135174"/>
                  <a:pt x="2074640" y="176365"/>
                </a:cubicBezTo>
                <a:cubicBezTo>
                  <a:pt x="2025158" y="225550"/>
                  <a:pt x="1995615" y="299510"/>
                  <a:pt x="1995666" y="374196"/>
                </a:cubicBezTo>
                <a:cubicBezTo>
                  <a:pt x="1995706" y="439939"/>
                  <a:pt x="2029377" y="505631"/>
                  <a:pt x="2103884" y="505631"/>
                </a:cubicBezTo>
                <a:cubicBezTo>
                  <a:pt x="2165274" y="505631"/>
                  <a:pt x="2201867" y="469953"/>
                  <a:pt x="2216888" y="424869"/>
                </a:cubicBezTo>
                <a:lnTo>
                  <a:pt x="2202971" y="497208"/>
                </a:lnTo>
                <a:lnTo>
                  <a:pt x="2310065" y="497208"/>
                </a:lnTo>
                <a:lnTo>
                  <a:pt x="2350499" y="287037"/>
                </a:lnTo>
                <a:cubicBezTo>
                  <a:pt x="2358289" y="246027"/>
                  <a:pt x="2360850" y="189628"/>
                  <a:pt x="2329634" y="152058"/>
                </a:cubicBezTo>
                <a:close/>
                <a:moveTo>
                  <a:pt x="2237095" y="310500"/>
                </a:moveTo>
                <a:cubicBezTo>
                  <a:pt x="2225009" y="372547"/>
                  <a:pt x="2189874" y="414918"/>
                  <a:pt x="2149081" y="414918"/>
                </a:cubicBezTo>
                <a:cubicBezTo>
                  <a:pt x="2123576" y="414918"/>
                  <a:pt x="2108917" y="390455"/>
                  <a:pt x="2108903" y="351174"/>
                </a:cubicBezTo>
                <a:cubicBezTo>
                  <a:pt x="2108862" y="288302"/>
                  <a:pt x="2154552" y="197893"/>
                  <a:pt x="2207291" y="197893"/>
                </a:cubicBezTo>
                <a:cubicBezTo>
                  <a:pt x="2232196" y="197893"/>
                  <a:pt x="2246086" y="212182"/>
                  <a:pt x="2247393" y="238683"/>
                </a:cubicBezTo>
                <a:cubicBezTo>
                  <a:pt x="2248144" y="255113"/>
                  <a:pt x="2241212" y="289532"/>
                  <a:pt x="2237095" y="310500"/>
                </a:cubicBezTo>
                <a:close/>
                <a:moveTo>
                  <a:pt x="606951" y="152058"/>
                </a:moveTo>
                <a:cubicBezTo>
                  <a:pt x="585861" y="126672"/>
                  <a:pt x="552204" y="113592"/>
                  <a:pt x="506706" y="113412"/>
                </a:cubicBezTo>
                <a:cubicBezTo>
                  <a:pt x="446901" y="113412"/>
                  <a:pt x="393408" y="135174"/>
                  <a:pt x="351958" y="176365"/>
                </a:cubicBezTo>
                <a:cubicBezTo>
                  <a:pt x="302476" y="225550"/>
                  <a:pt x="272933" y="299510"/>
                  <a:pt x="272985" y="374196"/>
                </a:cubicBezTo>
                <a:cubicBezTo>
                  <a:pt x="273024" y="439939"/>
                  <a:pt x="306695" y="505631"/>
                  <a:pt x="381203" y="505631"/>
                </a:cubicBezTo>
                <a:cubicBezTo>
                  <a:pt x="442592" y="505631"/>
                  <a:pt x="479185" y="469953"/>
                  <a:pt x="494206" y="424869"/>
                </a:cubicBezTo>
                <a:lnTo>
                  <a:pt x="480290" y="497208"/>
                </a:lnTo>
                <a:lnTo>
                  <a:pt x="587383" y="497208"/>
                </a:lnTo>
                <a:lnTo>
                  <a:pt x="627817" y="287037"/>
                </a:lnTo>
                <a:cubicBezTo>
                  <a:pt x="635608" y="246027"/>
                  <a:pt x="638169" y="189628"/>
                  <a:pt x="606951" y="152058"/>
                </a:cubicBezTo>
                <a:close/>
                <a:moveTo>
                  <a:pt x="514414" y="310500"/>
                </a:moveTo>
                <a:cubicBezTo>
                  <a:pt x="502328" y="372547"/>
                  <a:pt x="467193" y="414918"/>
                  <a:pt x="426399" y="414918"/>
                </a:cubicBezTo>
                <a:cubicBezTo>
                  <a:pt x="400893" y="414918"/>
                  <a:pt x="386235" y="390455"/>
                  <a:pt x="386220" y="351174"/>
                </a:cubicBezTo>
                <a:cubicBezTo>
                  <a:pt x="386180" y="288302"/>
                  <a:pt x="431870" y="197893"/>
                  <a:pt x="484610" y="197893"/>
                </a:cubicBezTo>
                <a:cubicBezTo>
                  <a:pt x="509515" y="197893"/>
                  <a:pt x="523404" y="212182"/>
                  <a:pt x="524712" y="238683"/>
                </a:cubicBezTo>
                <a:cubicBezTo>
                  <a:pt x="525462" y="255113"/>
                  <a:pt x="518530" y="289532"/>
                  <a:pt x="514414" y="310500"/>
                </a:cubicBezTo>
                <a:close/>
                <a:moveTo>
                  <a:pt x="1865864" y="113412"/>
                </a:moveTo>
                <a:cubicBezTo>
                  <a:pt x="1819094" y="113412"/>
                  <a:pt x="1777774" y="140376"/>
                  <a:pt x="1749875" y="180686"/>
                </a:cubicBezTo>
                <a:lnTo>
                  <a:pt x="1761420" y="120329"/>
                </a:lnTo>
                <a:lnTo>
                  <a:pt x="1662666" y="120329"/>
                </a:lnTo>
                <a:lnTo>
                  <a:pt x="1567483" y="617550"/>
                </a:lnTo>
                <a:lnTo>
                  <a:pt x="1679604" y="617550"/>
                </a:lnTo>
                <a:lnTo>
                  <a:pt x="1708085" y="468046"/>
                </a:lnTo>
                <a:cubicBezTo>
                  <a:pt x="1720816" y="490846"/>
                  <a:pt x="1743145" y="505632"/>
                  <a:pt x="1782974" y="505635"/>
                </a:cubicBezTo>
                <a:cubicBezTo>
                  <a:pt x="1807282" y="505361"/>
                  <a:pt x="1835253" y="498863"/>
                  <a:pt x="1864479" y="483389"/>
                </a:cubicBezTo>
                <a:cubicBezTo>
                  <a:pt x="1944040" y="441264"/>
                  <a:pt x="1988181" y="347642"/>
                  <a:pt x="1988181" y="256331"/>
                </a:cubicBezTo>
                <a:cubicBezTo>
                  <a:pt x="1988181" y="169267"/>
                  <a:pt x="1940069" y="113412"/>
                  <a:pt x="1865864" y="113412"/>
                </a:cubicBezTo>
                <a:close/>
                <a:moveTo>
                  <a:pt x="1769434" y="421096"/>
                </a:moveTo>
                <a:cubicBezTo>
                  <a:pt x="1717848" y="421096"/>
                  <a:pt x="1730940" y="347514"/>
                  <a:pt x="1735618" y="323009"/>
                </a:cubicBezTo>
                <a:cubicBezTo>
                  <a:pt x="1749285" y="251336"/>
                  <a:pt x="1784539" y="204083"/>
                  <a:pt x="1826299" y="204083"/>
                </a:cubicBezTo>
                <a:cubicBezTo>
                  <a:pt x="1867368" y="204083"/>
                  <a:pt x="1871576" y="247067"/>
                  <a:pt x="1871576" y="264766"/>
                </a:cubicBezTo>
                <a:cubicBezTo>
                  <a:pt x="1871576" y="338066"/>
                  <a:pt x="1828326" y="421096"/>
                  <a:pt x="1769434" y="421096"/>
                </a:cubicBezTo>
                <a:close/>
                <a:moveTo>
                  <a:pt x="312690" y="112292"/>
                </a:moveTo>
                <a:lnTo>
                  <a:pt x="290790" y="226685"/>
                </a:lnTo>
                <a:cubicBezTo>
                  <a:pt x="214138" y="215159"/>
                  <a:pt x="160276" y="252471"/>
                  <a:pt x="142422" y="345714"/>
                </a:cubicBezTo>
                <a:lnTo>
                  <a:pt x="112141" y="503840"/>
                </a:lnTo>
                <a:lnTo>
                  <a:pt x="0" y="503840"/>
                </a:lnTo>
                <a:lnTo>
                  <a:pt x="73440" y="120329"/>
                </a:lnTo>
                <a:lnTo>
                  <a:pt x="172185" y="120329"/>
                </a:lnTo>
                <a:lnTo>
                  <a:pt x="156202" y="203879"/>
                </a:lnTo>
                <a:cubicBezTo>
                  <a:pt x="182129" y="145253"/>
                  <a:pt x="243682" y="106042"/>
                  <a:pt x="312690" y="112292"/>
                </a:cubicBezTo>
                <a:close/>
                <a:moveTo>
                  <a:pt x="944243" y="497208"/>
                </a:moveTo>
                <a:lnTo>
                  <a:pt x="1039422" y="0"/>
                </a:lnTo>
                <a:lnTo>
                  <a:pt x="1150777" y="0"/>
                </a:lnTo>
                <a:lnTo>
                  <a:pt x="1094906" y="291909"/>
                </a:lnTo>
                <a:lnTo>
                  <a:pt x="1239347" y="120329"/>
                </a:lnTo>
                <a:lnTo>
                  <a:pt x="1361754" y="120329"/>
                </a:lnTo>
                <a:lnTo>
                  <a:pt x="1212060" y="293812"/>
                </a:lnTo>
                <a:lnTo>
                  <a:pt x="1294315" y="497208"/>
                </a:lnTo>
                <a:lnTo>
                  <a:pt x="1173734" y="497208"/>
                </a:lnTo>
                <a:lnTo>
                  <a:pt x="1094235" y="295415"/>
                </a:lnTo>
                <a:lnTo>
                  <a:pt x="1055611" y="497208"/>
                </a:lnTo>
                <a:lnTo>
                  <a:pt x="944243" y="497208"/>
                </a:lnTo>
                <a:close/>
                <a:moveTo>
                  <a:pt x="2280316" y="695157"/>
                </a:moveTo>
                <a:cubicBezTo>
                  <a:pt x="2225655" y="695157"/>
                  <a:pt x="2187788" y="741906"/>
                  <a:pt x="2187788" y="795876"/>
                </a:cubicBezTo>
                <a:cubicBezTo>
                  <a:pt x="2187788" y="833773"/>
                  <a:pt x="2212818" y="861573"/>
                  <a:pt x="2253291" y="861573"/>
                </a:cubicBezTo>
                <a:cubicBezTo>
                  <a:pt x="2307953" y="861573"/>
                  <a:pt x="2345820" y="815176"/>
                  <a:pt x="2345820" y="760854"/>
                </a:cubicBezTo>
                <a:cubicBezTo>
                  <a:pt x="2345820" y="725897"/>
                  <a:pt x="2323428" y="695157"/>
                  <a:pt x="2280316" y="695157"/>
                </a:cubicBezTo>
                <a:close/>
                <a:moveTo>
                  <a:pt x="2275683" y="724555"/>
                </a:moveTo>
                <a:cubicBezTo>
                  <a:pt x="2298751" y="724555"/>
                  <a:pt x="2306312" y="744845"/>
                  <a:pt x="2306312" y="761174"/>
                </a:cubicBezTo>
                <a:cubicBezTo>
                  <a:pt x="2306312" y="792936"/>
                  <a:pt x="2287233" y="832175"/>
                  <a:pt x="2258568" y="832175"/>
                </a:cubicBezTo>
                <a:cubicBezTo>
                  <a:pt x="2238814" y="832175"/>
                  <a:pt x="2227296" y="816774"/>
                  <a:pt x="2227296" y="794885"/>
                </a:cubicBezTo>
                <a:cubicBezTo>
                  <a:pt x="2227296" y="765136"/>
                  <a:pt x="2245087" y="724555"/>
                  <a:pt x="2275683" y="724555"/>
                </a:cubicBezTo>
                <a:close/>
                <a:moveTo>
                  <a:pt x="2541237" y="695157"/>
                </a:moveTo>
                <a:cubicBezTo>
                  <a:pt x="2486576" y="695157"/>
                  <a:pt x="2448709" y="741906"/>
                  <a:pt x="2448709" y="795876"/>
                </a:cubicBezTo>
                <a:cubicBezTo>
                  <a:pt x="2448709" y="833773"/>
                  <a:pt x="2473739" y="861573"/>
                  <a:pt x="2514212" y="861573"/>
                </a:cubicBezTo>
                <a:cubicBezTo>
                  <a:pt x="2568874" y="861573"/>
                  <a:pt x="2606741" y="815176"/>
                  <a:pt x="2606741" y="760854"/>
                </a:cubicBezTo>
                <a:cubicBezTo>
                  <a:pt x="2606741" y="725897"/>
                  <a:pt x="2584349" y="695157"/>
                  <a:pt x="2541237" y="695157"/>
                </a:cubicBezTo>
                <a:close/>
                <a:moveTo>
                  <a:pt x="2536604" y="724555"/>
                </a:moveTo>
                <a:cubicBezTo>
                  <a:pt x="2559672" y="724555"/>
                  <a:pt x="2567233" y="744845"/>
                  <a:pt x="2567233" y="761174"/>
                </a:cubicBezTo>
                <a:cubicBezTo>
                  <a:pt x="2567233" y="792936"/>
                  <a:pt x="2548154" y="832175"/>
                  <a:pt x="2519488" y="832175"/>
                </a:cubicBezTo>
                <a:cubicBezTo>
                  <a:pt x="2499734" y="832175"/>
                  <a:pt x="2488217" y="816774"/>
                  <a:pt x="2488217" y="794885"/>
                </a:cubicBezTo>
                <a:cubicBezTo>
                  <a:pt x="2488217" y="765136"/>
                  <a:pt x="2506008" y="724555"/>
                  <a:pt x="2536604" y="724555"/>
                </a:cubicBezTo>
                <a:close/>
                <a:moveTo>
                  <a:pt x="2441704" y="646623"/>
                </a:moveTo>
                <a:lnTo>
                  <a:pt x="2400932" y="857994"/>
                </a:lnTo>
                <a:lnTo>
                  <a:pt x="2362712" y="857994"/>
                </a:lnTo>
                <a:lnTo>
                  <a:pt x="2403190" y="646623"/>
                </a:lnTo>
                <a:lnTo>
                  <a:pt x="2441704" y="646623"/>
                </a:lnTo>
                <a:close/>
                <a:moveTo>
                  <a:pt x="1819430" y="701970"/>
                </a:moveTo>
                <a:lnTo>
                  <a:pt x="1813367" y="733641"/>
                </a:lnTo>
                <a:cubicBezTo>
                  <a:pt x="1806719" y="730152"/>
                  <a:pt x="1798148" y="726217"/>
                  <a:pt x="1783826" y="726217"/>
                </a:cubicBezTo>
                <a:cubicBezTo>
                  <a:pt x="1746957" y="726217"/>
                  <a:pt x="1723567" y="759896"/>
                  <a:pt x="1723567" y="793256"/>
                </a:cubicBezTo>
                <a:cubicBezTo>
                  <a:pt x="1723567" y="817093"/>
                  <a:pt x="1737401" y="830514"/>
                  <a:pt x="1758796" y="830514"/>
                </a:cubicBezTo>
                <a:cubicBezTo>
                  <a:pt x="1780522" y="830514"/>
                  <a:pt x="1796308" y="821596"/>
                  <a:pt x="1801876" y="818489"/>
                </a:cubicBezTo>
                <a:lnTo>
                  <a:pt x="1795551" y="851535"/>
                </a:lnTo>
                <a:cubicBezTo>
                  <a:pt x="1786178" y="856289"/>
                  <a:pt x="1769537" y="861253"/>
                  <a:pt x="1748275" y="861253"/>
                </a:cubicBezTo>
                <a:cubicBezTo>
                  <a:pt x="1708092" y="861253"/>
                  <a:pt x="1683415" y="835754"/>
                  <a:pt x="1683415" y="797825"/>
                </a:cubicBezTo>
                <a:cubicBezTo>
                  <a:pt x="1683415" y="742225"/>
                  <a:pt x="1725883" y="695477"/>
                  <a:pt x="1785145" y="695477"/>
                </a:cubicBezTo>
                <a:cubicBezTo>
                  <a:pt x="1800432" y="695477"/>
                  <a:pt x="1813804" y="699277"/>
                  <a:pt x="1819430" y="701970"/>
                </a:cubicBezTo>
                <a:close/>
                <a:moveTo>
                  <a:pt x="1599026" y="831504"/>
                </a:moveTo>
                <a:cubicBezTo>
                  <a:pt x="1625535" y="831504"/>
                  <a:pt x="1644256" y="821717"/>
                  <a:pt x="1657309" y="812360"/>
                </a:cubicBezTo>
                <a:lnTo>
                  <a:pt x="1650747" y="846645"/>
                </a:lnTo>
                <a:cubicBezTo>
                  <a:pt x="1634704" y="856213"/>
                  <a:pt x="1611229" y="861573"/>
                  <a:pt x="1590147" y="861573"/>
                </a:cubicBezTo>
                <a:cubicBezTo>
                  <a:pt x="1545684" y="861573"/>
                  <a:pt x="1524289" y="834444"/>
                  <a:pt x="1524289" y="795524"/>
                </a:cubicBezTo>
                <a:cubicBezTo>
                  <a:pt x="1524289" y="747466"/>
                  <a:pt x="1559840" y="695157"/>
                  <a:pt x="1615145" y="695157"/>
                </a:cubicBezTo>
                <a:cubicBezTo>
                  <a:pt x="1646771" y="695157"/>
                  <a:pt x="1666846" y="713115"/>
                  <a:pt x="1666846" y="739957"/>
                </a:cubicBezTo>
                <a:cubicBezTo>
                  <a:pt x="1666846" y="780794"/>
                  <a:pt x="1623735" y="793895"/>
                  <a:pt x="1561835" y="792585"/>
                </a:cubicBezTo>
                <a:cubicBezTo>
                  <a:pt x="1561159" y="798145"/>
                  <a:pt x="1562478" y="808945"/>
                  <a:pt x="1566114" y="815176"/>
                </a:cubicBezTo>
                <a:cubicBezTo>
                  <a:pt x="1572355" y="825944"/>
                  <a:pt x="1583873" y="831504"/>
                  <a:pt x="1599026" y="831504"/>
                </a:cubicBezTo>
                <a:close/>
                <a:moveTo>
                  <a:pt x="1565760" y="764114"/>
                </a:moveTo>
                <a:cubicBezTo>
                  <a:pt x="1605268" y="764465"/>
                  <a:pt x="1630620" y="759225"/>
                  <a:pt x="1630620" y="739956"/>
                </a:cubicBezTo>
                <a:cubicBezTo>
                  <a:pt x="1630620" y="729796"/>
                  <a:pt x="1622416" y="723596"/>
                  <a:pt x="1610222" y="723596"/>
                </a:cubicBezTo>
                <a:cubicBezTo>
                  <a:pt x="1586189" y="723596"/>
                  <a:pt x="1570393" y="744846"/>
                  <a:pt x="1565760" y="764114"/>
                </a:cubicBezTo>
                <a:close/>
                <a:moveTo>
                  <a:pt x="2158533" y="765136"/>
                </a:moveTo>
                <a:lnTo>
                  <a:pt x="2140621" y="857994"/>
                </a:lnTo>
                <a:lnTo>
                  <a:pt x="2102401" y="857994"/>
                </a:lnTo>
                <a:lnTo>
                  <a:pt x="2119621" y="768076"/>
                </a:lnTo>
                <a:cubicBezTo>
                  <a:pt x="2120746" y="762183"/>
                  <a:pt x="2121512" y="755294"/>
                  <a:pt x="2121512" y="749095"/>
                </a:cubicBezTo>
                <a:cubicBezTo>
                  <a:pt x="2121512" y="735675"/>
                  <a:pt x="2116557" y="726216"/>
                  <a:pt x="2101404" y="726216"/>
                </a:cubicBezTo>
                <a:cubicBezTo>
                  <a:pt x="2083966" y="726216"/>
                  <a:pt x="2061959" y="747114"/>
                  <a:pt x="2055042" y="784436"/>
                </a:cubicBezTo>
                <a:lnTo>
                  <a:pt x="2040853" y="857994"/>
                </a:lnTo>
                <a:lnTo>
                  <a:pt x="2002633" y="857994"/>
                </a:lnTo>
                <a:lnTo>
                  <a:pt x="2033316" y="697777"/>
                </a:lnTo>
                <a:lnTo>
                  <a:pt x="2067888" y="697777"/>
                </a:lnTo>
                <a:lnTo>
                  <a:pt x="2061951" y="728554"/>
                </a:lnTo>
                <a:cubicBezTo>
                  <a:pt x="2076820" y="706392"/>
                  <a:pt x="2097643" y="695157"/>
                  <a:pt x="2120514" y="695157"/>
                </a:cubicBezTo>
                <a:cubicBezTo>
                  <a:pt x="2143550" y="695157"/>
                  <a:pt x="2161341" y="708865"/>
                  <a:pt x="2161341" y="738934"/>
                </a:cubicBezTo>
                <a:cubicBezTo>
                  <a:pt x="2161341" y="746156"/>
                  <a:pt x="2160173" y="757276"/>
                  <a:pt x="2158533" y="765136"/>
                </a:cubicBezTo>
                <a:close/>
                <a:moveTo>
                  <a:pt x="1980144" y="738934"/>
                </a:moveTo>
                <a:cubicBezTo>
                  <a:pt x="1980144" y="746156"/>
                  <a:pt x="1978976" y="757276"/>
                  <a:pt x="1977335" y="765136"/>
                </a:cubicBezTo>
                <a:lnTo>
                  <a:pt x="1959424" y="857994"/>
                </a:lnTo>
                <a:lnTo>
                  <a:pt x="1921204" y="857994"/>
                </a:lnTo>
                <a:lnTo>
                  <a:pt x="1938424" y="768076"/>
                </a:lnTo>
                <a:cubicBezTo>
                  <a:pt x="1939549" y="762183"/>
                  <a:pt x="1940315" y="755294"/>
                  <a:pt x="1940315" y="749095"/>
                </a:cubicBezTo>
                <a:cubicBezTo>
                  <a:pt x="1940315" y="735675"/>
                  <a:pt x="1935360" y="726216"/>
                  <a:pt x="1920206" y="726216"/>
                </a:cubicBezTo>
                <a:cubicBezTo>
                  <a:pt x="1902769" y="726216"/>
                  <a:pt x="1880762" y="747114"/>
                  <a:pt x="1873845" y="784436"/>
                </a:cubicBezTo>
                <a:lnTo>
                  <a:pt x="1873845" y="784436"/>
                </a:lnTo>
                <a:lnTo>
                  <a:pt x="1859656" y="857994"/>
                </a:lnTo>
                <a:lnTo>
                  <a:pt x="1821436" y="857994"/>
                </a:lnTo>
                <a:lnTo>
                  <a:pt x="1861915" y="646623"/>
                </a:lnTo>
                <a:lnTo>
                  <a:pt x="1900428" y="646623"/>
                </a:lnTo>
                <a:lnTo>
                  <a:pt x="1885984" y="721502"/>
                </a:lnTo>
                <a:cubicBezTo>
                  <a:pt x="1900326" y="704012"/>
                  <a:pt x="1919014" y="695157"/>
                  <a:pt x="1939317" y="695157"/>
                </a:cubicBezTo>
                <a:cubicBezTo>
                  <a:pt x="1962353" y="695157"/>
                  <a:pt x="1980144" y="708865"/>
                  <a:pt x="1980144" y="738934"/>
                </a:cubicBezTo>
                <a:close/>
                <a:moveTo>
                  <a:pt x="1486679" y="698736"/>
                </a:moveTo>
                <a:lnTo>
                  <a:pt x="1522584" y="698736"/>
                </a:lnTo>
                <a:lnTo>
                  <a:pt x="1516664" y="728165"/>
                </a:lnTo>
                <a:lnTo>
                  <a:pt x="1480760" y="728165"/>
                </a:lnTo>
                <a:lnTo>
                  <a:pt x="1468243" y="792264"/>
                </a:lnTo>
                <a:cubicBezTo>
                  <a:pt x="1466603" y="799775"/>
                  <a:pt x="1465285" y="807955"/>
                  <a:pt x="1465285" y="814824"/>
                </a:cubicBezTo>
                <a:cubicBezTo>
                  <a:pt x="1465285" y="823675"/>
                  <a:pt x="1469241" y="829236"/>
                  <a:pt x="1479440" y="829236"/>
                </a:cubicBezTo>
                <a:cubicBezTo>
                  <a:pt x="1484941" y="829236"/>
                  <a:pt x="1490390" y="828740"/>
                  <a:pt x="1494778" y="827801"/>
                </a:cubicBezTo>
                <a:lnTo>
                  <a:pt x="1488997" y="857990"/>
                </a:lnTo>
                <a:lnTo>
                  <a:pt x="1488996" y="857994"/>
                </a:lnTo>
                <a:cubicBezTo>
                  <a:pt x="1483398" y="860295"/>
                  <a:pt x="1473198" y="861254"/>
                  <a:pt x="1463965" y="861254"/>
                </a:cubicBezTo>
                <a:cubicBezTo>
                  <a:pt x="1437648" y="861254"/>
                  <a:pt x="1426097" y="846874"/>
                  <a:pt x="1426097" y="828564"/>
                </a:cubicBezTo>
                <a:cubicBezTo>
                  <a:pt x="1426097" y="819713"/>
                  <a:pt x="1427096" y="810894"/>
                  <a:pt x="1429411" y="799135"/>
                </a:cubicBezTo>
                <a:lnTo>
                  <a:pt x="1443247" y="728165"/>
                </a:lnTo>
                <a:lnTo>
                  <a:pt x="1421818" y="728165"/>
                </a:lnTo>
                <a:lnTo>
                  <a:pt x="1427416" y="698736"/>
                </a:lnTo>
                <a:lnTo>
                  <a:pt x="1448813" y="698736"/>
                </a:lnTo>
                <a:lnTo>
                  <a:pt x="1457003" y="657748"/>
                </a:lnTo>
                <a:lnTo>
                  <a:pt x="1494288" y="657748"/>
                </a:lnTo>
                <a:lnTo>
                  <a:pt x="1486679" y="698736"/>
                </a:lnTo>
                <a:close/>
                <a:moveTo>
                  <a:pt x="2788298" y="886433"/>
                </a:moveTo>
                <a:cubicBezTo>
                  <a:pt x="2797421" y="891459"/>
                  <a:pt x="2817033" y="897683"/>
                  <a:pt x="2828271" y="878611"/>
                </a:cubicBezTo>
                <a:lnTo>
                  <a:pt x="2840780" y="853718"/>
                </a:lnTo>
                <a:lnTo>
                  <a:pt x="2812203" y="697777"/>
                </a:lnTo>
                <a:lnTo>
                  <a:pt x="2852387" y="697777"/>
                </a:lnTo>
                <a:lnTo>
                  <a:pt x="2867179" y="816325"/>
                </a:lnTo>
                <a:lnTo>
                  <a:pt x="2928097" y="697777"/>
                </a:lnTo>
                <a:lnTo>
                  <a:pt x="2968924" y="697777"/>
                </a:lnTo>
                <a:lnTo>
                  <a:pt x="2861660" y="887677"/>
                </a:lnTo>
                <a:lnTo>
                  <a:pt x="2861660" y="887739"/>
                </a:lnTo>
                <a:cubicBezTo>
                  <a:pt x="2840670" y="925032"/>
                  <a:pt x="2811722" y="931006"/>
                  <a:pt x="2782349" y="917510"/>
                </a:cubicBezTo>
                <a:lnTo>
                  <a:pt x="2788298" y="886433"/>
                </a:lnTo>
                <a:close/>
                <a:moveTo>
                  <a:pt x="2783865" y="738023"/>
                </a:moveTo>
                <a:cubicBezTo>
                  <a:pt x="2783865" y="746856"/>
                  <a:pt x="2782548" y="756668"/>
                  <a:pt x="2780573" y="765507"/>
                </a:cubicBezTo>
                <a:lnTo>
                  <a:pt x="2766056" y="837735"/>
                </a:lnTo>
                <a:cubicBezTo>
                  <a:pt x="2760075" y="868795"/>
                  <a:pt x="2751071" y="893655"/>
                  <a:pt x="2732771" y="908673"/>
                </a:cubicBezTo>
                <a:cubicBezTo>
                  <a:pt x="2715803" y="922413"/>
                  <a:pt x="2693178" y="926343"/>
                  <a:pt x="2672895" y="926343"/>
                </a:cubicBezTo>
                <a:cubicBezTo>
                  <a:pt x="2654111" y="926343"/>
                  <a:pt x="2636689" y="922930"/>
                  <a:pt x="2625597" y="917510"/>
                </a:cubicBezTo>
                <a:lnTo>
                  <a:pt x="2631546" y="886433"/>
                </a:lnTo>
                <a:cubicBezTo>
                  <a:pt x="2640780" y="891993"/>
                  <a:pt x="2658539" y="895923"/>
                  <a:pt x="2673692" y="895923"/>
                </a:cubicBezTo>
                <a:cubicBezTo>
                  <a:pt x="2698723" y="895923"/>
                  <a:pt x="2717833" y="884164"/>
                  <a:pt x="2725716" y="847194"/>
                </a:cubicBezTo>
                <a:lnTo>
                  <a:pt x="2728786" y="833259"/>
                </a:lnTo>
                <a:cubicBezTo>
                  <a:pt x="2715922" y="851397"/>
                  <a:pt x="2696745" y="861694"/>
                  <a:pt x="2675487" y="861694"/>
                </a:cubicBezTo>
                <a:cubicBezTo>
                  <a:pt x="2641227" y="861694"/>
                  <a:pt x="2627062" y="833883"/>
                  <a:pt x="2627062" y="805419"/>
                </a:cubicBezTo>
                <a:cubicBezTo>
                  <a:pt x="2627062" y="755034"/>
                  <a:pt x="2661981" y="695157"/>
                  <a:pt x="2730167" y="695157"/>
                </a:cubicBezTo>
                <a:cubicBezTo>
                  <a:pt x="2763769" y="695157"/>
                  <a:pt x="2783865" y="709232"/>
                  <a:pt x="2783865" y="738023"/>
                </a:cubicBezTo>
                <a:close/>
                <a:moveTo>
                  <a:pt x="2744332" y="744568"/>
                </a:moveTo>
                <a:cubicBezTo>
                  <a:pt x="2744002" y="731479"/>
                  <a:pt x="2736426" y="724282"/>
                  <a:pt x="2722919" y="724282"/>
                </a:cubicBezTo>
                <a:cubicBezTo>
                  <a:pt x="2689323" y="724282"/>
                  <a:pt x="2667246" y="767142"/>
                  <a:pt x="2667246" y="798548"/>
                </a:cubicBezTo>
                <a:cubicBezTo>
                  <a:pt x="2667246" y="815892"/>
                  <a:pt x="2674829" y="830614"/>
                  <a:pt x="2692615" y="830614"/>
                </a:cubicBezTo>
                <a:cubicBezTo>
                  <a:pt x="2712381" y="830614"/>
                  <a:pt x="2732806" y="810328"/>
                  <a:pt x="2739395" y="778262"/>
                </a:cubicBezTo>
                <a:lnTo>
                  <a:pt x="2742357" y="763539"/>
                </a:lnTo>
                <a:cubicBezTo>
                  <a:pt x="2743358" y="757739"/>
                  <a:pt x="2744661" y="752092"/>
                  <a:pt x="2744331" y="744568"/>
                </a:cubicBezTo>
                <a:close/>
              </a:path>
            </a:pathLst>
          </a:custGeom>
          <a:solidFill>
            <a:schemeClr val="bg1"/>
          </a:solidFill>
          <a:ln w="9525" cap="flat">
            <a:noFill/>
            <a:prstDash val="solid"/>
            <a:miter/>
          </a:ln>
        </p:spPr>
        <p:txBody>
          <a:bodyPr rtlCol="0" anchor="ctr"/>
          <a:lstStyle/>
          <a:p>
            <a:endParaRPr lang="en-US"/>
          </a:p>
        </p:txBody>
      </p:sp>
    </p:spTree>
    <p:extLst>
      <p:ext uri="{BB962C8B-B14F-4D97-AF65-F5344CB8AC3E}">
        <p14:creationId xmlns:p14="http://schemas.microsoft.com/office/powerpoint/2010/main" val="19570891"/>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userDrawn="1">
  <p:cSld name="3_Logo">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BFEA71-1AC6-4DFC-15E0-24BA7D731D78}"/>
              </a:ext>
            </a:extLst>
          </p:cNvPr>
          <p:cNvPicPr>
            <a:picLocks noChangeAspect="1"/>
          </p:cNvPicPr>
          <p:nvPr userDrawn="1"/>
        </p:nvPicPr>
        <p:blipFill>
          <a:blip r:embed="rId2"/>
          <a:stretch>
            <a:fillRect/>
          </a:stretch>
        </p:blipFill>
        <p:spPr>
          <a:xfrm>
            <a:off x="838200" y="0"/>
            <a:ext cx="10515600" cy="6858000"/>
          </a:xfrm>
          <a:prstGeom prst="rect">
            <a:avLst/>
          </a:prstGeom>
        </p:spPr>
      </p:pic>
      <p:pic>
        <p:nvPicPr>
          <p:cNvPr id="3" name="Graphic 2">
            <a:extLst>
              <a:ext uri="{FF2B5EF4-FFF2-40B4-BE49-F238E27FC236}">
                <a16:creationId xmlns:a16="http://schemas.microsoft.com/office/drawing/2014/main" id="{510642B9-F25A-374A-99F2-0224B52C46A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167607" y="2991749"/>
            <a:ext cx="4011558" cy="1243584"/>
          </a:xfrm>
          <a:prstGeom prst="rect">
            <a:avLst/>
          </a:prstGeom>
        </p:spPr>
      </p:pic>
      <p:sp>
        <p:nvSpPr>
          <p:cNvPr id="6" name="Graphic 2">
            <a:extLst>
              <a:ext uri="{FF2B5EF4-FFF2-40B4-BE49-F238E27FC236}">
                <a16:creationId xmlns:a16="http://schemas.microsoft.com/office/drawing/2014/main" id="{0D8656DC-2D22-C2DA-13A1-B73DAEC9EBA5}"/>
              </a:ext>
            </a:extLst>
          </p:cNvPr>
          <p:cNvSpPr/>
          <p:nvPr userDrawn="1"/>
        </p:nvSpPr>
        <p:spPr>
          <a:xfrm>
            <a:off x="10216919"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2798611140"/>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0"/>
            <a:ext cx="12192000" cy="1540042"/>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101556" y="-8229"/>
            <a:ext cx="8580301" cy="1548271"/>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334496" y="545302"/>
            <a:ext cx="11495554" cy="429348"/>
          </a:xfrm>
        </p:spPr>
        <p:txBody>
          <a:bodyPr anchor="ctr"/>
          <a:lstStyle>
            <a:lvl1pPr>
              <a:lnSpc>
                <a:spcPct val="90000"/>
              </a:lnSpc>
              <a:defRPr/>
            </a:lvl1pPr>
          </a:lstStyle>
          <a:p>
            <a:r>
              <a:rPr lang="en-US"/>
              <a:t>Click to edit Master title style</a:t>
            </a:r>
          </a:p>
        </p:txBody>
      </p:sp>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pic>
        <p:nvPicPr>
          <p:cNvPr id="5" name="Graphic 4">
            <a:extLst>
              <a:ext uri="{FF2B5EF4-FFF2-40B4-BE49-F238E27FC236}">
                <a16:creationId xmlns:a16="http://schemas.microsoft.com/office/drawing/2014/main" id="{A1BA207D-4813-CC5A-FEDD-B7BA424933A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110685118"/>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1460500"/>
            <a:ext cx="2070100" cy="53975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096000" y="0"/>
            <a:ext cx="60960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5036" y="1842516"/>
            <a:ext cx="5560464" cy="584775"/>
          </a:xfrm>
        </p:spPr>
        <p:txBody>
          <a:bodyPr vert="horz" lIns="0" tIns="0" rIns="0" bIns="0" rtlCol="0">
            <a:spAutoFit/>
          </a:bodyPr>
          <a:lstStyle>
            <a:lvl1pPr marL="11113" indent="-11113" algn="l">
              <a:buFontTx/>
              <a:buNone/>
              <a:tabLst/>
              <a:defRPr lang="en-US" sz="1900" dirty="0">
                <a:ln w="3175">
                  <a:noFill/>
                </a:ln>
                <a:solidFill>
                  <a:schemeClr val="bg1"/>
                </a:solidFill>
              </a:defRPr>
            </a:lvl1pPr>
          </a:lstStyle>
          <a:p>
            <a:pPr marL="142875" lvl="0" indent="-142875"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5571004" cy="484043"/>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347662" y="3379788"/>
            <a:ext cx="5557838" cy="1744067"/>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pic>
        <p:nvPicPr>
          <p:cNvPr id="2" name="Graphic 1">
            <a:extLst>
              <a:ext uri="{FF2B5EF4-FFF2-40B4-BE49-F238E27FC236}">
                <a16:creationId xmlns:a16="http://schemas.microsoft.com/office/drawing/2014/main" id="{554E613C-DA37-D9FC-31FB-0A07E64050F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3720544662"/>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61950" y="1390650"/>
            <a:ext cx="11468100" cy="1744067"/>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6" y="268589"/>
            <a:ext cx="11495554" cy="484043"/>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41953236"/>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61950" y="1390650"/>
            <a:ext cx="11468100" cy="1744067"/>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6" y="268589"/>
            <a:ext cx="11495554" cy="484043"/>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1075695"/>
            <a:ext cx="12192000" cy="739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pic>
        <p:nvPicPr>
          <p:cNvPr id="4" name="Graphic 3">
            <a:extLst>
              <a:ext uri="{FF2B5EF4-FFF2-40B4-BE49-F238E27FC236}">
                <a16:creationId xmlns:a16="http://schemas.microsoft.com/office/drawing/2014/main" id="{B911B7C7-E926-05BC-2545-04760DC6735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1999827870"/>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61950" y="1869781"/>
            <a:ext cx="11468100" cy="1744067"/>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6" y="268589"/>
            <a:ext cx="11495554" cy="484043"/>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170878" y="1390650"/>
            <a:ext cx="11468100" cy="292388"/>
          </a:xfrm>
        </p:spPr>
        <p:txBody>
          <a:bodyPr/>
          <a:lstStyle>
            <a:lvl1pPr marL="0" indent="0">
              <a:buNone/>
              <a:defRPr sz="1900" b="1"/>
            </a:lvl1pPr>
            <a:lvl2pPr marL="283368"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4134287264"/>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0" y="-2403"/>
            <a:ext cx="12667343" cy="1099683"/>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334496" y="268589"/>
            <a:ext cx="11495554" cy="607712"/>
          </a:xfrm>
        </p:spPr>
        <p:txBody>
          <a:bodyPr/>
          <a:lstStyle/>
          <a:p>
            <a:r>
              <a:rPr lang="en-US"/>
              <a:t>Click to edit Master title style</a:t>
            </a:r>
          </a:p>
        </p:txBody>
      </p:sp>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60A098D7-3967-39A5-35E6-E8F4A6186F7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2983871072"/>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0"/>
            <a:ext cx="12192000" cy="1540042"/>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101556" y="-8229"/>
            <a:ext cx="8580301" cy="1548271"/>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334496" y="545302"/>
            <a:ext cx="11495554" cy="429348"/>
          </a:xfrm>
        </p:spPr>
        <p:txBody>
          <a:bodyPr anchor="ctr"/>
          <a:lstStyle>
            <a:lvl1pPr>
              <a:lnSpc>
                <a:spcPct val="90000"/>
              </a:lnSpc>
              <a:defRPr/>
            </a:lvl1pPr>
          </a:lstStyle>
          <a:p>
            <a:r>
              <a:rPr lang="en-US"/>
              <a:t>Click to edit Master title style</a:t>
            </a:r>
          </a:p>
        </p:txBody>
      </p:sp>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pic>
        <p:nvPicPr>
          <p:cNvPr id="5" name="Graphic 4">
            <a:extLst>
              <a:ext uri="{FF2B5EF4-FFF2-40B4-BE49-F238E27FC236}">
                <a16:creationId xmlns:a16="http://schemas.microsoft.com/office/drawing/2014/main" id="{A1BA207D-4813-CC5A-FEDD-B7BA424933A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3605104510"/>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pic>
        <p:nvPicPr>
          <p:cNvPr id="2" name="Graphic 1">
            <a:extLst>
              <a:ext uri="{FF2B5EF4-FFF2-40B4-BE49-F238E27FC236}">
                <a16:creationId xmlns:a16="http://schemas.microsoft.com/office/drawing/2014/main" id="{90B200D3-B24E-1DFE-4B5A-CEDDA8B8E8B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4096230364"/>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1388582"/>
            <a:ext cx="8580120" cy="1744067"/>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7" y="1843749"/>
            <a:ext cx="2608263" cy="1169551"/>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19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9"/>
            <a:ext cx="5364173" cy="484043"/>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611455555"/>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8029577" y="1388582"/>
            <a:ext cx="3800474" cy="1744067"/>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1388582"/>
            <a:ext cx="3657600" cy="1744067"/>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2900" y="1388582"/>
            <a:ext cx="2734056" cy="1169551"/>
          </a:xfrm>
        </p:spPr>
        <p:txBody>
          <a:bodyPr vert="horz" lIns="0" tIns="0" rIns="0" bIns="0" rtlCol="0">
            <a:spAutoFit/>
          </a:bodyPr>
          <a:lstStyle>
            <a:lvl1pPr>
              <a:defRPr lang="en-US" sz="19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3238500" y="0"/>
            <a:ext cx="0" cy="6858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28121577"/>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3227070" y="3543377"/>
            <a:ext cx="8591550" cy="276999"/>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334497" y="268589"/>
            <a:ext cx="2733169" cy="484043"/>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344486" y="1388582"/>
            <a:ext cx="2734056" cy="1169551"/>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19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3238500" y="1388582"/>
            <a:ext cx="8580120" cy="1744067"/>
          </a:xfrm>
        </p:spPr>
        <p:txBody>
          <a:bodyPr lIns="18288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3238500" y="0"/>
            <a:ext cx="0" cy="6858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76445304"/>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1388582"/>
            <a:ext cx="8580120" cy="1744067"/>
          </a:xfrm>
        </p:spPr>
        <p:txBody>
          <a:bodyPr lIns="18288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334497" y="268589"/>
            <a:ext cx="2733169" cy="484043"/>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344486" y="1388582"/>
            <a:ext cx="2734056" cy="1169551"/>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19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74358134"/>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9" y="3362279"/>
            <a:ext cx="3591599" cy="877163"/>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19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8"/>
            <a:ext cx="3608853" cy="1008802"/>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4191000" y="0"/>
            <a:ext cx="0" cy="6858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4191000" y="312485"/>
            <a:ext cx="7627802" cy="1744067"/>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pic>
        <p:nvPicPr>
          <p:cNvPr id="2" name="Graphic 1">
            <a:extLst>
              <a:ext uri="{FF2B5EF4-FFF2-40B4-BE49-F238E27FC236}">
                <a16:creationId xmlns:a16="http://schemas.microsoft.com/office/drawing/2014/main" id="{AD9A29FD-5AAD-4CBE-E9A9-F1A72611AEE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3187219267"/>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3238500" y="0"/>
            <a:ext cx="8953500" cy="6858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2618254" cy="1531053"/>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344487" y="1843749"/>
            <a:ext cx="2608263" cy="1169551"/>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19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pic>
        <p:nvPicPr>
          <p:cNvPr id="2" name="Graphic 1">
            <a:extLst>
              <a:ext uri="{FF2B5EF4-FFF2-40B4-BE49-F238E27FC236}">
                <a16:creationId xmlns:a16="http://schemas.microsoft.com/office/drawing/2014/main" id="{D0FF3165-CA20-4EBA-29E2-E3EA5C576A11}"/>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2193752819"/>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3238500" y="0"/>
            <a:ext cx="573405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334496" y="268589"/>
            <a:ext cx="2618254" cy="1531053"/>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344487" y="1843749"/>
            <a:ext cx="2608263" cy="1169551"/>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19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8972551" y="312485"/>
            <a:ext cx="2857500" cy="2021066"/>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pic>
        <p:nvPicPr>
          <p:cNvPr id="2" name="Graphic 1">
            <a:extLst>
              <a:ext uri="{FF2B5EF4-FFF2-40B4-BE49-F238E27FC236}">
                <a16:creationId xmlns:a16="http://schemas.microsoft.com/office/drawing/2014/main" id="{B3939662-A50A-DB51-F315-98EE0D4D9B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1882814058"/>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096000" y="0"/>
            <a:ext cx="60960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5571004" cy="484043"/>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347702" y="876302"/>
            <a:ext cx="5557799" cy="1744067"/>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pic>
        <p:nvPicPr>
          <p:cNvPr id="2" name="Graphic 1">
            <a:extLst>
              <a:ext uri="{FF2B5EF4-FFF2-40B4-BE49-F238E27FC236}">
                <a16:creationId xmlns:a16="http://schemas.microsoft.com/office/drawing/2014/main" id="{DCAC317F-5007-58EF-8027-D363E1150F9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1035438551"/>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096000" y="0"/>
            <a:ext cx="60960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5571004" cy="484043"/>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347702" y="1584903"/>
            <a:ext cx="5557799" cy="1744067"/>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344489" y="876302"/>
            <a:ext cx="5561013" cy="584775"/>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19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pic>
        <p:nvPicPr>
          <p:cNvPr id="2" name="Graphic 1">
            <a:extLst>
              <a:ext uri="{FF2B5EF4-FFF2-40B4-BE49-F238E27FC236}">
                <a16:creationId xmlns:a16="http://schemas.microsoft.com/office/drawing/2014/main" id="{E5B70829-80EB-448A-2F85-6B21014F7B3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3007788644"/>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12193524"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18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3238501" y="2400300"/>
            <a:ext cx="2857499" cy="20574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360426" y="365760"/>
            <a:ext cx="2878074" cy="203454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1500"/>
              </a:spcAft>
              <a:buFont typeface="Aktiv Grotesk" panose="020B0604020202020204" pitchFamily="34" charset="0"/>
            </a:pPr>
            <a:r>
              <a:rPr lang="en-US"/>
              <a:t>Click to edit Master title style</a:t>
            </a:r>
          </a:p>
        </p:txBody>
      </p:sp>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pic>
        <p:nvPicPr>
          <p:cNvPr id="2" name="Graphic 1">
            <a:extLst>
              <a:ext uri="{FF2B5EF4-FFF2-40B4-BE49-F238E27FC236}">
                <a16:creationId xmlns:a16="http://schemas.microsoft.com/office/drawing/2014/main" id="{D51F51BC-768F-2020-135D-C34422242AB0}"/>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467242475"/>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32385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2209800"/>
            <a:ext cx="3238500" cy="46482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310896"/>
            <a:ext cx="8580120" cy="1744067"/>
          </a:xfrm>
        </p:spPr>
        <p:txBody>
          <a:bodyPr vert="horz" lIns="182880" tIns="0" rIns="0" bIns="0" rtlCol="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lang="en-US"/>
            </a:lvl1pPr>
            <a:lvl2pPr marL="428625" marR="0" indent="-145257"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lang="en-US"/>
            </a:lvl2pPr>
            <a:lvl3pPr marL="714375" marR="0" indent="-147638"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lang="en-US"/>
            </a:lvl3pPr>
            <a:lvl4pPr marL="1000125" marR="0" indent="-150019"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lang="en-US"/>
            </a:lvl4pPr>
            <a:lvl5pPr marL="1285875" marR="0" indent="-152400"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lang="en-US"/>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7" y="1843749"/>
            <a:ext cx="2608263" cy="1169551"/>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19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9"/>
            <a:ext cx="2620793" cy="1288045"/>
          </a:xfrm>
        </p:spPr>
        <p:txBody>
          <a:bodyPr>
            <a:spAutoFit/>
          </a:bodyPr>
          <a:lstStyle>
            <a:lvl1pPr>
              <a:lnSpc>
                <a:spcPct val="90000"/>
              </a:lnSpc>
              <a:defRPr>
                <a:solidFill>
                  <a:schemeClr val="bg1"/>
                </a:solidFill>
              </a:defRPr>
            </a:lvl1pPr>
          </a:lstStyle>
          <a:p>
            <a:r>
              <a:rPr lang="en-US"/>
              <a:t>Click to edit Master title style</a:t>
            </a:r>
          </a:p>
        </p:txBody>
      </p:sp>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pic>
        <p:nvPicPr>
          <p:cNvPr id="8" name="Graphic 7">
            <a:extLst>
              <a:ext uri="{FF2B5EF4-FFF2-40B4-BE49-F238E27FC236}">
                <a16:creationId xmlns:a16="http://schemas.microsoft.com/office/drawing/2014/main" id="{7140CD87-1CBF-40C3-71C8-FD20EBA98D1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1434630757"/>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32385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310896"/>
            <a:ext cx="8580120" cy="1744067"/>
          </a:xfrm>
        </p:spPr>
        <p:txBody>
          <a:bodyPr vert="horz" lIns="182880" tIns="0" rIns="0" bIns="0" rtlCol="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lang="en-US"/>
            </a:lvl1pPr>
            <a:lvl2pPr marL="428625" marR="0" indent="-145257"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lang="en-US"/>
            </a:lvl2pPr>
            <a:lvl3pPr marL="714375" marR="0" indent="-147638"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lang="en-US"/>
            </a:lvl3pPr>
            <a:lvl4pPr marL="1000125" marR="0" indent="-150019"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lang="en-US"/>
            </a:lvl4pPr>
            <a:lvl5pPr marL="1285875" marR="0" indent="-152400"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lang="en-US"/>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7" y="1843749"/>
            <a:ext cx="2608263" cy="1169551"/>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19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9"/>
            <a:ext cx="2620793" cy="1288045"/>
          </a:xfrm>
        </p:spPr>
        <p:txBody>
          <a:bodyPr>
            <a:spAutoFit/>
          </a:bodyPr>
          <a:lstStyle>
            <a:lvl1pPr>
              <a:lnSpc>
                <a:spcPct val="90000"/>
              </a:lnSpc>
              <a:defRPr>
                <a:solidFill>
                  <a:schemeClr val="bg1"/>
                </a:solidFill>
              </a:defRPr>
            </a:lvl1pPr>
          </a:lstStyle>
          <a:p>
            <a:r>
              <a:rPr lang="en-US"/>
              <a:t>Click to edit Master title style</a:t>
            </a:r>
          </a:p>
        </p:txBody>
      </p:sp>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4745736"/>
            <a:ext cx="3226194" cy="2112264"/>
          </a:xfrm>
          <a:prstGeom prst="rect">
            <a:avLst/>
          </a:prstGeom>
        </p:spPr>
      </p:pic>
      <p:pic>
        <p:nvPicPr>
          <p:cNvPr id="6" name="Graphic 5">
            <a:extLst>
              <a:ext uri="{FF2B5EF4-FFF2-40B4-BE49-F238E27FC236}">
                <a16:creationId xmlns:a16="http://schemas.microsoft.com/office/drawing/2014/main" id="{3DBDC23C-F89C-54C8-5B3C-F02552AD23B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2181733209"/>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3238500" y="0"/>
            <a:ext cx="89535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3238500" y="1752600"/>
            <a:ext cx="7797800" cy="51054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7" y="1843749"/>
            <a:ext cx="2608263" cy="1169551"/>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19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9"/>
            <a:ext cx="2620793" cy="1531053"/>
          </a:xfrm>
        </p:spPr>
        <p:txBody>
          <a:bodyPr>
            <a:spAutoFit/>
          </a:bodyPr>
          <a:lstStyle>
            <a:lvl1pPr>
              <a:defRPr>
                <a:solidFill>
                  <a:schemeClr val="tx1"/>
                </a:solidFill>
              </a:defRPr>
            </a:lvl1pPr>
          </a:lstStyle>
          <a:p>
            <a:r>
              <a:rPr lang="en-US"/>
              <a:t>Click to edit Master title style</a:t>
            </a:r>
          </a:p>
        </p:txBody>
      </p:sp>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8BD4C2E7-8E1D-3DB2-1020-F5EC5CC0D2D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3556793197"/>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showMasterSp="0" preserve="1" userDrawn="1">
  <p:cSld name="3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l="8536" r="-295"/>
          <a:stretch/>
        </p:blipFill>
        <p:spPr>
          <a:xfrm>
            <a:off x="0" y="3429000"/>
            <a:ext cx="4805680" cy="342900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8BD4C2E7-8E1D-3DB2-1020-F5EC5CC0D2D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4193785681"/>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914400" y="780779"/>
            <a:ext cx="2330793" cy="6077221"/>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3238500" y="0"/>
            <a:ext cx="89535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2618254" cy="1531053"/>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344488" y="1843749"/>
            <a:ext cx="1810884" cy="1461939"/>
          </a:xfrm>
        </p:spPr>
        <p:txBody>
          <a:bodyPr wrap="square" lIns="0" tIns="0" rIns="0">
            <a:spAutoFit/>
          </a:bodyPr>
          <a:lstStyle>
            <a:lvl1pPr marL="0" indent="0" algn="l" fontAlgn="base">
              <a:lnSpc>
                <a:spcPct val="100000"/>
              </a:lnSpc>
              <a:spcBef>
                <a:spcPts val="0"/>
              </a:spcBef>
              <a:buFont typeface="Aktiv Grotesk" panose="020B0604020202020204" pitchFamily="34" charset="0"/>
              <a:buNone/>
              <a:defRPr lang="en-US" sz="19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pic>
        <p:nvPicPr>
          <p:cNvPr id="4" name="Graphic 3">
            <a:extLst>
              <a:ext uri="{FF2B5EF4-FFF2-40B4-BE49-F238E27FC236}">
                <a16:creationId xmlns:a16="http://schemas.microsoft.com/office/drawing/2014/main" id="{0ACC32EE-67D2-0E2A-970A-706E373258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3919669368"/>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12192000" cy="3429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333758" y="269748"/>
            <a:ext cx="2907482" cy="1008802"/>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344487" y="3564208"/>
            <a:ext cx="2608263" cy="292388"/>
          </a:xfrm>
          <a:ln>
            <a:noFill/>
          </a:ln>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3241240" y="3563605"/>
            <a:ext cx="2608263"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6099202" y="3563605"/>
            <a:ext cx="2608307"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8976203" y="3563605"/>
            <a:ext cx="2608322"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348146" y="3911077"/>
            <a:ext cx="2604228"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3241239" y="3911078"/>
            <a:ext cx="2605524"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6099204" y="3911078"/>
            <a:ext cx="2604669"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8976204" y="3911078"/>
            <a:ext cx="2604669"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1757213" y="0"/>
            <a:ext cx="10434787" cy="3429000"/>
          </a:xfrm>
          <a:prstGeom prst="rect">
            <a:avLst/>
          </a:prstGeom>
        </p:spPr>
      </p:pic>
      <p:pic>
        <p:nvPicPr>
          <p:cNvPr id="3" name="Graphic 2">
            <a:extLst>
              <a:ext uri="{FF2B5EF4-FFF2-40B4-BE49-F238E27FC236}">
                <a16:creationId xmlns:a16="http://schemas.microsoft.com/office/drawing/2014/main" id="{413B0202-6D37-04E8-9E06-AA43F398A39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3413268461"/>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12192000" cy="3429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333758" y="269748"/>
            <a:ext cx="2907482" cy="1008802"/>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1757213" y="0"/>
            <a:ext cx="10434787" cy="3429000"/>
          </a:xfrm>
          <a:prstGeom prst="rect">
            <a:avLst/>
          </a:prstGeom>
        </p:spPr>
      </p:pic>
      <p:pic>
        <p:nvPicPr>
          <p:cNvPr id="3" name="Graphic 2">
            <a:extLst>
              <a:ext uri="{FF2B5EF4-FFF2-40B4-BE49-F238E27FC236}">
                <a16:creationId xmlns:a16="http://schemas.microsoft.com/office/drawing/2014/main" id="{78A595E1-DB3F-B0FE-A8AB-5E997673487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1184118333"/>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1"/>
            <a:ext cx="12192000" cy="1905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333756" y="269748"/>
            <a:ext cx="3242201" cy="1008802"/>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48146" y="2430924"/>
            <a:ext cx="2604228"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344487" y="2083532"/>
            <a:ext cx="2608263"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3238501" y="2082928"/>
            <a:ext cx="2608263"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6096001" y="2082928"/>
            <a:ext cx="2608307"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8972550" y="2082928"/>
            <a:ext cx="2608322"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3241239" y="2430401"/>
            <a:ext cx="2605524"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6099204" y="2430401"/>
            <a:ext cx="2604669"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8976204" y="2430401"/>
            <a:ext cx="2604669"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2"/>
          <a:stretch>
            <a:fillRect/>
          </a:stretch>
        </p:blipFill>
        <p:spPr>
          <a:xfrm rot="10800000">
            <a:off x="3924300" y="0"/>
            <a:ext cx="8267700" cy="1905000"/>
          </a:xfrm>
          <a:prstGeom prst="rect">
            <a:avLst/>
          </a:prstGeom>
        </p:spPr>
      </p:pic>
      <p:pic>
        <p:nvPicPr>
          <p:cNvPr id="3" name="Graphic 2">
            <a:extLst>
              <a:ext uri="{FF2B5EF4-FFF2-40B4-BE49-F238E27FC236}">
                <a16:creationId xmlns:a16="http://schemas.microsoft.com/office/drawing/2014/main" id="{0BA76DCA-CCC1-8597-76F3-038E40D3FB73}"/>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537349102"/>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1"/>
            <a:ext cx="12192000" cy="1905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333756" y="269748"/>
            <a:ext cx="3242201" cy="1008802"/>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2"/>
          <a:stretch>
            <a:fillRect/>
          </a:stretch>
        </p:blipFill>
        <p:spPr>
          <a:xfrm rot="10800000">
            <a:off x="3924300" y="0"/>
            <a:ext cx="8267700" cy="1905000"/>
          </a:xfrm>
          <a:prstGeom prst="rect">
            <a:avLst/>
          </a:prstGeom>
        </p:spPr>
      </p:pic>
      <p:pic>
        <p:nvPicPr>
          <p:cNvPr id="4" name="Graphic 3">
            <a:extLst>
              <a:ext uri="{FF2B5EF4-FFF2-40B4-BE49-F238E27FC236}">
                <a16:creationId xmlns:a16="http://schemas.microsoft.com/office/drawing/2014/main" id="{116DE60E-CF0C-C665-5AB2-3EE2CB345C2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3218918910"/>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1460500"/>
            <a:ext cx="2070100" cy="53975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096000" y="0"/>
            <a:ext cx="60960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5036" y="1842516"/>
            <a:ext cx="5560464" cy="584775"/>
          </a:xfrm>
        </p:spPr>
        <p:txBody>
          <a:bodyPr vert="horz" lIns="0" tIns="0" rIns="0" bIns="0" rtlCol="0">
            <a:spAutoFit/>
          </a:bodyPr>
          <a:lstStyle>
            <a:lvl1pPr marL="11113" indent="-11113" algn="l">
              <a:buFontTx/>
              <a:buNone/>
              <a:tabLst/>
              <a:defRPr lang="en-US" sz="1900" dirty="0">
                <a:ln w="3175">
                  <a:noFill/>
                </a:ln>
                <a:solidFill>
                  <a:schemeClr val="bg1"/>
                </a:solidFill>
              </a:defRPr>
            </a:lvl1pPr>
          </a:lstStyle>
          <a:p>
            <a:pPr marL="142875" lvl="0" indent="-142875"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5571004" cy="484043"/>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347662" y="3379788"/>
            <a:ext cx="5557838" cy="1744067"/>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pic>
        <p:nvPicPr>
          <p:cNvPr id="2" name="Graphic 1">
            <a:extLst>
              <a:ext uri="{FF2B5EF4-FFF2-40B4-BE49-F238E27FC236}">
                <a16:creationId xmlns:a16="http://schemas.microsoft.com/office/drawing/2014/main" id="{554E613C-DA37-D9FC-31FB-0A07E64050F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630194814"/>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1460500"/>
            <a:ext cx="2070100" cy="53975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096000" y="0"/>
            <a:ext cx="60960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5571004" cy="484043"/>
          </a:xfrm>
        </p:spPr>
        <p:txBody>
          <a:bodyPr>
            <a:spAutoFit/>
          </a:bodyPr>
          <a:lstStyle>
            <a:lvl1pPr>
              <a:defRPr>
                <a:ln w="9525">
                  <a:noFill/>
                </a:ln>
                <a:solidFill>
                  <a:schemeClr val="bg1"/>
                </a:solidFill>
              </a:defRPr>
            </a:lvl1pPr>
          </a:lstStyle>
          <a:p>
            <a:r>
              <a:rPr lang="en-US"/>
              <a:t>Click to edit Master title style</a:t>
            </a:r>
          </a:p>
        </p:txBody>
      </p:sp>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pic>
        <p:nvPicPr>
          <p:cNvPr id="2" name="Graphic 1">
            <a:extLst>
              <a:ext uri="{FF2B5EF4-FFF2-40B4-BE49-F238E27FC236}">
                <a16:creationId xmlns:a16="http://schemas.microsoft.com/office/drawing/2014/main" id="{05862A6B-FCC5-9AD9-2ACE-9E0D072DF4D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2817930142"/>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10121900" y="1460500"/>
            <a:ext cx="2070100" cy="53975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60960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269586" y="1842516"/>
            <a:ext cx="5560464" cy="584775"/>
          </a:xfrm>
        </p:spPr>
        <p:txBody>
          <a:bodyPr vert="horz" lIns="0" tIns="0" rIns="0" bIns="0" rtlCol="0">
            <a:spAutoFit/>
          </a:bodyPr>
          <a:lstStyle>
            <a:lvl1pPr>
              <a:defRPr lang="en-US" sz="19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259046" y="268589"/>
            <a:ext cx="5571004" cy="484043"/>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272212" y="3379788"/>
            <a:ext cx="5557838" cy="1744067"/>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069810488"/>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609600" y="0"/>
            <a:ext cx="11582400" cy="6858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3238500" y="0"/>
            <a:ext cx="573405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5037" y="1842516"/>
            <a:ext cx="2607714" cy="1169551"/>
          </a:xfrm>
        </p:spPr>
        <p:txBody>
          <a:bodyPr vert="horz" lIns="0" tIns="0" rIns="0" bIns="0" rtlCol="0">
            <a:spAutoFit/>
          </a:bodyPr>
          <a:lstStyle>
            <a:lvl1pPr>
              <a:defRPr lang="en-US" sz="19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9226550" y="310896"/>
            <a:ext cx="2603500" cy="2021066"/>
          </a:xfrm>
        </p:spPr>
        <p:txBody>
          <a:bodyPr vert="horz" lIns="0" tIns="0" rIns="0" bIns="0" rtlCol="0">
            <a:spAutoFit/>
          </a:bodyPr>
          <a:lstStyle>
            <a:lvl1pPr marL="142875" marR="0" indent="-142875" algn="l" defTabSz="914400" rtl="0" eaLnBrk="1" fontAlgn="auto" latinLnBrk="0" hangingPunct="1">
              <a:lnSpc>
                <a:spcPct val="100000"/>
              </a:lnSpc>
              <a:spcBef>
                <a:spcPts val="0"/>
              </a:spcBef>
              <a:spcAft>
                <a:spcPts val="700"/>
              </a:spcAft>
              <a:buClr>
                <a:schemeClr val="bg1"/>
              </a:buClr>
              <a:buSzTx/>
              <a:buFont typeface="Aktiv Grotesk" panose="020B0604020202020204" pitchFamily="34" charset="0"/>
              <a:buChar char="•"/>
              <a:tabLst/>
              <a:defRPr lang="en-US" smtClean="0">
                <a:solidFill>
                  <a:schemeClr val="bg1"/>
                </a:solidFill>
              </a:defRPr>
            </a:lvl1pPr>
            <a:lvl2pPr marL="428625" marR="0" indent="-145257" algn="l" defTabSz="914400" rtl="0" eaLnBrk="1" fontAlgn="auto" latinLnBrk="0" hangingPunct="1">
              <a:lnSpc>
                <a:spcPct val="100000"/>
              </a:lnSpc>
              <a:spcBef>
                <a:spcPts val="0"/>
              </a:spcBef>
              <a:spcAft>
                <a:spcPts val="700"/>
              </a:spcAft>
              <a:buClr>
                <a:schemeClr val="bg1"/>
              </a:buClr>
              <a:buSzTx/>
              <a:buFont typeface="Aktiv Grotesk" panose="020B0604020202020204" pitchFamily="34" charset="0"/>
              <a:buChar char="•"/>
              <a:tabLst/>
              <a:defRPr lang="en-US" dirty="0" smtClean="0">
                <a:solidFill>
                  <a:schemeClr val="bg1"/>
                </a:solidFill>
              </a:defRPr>
            </a:lvl2pPr>
            <a:lvl3pPr marL="714375" marR="0" indent="-147638" algn="l" defTabSz="914400" rtl="0" eaLnBrk="1" fontAlgn="auto" latinLnBrk="0" hangingPunct="1">
              <a:lnSpc>
                <a:spcPct val="100000"/>
              </a:lnSpc>
              <a:spcBef>
                <a:spcPts val="0"/>
              </a:spcBef>
              <a:spcAft>
                <a:spcPts val="700"/>
              </a:spcAft>
              <a:buClr>
                <a:schemeClr val="bg1"/>
              </a:buClr>
              <a:buSzTx/>
              <a:buFont typeface="Aktiv Grotesk" panose="020B0604020202020204" pitchFamily="34" charset="0"/>
              <a:buChar char="•"/>
              <a:tabLst/>
              <a:defRPr lang="en-US" dirty="0" smtClean="0">
                <a:solidFill>
                  <a:schemeClr val="bg1"/>
                </a:solidFill>
              </a:defRPr>
            </a:lvl3pPr>
            <a:lvl4pPr marL="1000125" marR="0" indent="-150019" algn="l" defTabSz="914400" rtl="0" eaLnBrk="1" fontAlgn="auto" latinLnBrk="0" hangingPunct="1">
              <a:lnSpc>
                <a:spcPct val="100000"/>
              </a:lnSpc>
              <a:spcBef>
                <a:spcPts val="0"/>
              </a:spcBef>
              <a:spcAft>
                <a:spcPts val="700"/>
              </a:spcAft>
              <a:buClr>
                <a:schemeClr val="bg1"/>
              </a:buClr>
              <a:buSzTx/>
              <a:buFont typeface="Aktiv Grotesk" panose="020B0604020202020204" pitchFamily="34" charset="0"/>
              <a:buChar char="•"/>
              <a:tabLst/>
              <a:defRPr lang="en-US" dirty="0" smtClean="0">
                <a:solidFill>
                  <a:schemeClr val="bg1"/>
                </a:solidFill>
              </a:defRPr>
            </a:lvl4pPr>
            <a:lvl5pPr marL="1285875" marR="0" indent="-152400" algn="l" defTabSz="914400" rtl="0" eaLnBrk="1" fontAlgn="auto" latinLnBrk="0" hangingPunct="1">
              <a:lnSpc>
                <a:spcPct val="100000"/>
              </a:lnSpc>
              <a:spcBef>
                <a:spcPts val="0"/>
              </a:spcBef>
              <a:spcAft>
                <a:spcPts val="700"/>
              </a:spcAft>
              <a:buClr>
                <a:schemeClr val="bg1"/>
              </a:buClr>
              <a:buSzTx/>
              <a:buFont typeface="Aktiv Grotesk"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334496" y="268589"/>
            <a:ext cx="2618254" cy="1531053"/>
          </a:xfrm>
        </p:spPr>
        <p:txBody>
          <a:bodyPr>
            <a:spAutoFit/>
          </a:bodyPr>
          <a:lstStyle>
            <a:lvl1pPr>
              <a:defRPr>
                <a:ln w="9525">
                  <a:noFill/>
                </a:ln>
                <a:solidFill>
                  <a:schemeClr val="bg1"/>
                </a:solidFill>
              </a:defRPr>
            </a:lvl1pPr>
          </a:lstStyle>
          <a:p>
            <a:r>
              <a:rPr lang="en-US"/>
              <a:t>Click to edit Master title style</a:t>
            </a:r>
          </a:p>
        </p:txBody>
      </p:sp>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pic>
        <p:nvPicPr>
          <p:cNvPr id="2" name="Graphic 1">
            <a:extLst>
              <a:ext uri="{FF2B5EF4-FFF2-40B4-BE49-F238E27FC236}">
                <a16:creationId xmlns:a16="http://schemas.microsoft.com/office/drawing/2014/main" id="{D85FCD6E-6E4B-6B2B-2431-0FDED41389F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866758034"/>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image" Target="../media/image2.png"/><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image" Target="../media/image1.svg"/><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38.xml"/><Relationship Id="rId13" Type="http://schemas.openxmlformats.org/officeDocument/2006/relationships/image" Target="../media/image6.png"/><Relationship Id="rId3" Type="http://schemas.openxmlformats.org/officeDocument/2006/relationships/slideLayout" Target="../slideLayouts/slideLayout33.xml"/><Relationship Id="rId7" Type="http://schemas.openxmlformats.org/officeDocument/2006/relationships/slideLayout" Target="../slideLayouts/slideLayout37.xml"/><Relationship Id="rId12" Type="http://schemas.openxmlformats.org/officeDocument/2006/relationships/image" Target="../media/image4.svg"/><Relationship Id="rId2" Type="http://schemas.openxmlformats.org/officeDocument/2006/relationships/slideLayout" Target="../slideLayouts/slideLayout32.xml"/><Relationship Id="rId1" Type="http://schemas.openxmlformats.org/officeDocument/2006/relationships/slideLayout" Target="../slideLayouts/slideLayout31.xml"/><Relationship Id="rId6" Type="http://schemas.openxmlformats.org/officeDocument/2006/relationships/slideLayout" Target="../slideLayouts/slideLayout36.xml"/><Relationship Id="rId11" Type="http://schemas.openxmlformats.org/officeDocument/2006/relationships/theme" Target="../theme/theme2.xml"/><Relationship Id="rId5" Type="http://schemas.openxmlformats.org/officeDocument/2006/relationships/slideLayout" Target="../slideLayouts/slideLayout35.xml"/><Relationship Id="rId10" Type="http://schemas.openxmlformats.org/officeDocument/2006/relationships/slideLayout" Target="../slideLayouts/slideLayout40.xml"/><Relationship Id="rId4" Type="http://schemas.openxmlformats.org/officeDocument/2006/relationships/slideLayout" Target="../slideLayouts/slideLayout34.xml"/><Relationship Id="rId9" Type="http://schemas.openxmlformats.org/officeDocument/2006/relationships/slideLayout" Target="../slideLayouts/slideLayout39.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48.xml"/><Relationship Id="rId13" Type="http://schemas.openxmlformats.org/officeDocument/2006/relationships/slideLayout" Target="../slideLayouts/slideLayout53.xml"/><Relationship Id="rId3" Type="http://schemas.openxmlformats.org/officeDocument/2006/relationships/slideLayout" Target="../slideLayouts/slideLayout43.xml"/><Relationship Id="rId7" Type="http://schemas.openxmlformats.org/officeDocument/2006/relationships/slideLayout" Target="../slideLayouts/slideLayout47.xml"/><Relationship Id="rId12" Type="http://schemas.openxmlformats.org/officeDocument/2006/relationships/slideLayout" Target="../slideLayouts/slideLayout52.xml"/><Relationship Id="rId17" Type="http://schemas.openxmlformats.org/officeDocument/2006/relationships/image" Target="../media/image12.svg"/><Relationship Id="rId2" Type="http://schemas.openxmlformats.org/officeDocument/2006/relationships/slideLayout" Target="../slideLayouts/slideLayout42.xml"/><Relationship Id="rId16" Type="http://schemas.openxmlformats.org/officeDocument/2006/relationships/theme" Target="../theme/theme3.xml"/><Relationship Id="rId1" Type="http://schemas.openxmlformats.org/officeDocument/2006/relationships/slideLayout" Target="../slideLayouts/slideLayout41.xml"/><Relationship Id="rId6" Type="http://schemas.openxmlformats.org/officeDocument/2006/relationships/slideLayout" Target="../slideLayouts/slideLayout46.xml"/><Relationship Id="rId11" Type="http://schemas.openxmlformats.org/officeDocument/2006/relationships/slideLayout" Target="../slideLayouts/slideLayout51.xml"/><Relationship Id="rId5" Type="http://schemas.openxmlformats.org/officeDocument/2006/relationships/slideLayout" Target="../slideLayouts/slideLayout45.xml"/><Relationship Id="rId15" Type="http://schemas.openxmlformats.org/officeDocument/2006/relationships/slideLayout" Target="../slideLayouts/slideLayout55.xml"/><Relationship Id="rId10" Type="http://schemas.openxmlformats.org/officeDocument/2006/relationships/slideLayout" Target="../slideLayouts/slideLayout50.xml"/><Relationship Id="rId4" Type="http://schemas.openxmlformats.org/officeDocument/2006/relationships/slideLayout" Target="../slideLayouts/slideLayout44.xml"/><Relationship Id="rId9" Type="http://schemas.openxmlformats.org/officeDocument/2006/relationships/slideLayout" Target="../slideLayouts/slideLayout49.xml"/><Relationship Id="rId14" Type="http://schemas.openxmlformats.org/officeDocument/2006/relationships/slideLayout" Target="../slideLayouts/slideLayout54.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63.xml"/><Relationship Id="rId13" Type="http://schemas.openxmlformats.org/officeDocument/2006/relationships/slideLayout" Target="../slideLayouts/slideLayout68.xml"/><Relationship Id="rId18" Type="http://schemas.openxmlformats.org/officeDocument/2006/relationships/slideLayout" Target="../slideLayouts/slideLayout73.xml"/><Relationship Id="rId26" Type="http://schemas.openxmlformats.org/officeDocument/2006/relationships/slideLayout" Target="../slideLayouts/slideLayout81.xml"/><Relationship Id="rId3" Type="http://schemas.openxmlformats.org/officeDocument/2006/relationships/slideLayout" Target="../slideLayouts/slideLayout58.xml"/><Relationship Id="rId21" Type="http://schemas.openxmlformats.org/officeDocument/2006/relationships/slideLayout" Target="../slideLayouts/slideLayout76.xml"/><Relationship Id="rId7" Type="http://schemas.openxmlformats.org/officeDocument/2006/relationships/slideLayout" Target="../slideLayouts/slideLayout62.xml"/><Relationship Id="rId12" Type="http://schemas.openxmlformats.org/officeDocument/2006/relationships/slideLayout" Target="../slideLayouts/slideLayout67.xml"/><Relationship Id="rId17" Type="http://schemas.openxmlformats.org/officeDocument/2006/relationships/slideLayout" Target="../slideLayouts/slideLayout72.xml"/><Relationship Id="rId25" Type="http://schemas.openxmlformats.org/officeDocument/2006/relationships/slideLayout" Target="../slideLayouts/slideLayout80.xml"/><Relationship Id="rId2" Type="http://schemas.openxmlformats.org/officeDocument/2006/relationships/slideLayout" Target="../slideLayouts/slideLayout57.xml"/><Relationship Id="rId16" Type="http://schemas.openxmlformats.org/officeDocument/2006/relationships/slideLayout" Target="../slideLayouts/slideLayout71.xml"/><Relationship Id="rId20" Type="http://schemas.openxmlformats.org/officeDocument/2006/relationships/slideLayout" Target="../slideLayouts/slideLayout75.xml"/><Relationship Id="rId29" Type="http://schemas.openxmlformats.org/officeDocument/2006/relationships/slideLayout" Target="../slideLayouts/slideLayout84.xml"/><Relationship Id="rId1" Type="http://schemas.openxmlformats.org/officeDocument/2006/relationships/slideLayout" Target="../slideLayouts/slideLayout56.xml"/><Relationship Id="rId6" Type="http://schemas.openxmlformats.org/officeDocument/2006/relationships/slideLayout" Target="../slideLayouts/slideLayout61.xml"/><Relationship Id="rId11" Type="http://schemas.openxmlformats.org/officeDocument/2006/relationships/slideLayout" Target="../slideLayouts/slideLayout66.xml"/><Relationship Id="rId24" Type="http://schemas.openxmlformats.org/officeDocument/2006/relationships/slideLayout" Target="../slideLayouts/slideLayout79.xml"/><Relationship Id="rId32" Type="http://schemas.openxmlformats.org/officeDocument/2006/relationships/image" Target="../media/image23.svg"/><Relationship Id="rId5" Type="http://schemas.openxmlformats.org/officeDocument/2006/relationships/slideLayout" Target="../slideLayouts/slideLayout60.xml"/><Relationship Id="rId15" Type="http://schemas.openxmlformats.org/officeDocument/2006/relationships/slideLayout" Target="../slideLayouts/slideLayout70.xml"/><Relationship Id="rId23" Type="http://schemas.openxmlformats.org/officeDocument/2006/relationships/slideLayout" Target="../slideLayouts/slideLayout78.xml"/><Relationship Id="rId28" Type="http://schemas.openxmlformats.org/officeDocument/2006/relationships/slideLayout" Target="../slideLayouts/slideLayout83.xml"/><Relationship Id="rId10" Type="http://schemas.openxmlformats.org/officeDocument/2006/relationships/slideLayout" Target="../slideLayouts/slideLayout65.xml"/><Relationship Id="rId19" Type="http://schemas.openxmlformats.org/officeDocument/2006/relationships/slideLayout" Target="../slideLayouts/slideLayout74.xml"/><Relationship Id="rId31" Type="http://schemas.openxmlformats.org/officeDocument/2006/relationships/image" Target="../media/image2.png"/><Relationship Id="rId4" Type="http://schemas.openxmlformats.org/officeDocument/2006/relationships/slideLayout" Target="../slideLayouts/slideLayout59.xml"/><Relationship Id="rId9" Type="http://schemas.openxmlformats.org/officeDocument/2006/relationships/slideLayout" Target="../slideLayouts/slideLayout64.xml"/><Relationship Id="rId14" Type="http://schemas.openxmlformats.org/officeDocument/2006/relationships/slideLayout" Target="../slideLayouts/slideLayout69.xml"/><Relationship Id="rId22" Type="http://schemas.openxmlformats.org/officeDocument/2006/relationships/slideLayout" Target="../slideLayouts/slideLayout77.xml"/><Relationship Id="rId27" Type="http://schemas.openxmlformats.org/officeDocument/2006/relationships/slideLayout" Target="../slideLayouts/slideLayout82.xml"/><Relationship Id="rId30"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3238501" y="1388582"/>
            <a:ext cx="8580301" cy="1744067"/>
          </a:xfrm>
          <a:prstGeom prst="rect">
            <a:avLst/>
          </a:prstGeom>
        </p:spPr>
        <p:txBody>
          <a:bodyPr vert="horz" lIns="182880" tIns="0" rIns="0" bIns="0" rtlCol="0">
            <a:spAutoFit/>
          </a:bodyPr>
          <a:lstStyle/>
          <a:p>
            <a:pPr marL="142875" marR="0" lvl="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2"/>
              </a:ext>
            </a:extLst>
          </a:blip>
          <a:stretch>
            <a:fillRect/>
          </a:stretch>
        </p:blipFill>
        <p:spPr>
          <a:xfrm>
            <a:off x="327905" y="6404039"/>
            <a:ext cx="1143000" cy="35433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0" y="-2403"/>
            <a:ext cx="12667343" cy="1099683"/>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33"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334497" y="268589"/>
            <a:ext cx="6147946" cy="484043"/>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605910522"/>
      </p:ext>
    </p:extLst>
  </p:cSld>
  <p:clrMap bg1="lt1" tx1="dk1" bg2="lt2" tx2="dk2" accent1="accent1" accent2="accent2" accent3="accent3" accent4="accent4" accent5="accent5" accent6="accent6" hlink="hlink" folHlink="folHlink"/>
  <p:sldLayoutIdLst>
    <p:sldLayoutId id="2147484004" r:id="rId1"/>
    <p:sldLayoutId id="2147483873" r:id="rId2"/>
    <p:sldLayoutId id="2147483843" r:id="rId3"/>
    <p:sldLayoutId id="2147483828" r:id="rId4"/>
    <p:sldLayoutId id="2147484003" r:id="rId5"/>
    <p:sldLayoutId id="2147483989" r:id="rId6"/>
    <p:sldLayoutId id="2147483817" r:id="rId7"/>
    <p:sldLayoutId id="2147483818" r:id="rId8"/>
    <p:sldLayoutId id="2147483819" r:id="rId9"/>
    <p:sldLayoutId id="2147483820" r:id="rId10"/>
    <p:sldLayoutId id="2147483829" r:id="rId11"/>
    <p:sldLayoutId id="2147483821" r:id="rId12"/>
    <p:sldLayoutId id="2147483822" r:id="rId13"/>
    <p:sldLayoutId id="2147483874" r:id="rId14"/>
    <p:sldLayoutId id="2147483823" r:id="rId15"/>
    <p:sldLayoutId id="2147483866" r:id="rId16"/>
    <p:sldLayoutId id="2147483844" r:id="rId17"/>
    <p:sldLayoutId id="2147483990" r:id="rId18"/>
    <p:sldLayoutId id="2147483991" r:id="rId19"/>
    <p:sldLayoutId id="2147483853" r:id="rId20"/>
    <p:sldLayoutId id="2147483849" r:id="rId21"/>
    <p:sldLayoutId id="2147483996" r:id="rId22"/>
    <p:sldLayoutId id="2147483851" r:id="rId23"/>
    <p:sldLayoutId id="2147483995" r:id="rId24"/>
    <p:sldLayoutId id="2147483854" r:id="rId25"/>
    <p:sldLayoutId id="2147483997" r:id="rId26"/>
    <p:sldLayoutId id="2147483855" r:id="rId27"/>
    <p:sldLayoutId id="2147483856" r:id="rId28"/>
    <p:sldLayoutId id="2147483999" r:id="rId29"/>
    <p:sldLayoutId id="2147484006" r:id="rId30"/>
  </p:sldLayoutIdLst>
  <p:hf hdr="0" ftr="0" dt="0"/>
  <p:txStyles>
    <p:titleStyle>
      <a:lvl1pPr algn="l" defTabSz="914400" rtl="0" eaLnBrk="1" fontAlgn="base" latinLnBrk="0" hangingPunct="1">
        <a:lnSpc>
          <a:spcPct val="110000"/>
        </a:lnSpc>
        <a:spcBef>
          <a:spcPct val="0"/>
        </a:spcBef>
        <a:buNone/>
        <a:defRPr sz="3100" kern="1200">
          <a:ln w="9525">
            <a:noFill/>
          </a:ln>
          <a:solidFill>
            <a:schemeClr val="bg1"/>
          </a:solidFill>
          <a:latin typeface="+mj-lt"/>
          <a:ea typeface="+mj-ea"/>
          <a:cs typeface="+mj-cs"/>
        </a:defRPr>
      </a:lvl1pPr>
    </p:titleStyle>
    <p:bodyStyle>
      <a:lvl1pPr marL="142875" marR="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userDrawn="1">
          <p15:clr>
            <a:srgbClr val="000000"/>
          </p15:clr>
        </p15:guide>
        <p15:guide id="4" pos="7452" userDrawn="1">
          <p15:clr>
            <a:srgbClr val="000000"/>
          </p15:clr>
        </p15:guide>
        <p15:guide id="5" orient="horz" pos="228" userDrawn="1">
          <p15:clr>
            <a:srgbClr val="000000"/>
          </p15:clr>
        </p15:guide>
        <p15:guide id="8" orient="horz" pos="1200" userDrawn="1">
          <p15:clr>
            <a:srgbClr val="000000"/>
          </p15:clr>
        </p15:guide>
        <p15:guide id="11" orient="horz" pos="2160" userDrawn="1">
          <p15:clr>
            <a:srgbClr val="000000"/>
          </p15:clr>
        </p15:guide>
        <p15:guide id="14" orient="horz" pos="4092" userDrawn="1">
          <p15:clr>
            <a:srgbClr val="000000"/>
          </p15:clr>
        </p15:guide>
        <p15:guide id="45" orient="horz" pos="3120" userDrawn="1">
          <p15:clr>
            <a:srgbClr val="000000"/>
          </p15:clr>
        </p15:guide>
        <p15:guide id="52" pos="2040" userDrawn="1">
          <p15:clr>
            <a:srgbClr val="000000"/>
          </p15:clr>
        </p15:guide>
        <p15:guide id="55" pos="3840" userDrawn="1">
          <p15:clr>
            <a:srgbClr val="000000"/>
          </p15:clr>
        </p15:guide>
        <p15:guide id="58" pos="5652" userDrawn="1">
          <p15:clr>
            <a:srgbClr val="000000"/>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tx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34497" y="268589"/>
            <a:ext cx="2733169" cy="1531053"/>
          </a:xfrm>
          <a:prstGeom prst="rect">
            <a:avLst/>
          </a:prstGeom>
          <a:ln w="12700">
            <a:noFill/>
          </a:ln>
        </p:spPr>
        <p:txBody>
          <a:bodyPr vert="horz" lIns="0" tIns="0" rIns="0" bIns="0" rtlCol="0" anchor="t" anchorCtr="0">
            <a:noAutofit/>
          </a:bodyPr>
          <a:lstStyle/>
          <a:p>
            <a:r>
              <a:rPr lang="en-US"/>
              <a:t>Click to edit Master title style</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2"/>
              </a:ext>
            </a:extLst>
          </a:blip>
          <a:stretch>
            <a:fillRect/>
          </a:stretch>
        </p:blipFill>
        <p:spPr>
          <a:xfrm>
            <a:off x="327905" y="6404039"/>
            <a:ext cx="1143000" cy="35433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
        <p:nvSpPr>
          <p:cNvPr id="9" name="Text Placeholder 2">
            <a:extLst>
              <a:ext uri="{FF2B5EF4-FFF2-40B4-BE49-F238E27FC236}">
                <a16:creationId xmlns:a16="http://schemas.microsoft.com/office/drawing/2014/main" id="{8D79F404-BCB4-4942-A594-6B1E63AEBB15}"/>
              </a:ext>
            </a:extLst>
          </p:cNvPr>
          <p:cNvSpPr>
            <a:spLocks noGrp="1"/>
          </p:cNvSpPr>
          <p:nvPr>
            <p:ph type="body" idx="1"/>
          </p:nvPr>
        </p:nvSpPr>
        <p:spPr>
          <a:xfrm>
            <a:off x="3238501" y="312485"/>
            <a:ext cx="8580301" cy="1744067"/>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4" name="Picture 3">
            <a:extLst>
              <a:ext uri="{FF2B5EF4-FFF2-40B4-BE49-F238E27FC236}">
                <a16:creationId xmlns:a16="http://schemas.microsoft.com/office/drawing/2014/main" id="{101594CF-9E60-FEE9-725B-28644E2BEFC6}"/>
              </a:ext>
            </a:extLst>
          </p:cNvPr>
          <p:cNvPicPr>
            <a:picLocks noChangeAspect="1"/>
          </p:cNvPicPr>
          <p:nvPr userDrawn="1"/>
        </p:nvPicPr>
        <p:blipFill>
          <a:blip r:embed="rId13"/>
          <a:stretch>
            <a:fillRect/>
          </a:stretch>
        </p:blipFill>
        <p:spPr>
          <a:xfrm>
            <a:off x="0" y="4745736"/>
            <a:ext cx="3226194" cy="2112264"/>
          </a:xfrm>
          <a:prstGeom prst="rect">
            <a:avLst/>
          </a:prstGeom>
        </p:spPr>
      </p:pic>
    </p:spTree>
    <p:extLst>
      <p:ext uri="{BB962C8B-B14F-4D97-AF65-F5344CB8AC3E}">
        <p14:creationId xmlns:p14="http://schemas.microsoft.com/office/powerpoint/2010/main" val="1305847445"/>
      </p:ext>
    </p:extLst>
  </p:cSld>
  <p:clrMap bg1="lt1" tx1="dk1" bg2="lt2" tx2="dk2" accent1="accent1" accent2="accent2" accent3="accent3" accent4="accent4" accent5="accent5" accent6="accent6" hlink="hlink" folHlink="folHlink"/>
  <p:sldLayoutIdLst>
    <p:sldLayoutId id="2147483945" r:id="rId1"/>
    <p:sldLayoutId id="2147483946" r:id="rId2"/>
    <p:sldLayoutId id="2147483947" r:id="rId3"/>
    <p:sldLayoutId id="2147483948" r:id="rId4"/>
    <p:sldLayoutId id="2147483949" r:id="rId5"/>
    <p:sldLayoutId id="2147483950" r:id="rId6"/>
    <p:sldLayoutId id="2147483951" r:id="rId7"/>
    <p:sldLayoutId id="2147483952" r:id="rId8"/>
    <p:sldLayoutId id="2147483953" r:id="rId9"/>
    <p:sldLayoutId id="2147483954" r:id="rId10"/>
  </p:sldLayoutIdLst>
  <p:hf hdr="0" ftr="0" dt="0"/>
  <p:txStyles>
    <p:titleStyle>
      <a:lvl1pPr algn="l" defTabSz="914400" rtl="0" eaLnBrk="1" fontAlgn="base" latinLnBrk="0" hangingPunct="1">
        <a:lnSpc>
          <a:spcPct val="110000"/>
        </a:lnSpc>
        <a:spcBef>
          <a:spcPct val="0"/>
        </a:spcBef>
        <a:buNone/>
        <a:defRPr sz="3100" kern="1200">
          <a:ln w="9525">
            <a:noFill/>
          </a:ln>
          <a:solidFill>
            <a:schemeClr val="bg1"/>
          </a:solidFill>
          <a:latin typeface="+mj-lt"/>
          <a:ea typeface="+mj-ea"/>
          <a:cs typeface="+mj-cs"/>
        </a:defRPr>
      </a:lvl1pPr>
    </p:titleStyle>
    <p:bodyStyle>
      <a:lvl1pPr marL="142875" marR="0" indent="-142875" algn="l" defTabSz="914400" rtl="0" eaLnBrk="1" fontAlgn="t" latinLnBrk="0" hangingPunct="1">
        <a:lnSpc>
          <a:spcPct val="100000"/>
        </a:lnSpc>
        <a:spcBef>
          <a:spcPts val="0"/>
        </a:spcBef>
        <a:spcAft>
          <a:spcPts val="700"/>
        </a:spcAft>
        <a:buClr>
          <a:schemeClr val="bg1"/>
        </a:buClr>
        <a:buSzTx/>
        <a:buFont typeface="Aktiv Grotesk" panose="020B0604020202020204" pitchFamily="34" charset="0"/>
        <a:buChar char="•"/>
        <a:tabLst/>
        <a:defRPr sz="1800" kern="1200">
          <a:ln>
            <a:noFill/>
          </a:ln>
          <a:solidFill>
            <a:schemeClr val="bg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chemeClr val="bg1"/>
        </a:buClr>
        <a:buSzTx/>
        <a:buFont typeface="Aktiv Grotesk" panose="020B0604020202020204" pitchFamily="34" charset="0"/>
        <a:buChar char="•"/>
        <a:tabLst/>
        <a:defRPr sz="1800" kern="1200">
          <a:ln>
            <a:noFill/>
          </a:ln>
          <a:solidFill>
            <a:schemeClr val="bg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chemeClr val="bg1"/>
        </a:buClr>
        <a:buSzTx/>
        <a:buFont typeface="Aktiv Grotesk" panose="020B0604020202020204" pitchFamily="34" charset="0"/>
        <a:buChar char="•"/>
        <a:tabLst/>
        <a:defRPr sz="1800" kern="1200">
          <a:ln>
            <a:noFill/>
          </a:ln>
          <a:solidFill>
            <a:schemeClr val="bg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chemeClr val="bg1"/>
        </a:buClr>
        <a:buSzTx/>
        <a:buFont typeface="Aktiv Grotesk" panose="020B0604020202020204" pitchFamily="34" charset="0"/>
        <a:buChar char="•"/>
        <a:tabLst/>
        <a:defRPr sz="1800" kern="1200">
          <a:ln>
            <a:noFill/>
          </a:ln>
          <a:solidFill>
            <a:schemeClr val="bg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chemeClr val="bg1"/>
        </a:buClr>
        <a:buSzTx/>
        <a:buFont typeface="Aktiv Grotesk" panose="020B0604020202020204" pitchFamily="34" charset="0"/>
        <a:buChar char="•"/>
        <a:tabLst/>
        <a:defRPr sz="1800" kern="1200">
          <a:ln>
            <a:noFill/>
          </a:ln>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userDrawn="1">
          <p15:clr>
            <a:srgbClr val="000000"/>
          </p15:clr>
        </p15:guide>
        <p15:guide id="4" pos="7452" userDrawn="1">
          <p15:clr>
            <a:srgbClr val="000000"/>
          </p15:clr>
        </p15:guide>
        <p15:guide id="5" orient="horz" pos="228" userDrawn="1">
          <p15:clr>
            <a:srgbClr val="000000"/>
          </p15:clr>
        </p15:guide>
        <p15:guide id="8" orient="horz" pos="1200" userDrawn="1">
          <p15:clr>
            <a:srgbClr val="000000"/>
          </p15:clr>
        </p15:guide>
        <p15:guide id="11" orient="horz" pos="2160" userDrawn="1">
          <p15:clr>
            <a:srgbClr val="000000"/>
          </p15:clr>
        </p15:guide>
        <p15:guide id="14" orient="horz" pos="4092" userDrawn="1">
          <p15:clr>
            <a:srgbClr val="000000"/>
          </p15:clr>
        </p15:guide>
        <p15:guide id="45" orient="horz" pos="3120" userDrawn="1">
          <p15:clr>
            <a:srgbClr val="000000"/>
          </p15:clr>
        </p15:guide>
        <p15:guide id="52" pos="2040" userDrawn="1">
          <p15:clr>
            <a:srgbClr val="000000"/>
          </p15:clr>
        </p15:guide>
        <p15:guide id="55" pos="3840" userDrawn="1">
          <p15:clr>
            <a:srgbClr val="000000"/>
          </p15:clr>
        </p15:guide>
        <p15:guide id="58" pos="5652" userDrawn="1">
          <p15:clr>
            <a:srgbClr val="000000"/>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7531EE93-37B4-654A-9329-82DE10157B0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7"/>
              </a:ext>
            </a:extLst>
          </a:blip>
          <a:stretch>
            <a:fillRect/>
          </a:stretch>
        </p:blipFill>
        <p:spPr>
          <a:xfrm>
            <a:off x="327905" y="6404039"/>
            <a:ext cx="1143000" cy="354330"/>
          </a:xfrm>
          <a:prstGeom prst="rect">
            <a:avLst/>
          </a:prstGeom>
        </p:spPr>
      </p:pic>
      <p:sp>
        <p:nvSpPr>
          <p:cNvPr id="8" name="Footer Placeholder 4">
            <a:extLst>
              <a:ext uri="{FF2B5EF4-FFF2-40B4-BE49-F238E27FC236}">
                <a16:creationId xmlns:a16="http://schemas.microsoft.com/office/drawing/2014/main" id="{82EB649D-E1E1-3E40-AA99-F9D272BD05A4}"/>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0FC022FD-C77A-5448-9A3A-A5A3DCD8302E}"/>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244359039"/>
      </p:ext>
    </p:extLst>
  </p:cSld>
  <p:clrMap bg1="lt1" tx1="dk1" bg2="lt2" tx2="dk2" accent1="accent1" accent2="accent2" accent3="accent3" accent4="accent4" accent5="accent5" accent6="accent6" hlink="hlink" folHlink="folHlink"/>
  <p:sldLayoutIdLst>
    <p:sldLayoutId id="2147483832" r:id="rId1"/>
    <p:sldLayoutId id="2147483833" r:id="rId2"/>
    <p:sldLayoutId id="2147483993" r:id="rId3"/>
    <p:sldLayoutId id="2147483994" r:id="rId4"/>
    <p:sldLayoutId id="2147483992" r:id="rId5"/>
    <p:sldLayoutId id="2147483836" r:id="rId6"/>
    <p:sldLayoutId id="2147483940" r:id="rId7"/>
    <p:sldLayoutId id="2147483838" r:id="rId8"/>
    <p:sldLayoutId id="2147483839" r:id="rId9"/>
    <p:sldLayoutId id="2147483840" r:id="rId10"/>
    <p:sldLayoutId id="2147483841" r:id="rId11"/>
    <p:sldLayoutId id="2147483985" r:id="rId12"/>
    <p:sldLayoutId id="2147484005" r:id="rId13"/>
    <p:sldLayoutId id="2147484007" r:id="rId14"/>
    <p:sldLayoutId id="2147484038" r:id="rId15"/>
  </p:sldLayoutIdLst>
  <p:hf hdr="0" ftr="0" dt="0"/>
  <p:txStyles>
    <p:titleStyle>
      <a:lvl1pPr algn="l" defTabSz="914400" rtl="0" eaLnBrk="1" fontAlgn="base" latinLnBrk="0" hangingPunct="1">
        <a:lnSpc>
          <a:spcPct val="112000"/>
        </a:lnSpc>
        <a:spcBef>
          <a:spcPct val="0"/>
        </a:spcBef>
        <a:buNone/>
        <a:defRPr lang="en-US" sz="4500" kern="1200" dirty="0">
          <a:ln w="9525">
            <a:noFill/>
          </a:ln>
          <a:solidFill>
            <a:schemeClr val="tx2"/>
          </a:solidFill>
          <a:latin typeface="+mj-lt"/>
          <a:ea typeface="+mj-ea"/>
          <a:cs typeface="+mj-cs"/>
        </a:defRPr>
      </a:lvl1pPr>
    </p:titleStyle>
    <p:bodyStyle>
      <a:lvl1pPr marL="142875" marR="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500" kern="1200">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500" kern="1200">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500" kern="1200">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500" kern="1200">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5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userDrawn="1">
          <p15:clr>
            <a:srgbClr val="000000"/>
          </p15:clr>
        </p15:guide>
        <p15:guide id="4" pos="7449" userDrawn="1">
          <p15:clr>
            <a:srgbClr val="000000"/>
          </p15:clr>
        </p15:guide>
        <p15:guide id="5" orient="horz" pos="228" userDrawn="1">
          <p15:clr>
            <a:srgbClr val="000000"/>
          </p15:clr>
        </p15:guide>
        <p15:guide id="11" orient="horz" pos="3120" userDrawn="1">
          <p15:clr>
            <a:srgbClr val="000000"/>
          </p15:clr>
        </p15:guide>
        <p15:guide id="14" orient="horz" pos="4092" userDrawn="1">
          <p15:clr>
            <a:srgbClr val="000000"/>
          </p15:clr>
        </p15:guide>
        <p15:guide id="34" pos="2040" userDrawn="1">
          <p15:clr>
            <a:srgbClr val="000000"/>
          </p15:clr>
        </p15:guide>
        <p15:guide id="36" pos="3840" userDrawn="1">
          <p15:clr>
            <a:srgbClr val="000000"/>
          </p15:clr>
        </p15:guide>
        <p15:guide id="38" pos="5652" userDrawn="1">
          <p15:clr>
            <a:srgbClr val="000000"/>
          </p15:clr>
        </p15:guide>
        <p15:guide id="40" orient="horz" pos="2163" userDrawn="1">
          <p15:clr>
            <a:srgbClr val="000000"/>
          </p15:clr>
        </p15:guide>
        <p15:guide id="41" orient="horz" pos="1201" userDrawn="1">
          <p15:clr>
            <a:srgbClr val="000000"/>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3238501" y="1388582"/>
            <a:ext cx="8580301" cy="1744067"/>
          </a:xfrm>
          <a:prstGeom prst="rect">
            <a:avLst/>
          </a:prstGeom>
        </p:spPr>
        <p:txBody>
          <a:bodyPr vert="horz" lIns="182880" tIns="0" rIns="0" bIns="0" rtlCol="0">
            <a:spAutoFit/>
          </a:bodyPr>
          <a:lstStyle/>
          <a:p>
            <a:pPr marL="142875" marR="0" lvl="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0" y="-2403"/>
            <a:ext cx="12667343" cy="1099683"/>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31"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334497" y="268589"/>
            <a:ext cx="6147946" cy="484043"/>
          </a:xfrm>
          <a:prstGeom prst="rect">
            <a:avLst/>
          </a:prstGeom>
          <a:ln w="12700">
            <a:noFill/>
          </a:ln>
        </p:spPr>
        <p:txBody>
          <a:bodyPr vert="horz" wrap="square" lIns="0" tIns="0" rIns="0" bIns="0" rtlCol="0" anchor="t" anchorCtr="0">
            <a:spAutoFit/>
          </a:bodyPr>
          <a:lstStyle/>
          <a:p>
            <a:r>
              <a:rPr lang="en-US"/>
              <a:t>Click to edit Master title style</a:t>
            </a:r>
          </a:p>
        </p:txBody>
      </p:sp>
      <p:pic>
        <p:nvPicPr>
          <p:cNvPr id="7" name="Graphic 6">
            <a:extLst>
              <a:ext uri="{FF2B5EF4-FFF2-40B4-BE49-F238E27FC236}">
                <a16:creationId xmlns:a16="http://schemas.microsoft.com/office/drawing/2014/main" id="{4A1A0978-7794-0AF2-2BCF-CFF2E95F98B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2"/>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3718446655"/>
      </p:ext>
    </p:extLst>
  </p:cSld>
  <p:clrMap bg1="lt1" tx1="dk1" bg2="lt2" tx2="dk2" accent1="accent1" accent2="accent2" accent3="accent3" accent4="accent4" accent5="accent5" accent6="accent6" hlink="hlink" folHlink="folHlink"/>
  <p:sldLayoutIdLst>
    <p:sldLayoutId id="2147484009" r:id="rId1"/>
    <p:sldLayoutId id="2147484010" r:id="rId2"/>
    <p:sldLayoutId id="2147484011" r:id="rId3"/>
    <p:sldLayoutId id="2147484012" r:id="rId4"/>
    <p:sldLayoutId id="2147484013" r:id="rId5"/>
    <p:sldLayoutId id="2147484014" r:id="rId6"/>
    <p:sldLayoutId id="2147484015" r:id="rId7"/>
    <p:sldLayoutId id="2147484016" r:id="rId8"/>
    <p:sldLayoutId id="2147484017" r:id="rId9"/>
    <p:sldLayoutId id="2147484018" r:id="rId10"/>
    <p:sldLayoutId id="2147484019" r:id="rId11"/>
    <p:sldLayoutId id="2147484020" r:id="rId12"/>
    <p:sldLayoutId id="2147484021" r:id="rId13"/>
    <p:sldLayoutId id="2147484022" r:id="rId14"/>
    <p:sldLayoutId id="2147484023" r:id="rId15"/>
    <p:sldLayoutId id="2147484024" r:id="rId16"/>
    <p:sldLayoutId id="2147484025" r:id="rId17"/>
    <p:sldLayoutId id="2147484026" r:id="rId18"/>
    <p:sldLayoutId id="2147484027" r:id="rId19"/>
    <p:sldLayoutId id="2147484028" r:id="rId20"/>
    <p:sldLayoutId id="2147484029" r:id="rId21"/>
    <p:sldLayoutId id="2147484030" r:id="rId22"/>
    <p:sldLayoutId id="2147484031" r:id="rId23"/>
    <p:sldLayoutId id="2147484032" r:id="rId24"/>
    <p:sldLayoutId id="2147484033" r:id="rId25"/>
    <p:sldLayoutId id="2147484034" r:id="rId26"/>
    <p:sldLayoutId id="2147484035" r:id="rId27"/>
    <p:sldLayoutId id="2147484036" r:id="rId28"/>
    <p:sldLayoutId id="2147484037" r:id="rId29"/>
  </p:sldLayoutIdLst>
  <p:hf hdr="0" ftr="0" dt="0"/>
  <p:txStyles>
    <p:titleStyle>
      <a:lvl1pPr algn="l" defTabSz="914400" rtl="0" eaLnBrk="1" fontAlgn="base" latinLnBrk="0" hangingPunct="1">
        <a:lnSpc>
          <a:spcPct val="110000"/>
        </a:lnSpc>
        <a:spcBef>
          <a:spcPct val="0"/>
        </a:spcBef>
        <a:buNone/>
        <a:defRPr sz="3100" kern="1200">
          <a:ln w="9525">
            <a:noFill/>
          </a:ln>
          <a:solidFill>
            <a:schemeClr val="bg1"/>
          </a:solidFill>
          <a:latin typeface="+mj-lt"/>
          <a:ea typeface="+mj-ea"/>
          <a:cs typeface="+mj-cs"/>
        </a:defRPr>
      </a:lvl1pPr>
    </p:titleStyle>
    <p:bodyStyle>
      <a:lvl1pPr marL="142875" marR="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5.xml"/></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55.xml"/><Relationship Id="rId7" Type="http://schemas.openxmlformats.org/officeDocument/2006/relationships/image" Target="../media/image27.emf"/><Relationship Id="rId2" Type="http://schemas.openxmlformats.org/officeDocument/2006/relationships/tags" Target="../tags/tag2.xml"/><Relationship Id="rId1" Type="http://schemas.openxmlformats.org/officeDocument/2006/relationships/tags" Target="../tags/tag1.xml"/><Relationship Id="rId6" Type="http://schemas.openxmlformats.org/officeDocument/2006/relationships/image" Target="../media/image26.emf"/><Relationship Id="rId5" Type="http://schemas.openxmlformats.org/officeDocument/2006/relationships/oleObject" Target="../embeddings/oleObject1.bin"/><Relationship Id="rId4"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5.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xml"/><Relationship Id="rId1" Type="http://schemas.openxmlformats.org/officeDocument/2006/relationships/slideLayout" Target="../slideLayouts/slideLayout30.xml"/></Relationships>
</file>

<file path=ppt/slides/_rels/slide6.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30.xml"/></Relationships>
</file>

<file path=ppt/slides/_rels/slide7.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30.xml"/></Relationships>
</file>

<file path=ppt/slides/_rels/slide8.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30.xml"/></Relationships>
</file>

<file path=ppt/slides/_rels/slide9.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30.xml"/></Relationships>
</file>

<file path=ppt/slides/_rels/slide10.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30.xml"/></Relationships>
</file>

<file path=ppt/slides/_rels/slide11.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30.xml"/></Relationships>
</file>

<file path=ppt/slides/_rels/slide12.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30.xml"/></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54.xml"/><Relationship Id="rId1" Type="http://schemas.openxmlformats.org/officeDocument/2006/relationships/tags" Target="../tags/tag3.xml"/><Relationship Id="rId5" Type="http://schemas.openxmlformats.org/officeDocument/2006/relationships/image" Target="../media/image33.emf"/><Relationship Id="rId4" Type="http://schemas.openxmlformats.org/officeDocument/2006/relationships/oleObject" Target="../embeddings/oleObject2.bin"/></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30.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5.xml.rels><?xml version="1.0" encoding="UTF-8" standalone="yes"?>
<Relationships xmlns="http://schemas.openxmlformats.org/package/2006/relationships"><Relationship Id="rId8" Type="http://schemas.openxmlformats.org/officeDocument/2006/relationships/tags" Target="../tags/tag11.xml"/><Relationship Id="rId3" Type="http://schemas.openxmlformats.org/officeDocument/2006/relationships/tags" Target="../tags/tag6.xml"/><Relationship Id="rId7" Type="http://schemas.openxmlformats.org/officeDocument/2006/relationships/tags" Target="../tags/tag10.xml"/><Relationship Id="rId12" Type="http://schemas.openxmlformats.org/officeDocument/2006/relationships/image" Target="../media/image34.emf"/><Relationship Id="rId2" Type="http://schemas.openxmlformats.org/officeDocument/2006/relationships/tags" Target="../tags/tag5.xml"/><Relationship Id="rId1" Type="http://schemas.openxmlformats.org/officeDocument/2006/relationships/tags" Target="../tags/tag4.xml"/><Relationship Id="rId6" Type="http://schemas.openxmlformats.org/officeDocument/2006/relationships/tags" Target="../tags/tag9.xml"/><Relationship Id="rId11" Type="http://schemas.openxmlformats.org/officeDocument/2006/relationships/oleObject" Target="../embeddings/oleObject3.bin"/><Relationship Id="rId5" Type="http://schemas.openxmlformats.org/officeDocument/2006/relationships/tags" Target="../tags/tag8.xml"/><Relationship Id="rId10" Type="http://schemas.openxmlformats.org/officeDocument/2006/relationships/notesSlide" Target="../notesSlides/notesSlide5.xml"/><Relationship Id="rId4" Type="http://schemas.openxmlformats.org/officeDocument/2006/relationships/tags" Target="../tags/tag7.xml"/><Relationship Id="rId9"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8" Type="http://schemas.openxmlformats.org/officeDocument/2006/relationships/tags" Target="../tags/tag19.xml"/><Relationship Id="rId13" Type="http://schemas.openxmlformats.org/officeDocument/2006/relationships/image" Target="../media/image34.emf"/><Relationship Id="rId3" Type="http://schemas.openxmlformats.org/officeDocument/2006/relationships/tags" Target="../tags/tag14.xml"/><Relationship Id="rId7" Type="http://schemas.openxmlformats.org/officeDocument/2006/relationships/tags" Target="../tags/tag18.xml"/><Relationship Id="rId12" Type="http://schemas.openxmlformats.org/officeDocument/2006/relationships/oleObject" Target="../embeddings/oleObject3.bin"/><Relationship Id="rId2" Type="http://schemas.openxmlformats.org/officeDocument/2006/relationships/tags" Target="../tags/tag13.xml"/><Relationship Id="rId1" Type="http://schemas.openxmlformats.org/officeDocument/2006/relationships/tags" Target="../tags/tag12.xml"/><Relationship Id="rId6" Type="http://schemas.openxmlformats.org/officeDocument/2006/relationships/tags" Target="../tags/tag17.xml"/><Relationship Id="rId11" Type="http://schemas.openxmlformats.org/officeDocument/2006/relationships/notesSlide" Target="../notesSlides/notesSlide6.xml"/><Relationship Id="rId5" Type="http://schemas.openxmlformats.org/officeDocument/2006/relationships/tags" Target="../tags/tag16.xml"/><Relationship Id="rId10" Type="http://schemas.openxmlformats.org/officeDocument/2006/relationships/slideLayout" Target="../slideLayouts/slideLayout59.xml"/><Relationship Id="rId4" Type="http://schemas.openxmlformats.org/officeDocument/2006/relationships/tags" Target="../tags/tag15.xml"/><Relationship Id="rId9" Type="http://schemas.openxmlformats.org/officeDocument/2006/relationships/tags" Target="../tags/tag20.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6.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30.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3">
            <a:extLst>
              <a:ext uri="{FF2B5EF4-FFF2-40B4-BE49-F238E27FC236}">
                <a16:creationId xmlns:a16="http://schemas.microsoft.com/office/drawing/2014/main" id="{3232E11B-5A17-8586-BCC7-7AB47AC4CAB5}"/>
              </a:ext>
            </a:extLst>
          </p:cNvPr>
          <p:cNvSpPr>
            <a:spLocks noGrp="1"/>
          </p:cNvSpPr>
          <p:nvPr>
            <p:ph type="body" sz="quarter" idx="10"/>
          </p:nvPr>
        </p:nvSpPr>
        <p:spPr>
          <a:xfrm>
            <a:off x="487702" y="5318498"/>
            <a:ext cx="4901043" cy="551433"/>
          </a:xfrm>
        </p:spPr>
        <p:txBody>
          <a:bodyPr/>
          <a:lstStyle/>
          <a:p>
            <a:r>
              <a:rPr lang="en-US"/>
              <a:t>Keiran Holloway </a:t>
            </a:r>
          </a:p>
          <a:p>
            <a:r>
              <a:rPr lang="en-US" i="1"/>
              <a:t>Senior Technical Lead - Professional Services - EMEA </a:t>
            </a:r>
          </a:p>
        </p:txBody>
      </p:sp>
      <p:sp>
        <p:nvSpPr>
          <p:cNvPr id="7" name="Title 1">
            <a:extLst>
              <a:ext uri="{FF2B5EF4-FFF2-40B4-BE49-F238E27FC236}">
                <a16:creationId xmlns:a16="http://schemas.microsoft.com/office/drawing/2014/main" id="{8B8C9FEE-5358-28C5-E449-DA3F9D0FCA88}"/>
              </a:ext>
            </a:extLst>
          </p:cNvPr>
          <p:cNvSpPr>
            <a:spLocks noGrp="1"/>
          </p:cNvSpPr>
          <p:nvPr>
            <p:ph type="ctrTitle"/>
          </p:nvPr>
        </p:nvSpPr>
        <p:spPr>
          <a:xfrm>
            <a:off x="327903" y="1722372"/>
            <a:ext cx="8685467" cy="575799"/>
          </a:xfrm>
        </p:spPr>
        <p:txBody>
          <a:bodyPr/>
          <a:lstStyle/>
          <a:p>
            <a:r>
              <a:rPr lang="en-US"/>
              <a:t>Cloud Strategy Workshops </a:t>
            </a:r>
          </a:p>
        </p:txBody>
      </p:sp>
    </p:spTree>
    <p:extLst>
      <p:ext uri="{BB962C8B-B14F-4D97-AF65-F5344CB8AC3E}">
        <p14:creationId xmlns:p14="http://schemas.microsoft.com/office/powerpoint/2010/main" val="12640609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B8626C-5447-405A-AF4C-D8C40B9A66B8}"/>
              </a:ext>
            </a:extLst>
          </p:cNvPr>
          <p:cNvSpPr>
            <a:spLocks noGrp="1"/>
          </p:cNvSpPr>
          <p:nvPr>
            <p:ph type="title"/>
          </p:nvPr>
        </p:nvSpPr>
        <p:spPr/>
        <p:txBody>
          <a:bodyPr/>
          <a:lstStyle/>
          <a:p>
            <a:r>
              <a:rPr lang="en-US"/>
              <a:t>What we heard…</a:t>
            </a:r>
          </a:p>
        </p:txBody>
      </p:sp>
      <p:sp>
        <p:nvSpPr>
          <p:cNvPr id="84" name="TextBox 21">
            <a:extLst>
              <a:ext uri="{FF2B5EF4-FFF2-40B4-BE49-F238E27FC236}">
                <a16:creationId xmlns:a16="http://schemas.microsoft.com/office/drawing/2014/main" id="{B1E02B00-9BD9-EF45-B363-DA7E80924CBC}"/>
              </a:ext>
            </a:extLst>
          </p:cNvPr>
          <p:cNvSpPr txBox="1">
            <a:spLocks/>
          </p:cNvSpPr>
          <p:nvPr/>
        </p:nvSpPr>
        <p:spPr>
          <a:xfrm>
            <a:off x="1148445" y="1109584"/>
            <a:ext cx="2455741" cy="796068"/>
          </a:xfrm>
          <a:prstGeom prst="rect">
            <a:avLst/>
          </a:prstGeom>
          <a:noFill/>
          <a:extLst>
            <a:ext uri="{909E8E84-426E-40DD-AFC4-6F175D3DCCD1}">
              <a14:hiddenFill xmlns:a14="http://schemas.microsoft.com/office/drawing/2010/main">
                <a:solidFill>
                  <a:srgbClr val="FFFFFF"/>
                </a:solidFill>
              </a14:hiddenFill>
            </a:ext>
          </a:extLst>
        </p:spPr>
        <p:txBody>
          <a:bodyPr vert="horz" lIns="0" tIns="0" rIns="0" bIns="0" rtlCol="0" anchor="ctr">
            <a:noAutofit/>
          </a:bodyPr>
          <a:lstStyle>
            <a:lvl1pPr marL="142875" lvl="0" indent="-142875" defTabSz="914400">
              <a:lnSpc>
                <a:spcPct val="100000"/>
              </a:lnSpc>
              <a:spcBef>
                <a:spcPts val="0"/>
              </a:spcBef>
              <a:spcAft>
                <a:spcPts val="1500"/>
              </a:spcAft>
              <a:buClr>
                <a:schemeClr val="tx2"/>
              </a:buClr>
              <a:buFont typeface="Aktiv Grotesk" panose="020B0604020202020204" pitchFamily="34" charset="0"/>
              <a:buChar char="•"/>
              <a:defRPr sz="1800">
                <a:ln>
                  <a:noFill/>
                </a:ln>
                <a:solidFill>
                  <a:schemeClr val="bg1"/>
                </a:solidFill>
              </a:defRPr>
            </a:lvl1pPr>
            <a:lvl2pPr marL="428625" lvl="1" indent="-145257" defTabSz="914400">
              <a:lnSpc>
                <a:spcPct val="100000"/>
              </a:lnSpc>
              <a:spcBef>
                <a:spcPts val="0"/>
              </a:spcBef>
              <a:spcAft>
                <a:spcPts val="1500"/>
              </a:spcAft>
              <a:buClr>
                <a:schemeClr val="tx2"/>
              </a:buClr>
              <a:buFont typeface="Aktiv Grotesk" panose="020B0604020202020204" pitchFamily="34" charset="0"/>
              <a:buChar char="•"/>
              <a:defRPr sz="1800">
                <a:ln>
                  <a:noFill/>
                </a:ln>
                <a:solidFill>
                  <a:schemeClr val="bg1"/>
                </a:solidFill>
              </a:defRPr>
            </a:lvl2pPr>
            <a:lvl3pPr marL="714375" lvl="2" indent="-147638" defTabSz="914400">
              <a:lnSpc>
                <a:spcPct val="100000"/>
              </a:lnSpc>
              <a:spcBef>
                <a:spcPts val="0"/>
              </a:spcBef>
              <a:spcAft>
                <a:spcPts val="1500"/>
              </a:spcAft>
              <a:buClr>
                <a:schemeClr val="tx2"/>
              </a:buClr>
              <a:buFont typeface="Aktiv Grotesk" panose="020B0604020202020204" pitchFamily="34" charset="0"/>
              <a:buChar char="•"/>
              <a:defRPr sz="1800">
                <a:ln>
                  <a:noFill/>
                </a:ln>
                <a:solidFill>
                  <a:schemeClr val="bg1"/>
                </a:solidFill>
              </a:defRPr>
            </a:lvl3pPr>
            <a:lvl4pPr marL="1000125" lvl="3" indent="-150019" defTabSz="914400">
              <a:lnSpc>
                <a:spcPct val="100000"/>
              </a:lnSpc>
              <a:spcBef>
                <a:spcPts val="0"/>
              </a:spcBef>
              <a:spcAft>
                <a:spcPts val="1500"/>
              </a:spcAft>
              <a:buClr>
                <a:schemeClr val="tx2"/>
              </a:buClr>
              <a:buFont typeface="Aktiv Grotesk" panose="020B0604020202020204" pitchFamily="34" charset="0"/>
              <a:buChar char="•"/>
              <a:defRPr sz="1800">
                <a:ln>
                  <a:noFill/>
                </a:ln>
                <a:solidFill>
                  <a:schemeClr val="bg1"/>
                </a:solidFill>
              </a:defRPr>
            </a:lvl4pPr>
            <a:lvl5pPr marL="1285875" lvl="4" indent="-152400" defTabSz="914400">
              <a:lnSpc>
                <a:spcPct val="100000"/>
              </a:lnSpc>
              <a:spcBef>
                <a:spcPts val="0"/>
              </a:spcBef>
              <a:spcAft>
                <a:spcPts val="1500"/>
              </a:spcAft>
              <a:buClr>
                <a:schemeClr val="tx2"/>
              </a:buClr>
              <a:buFont typeface="Aktiv Grotesk" panose="020B0604020202020204" pitchFamily="34" charset="0"/>
              <a:buChar char="•"/>
              <a:defRPr sz="1800">
                <a:ln>
                  <a:noFill/>
                </a:ln>
                <a:solidFill>
                  <a:schemeClr val="bg1"/>
                </a:solidFill>
              </a:defRPr>
            </a:lvl5pPr>
            <a:lvl6pPr marL="2514600" indent="-228600" defTabSz="914400">
              <a:lnSpc>
                <a:spcPct val="90000"/>
              </a:lnSpc>
              <a:spcBef>
                <a:spcPts val="500"/>
              </a:spcBef>
              <a:buFont typeface="Aktiv Grotesk" panose="020B0604020202020204" pitchFamily="34" charset="0"/>
              <a:buChar char="•"/>
              <a:defRPr sz="1800"/>
            </a:lvl6pPr>
            <a:lvl7pPr marL="2971800" indent="-228600" defTabSz="914400">
              <a:lnSpc>
                <a:spcPct val="90000"/>
              </a:lnSpc>
              <a:spcBef>
                <a:spcPts val="500"/>
              </a:spcBef>
              <a:buFont typeface="Aktiv Grotesk" panose="020B0604020202020204" pitchFamily="34" charset="0"/>
              <a:buChar char="•"/>
              <a:defRPr sz="1800"/>
            </a:lvl7pPr>
            <a:lvl8pPr marL="3429000" indent="-228600" defTabSz="914400">
              <a:lnSpc>
                <a:spcPct val="90000"/>
              </a:lnSpc>
              <a:spcBef>
                <a:spcPts val="500"/>
              </a:spcBef>
              <a:buFont typeface="Aktiv Grotesk" panose="020B0604020202020204" pitchFamily="34" charset="0"/>
              <a:buChar char="•"/>
              <a:defRPr sz="1800"/>
            </a:lvl8pPr>
            <a:lvl9pPr marL="3886200" indent="-228600" defTabSz="914400">
              <a:lnSpc>
                <a:spcPct val="90000"/>
              </a:lnSpc>
              <a:spcBef>
                <a:spcPts val="500"/>
              </a:spcBef>
              <a:buFont typeface="Aktiv Grotesk" panose="020B0604020202020204" pitchFamily="34" charset="0"/>
              <a:buChar char="•"/>
              <a:defRPr sz="1800"/>
            </a:lvl9pPr>
          </a:lstStyle>
          <a:p>
            <a:pPr marL="76200" lvl="2" indent="-76200">
              <a:spcAft>
                <a:spcPts val="0"/>
              </a:spcAft>
              <a:buClr>
                <a:srgbClr val="EB0000"/>
              </a:buClr>
              <a:buSzPct val="100000"/>
              <a:buNone/>
              <a:defRPr/>
            </a:pPr>
            <a:r>
              <a:rPr lang="en-US" b="1"/>
              <a:t>“We need a roadmap to public cloud”</a:t>
            </a:r>
          </a:p>
        </p:txBody>
      </p:sp>
      <p:sp>
        <p:nvSpPr>
          <p:cNvPr id="86" name="TextBox 23">
            <a:extLst>
              <a:ext uri="{FF2B5EF4-FFF2-40B4-BE49-F238E27FC236}">
                <a16:creationId xmlns:a16="http://schemas.microsoft.com/office/drawing/2014/main" id="{D8924AE0-08C8-2748-8C2C-FA7151688C61}"/>
              </a:ext>
            </a:extLst>
          </p:cNvPr>
          <p:cNvSpPr txBox="1">
            <a:spLocks/>
          </p:cNvSpPr>
          <p:nvPr/>
        </p:nvSpPr>
        <p:spPr>
          <a:xfrm>
            <a:off x="1109253" y="2215014"/>
            <a:ext cx="3405295" cy="972483"/>
          </a:xfrm>
          <a:prstGeom prst="rect">
            <a:avLst/>
          </a:prstGeom>
          <a:noFill/>
          <a:extLst>
            <a:ext uri="{909E8E84-426E-40DD-AFC4-6F175D3DCCD1}">
              <a14:hiddenFill xmlns:a14="http://schemas.microsoft.com/office/drawing/2010/main">
                <a:solidFill>
                  <a:srgbClr val="FFFFFF"/>
                </a:solidFill>
              </a14:hiddenFill>
            </a:ext>
          </a:extLst>
        </p:spPr>
        <p:txBody>
          <a:bodyPr vert="horz" lIns="0" tIns="0" rIns="0" bIns="0" rtlCol="0" anchor="ctr">
            <a:noAutofit/>
          </a:bodyPr>
          <a:lstStyle>
            <a:lvl1pPr marL="142875" lvl="0" indent="-142875" defTabSz="914400">
              <a:lnSpc>
                <a:spcPct val="100000"/>
              </a:lnSpc>
              <a:spcBef>
                <a:spcPts val="0"/>
              </a:spcBef>
              <a:spcAft>
                <a:spcPts val="1500"/>
              </a:spcAft>
              <a:buClr>
                <a:schemeClr val="tx2"/>
              </a:buClr>
              <a:buFont typeface="Aktiv Grotesk" panose="020B0604020202020204" pitchFamily="34" charset="0"/>
              <a:buChar char="•"/>
              <a:defRPr sz="1800">
                <a:ln>
                  <a:noFill/>
                </a:ln>
                <a:solidFill>
                  <a:schemeClr val="bg1"/>
                </a:solidFill>
              </a:defRPr>
            </a:lvl1pPr>
            <a:lvl2pPr marL="428625" lvl="1" indent="-145257" defTabSz="914400">
              <a:lnSpc>
                <a:spcPct val="100000"/>
              </a:lnSpc>
              <a:spcBef>
                <a:spcPts val="0"/>
              </a:spcBef>
              <a:spcAft>
                <a:spcPts val="1500"/>
              </a:spcAft>
              <a:buClr>
                <a:schemeClr val="tx2"/>
              </a:buClr>
              <a:buFont typeface="Aktiv Grotesk" panose="020B0604020202020204" pitchFamily="34" charset="0"/>
              <a:buChar char="•"/>
              <a:defRPr sz="1800">
                <a:ln>
                  <a:noFill/>
                </a:ln>
                <a:solidFill>
                  <a:schemeClr val="bg1"/>
                </a:solidFill>
              </a:defRPr>
            </a:lvl2pPr>
            <a:lvl3pPr marL="714375" lvl="2" indent="-147638" defTabSz="914400">
              <a:lnSpc>
                <a:spcPct val="100000"/>
              </a:lnSpc>
              <a:spcBef>
                <a:spcPts val="0"/>
              </a:spcBef>
              <a:spcAft>
                <a:spcPts val="1500"/>
              </a:spcAft>
              <a:buClr>
                <a:schemeClr val="tx2"/>
              </a:buClr>
              <a:buFont typeface="Aktiv Grotesk" panose="020B0604020202020204" pitchFamily="34" charset="0"/>
              <a:buChar char="•"/>
              <a:defRPr sz="1800">
                <a:ln>
                  <a:noFill/>
                </a:ln>
                <a:solidFill>
                  <a:schemeClr val="bg1"/>
                </a:solidFill>
              </a:defRPr>
            </a:lvl3pPr>
            <a:lvl4pPr marL="1000125" lvl="3" indent="-150019" defTabSz="914400">
              <a:lnSpc>
                <a:spcPct val="100000"/>
              </a:lnSpc>
              <a:spcBef>
                <a:spcPts val="0"/>
              </a:spcBef>
              <a:spcAft>
                <a:spcPts val="1500"/>
              </a:spcAft>
              <a:buClr>
                <a:schemeClr val="tx2"/>
              </a:buClr>
              <a:buFont typeface="Aktiv Grotesk" panose="020B0604020202020204" pitchFamily="34" charset="0"/>
              <a:buChar char="•"/>
              <a:defRPr sz="1800">
                <a:ln>
                  <a:noFill/>
                </a:ln>
                <a:solidFill>
                  <a:schemeClr val="bg1"/>
                </a:solidFill>
              </a:defRPr>
            </a:lvl4pPr>
            <a:lvl5pPr marL="1285875" lvl="4" indent="-152400" defTabSz="914400">
              <a:lnSpc>
                <a:spcPct val="100000"/>
              </a:lnSpc>
              <a:spcBef>
                <a:spcPts val="0"/>
              </a:spcBef>
              <a:spcAft>
                <a:spcPts val="1500"/>
              </a:spcAft>
              <a:buClr>
                <a:schemeClr val="tx2"/>
              </a:buClr>
              <a:buFont typeface="Aktiv Grotesk" panose="020B0604020202020204" pitchFamily="34" charset="0"/>
              <a:buChar char="•"/>
              <a:defRPr sz="1800">
                <a:ln>
                  <a:noFill/>
                </a:ln>
                <a:solidFill>
                  <a:schemeClr val="bg1"/>
                </a:solidFill>
              </a:defRPr>
            </a:lvl5pPr>
            <a:lvl6pPr marL="2514600" indent="-228600" defTabSz="914400">
              <a:lnSpc>
                <a:spcPct val="90000"/>
              </a:lnSpc>
              <a:spcBef>
                <a:spcPts val="500"/>
              </a:spcBef>
              <a:buFont typeface="Aktiv Grotesk" panose="020B0604020202020204" pitchFamily="34" charset="0"/>
              <a:buChar char="•"/>
              <a:defRPr sz="1800"/>
            </a:lvl6pPr>
            <a:lvl7pPr marL="2971800" indent="-228600" defTabSz="914400">
              <a:lnSpc>
                <a:spcPct val="90000"/>
              </a:lnSpc>
              <a:spcBef>
                <a:spcPts val="500"/>
              </a:spcBef>
              <a:buFont typeface="Aktiv Grotesk" panose="020B0604020202020204" pitchFamily="34" charset="0"/>
              <a:buChar char="•"/>
              <a:defRPr sz="1800"/>
            </a:lvl7pPr>
            <a:lvl8pPr marL="3429000" indent="-228600" defTabSz="914400">
              <a:lnSpc>
                <a:spcPct val="90000"/>
              </a:lnSpc>
              <a:spcBef>
                <a:spcPts val="500"/>
              </a:spcBef>
              <a:buFont typeface="Aktiv Grotesk" panose="020B0604020202020204" pitchFamily="34" charset="0"/>
              <a:buChar char="•"/>
              <a:defRPr sz="1800"/>
            </a:lvl8pPr>
            <a:lvl9pPr marL="3886200" indent="-228600" defTabSz="914400">
              <a:lnSpc>
                <a:spcPct val="90000"/>
              </a:lnSpc>
              <a:spcBef>
                <a:spcPts val="500"/>
              </a:spcBef>
              <a:buFont typeface="Aktiv Grotesk" panose="020B0604020202020204" pitchFamily="34" charset="0"/>
              <a:buChar char="•"/>
              <a:defRPr sz="1800"/>
            </a:lvl9pPr>
          </a:lstStyle>
          <a:p>
            <a:pPr marL="76200" lvl="2" indent="-76200">
              <a:spcAft>
                <a:spcPts val="0"/>
              </a:spcAft>
              <a:buClr>
                <a:srgbClr val="EB0000"/>
              </a:buClr>
              <a:buSzPct val="100000"/>
              <a:buNone/>
              <a:defRPr/>
            </a:pPr>
            <a:r>
              <a:rPr lang="en-US" b="1"/>
              <a:t>“How do we manage a hybrid cloud?”</a:t>
            </a:r>
          </a:p>
        </p:txBody>
      </p:sp>
      <p:sp>
        <p:nvSpPr>
          <p:cNvPr id="88" name="TextBox 22">
            <a:extLst>
              <a:ext uri="{FF2B5EF4-FFF2-40B4-BE49-F238E27FC236}">
                <a16:creationId xmlns:a16="http://schemas.microsoft.com/office/drawing/2014/main" id="{4CE80B5C-53D5-894B-B0F0-E88FEA00317C}"/>
              </a:ext>
            </a:extLst>
          </p:cNvPr>
          <p:cNvSpPr txBox="1">
            <a:spLocks/>
          </p:cNvSpPr>
          <p:nvPr/>
        </p:nvSpPr>
        <p:spPr>
          <a:xfrm>
            <a:off x="1168833" y="3297347"/>
            <a:ext cx="2726761" cy="972483"/>
          </a:xfrm>
          <a:prstGeom prst="rect">
            <a:avLst/>
          </a:prstGeom>
          <a:noFill/>
          <a:extLst>
            <a:ext uri="{909E8E84-426E-40DD-AFC4-6F175D3DCCD1}">
              <a14:hiddenFill xmlns:a14="http://schemas.microsoft.com/office/drawing/2010/main">
                <a:solidFill>
                  <a:srgbClr val="FFFFFF"/>
                </a:solidFill>
              </a14:hiddenFill>
            </a:ext>
          </a:extLst>
        </p:spPr>
        <p:txBody>
          <a:bodyPr vert="horz" lIns="0" tIns="0" rIns="0" bIns="0" rtlCol="0" anchor="ctr">
            <a:noAutofit/>
          </a:bodyPr>
          <a:lstStyle>
            <a:lvl1pPr marL="142875" lvl="0" indent="-142875" defTabSz="914400">
              <a:lnSpc>
                <a:spcPct val="100000"/>
              </a:lnSpc>
              <a:spcBef>
                <a:spcPts val="0"/>
              </a:spcBef>
              <a:spcAft>
                <a:spcPts val="1500"/>
              </a:spcAft>
              <a:buClr>
                <a:schemeClr val="tx2"/>
              </a:buClr>
              <a:buFont typeface="Aktiv Grotesk" panose="020B0604020202020204" pitchFamily="34" charset="0"/>
              <a:buChar char="•"/>
              <a:defRPr sz="1800">
                <a:ln>
                  <a:noFill/>
                </a:ln>
                <a:solidFill>
                  <a:schemeClr val="bg1"/>
                </a:solidFill>
              </a:defRPr>
            </a:lvl1pPr>
            <a:lvl2pPr marL="428625" lvl="1" indent="-145257" defTabSz="914400">
              <a:lnSpc>
                <a:spcPct val="100000"/>
              </a:lnSpc>
              <a:spcBef>
                <a:spcPts val="0"/>
              </a:spcBef>
              <a:spcAft>
                <a:spcPts val="1500"/>
              </a:spcAft>
              <a:buClr>
                <a:schemeClr val="tx2"/>
              </a:buClr>
              <a:buFont typeface="Aktiv Grotesk" panose="020B0604020202020204" pitchFamily="34" charset="0"/>
              <a:buChar char="•"/>
              <a:defRPr sz="1800">
                <a:ln>
                  <a:noFill/>
                </a:ln>
                <a:solidFill>
                  <a:schemeClr val="bg1"/>
                </a:solidFill>
              </a:defRPr>
            </a:lvl2pPr>
            <a:lvl3pPr marL="714375" lvl="2" indent="-147638" defTabSz="914400">
              <a:lnSpc>
                <a:spcPct val="100000"/>
              </a:lnSpc>
              <a:spcBef>
                <a:spcPts val="0"/>
              </a:spcBef>
              <a:spcAft>
                <a:spcPts val="1500"/>
              </a:spcAft>
              <a:buClr>
                <a:schemeClr val="tx2"/>
              </a:buClr>
              <a:buFont typeface="Aktiv Grotesk" panose="020B0604020202020204" pitchFamily="34" charset="0"/>
              <a:buChar char="•"/>
              <a:defRPr sz="1800">
                <a:ln>
                  <a:noFill/>
                </a:ln>
                <a:solidFill>
                  <a:schemeClr val="bg1"/>
                </a:solidFill>
              </a:defRPr>
            </a:lvl3pPr>
            <a:lvl4pPr marL="1000125" lvl="3" indent="-150019" defTabSz="914400">
              <a:lnSpc>
                <a:spcPct val="100000"/>
              </a:lnSpc>
              <a:spcBef>
                <a:spcPts val="0"/>
              </a:spcBef>
              <a:spcAft>
                <a:spcPts val="1500"/>
              </a:spcAft>
              <a:buClr>
                <a:schemeClr val="tx2"/>
              </a:buClr>
              <a:buFont typeface="Aktiv Grotesk" panose="020B0604020202020204" pitchFamily="34" charset="0"/>
              <a:buChar char="•"/>
              <a:defRPr sz="1800">
                <a:ln>
                  <a:noFill/>
                </a:ln>
                <a:solidFill>
                  <a:schemeClr val="bg1"/>
                </a:solidFill>
              </a:defRPr>
            </a:lvl4pPr>
            <a:lvl5pPr marL="1285875" lvl="4" indent="-152400" defTabSz="914400">
              <a:lnSpc>
                <a:spcPct val="100000"/>
              </a:lnSpc>
              <a:spcBef>
                <a:spcPts val="0"/>
              </a:spcBef>
              <a:spcAft>
                <a:spcPts val="1500"/>
              </a:spcAft>
              <a:buClr>
                <a:schemeClr val="tx2"/>
              </a:buClr>
              <a:buFont typeface="Aktiv Grotesk" panose="020B0604020202020204" pitchFamily="34" charset="0"/>
              <a:buChar char="•"/>
              <a:defRPr sz="1800">
                <a:ln>
                  <a:noFill/>
                </a:ln>
                <a:solidFill>
                  <a:schemeClr val="bg1"/>
                </a:solidFill>
              </a:defRPr>
            </a:lvl5pPr>
            <a:lvl6pPr marL="2514600" indent="-228600" defTabSz="914400">
              <a:lnSpc>
                <a:spcPct val="90000"/>
              </a:lnSpc>
              <a:spcBef>
                <a:spcPts val="500"/>
              </a:spcBef>
              <a:buFont typeface="Aktiv Grotesk" panose="020B0604020202020204" pitchFamily="34" charset="0"/>
              <a:buChar char="•"/>
              <a:defRPr sz="1800"/>
            </a:lvl6pPr>
            <a:lvl7pPr marL="2971800" indent="-228600" defTabSz="914400">
              <a:lnSpc>
                <a:spcPct val="90000"/>
              </a:lnSpc>
              <a:spcBef>
                <a:spcPts val="500"/>
              </a:spcBef>
              <a:buFont typeface="Aktiv Grotesk" panose="020B0604020202020204" pitchFamily="34" charset="0"/>
              <a:buChar char="•"/>
              <a:defRPr sz="1800"/>
            </a:lvl7pPr>
            <a:lvl8pPr marL="3429000" indent="-228600" defTabSz="914400">
              <a:lnSpc>
                <a:spcPct val="90000"/>
              </a:lnSpc>
              <a:spcBef>
                <a:spcPts val="500"/>
              </a:spcBef>
              <a:buFont typeface="Aktiv Grotesk" panose="020B0604020202020204" pitchFamily="34" charset="0"/>
              <a:buChar char="•"/>
              <a:defRPr sz="1800"/>
            </a:lvl8pPr>
            <a:lvl9pPr marL="3886200" indent="-228600" defTabSz="914400">
              <a:lnSpc>
                <a:spcPct val="90000"/>
              </a:lnSpc>
              <a:spcBef>
                <a:spcPts val="500"/>
              </a:spcBef>
              <a:buFont typeface="Aktiv Grotesk" panose="020B0604020202020204" pitchFamily="34" charset="0"/>
              <a:buChar char="•"/>
              <a:defRPr sz="1800"/>
            </a:lvl9pPr>
          </a:lstStyle>
          <a:p>
            <a:pPr marL="76200" lvl="2" indent="-76200">
              <a:spcAft>
                <a:spcPts val="0"/>
              </a:spcAft>
              <a:buClr>
                <a:srgbClr val="EB0000"/>
              </a:buClr>
              <a:buSzPct val="100000"/>
              <a:buNone/>
              <a:defRPr/>
            </a:pPr>
            <a:r>
              <a:rPr lang="en-US" b="1"/>
              <a:t>“Cloud provides attractive economics”</a:t>
            </a:r>
          </a:p>
        </p:txBody>
      </p:sp>
      <p:graphicFrame>
        <p:nvGraphicFramePr>
          <p:cNvPr id="9" name="Object 8" hidden="1">
            <a:extLst>
              <a:ext uri="{FF2B5EF4-FFF2-40B4-BE49-F238E27FC236}">
                <a16:creationId xmlns:a16="http://schemas.microsoft.com/office/drawing/2014/main" id="{58C02852-3A83-4406-AC82-97C28484E3BF}"/>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5" imgW="395" imgH="396" progId="TCLayout.ActiveDocument.1">
                  <p:embed/>
                </p:oleObj>
              </mc:Choice>
              <mc:Fallback>
                <p:oleObj name="think-cell Slide" r:id="rId5" imgW="395" imgH="396" progId="TCLayout.ActiveDocument.1">
                  <p:embed/>
                  <p:pic>
                    <p:nvPicPr>
                      <p:cNvPr id="9" name="Object 8" hidden="1">
                        <a:extLst>
                          <a:ext uri="{FF2B5EF4-FFF2-40B4-BE49-F238E27FC236}">
                            <a16:creationId xmlns:a16="http://schemas.microsoft.com/office/drawing/2014/main" id="{58C02852-3A83-4406-AC82-97C28484E3BF}"/>
                          </a:ext>
                        </a:extLst>
                      </p:cNvPr>
                      <p:cNvPicPr/>
                      <p:nvPr/>
                    </p:nvPicPr>
                    <p:blipFill>
                      <a:blip r:embed="rId6"/>
                      <a:stretch>
                        <a:fillRect/>
                      </a:stretch>
                    </p:blipFill>
                    <p:spPr>
                      <a:xfrm>
                        <a:off x="1588" y="1588"/>
                        <a:ext cx="1588" cy="1588"/>
                      </a:xfrm>
                      <a:prstGeom prst="rect">
                        <a:avLst/>
                      </a:prstGeom>
                    </p:spPr>
                  </p:pic>
                </p:oleObj>
              </mc:Fallback>
            </mc:AlternateContent>
          </a:graphicData>
        </a:graphic>
      </p:graphicFrame>
      <p:sp>
        <p:nvSpPr>
          <p:cNvPr id="3" name="Rectangle 2" hidden="1">
            <a:extLst>
              <a:ext uri="{FF2B5EF4-FFF2-40B4-BE49-F238E27FC236}">
                <a16:creationId xmlns:a16="http://schemas.microsoft.com/office/drawing/2014/main" id="{C101DECE-D9F2-447C-96C6-72F45CAD3CA3}"/>
              </a:ext>
            </a:extLst>
          </p:cNvPr>
          <p:cNvSpPr/>
          <p:nvPr>
            <p:custDataLst>
              <p:tags r:id="rId2"/>
            </p:custDataLst>
          </p:nvPr>
        </p:nvSpPr>
        <p:spPr>
          <a:xfrm>
            <a:off x="0" y="0"/>
            <a:ext cx="158750" cy="15875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numCol="1" spcCol="0" rtlCol="0" anchor="ctr" anchorCtr="0">
            <a:noAutofit/>
          </a:bodyPr>
          <a:lstStyle/>
          <a:p>
            <a:pPr algn="ctr"/>
            <a:endParaRPr lang="en-US" sz="2400">
              <a:latin typeface="Aktiv Grotesk" panose="020B0604020202020204" pitchFamily="34" charset="0"/>
              <a:ea typeface="+mj-ea"/>
              <a:cs typeface="+mj-cs"/>
              <a:sym typeface="Aktiv Grotesk" panose="020B0604020202020204" pitchFamily="34" charset="0"/>
            </a:endParaRPr>
          </a:p>
        </p:txBody>
      </p:sp>
      <p:sp>
        <p:nvSpPr>
          <p:cNvPr id="49" name="TextBox 22">
            <a:extLst>
              <a:ext uri="{FF2B5EF4-FFF2-40B4-BE49-F238E27FC236}">
                <a16:creationId xmlns:a16="http://schemas.microsoft.com/office/drawing/2014/main" id="{E655EC88-0EEA-49E9-B30F-EA9F0B5943C2}"/>
              </a:ext>
            </a:extLst>
          </p:cNvPr>
          <p:cNvSpPr txBox="1">
            <a:spLocks/>
          </p:cNvSpPr>
          <p:nvPr/>
        </p:nvSpPr>
        <p:spPr>
          <a:xfrm>
            <a:off x="1303853" y="4354245"/>
            <a:ext cx="2623721" cy="972483"/>
          </a:xfrm>
          <a:prstGeom prst="rect">
            <a:avLst/>
          </a:prstGeom>
          <a:noFill/>
          <a:extLst>
            <a:ext uri="{909E8E84-426E-40DD-AFC4-6F175D3DCCD1}">
              <a14:hiddenFill xmlns:a14="http://schemas.microsoft.com/office/drawing/2010/main">
                <a:solidFill>
                  <a:srgbClr val="FFFFFF"/>
                </a:solidFill>
              </a14:hiddenFill>
            </a:ext>
          </a:extLst>
        </p:spPr>
        <p:txBody>
          <a:bodyPr vert="horz" lIns="0" tIns="0" rIns="0" bIns="0" rtlCol="0" anchor="ctr">
            <a:noAutofit/>
          </a:bodyPr>
          <a:lstStyle>
            <a:lvl1pPr marL="142875" lvl="0" indent="-142875" defTabSz="914400">
              <a:lnSpc>
                <a:spcPct val="100000"/>
              </a:lnSpc>
              <a:spcBef>
                <a:spcPts val="0"/>
              </a:spcBef>
              <a:spcAft>
                <a:spcPts val="1500"/>
              </a:spcAft>
              <a:buClr>
                <a:schemeClr val="tx2"/>
              </a:buClr>
              <a:buFont typeface="Aktiv Grotesk" panose="020B0604020202020204" pitchFamily="34" charset="0"/>
              <a:buChar char="•"/>
              <a:defRPr sz="1800">
                <a:ln>
                  <a:noFill/>
                </a:ln>
                <a:solidFill>
                  <a:schemeClr val="bg1"/>
                </a:solidFill>
              </a:defRPr>
            </a:lvl1pPr>
            <a:lvl2pPr marL="428625" lvl="1" indent="-145257" defTabSz="914400">
              <a:lnSpc>
                <a:spcPct val="100000"/>
              </a:lnSpc>
              <a:spcBef>
                <a:spcPts val="0"/>
              </a:spcBef>
              <a:spcAft>
                <a:spcPts val="1500"/>
              </a:spcAft>
              <a:buClr>
                <a:schemeClr val="tx2"/>
              </a:buClr>
              <a:buFont typeface="Aktiv Grotesk" panose="020B0604020202020204" pitchFamily="34" charset="0"/>
              <a:buChar char="•"/>
              <a:defRPr sz="1800">
                <a:ln>
                  <a:noFill/>
                </a:ln>
                <a:solidFill>
                  <a:schemeClr val="bg1"/>
                </a:solidFill>
              </a:defRPr>
            </a:lvl2pPr>
            <a:lvl3pPr marL="714375" lvl="2" indent="-147638" defTabSz="914400">
              <a:lnSpc>
                <a:spcPct val="100000"/>
              </a:lnSpc>
              <a:spcBef>
                <a:spcPts val="0"/>
              </a:spcBef>
              <a:spcAft>
                <a:spcPts val="1500"/>
              </a:spcAft>
              <a:buClr>
                <a:schemeClr val="tx2"/>
              </a:buClr>
              <a:buFont typeface="Aktiv Grotesk" panose="020B0604020202020204" pitchFamily="34" charset="0"/>
              <a:buChar char="•"/>
              <a:defRPr sz="1800">
                <a:ln>
                  <a:noFill/>
                </a:ln>
                <a:solidFill>
                  <a:schemeClr val="bg1"/>
                </a:solidFill>
              </a:defRPr>
            </a:lvl3pPr>
            <a:lvl4pPr marL="1000125" lvl="3" indent="-150019" defTabSz="914400">
              <a:lnSpc>
                <a:spcPct val="100000"/>
              </a:lnSpc>
              <a:spcBef>
                <a:spcPts val="0"/>
              </a:spcBef>
              <a:spcAft>
                <a:spcPts val="1500"/>
              </a:spcAft>
              <a:buClr>
                <a:schemeClr val="tx2"/>
              </a:buClr>
              <a:buFont typeface="Aktiv Grotesk" panose="020B0604020202020204" pitchFamily="34" charset="0"/>
              <a:buChar char="•"/>
              <a:defRPr sz="1800">
                <a:ln>
                  <a:noFill/>
                </a:ln>
                <a:solidFill>
                  <a:schemeClr val="bg1"/>
                </a:solidFill>
              </a:defRPr>
            </a:lvl4pPr>
            <a:lvl5pPr marL="1285875" lvl="4" indent="-152400" defTabSz="914400">
              <a:lnSpc>
                <a:spcPct val="100000"/>
              </a:lnSpc>
              <a:spcBef>
                <a:spcPts val="0"/>
              </a:spcBef>
              <a:spcAft>
                <a:spcPts val="1500"/>
              </a:spcAft>
              <a:buClr>
                <a:schemeClr val="tx2"/>
              </a:buClr>
              <a:buFont typeface="Aktiv Grotesk" panose="020B0604020202020204" pitchFamily="34" charset="0"/>
              <a:buChar char="•"/>
              <a:defRPr sz="1800">
                <a:ln>
                  <a:noFill/>
                </a:ln>
                <a:solidFill>
                  <a:schemeClr val="bg1"/>
                </a:solidFill>
              </a:defRPr>
            </a:lvl5pPr>
            <a:lvl6pPr marL="2514600" indent="-228600" defTabSz="914400">
              <a:lnSpc>
                <a:spcPct val="90000"/>
              </a:lnSpc>
              <a:spcBef>
                <a:spcPts val="500"/>
              </a:spcBef>
              <a:buFont typeface="Aktiv Grotesk" panose="020B0604020202020204" pitchFamily="34" charset="0"/>
              <a:buChar char="•"/>
              <a:defRPr sz="1800"/>
            </a:lvl6pPr>
            <a:lvl7pPr marL="2971800" indent="-228600" defTabSz="914400">
              <a:lnSpc>
                <a:spcPct val="90000"/>
              </a:lnSpc>
              <a:spcBef>
                <a:spcPts val="500"/>
              </a:spcBef>
              <a:buFont typeface="Aktiv Grotesk" panose="020B0604020202020204" pitchFamily="34" charset="0"/>
              <a:buChar char="•"/>
              <a:defRPr sz="1800"/>
            </a:lvl7pPr>
            <a:lvl8pPr marL="3429000" indent="-228600" defTabSz="914400">
              <a:lnSpc>
                <a:spcPct val="90000"/>
              </a:lnSpc>
              <a:spcBef>
                <a:spcPts val="500"/>
              </a:spcBef>
              <a:buFont typeface="Aktiv Grotesk" panose="020B0604020202020204" pitchFamily="34" charset="0"/>
              <a:buChar char="•"/>
              <a:defRPr sz="1800"/>
            </a:lvl8pPr>
            <a:lvl9pPr marL="3886200" indent="-228600" defTabSz="914400">
              <a:lnSpc>
                <a:spcPct val="90000"/>
              </a:lnSpc>
              <a:spcBef>
                <a:spcPts val="500"/>
              </a:spcBef>
              <a:buFont typeface="Aktiv Grotesk" panose="020B0604020202020204" pitchFamily="34" charset="0"/>
              <a:buChar char="•"/>
              <a:defRPr sz="1800"/>
            </a:lvl9pPr>
          </a:lstStyle>
          <a:p>
            <a:pPr marL="76200" lvl="2" indent="-76200">
              <a:spcAft>
                <a:spcPts val="0"/>
              </a:spcAft>
              <a:buClr>
                <a:srgbClr val="EB0000"/>
              </a:buClr>
              <a:buSzPct val="100000"/>
              <a:buNone/>
              <a:defRPr/>
            </a:pPr>
            <a:r>
              <a:rPr lang="en-US" b="1"/>
              <a:t>“we need to improve our operational effectiveness”</a:t>
            </a:r>
          </a:p>
        </p:txBody>
      </p:sp>
      <p:grpSp>
        <p:nvGrpSpPr>
          <p:cNvPr id="95" name="Group 94">
            <a:extLst>
              <a:ext uri="{FF2B5EF4-FFF2-40B4-BE49-F238E27FC236}">
                <a16:creationId xmlns:a16="http://schemas.microsoft.com/office/drawing/2014/main" id="{5EB9B7E0-193A-4644-8F97-4592FFB5C430}"/>
              </a:ext>
            </a:extLst>
          </p:cNvPr>
          <p:cNvGrpSpPr>
            <a:grpSpLocks noChangeAspect="1"/>
          </p:cNvGrpSpPr>
          <p:nvPr/>
        </p:nvGrpSpPr>
        <p:grpSpPr>
          <a:xfrm>
            <a:off x="361950" y="2332799"/>
            <a:ext cx="580908" cy="633094"/>
            <a:chOff x="8486775" y="3444875"/>
            <a:chExt cx="671513" cy="731838"/>
          </a:xfrm>
        </p:grpSpPr>
        <p:sp>
          <p:nvSpPr>
            <p:cNvPr id="96" name="Freeform 1">
              <a:extLst>
                <a:ext uri="{FF2B5EF4-FFF2-40B4-BE49-F238E27FC236}">
                  <a16:creationId xmlns:a16="http://schemas.microsoft.com/office/drawing/2014/main" id="{BFED5CC5-20F4-4036-B935-AE902C01C5A0}"/>
                </a:ext>
              </a:extLst>
            </p:cNvPr>
            <p:cNvSpPr>
              <a:spLocks noChangeArrowheads="1"/>
            </p:cNvSpPr>
            <p:nvPr/>
          </p:nvSpPr>
          <p:spPr bwMode="auto">
            <a:xfrm>
              <a:off x="8853488" y="3495675"/>
              <a:ext cx="304800" cy="630238"/>
            </a:xfrm>
            <a:custGeom>
              <a:avLst/>
              <a:gdLst>
                <a:gd name="T0" fmla="*/ 0 w 848"/>
                <a:gd name="T1" fmla="*/ 1748 h 1749"/>
                <a:gd name="T2" fmla="*/ 565 w 848"/>
                <a:gd name="T3" fmla="*/ 1748 h 1749"/>
                <a:gd name="T4" fmla="*/ 847 w 848"/>
                <a:gd name="T5" fmla="*/ 1466 h 1749"/>
                <a:gd name="T6" fmla="*/ 847 w 848"/>
                <a:gd name="T7" fmla="*/ 282 h 1749"/>
                <a:gd name="T8" fmla="*/ 565 w 848"/>
                <a:gd name="T9" fmla="*/ 0 h 1749"/>
                <a:gd name="T10" fmla="*/ 0 w 848"/>
                <a:gd name="T11" fmla="*/ 0 h 1749"/>
              </a:gdLst>
              <a:ahLst/>
              <a:cxnLst>
                <a:cxn ang="0">
                  <a:pos x="T0" y="T1"/>
                </a:cxn>
                <a:cxn ang="0">
                  <a:pos x="T2" y="T3"/>
                </a:cxn>
                <a:cxn ang="0">
                  <a:pos x="T4" y="T5"/>
                </a:cxn>
                <a:cxn ang="0">
                  <a:pos x="T6" y="T7"/>
                </a:cxn>
                <a:cxn ang="0">
                  <a:pos x="T8" y="T9"/>
                </a:cxn>
                <a:cxn ang="0">
                  <a:pos x="T10" y="T11"/>
                </a:cxn>
              </a:cxnLst>
              <a:rect l="0" t="0" r="r" b="b"/>
              <a:pathLst>
                <a:path w="848" h="1749">
                  <a:moveTo>
                    <a:pt x="0" y="1748"/>
                  </a:moveTo>
                  <a:cubicBezTo>
                    <a:pt x="189" y="1748"/>
                    <a:pt x="377" y="1748"/>
                    <a:pt x="565" y="1748"/>
                  </a:cubicBezTo>
                  <a:cubicBezTo>
                    <a:pt x="720" y="1748"/>
                    <a:pt x="847" y="1621"/>
                    <a:pt x="847" y="1466"/>
                  </a:cubicBezTo>
                  <a:cubicBezTo>
                    <a:pt x="847" y="1071"/>
                    <a:pt x="847" y="677"/>
                    <a:pt x="847" y="282"/>
                  </a:cubicBezTo>
                  <a:cubicBezTo>
                    <a:pt x="847" y="127"/>
                    <a:pt x="720" y="0"/>
                    <a:pt x="565" y="0"/>
                  </a:cubicBezTo>
                  <a:cubicBezTo>
                    <a:pt x="377" y="0"/>
                    <a:pt x="189" y="0"/>
                    <a:pt x="0" y="0"/>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97" name="Freeform 2">
              <a:extLst>
                <a:ext uri="{FF2B5EF4-FFF2-40B4-BE49-F238E27FC236}">
                  <a16:creationId xmlns:a16="http://schemas.microsoft.com/office/drawing/2014/main" id="{C59F997C-8BAF-4BED-AADA-F5E46BB2E5E0}"/>
                </a:ext>
              </a:extLst>
            </p:cNvPr>
            <p:cNvSpPr>
              <a:spLocks noChangeArrowheads="1"/>
            </p:cNvSpPr>
            <p:nvPr/>
          </p:nvSpPr>
          <p:spPr bwMode="auto">
            <a:xfrm>
              <a:off x="8486775" y="3444875"/>
              <a:ext cx="365125" cy="731838"/>
            </a:xfrm>
            <a:custGeom>
              <a:avLst/>
              <a:gdLst>
                <a:gd name="T0" fmla="*/ 1015 w 1016"/>
                <a:gd name="T1" fmla="*/ 550 h 2031"/>
                <a:gd name="T2" fmla="*/ 1015 w 1016"/>
                <a:gd name="T3" fmla="*/ 29 h 2031"/>
                <a:gd name="T4" fmla="*/ 1006 w 1016"/>
                <a:gd name="T5" fmla="*/ 8 h 2031"/>
                <a:gd name="T6" fmla="*/ 985 w 1016"/>
                <a:gd name="T7" fmla="*/ 1 h 2031"/>
                <a:gd name="T8" fmla="*/ 688 w 1016"/>
                <a:gd name="T9" fmla="*/ 211 h 2031"/>
                <a:gd name="T10" fmla="*/ 679 w 1016"/>
                <a:gd name="T11" fmla="*/ 214 h 2031"/>
                <a:gd name="T12" fmla="*/ 298 w 1016"/>
                <a:gd name="T13" fmla="*/ 297 h 2031"/>
                <a:gd name="T14" fmla="*/ 215 w 1016"/>
                <a:gd name="T15" fmla="*/ 679 h 2031"/>
                <a:gd name="T16" fmla="*/ 211 w 1016"/>
                <a:gd name="T17" fmla="*/ 687 h 2031"/>
                <a:gd name="T18" fmla="*/ 0 w 1016"/>
                <a:gd name="T19" fmla="*/ 1015 h 2031"/>
                <a:gd name="T20" fmla="*/ 211 w 1016"/>
                <a:gd name="T21" fmla="*/ 1343 h 2031"/>
                <a:gd name="T22" fmla="*/ 215 w 1016"/>
                <a:gd name="T23" fmla="*/ 1352 h 2031"/>
                <a:gd name="T24" fmla="*/ 298 w 1016"/>
                <a:gd name="T25" fmla="*/ 1733 h 2031"/>
                <a:gd name="T26" fmla="*/ 679 w 1016"/>
                <a:gd name="T27" fmla="*/ 1816 h 2031"/>
                <a:gd name="T28" fmla="*/ 688 w 1016"/>
                <a:gd name="T29" fmla="*/ 1820 h 2031"/>
                <a:gd name="T30" fmla="*/ 985 w 1016"/>
                <a:gd name="T31" fmla="*/ 2029 h 2031"/>
                <a:gd name="T32" fmla="*/ 1006 w 1016"/>
                <a:gd name="T33" fmla="*/ 2022 h 2031"/>
                <a:gd name="T34" fmla="*/ 1015 w 1016"/>
                <a:gd name="T35" fmla="*/ 2001 h 2031"/>
                <a:gd name="T36" fmla="*/ 1015 w 1016"/>
                <a:gd name="T37" fmla="*/ 1480 h 20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016" h="2031">
                  <a:moveTo>
                    <a:pt x="1015" y="550"/>
                  </a:moveTo>
                  <a:cubicBezTo>
                    <a:pt x="1015" y="376"/>
                    <a:pt x="1015" y="202"/>
                    <a:pt x="1015" y="29"/>
                  </a:cubicBezTo>
                  <a:cubicBezTo>
                    <a:pt x="1015" y="21"/>
                    <a:pt x="1013" y="13"/>
                    <a:pt x="1006" y="8"/>
                  </a:cubicBezTo>
                  <a:cubicBezTo>
                    <a:pt x="1000" y="2"/>
                    <a:pt x="992" y="0"/>
                    <a:pt x="985" y="1"/>
                  </a:cubicBezTo>
                  <a:cubicBezTo>
                    <a:pt x="853" y="12"/>
                    <a:pt x="741" y="95"/>
                    <a:pt x="688" y="211"/>
                  </a:cubicBezTo>
                  <a:cubicBezTo>
                    <a:pt x="686" y="214"/>
                    <a:pt x="683" y="216"/>
                    <a:pt x="679" y="214"/>
                  </a:cubicBezTo>
                  <a:cubicBezTo>
                    <a:pt x="551" y="167"/>
                    <a:pt x="401" y="194"/>
                    <a:pt x="298" y="297"/>
                  </a:cubicBezTo>
                  <a:cubicBezTo>
                    <a:pt x="195" y="400"/>
                    <a:pt x="167" y="550"/>
                    <a:pt x="215" y="679"/>
                  </a:cubicBezTo>
                  <a:cubicBezTo>
                    <a:pt x="216" y="682"/>
                    <a:pt x="215" y="686"/>
                    <a:pt x="211" y="687"/>
                  </a:cubicBezTo>
                  <a:cubicBezTo>
                    <a:pt x="87" y="744"/>
                    <a:pt x="0" y="870"/>
                    <a:pt x="0" y="1015"/>
                  </a:cubicBezTo>
                  <a:cubicBezTo>
                    <a:pt x="0" y="1161"/>
                    <a:pt x="87" y="1286"/>
                    <a:pt x="211" y="1343"/>
                  </a:cubicBezTo>
                  <a:cubicBezTo>
                    <a:pt x="215" y="1344"/>
                    <a:pt x="216" y="1348"/>
                    <a:pt x="215" y="1352"/>
                  </a:cubicBezTo>
                  <a:cubicBezTo>
                    <a:pt x="167" y="1480"/>
                    <a:pt x="195" y="1630"/>
                    <a:pt x="298" y="1733"/>
                  </a:cubicBezTo>
                  <a:cubicBezTo>
                    <a:pt x="401" y="1836"/>
                    <a:pt x="551" y="1864"/>
                    <a:pt x="679" y="1816"/>
                  </a:cubicBezTo>
                  <a:cubicBezTo>
                    <a:pt x="683" y="1815"/>
                    <a:pt x="686" y="1816"/>
                    <a:pt x="688" y="1820"/>
                  </a:cubicBezTo>
                  <a:cubicBezTo>
                    <a:pt x="741" y="1935"/>
                    <a:pt x="853" y="2018"/>
                    <a:pt x="985" y="2029"/>
                  </a:cubicBezTo>
                  <a:cubicBezTo>
                    <a:pt x="992" y="2030"/>
                    <a:pt x="1000" y="2027"/>
                    <a:pt x="1006" y="2022"/>
                  </a:cubicBezTo>
                  <a:cubicBezTo>
                    <a:pt x="1012" y="2017"/>
                    <a:pt x="1015" y="2009"/>
                    <a:pt x="1015" y="2001"/>
                  </a:cubicBezTo>
                  <a:cubicBezTo>
                    <a:pt x="1015" y="1950"/>
                    <a:pt x="1015" y="1816"/>
                    <a:pt x="1015" y="1480"/>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98" name="Freeform 3">
              <a:extLst>
                <a:ext uri="{FF2B5EF4-FFF2-40B4-BE49-F238E27FC236}">
                  <a16:creationId xmlns:a16="http://schemas.microsoft.com/office/drawing/2014/main" id="{CA33F697-1EE0-4089-8557-365642358E9B}"/>
                </a:ext>
              </a:extLst>
            </p:cNvPr>
            <p:cNvSpPr>
              <a:spLocks noChangeArrowheads="1"/>
            </p:cNvSpPr>
            <p:nvPr/>
          </p:nvSpPr>
          <p:spPr bwMode="auto">
            <a:xfrm>
              <a:off x="8853488" y="3856038"/>
              <a:ext cx="1587" cy="30162"/>
            </a:xfrm>
            <a:custGeom>
              <a:avLst/>
              <a:gdLst>
                <a:gd name="T0" fmla="*/ 0 w 1"/>
                <a:gd name="T1" fmla="*/ 0 h 85"/>
                <a:gd name="T2" fmla="*/ 0 w 1"/>
                <a:gd name="T3" fmla="*/ 84 h 85"/>
              </a:gdLst>
              <a:ahLst/>
              <a:cxnLst>
                <a:cxn ang="0">
                  <a:pos x="T0" y="T1"/>
                </a:cxn>
                <a:cxn ang="0">
                  <a:pos x="T2" y="T3"/>
                </a:cxn>
              </a:cxnLst>
              <a:rect l="0" t="0" r="r" b="b"/>
              <a:pathLst>
                <a:path w="1" h="85">
                  <a:moveTo>
                    <a:pt x="0" y="0"/>
                  </a:moveTo>
                  <a:cubicBezTo>
                    <a:pt x="0" y="28"/>
                    <a:pt x="0" y="56"/>
                    <a:pt x="0" y="84"/>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99" name="Freeform 4">
              <a:extLst>
                <a:ext uri="{FF2B5EF4-FFF2-40B4-BE49-F238E27FC236}">
                  <a16:creationId xmlns:a16="http://schemas.microsoft.com/office/drawing/2014/main" id="{42ECE90F-882B-4382-A441-7C1B6C6D9A9F}"/>
                </a:ext>
              </a:extLst>
            </p:cNvPr>
            <p:cNvSpPr>
              <a:spLocks noChangeArrowheads="1"/>
            </p:cNvSpPr>
            <p:nvPr/>
          </p:nvSpPr>
          <p:spPr bwMode="auto">
            <a:xfrm>
              <a:off x="8853488" y="3735388"/>
              <a:ext cx="1587" cy="31750"/>
            </a:xfrm>
            <a:custGeom>
              <a:avLst/>
              <a:gdLst>
                <a:gd name="T0" fmla="*/ 0 w 1"/>
                <a:gd name="T1" fmla="*/ 0 h 86"/>
                <a:gd name="T2" fmla="*/ 0 w 1"/>
                <a:gd name="T3" fmla="*/ 85 h 86"/>
              </a:gdLst>
              <a:ahLst/>
              <a:cxnLst>
                <a:cxn ang="0">
                  <a:pos x="T0" y="T1"/>
                </a:cxn>
                <a:cxn ang="0">
                  <a:pos x="T2" y="T3"/>
                </a:cxn>
              </a:cxnLst>
              <a:rect l="0" t="0" r="r" b="b"/>
              <a:pathLst>
                <a:path w="1" h="86">
                  <a:moveTo>
                    <a:pt x="0" y="0"/>
                  </a:moveTo>
                  <a:cubicBezTo>
                    <a:pt x="0" y="28"/>
                    <a:pt x="0" y="56"/>
                    <a:pt x="0" y="85"/>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00" name="Freeform 5">
              <a:extLst>
                <a:ext uri="{FF2B5EF4-FFF2-40B4-BE49-F238E27FC236}">
                  <a16:creationId xmlns:a16="http://schemas.microsoft.com/office/drawing/2014/main" id="{929BF435-E743-4FD0-B718-24BDF8A266E7}"/>
                </a:ext>
              </a:extLst>
            </p:cNvPr>
            <p:cNvSpPr>
              <a:spLocks noChangeArrowheads="1"/>
            </p:cNvSpPr>
            <p:nvPr/>
          </p:nvSpPr>
          <p:spPr bwMode="auto">
            <a:xfrm>
              <a:off x="8840788" y="3689350"/>
              <a:ext cx="73025" cy="1588"/>
            </a:xfrm>
            <a:custGeom>
              <a:avLst/>
              <a:gdLst>
                <a:gd name="T0" fmla="*/ 204 w 205"/>
                <a:gd name="T1" fmla="*/ 0 h 1"/>
                <a:gd name="T2" fmla="*/ 0 w 205"/>
                <a:gd name="T3" fmla="*/ 0 h 1"/>
              </a:gdLst>
              <a:ahLst/>
              <a:cxnLst>
                <a:cxn ang="0">
                  <a:pos x="T0" y="T1"/>
                </a:cxn>
                <a:cxn ang="0">
                  <a:pos x="T2" y="T3"/>
                </a:cxn>
              </a:cxnLst>
              <a:rect l="0" t="0" r="r" b="b"/>
              <a:pathLst>
                <a:path w="205" h="1">
                  <a:moveTo>
                    <a:pt x="204" y="0"/>
                  </a:moveTo>
                  <a:cubicBezTo>
                    <a:pt x="136" y="0"/>
                    <a:pt x="68"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01" name="Freeform 6">
              <a:extLst>
                <a:ext uri="{FF2B5EF4-FFF2-40B4-BE49-F238E27FC236}">
                  <a16:creationId xmlns:a16="http://schemas.microsoft.com/office/drawing/2014/main" id="{99391023-3198-4E84-96F4-3BCDC7AD0479}"/>
                </a:ext>
              </a:extLst>
            </p:cNvPr>
            <p:cNvSpPr>
              <a:spLocks noChangeArrowheads="1"/>
            </p:cNvSpPr>
            <p:nvPr/>
          </p:nvSpPr>
          <p:spPr bwMode="auto">
            <a:xfrm>
              <a:off x="8953500" y="3689350"/>
              <a:ext cx="23813" cy="1588"/>
            </a:xfrm>
            <a:custGeom>
              <a:avLst/>
              <a:gdLst>
                <a:gd name="T0" fmla="*/ 63 w 64"/>
                <a:gd name="T1" fmla="*/ 0 h 1"/>
                <a:gd name="T2" fmla="*/ 0 w 64"/>
                <a:gd name="T3" fmla="*/ 0 h 1"/>
              </a:gdLst>
              <a:ahLst/>
              <a:cxnLst>
                <a:cxn ang="0">
                  <a:pos x="T0" y="T1"/>
                </a:cxn>
                <a:cxn ang="0">
                  <a:pos x="T2" y="T3"/>
                </a:cxn>
              </a:cxnLst>
              <a:rect l="0" t="0" r="r" b="b"/>
              <a:pathLst>
                <a:path w="64" h="1">
                  <a:moveTo>
                    <a:pt x="63" y="0"/>
                  </a:moveTo>
                  <a:cubicBezTo>
                    <a:pt x="42" y="0"/>
                    <a:pt x="21"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02" name="Freeform 7">
              <a:extLst>
                <a:ext uri="{FF2B5EF4-FFF2-40B4-BE49-F238E27FC236}">
                  <a16:creationId xmlns:a16="http://schemas.microsoft.com/office/drawing/2014/main" id="{550FCB78-3B32-47F9-8176-8DDB49BBB1A1}"/>
                </a:ext>
              </a:extLst>
            </p:cNvPr>
            <p:cNvSpPr>
              <a:spLocks noChangeArrowheads="1"/>
            </p:cNvSpPr>
            <p:nvPr/>
          </p:nvSpPr>
          <p:spPr bwMode="auto">
            <a:xfrm>
              <a:off x="8689975" y="3643313"/>
              <a:ext cx="325438" cy="92075"/>
            </a:xfrm>
            <a:custGeom>
              <a:avLst/>
              <a:gdLst>
                <a:gd name="T0" fmla="*/ 0 w 903"/>
                <a:gd name="T1" fmla="*/ 198 h 255"/>
                <a:gd name="T2" fmla="*/ 56 w 903"/>
                <a:gd name="T3" fmla="*/ 254 h 255"/>
                <a:gd name="T4" fmla="*/ 845 w 903"/>
                <a:gd name="T5" fmla="*/ 254 h 255"/>
                <a:gd name="T6" fmla="*/ 902 w 903"/>
                <a:gd name="T7" fmla="*/ 198 h 255"/>
                <a:gd name="T8" fmla="*/ 902 w 903"/>
                <a:gd name="T9" fmla="*/ 56 h 255"/>
                <a:gd name="T10" fmla="*/ 845 w 903"/>
                <a:gd name="T11" fmla="*/ 0 h 255"/>
                <a:gd name="T12" fmla="*/ 56 w 903"/>
                <a:gd name="T13" fmla="*/ 0 h 255"/>
                <a:gd name="T14" fmla="*/ 0 w 903"/>
                <a:gd name="T15" fmla="*/ 56 h 255"/>
                <a:gd name="T16" fmla="*/ 0 w 903"/>
                <a:gd name="T17" fmla="*/ 198 h 2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903" h="255">
                  <a:moveTo>
                    <a:pt x="0" y="198"/>
                  </a:moveTo>
                  <a:cubicBezTo>
                    <a:pt x="0" y="229"/>
                    <a:pt x="25" y="254"/>
                    <a:pt x="56" y="254"/>
                  </a:cubicBezTo>
                  <a:cubicBezTo>
                    <a:pt x="319" y="254"/>
                    <a:pt x="582" y="254"/>
                    <a:pt x="845" y="254"/>
                  </a:cubicBezTo>
                  <a:cubicBezTo>
                    <a:pt x="876" y="254"/>
                    <a:pt x="902" y="229"/>
                    <a:pt x="902" y="198"/>
                  </a:cubicBezTo>
                  <a:cubicBezTo>
                    <a:pt x="902" y="150"/>
                    <a:pt x="902" y="103"/>
                    <a:pt x="902" y="56"/>
                  </a:cubicBezTo>
                  <a:cubicBezTo>
                    <a:pt x="902" y="25"/>
                    <a:pt x="876" y="0"/>
                    <a:pt x="845" y="0"/>
                  </a:cubicBezTo>
                  <a:cubicBezTo>
                    <a:pt x="582" y="0"/>
                    <a:pt x="319" y="0"/>
                    <a:pt x="56" y="0"/>
                  </a:cubicBezTo>
                  <a:cubicBezTo>
                    <a:pt x="25" y="0"/>
                    <a:pt x="0" y="25"/>
                    <a:pt x="0" y="56"/>
                  </a:cubicBezTo>
                  <a:cubicBezTo>
                    <a:pt x="0" y="103"/>
                    <a:pt x="0" y="150"/>
                    <a:pt x="0" y="198"/>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sp>
          <p:nvSpPr>
            <p:cNvPr id="103" name="Freeform 8">
              <a:extLst>
                <a:ext uri="{FF2B5EF4-FFF2-40B4-BE49-F238E27FC236}">
                  <a16:creationId xmlns:a16="http://schemas.microsoft.com/office/drawing/2014/main" id="{11760B15-5265-4948-96D6-2D26B5753D0C}"/>
                </a:ext>
              </a:extLst>
            </p:cNvPr>
            <p:cNvSpPr>
              <a:spLocks noChangeArrowheads="1"/>
            </p:cNvSpPr>
            <p:nvPr/>
          </p:nvSpPr>
          <p:spPr bwMode="auto">
            <a:xfrm>
              <a:off x="8840788" y="3810000"/>
              <a:ext cx="73025" cy="1588"/>
            </a:xfrm>
            <a:custGeom>
              <a:avLst/>
              <a:gdLst>
                <a:gd name="T0" fmla="*/ 204 w 205"/>
                <a:gd name="T1" fmla="*/ 0 h 1"/>
                <a:gd name="T2" fmla="*/ 0 w 205"/>
                <a:gd name="T3" fmla="*/ 0 h 1"/>
              </a:gdLst>
              <a:ahLst/>
              <a:cxnLst>
                <a:cxn ang="0">
                  <a:pos x="T0" y="T1"/>
                </a:cxn>
                <a:cxn ang="0">
                  <a:pos x="T2" y="T3"/>
                </a:cxn>
              </a:cxnLst>
              <a:rect l="0" t="0" r="r" b="b"/>
              <a:pathLst>
                <a:path w="205" h="1">
                  <a:moveTo>
                    <a:pt x="204" y="0"/>
                  </a:moveTo>
                  <a:cubicBezTo>
                    <a:pt x="136" y="0"/>
                    <a:pt x="68"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04" name="Freeform 9">
              <a:extLst>
                <a:ext uri="{FF2B5EF4-FFF2-40B4-BE49-F238E27FC236}">
                  <a16:creationId xmlns:a16="http://schemas.microsoft.com/office/drawing/2014/main" id="{BFF50DCA-D059-4562-AF99-C9F97FCE4DB9}"/>
                </a:ext>
              </a:extLst>
            </p:cNvPr>
            <p:cNvSpPr>
              <a:spLocks noChangeArrowheads="1"/>
            </p:cNvSpPr>
            <p:nvPr/>
          </p:nvSpPr>
          <p:spPr bwMode="auto">
            <a:xfrm>
              <a:off x="8953500" y="3810000"/>
              <a:ext cx="23813" cy="1588"/>
            </a:xfrm>
            <a:custGeom>
              <a:avLst/>
              <a:gdLst>
                <a:gd name="T0" fmla="*/ 63 w 64"/>
                <a:gd name="T1" fmla="*/ 0 h 1"/>
                <a:gd name="T2" fmla="*/ 0 w 64"/>
                <a:gd name="T3" fmla="*/ 0 h 1"/>
              </a:gdLst>
              <a:ahLst/>
              <a:cxnLst>
                <a:cxn ang="0">
                  <a:pos x="T0" y="T1"/>
                </a:cxn>
                <a:cxn ang="0">
                  <a:pos x="T2" y="T3"/>
                </a:cxn>
              </a:cxnLst>
              <a:rect l="0" t="0" r="r" b="b"/>
              <a:pathLst>
                <a:path w="64" h="1">
                  <a:moveTo>
                    <a:pt x="63" y="0"/>
                  </a:moveTo>
                  <a:cubicBezTo>
                    <a:pt x="42" y="0"/>
                    <a:pt x="21"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05" name="Freeform 10">
              <a:extLst>
                <a:ext uri="{FF2B5EF4-FFF2-40B4-BE49-F238E27FC236}">
                  <a16:creationId xmlns:a16="http://schemas.microsoft.com/office/drawing/2014/main" id="{ADC98544-DCBF-46E5-AD56-061D150906AF}"/>
                </a:ext>
              </a:extLst>
            </p:cNvPr>
            <p:cNvSpPr>
              <a:spLocks noChangeArrowheads="1"/>
            </p:cNvSpPr>
            <p:nvPr/>
          </p:nvSpPr>
          <p:spPr bwMode="auto">
            <a:xfrm>
              <a:off x="8689975" y="3765550"/>
              <a:ext cx="325438" cy="92075"/>
            </a:xfrm>
            <a:custGeom>
              <a:avLst/>
              <a:gdLst>
                <a:gd name="T0" fmla="*/ 0 w 903"/>
                <a:gd name="T1" fmla="*/ 196 h 254"/>
                <a:gd name="T2" fmla="*/ 56 w 903"/>
                <a:gd name="T3" fmla="*/ 253 h 254"/>
                <a:gd name="T4" fmla="*/ 845 w 903"/>
                <a:gd name="T5" fmla="*/ 253 h 254"/>
                <a:gd name="T6" fmla="*/ 902 w 903"/>
                <a:gd name="T7" fmla="*/ 196 h 254"/>
                <a:gd name="T8" fmla="*/ 902 w 903"/>
                <a:gd name="T9" fmla="*/ 56 h 254"/>
                <a:gd name="T10" fmla="*/ 845 w 903"/>
                <a:gd name="T11" fmla="*/ 0 h 254"/>
                <a:gd name="T12" fmla="*/ 56 w 903"/>
                <a:gd name="T13" fmla="*/ 0 h 254"/>
                <a:gd name="T14" fmla="*/ 0 w 903"/>
                <a:gd name="T15" fmla="*/ 56 h 254"/>
                <a:gd name="T16" fmla="*/ 0 w 903"/>
                <a:gd name="T17" fmla="*/ 196 h 2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903" h="254">
                  <a:moveTo>
                    <a:pt x="0" y="196"/>
                  </a:moveTo>
                  <a:cubicBezTo>
                    <a:pt x="0" y="227"/>
                    <a:pt x="25" y="253"/>
                    <a:pt x="56" y="253"/>
                  </a:cubicBezTo>
                  <a:cubicBezTo>
                    <a:pt x="319" y="253"/>
                    <a:pt x="582" y="253"/>
                    <a:pt x="845" y="253"/>
                  </a:cubicBezTo>
                  <a:cubicBezTo>
                    <a:pt x="876" y="253"/>
                    <a:pt x="902" y="227"/>
                    <a:pt x="902" y="196"/>
                  </a:cubicBezTo>
                  <a:cubicBezTo>
                    <a:pt x="902" y="149"/>
                    <a:pt x="902" y="103"/>
                    <a:pt x="902" y="56"/>
                  </a:cubicBezTo>
                  <a:cubicBezTo>
                    <a:pt x="902" y="25"/>
                    <a:pt x="876" y="0"/>
                    <a:pt x="845" y="0"/>
                  </a:cubicBezTo>
                  <a:cubicBezTo>
                    <a:pt x="582" y="0"/>
                    <a:pt x="319" y="0"/>
                    <a:pt x="56" y="0"/>
                  </a:cubicBezTo>
                  <a:cubicBezTo>
                    <a:pt x="25" y="0"/>
                    <a:pt x="0" y="25"/>
                    <a:pt x="0" y="56"/>
                  </a:cubicBezTo>
                  <a:cubicBezTo>
                    <a:pt x="0" y="103"/>
                    <a:pt x="0" y="149"/>
                    <a:pt x="0" y="196"/>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sp>
          <p:nvSpPr>
            <p:cNvPr id="106" name="Freeform 11">
              <a:extLst>
                <a:ext uri="{FF2B5EF4-FFF2-40B4-BE49-F238E27FC236}">
                  <a16:creationId xmlns:a16="http://schemas.microsoft.com/office/drawing/2014/main" id="{AEFC2341-B741-47F4-A2D1-CEBF8C5019A4}"/>
                </a:ext>
              </a:extLst>
            </p:cNvPr>
            <p:cNvSpPr>
              <a:spLocks noChangeArrowheads="1"/>
            </p:cNvSpPr>
            <p:nvPr/>
          </p:nvSpPr>
          <p:spPr bwMode="auto">
            <a:xfrm>
              <a:off x="8840788" y="3932238"/>
              <a:ext cx="73025" cy="1587"/>
            </a:xfrm>
            <a:custGeom>
              <a:avLst/>
              <a:gdLst>
                <a:gd name="T0" fmla="*/ 204 w 205"/>
                <a:gd name="T1" fmla="*/ 0 h 1"/>
                <a:gd name="T2" fmla="*/ 0 w 205"/>
                <a:gd name="T3" fmla="*/ 0 h 1"/>
              </a:gdLst>
              <a:ahLst/>
              <a:cxnLst>
                <a:cxn ang="0">
                  <a:pos x="T0" y="T1"/>
                </a:cxn>
                <a:cxn ang="0">
                  <a:pos x="T2" y="T3"/>
                </a:cxn>
              </a:cxnLst>
              <a:rect l="0" t="0" r="r" b="b"/>
              <a:pathLst>
                <a:path w="205" h="1">
                  <a:moveTo>
                    <a:pt x="204" y="0"/>
                  </a:moveTo>
                  <a:cubicBezTo>
                    <a:pt x="136" y="0"/>
                    <a:pt x="68"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07" name="Freeform 12">
              <a:extLst>
                <a:ext uri="{FF2B5EF4-FFF2-40B4-BE49-F238E27FC236}">
                  <a16:creationId xmlns:a16="http://schemas.microsoft.com/office/drawing/2014/main" id="{D9BD091B-143D-42D3-A9FC-6F05BE9587FE}"/>
                </a:ext>
              </a:extLst>
            </p:cNvPr>
            <p:cNvSpPr>
              <a:spLocks noChangeArrowheads="1"/>
            </p:cNvSpPr>
            <p:nvPr/>
          </p:nvSpPr>
          <p:spPr bwMode="auto">
            <a:xfrm>
              <a:off x="8953500" y="3932238"/>
              <a:ext cx="23813" cy="1587"/>
            </a:xfrm>
            <a:custGeom>
              <a:avLst/>
              <a:gdLst>
                <a:gd name="T0" fmla="*/ 63 w 64"/>
                <a:gd name="T1" fmla="*/ 0 h 1"/>
                <a:gd name="T2" fmla="*/ 0 w 64"/>
                <a:gd name="T3" fmla="*/ 0 h 1"/>
              </a:gdLst>
              <a:ahLst/>
              <a:cxnLst>
                <a:cxn ang="0">
                  <a:pos x="T0" y="T1"/>
                </a:cxn>
                <a:cxn ang="0">
                  <a:pos x="T2" y="T3"/>
                </a:cxn>
              </a:cxnLst>
              <a:rect l="0" t="0" r="r" b="b"/>
              <a:pathLst>
                <a:path w="64" h="1">
                  <a:moveTo>
                    <a:pt x="63" y="0"/>
                  </a:moveTo>
                  <a:cubicBezTo>
                    <a:pt x="42" y="0"/>
                    <a:pt x="21"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08" name="Freeform 13">
              <a:extLst>
                <a:ext uri="{FF2B5EF4-FFF2-40B4-BE49-F238E27FC236}">
                  <a16:creationId xmlns:a16="http://schemas.microsoft.com/office/drawing/2014/main" id="{F38D9C76-8971-464A-ABD7-220766EF3A60}"/>
                </a:ext>
              </a:extLst>
            </p:cNvPr>
            <p:cNvSpPr>
              <a:spLocks noChangeArrowheads="1"/>
            </p:cNvSpPr>
            <p:nvPr/>
          </p:nvSpPr>
          <p:spPr bwMode="auto">
            <a:xfrm>
              <a:off x="8689975" y="3886200"/>
              <a:ext cx="325438" cy="92075"/>
            </a:xfrm>
            <a:custGeom>
              <a:avLst/>
              <a:gdLst>
                <a:gd name="T0" fmla="*/ 0 w 903"/>
                <a:gd name="T1" fmla="*/ 198 h 255"/>
                <a:gd name="T2" fmla="*/ 56 w 903"/>
                <a:gd name="T3" fmla="*/ 254 h 255"/>
                <a:gd name="T4" fmla="*/ 845 w 903"/>
                <a:gd name="T5" fmla="*/ 254 h 255"/>
                <a:gd name="T6" fmla="*/ 902 w 903"/>
                <a:gd name="T7" fmla="*/ 198 h 255"/>
                <a:gd name="T8" fmla="*/ 902 w 903"/>
                <a:gd name="T9" fmla="*/ 57 h 255"/>
                <a:gd name="T10" fmla="*/ 845 w 903"/>
                <a:gd name="T11" fmla="*/ 0 h 255"/>
                <a:gd name="T12" fmla="*/ 56 w 903"/>
                <a:gd name="T13" fmla="*/ 0 h 255"/>
                <a:gd name="T14" fmla="*/ 0 w 903"/>
                <a:gd name="T15" fmla="*/ 57 h 255"/>
                <a:gd name="T16" fmla="*/ 0 w 903"/>
                <a:gd name="T17" fmla="*/ 198 h 2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903" h="255">
                  <a:moveTo>
                    <a:pt x="0" y="198"/>
                  </a:moveTo>
                  <a:cubicBezTo>
                    <a:pt x="0" y="229"/>
                    <a:pt x="25" y="254"/>
                    <a:pt x="56" y="254"/>
                  </a:cubicBezTo>
                  <a:cubicBezTo>
                    <a:pt x="319" y="254"/>
                    <a:pt x="582" y="254"/>
                    <a:pt x="845" y="254"/>
                  </a:cubicBezTo>
                  <a:cubicBezTo>
                    <a:pt x="876" y="254"/>
                    <a:pt x="902" y="229"/>
                    <a:pt x="902" y="198"/>
                  </a:cubicBezTo>
                  <a:cubicBezTo>
                    <a:pt x="902" y="151"/>
                    <a:pt x="902" y="104"/>
                    <a:pt x="902" y="57"/>
                  </a:cubicBezTo>
                  <a:cubicBezTo>
                    <a:pt x="902" y="26"/>
                    <a:pt x="876" y="0"/>
                    <a:pt x="845" y="0"/>
                  </a:cubicBezTo>
                  <a:cubicBezTo>
                    <a:pt x="582" y="0"/>
                    <a:pt x="319" y="0"/>
                    <a:pt x="56" y="0"/>
                  </a:cubicBezTo>
                  <a:cubicBezTo>
                    <a:pt x="25" y="0"/>
                    <a:pt x="0" y="26"/>
                    <a:pt x="0" y="57"/>
                  </a:cubicBezTo>
                  <a:cubicBezTo>
                    <a:pt x="0" y="104"/>
                    <a:pt x="0" y="151"/>
                    <a:pt x="0" y="198"/>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grpSp>
      <p:grpSp>
        <p:nvGrpSpPr>
          <p:cNvPr id="109" name="Group 108">
            <a:extLst>
              <a:ext uri="{FF2B5EF4-FFF2-40B4-BE49-F238E27FC236}">
                <a16:creationId xmlns:a16="http://schemas.microsoft.com/office/drawing/2014/main" id="{3F360903-C17E-41F8-A222-7EEF935D0845}"/>
              </a:ext>
            </a:extLst>
          </p:cNvPr>
          <p:cNvGrpSpPr>
            <a:grpSpLocks noChangeAspect="1"/>
          </p:cNvGrpSpPr>
          <p:nvPr/>
        </p:nvGrpSpPr>
        <p:grpSpPr>
          <a:xfrm>
            <a:off x="405035" y="1264418"/>
            <a:ext cx="543023" cy="543022"/>
            <a:chOff x="3117850" y="4090988"/>
            <a:chExt cx="630238" cy="630237"/>
          </a:xfrm>
        </p:grpSpPr>
        <p:sp>
          <p:nvSpPr>
            <p:cNvPr id="110" name="Freeform 88">
              <a:extLst>
                <a:ext uri="{FF2B5EF4-FFF2-40B4-BE49-F238E27FC236}">
                  <a16:creationId xmlns:a16="http://schemas.microsoft.com/office/drawing/2014/main" id="{BC899AEF-BDBA-479A-B6A3-7E101ED80A09}"/>
                </a:ext>
              </a:extLst>
            </p:cNvPr>
            <p:cNvSpPr>
              <a:spLocks noChangeArrowheads="1"/>
            </p:cNvSpPr>
            <p:nvPr/>
          </p:nvSpPr>
          <p:spPr bwMode="auto">
            <a:xfrm>
              <a:off x="3117850" y="4090988"/>
              <a:ext cx="630238" cy="630237"/>
            </a:xfrm>
            <a:custGeom>
              <a:avLst/>
              <a:gdLst>
                <a:gd name="T0" fmla="*/ 1468 w 1751"/>
                <a:gd name="T1" fmla="*/ 1750 h 1751"/>
                <a:gd name="T2" fmla="*/ 1750 w 1751"/>
                <a:gd name="T3" fmla="*/ 1468 h 1751"/>
                <a:gd name="T4" fmla="*/ 1750 w 1751"/>
                <a:gd name="T5" fmla="*/ 282 h 1751"/>
                <a:gd name="T6" fmla="*/ 1468 w 1751"/>
                <a:gd name="T7" fmla="*/ 0 h 1751"/>
                <a:gd name="T8" fmla="*/ 283 w 1751"/>
                <a:gd name="T9" fmla="*/ 0 h 1751"/>
                <a:gd name="T10" fmla="*/ 0 w 1751"/>
                <a:gd name="T11" fmla="*/ 282 h 1751"/>
                <a:gd name="T12" fmla="*/ 0 w 1751"/>
                <a:gd name="T13" fmla="*/ 1468 h 1751"/>
                <a:gd name="T14" fmla="*/ 283 w 1751"/>
                <a:gd name="T15" fmla="*/ 1750 h 1751"/>
                <a:gd name="T16" fmla="*/ 1468 w 1751"/>
                <a:gd name="T17" fmla="*/ 1750 h 17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751" h="1751">
                  <a:moveTo>
                    <a:pt x="1468" y="1750"/>
                  </a:moveTo>
                  <a:cubicBezTo>
                    <a:pt x="1623" y="1750"/>
                    <a:pt x="1750" y="1623"/>
                    <a:pt x="1750" y="1468"/>
                  </a:cubicBezTo>
                  <a:cubicBezTo>
                    <a:pt x="1750" y="1073"/>
                    <a:pt x="1750" y="678"/>
                    <a:pt x="1750" y="282"/>
                  </a:cubicBezTo>
                  <a:cubicBezTo>
                    <a:pt x="1750" y="127"/>
                    <a:pt x="1623" y="0"/>
                    <a:pt x="1468" y="0"/>
                  </a:cubicBezTo>
                  <a:cubicBezTo>
                    <a:pt x="1073" y="0"/>
                    <a:pt x="678" y="0"/>
                    <a:pt x="283" y="0"/>
                  </a:cubicBezTo>
                  <a:cubicBezTo>
                    <a:pt x="127" y="0"/>
                    <a:pt x="0" y="127"/>
                    <a:pt x="0" y="282"/>
                  </a:cubicBezTo>
                  <a:cubicBezTo>
                    <a:pt x="0" y="678"/>
                    <a:pt x="0" y="1073"/>
                    <a:pt x="0" y="1468"/>
                  </a:cubicBezTo>
                  <a:cubicBezTo>
                    <a:pt x="0" y="1623"/>
                    <a:pt x="127" y="1750"/>
                    <a:pt x="283" y="1750"/>
                  </a:cubicBezTo>
                  <a:cubicBezTo>
                    <a:pt x="678" y="1750"/>
                    <a:pt x="1073" y="1750"/>
                    <a:pt x="1468" y="1750"/>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grpSp>
          <p:nvGrpSpPr>
            <p:cNvPr id="111" name="Group 110">
              <a:extLst>
                <a:ext uri="{FF2B5EF4-FFF2-40B4-BE49-F238E27FC236}">
                  <a16:creationId xmlns:a16="http://schemas.microsoft.com/office/drawing/2014/main" id="{63E9D6FF-C24C-4AAA-BE4C-7D2E8D752594}"/>
                </a:ext>
              </a:extLst>
            </p:cNvPr>
            <p:cNvGrpSpPr/>
            <p:nvPr/>
          </p:nvGrpSpPr>
          <p:grpSpPr>
            <a:xfrm>
              <a:off x="3257550" y="4213225"/>
              <a:ext cx="347663" cy="358775"/>
              <a:chOff x="3257550" y="4213225"/>
              <a:chExt cx="347663" cy="358775"/>
            </a:xfrm>
          </p:grpSpPr>
          <p:sp>
            <p:nvSpPr>
              <p:cNvPr id="112" name="Freeform 89">
                <a:extLst>
                  <a:ext uri="{FF2B5EF4-FFF2-40B4-BE49-F238E27FC236}">
                    <a16:creationId xmlns:a16="http://schemas.microsoft.com/office/drawing/2014/main" id="{7FCCE0F0-CB96-4769-9B06-C4C0CF2767A9}"/>
                  </a:ext>
                </a:extLst>
              </p:cNvPr>
              <p:cNvSpPr>
                <a:spLocks noChangeArrowheads="1"/>
              </p:cNvSpPr>
              <p:nvPr/>
            </p:nvSpPr>
            <p:spPr bwMode="auto">
              <a:xfrm>
                <a:off x="3257550" y="4448175"/>
                <a:ext cx="92075" cy="123825"/>
              </a:xfrm>
              <a:custGeom>
                <a:avLst/>
                <a:gdLst>
                  <a:gd name="T0" fmla="*/ 23 w 255"/>
                  <a:gd name="T1" fmla="*/ 199 h 344"/>
                  <a:gd name="T2" fmla="*/ 0 w 255"/>
                  <a:gd name="T3" fmla="*/ 127 h 344"/>
                  <a:gd name="T4" fmla="*/ 127 w 255"/>
                  <a:gd name="T5" fmla="*/ 0 h 344"/>
                  <a:gd name="T6" fmla="*/ 254 w 255"/>
                  <a:gd name="T7" fmla="*/ 127 h 344"/>
                  <a:gd name="T8" fmla="*/ 231 w 255"/>
                  <a:gd name="T9" fmla="*/ 199 h 344"/>
                  <a:gd name="T10" fmla="*/ 133 w 255"/>
                  <a:gd name="T11" fmla="*/ 340 h 344"/>
                  <a:gd name="T12" fmla="*/ 127 w 255"/>
                  <a:gd name="T13" fmla="*/ 343 h 344"/>
                  <a:gd name="T14" fmla="*/ 122 w 255"/>
                  <a:gd name="T15" fmla="*/ 340 h 344"/>
                  <a:gd name="T16" fmla="*/ 23 w 255"/>
                  <a:gd name="T17" fmla="*/ 199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5" h="344">
                    <a:moveTo>
                      <a:pt x="23" y="199"/>
                    </a:moveTo>
                    <a:cubicBezTo>
                      <a:pt x="8" y="178"/>
                      <a:pt x="0" y="153"/>
                      <a:pt x="0" y="127"/>
                    </a:cubicBezTo>
                    <a:cubicBezTo>
                      <a:pt x="0" y="57"/>
                      <a:pt x="57" y="0"/>
                      <a:pt x="127" y="0"/>
                    </a:cubicBezTo>
                    <a:cubicBezTo>
                      <a:pt x="197" y="0"/>
                      <a:pt x="254" y="57"/>
                      <a:pt x="254" y="127"/>
                    </a:cubicBezTo>
                    <a:cubicBezTo>
                      <a:pt x="254" y="153"/>
                      <a:pt x="246" y="178"/>
                      <a:pt x="231" y="199"/>
                    </a:cubicBezTo>
                    <a:cubicBezTo>
                      <a:pt x="198" y="246"/>
                      <a:pt x="166" y="293"/>
                      <a:pt x="133" y="340"/>
                    </a:cubicBezTo>
                    <a:cubicBezTo>
                      <a:pt x="132" y="342"/>
                      <a:pt x="130" y="343"/>
                      <a:pt x="127" y="343"/>
                    </a:cubicBezTo>
                    <a:cubicBezTo>
                      <a:pt x="125" y="343"/>
                      <a:pt x="123" y="342"/>
                      <a:pt x="122" y="340"/>
                    </a:cubicBezTo>
                    <a:cubicBezTo>
                      <a:pt x="89" y="293"/>
                      <a:pt x="56" y="246"/>
                      <a:pt x="23" y="199"/>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sp>
            <p:nvSpPr>
              <p:cNvPr id="113" name="Freeform 90">
                <a:extLst>
                  <a:ext uri="{FF2B5EF4-FFF2-40B4-BE49-F238E27FC236}">
                    <a16:creationId xmlns:a16="http://schemas.microsoft.com/office/drawing/2014/main" id="{C994C732-CE68-43B8-8C50-D3E3CBE73586}"/>
                  </a:ext>
                </a:extLst>
              </p:cNvPr>
              <p:cNvSpPr>
                <a:spLocks noChangeArrowheads="1"/>
              </p:cNvSpPr>
              <p:nvPr/>
            </p:nvSpPr>
            <p:spPr bwMode="auto">
              <a:xfrm>
                <a:off x="3543300" y="4213225"/>
                <a:ext cx="61913" cy="61913"/>
              </a:xfrm>
              <a:custGeom>
                <a:avLst/>
                <a:gdLst>
                  <a:gd name="T0" fmla="*/ 0 w 170"/>
                  <a:gd name="T1" fmla="*/ 0 h 170"/>
                  <a:gd name="T2" fmla="*/ 169 w 170"/>
                  <a:gd name="T3" fmla="*/ 169 h 170"/>
                </a:gdLst>
                <a:ahLst/>
                <a:cxnLst>
                  <a:cxn ang="0">
                    <a:pos x="T0" y="T1"/>
                  </a:cxn>
                  <a:cxn ang="0">
                    <a:pos x="T2" y="T3"/>
                  </a:cxn>
                </a:cxnLst>
                <a:rect l="0" t="0" r="r" b="b"/>
                <a:pathLst>
                  <a:path w="170" h="170">
                    <a:moveTo>
                      <a:pt x="0" y="0"/>
                    </a:moveTo>
                    <a:cubicBezTo>
                      <a:pt x="56" y="57"/>
                      <a:pt x="112" y="113"/>
                      <a:pt x="169" y="169"/>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14" name="Freeform 91">
                <a:extLst>
                  <a:ext uri="{FF2B5EF4-FFF2-40B4-BE49-F238E27FC236}">
                    <a16:creationId xmlns:a16="http://schemas.microsoft.com/office/drawing/2014/main" id="{DBC4EE38-E045-48A0-8EBC-6D4AB979D31E}"/>
                  </a:ext>
                </a:extLst>
              </p:cNvPr>
              <p:cNvSpPr>
                <a:spLocks noChangeArrowheads="1"/>
              </p:cNvSpPr>
              <p:nvPr/>
            </p:nvSpPr>
            <p:spPr bwMode="auto">
              <a:xfrm>
                <a:off x="3543300" y="4213225"/>
                <a:ext cx="61913" cy="61913"/>
              </a:xfrm>
              <a:custGeom>
                <a:avLst/>
                <a:gdLst>
                  <a:gd name="T0" fmla="*/ 169 w 170"/>
                  <a:gd name="T1" fmla="*/ 0 h 170"/>
                  <a:gd name="T2" fmla="*/ 0 w 170"/>
                  <a:gd name="T3" fmla="*/ 169 h 170"/>
                </a:gdLst>
                <a:ahLst/>
                <a:cxnLst>
                  <a:cxn ang="0">
                    <a:pos x="T0" y="T1"/>
                  </a:cxn>
                  <a:cxn ang="0">
                    <a:pos x="T2" y="T3"/>
                  </a:cxn>
                </a:cxnLst>
                <a:rect l="0" t="0" r="r" b="b"/>
                <a:pathLst>
                  <a:path w="170" h="170">
                    <a:moveTo>
                      <a:pt x="169" y="0"/>
                    </a:moveTo>
                    <a:cubicBezTo>
                      <a:pt x="112" y="57"/>
                      <a:pt x="56" y="113"/>
                      <a:pt x="0" y="169"/>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15" name="Freeform 92">
                <a:extLst>
                  <a:ext uri="{FF2B5EF4-FFF2-40B4-BE49-F238E27FC236}">
                    <a16:creationId xmlns:a16="http://schemas.microsoft.com/office/drawing/2014/main" id="{A9BC1C2D-CB14-450A-BEE7-56FC858BD871}"/>
                  </a:ext>
                </a:extLst>
              </p:cNvPr>
              <p:cNvSpPr>
                <a:spLocks noChangeArrowheads="1"/>
              </p:cNvSpPr>
              <p:nvPr/>
            </p:nvSpPr>
            <p:spPr bwMode="auto">
              <a:xfrm>
                <a:off x="3338513" y="4568825"/>
                <a:ext cx="7937"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16" name="Freeform 93">
                <a:extLst>
                  <a:ext uri="{FF2B5EF4-FFF2-40B4-BE49-F238E27FC236}">
                    <a16:creationId xmlns:a16="http://schemas.microsoft.com/office/drawing/2014/main" id="{6AC84B16-7E9D-4CF1-9713-056D6CB3CD3A}"/>
                  </a:ext>
                </a:extLst>
              </p:cNvPr>
              <p:cNvSpPr>
                <a:spLocks noChangeArrowheads="1"/>
              </p:cNvSpPr>
              <p:nvPr/>
            </p:nvSpPr>
            <p:spPr bwMode="auto">
              <a:xfrm>
                <a:off x="3373438" y="4568825"/>
                <a:ext cx="7937" cy="1588"/>
              </a:xfrm>
              <a:custGeom>
                <a:avLst/>
                <a:gdLst>
                  <a:gd name="T0" fmla="*/ 0 w 23"/>
                  <a:gd name="T1" fmla="*/ 0 h 1"/>
                  <a:gd name="T2" fmla="*/ 22 w 23"/>
                  <a:gd name="T3" fmla="*/ 0 h 1"/>
                </a:gdLst>
                <a:ahLst/>
                <a:cxnLst>
                  <a:cxn ang="0">
                    <a:pos x="T0" y="T1"/>
                  </a:cxn>
                  <a:cxn ang="0">
                    <a:pos x="T2" y="T3"/>
                  </a:cxn>
                </a:cxnLst>
                <a:rect l="0" t="0" r="r" b="b"/>
                <a:pathLst>
                  <a:path w="23" h="1">
                    <a:moveTo>
                      <a:pt x="0" y="0"/>
                    </a:moveTo>
                    <a:cubicBezTo>
                      <a:pt x="7" y="0"/>
                      <a:pt x="15" y="0"/>
                      <a:pt x="22"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17" name="Freeform 94">
                <a:extLst>
                  <a:ext uri="{FF2B5EF4-FFF2-40B4-BE49-F238E27FC236}">
                    <a16:creationId xmlns:a16="http://schemas.microsoft.com/office/drawing/2014/main" id="{3DE59C6A-159F-4F63-B008-E789049FA60D}"/>
                  </a:ext>
                </a:extLst>
              </p:cNvPr>
              <p:cNvSpPr>
                <a:spLocks noChangeArrowheads="1"/>
              </p:cNvSpPr>
              <p:nvPr/>
            </p:nvSpPr>
            <p:spPr bwMode="auto">
              <a:xfrm>
                <a:off x="3409950" y="4568825"/>
                <a:ext cx="7938"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18" name="Freeform 95">
                <a:extLst>
                  <a:ext uri="{FF2B5EF4-FFF2-40B4-BE49-F238E27FC236}">
                    <a16:creationId xmlns:a16="http://schemas.microsoft.com/office/drawing/2014/main" id="{E43C3EE6-372A-48E9-B13D-8BE1DF255611}"/>
                  </a:ext>
                </a:extLst>
              </p:cNvPr>
              <p:cNvSpPr>
                <a:spLocks noChangeArrowheads="1"/>
              </p:cNvSpPr>
              <p:nvPr/>
            </p:nvSpPr>
            <p:spPr bwMode="auto">
              <a:xfrm>
                <a:off x="3444875" y="4568825"/>
                <a:ext cx="7938"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19" name="Freeform 96">
                <a:extLst>
                  <a:ext uri="{FF2B5EF4-FFF2-40B4-BE49-F238E27FC236}">
                    <a16:creationId xmlns:a16="http://schemas.microsoft.com/office/drawing/2014/main" id="{B0FC7658-3777-4D1D-A640-601E0F57522F}"/>
                  </a:ext>
                </a:extLst>
              </p:cNvPr>
              <p:cNvSpPr>
                <a:spLocks noChangeArrowheads="1"/>
              </p:cNvSpPr>
              <p:nvPr/>
            </p:nvSpPr>
            <p:spPr bwMode="auto">
              <a:xfrm>
                <a:off x="3479800" y="4568825"/>
                <a:ext cx="7938"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20" name="Freeform 97">
                <a:extLst>
                  <a:ext uri="{FF2B5EF4-FFF2-40B4-BE49-F238E27FC236}">
                    <a16:creationId xmlns:a16="http://schemas.microsoft.com/office/drawing/2014/main" id="{C597F48A-414F-4C1D-8F5C-1A802851B6E4}"/>
                  </a:ext>
                </a:extLst>
              </p:cNvPr>
              <p:cNvSpPr>
                <a:spLocks noChangeArrowheads="1"/>
              </p:cNvSpPr>
              <p:nvPr/>
            </p:nvSpPr>
            <p:spPr bwMode="auto">
              <a:xfrm>
                <a:off x="3516313" y="4568825"/>
                <a:ext cx="7937"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21" name="Freeform 98">
                <a:extLst>
                  <a:ext uri="{FF2B5EF4-FFF2-40B4-BE49-F238E27FC236}">
                    <a16:creationId xmlns:a16="http://schemas.microsoft.com/office/drawing/2014/main" id="{735554A2-2893-4AC4-A607-2A2C20C52096}"/>
                  </a:ext>
                </a:extLst>
              </p:cNvPr>
              <p:cNvSpPr>
                <a:spLocks noChangeArrowheads="1"/>
              </p:cNvSpPr>
              <p:nvPr/>
            </p:nvSpPr>
            <p:spPr bwMode="auto">
              <a:xfrm>
                <a:off x="3479800" y="4487863"/>
                <a:ext cx="7938"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22" name="Freeform 99">
                <a:extLst>
                  <a:ext uri="{FF2B5EF4-FFF2-40B4-BE49-F238E27FC236}">
                    <a16:creationId xmlns:a16="http://schemas.microsoft.com/office/drawing/2014/main" id="{A1981584-DFF8-46E7-BE17-53C92BC5015B}"/>
                  </a:ext>
                </a:extLst>
              </p:cNvPr>
              <p:cNvSpPr>
                <a:spLocks noChangeArrowheads="1"/>
              </p:cNvSpPr>
              <p:nvPr/>
            </p:nvSpPr>
            <p:spPr bwMode="auto">
              <a:xfrm>
                <a:off x="3516313" y="4487863"/>
                <a:ext cx="7937"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23" name="Freeform 100">
                <a:extLst>
                  <a:ext uri="{FF2B5EF4-FFF2-40B4-BE49-F238E27FC236}">
                    <a16:creationId xmlns:a16="http://schemas.microsoft.com/office/drawing/2014/main" id="{11A9EA4B-E23F-45CE-9F22-BB8D081B5B73}"/>
                  </a:ext>
                </a:extLst>
              </p:cNvPr>
              <p:cNvSpPr>
                <a:spLocks noChangeArrowheads="1"/>
              </p:cNvSpPr>
              <p:nvPr/>
            </p:nvSpPr>
            <p:spPr bwMode="auto">
              <a:xfrm>
                <a:off x="3338513" y="4324350"/>
                <a:ext cx="7937"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24" name="Freeform 101">
                <a:extLst>
                  <a:ext uri="{FF2B5EF4-FFF2-40B4-BE49-F238E27FC236}">
                    <a16:creationId xmlns:a16="http://schemas.microsoft.com/office/drawing/2014/main" id="{30593C28-F0E2-4F7B-BE9E-F9AE441A2977}"/>
                  </a:ext>
                </a:extLst>
              </p:cNvPr>
              <p:cNvSpPr>
                <a:spLocks noChangeArrowheads="1"/>
              </p:cNvSpPr>
              <p:nvPr/>
            </p:nvSpPr>
            <p:spPr bwMode="auto">
              <a:xfrm>
                <a:off x="3479800" y="4405313"/>
                <a:ext cx="7938"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25" name="Freeform 102">
                <a:extLst>
                  <a:ext uri="{FF2B5EF4-FFF2-40B4-BE49-F238E27FC236}">
                    <a16:creationId xmlns:a16="http://schemas.microsoft.com/office/drawing/2014/main" id="{E20656DB-18BC-43A9-B135-793813D8AB32}"/>
                  </a:ext>
                </a:extLst>
              </p:cNvPr>
              <p:cNvSpPr>
                <a:spLocks noChangeArrowheads="1"/>
              </p:cNvSpPr>
              <p:nvPr/>
            </p:nvSpPr>
            <p:spPr bwMode="auto">
              <a:xfrm>
                <a:off x="3516313" y="4405313"/>
                <a:ext cx="7937"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26" name="Freeform 103">
                <a:extLst>
                  <a:ext uri="{FF2B5EF4-FFF2-40B4-BE49-F238E27FC236}">
                    <a16:creationId xmlns:a16="http://schemas.microsoft.com/office/drawing/2014/main" id="{2D8362E0-7141-4158-8CFC-9D0777053ACB}"/>
                  </a:ext>
                </a:extLst>
              </p:cNvPr>
              <p:cNvSpPr>
                <a:spLocks noChangeArrowheads="1"/>
              </p:cNvSpPr>
              <p:nvPr/>
            </p:nvSpPr>
            <p:spPr bwMode="auto">
              <a:xfrm>
                <a:off x="3373438" y="4324350"/>
                <a:ext cx="7937" cy="1588"/>
              </a:xfrm>
              <a:custGeom>
                <a:avLst/>
                <a:gdLst>
                  <a:gd name="T0" fmla="*/ 0 w 23"/>
                  <a:gd name="T1" fmla="*/ 0 h 1"/>
                  <a:gd name="T2" fmla="*/ 22 w 23"/>
                  <a:gd name="T3" fmla="*/ 0 h 1"/>
                </a:gdLst>
                <a:ahLst/>
                <a:cxnLst>
                  <a:cxn ang="0">
                    <a:pos x="T0" y="T1"/>
                  </a:cxn>
                  <a:cxn ang="0">
                    <a:pos x="T2" y="T3"/>
                  </a:cxn>
                </a:cxnLst>
                <a:rect l="0" t="0" r="r" b="b"/>
                <a:pathLst>
                  <a:path w="23" h="1">
                    <a:moveTo>
                      <a:pt x="0" y="0"/>
                    </a:moveTo>
                    <a:cubicBezTo>
                      <a:pt x="7" y="0"/>
                      <a:pt x="15" y="0"/>
                      <a:pt x="22"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27" name="Freeform 104">
                <a:extLst>
                  <a:ext uri="{FF2B5EF4-FFF2-40B4-BE49-F238E27FC236}">
                    <a16:creationId xmlns:a16="http://schemas.microsoft.com/office/drawing/2014/main" id="{C665ABAC-3544-496E-92AD-65A432DB9323}"/>
                  </a:ext>
                </a:extLst>
              </p:cNvPr>
              <p:cNvSpPr>
                <a:spLocks noChangeArrowheads="1"/>
              </p:cNvSpPr>
              <p:nvPr/>
            </p:nvSpPr>
            <p:spPr bwMode="auto">
              <a:xfrm>
                <a:off x="3409950" y="4324350"/>
                <a:ext cx="7938"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28" name="Freeform 105">
                <a:extLst>
                  <a:ext uri="{FF2B5EF4-FFF2-40B4-BE49-F238E27FC236}">
                    <a16:creationId xmlns:a16="http://schemas.microsoft.com/office/drawing/2014/main" id="{41E47D13-CBA6-4D18-A359-5AA14662F7F7}"/>
                  </a:ext>
                </a:extLst>
              </p:cNvPr>
              <p:cNvSpPr>
                <a:spLocks noChangeArrowheads="1"/>
              </p:cNvSpPr>
              <p:nvPr/>
            </p:nvSpPr>
            <p:spPr bwMode="auto">
              <a:xfrm>
                <a:off x="3444875" y="4324350"/>
                <a:ext cx="7938"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29" name="Freeform 106">
                <a:extLst>
                  <a:ext uri="{FF2B5EF4-FFF2-40B4-BE49-F238E27FC236}">
                    <a16:creationId xmlns:a16="http://schemas.microsoft.com/office/drawing/2014/main" id="{ACF81359-48FF-4ED8-887F-60BFC561389C}"/>
                  </a:ext>
                </a:extLst>
              </p:cNvPr>
              <p:cNvSpPr>
                <a:spLocks noChangeArrowheads="1"/>
              </p:cNvSpPr>
              <p:nvPr/>
            </p:nvSpPr>
            <p:spPr bwMode="auto">
              <a:xfrm>
                <a:off x="3479800" y="4324350"/>
                <a:ext cx="7938"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30" name="Freeform 107">
                <a:extLst>
                  <a:ext uri="{FF2B5EF4-FFF2-40B4-BE49-F238E27FC236}">
                    <a16:creationId xmlns:a16="http://schemas.microsoft.com/office/drawing/2014/main" id="{4DEE7372-FFC5-49B9-A053-2B8EBC72C6D1}"/>
                  </a:ext>
                </a:extLst>
              </p:cNvPr>
              <p:cNvSpPr>
                <a:spLocks noChangeArrowheads="1"/>
              </p:cNvSpPr>
              <p:nvPr/>
            </p:nvSpPr>
            <p:spPr bwMode="auto">
              <a:xfrm>
                <a:off x="3516313" y="4324350"/>
                <a:ext cx="7937"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31" name="Freeform 108">
                <a:extLst>
                  <a:ext uri="{FF2B5EF4-FFF2-40B4-BE49-F238E27FC236}">
                    <a16:creationId xmlns:a16="http://schemas.microsoft.com/office/drawing/2014/main" id="{9E394322-E720-416E-BFC4-F64198E7BB0B}"/>
                  </a:ext>
                </a:extLst>
              </p:cNvPr>
              <p:cNvSpPr>
                <a:spLocks noChangeArrowheads="1"/>
              </p:cNvSpPr>
              <p:nvPr/>
            </p:nvSpPr>
            <p:spPr bwMode="auto">
              <a:xfrm>
                <a:off x="3338513" y="4243388"/>
                <a:ext cx="7937"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32" name="Freeform 109">
                <a:extLst>
                  <a:ext uri="{FF2B5EF4-FFF2-40B4-BE49-F238E27FC236}">
                    <a16:creationId xmlns:a16="http://schemas.microsoft.com/office/drawing/2014/main" id="{40A31EB7-4129-4F02-A670-51A9E23C159A}"/>
                  </a:ext>
                </a:extLst>
              </p:cNvPr>
              <p:cNvSpPr>
                <a:spLocks noChangeArrowheads="1"/>
              </p:cNvSpPr>
              <p:nvPr/>
            </p:nvSpPr>
            <p:spPr bwMode="auto">
              <a:xfrm>
                <a:off x="3373438" y="4243388"/>
                <a:ext cx="7937" cy="1587"/>
              </a:xfrm>
              <a:custGeom>
                <a:avLst/>
                <a:gdLst>
                  <a:gd name="T0" fmla="*/ 0 w 23"/>
                  <a:gd name="T1" fmla="*/ 0 h 1"/>
                  <a:gd name="T2" fmla="*/ 22 w 23"/>
                  <a:gd name="T3" fmla="*/ 0 h 1"/>
                </a:gdLst>
                <a:ahLst/>
                <a:cxnLst>
                  <a:cxn ang="0">
                    <a:pos x="T0" y="T1"/>
                  </a:cxn>
                  <a:cxn ang="0">
                    <a:pos x="T2" y="T3"/>
                  </a:cxn>
                </a:cxnLst>
                <a:rect l="0" t="0" r="r" b="b"/>
                <a:pathLst>
                  <a:path w="23" h="1">
                    <a:moveTo>
                      <a:pt x="0" y="0"/>
                    </a:moveTo>
                    <a:cubicBezTo>
                      <a:pt x="7" y="0"/>
                      <a:pt x="15" y="0"/>
                      <a:pt x="22"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33" name="Freeform 110">
                <a:extLst>
                  <a:ext uri="{FF2B5EF4-FFF2-40B4-BE49-F238E27FC236}">
                    <a16:creationId xmlns:a16="http://schemas.microsoft.com/office/drawing/2014/main" id="{C5242170-0D84-4C8A-A1B4-8DBBA636908A}"/>
                  </a:ext>
                </a:extLst>
              </p:cNvPr>
              <p:cNvSpPr>
                <a:spLocks noChangeArrowheads="1"/>
              </p:cNvSpPr>
              <p:nvPr/>
            </p:nvSpPr>
            <p:spPr bwMode="auto">
              <a:xfrm>
                <a:off x="3409950" y="4243388"/>
                <a:ext cx="7938"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34" name="Freeform 111">
                <a:extLst>
                  <a:ext uri="{FF2B5EF4-FFF2-40B4-BE49-F238E27FC236}">
                    <a16:creationId xmlns:a16="http://schemas.microsoft.com/office/drawing/2014/main" id="{40074AF1-CEF5-4CC8-A1B2-045D1DE7AA1D}"/>
                  </a:ext>
                </a:extLst>
              </p:cNvPr>
              <p:cNvSpPr>
                <a:spLocks noChangeArrowheads="1"/>
              </p:cNvSpPr>
              <p:nvPr/>
            </p:nvSpPr>
            <p:spPr bwMode="auto">
              <a:xfrm>
                <a:off x="3444875" y="4243388"/>
                <a:ext cx="7938"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35" name="Freeform 112">
                <a:extLst>
                  <a:ext uri="{FF2B5EF4-FFF2-40B4-BE49-F238E27FC236}">
                    <a16:creationId xmlns:a16="http://schemas.microsoft.com/office/drawing/2014/main" id="{472AD4C3-F55E-4BF7-B14C-0AAE6A5D5F87}"/>
                  </a:ext>
                </a:extLst>
              </p:cNvPr>
              <p:cNvSpPr>
                <a:spLocks noChangeArrowheads="1"/>
              </p:cNvSpPr>
              <p:nvPr/>
            </p:nvSpPr>
            <p:spPr bwMode="auto">
              <a:xfrm>
                <a:off x="3479800" y="4243388"/>
                <a:ext cx="7938"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36" name="Freeform 113">
                <a:extLst>
                  <a:ext uri="{FF2B5EF4-FFF2-40B4-BE49-F238E27FC236}">
                    <a16:creationId xmlns:a16="http://schemas.microsoft.com/office/drawing/2014/main" id="{2B31B9F9-213E-4CB8-953B-D93BB41D3131}"/>
                  </a:ext>
                </a:extLst>
              </p:cNvPr>
              <p:cNvSpPr>
                <a:spLocks noChangeArrowheads="1"/>
              </p:cNvSpPr>
              <p:nvPr/>
            </p:nvSpPr>
            <p:spPr bwMode="auto">
              <a:xfrm>
                <a:off x="3516313" y="4243388"/>
                <a:ext cx="7937"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37" name="Freeform 114">
                <a:extLst>
                  <a:ext uri="{FF2B5EF4-FFF2-40B4-BE49-F238E27FC236}">
                    <a16:creationId xmlns:a16="http://schemas.microsoft.com/office/drawing/2014/main" id="{25D69FD4-5B0C-4C8A-97AC-897C6B6209D2}"/>
                  </a:ext>
                </a:extLst>
              </p:cNvPr>
              <p:cNvSpPr>
                <a:spLocks noChangeArrowheads="1"/>
              </p:cNvSpPr>
              <p:nvPr/>
            </p:nvSpPr>
            <p:spPr bwMode="auto">
              <a:xfrm>
                <a:off x="3551238" y="4487863"/>
                <a:ext cx="7937" cy="1587"/>
              </a:xfrm>
              <a:custGeom>
                <a:avLst/>
                <a:gdLst>
                  <a:gd name="T0" fmla="*/ 21 w 22"/>
                  <a:gd name="T1" fmla="*/ 0 h 1"/>
                  <a:gd name="T2" fmla="*/ 0 w 22"/>
                  <a:gd name="T3" fmla="*/ 0 h 1"/>
                </a:gdLst>
                <a:ahLst/>
                <a:cxnLst>
                  <a:cxn ang="0">
                    <a:pos x="T0" y="T1"/>
                  </a:cxn>
                  <a:cxn ang="0">
                    <a:pos x="T2" y="T3"/>
                  </a:cxn>
                </a:cxnLst>
                <a:rect l="0" t="0" r="r" b="b"/>
                <a:pathLst>
                  <a:path w="22" h="1">
                    <a:moveTo>
                      <a:pt x="21" y="0"/>
                    </a:moveTo>
                    <a:cubicBezTo>
                      <a:pt x="14" y="0"/>
                      <a:pt x="7"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38" name="Freeform 115">
                <a:extLst>
                  <a:ext uri="{FF2B5EF4-FFF2-40B4-BE49-F238E27FC236}">
                    <a16:creationId xmlns:a16="http://schemas.microsoft.com/office/drawing/2014/main" id="{B32593C1-61AC-41C8-97E1-D4DE926567BB}"/>
                  </a:ext>
                </a:extLst>
              </p:cNvPr>
              <p:cNvSpPr>
                <a:spLocks noChangeArrowheads="1"/>
              </p:cNvSpPr>
              <p:nvPr/>
            </p:nvSpPr>
            <p:spPr bwMode="auto">
              <a:xfrm>
                <a:off x="3551238" y="4568825"/>
                <a:ext cx="7937" cy="1588"/>
              </a:xfrm>
              <a:custGeom>
                <a:avLst/>
                <a:gdLst>
                  <a:gd name="T0" fmla="*/ 21 w 22"/>
                  <a:gd name="T1" fmla="*/ 0 h 1"/>
                  <a:gd name="T2" fmla="*/ 0 w 22"/>
                  <a:gd name="T3" fmla="*/ 0 h 1"/>
                </a:gdLst>
                <a:ahLst/>
                <a:cxnLst>
                  <a:cxn ang="0">
                    <a:pos x="T0" y="T1"/>
                  </a:cxn>
                  <a:cxn ang="0">
                    <a:pos x="T2" y="T3"/>
                  </a:cxn>
                </a:cxnLst>
                <a:rect l="0" t="0" r="r" b="b"/>
                <a:pathLst>
                  <a:path w="22" h="1">
                    <a:moveTo>
                      <a:pt x="21" y="0"/>
                    </a:moveTo>
                    <a:cubicBezTo>
                      <a:pt x="14" y="0"/>
                      <a:pt x="7"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39" name="Freeform 116">
                <a:extLst>
                  <a:ext uri="{FF2B5EF4-FFF2-40B4-BE49-F238E27FC236}">
                    <a16:creationId xmlns:a16="http://schemas.microsoft.com/office/drawing/2014/main" id="{E4592A5B-087C-45B5-8B21-9F23906D170A}"/>
                  </a:ext>
                </a:extLst>
              </p:cNvPr>
              <p:cNvSpPr>
                <a:spLocks noChangeArrowheads="1"/>
              </p:cNvSpPr>
              <p:nvPr/>
            </p:nvSpPr>
            <p:spPr bwMode="auto">
              <a:xfrm>
                <a:off x="3595688" y="4524375"/>
                <a:ext cx="1587" cy="7938"/>
              </a:xfrm>
              <a:custGeom>
                <a:avLst/>
                <a:gdLst>
                  <a:gd name="T0" fmla="*/ 0 w 1"/>
                  <a:gd name="T1" fmla="*/ 21 h 22"/>
                  <a:gd name="T2" fmla="*/ 0 w 1"/>
                  <a:gd name="T3" fmla="*/ 0 h 22"/>
                </a:gdLst>
                <a:ahLst/>
                <a:cxnLst>
                  <a:cxn ang="0">
                    <a:pos x="T0" y="T1"/>
                  </a:cxn>
                  <a:cxn ang="0">
                    <a:pos x="T2" y="T3"/>
                  </a:cxn>
                </a:cxnLst>
                <a:rect l="0" t="0" r="r" b="b"/>
                <a:pathLst>
                  <a:path w="1" h="22">
                    <a:moveTo>
                      <a:pt x="0" y="21"/>
                    </a:moveTo>
                    <a:cubicBezTo>
                      <a:pt x="0" y="14"/>
                      <a:pt x="0" y="7"/>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40" name="Freeform 117">
                <a:extLst>
                  <a:ext uri="{FF2B5EF4-FFF2-40B4-BE49-F238E27FC236}">
                    <a16:creationId xmlns:a16="http://schemas.microsoft.com/office/drawing/2014/main" id="{F86E7EB4-58A3-4A5C-80E3-72692A2F1E22}"/>
                  </a:ext>
                </a:extLst>
              </p:cNvPr>
              <p:cNvSpPr>
                <a:spLocks noChangeArrowheads="1"/>
              </p:cNvSpPr>
              <p:nvPr/>
            </p:nvSpPr>
            <p:spPr bwMode="auto">
              <a:xfrm>
                <a:off x="3581400" y="4554538"/>
                <a:ext cx="6350" cy="6350"/>
              </a:xfrm>
              <a:custGeom>
                <a:avLst/>
                <a:gdLst>
                  <a:gd name="T0" fmla="*/ 15 w 16"/>
                  <a:gd name="T1" fmla="*/ 0 h 16"/>
                  <a:gd name="T2" fmla="*/ 0 w 16"/>
                  <a:gd name="T3" fmla="*/ 15 h 16"/>
                </a:gdLst>
                <a:ahLst/>
                <a:cxnLst>
                  <a:cxn ang="0">
                    <a:pos x="T0" y="T1"/>
                  </a:cxn>
                  <a:cxn ang="0">
                    <a:pos x="T2" y="T3"/>
                  </a:cxn>
                </a:cxnLst>
                <a:rect l="0" t="0" r="r" b="b"/>
                <a:pathLst>
                  <a:path w="16" h="16">
                    <a:moveTo>
                      <a:pt x="15" y="0"/>
                    </a:moveTo>
                    <a:cubicBezTo>
                      <a:pt x="10" y="5"/>
                      <a:pt x="5" y="10"/>
                      <a:pt x="0" y="1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41" name="Freeform 118">
                <a:extLst>
                  <a:ext uri="{FF2B5EF4-FFF2-40B4-BE49-F238E27FC236}">
                    <a16:creationId xmlns:a16="http://schemas.microsoft.com/office/drawing/2014/main" id="{857ECDFF-9014-45FA-8DB6-48F5EE7AC664}"/>
                  </a:ext>
                </a:extLst>
              </p:cNvPr>
              <p:cNvSpPr>
                <a:spLocks noChangeArrowheads="1"/>
              </p:cNvSpPr>
              <p:nvPr/>
            </p:nvSpPr>
            <p:spPr bwMode="auto">
              <a:xfrm>
                <a:off x="3581400" y="4495800"/>
                <a:ext cx="6350" cy="6350"/>
              </a:xfrm>
              <a:custGeom>
                <a:avLst/>
                <a:gdLst>
                  <a:gd name="T0" fmla="*/ 15 w 16"/>
                  <a:gd name="T1" fmla="*/ 15 h 16"/>
                  <a:gd name="T2" fmla="*/ 0 w 16"/>
                  <a:gd name="T3" fmla="*/ 0 h 16"/>
                </a:gdLst>
                <a:ahLst/>
                <a:cxnLst>
                  <a:cxn ang="0">
                    <a:pos x="T0" y="T1"/>
                  </a:cxn>
                  <a:cxn ang="0">
                    <a:pos x="T2" y="T3"/>
                  </a:cxn>
                </a:cxnLst>
                <a:rect l="0" t="0" r="r" b="b"/>
                <a:pathLst>
                  <a:path w="16" h="16">
                    <a:moveTo>
                      <a:pt x="15" y="15"/>
                    </a:moveTo>
                    <a:cubicBezTo>
                      <a:pt x="10" y="10"/>
                      <a:pt x="5" y="5"/>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42" name="Freeform 119">
                <a:extLst>
                  <a:ext uri="{FF2B5EF4-FFF2-40B4-BE49-F238E27FC236}">
                    <a16:creationId xmlns:a16="http://schemas.microsoft.com/office/drawing/2014/main" id="{FD8E7038-303F-46B9-94CE-86133BEF54E5}"/>
                  </a:ext>
                </a:extLst>
              </p:cNvPr>
              <p:cNvSpPr>
                <a:spLocks noChangeArrowheads="1"/>
              </p:cNvSpPr>
              <p:nvPr/>
            </p:nvSpPr>
            <p:spPr bwMode="auto">
              <a:xfrm>
                <a:off x="3551238" y="4324350"/>
                <a:ext cx="7937" cy="1588"/>
              </a:xfrm>
              <a:custGeom>
                <a:avLst/>
                <a:gdLst>
                  <a:gd name="T0" fmla="*/ 21 w 22"/>
                  <a:gd name="T1" fmla="*/ 0 h 1"/>
                  <a:gd name="T2" fmla="*/ 0 w 22"/>
                  <a:gd name="T3" fmla="*/ 0 h 1"/>
                </a:gdLst>
                <a:ahLst/>
                <a:cxnLst>
                  <a:cxn ang="0">
                    <a:pos x="T0" y="T1"/>
                  </a:cxn>
                  <a:cxn ang="0">
                    <a:pos x="T2" y="T3"/>
                  </a:cxn>
                </a:cxnLst>
                <a:rect l="0" t="0" r="r" b="b"/>
                <a:pathLst>
                  <a:path w="22" h="1">
                    <a:moveTo>
                      <a:pt x="21" y="0"/>
                    </a:moveTo>
                    <a:cubicBezTo>
                      <a:pt x="14" y="0"/>
                      <a:pt x="7"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43" name="Freeform 120">
                <a:extLst>
                  <a:ext uri="{FF2B5EF4-FFF2-40B4-BE49-F238E27FC236}">
                    <a16:creationId xmlns:a16="http://schemas.microsoft.com/office/drawing/2014/main" id="{C255FCD0-9C4A-4091-9420-A4343B292B84}"/>
                  </a:ext>
                </a:extLst>
              </p:cNvPr>
              <p:cNvSpPr>
                <a:spLocks noChangeArrowheads="1"/>
              </p:cNvSpPr>
              <p:nvPr/>
            </p:nvSpPr>
            <p:spPr bwMode="auto">
              <a:xfrm>
                <a:off x="3551238" y="4405313"/>
                <a:ext cx="7937" cy="1587"/>
              </a:xfrm>
              <a:custGeom>
                <a:avLst/>
                <a:gdLst>
                  <a:gd name="T0" fmla="*/ 21 w 22"/>
                  <a:gd name="T1" fmla="*/ 0 h 1"/>
                  <a:gd name="T2" fmla="*/ 0 w 22"/>
                  <a:gd name="T3" fmla="*/ 0 h 1"/>
                </a:gdLst>
                <a:ahLst/>
                <a:cxnLst>
                  <a:cxn ang="0">
                    <a:pos x="T0" y="T1"/>
                  </a:cxn>
                  <a:cxn ang="0">
                    <a:pos x="T2" y="T3"/>
                  </a:cxn>
                </a:cxnLst>
                <a:rect l="0" t="0" r="r" b="b"/>
                <a:pathLst>
                  <a:path w="22" h="1">
                    <a:moveTo>
                      <a:pt x="21" y="0"/>
                    </a:moveTo>
                    <a:cubicBezTo>
                      <a:pt x="14" y="0"/>
                      <a:pt x="7"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44" name="Freeform 121">
                <a:extLst>
                  <a:ext uri="{FF2B5EF4-FFF2-40B4-BE49-F238E27FC236}">
                    <a16:creationId xmlns:a16="http://schemas.microsoft.com/office/drawing/2014/main" id="{8095289D-982F-436B-837D-4896B025D228}"/>
                  </a:ext>
                </a:extLst>
              </p:cNvPr>
              <p:cNvSpPr>
                <a:spLocks noChangeArrowheads="1"/>
              </p:cNvSpPr>
              <p:nvPr/>
            </p:nvSpPr>
            <p:spPr bwMode="auto">
              <a:xfrm>
                <a:off x="3595688" y="4362450"/>
                <a:ext cx="1587" cy="7938"/>
              </a:xfrm>
              <a:custGeom>
                <a:avLst/>
                <a:gdLst>
                  <a:gd name="T0" fmla="*/ 0 w 1"/>
                  <a:gd name="T1" fmla="*/ 21 h 22"/>
                  <a:gd name="T2" fmla="*/ 0 w 1"/>
                  <a:gd name="T3" fmla="*/ 0 h 22"/>
                </a:gdLst>
                <a:ahLst/>
                <a:cxnLst>
                  <a:cxn ang="0">
                    <a:pos x="T0" y="T1"/>
                  </a:cxn>
                  <a:cxn ang="0">
                    <a:pos x="T2" y="T3"/>
                  </a:cxn>
                </a:cxnLst>
                <a:rect l="0" t="0" r="r" b="b"/>
                <a:pathLst>
                  <a:path w="1" h="22">
                    <a:moveTo>
                      <a:pt x="0" y="21"/>
                    </a:moveTo>
                    <a:cubicBezTo>
                      <a:pt x="0" y="14"/>
                      <a:pt x="0" y="7"/>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45" name="Freeform 122">
                <a:extLst>
                  <a:ext uri="{FF2B5EF4-FFF2-40B4-BE49-F238E27FC236}">
                    <a16:creationId xmlns:a16="http://schemas.microsoft.com/office/drawing/2014/main" id="{35776CB7-E5AB-443E-818C-12141464D7C4}"/>
                  </a:ext>
                </a:extLst>
              </p:cNvPr>
              <p:cNvSpPr>
                <a:spLocks noChangeArrowheads="1"/>
              </p:cNvSpPr>
              <p:nvPr/>
            </p:nvSpPr>
            <p:spPr bwMode="auto">
              <a:xfrm>
                <a:off x="3581400" y="4391025"/>
                <a:ext cx="6350" cy="6350"/>
              </a:xfrm>
              <a:custGeom>
                <a:avLst/>
                <a:gdLst>
                  <a:gd name="T0" fmla="*/ 15 w 16"/>
                  <a:gd name="T1" fmla="*/ 0 h 16"/>
                  <a:gd name="T2" fmla="*/ 0 w 16"/>
                  <a:gd name="T3" fmla="*/ 15 h 16"/>
                </a:gdLst>
                <a:ahLst/>
                <a:cxnLst>
                  <a:cxn ang="0">
                    <a:pos x="T0" y="T1"/>
                  </a:cxn>
                  <a:cxn ang="0">
                    <a:pos x="T2" y="T3"/>
                  </a:cxn>
                </a:cxnLst>
                <a:rect l="0" t="0" r="r" b="b"/>
                <a:pathLst>
                  <a:path w="16" h="16">
                    <a:moveTo>
                      <a:pt x="15" y="0"/>
                    </a:moveTo>
                    <a:cubicBezTo>
                      <a:pt x="10" y="5"/>
                      <a:pt x="5" y="10"/>
                      <a:pt x="0" y="1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46" name="Freeform 123">
                <a:extLst>
                  <a:ext uri="{FF2B5EF4-FFF2-40B4-BE49-F238E27FC236}">
                    <a16:creationId xmlns:a16="http://schemas.microsoft.com/office/drawing/2014/main" id="{F5653354-9E36-49D9-9EB9-8C6E29303AEF}"/>
                  </a:ext>
                </a:extLst>
              </p:cNvPr>
              <p:cNvSpPr>
                <a:spLocks noChangeArrowheads="1"/>
              </p:cNvSpPr>
              <p:nvPr/>
            </p:nvSpPr>
            <p:spPr bwMode="auto">
              <a:xfrm>
                <a:off x="3581400" y="4333875"/>
                <a:ext cx="6350" cy="6350"/>
              </a:xfrm>
              <a:custGeom>
                <a:avLst/>
                <a:gdLst>
                  <a:gd name="T0" fmla="*/ 15 w 16"/>
                  <a:gd name="T1" fmla="*/ 15 h 16"/>
                  <a:gd name="T2" fmla="*/ 0 w 16"/>
                  <a:gd name="T3" fmla="*/ 0 h 16"/>
                </a:gdLst>
                <a:ahLst/>
                <a:cxnLst>
                  <a:cxn ang="0">
                    <a:pos x="T0" y="T1"/>
                  </a:cxn>
                  <a:cxn ang="0">
                    <a:pos x="T2" y="T3"/>
                  </a:cxn>
                </a:cxnLst>
                <a:rect l="0" t="0" r="r" b="b"/>
                <a:pathLst>
                  <a:path w="16" h="16">
                    <a:moveTo>
                      <a:pt x="15" y="15"/>
                    </a:moveTo>
                    <a:cubicBezTo>
                      <a:pt x="10" y="10"/>
                      <a:pt x="5" y="5"/>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47" name="Freeform 124">
                <a:extLst>
                  <a:ext uri="{FF2B5EF4-FFF2-40B4-BE49-F238E27FC236}">
                    <a16:creationId xmlns:a16="http://schemas.microsoft.com/office/drawing/2014/main" id="{F3EBF554-05B6-4FD4-BF11-FA42E978ED47}"/>
                  </a:ext>
                </a:extLst>
              </p:cNvPr>
              <p:cNvSpPr>
                <a:spLocks noChangeArrowheads="1"/>
              </p:cNvSpPr>
              <p:nvPr/>
            </p:nvSpPr>
            <p:spPr bwMode="auto">
              <a:xfrm>
                <a:off x="3302000" y="4324350"/>
                <a:ext cx="7938"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48" name="Freeform 125">
                <a:extLst>
                  <a:ext uri="{FF2B5EF4-FFF2-40B4-BE49-F238E27FC236}">
                    <a16:creationId xmlns:a16="http://schemas.microsoft.com/office/drawing/2014/main" id="{EC02C87F-7B34-4BFB-A7D0-9E4753E673B1}"/>
                  </a:ext>
                </a:extLst>
              </p:cNvPr>
              <p:cNvSpPr>
                <a:spLocks noChangeArrowheads="1"/>
              </p:cNvSpPr>
              <p:nvPr/>
            </p:nvSpPr>
            <p:spPr bwMode="auto">
              <a:xfrm>
                <a:off x="3302000" y="4243388"/>
                <a:ext cx="7938"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49" name="Freeform 126">
                <a:extLst>
                  <a:ext uri="{FF2B5EF4-FFF2-40B4-BE49-F238E27FC236}">
                    <a16:creationId xmlns:a16="http://schemas.microsoft.com/office/drawing/2014/main" id="{ADC115FF-0958-4B8A-9A90-D85C0760802F}"/>
                  </a:ext>
                </a:extLst>
              </p:cNvPr>
              <p:cNvSpPr>
                <a:spLocks noChangeArrowheads="1"/>
              </p:cNvSpPr>
              <p:nvPr/>
            </p:nvSpPr>
            <p:spPr bwMode="auto">
              <a:xfrm>
                <a:off x="3265488" y="4279900"/>
                <a:ext cx="1587" cy="7938"/>
              </a:xfrm>
              <a:custGeom>
                <a:avLst/>
                <a:gdLst>
                  <a:gd name="T0" fmla="*/ 0 w 1"/>
                  <a:gd name="T1" fmla="*/ 0 h 22"/>
                  <a:gd name="T2" fmla="*/ 0 w 1"/>
                  <a:gd name="T3" fmla="*/ 21 h 22"/>
                </a:gdLst>
                <a:ahLst/>
                <a:cxnLst>
                  <a:cxn ang="0">
                    <a:pos x="T0" y="T1"/>
                  </a:cxn>
                  <a:cxn ang="0">
                    <a:pos x="T2" y="T3"/>
                  </a:cxn>
                </a:cxnLst>
                <a:rect l="0" t="0" r="r" b="b"/>
                <a:pathLst>
                  <a:path w="1" h="22">
                    <a:moveTo>
                      <a:pt x="0" y="0"/>
                    </a:moveTo>
                    <a:cubicBezTo>
                      <a:pt x="0" y="7"/>
                      <a:pt x="0" y="14"/>
                      <a:pt x="0" y="21"/>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50" name="Freeform 127">
                <a:extLst>
                  <a:ext uri="{FF2B5EF4-FFF2-40B4-BE49-F238E27FC236}">
                    <a16:creationId xmlns:a16="http://schemas.microsoft.com/office/drawing/2014/main" id="{E8940CF7-87C9-49D6-BC9F-6A6248BD0001}"/>
                  </a:ext>
                </a:extLst>
              </p:cNvPr>
              <p:cNvSpPr>
                <a:spLocks noChangeArrowheads="1"/>
              </p:cNvSpPr>
              <p:nvPr/>
            </p:nvSpPr>
            <p:spPr bwMode="auto">
              <a:xfrm>
                <a:off x="3275013" y="4252913"/>
                <a:ext cx="6350" cy="6350"/>
              </a:xfrm>
              <a:custGeom>
                <a:avLst/>
                <a:gdLst>
                  <a:gd name="T0" fmla="*/ 0 w 16"/>
                  <a:gd name="T1" fmla="*/ 15 h 16"/>
                  <a:gd name="T2" fmla="*/ 15 w 16"/>
                  <a:gd name="T3" fmla="*/ 0 h 16"/>
                </a:gdLst>
                <a:ahLst/>
                <a:cxnLst>
                  <a:cxn ang="0">
                    <a:pos x="T0" y="T1"/>
                  </a:cxn>
                  <a:cxn ang="0">
                    <a:pos x="T2" y="T3"/>
                  </a:cxn>
                </a:cxnLst>
                <a:rect l="0" t="0" r="r" b="b"/>
                <a:pathLst>
                  <a:path w="16" h="16">
                    <a:moveTo>
                      <a:pt x="0" y="15"/>
                    </a:moveTo>
                    <a:cubicBezTo>
                      <a:pt x="5" y="10"/>
                      <a:pt x="10" y="5"/>
                      <a:pt x="15"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51" name="Freeform 128">
                <a:extLst>
                  <a:ext uri="{FF2B5EF4-FFF2-40B4-BE49-F238E27FC236}">
                    <a16:creationId xmlns:a16="http://schemas.microsoft.com/office/drawing/2014/main" id="{CD8341C6-7BF3-486A-AF7B-A2E893604E19}"/>
                  </a:ext>
                </a:extLst>
              </p:cNvPr>
              <p:cNvSpPr>
                <a:spLocks noChangeArrowheads="1"/>
              </p:cNvSpPr>
              <p:nvPr/>
            </p:nvSpPr>
            <p:spPr bwMode="auto">
              <a:xfrm>
                <a:off x="3275013" y="4310063"/>
                <a:ext cx="6350" cy="6350"/>
              </a:xfrm>
              <a:custGeom>
                <a:avLst/>
                <a:gdLst>
                  <a:gd name="T0" fmla="*/ 0 w 16"/>
                  <a:gd name="T1" fmla="*/ 0 h 16"/>
                  <a:gd name="T2" fmla="*/ 15 w 16"/>
                  <a:gd name="T3" fmla="*/ 15 h 16"/>
                </a:gdLst>
                <a:ahLst/>
                <a:cxnLst>
                  <a:cxn ang="0">
                    <a:pos x="T0" y="T1"/>
                  </a:cxn>
                  <a:cxn ang="0">
                    <a:pos x="T2" y="T3"/>
                  </a:cxn>
                </a:cxnLst>
                <a:rect l="0" t="0" r="r" b="b"/>
                <a:pathLst>
                  <a:path w="16" h="16">
                    <a:moveTo>
                      <a:pt x="0" y="0"/>
                    </a:moveTo>
                    <a:cubicBezTo>
                      <a:pt x="5" y="5"/>
                      <a:pt x="10" y="10"/>
                      <a:pt x="15" y="1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52" name="Freeform 129">
                <a:extLst>
                  <a:ext uri="{FF2B5EF4-FFF2-40B4-BE49-F238E27FC236}">
                    <a16:creationId xmlns:a16="http://schemas.microsoft.com/office/drawing/2014/main" id="{06E4834D-4836-4FC4-BA2E-32AC90DDCF01}"/>
                  </a:ext>
                </a:extLst>
              </p:cNvPr>
              <p:cNvSpPr>
                <a:spLocks noChangeArrowheads="1"/>
              </p:cNvSpPr>
              <p:nvPr/>
            </p:nvSpPr>
            <p:spPr bwMode="auto">
              <a:xfrm>
                <a:off x="3444875" y="4487863"/>
                <a:ext cx="7938"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53" name="Freeform 130">
                <a:extLst>
                  <a:ext uri="{FF2B5EF4-FFF2-40B4-BE49-F238E27FC236}">
                    <a16:creationId xmlns:a16="http://schemas.microsoft.com/office/drawing/2014/main" id="{B62F6304-CAD4-42DF-A037-748AE3EE04B2}"/>
                  </a:ext>
                </a:extLst>
              </p:cNvPr>
              <p:cNvSpPr>
                <a:spLocks noChangeArrowheads="1"/>
              </p:cNvSpPr>
              <p:nvPr/>
            </p:nvSpPr>
            <p:spPr bwMode="auto">
              <a:xfrm>
                <a:off x="3444875" y="4405313"/>
                <a:ext cx="7938"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54" name="Freeform 131">
                <a:extLst>
                  <a:ext uri="{FF2B5EF4-FFF2-40B4-BE49-F238E27FC236}">
                    <a16:creationId xmlns:a16="http://schemas.microsoft.com/office/drawing/2014/main" id="{F1A98AE6-82B7-4CA6-8D76-2F9CD6F1AB6A}"/>
                  </a:ext>
                </a:extLst>
              </p:cNvPr>
              <p:cNvSpPr>
                <a:spLocks noChangeArrowheads="1"/>
              </p:cNvSpPr>
              <p:nvPr/>
            </p:nvSpPr>
            <p:spPr bwMode="auto">
              <a:xfrm>
                <a:off x="3408363" y="4443413"/>
                <a:ext cx="1587" cy="7937"/>
              </a:xfrm>
              <a:custGeom>
                <a:avLst/>
                <a:gdLst>
                  <a:gd name="T0" fmla="*/ 0 w 1"/>
                  <a:gd name="T1" fmla="*/ 0 h 23"/>
                  <a:gd name="T2" fmla="*/ 0 w 1"/>
                  <a:gd name="T3" fmla="*/ 22 h 23"/>
                </a:gdLst>
                <a:ahLst/>
                <a:cxnLst>
                  <a:cxn ang="0">
                    <a:pos x="T0" y="T1"/>
                  </a:cxn>
                  <a:cxn ang="0">
                    <a:pos x="T2" y="T3"/>
                  </a:cxn>
                </a:cxnLst>
                <a:rect l="0" t="0" r="r" b="b"/>
                <a:pathLst>
                  <a:path w="1" h="23">
                    <a:moveTo>
                      <a:pt x="0" y="0"/>
                    </a:moveTo>
                    <a:cubicBezTo>
                      <a:pt x="0" y="8"/>
                      <a:pt x="0" y="15"/>
                      <a:pt x="0" y="22"/>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55" name="Freeform 132">
                <a:extLst>
                  <a:ext uri="{FF2B5EF4-FFF2-40B4-BE49-F238E27FC236}">
                    <a16:creationId xmlns:a16="http://schemas.microsoft.com/office/drawing/2014/main" id="{72C0B88B-2045-4799-B6F0-0AA3D47C5DB3}"/>
                  </a:ext>
                </a:extLst>
              </p:cNvPr>
              <p:cNvSpPr>
                <a:spLocks noChangeArrowheads="1"/>
              </p:cNvSpPr>
              <p:nvPr/>
            </p:nvSpPr>
            <p:spPr bwMode="auto">
              <a:xfrm>
                <a:off x="3417888" y="4414838"/>
                <a:ext cx="6350" cy="6350"/>
              </a:xfrm>
              <a:custGeom>
                <a:avLst/>
                <a:gdLst>
                  <a:gd name="T0" fmla="*/ 0 w 16"/>
                  <a:gd name="T1" fmla="*/ 15 h 16"/>
                  <a:gd name="T2" fmla="*/ 15 w 16"/>
                  <a:gd name="T3" fmla="*/ 0 h 16"/>
                </a:gdLst>
                <a:ahLst/>
                <a:cxnLst>
                  <a:cxn ang="0">
                    <a:pos x="T0" y="T1"/>
                  </a:cxn>
                  <a:cxn ang="0">
                    <a:pos x="T2" y="T3"/>
                  </a:cxn>
                </a:cxnLst>
                <a:rect l="0" t="0" r="r" b="b"/>
                <a:pathLst>
                  <a:path w="16" h="16">
                    <a:moveTo>
                      <a:pt x="0" y="15"/>
                    </a:moveTo>
                    <a:cubicBezTo>
                      <a:pt x="5" y="10"/>
                      <a:pt x="10" y="5"/>
                      <a:pt x="15"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56" name="Freeform 133">
                <a:extLst>
                  <a:ext uri="{FF2B5EF4-FFF2-40B4-BE49-F238E27FC236}">
                    <a16:creationId xmlns:a16="http://schemas.microsoft.com/office/drawing/2014/main" id="{2A95154A-7CDF-4792-A447-BFA7D8D35E38}"/>
                  </a:ext>
                </a:extLst>
              </p:cNvPr>
              <p:cNvSpPr>
                <a:spLocks noChangeArrowheads="1"/>
              </p:cNvSpPr>
              <p:nvPr/>
            </p:nvSpPr>
            <p:spPr bwMode="auto">
              <a:xfrm>
                <a:off x="3417888" y="4471988"/>
                <a:ext cx="6350" cy="6350"/>
              </a:xfrm>
              <a:custGeom>
                <a:avLst/>
                <a:gdLst>
                  <a:gd name="T0" fmla="*/ 0 w 16"/>
                  <a:gd name="T1" fmla="*/ 0 h 16"/>
                  <a:gd name="T2" fmla="*/ 15 w 16"/>
                  <a:gd name="T3" fmla="*/ 15 h 16"/>
                </a:gdLst>
                <a:ahLst/>
                <a:cxnLst>
                  <a:cxn ang="0">
                    <a:pos x="T0" y="T1"/>
                  </a:cxn>
                  <a:cxn ang="0">
                    <a:pos x="T2" y="T3"/>
                  </a:cxn>
                </a:cxnLst>
                <a:rect l="0" t="0" r="r" b="b"/>
                <a:pathLst>
                  <a:path w="16" h="16">
                    <a:moveTo>
                      <a:pt x="0" y="0"/>
                    </a:moveTo>
                    <a:cubicBezTo>
                      <a:pt x="5" y="5"/>
                      <a:pt x="10" y="10"/>
                      <a:pt x="15" y="1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grpSp>
      </p:grpSp>
      <p:grpSp>
        <p:nvGrpSpPr>
          <p:cNvPr id="157" name="Group 156">
            <a:extLst>
              <a:ext uri="{FF2B5EF4-FFF2-40B4-BE49-F238E27FC236}">
                <a16:creationId xmlns:a16="http://schemas.microsoft.com/office/drawing/2014/main" id="{24895ACC-4377-46FE-8BA7-06A05B8372AA}"/>
              </a:ext>
            </a:extLst>
          </p:cNvPr>
          <p:cNvGrpSpPr>
            <a:grpSpLocks noChangeAspect="1"/>
          </p:cNvGrpSpPr>
          <p:nvPr/>
        </p:nvGrpSpPr>
        <p:grpSpPr>
          <a:xfrm>
            <a:off x="421552" y="3445640"/>
            <a:ext cx="544185" cy="544184"/>
            <a:chOff x="2755083" y="5435946"/>
            <a:chExt cx="781902" cy="781901"/>
          </a:xfrm>
        </p:grpSpPr>
        <p:sp>
          <p:nvSpPr>
            <p:cNvPr id="158" name="Freeform 238">
              <a:extLst>
                <a:ext uri="{FF2B5EF4-FFF2-40B4-BE49-F238E27FC236}">
                  <a16:creationId xmlns:a16="http://schemas.microsoft.com/office/drawing/2014/main" id="{5AD80997-D87D-46EE-9262-A4F30A7522C9}"/>
                </a:ext>
              </a:extLst>
            </p:cNvPr>
            <p:cNvSpPr>
              <a:spLocks noChangeArrowheads="1"/>
            </p:cNvSpPr>
            <p:nvPr/>
          </p:nvSpPr>
          <p:spPr bwMode="auto">
            <a:xfrm>
              <a:off x="2755083" y="5435946"/>
              <a:ext cx="781902" cy="781901"/>
            </a:xfrm>
            <a:custGeom>
              <a:avLst/>
              <a:gdLst>
                <a:gd name="T0" fmla="*/ 1467 w 1751"/>
                <a:gd name="T1" fmla="*/ 1750 h 1751"/>
                <a:gd name="T2" fmla="*/ 1750 w 1751"/>
                <a:gd name="T3" fmla="*/ 1468 h 1751"/>
                <a:gd name="T4" fmla="*/ 1750 w 1751"/>
                <a:gd name="T5" fmla="*/ 283 h 1751"/>
                <a:gd name="T6" fmla="*/ 1467 w 1751"/>
                <a:gd name="T7" fmla="*/ 0 h 1751"/>
                <a:gd name="T8" fmla="*/ 282 w 1751"/>
                <a:gd name="T9" fmla="*/ 0 h 1751"/>
                <a:gd name="T10" fmla="*/ 0 w 1751"/>
                <a:gd name="T11" fmla="*/ 283 h 1751"/>
                <a:gd name="T12" fmla="*/ 0 w 1751"/>
                <a:gd name="T13" fmla="*/ 1468 h 1751"/>
                <a:gd name="T14" fmla="*/ 282 w 1751"/>
                <a:gd name="T15" fmla="*/ 1750 h 1751"/>
                <a:gd name="T16" fmla="*/ 1467 w 1751"/>
                <a:gd name="T17" fmla="*/ 1750 h 17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751" h="1751">
                  <a:moveTo>
                    <a:pt x="1467" y="1750"/>
                  </a:moveTo>
                  <a:cubicBezTo>
                    <a:pt x="1623" y="1750"/>
                    <a:pt x="1750" y="1623"/>
                    <a:pt x="1750" y="1468"/>
                  </a:cubicBezTo>
                  <a:cubicBezTo>
                    <a:pt x="1750" y="1073"/>
                    <a:pt x="1750" y="678"/>
                    <a:pt x="1750" y="283"/>
                  </a:cubicBezTo>
                  <a:cubicBezTo>
                    <a:pt x="1750" y="127"/>
                    <a:pt x="1623" y="0"/>
                    <a:pt x="1467" y="0"/>
                  </a:cubicBezTo>
                  <a:cubicBezTo>
                    <a:pt x="1072" y="0"/>
                    <a:pt x="677" y="0"/>
                    <a:pt x="282" y="0"/>
                  </a:cubicBezTo>
                  <a:cubicBezTo>
                    <a:pt x="127" y="0"/>
                    <a:pt x="0" y="127"/>
                    <a:pt x="0" y="283"/>
                  </a:cubicBezTo>
                  <a:cubicBezTo>
                    <a:pt x="0" y="678"/>
                    <a:pt x="0" y="1073"/>
                    <a:pt x="0" y="1468"/>
                  </a:cubicBezTo>
                  <a:cubicBezTo>
                    <a:pt x="0" y="1623"/>
                    <a:pt x="127" y="1750"/>
                    <a:pt x="282" y="1750"/>
                  </a:cubicBezTo>
                  <a:cubicBezTo>
                    <a:pt x="677" y="1750"/>
                    <a:pt x="1072" y="1750"/>
                    <a:pt x="1467" y="1750"/>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grpSp>
          <p:nvGrpSpPr>
            <p:cNvPr id="159" name="Group 158">
              <a:extLst>
                <a:ext uri="{FF2B5EF4-FFF2-40B4-BE49-F238E27FC236}">
                  <a16:creationId xmlns:a16="http://schemas.microsoft.com/office/drawing/2014/main" id="{BD1D48D4-9A7E-4A6E-8CDF-2F327B6AB6BB}"/>
                </a:ext>
              </a:extLst>
            </p:cNvPr>
            <p:cNvGrpSpPr/>
            <p:nvPr/>
          </p:nvGrpSpPr>
          <p:grpSpPr>
            <a:xfrm>
              <a:off x="2944157" y="5605325"/>
              <a:ext cx="403753" cy="443142"/>
              <a:chOff x="2944157" y="5605325"/>
              <a:chExt cx="403753" cy="443142"/>
            </a:xfrm>
          </p:grpSpPr>
          <p:sp>
            <p:nvSpPr>
              <p:cNvPr id="160" name="Freeform 239">
                <a:extLst>
                  <a:ext uri="{FF2B5EF4-FFF2-40B4-BE49-F238E27FC236}">
                    <a16:creationId xmlns:a16="http://schemas.microsoft.com/office/drawing/2014/main" id="{101339B5-0B84-4582-BC09-4C7CF7E1BE69}"/>
                  </a:ext>
                </a:extLst>
              </p:cNvPr>
              <p:cNvSpPr>
                <a:spLocks noChangeArrowheads="1"/>
              </p:cNvSpPr>
              <p:nvPr/>
            </p:nvSpPr>
            <p:spPr bwMode="auto">
              <a:xfrm>
                <a:off x="2944157" y="5894845"/>
                <a:ext cx="63025" cy="151654"/>
              </a:xfrm>
              <a:custGeom>
                <a:avLst/>
                <a:gdLst>
                  <a:gd name="T0" fmla="*/ 57 w 142"/>
                  <a:gd name="T1" fmla="*/ 339 h 340"/>
                  <a:gd name="T2" fmla="*/ 0 w 142"/>
                  <a:gd name="T3" fmla="*/ 283 h 340"/>
                  <a:gd name="T4" fmla="*/ 0 w 142"/>
                  <a:gd name="T5" fmla="*/ 57 h 340"/>
                  <a:gd name="T6" fmla="*/ 57 w 142"/>
                  <a:gd name="T7" fmla="*/ 0 h 340"/>
                  <a:gd name="T8" fmla="*/ 85 w 142"/>
                  <a:gd name="T9" fmla="*/ 0 h 340"/>
                  <a:gd name="T10" fmla="*/ 141 w 142"/>
                  <a:gd name="T11" fmla="*/ 57 h 340"/>
                  <a:gd name="T12" fmla="*/ 141 w 142"/>
                  <a:gd name="T13" fmla="*/ 283 h 340"/>
                  <a:gd name="T14" fmla="*/ 85 w 142"/>
                  <a:gd name="T15" fmla="*/ 339 h 340"/>
                  <a:gd name="T16" fmla="*/ 57 w 142"/>
                  <a:gd name="T17" fmla="*/ 339 h 3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2" h="340">
                    <a:moveTo>
                      <a:pt x="57" y="339"/>
                    </a:moveTo>
                    <a:cubicBezTo>
                      <a:pt x="25" y="339"/>
                      <a:pt x="0" y="314"/>
                      <a:pt x="0" y="283"/>
                    </a:cubicBezTo>
                    <a:cubicBezTo>
                      <a:pt x="0" y="208"/>
                      <a:pt x="0" y="132"/>
                      <a:pt x="0" y="57"/>
                    </a:cubicBezTo>
                    <a:cubicBezTo>
                      <a:pt x="0" y="26"/>
                      <a:pt x="25" y="0"/>
                      <a:pt x="57" y="0"/>
                    </a:cubicBezTo>
                    <a:cubicBezTo>
                      <a:pt x="66" y="0"/>
                      <a:pt x="75" y="0"/>
                      <a:pt x="85" y="0"/>
                    </a:cubicBezTo>
                    <a:cubicBezTo>
                      <a:pt x="116" y="0"/>
                      <a:pt x="141" y="26"/>
                      <a:pt x="141" y="57"/>
                    </a:cubicBezTo>
                    <a:cubicBezTo>
                      <a:pt x="141" y="132"/>
                      <a:pt x="141" y="208"/>
                      <a:pt x="141" y="283"/>
                    </a:cubicBezTo>
                    <a:cubicBezTo>
                      <a:pt x="141" y="314"/>
                      <a:pt x="116" y="339"/>
                      <a:pt x="85" y="339"/>
                    </a:cubicBezTo>
                    <a:cubicBezTo>
                      <a:pt x="75" y="339"/>
                      <a:pt x="66" y="339"/>
                      <a:pt x="57" y="339"/>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sp>
            <p:nvSpPr>
              <p:cNvPr id="161" name="Freeform 240">
                <a:extLst>
                  <a:ext uri="{FF2B5EF4-FFF2-40B4-BE49-F238E27FC236}">
                    <a16:creationId xmlns:a16="http://schemas.microsoft.com/office/drawing/2014/main" id="{44EF4E2F-7BDD-40F2-B90B-807515166884}"/>
                  </a:ext>
                </a:extLst>
              </p:cNvPr>
              <p:cNvSpPr>
                <a:spLocks noChangeArrowheads="1"/>
              </p:cNvSpPr>
              <p:nvPr/>
            </p:nvSpPr>
            <p:spPr bwMode="auto">
              <a:xfrm>
                <a:off x="3284885" y="5756978"/>
                <a:ext cx="63025" cy="289521"/>
              </a:xfrm>
              <a:custGeom>
                <a:avLst/>
                <a:gdLst>
                  <a:gd name="T0" fmla="*/ 57 w 142"/>
                  <a:gd name="T1" fmla="*/ 649 h 650"/>
                  <a:gd name="T2" fmla="*/ 0 w 142"/>
                  <a:gd name="T3" fmla="*/ 593 h 650"/>
                  <a:gd name="T4" fmla="*/ 0 w 142"/>
                  <a:gd name="T5" fmla="*/ 57 h 650"/>
                  <a:gd name="T6" fmla="*/ 57 w 142"/>
                  <a:gd name="T7" fmla="*/ 0 h 650"/>
                  <a:gd name="T8" fmla="*/ 85 w 142"/>
                  <a:gd name="T9" fmla="*/ 0 h 650"/>
                  <a:gd name="T10" fmla="*/ 141 w 142"/>
                  <a:gd name="T11" fmla="*/ 57 h 650"/>
                  <a:gd name="T12" fmla="*/ 141 w 142"/>
                  <a:gd name="T13" fmla="*/ 593 h 650"/>
                  <a:gd name="T14" fmla="*/ 85 w 142"/>
                  <a:gd name="T15" fmla="*/ 649 h 650"/>
                  <a:gd name="T16" fmla="*/ 57 w 142"/>
                  <a:gd name="T17" fmla="*/ 649 h 6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2" h="650">
                    <a:moveTo>
                      <a:pt x="57" y="649"/>
                    </a:moveTo>
                    <a:cubicBezTo>
                      <a:pt x="25" y="649"/>
                      <a:pt x="0" y="624"/>
                      <a:pt x="0" y="593"/>
                    </a:cubicBezTo>
                    <a:cubicBezTo>
                      <a:pt x="0" y="414"/>
                      <a:pt x="0" y="236"/>
                      <a:pt x="0" y="57"/>
                    </a:cubicBezTo>
                    <a:cubicBezTo>
                      <a:pt x="0" y="25"/>
                      <a:pt x="25" y="0"/>
                      <a:pt x="57" y="0"/>
                    </a:cubicBezTo>
                    <a:cubicBezTo>
                      <a:pt x="66" y="0"/>
                      <a:pt x="75" y="0"/>
                      <a:pt x="85" y="0"/>
                    </a:cubicBezTo>
                    <a:cubicBezTo>
                      <a:pt x="116" y="0"/>
                      <a:pt x="141" y="25"/>
                      <a:pt x="141" y="57"/>
                    </a:cubicBezTo>
                    <a:cubicBezTo>
                      <a:pt x="141" y="236"/>
                      <a:pt x="141" y="414"/>
                      <a:pt x="141" y="593"/>
                    </a:cubicBezTo>
                    <a:cubicBezTo>
                      <a:pt x="141" y="624"/>
                      <a:pt x="116" y="649"/>
                      <a:pt x="85" y="649"/>
                    </a:cubicBezTo>
                    <a:cubicBezTo>
                      <a:pt x="75" y="649"/>
                      <a:pt x="66" y="649"/>
                      <a:pt x="57" y="649"/>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sp>
            <p:nvSpPr>
              <p:cNvPr id="162" name="Freeform 241">
                <a:extLst>
                  <a:ext uri="{FF2B5EF4-FFF2-40B4-BE49-F238E27FC236}">
                    <a16:creationId xmlns:a16="http://schemas.microsoft.com/office/drawing/2014/main" id="{8F522C4D-9B64-40A5-834D-94D9D59C9533}"/>
                  </a:ext>
                </a:extLst>
              </p:cNvPr>
              <p:cNvSpPr>
                <a:spLocks noChangeArrowheads="1"/>
              </p:cNvSpPr>
              <p:nvPr/>
            </p:nvSpPr>
            <p:spPr bwMode="auto">
              <a:xfrm>
                <a:off x="3056421" y="5782582"/>
                <a:ext cx="63025" cy="263916"/>
              </a:xfrm>
              <a:custGeom>
                <a:avLst/>
                <a:gdLst>
                  <a:gd name="T0" fmla="*/ 57 w 142"/>
                  <a:gd name="T1" fmla="*/ 592 h 593"/>
                  <a:gd name="T2" fmla="*/ 0 w 142"/>
                  <a:gd name="T3" fmla="*/ 536 h 593"/>
                  <a:gd name="T4" fmla="*/ 0 w 142"/>
                  <a:gd name="T5" fmla="*/ 56 h 593"/>
                  <a:gd name="T6" fmla="*/ 57 w 142"/>
                  <a:gd name="T7" fmla="*/ 0 h 593"/>
                  <a:gd name="T8" fmla="*/ 85 w 142"/>
                  <a:gd name="T9" fmla="*/ 0 h 593"/>
                  <a:gd name="T10" fmla="*/ 141 w 142"/>
                  <a:gd name="T11" fmla="*/ 56 h 593"/>
                  <a:gd name="T12" fmla="*/ 141 w 142"/>
                  <a:gd name="T13" fmla="*/ 536 h 593"/>
                  <a:gd name="T14" fmla="*/ 85 w 142"/>
                  <a:gd name="T15" fmla="*/ 592 h 593"/>
                  <a:gd name="T16" fmla="*/ 57 w 142"/>
                  <a:gd name="T17" fmla="*/ 592 h 5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2" h="593">
                    <a:moveTo>
                      <a:pt x="57" y="592"/>
                    </a:moveTo>
                    <a:cubicBezTo>
                      <a:pt x="25" y="592"/>
                      <a:pt x="0" y="567"/>
                      <a:pt x="0" y="536"/>
                    </a:cubicBezTo>
                    <a:cubicBezTo>
                      <a:pt x="0" y="376"/>
                      <a:pt x="0" y="216"/>
                      <a:pt x="0" y="56"/>
                    </a:cubicBezTo>
                    <a:cubicBezTo>
                      <a:pt x="0" y="25"/>
                      <a:pt x="25" y="0"/>
                      <a:pt x="57" y="0"/>
                    </a:cubicBezTo>
                    <a:cubicBezTo>
                      <a:pt x="66" y="0"/>
                      <a:pt x="75" y="0"/>
                      <a:pt x="85" y="0"/>
                    </a:cubicBezTo>
                    <a:cubicBezTo>
                      <a:pt x="116" y="0"/>
                      <a:pt x="141" y="25"/>
                      <a:pt x="141" y="56"/>
                    </a:cubicBezTo>
                    <a:cubicBezTo>
                      <a:pt x="141" y="216"/>
                      <a:pt x="141" y="376"/>
                      <a:pt x="141" y="536"/>
                    </a:cubicBezTo>
                    <a:cubicBezTo>
                      <a:pt x="141" y="567"/>
                      <a:pt x="116" y="592"/>
                      <a:pt x="85" y="592"/>
                    </a:cubicBezTo>
                    <a:cubicBezTo>
                      <a:pt x="75" y="592"/>
                      <a:pt x="66" y="592"/>
                      <a:pt x="57" y="592"/>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sp>
            <p:nvSpPr>
              <p:cNvPr id="163" name="Freeform 242">
                <a:extLst>
                  <a:ext uri="{FF2B5EF4-FFF2-40B4-BE49-F238E27FC236}">
                    <a16:creationId xmlns:a16="http://schemas.microsoft.com/office/drawing/2014/main" id="{D1B38910-518E-4159-9877-AFEB9ED49048}"/>
                  </a:ext>
                </a:extLst>
              </p:cNvPr>
              <p:cNvSpPr>
                <a:spLocks noChangeArrowheads="1"/>
              </p:cNvSpPr>
              <p:nvPr/>
            </p:nvSpPr>
            <p:spPr bwMode="auto">
              <a:xfrm>
                <a:off x="3170653" y="5871210"/>
                <a:ext cx="63025" cy="177257"/>
              </a:xfrm>
              <a:custGeom>
                <a:avLst/>
                <a:gdLst>
                  <a:gd name="T0" fmla="*/ 57 w 142"/>
                  <a:gd name="T1" fmla="*/ 395 h 396"/>
                  <a:gd name="T2" fmla="*/ 0 w 142"/>
                  <a:gd name="T3" fmla="*/ 339 h 396"/>
                  <a:gd name="T4" fmla="*/ 0 w 142"/>
                  <a:gd name="T5" fmla="*/ 56 h 396"/>
                  <a:gd name="T6" fmla="*/ 57 w 142"/>
                  <a:gd name="T7" fmla="*/ 0 h 396"/>
                  <a:gd name="T8" fmla="*/ 85 w 142"/>
                  <a:gd name="T9" fmla="*/ 0 h 396"/>
                  <a:gd name="T10" fmla="*/ 141 w 142"/>
                  <a:gd name="T11" fmla="*/ 56 h 396"/>
                  <a:gd name="T12" fmla="*/ 141 w 142"/>
                  <a:gd name="T13" fmla="*/ 339 h 396"/>
                  <a:gd name="T14" fmla="*/ 85 w 142"/>
                  <a:gd name="T15" fmla="*/ 395 h 396"/>
                  <a:gd name="T16" fmla="*/ 57 w 142"/>
                  <a:gd name="T17" fmla="*/ 395 h 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2" h="396">
                    <a:moveTo>
                      <a:pt x="57" y="395"/>
                    </a:moveTo>
                    <a:cubicBezTo>
                      <a:pt x="25" y="395"/>
                      <a:pt x="0" y="370"/>
                      <a:pt x="0" y="339"/>
                    </a:cubicBezTo>
                    <a:cubicBezTo>
                      <a:pt x="0" y="245"/>
                      <a:pt x="0" y="150"/>
                      <a:pt x="0" y="56"/>
                    </a:cubicBezTo>
                    <a:cubicBezTo>
                      <a:pt x="0" y="25"/>
                      <a:pt x="25" y="0"/>
                      <a:pt x="57" y="0"/>
                    </a:cubicBezTo>
                    <a:cubicBezTo>
                      <a:pt x="66" y="0"/>
                      <a:pt x="75" y="0"/>
                      <a:pt x="85" y="0"/>
                    </a:cubicBezTo>
                    <a:cubicBezTo>
                      <a:pt x="116" y="0"/>
                      <a:pt x="141" y="25"/>
                      <a:pt x="141" y="56"/>
                    </a:cubicBezTo>
                    <a:cubicBezTo>
                      <a:pt x="141" y="150"/>
                      <a:pt x="141" y="245"/>
                      <a:pt x="141" y="339"/>
                    </a:cubicBezTo>
                    <a:cubicBezTo>
                      <a:pt x="141" y="370"/>
                      <a:pt x="116" y="395"/>
                      <a:pt x="85" y="395"/>
                    </a:cubicBezTo>
                    <a:cubicBezTo>
                      <a:pt x="75" y="395"/>
                      <a:pt x="66" y="395"/>
                      <a:pt x="57" y="395"/>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sp>
            <p:nvSpPr>
              <p:cNvPr id="164" name="Freeform 243">
                <a:extLst>
                  <a:ext uri="{FF2B5EF4-FFF2-40B4-BE49-F238E27FC236}">
                    <a16:creationId xmlns:a16="http://schemas.microsoft.com/office/drawing/2014/main" id="{928F6488-6722-4071-86D6-CBD2B5FC742C}"/>
                  </a:ext>
                </a:extLst>
              </p:cNvPr>
              <p:cNvSpPr>
                <a:spLocks noChangeArrowheads="1"/>
              </p:cNvSpPr>
              <p:nvPr/>
            </p:nvSpPr>
            <p:spPr bwMode="auto">
              <a:xfrm>
                <a:off x="3245495" y="5605325"/>
                <a:ext cx="100445" cy="100445"/>
              </a:xfrm>
              <a:custGeom>
                <a:avLst/>
                <a:gdLst>
                  <a:gd name="T0" fmla="*/ 0 w 227"/>
                  <a:gd name="T1" fmla="*/ 0 h 227"/>
                  <a:gd name="T2" fmla="*/ 212 w 227"/>
                  <a:gd name="T3" fmla="*/ 0 h 227"/>
                  <a:gd name="T4" fmla="*/ 226 w 227"/>
                  <a:gd name="T5" fmla="*/ 15 h 227"/>
                  <a:gd name="T6" fmla="*/ 226 w 227"/>
                  <a:gd name="T7" fmla="*/ 226 h 227"/>
                </a:gdLst>
                <a:ahLst/>
                <a:cxnLst>
                  <a:cxn ang="0">
                    <a:pos x="T0" y="T1"/>
                  </a:cxn>
                  <a:cxn ang="0">
                    <a:pos x="T2" y="T3"/>
                  </a:cxn>
                  <a:cxn ang="0">
                    <a:pos x="T4" y="T5"/>
                  </a:cxn>
                  <a:cxn ang="0">
                    <a:pos x="T6" y="T7"/>
                  </a:cxn>
                </a:cxnLst>
                <a:rect l="0" t="0" r="r" b="b"/>
                <a:pathLst>
                  <a:path w="227" h="227">
                    <a:moveTo>
                      <a:pt x="0" y="0"/>
                    </a:moveTo>
                    <a:cubicBezTo>
                      <a:pt x="70" y="0"/>
                      <a:pt x="141" y="0"/>
                      <a:pt x="212" y="0"/>
                    </a:cubicBezTo>
                    <a:cubicBezTo>
                      <a:pt x="220" y="0"/>
                      <a:pt x="226" y="7"/>
                      <a:pt x="226" y="15"/>
                    </a:cubicBezTo>
                    <a:cubicBezTo>
                      <a:pt x="226" y="86"/>
                      <a:pt x="226" y="156"/>
                      <a:pt x="226" y="226"/>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65" name="Freeform 244">
                <a:extLst>
                  <a:ext uri="{FF2B5EF4-FFF2-40B4-BE49-F238E27FC236}">
                    <a16:creationId xmlns:a16="http://schemas.microsoft.com/office/drawing/2014/main" id="{0E3FE3B6-82B0-4615-8FC5-05091E57E7F1}"/>
                  </a:ext>
                </a:extLst>
              </p:cNvPr>
              <p:cNvSpPr>
                <a:spLocks noChangeArrowheads="1"/>
              </p:cNvSpPr>
              <p:nvPr/>
            </p:nvSpPr>
            <p:spPr bwMode="auto">
              <a:xfrm>
                <a:off x="2944157" y="5607294"/>
                <a:ext cx="401783" cy="200892"/>
              </a:xfrm>
              <a:custGeom>
                <a:avLst/>
                <a:gdLst>
                  <a:gd name="T0" fmla="*/ 899 w 900"/>
                  <a:gd name="T1" fmla="*/ 0 h 448"/>
                  <a:gd name="T2" fmla="*/ 614 w 900"/>
                  <a:gd name="T3" fmla="*/ 285 h 448"/>
                  <a:gd name="T4" fmla="*/ 539 w 900"/>
                  <a:gd name="T5" fmla="*/ 289 h 448"/>
                  <a:gd name="T6" fmla="*/ 364 w 900"/>
                  <a:gd name="T7" fmla="*/ 153 h 448"/>
                  <a:gd name="T8" fmla="*/ 289 w 900"/>
                  <a:gd name="T9" fmla="*/ 158 h 448"/>
                  <a:gd name="T10" fmla="*/ 0 w 900"/>
                  <a:gd name="T11" fmla="*/ 447 h 448"/>
                </a:gdLst>
                <a:ahLst/>
                <a:cxnLst>
                  <a:cxn ang="0">
                    <a:pos x="T0" y="T1"/>
                  </a:cxn>
                  <a:cxn ang="0">
                    <a:pos x="T2" y="T3"/>
                  </a:cxn>
                  <a:cxn ang="0">
                    <a:pos x="T4" y="T5"/>
                  </a:cxn>
                  <a:cxn ang="0">
                    <a:pos x="T6" y="T7"/>
                  </a:cxn>
                  <a:cxn ang="0">
                    <a:pos x="T8" y="T9"/>
                  </a:cxn>
                  <a:cxn ang="0">
                    <a:pos x="T10" y="T11"/>
                  </a:cxn>
                </a:cxnLst>
                <a:rect l="0" t="0" r="r" b="b"/>
                <a:pathLst>
                  <a:path w="900" h="448">
                    <a:moveTo>
                      <a:pt x="899" y="0"/>
                    </a:moveTo>
                    <a:cubicBezTo>
                      <a:pt x="804" y="95"/>
                      <a:pt x="709" y="190"/>
                      <a:pt x="614" y="285"/>
                    </a:cubicBezTo>
                    <a:cubicBezTo>
                      <a:pt x="594" y="305"/>
                      <a:pt x="562" y="307"/>
                      <a:pt x="539" y="289"/>
                    </a:cubicBezTo>
                    <a:cubicBezTo>
                      <a:pt x="480" y="244"/>
                      <a:pt x="422" y="198"/>
                      <a:pt x="364" y="153"/>
                    </a:cubicBezTo>
                    <a:cubicBezTo>
                      <a:pt x="342" y="136"/>
                      <a:pt x="310" y="138"/>
                      <a:pt x="289" y="158"/>
                    </a:cubicBezTo>
                    <a:cubicBezTo>
                      <a:pt x="192" y="254"/>
                      <a:pt x="96" y="351"/>
                      <a:pt x="0" y="447"/>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grpSp>
      </p:grpSp>
      <p:grpSp>
        <p:nvGrpSpPr>
          <p:cNvPr id="166" name="Group 165">
            <a:extLst>
              <a:ext uri="{FF2B5EF4-FFF2-40B4-BE49-F238E27FC236}">
                <a16:creationId xmlns:a16="http://schemas.microsoft.com/office/drawing/2014/main" id="{1CF0E4EE-DF19-4A00-8F47-C75F5DB6F68E}"/>
              </a:ext>
            </a:extLst>
          </p:cNvPr>
          <p:cNvGrpSpPr>
            <a:grpSpLocks noChangeAspect="1"/>
          </p:cNvGrpSpPr>
          <p:nvPr/>
        </p:nvGrpSpPr>
        <p:grpSpPr>
          <a:xfrm>
            <a:off x="459065" y="4551870"/>
            <a:ext cx="543022" cy="543022"/>
            <a:chOff x="3130550" y="3124200"/>
            <a:chExt cx="630238" cy="630238"/>
          </a:xfrm>
        </p:grpSpPr>
        <p:sp>
          <p:nvSpPr>
            <p:cNvPr id="167" name="Freeform 60">
              <a:extLst>
                <a:ext uri="{FF2B5EF4-FFF2-40B4-BE49-F238E27FC236}">
                  <a16:creationId xmlns:a16="http://schemas.microsoft.com/office/drawing/2014/main" id="{20353225-7D6D-4980-9E44-7A4D0BF681EE}"/>
                </a:ext>
              </a:extLst>
            </p:cNvPr>
            <p:cNvSpPr>
              <a:spLocks noChangeArrowheads="1"/>
            </p:cNvSpPr>
            <p:nvPr/>
          </p:nvSpPr>
          <p:spPr bwMode="auto">
            <a:xfrm>
              <a:off x="3130550" y="3124200"/>
              <a:ext cx="630238" cy="630238"/>
            </a:xfrm>
            <a:custGeom>
              <a:avLst/>
              <a:gdLst>
                <a:gd name="T0" fmla="*/ 1467 w 1751"/>
                <a:gd name="T1" fmla="*/ 1748 h 1749"/>
                <a:gd name="T2" fmla="*/ 1750 w 1751"/>
                <a:gd name="T3" fmla="*/ 1466 h 1749"/>
                <a:gd name="T4" fmla="*/ 1750 w 1751"/>
                <a:gd name="T5" fmla="*/ 282 h 1749"/>
                <a:gd name="T6" fmla="*/ 1467 w 1751"/>
                <a:gd name="T7" fmla="*/ 0 h 1749"/>
                <a:gd name="T8" fmla="*/ 282 w 1751"/>
                <a:gd name="T9" fmla="*/ 0 h 1749"/>
                <a:gd name="T10" fmla="*/ 0 w 1751"/>
                <a:gd name="T11" fmla="*/ 282 h 1749"/>
                <a:gd name="T12" fmla="*/ 0 w 1751"/>
                <a:gd name="T13" fmla="*/ 1466 h 1749"/>
                <a:gd name="T14" fmla="*/ 282 w 1751"/>
                <a:gd name="T15" fmla="*/ 1748 h 1749"/>
                <a:gd name="T16" fmla="*/ 1467 w 1751"/>
                <a:gd name="T17" fmla="*/ 1748 h 17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751" h="1749">
                  <a:moveTo>
                    <a:pt x="1467" y="1748"/>
                  </a:moveTo>
                  <a:cubicBezTo>
                    <a:pt x="1623" y="1748"/>
                    <a:pt x="1750" y="1621"/>
                    <a:pt x="1750" y="1466"/>
                  </a:cubicBezTo>
                  <a:cubicBezTo>
                    <a:pt x="1750" y="1071"/>
                    <a:pt x="1750" y="677"/>
                    <a:pt x="1750" y="282"/>
                  </a:cubicBezTo>
                  <a:cubicBezTo>
                    <a:pt x="1750" y="127"/>
                    <a:pt x="1623" y="0"/>
                    <a:pt x="1467" y="0"/>
                  </a:cubicBezTo>
                  <a:cubicBezTo>
                    <a:pt x="1072" y="0"/>
                    <a:pt x="677" y="0"/>
                    <a:pt x="282" y="0"/>
                  </a:cubicBezTo>
                  <a:cubicBezTo>
                    <a:pt x="127" y="0"/>
                    <a:pt x="0" y="127"/>
                    <a:pt x="0" y="282"/>
                  </a:cubicBezTo>
                  <a:cubicBezTo>
                    <a:pt x="0" y="677"/>
                    <a:pt x="0" y="1071"/>
                    <a:pt x="0" y="1466"/>
                  </a:cubicBezTo>
                  <a:cubicBezTo>
                    <a:pt x="0" y="1621"/>
                    <a:pt x="127" y="1748"/>
                    <a:pt x="282" y="1748"/>
                  </a:cubicBezTo>
                  <a:cubicBezTo>
                    <a:pt x="677" y="1748"/>
                    <a:pt x="1072" y="1748"/>
                    <a:pt x="1467" y="1748"/>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grpSp>
          <p:nvGrpSpPr>
            <p:cNvPr id="168" name="Group 167">
              <a:extLst>
                <a:ext uri="{FF2B5EF4-FFF2-40B4-BE49-F238E27FC236}">
                  <a16:creationId xmlns:a16="http://schemas.microsoft.com/office/drawing/2014/main" id="{51E3A454-4EE9-43CD-A275-CD164184D42D}"/>
                </a:ext>
              </a:extLst>
            </p:cNvPr>
            <p:cNvGrpSpPr/>
            <p:nvPr/>
          </p:nvGrpSpPr>
          <p:grpSpPr>
            <a:xfrm>
              <a:off x="3243263" y="3124200"/>
              <a:ext cx="404812" cy="557213"/>
              <a:chOff x="3243263" y="3124200"/>
              <a:chExt cx="404812" cy="557213"/>
            </a:xfrm>
          </p:grpSpPr>
          <p:sp>
            <p:nvSpPr>
              <p:cNvPr id="169" name="Freeform 61">
                <a:extLst>
                  <a:ext uri="{FF2B5EF4-FFF2-40B4-BE49-F238E27FC236}">
                    <a16:creationId xmlns:a16="http://schemas.microsoft.com/office/drawing/2014/main" id="{78322286-EFD9-4A59-AD87-E20E96A41AF4}"/>
                  </a:ext>
                </a:extLst>
              </p:cNvPr>
              <p:cNvSpPr>
                <a:spLocks noChangeArrowheads="1"/>
              </p:cNvSpPr>
              <p:nvPr/>
            </p:nvSpPr>
            <p:spPr bwMode="auto">
              <a:xfrm>
                <a:off x="3394075" y="3214688"/>
                <a:ext cx="1588" cy="71437"/>
              </a:xfrm>
              <a:custGeom>
                <a:avLst/>
                <a:gdLst>
                  <a:gd name="T0" fmla="*/ 0 w 1"/>
                  <a:gd name="T1" fmla="*/ 197 h 198"/>
                  <a:gd name="T2" fmla="*/ 0 w 1"/>
                  <a:gd name="T3" fmla="*/ 0 h 198"/>
                </a:gdLst>
                <a:ahLst/>
                <a:cxnLst>
                  <a:cxn ang="0">
                    <a:pos x="T0" y="T1"/>
                  </a:cxn>
                  <a:cxn ang="0">
                    <a:pos x="T2" y="T3"/>
                  </a:cxn>
                </a:cxnLst>
                <a:rect l="0" t="0" r="r" b="b"/>
                <a:pathLst>
                  <a:path w="1" h="198">
                    <a:moveTo>
                      <a:pt x="0" y="197"/>
                    </a:moveTo>
                    <a:cubicBezTo>
                      <a:pt x="0" y="131"/>
                      <a:pt x="0" y="65"/>
                      <a:pt x="0" y="0"/>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70" name="Freeform 62">
                <a:extLst>
                  <a:ext uri="{FF2B5EF4-FFF2-40B4-BE49-F238E27FC236}">
                    <a16:creationId xmlns:a16="http://schemas.microsoft.com/office/drawing/2014/main" id="{F70E95B7-4B4A-40CC-88F2-022ED1AE2164}"/>
                  </a:ext>
                </a:extLst>
              </p:cNvPr>
              <p:cNvSpPr>
                <a:spLocks noChangeArrowheads="1"/>
              </p:cNvSpPr>
              <p:nvPr/>
            </p:nvSpPr>
            <p:spPr bwMode="auto">
              <a:xfrm>
                <a:off x="3495675" y="3214688"/>
                <a:ext cx="1588" cy="71437"/>
              </a:xfrm>
              <a:custGeom>
                <a:avLst/>
                <a:gdLst>
                  <a:gd name="T0" fmla="*/ 0 w 1"/>
                  <a:gd name="T1" fmla="*/ 197 h 198"/>
                  <a:gd name="T2" fmla="*/ 0 w 1"/>
                  <a:gd name="T3" fmla="*/ 0 h 198"/>
                </a:gdLst>
                <a:ahLst/>
                <a:cxnLst>
                  <a:cxn ang="0">
                    <a:pos x="T0" y="T1"/>
                  </a:cxn>
                  <a:cxn ang="0">
                    <a:pos x="T2" y="T3"/>
                  </a:cxn>
                </a:cxnLst>
                <a:rect l="0" t="0" r="r" b="b"/>
                <a:pathLst>
                  <a:path w="1" h="198">
                    <a:moveTo>
                      <a:pt x="0" y="197"/>
                    </a:moveTo>
                    <a:cubicBezTo>
                      <a:pt x="0" y="131"/>
                      <a:pt x="0" y="65"/>
                      <a:pt x="0" y="0"/>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71" name="Freeform 63">
                <a:extLst>
                  <a:ext uri="{FF2B5EF4-FFF2-40B4-BE49-F238E27FC236}">
                    <a16:creationId xmlns:a16="http://schemas.microsoft.com/office/drawing/2014/main" id="{EF158B79-25D9-4A57-93E4-25E89A69ABCD}"/>
                  </a:ext>
                </a:extLst>
              </p:cNvPr>
              <p:cNvSpPr>
                <a:spLocks noChangeArrowheads="1"/>
              </p:cNvSpPr>
              <p:nvPr/>
            </p:nvSpPr>
            <p:spPr bwMode="auto">
              <a:xfrm>
                <a:off x="3333750" y="3124200"/>
                <a:ext cx="223838" cy="92075"/>
              </a:xfrm>
              <a:custGeom>
                <a:avLst/>
                <a:gdLst>
                  <a:gd name="T0" fmla="*/ 621 w 622"/>
                  <a:gd name="T1" fmla="*/ 0 h 255"/>
                  <a:gd name="T2" fmla="*/ 621 w 622"/>
                  <a:gd name="T3" fmla="*/ 197 h 255"/>
                  <a:gd name="T4" fmla="*/ 565 w 622"/>
                  <a:gd name="T5" fmla="*/ 254 h 255"/>
                  <a:gd name="T6" fmla="*/ 57 w 622"/>
                  <a:gd name="T7" fmla="*/ 254 h 255"/>
                  <a:gd name="T8" fmla="*/ 0 w 622"/>
                  <a:gd name="T9" fmla="*/ 197 h 255"/>
                  <a:gd name="T10" fmla="*/ 0 w 622"/>
                  <a:gd name="T11" fmla="*/ 0 h 255"/>
                </a:gdLst>
                <a:ahLst/>
                <a:cxnLst>
                  <a:cxn ang="0">
                    <a:pos x="T0" y="T1"/>
                  </a:cxn>
                  <a:cxn ang="0">
                    <a:pos x="T2" y="T3"/>
                  </a:cxn>
                  <a:cxn ang="0">
                    <a:pos x="T4" y="T5"/>
                  </a:cxn>
                  <a:cxn ang="0">
                    <a:pos x="T6" y="T7"/>
                  </a:cxn>
                  <a:cxn ang="0">
                    <a:pos x="T8" y="T9"/>
                  </a:cxn>
                  <a:cxn ang="0">
                    <a:pos x="T10" y="T11"/>
                  </a:cxn>
                </a:cxnLst>
                <a:rect l="0" t="0" r="r" b="b"/>
                <a:pathLst>
                  <a:path w="622" h="255">
                    <a:moveTo>
                      <a:pt x="621" y="0"/>
                    </a:moveTo>
                    <a:cubicBezTo>
                      <a:pt x="621" y="65"/>
                      <a:pt x="621" y="131"/>
                      <a:pt x="621" y="197"/>
                    </a:cubicBezTo>
                    <a:cubicBezTo>
                      <a:pt x="621" y="228"/>
                      <a:pt x="596" y="254"/>
                      <a:pt x="565" y="254"/>
                    </a:cubicBezTo>
                    <a:cubicBezTo>
                      <a:pt x="395" y="254"/>
                      <a:pt x="226" y="254"/>
                      <a:pt x="57" y="254"/>
                    </a:cubicBezTo>
                    <a:cubicBezTo>
                      <a:pt x="26" y="254"/>
                      <a:pt x="0" y="228"/>
                      <a:pt x="0" y="197"/>
                    </a:cubicBezTo>
                    <a:cubicBezTo>
                      <a:pt x="0" y="131"/>
                      <a:pt x="0" y="65"/>
                      <a:pt x="0" y="0"/>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72" name="Freeform 64">
                <a:extLst>
                  <a:ext uri="{FF2B5EF4-FFF2-40B4-BE49-F238E27FC236}">
                    <a16:creationId xmlns:a16="http://schemas.microsoft.com/office/drawing/2014/main" id="{A704F96A-1FAB-410C-9A03-572A2E067BC4}"/>
                  </a:ext>
                </a:extLst>
              </p:cNvPr>
              <p:cNvSpPr>
                <a:spLocks noChangeArrowheads="1"/>
              </p:cNvSpPr>
              <p:nvPr/>
            </p:nvSpPr>
            <p:spPr bwMode="auto">
              <a:xfrm>
                <a:off x="3476625" y="3327400"/>
                <a:ext cx="41275" cy="41275"/>
              </a:xfrm>
              <a:custGeom>
                <a:avLst/>
                <a:gdLst>
                  <a:gd name="T0" fmla="*/ 0 w 113"/>
                  <a:gd name="T1" fmla="*/ 56 h 114"/>
                  <a:gd name="T2" fmla="*/ 56 w 113"/>
                  <a:gd name="T3" fmla="*/ 0 h 114"/>
                  <a:gd name="T4" fmla="*/ 112 w 113"/>
                  <a:gd name="T5" fmla="*/ 56 h 114"/>
                  <a:gd name="T6" fmla="*/ 56 w 113"/>
                  <a:gd name="T7" fmla="*/ 113 h 114"/>
                  <a:gd name="T8" fmla="*/ 0 w 113"/>
                  <a:gd name="T9" fmla="*/ 56 h 114"/>
                </a:gdLst>
                <a:ahLst/>
                <a:cxnLst>
                  <a:cxn ang="0">
                    <a:pos x="T0" y="T1"/>
                  </a:cxn>
                  <a:cxn ang="0">
                    <a:pos x="T2" y="T3"/>
                  </a:cxn>
                  <a:cxn ang="0">
                    <a:pos x="T4" y="T5"/>
                  </a:cxn>
                  <a:cxn ang="0">
                    <a:pos x="T6" y="T7"/>
                  </a:cxn>
                  <a:cxn ang="0">
                    <a:pos x="T8" y="T9"/>
                  </a:cxn>
                </a:cxnLst>
                <a:rect l="0" t="0" r="r" b="b"/>
                <a:pathLst>
                  <a:path w="113" h="114">
                    <a:moveTo>
                      <a:pt x="0" y="56"/>
                    </a:moveTo>
                    <a:cubicBezTo>
                      <a:pt x="0" y="25"/>
                      <a:pt x="25" y="0"/>
                      <a:pt x="56" y="0"/>
                    </a:cubicBezTo>
                    <a:cubicBezTo>
                      <a:pt x="87" y="0"/>
                      <a:pt x="112" y="25"/>
                      <a:pt x="112" y="56"/>
                    </a:cubicBezTo>
                    <a:cubicBezTo>
                      <a:pt x="112" y="88"/>
                      <a:pt x="87" y="113"/>
                      <a:pt x="56" y="113"/>
                    </a:cubicBezTo>
                    <a:cubicBezTo>
                      <a:pt x="25" y="113"/>
                      <a:pt x="0" y="88"/>
                      <a:pt x="0" y="56"/>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sp>
            <p:nvSpPr>
              <p:cNvPr id="173" name="Freeform 65">
                <a:extLst>
                  <a:ext uri="{FF2B5EF4-FFF2-40B4-BE49-F238E27FC236}">
                    <a16:creationId xmlns:a16="http://schemas.microsoft.com/office/drawing/2014/main" id="{AF5BCB9F-AB0B-43BE-AAAD-6F504660F3F4}"/>
                  </a:ext>
                </a:extLst>
              </p:cNvPr>
              <p:cNvSpPr>
                <a:spLocks noChangeArrowheads="1"/>
              </p:cNvSpPr>
              <p:nvPr/>
            </p:nvSpPr>
            <p:spPr bwMode="auto">
              <a:xfrm>
                <a:off x="3375025" y="3327400"/>
                <a:ext cx="41275" cy="41275"/>
              </a:xfrm>
              <a:custGeom>
                <a:avLst/>
                <a:gdLst>
                  <a:gd name="T0" fmla="*/ 0 w 114"/>
                  <a:gd name="T1" fmla="*/ 56 h 114"/>
                  <a:gd name="T2" fmla="*/ 57 w 114"/>
                  <a:gd name="T3" fmla="*/ 0 h 114"/>
                  <a:gd name="T4" fmla="*/ 113 w 114"/>
                  <a:gd name="T5" fmla="*/ 56 h 114"/>
                  <a:gd name="T6" fmla="*/ 57 w 114"/>
                  <a:gd name="T7" fmla="*/ 113 h 114"/>
                  <a:gd name="T8" fmla="*/ 0 w 114"/>
                  <a:gd name="T9" fmla="*/ 56 h 114"/>
                </a:gdLst>
                <a:ahLst/>
                <a:cxnLst>
                  <a:cxn ang="0">
                    <a:pos x="T0" y="T1"/>
                  </a:cxn>
                  <a:cxn ang="0">
                    <a:pos x="T2" y="T3"/>
                  </a:cxn>
                  <a:cxn ang="0">
                    <a:pos x="T4" y="T5"/>
                  </a:cxn>
                  <a:cxn ang="0">
                    <a:pos x="T6" y="T7"/>
                  </a:cxn>
                  <a:cxn ang="0">
                    <a:pos x="T8" y="T9"/>
                  </a:cxn>
                </a:cxnLst>
                <a:rect l="0" t="0" r="r" b="b"/>
                <a:pathLst>
                  <a:path w="114" h="114">
                    <a:moveTo>
                      <a:pt x="0" y="56"/>
                    </a:moveTo>
                    <a:cubicBezTo>
                      <a:pt x="0" y="25"/>
                      <a:pt x="26" y="0"/>
                      <a:pt x="57" y="0"/>
                    </a:cubicBezTo>
                    <a:cubicBezTo>
                      <a:pt x="88" y="0"/>
                      <a:pt x="113" y="25"/>
                      <a:pt x="113" y="56"/>
                    </a:cubicBezTo>
                    <a:cubicBezTo>
                      <a:pt x="113" y="88"/>
                      <a:pt x="88" y="113"/>
                      <a:pt x="57" y="113"/>
                    </a:cubicBezTo>
                    <a:cubicBezTo>
                      <a:pt x="26" y="113"/>
                      <a:pt x="0" y="88"/>
                      <a:pt x="0" y="56"/>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sp>
            <p:nvSpPr>
              <p:cNvPr id="174" name="Freeform 66">
                <a:extLst>
                  <a:ext uri="{FF2B5EF4-FFF2-40B4-BE49-F238E27FC236}">
                    <a16:creationId xmlns:a16="http://schemas.microsoft.com/office/drawing/2014/main" id="{686111FE-7807-41D6-A1F3-716ACA0E6584}"/>
                  </a:ext>
                </a:extLst>
              </p:cNvPr>
              <p:cNvSpPr>
                <a:spLocks noChangeArrowheads="1"/>
              </p:cNvSpPr>
              <p:nvPr/>
            </p:nvSpPr>
            <p:spPr bwMode="auto">
              <a:xfrm>
                <a:off x="3333750" y="3286125"/>
                <a:ext cx="223838" cy="122238"/>
              </a:xfrm>
              <a:custGeom>
                <a:avLst/>
                <a:gdLst>
                  <a:gd name="T0" fmla="*/ 621 w 622"/>
                  <a:gd name="T1" fmla="*/ 169 h 340"/>
                  <a:gd name="T2" fmla="*/ 452 w 622"/>
                  <a:gd name="T3" fmla="*/ 0 h 340"/>
                  <a:gd name="T4" fmla="*/ 170 w 622"/>
                  <a:gd name="T5" fmla="*/ 0 h 340"/>
                  <a:gd name="T6" fmla="*/ 0 w 622"/>
                  <a:gd name="T7" fmla="*/ 169 h 340"/>
                  <a:gd name="T8" fmla="*/ 170 w 622"/>
                  <a:gd name="T9" fmla="*/ 339 h 340"/>
                  <a:gd name="T10" fmla="*/ 452 w 622"/>
                  <a:gd name="T11" fmla="*/ 339 h 340"/>
                  <a:gd name="T12" fmla="*/ 621 w 622"/>
                  <a:gd name="T13" fmla="*/ 169 h 340"/>
                </a:gdLst>
                <a:ahLst/>
                <a:cxnLst>
                  <a:cxn ang="0">
                    <a:pos x="T0" y="T1"/>
                  </a:cxn>
                  <a:cxn ang="0">
                    <a:pos x="T2" y="T3"/>
                  </a:cxn>
                  <a:cxn ang="0">
                    <a:pos x="T4" y="T5"/>
                  </a:cxn>
                  <a:cxn ang="0">
                    <a:pos x="T6" y="T7"/>
                  </a:cxn>
                  <a:cxn ang="0">
                    <a:pos x="T8" y="T9"/>
                  </a:cxn>
                  <a:cxn ang="0">
                    <a:pos x="T10" y="T11"/>
                  </a:cxn>
                  <a:cxn ang="0">
                    <a:pos x="T12" y="T13"/>
                  </a:cxn>
                </a:cxnLst>
                <a:rect l="0" t="0" r="r" b="b"/>
                <a:pathLst>
                  <a:path w="622" h="340">
                    <a:moveTo>
                      <a:pt x="621" y="169"/>
                    </a:moveTo>
                    <a:cubicBezTo>
                      <a:pt x="621" y="76"/>
                      <a:pt x="545" y="0"/>
                      <a:pt x="452" y="0"/>
                    </a:cubicBezTo>
                    <a:cubicBezTo>
                      <a:pt x="393" y="0"/>
                      <a:pt x="229" y="0"/>
                      <a:pt x="170" y="0"/>
                    </a:cubicBezTo>
                    <a:cubicBezTo>
                      <a:pt x="76" y="0"/>
                      <a:pt x="0" y="76"/>
                      <a:pt x="0" y="169"/>
                    </a:cubicBezTo>
                    <a:cubicBezTo>
                      <a:pt x="0" y="263"/>
                      <a:pt x="76" y="339"/>
                      <a:pt x="170" y="339"/>
                    </a:cubicBezTo>
                    <a:cubicBezTo>
                      <a:pt x="229" y="339"/>
                      <a:pt x="393" y="339"/>
                      <a:pt x="452" y="339"/>
                    </a:cubicBezTo>
                    <a:cubicBezTo>
                      <a:pt x="545" y="339"/>
                      <a:pt x="621" y="263"/>
                      <a:pt x="621" y="169"/>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sp>
            <p:nvSpPr>
              <p:cNvPr id="175" name="Freeform 67">
                <a:extLst>
                  <a:ext uri="{FF2B5EF4-FFF2-40B4-BE49-F238E27FC236}">
                    <a16:creationId xmlns:a16="http://schemas.microsoft.com/office/drawing/2014/main" id="{DC2286F1-13A2-49B9-B022-A1C437A4DCB3}"/>
                  </a:ext>
                </a:extLst>
              </p:cNvPr>
              <p:cNvSpPr>
                <a:spLocks noChangeArrowheads="1"/>
              </p:cNvSpPr>
              <p:nvPr/>
            </p:nvSpPr>
            <p:spPr bwMode="auto">
              <a:xfrm>
                <a:off x="3384550" y="3559175"/>
                <a:ext cx="122238" cy="122238"/>
              </a:xfrm>
              <a:custGeom>
                <a:avLst/>
                <a:gdLst>
                  <a:gd name="T0" fmla="*/ 0 w 339"/>
                  <a:gd name="T1" fmla="*/ 169 h 339"/>
                  <a:gd name="T2" fmla="*/ 169 w 339"/>
                  <a:gd name="T3" fmla="*/ 0 h 339"/>
                  <a:gd name="T4" fmla="*/ 338 w 339"/>
                  <a:gd name="T5" fmla="*/ 169 h 339"/>
                  <a:gd name="T6" fmla="*/ 169 w 339"/>
                  <a:gd name="T7" fmla="*/ 338 h 339"/>
                  <a:gd name="T8" fmla="*/ 0 w 339"/>
                  <a:gd name="T9" fmla="*/ 169 h 339"/>
                </a:gdLst>
                <a:ahLst/>
                <a:cxnLst>
                  <a:cxn ang="0">
                    <a:pos x="T0" y="T1"/>
                  </a:cxn>
                  <a:cxn ang="0">
                    <a:pos x="T2" y="T3"/>
                  </a:cxn>
                  <a:cxn ang="0">
                    <a:pos x="T4" y="T5"/>
                  </a:cxn>
                  <a:cxn ang="0">
                    <a:pos x="T6" y="T7"/>
                  </a:cxn>
                  <a:cxn ang="0">
                    <a:pos x="T8" y="T9"/>
                  </a:cxn>
                </a:cxnLst>
                <a:rect l="0" t="0" r="r" b="b"/>
                <a:pathLst>
                  <a:path w="339" h="339">
                    <a:moveTo>
                      <a:pt x="0" y="169"/>
                    </a:moveTo>
                    <a:cubicBezTo>
                      <a:pt x="0" y="75"/>
                      <a:pt x="75" y="0"/>
                      <a:pt x="169" y="0"/>
                    </a:cubicBezTo>
                    <a:cubicBezTo>
                      <a:pt x="262" y="0"/>
                      <a:pt x="338" y="75"/>
                      <a:pt x="338" y="169"/>
                    </a:cubicBezTo>
                    <a:cubicBezTo>
                      <a:pt x="338" y="262"/>
                      <a:pt x="262" y="338"/>
                      <a:pt x="169" y="338"/>
                    </a:cubicBezTo>
                    <a:cubicBezTo>
                      <a:pt x="75" y="338"/>
                      <a:pt x="0" y="262"/>
                      <a:pt x="0" y="169"/>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sp>
            <p:nvSpPr>
              <p:cNvPr id="176" name="Freeform 68">
                <a:extLst>
                  <a:ext uri="{FF2B5EF4-FFF2-40B4-BE49-F238E27FC236}">
                    <a16:creationId xmlns:a16="http://schemas.microsoft.com/office/drawing/2014/main" id="{0C8F8200-CFB9-43BA-BD9C-F05CC4550C59}"/>
                  </a:ext>
                </a:extLst>
              </p:cNvPr>
              <p:cNvSpPr>
                <a:spLocks noChangeArrowheads="1"/>
              </p:cNvSpPr>
              <p:nvPr/>
            </p:nvSpPr>
            <p:spPr bwMode="auto">
              <a:xfrm>
                <a:off x="3243263" y="3311525"/>
                <a:ext cx="173037" cy="188913"/>
              </a:xfrm>
              <a:custGeom>
                <a:avLst/>
                <a:gdLst>
                  <a:gd name="T0" fmla="*/ 287 w 481"/>
                  <a:gd name="T1" fmla="*/ 0 h 523"/>
                  <a:gd name="T2" fmla="*/ 34 w 481"/>
                  <a:gd name="T3" fmla="*/ 331 h 523"/>
                  <a:gd name="T4" fmla="*/ 34 w 481"/>
                  <a:gd name="T5" fmla="*/ 331 h 523"/>
                  <a:gd name="T6" fmla="*/ 44 w 481"/>
                  <a:gd name="T7" fmla="*/ 479 h 523"/>
                  <a:gd name="T8" fmla="*/ 192 w 481"/>
                  <a:gd name="T9" fmla="*/ 489 h 523"/>
                  <a:gd name="T10" fmla="*/ 480 w 481"/>
                  <a:gd name="T11" fmla="*/ 270 h 523"/>
                </a:gdLst>
                <a:ahLst/>
                <a:cxnLst>
                  <a:cxn ang="0">
                    <a:pos x="T0" y="T1"/>
                  </a:cxn>
                  <a:cxn ang="0">
                    <a:pos x="T2" y="T3"/>
                  </a:cxn>
                  <a:cxn ang="0">
                    <a:pos x="T4" y="T5"/>
                  </a:cxn>
                  <a:cxn ang="0">
                    <a:pos x="T6" y="T7"/>
                  </a:cxn>
                  <a:cxn ang="0">
                    <a:pos x="T8" y="T9"/>
                  </a:cxn>
                  <a:cxn ang="0">
                    <a:pos x="T10" y="T11"/>
                  </a:cxn>
                </a:cxnLst>
                <a:rect l="0" t="0" r="r" b="b"/>
                <a:pathLst>
                  <a:path w="481" h="523">
                    <a:moveTo>
                      <a:pt x="287" y="0"/>
                    </a:moveTo>
                    <a:cubicBezTo>
                      <a:pt x="203" y="110"/>
                      <a:pt x="118" y="220"/>
                      <a:pt x="34" y="331"/>
                    </a:cubicBezTo>
                    <a:lnTo>
                      <a:pt x="34" y="331"/>
                    </a:lnTo>
                    <a:cubicBezTo>
                      <a:pt x="0" y="376"/>
                      <a:pt x="3" y="438"/>
                      <a:pt x="44" y="479"/>
                    </a:cubicBezTo>
                    <a:cubicBezTo>
                      <a:pt x="84" y="519"/>
                      <a:pt x="148" y="522"/>
                      <a:pt x="192" y="489"/>
                    </a:cubicBezTo>
                    <a:cubicBezTo>
                      <a:pt x="288" y="416"/>
                      <a:pt x="384" y="343"/>
                      <a:pt x="480" y="270"/>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77" name="Freeform 69">
                <a:extLst>
                  <a:ext uri="{FF2B5EF4-FFF2-40B4-BE49-F238E27FC236}">
                    <a16:creationId xmlns:a16="http://schemas.microsoft.com/office/drawing/2014/main" id="{D96C8996-1A0D-47C0-9CA6-E25630EC94DA}"/>
                  </a:ext>
                </a:extLst>
              </p:cNvPr>
              <p:cNvSpPr>
                <a:spLocks noChangeArrowheads="1"/>
              </p:cNvSpPr>
              <p:nvPr/>
            </p:nvSpPr>
            <p:spPr bwMode="auto">
              <a:xfrm>
                <a:off x="3254375" y="3467100"/>
                <a:ext cx="136525" cy="150813"/>
              </a:xfrm>
              <a:custGeom>
                <a:avLst/>
                <a:gdLst>
                  <a:gd name="T0" fmla="*/ 226 w 378"/>
                  <a:gd name="T1" fmla="*/ 0 h 418"/>
                  <a:gd name="T2" fmla="*/ 366 w 378"/>
                  <a:gd name="T3" fmla="*/ 332 h 418"/>
                  <a:gd name="T4" fmla="*/ 342 w 378"/>
                  <a:gd name="T5" fmla="*/ 403 h 418"/>
                  <a:gd name="T6" fmla="*/ 268 w 378"/>
                  <a:gd name="T7" fmla="*/ 387 h 418"/>
                  <a:gd name="T8" fmla="*/ 0 w 378"/>
                  <a:gd name="T9" fmla="*/ 33 h 418"/>
                </a:gdLst>
                <a:ahLst/>
                <a:cxnLst>
                  <a:cxn ang="0">
                    <a:pos x="T0" y="T1"/>
                  </a:cxn>
                  <a:cxn ang="0">
                    <a:pos x="T2" y="T3"/>
                  </a:cxn>
                  <a:cxn ang="0">
                    <a:pos x="T4" y="T5"/>
                  </a:cxn>
                  <a:cxn ang="0">
                    <a:pos x="T6" y="T7"/>
                  </a:cxn>
                  <a:cxn ang="0">
                    <a:pos x="T8" y="T9"/>
                  </a:cxn>
                </a:cxnLst>
                <a:rect l="0" t="0" r="r" b="b"/>
                <a:pathLst>
                  <a:path w="378" h="418">
                    <a:moveTo>
                      <a:pt x="226" y="0"/>
                    </a:moveTo>
                    <a:cubicBezTo>
                      <a:pt x="273" y="111"/>
                      <a:pt x="319" y="222"/>
                      <a:pt x="366" y="332"/>
                    </a:cubicBezTo>
                    <a:cubicBezTo>
                      <a:pt x="377" y="358"/>
                      <a:pt x="367" y="388"/>
                      <a:pt x="342" y="403"/>
                    </a:cubicBezTo>
                    <a:cubicBezTo>
                      <a:pt x="317" y="417"/>
                      <a:pt x="285" y="410"/>
                      <a:pt x="268" y="387"/>
                    </a:cubicBezTo>
                    <a:cubicBezTo>
                      <a:pt x="179" y="269"/>
                      <a:pt x="89" y="151"/>
                      <a:pt x="0" y="33"/>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78" name="Freeform 70">
                <a:extLst>
                  <a:ext uri="{FF2B5EF4-FFF2-40B4-BE49-F238E27FC236}">
                    <a16:creationId xmlns:a16="http://schemas.microsoft.com/office/drawing/2014/main" id="{E55B4A38-9F75-476B-ADE4-B3B72E8D86ED}"/>
                  </a:ext>
                </a:extLst>
              </p:cNvPr>
              <p:cNvSpPr>
                <a:spLocks noChangeArrowheads="1"/>
              </p:cNvSpPr>
              <p:nvPr/>
            </p:nvSpPr>
            <p:spPr bwMode="auto">
              <a:xfrm>
                <a:off x="3475038" y="3311525"/>
                <a:ext cx="173037" cy="188913"/>
              </a:xfrm>
              <a:custGeom>
                <a:avLst/>
                <a:gdLst>
                  <a:gd name="T0" fmla="*/ 193 w 481"/>
                  <a:gd name="T1" fmla="*/ 0 h 523"/>
                  <a:gd name="T2" fmla="*/ 446 w 481"/>
                  <a:gd name="T3" fmla="*/ 331 h 523"/>
                  <a:gd name="T4" fmla="*/ 446 w 481"/>
                  <a:gd name="T5" fmla="*/ 331 h 523"/>
                  <a:gd name="T6" fmla="*/ 436 w 481"/>
                  <a:gd name="T7" fmla="*/ 479 h 523"/>
                  <a:gd name="T8" fmla="*/ 288 w 481"/>
                  <a:gd name="T9" fmla="*/ 489 h 523"/>
                  <a:gd name="T10" fmla="*/ 0 w 481"/>
                  <a:gd name="T11" fmla="*/ 270 h 523"/>
                </a:gdLst>
                <a:ahLst/>
                <a:cxnLst>
                  <a:cxn ang="0">
                    <a:pos x="T0" y="T1"/>
                  </a:cxn>
                  <a:cxn ang="0">
                    <a:pos x="T2" y="T3"/>
                  </a:cxn>
                  <a:cxn ang="0">
                    <a:pos x="T4" y="T5"/>
                  </a:cxn>
                  <a:cxn ang="0">
                    <a:pos x="T6" y="T7"/>
                  </a:cxn>
                  <a:cxn ang="0">
                    <a:pos x="T8" y="T9"/>
                  </a:cxn>
                  <a:cxn ang="0">
                    <a:pos x="T10" y="T11"/>
                  </a:cxn>
                </a:cxnLst>
                <a:rect l="0" t="0" r="r" b="b"/>
                <a:pathLst>
                  <a:path w="481" h="523">
                    <a:moveTo>
                      <a:pt x="193" y="0"/>
                    </a:moveTo>
                    <a:cubicBezTo>
                      <a:pt x="277" y="110"/>
                      <a:pt x="361" y="220"/>
                      <a:pt x="446" y="331"/>
                    </a:cubicBezTo>
                    <a:lnTo>
                      <a:pt x="446" y="331"/>
                    </a:lnTo>
                    <a:cubicBezTo>
                      <a:pt x="480" y="376"/>
                      <a:pt x="476" y="438"/>
                      <a:pt x="436" y="479"/>
                    </a:cubicBezTo>
                    <a:cubicBezTo>
                      <a:pt x="396" y="519"/>
                      <a:pt x="332" y="522"/>
                      <a:pt x="288" y="489"/>
                    </a:cubicBezTo>
                    <a:cubicBezTo>
                      <a:pt x="192" y="416"/>
                      <a:pt x="96" y="343"/>
                      <a:pt x="0" y="270"/>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79" name="Freeform 71">
                <a:extLst>
                  <a:ext uri="{FF2B5EF4-FFF2-40B4-BE49-F238E27FC236}">
                    <a16:creationId xmlns:a16="http://schemas.microsoft.com/office/drawing/2014/main" id="{BCAF08FA-0082-49FA-9C13-7C42A39A511A}"/>
                  </a:ext>
                </a:extLst>
              </p:cNvPr>
              <p:cNvSpPr>
                <a:spLocks noChangeArrowheads="1"/>
              </p:cNvSpPr>
              <p:nvPr/>
            </p:nvSpPr>
            <p:spPr bwMode="auto">
              <a:xfrm>
                <a:off x="3500438" y="3467100"/>
                <a:ext cx="134937" cy="150813"/>
              </a:xfrm>
              <a:custGeom>
                <a:avLst/>
                <a:gdLst>
                  <a:gd name="T0" fmla="*/ 150 w 377"/>
                  <a:gd name="T1" fmla="*/ 0 h 418"/>
                  <a:gd name="T2" fmla="*/ 10 w 377"/>
                  <a:gd name="T3" fmla="*/ 332 h 418"/>
                  <a:gd name="T4" fmla="*/ 34 w 377"/>
                  <a:gd name="T5" fmla="*/ 403 h 418"/>
                  <a:gd name="T6" fmla="*/ 108 w 377"/>
                  <a:gd name="T7" fmla="*/ 387 h 418"/>
                  <a:gd name="T8" fmla="*/ 376 w 377"/>
                  <a:gd name="T9" fmla="*/ 33 h 418"/>
                </a:gdLst>
                <a:ahLst/>
                <a:cxnLst>
                  <a:cxn ang="0">
                    <a:pos x="T0" y="T1"/>
                  </a:cxn>
                  <a:cxn ang="0">
                    <a:pos x="T2" y="T3"/>
                  </a:cxn>
                  <a:cxn ang="0">
                    <a:pos x="T4" y="T5"/>
                  </a:cxn>
                  <a:cxn ang="0">
                    <a:pos x="T6" y="T7"/>
                  </a:cxn>
                  <a:cxn ang="0">
                    <a:pos x="T8" y="T9"/>
                  </a:cxn>
                </a:cxnLst>
                <a:rect l="0" t="0" r="r" b="b"/>
                <a:pathLst>
                  <a:path w="377" h="418">
                    <a:moveTo>
                      <a:pt x="150" y="0"/>
                    </a:moveTo>
                    <a:cubicBezTo>
                      <a:pt x="103" y="111"/>
                      <a:pt x="56" y="222"/>
                      <a:pt x="10" y="332"/>
                    </a:cubicBezTo>
                    <a:cubicBezTo>
                      <a:pt x="0" y="358"/>
                      <a:pt x="9" y="388"/>
                      <a:pt x="34" y="403"/>
                    </a:cubicBezTo>
                    <a:cubicBezTo>
                      <a:pt x="60" y="417"/>
                      <a:pt x="92" y="410"/>
                      <a:pt x="108" y="387"/>
                    </a:cubicBezTo>
                    <a:cubicBezTo>
                      <a:pt x="197" y="269"/>
                      <a:pt x="286" y="151"/>
                      <a:pt x="376" y="33"/>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grpSp>
      </p:grpSp>
      <p:cxnSp>
        <p:nvCxnSpPr>
          <p:cNvPr id="5" name="Straight Connector 4">
            <a:extLst>
              <a:ext uri="{FF2B5EF4-FFF2-40B4-BE49-F238E27FC236}">
                <a16:creationId xmlns:a16="http://schemas.microsoft.com/office/drawing/2014/main" id="{DBCAA70B-7E42-4A2A-AFDE-E1C5EBB42F2A}"/>
              </a:ext>
            </a:extLst>
          </p:cNvPr>
          <p:cNvCxnSpPr/>
          <p:nvPr/>
        </p:nvCxnSpPr>
        <p:spPr>
          <a:xfrm>
            <a:off x="379698" y="2060942"/>
            <a:ext cx="3993234"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80" name="Straight Connector 179">
            <a:extLst>
              <a:ext uri="{FF2B5EF4-FFF2-40B4-BE49-F238E27FC236}">
                <a16:creationId xmlns:a16="http://schemas.microsoft.com/office/drawing/2014/main" id="{411A8544-3F9B-4E0D-8849-6A13429020EF}"/>
              </a:ext>
            </a:extLst>
          </p:cNvPr>
          <p:cNvCxnSpPr/>
          <p:nvPr/>
        </p:nvCxnSpPr>
        <p:spPr>
          <a:xfrm>
            <a:off x="459065" y="3192957"/>
            <a:ext cx="3993234"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81" name="Straight Connector 180">
            <a:extLst>
              <a:ext uri="{FF2B5EF4-FFF2-40B4-BE49-F238E27FC236}">
                <a16:creationId xmlns:a16="http://schemas.microsoft.com/office/drawing/2014/main" id="{AB4E4AB6-C95F-4018-800A-A53DDBA22F5D}"/>
              </a:ext>
            </a:extLst>
          </p:cNvPr>
          <p:cNvCxnSpPr/>
          <p:nvPr/>
        </p:nvCxnSpPr>
        <p:spPr>
          <a:xfrm>
            <a:off x="421552" y="4298026"/>
            <a:ext cx="3993234"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pic>
        <p:nvPicPr>
          <p:cNvPr id="195" name="Picture Placeholder 194">
            <a:extLst>
              <a:ext uri="{FF2B5EF4-FFF2-40B4-BE49-F238E27FC236}">
                <a16:creationId xmlns:a16="http://schemas.microsoft.com/office/drawing/2014/main" id="{2D31C3FA-1956-93B1-6650-27AE363A3E5D}"/>
              </a:ext>
            </a:extLst>
          </p:cNvPr>
          <p:cNvPicPr>
            <a:picLocks noGrp="1" noChangeAspect="1"/>
          </p:cNvPicPr>
          <p:nvPr>
            <p:ph type="pic" sz="quarter" idx="14"/>
          </p:nvPr>
        </p:nvPicPr>
        <p:blipFill rotWithShape="1">
          <a:blip r:embed="rId7"/>
          <a:srcRect l="-2303" t="-1833" r="-2554" b="-7945"/>
          <a:stretch/>
        </p:blipFill>
        <p:spPr>
          <a:xfrm>
            <a:off x="4945992" y="0"/>
            <a:ext cx="7246008" cy="6858000"/>
          </a:xfrm>
          <a:prstGeom prst="rect">
            <a:avLst/>
          </a:prstGeom>
          <a:solidFill>
            <a:schemeClr val="bg1"/>
          </a:solidFill>
        </p:spPr>
      </p:pic>
      <p:sp>
        <p:nvSpPr>
          <p:cNvPr id="6" name="Slide Number Placeholder 5">
            <a:extLst>
              <a:ext uri="{FF2B5EF4-FFF2-40B4-BE49-F238E27FC236}">
                <a16:creationId xmlns:a16="http://schemas.microsoft.com/office/drawing/2014/main" id="{3C9D76E1-4315-A880-B2E8-35DC01709BC8}"/>
              </a:ext>
            </a:extLst>
          </p:cNvPr>
          <p:cNvSpPr>
            <a:spLocks noGrp="1"/>
          </p:cNvSpPr>
          <p:nvPr>
            <p:ph type="sldNum" sz="quarter" idx="4"/>
          </p:nvPr>
        </p:nvSpPr>
        <p:spPr>
          <a:xfrm>
            <a:off x="11201401" y="6635750"/>
            <a:ext cx="617402" cy="107722"/>
          </a:xfrm>
        </p:spPr>
        <p:txBody>
          <a:bodyPr/>
          <a:lstStyle>
            <a:defPPr>
              <a:defRPr lang="en-US"/>
            </a:defPPr>
            <a:lvl1pPr marL="0" algn="r" defTabSz="228600" rtl="0" eaLnBrk="1" latinLnBrk="0" hangingPunct="1">
              <a:defRPr sz="700" kern="1200">
                <a:solidFill>
                  <a:schemeClr val="tx1"/>
                </a:solidFill>
                <a:latin typeface="+mn-lt"/>
                <a:ea typeface="+mn-ea"/>
                <a:cs typeface="+mn-cs"/>
              </a:defRPr>
            </a:lvl1pPr>
            <a:lvl2pPr marL="228600" algn="l" defTabSz="228600" rtl="0" eaLnBrk="1" latinLnBrk="0" hangingPunct="1">
              <a:defRPr sz="900" kern="1200">
                <a:solidFill>
                  <a:schemeClr val="tx1"/>
                </a:solidFill>
                <a:latin typeface="+mn-lt"/>
                <a:ea typeface="+mn-ea"/>
                <a:cs typeface="+mn-cs"/>
              </a:defRPr>
            </a:lvl2pPr>
            <a:lvl3pPr marL="457200" algn="l" defTabSz="228600" rtl="0" eaLnBrk="1" latinLnBrk="0" hangingPunct="1">
              <a:defRPr sz="900" kern="1200">
                <a:solidFill>
                  <a:schemeClr val="tx1"/>
                </a:solidFill>
                <a:latin typeface="+mn-lt"/>
                <a:ea typeface="+mn-ea"/>
                <a:cs typeface="+mn-cs"/>
              </a:defRPr>
            </a:lvl3pPr>
            <a:lvl4pPr marL="685800" algn="l" defTabSz="228600" rtl="0" eaLnBrk="1" latinLnBrk="0" hangingPunct="1">
              <a:defRPr sz="900" kern="1200">
                <a:solidFill>
                  <a:schemeClr val="tx1"/>
                </a:solidFill>
                <a:latin typeface="+mn-lt"/>
                <a:ea typeface="+mn-ea"/>
                <a:cs typeface="+mn-cs"/>
              </a:defRPr>
            </a:lvl4pPr>
            <a:lvl5pPr marL="914400" algn="l" defTabSz="228600" rtl="0" eaLnBrk="1" latinLnBrk="0" hangingPunct="1">
              <a:defRPr sz="900" kern="1200">
                <a:solidFill>
                  <a:schemeClr val="tx1"/>
                </a:solidFill>
                <a:latin typeface="+mn-lt"/>
                <a:ea typeface="+mn-ea"/>
                <a:cs typeface="+mn-cs"/>
              </a:defRPr>
            </a:lvl5pPr>
            <a:lvl6pPr marL="1143000" algn="l" defTabSz="228600" rtl="0" eaLnBrk="1" latinLnBrk="0" hangingPunct="1">
              <a:defRPr sz="900" kern="1200">
                <a:solidFill>
                  <a:schemeClr val="tx1"/>
                </a:solidFill>
                <a:latin typeface="+mn-lt"/>
                <a:ea typeface="+mn-ea"/>
                <a:cs typeface="+mn-cs"/>
              </a:defRPr>
            </a:lvl6pPr>
            <a:lvl7pPr marL="1371600" algn="l" defTabSz="228600" rtl="0" eaLnBrk="1" latinLnBrk="0" hangingPunct="1">
              <a:defRPr sz="900" kern="1200">
                <a:solidFill>
                  <a:schemeClr val="tx1"/>
                </a:solidFill>
                <a:latin typeface="+mn-lt"/>
                <a:ea typeface="+mn-ea"/>
                <a:cs typeface="+mn-cs"/>
              </a:defRPr>
            </a:lvl7pPr>
            <a:lvl8pPr marL="1600200" algn="l" defTabSz="228600" rtl="0" eaLnBrk="1" latinLnBrk="0" hangingPunct="1">
              <a:defRPr sz="900" kern="1200">
                <a:solidFill>
                  <a:schemeClr val="tx1"/>
                </a:solidFill>
                <a:latin typeface="+mn-lt"/>
                <a:ea typeface="+mn-ea"/>
                <a:cs typeface="+mn-cs"/>
              </a:defRPr>
            </a:lvl8pPr>
            <a:lvl9pPr marL="1828800" algn="l" defTabSz="228600" rtl="0" eaLnBrk="1" latinLnBrk="0" hangingPunct="1">
              <a:defRPr sz="900" kern="1200">
                <a:solidFill>
                  <a:schemeClr val="tx1"/>
                </a:solidFill>
                <a:latin typeface="+mn-lt"/>
                <a:ea typeface="+mn-ea"/>
                <a:cs typeface="+mn-cs"/>
              </a:defRPr>
            </a:lvl9pPr>
          </a:lstStyle>
          <a:p>
            <a:pPr lvl="0"/>
            <a:fld id="{762E77F0-FB5B-4E8E-9BC9-34F14560A017}" type="slidenum">
              <a:rPr lang="en-US" noProof="0" smtClean="0"/>
              <a:pPr lvl="0"/>
              <a:t>2</a:t>
            </a:fld>
            <a:endParaRPr lang="en-US" noProof="0"/>
          </a:p>
        </p:txBody>
      </p:sp>
      <p:sp>
        <p:nvSpPr>
          <p:cNvPr id="4" name="TextBox 22">
            <a:extLst>
              <a:ext uri="{FF2B5EF4-FFF2-40B4-BE49-F238E27FC236}">
                <a16:creationId xmlns:a16="http://schemas.microsoft.com/office/drawing/2014/main" id="{2B467868-57B2-C863-BCEA-0B8FF5F7BE9C}"/>
              </a:ext>
            </a:extLst>
          </p:cNvPr>
          <p:cNvSpPr txBox="1">
            <a:spLocks/>
          </p:cNvSpPr>
          <p:nvPr/>
        </p:nvSpPr>
        <p:spPr>
          <a:xfrm>
            <a:off x="1303853" y="5392514"/>
            <a:ext cx="3210695" cy="982041"/>
          </a:xfrm>
          <a:prstGeom prst="rect">
            <a:avLst/>
          </a:prstGeom>
          <a:noFill/>
          <a:extLst>
            <a:ext uri="{909E8E84-426E-40DD-AFC4-6F175D3DCCD1}">
              <a14:hiddenFill xmlns:a14="http://schemas.microsoft.com/office/drawing/2010/main">
                <a:solidFill>
                  <a:srgbClr val="FFFFFF"/>
                </a:solidFill>
              </a14:hiddenFill>
            </a:ext>
          </a:extLst>
        </p:spPr>
        <p:txBody>
          <a:bodyPr vert="horz" lIns="0" tIns="0" rIns="0" bIns="0" rtlCol="0" anchor="ctr">
            <a:noAutofit/>
          </a:bodyPr>
          <a:lstStyle>
            <a:lvl1pPr marL="142875" lvl="0" indent="-142875" defTabSz="914400">
              <a:lnSpc>
                <a:spcPct val="100000"/>
              </a:lnSpc>
              <a:spcBef>
                <a:spcPts val="0"/>
              </a:spcBef>
              <a:spcAft>
                <a:spcPts val="1500"/>
              </a:spcAft>
              <a:buClr>
                <a:schemeClr val="tx2"/>
              </a:buClr>
              <a:buFont typeface="Aktiv Grotesk" panose="020B0604020202020204" pitchFamily="34" charset="0"/>
              <a:buChar char="•"/>
              <a:defRPr sz="1800">
                <a:ln>
                  <a:noFill/>
                </a:ln>
                <a:solidFill>
                  <a:schemeClr val="bg1"/>
                </a:solidFill>
              </a:defRPr>
            </a:lvl1pPr>
            <a:lvl2pPr marL="428625" lvl="1" indent="-145257" defTabSz="914400">
              <a:lnSpc>
                <a:spcPct val="100000"/>
              </a:lnSpc>
              <a:spcBef>
                <a:spcPts val="0"/>
              </a:spcBef>
              <a:spcAft>
                <a:spcPts val="1500"/>
              </a:spcAft>
              <a:buClr>
                <a:schemeClr val="tx2"/>
              </a:buClr>
              <a:buFont typeface="Aktiv Grotesk" panose="020B0604020202020204" pitchFamily="34" charset="0"/>
              <a:buChar char="•"/>
              <a:defRPr sz="1800">
                <a:ln>
                  <a:noFill/>
                </a:ln>
                <a:solidFill>
                  <a:schemeClr val="bg1"/>
                </a:solidFill>
              </a:defRPr>
            </a:lvl2pPr>
            <a:lvl3pPr marL="714375" lvl="2" indent="-147638" defTabSz="914400">
              <a:lnSpc>
                <a:spcPct val="100000"/>
              </a:lnSpc>
              <a:spcBef>
                <a:spcPts val="0"/>
              </a:spcBef>
              <a:spcAft>
                <a:spcPts val="1500"/>
              </a:spcAft>
              <a:buClr>
                <a:schemeClr val="tx2"/>
              </a:buClr>
              <a:buFont typeface="Aktiv Grotesk" panose="020B0604020202020204" pitchFamily="34" charset="0"/>
              <a:buChar char="•"/>
              <a:defRPr sz="1800">
                <a:ln>
                  <a:noFill/>
                </a:ln>
                <a:solidFill>
                  <a:schemeClr val="bg1"/>
                </a:solidFill>
              </a:defRPr>
            </a:lvl3pPr>
            <a:lvl4pPr marL="1000125" lvl="3" indent="-150019" defTabSz="914400">
              <a:lnSpc>
                <a:spcPct val="100000"/>
              </a:lnSpc>
              <a:spcBef>
                <a:spcPts val="0"/>
              </a:spcBef>
              <a:spcAft>
                <a:spcPts val="1500"/>
              </a:spcAft>
              <a:buClr>
                <a:schemeClr val="tx2"/>
              </a:buClr>
              <a:buFont typeface="Aktiv Grotesk" panose="020B0604020202020204" pitchFamily="34" charset="0"/>
              <a:buChar char="•"/>
              <a:defRPr sz="1800">
                <a:ln>
                  <a:noFill/>
                </a:ln>
                <a:solidFill>
                  <a:schemeClr val="bg1"/>
                </a:solidFill>
              </a:defRPr>
            </a:lvl4pPr>
            <a:lvl5pPr marL="1285875" lvl="4" indent="-152400" defTabSz="914400">
              <a:lnSpc>
                <a:spcPct val="100000"/>
              </a:lnSpc>
              <a:spcBef>
                <a:spcPts val="0"/>
              </a:spcBef>
              <a:spcAft>
                <a:spcPts val="1500"/>
              </a:spcAft>
              <a:buClr>
                <a:schemeClr val="tx2"/>
              </a:buClr>
              <a:buFont typeface="Aktiv Grotesk" panose="020B0604020202020204" pitchFamily="34" charset="0"/>
              <a:buChar char="•"/>
              <a:defRPr sz="1800">
                <a:ln>
                  <a:noFill/>
                </a:ln>
                <a:solidFill>
                  <a:schemeClr val="bg1"/>
                </a:solidFill>
              </a:defRPr>
            </a:lvl5pPr>
            <a:lvl6pPr marL="2514600" indent="-228600" defTabSz="914400">
              <a:lnSpc>
                <a:spcPct val="90000"/>
              </a:lnSpc>
              <a:spcBef>
                <a:spcPts val="500"/>
              </a:spcBef>
              <a:buFont typeface="Aktiv Grotesk" panose="020B0604020202020204" pitchFamily="34" charset="0"/>
              <a:buChar char="•"/>
              <a:defRPr sz="1800"/>
            </a:lvl6pPr>
            <a:lvl7pPr marL="2971800" indent="-228600" defTabSz="914400">
              <a:lnSpc>
                <a:spcPct val="90000"/>
              </a:lnSpc>
              <a:spcBef>
                <a:spcPts val="500"/>
              </a:spcBef>
              <a:buFont typeface="Aktiv Grotesk" panose="020B0604020202020204" pitchFamily="34" charset="0"/>
              <a:buChar char="•"/>
              <a:defRPr sz="1800"/>
            </a:lvl7pPr>
            <a:lvl8pPr marL="3429000" indent="-228600" defTabSz="914400">
              <a:lnSpc>
                <a:spcPct val="90000"/>
              </a:lnSpc>
              <a:spcBef>
                <a:spcPts val="500"/>
              </a:spcBef>
              <a:buFont typeface="Aktiv Grotesk" panose="020B0604020202020204" pitchFamily="34" charset="0"/>
              <a:buChar char="•"/>
              <a:defRPr sz="1800"/>
            </a:lvl8pPr>
            <a:lvl9pPr marL="3886200" indent="-228600" defTabSz="914400">
              <a:lnSpc>
                <a:spcPct val="90000"/>
              </a:lnSpc>
              <a:spcBef>
                <a:spcPts val="500"/>
              </a:spcBef>
              <a:buFont typeface="Aktiv Grotesk" panose="020B0604020202020204" pitchFamily="34" charset="0"/>
              <a:buChar char="•"/>
              <a:defRPr sz="1800"/>
            </a:lvl9pPr>
          </a:lstStyle>
          <a:p>
            <a:pPr marL="76200" lvl="2" indent="-76200">
              <a:spcAft>
                <a:spcPts val="0"/>
              </a:spcAft>
              <a:buClr>
                <a:srgbClr val="EB0000"/>
              </a:buClr>
              <a:buSzPct val="100000"/>
              <a:buNone/>
              <a:defRPr/>
            </a:pPr>
            <a:r>
              <a:rPr lang="en-US" b="1"/>
              <a:t>“We need to reduce risk when using cloud… ”</a:t>
            </a:r>
          </a:p>
        </p:txBody>
      </p:sp>
      <p:cxnSp>
        <p:nvCxnSpPr>
          <p:cNvPr id="22" name="Straight Connector 21">
            <a:extLst>
              <a:ext uri="{FF2B5EF4-FFF2-40B4-BE49-F238E27FC236}">
                <a16:creationId xmlns:a16="http://schemas.microsoft.com/office/drawing/2014/main" id="{C94AC6A8-6198-7898-4A01-DA3142EF605C}"/>
              </a:ext>
            </a:extLst>
          </p:cNvPr>
          <p:cNvCxnSpPr/>
          <p:nvPr/>
        </p:nvCxnSpPr>
        <p:spPr>
          <a:xfrm>
            <a:off x="421552" y="5336295"/>
            <a:ext cx="3993234"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grpSp>
        <p:nvGrpSpPr>
          <p:cNvPr id="23" name="Group 22">
            <a:extLst>
              <a:ext uri="{FF2B5EF4-FFF2-40B4-BE49-F238E27FC236}">
                <a16:creationId xmlns:a16="http://schemas.microsoft.com/office/drawing/2014/main" id="{F9D3A203-0584-C2A8-BEFF-D99B7D10BA0C}"/>
              </a:ext>
            </a:extLst>
          </p:cNvPr>
          <p:cNvGrpSpPr>
            <a:grpSpLocks noChangeAspect="1"/>
          </p:cNvGrpSpPr>
          <p:nvPr/>
        </p:nvGrpSpPr>
        <p:grpSpPr>
          <a:xfrm>
            <a:off x="460274" y="5612023"/>
            <a:ext cx="543023" cy="543022"/>
            <a:chOff x="3117850" y="4090988"/>
            <a:chExt cx="630238" cy="630237"/>
          </a:xfrm>
        </p:grpSpPr>
        <p:sp>
          <p:nvSpPr>
            <p:cNvPr id="24" name="Freeform 88">
              <a:extLst>
                <a:ext uri="{FF2B5EF4-FFF2-40B4-BE49-F238E27FC236}">
                  <a16:creationId xmlns:a16="http://schemas.microsoft.com/office/drawing/2014/main" id="{91C0CF3E-E218-81D2-2DB0-22FEF794228C}"/>
                </a:ext>
              </a:extLst>
            </p:cNvPr>
            <p:cNvSpPr>
              <a:spLocks noChangeArrowheads="1"/>
            </p:cNvSpPr>
            <p:nvPr/>
          </p:nvSpPr>
          <p:spPr bwMode="auto">
            <a:xfrm>
              <a:off x="3117850" y="4090988"/>
              <a:ext cx="630238" cy="630237"/>
            </a:xfrm>
            <a:custGeom>
              <a:avLst/>
              <a:gdLst>
                <a:gd name="T0" fmla="*/ 1468 w 1751"/>
                <a:gd name="T1" fmla="*/ 1750 h 1751"/>
                <a:gd name="T2" fmla="*/ 1750 w 1751"/>
                <a:gd name="T3" fmla="*/ 1468 h 1751"/>
                <a:gd name="T4" fmla="*/ 1750 w 1751"/>
                <a:gd name="T5" fmla="*/ 282 h 1751"/>
                <a:gd name="T6" fmla="*/ 1468 w 1751"/>
                <a:gd name="T7" fmla="*/ 0 h 1751"/>
                <a:gd name="T8" fmla="*/ 283 w 1751"/>
                <a:gd name="T9" fmla="*/ 0 h 1751"/>
                <a:gd name="T10" fmla="*/ 0 w 1751"/>
                <a:gd name="T11" fmla="*/ 282 h 1751"/>
                <a:gd name="T12" fmla="*/ 0 w 1751"/>
                <a:gd name="T13" fmla="*/ 1468 h 1751"/>
                <a:gd name="T14" fmla="*/ 283 w 1751"/>
                <a:gd name="T15" fmla="*/ 1750 h 1751"/>
                <a:gd name="T16" fmla="*/ 1468 w 1751"/>
                <a:gd name="T17" fmla="*/ 1750 h 17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751" h="1751">
                  <a:moveTo>
                    <a:pt x="1468" y="1750"/>
                  </a:moveTo>
                  <a:cubicBezTo>
                    <a:pt x="1623" y="1750"/>
                    <a:pt x="1750" y="1623"/>
                    <a:pt x="1750" y="1468"/>
                  </a:cubicBezTo>
                  <a:cubicBezTo>
                    <a:pt x="1750" y="1073"/>
                    <a:pt x="1750" y="678"/>
                    <a:pt x="1750" y="282"/>
                  </a:cubicBezTo>
                  <a:cubicBezTo>
                    <a:pt x="1750" y="127"/>
                    <a:pt x="1623" y="0"/>
                    <a:pt x="1468" y="0"/>
                  </a:cubicBezTo>
                  <a:cubicBezTo>
                    <a:pt x="1073" y="0"/>
                    <a:pt x="678" y="0"/>
                    <a:pt x="283" y="0"/>
                  </a:cubicBezTo>
                  <a:cubicBezTo>
                    <a:pt x="127" y="0"/>
                    <a:pt x="0" y="127"/>
                    <a:pt x="0" y="282"/>
                  </a:cubicBezTo>
                  <a:cubicBezTo>
                    <a:pt x="0" y="678"/>
                    <a:pt x="0" y="1073"/>
                    <a:pt x="0" y="1468"/>
                  </a:cubicBezTo>
                  <a:cubicBezTo>
                    <a:pt x="0" y="1623"/>
                    <a:pt x="127" y="1750"/>
                    <a:pt x="283" y="1750"/>
                  </a:cubicBezTo>
                  <a:cubicBezTo>
                    <a:pt x="678" y="1750"/>
                    <a:pt x="1073" y="1750"/>
                    <a:pt x="1468" y="1750"/>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grpSp>
          <p:nvGrpSpPr>
            <p:cNvPr id="25" name="Group 24">
              <a:extLst>
                <a:ext uri="{FF2B5EF4-FFF2-40B4-BE49-F238E27FC236}">
                  <a16:creationId xmlns:a16="http://schemas.microsoft.com/office/drawing/2014/main" id="{2E25A0C6-2ACB-1362-CC77-51396EC9DC7E}"/>
                </a:ext>
              </a:extLst>
            </p:cNvPr>
            <p:cNvGrpSpPr/>
            <p:nvPr/>
          </p:nvGrpSpPr>
          <p:grpSpPr>
            <a:xfrm>
              <a:off x="3257550" y="4213225"/>
              <a:ext cx="347663" cy="358775"/>
              <a:chOff x="3257550" y="4213225"/>
              <a:chExt cx="347663" cy="358775"/>
            </a:xfrm>
          </p:grpSpPr>
          <p:sp>
            <p:nvSpPr>
              <p:cNvPr id="26" name="Freeform 89">
                <a:extLst>
                  <a:ext uri="{FF2B5EF4-FFF2-40B4-BE49-F238E27FC236}">
                    <a16:creationId xmlns:a16="http://schemas.microsoft.com/office/drawing/2014/main" id="{DF02ACC6-E02E-0697-F8B4-FC43A21BD67F}"/>
                  </a:ext>
                </a:extLst>
              </p:cNvPr>
              <p:cNvSpPr>
                <a:spLocks noChangeArrowheads="1"/>
              </p:cNvSpPr>
              <p:nvPr/>
            </p:nvSpPr>
            <p:spPr bwMode="auto">
              <a:xfrm>
                <a:off x="3257550" y="4448175"/>
                <a:ext cx="92075" cy="123825"/>
              </a:xfrm>
              <a:custGeom>
                <a:avLst/>
                <a:gdLst>
                  <a:gd name="T0" fmla="*/ 23 w 255"/>
                  <a:gd name="T1" fmla="*/ 199 h 344"/>
                  <a:gd name="T2" fmla="*/ 0 w 255"/>
                  <a:gd name="T3" fmla="*/ 127 h 344"/>
                  <a:gd name="T4" fmla="*/ 127 w 255"/>
                  <a:gd name="T5" fmla="*/ 0 h 344"/>
                  <a:gd name="T6" fmla="*/ 254 w 255"/>
                  <a:gd name="T7" fmla="*/ 127 h 344"/>
                  <a:gd name="T8" fmla="*/ 231 w 255"/>
                  <a:gd name="T9" fmla="*/ 199 h 344"/>
                  <a:gd name="T10" fmla="*/ 133 w 255"/>
                  <a:gd name="T11" fmla="*/ 340 h 344"/>
                  <a:gd name="T12" fmla="*/ 127 w 255"/>
                  <a:gd name="T13" fmla="*/ 343 h 344"/>
                  <a:gd name="T14" fmla="*/ 122 w 255"/>
                  <a:gd name="T15" fmla="*/ 340 h 344"/>
                  <a:gd name="T16" fmla="*/ 23 w 255"/>
                  <a:gd name="T17" fmla="*/ 199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5" h="344">
                    <a:moveTo>
                      <a:pt x="23" y="199"/>
                    </a:moveTo>
                    <a:cubicBezTo>
                      <a:pt x="8" y="178"/>
                      <a:pt x="0" y="153"/>
                      <a:pt x="0" y="127"/>
                    </a:cubicBezTo>
                    <a:cubicBezTo>
                      <a:pt x="0" y="57"/>
                      <a:pt x="57" y="0"/>
                      <a:pt x="127" y="0"/>
                    </a:cubicBezTo>
                    <a:cubicBezTo>
                      <a:pt x="197" y="0"/>
                      <a:pt x="254" y="57"/>
                      <a:pt x="254" y="127"/>
                    </a:cubicBezTo>
                    <a:cubicBezTo>
                      <a:pt x="254" y="153"/>
                      <a:pt x="246" y="178"/>
                      <a:pt x="231" y="199"/>
                    </a:cubicBezTo>
                    <a:cubicBezTo>
                      <a:pt x="198" y="246"/>
                      <a:pt x="166" y="293"/>
                      <a:pt x="133" y="340"/>
                    </a:cubicBezTo>
                    <a:cubicBezTo>
                      <a:pt x="132" y="342"/>
                      <a:pt x="130" y="343"/>
                      <a:pt x="127" y="343"/>
                    </a:cubicBezTo>
                    <a:cubicBezTo>
                      <a:pt x="125" y="343"/>
                      <a:pt x="123" y="342"/>
                      <a:pt x="122" y="340"/>
                    </a:cubicBezTo>
                    <a:cubicBezTo>
                      <a:pt x="89" y="293"/>
                      <a:pt x="56" y="246"/>
                      <a:pt x="23" y="199"/>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sp>
            <p:nvSpPr>
              <p:cNvPr id="27" name="Freeform 90">
                <a:extLst>
                  <a:ext uri="{FF2B5EF4-FFF2-40B4-BE49-F238E27FC236}">
                    <a16:creationId xmlns:a16="http://schemas.microsoft.com/office/drawing/2014/main" id="{6B12CEFA-412E-0AF7-8747-87E67DA73D7F}"/>
                  </a:ext>
                </a:extLst>
              </p:cNvPr>
              <p:cNvSpPr>
                <a:spLocks noChangeArrowheads="1"/>
              </p:cNvSpPr>
              <p:nvPr/>
            </p:nvSpPr>
            <p:spPr bwMode="auto">
              <a:xfrm>
                <a:off x="3543300" y="4213225"/>
                <a:ext cx="61913" cy="61913"/>
              </a:xfrm>
              <a:custGeom>
                <a:avLst/>
                <a:gdLst>
                  <a:gd name="T0" fmla="*/ 0 w 170"/>
                  <a:gd name="T1" fmla="*/ 0 h 170"/>
                  <a:gd name="T2" fmla="*/ 169 w 170"/>
                  <a:gd name="T3" fmla="*/ 169 h 170"/>
                </a:gdLst>
                <a:ahLst/>
                <a:cxnLst>
                  <a:cxn ang="0">
                    <a:pos x="T0" y="T1"/>
                  </a:cxn>
                  <a:cxn ang="0">
                    <a:pos x="T2" y="T3"/>
                  </a:cxn>
                </a:cxnLst>
                <a:rect l="0" t="0" r="r" b="b"/>
                <a:pathLst>
                  <a:path w="170" h="170">
                    <a:moveTo>
                      <a:pt x="0" y="0"/>
                    </a:moveTo>
                    <a:cubicBezTo>
                      <a:pt x="56" y="57"/>
                      <a:pt x="112" y="113"/>
                      <a:pt x="169" y="169"/>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28" name="Freeform 91">
                <a:extLst>
                  <a:ext uri="{FF2B5EF4-FFF2-40B4-BE49-F238E27FC236}">
                    <a16:creationId xmlns:a16="http://schemas.microsoft.com/office/drawing/2014/main" id="{AFC6B983-0B23-92D2-096A-F1F3CAFA21FE}"/>
                  </a:ext>
                </a:extLst>
              </p:cNvPr>
              <p:cNvSpPr>
                <a:spLocks noChangeArrowheads="1"/>
              </p:cNvSpPr>
              <p:nvPr/>
            </p:nvSpPr>
            <p:spPr bwMode="auto">
              <a:xfrm>
                <a:off x="3543300" y="4213225"/>
                <a:ext cx="61913" cy="61913"/>
              </a:xfrm>
              <a:custGeom>
                <a:avLst/>
                <a:gdLst>
                  <a:gd name="T0" fmla="*/ 169 w 170"/>
                  <a:gd name="T1" fmla="*/ 0 h 170"/>
                  <a:gd name="T2" fmla="*/ 0 w 170"/>
                  <a:gd name="T3" fmla="*/ 169 h 170"/>
                </a:gdLst>
                <a:ahLst/>
                <a:cxnLst>
                  <a:cxn ang="0">
                    <a:pos x="T0" y="T1"/>
                  </a:cxn>
                  <a:cxn ang="0">
                    <a:pos x="T2" y="T3"/>
                  </a:cxn>
                </a:cxnLst>
                <a:rect l="0" t="0" r="r" b="b"/>
                <a:pathLst>
                  <a:path w="170" h="170">
                    <a:moveTo>
                      <a:pt x="169" y="0"/>
                    </a:moveTo>
                    <a:cubicBezTo>
                      <a:pt x="112" y="57"/>
                      <a:pt x="56" y="113"/>
                      <a:pt x="0" y="169"/>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29" name="Freeform 92">
                <a:extLst>
                  <a:ext uri="{FF2B5EF4-FFF2-40B4-BE49-F238E27FC236}">
                    <a16:creationId xmlns:a16="http://schemas.microsoft.com/office/drawing/2014/main" id="{BBE98B29-94A0-6691-0564-2AE438D12F69}"/>
                  </a:ext>
                </a:extLst>
              </p:cNvPr>
              <p:cNvSpPr>
                <a:spLocks noChangeArrowheads="1"/>
              </p:cNvSpPr>
              <p:nvPr/>
            </p:nvSpPr>
            <p:spPr bwMode="auto">
              <a:xfrm>
                <a:off x="3338513" y="4568825"/>
                <a:ext cx="7937"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30" name="Freeform 93">
                <a:extLst>
                  <a:ext uri="{FF2B5EF4-FFF2-40B4-BE49-F238E27FC236}">
                    <a16:creationId xmlns:a16="http://schemas.microsoft.com/office/drawing/2014/main" id="{407E214A-D961-4A3C-F8B9-A72A811BF02C}"/>
                  </a:ext>
                </a:extLst>
              </p:cNvPr>
              <p:cNvSpPr>
                <a:spLocks noChangeArrowheads="1"/>
              </p:cNvSpPr>
              <p:nvPr/>
            </p:nvSpPr>
            <p:spPr bwMode="auto">
              <a:xfrm>
                <a:off x="3373438" y="4568825"/>
                <a:ext cx="7937" cy="1588"/>
              </a:xfrm>
              <a:custGeom>
                <a:avLst/>
                <a:gdLst>
                  <a:gd name="T0" fmla="*/ 0 w 23"/>
                  <a:gd name="T1" fmla="*/ 0 h 1"/>
                  <a:gd name="T2" fmla="*/ 22 w 23"/>
                  <a:gd name="T3" fmla="*/ 0 h 1"/>
                </a:gdLst>
                <a:ahLst/>
                <a:cxnLst>
                  <a:cxn ang="0">
                    <a:pos x="T0" y="T1"/>
                  </a:cxn>
                  <a:cxn ang="0">
                    <a:pos x="T2" y="T3"/>
                  </a:cxn>
                </a:cxnLst>
                <a:rect l="0" t="0" r="r" b="b"/>
                <a:pathLst>
                  <a:path w="23" h="1">
                    <a:moveTo>
                      <a:pt x="0" y="0"/>
                    </a:moveTo>
                    <a:cubicBezTo>
                      <a:pt x="7" y="0"/>
                      <a:pt x="15" y="0"/>
                      <a:pt x="22"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31" name="Freeform 94">
                <a:extLst>
                  <a:ext uri="{FF2B5EF4-FFF2-40B4-BE49-F238E27FC236}">
                    <a16:creationId xmlns:a16="http://schemas.microsoft.com/office/drawing/2014/main" id="{BA2EAA64-BCFE-BF78-4709-08B654A4CC9C}"/>
                  </a:ext>
                </a:extLst>
              </p:cNvPr>
              <p:cNvSpPr>
                <a:spLocks noChangeArrowheads="1"/>
              </p:cNvSpPr>
              <p:nvPr/>
            </p:nvSpPr>
            <p:spPr bwMode="auto">
              <a:xfrm>
                <a:off x="3409950" y="4568825"/>
                <a:ext cx="7938"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32" name="Freeform 95">
                <a:extLst>
                  <a:ext uri="{FF2B5EF4-FFF2-40B4-BE49-F238E27FC236}">
                    <a16:creationId xmlns:a16="http://schemas.microsoft.com/office/drawing/2014/main" id="{EC1DABC6-7D79-3AE3-E3EE-05413A49E0F0}"/>
                  </a:ext>
                </a:extLst>
              </p:cNvPr>
              <p:cNvSpPr>
                <a:spLocks noChangeArrowheads="1"/>
              </p:cNvSpPr>
              <p:nvPr/>
            </p:nvSpPr>
            <p:spPr bwMode="auto">
              <a:xfrm>
                <a:off x="3444875" y="4568825"/>
                <a:ext cx="7938"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33" name="Freeform 96">
                <a:extLst>
                  <a:ext uri="{FF2B5EF4-FFF2-40B4-BE49-F238E27FC236}">
                    <a16:creationId xmlns:a16="http://schemas.microsoft.com/office/drawing/2014/main" id="{FF60DBF9-41C1-858D-6D54-E92B1855A0C7}"/>
                  </a:ext>
                </a:extLst>
              </p:cNvPr>
              <p:cNvSpPr>
                <a:spLocks noChangeArrowheads="1"/>
              </p:cNvSpPr>
              <p:nvPr/>
            </p:nvSpPr>
            <p:spPr bwMode="auto">
              <a:xfrm>
                <a:off x="3479800" y="4568825"/>
                <a:ext cx="7938"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34" name="Freeform 97">
                <a:extLst>
                  <a:ext uri="{FF2B5EF4-FFF2-40B4-BE49-F238E27FC236}">
                    <a16:creationId xmlns:a16="http://schemas.microsoft.com/office/drawing/2014/main" id="{27A2301E-3DEE-28DA-1F1F-77CDB1F42416}"/>
                  </a:ext>
                </a:extLst>
              </p:cNvPr>
              <p:cNvSpPr>
                <a:spLocks noChangeArrowheads="1"/>
              </p:cNvSpPr>
              <p:nvPr/>
            </p:nvSpPr>
            <p:spPr bwMode="auto">
              <a:xfrm>
                <a:off x="3516313" y="4568825"/>
                <a:ext cx="7937"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35" name="Freeform 98">
                <a:extLst>
                  <a:ext uri="{FF2B5EF4-FFF2-40B4-BE49-F238E27FC236}">
                    <a16:creationId xmlns:a16="http://schemas.microsoft.com/office/drawing/2014/main" id="{93FAB55B-A414-4E54-5B79-4F7DB826A6B8}"/>
                  </a:ext>
                </a:extLst>
              </p:cNvPr>
              <p:cNvSpPr>
                <a:spLocks noChangeArrowheads="1"/>
              </p:cNvSpPr>
              <p:nvPr/>
            </p:nvSpPr>
            <p:spPr bwMode="auto">
              <a:xfrm>
                <a:off x="3479800" y="4487863"/>
                <a:ext cx="7938"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36" name="Freeform 99">
                <a:extLst>
                  <a:ext uri="{FF2B5EF4-FFF2-40B4-BE49-F238E27FC236}">
                    <a16:creationId xmlns:a16="http://schemas.microsoft.com/office/drawing/2014/main" id="{ACDCFFDB-8B0D-0EC1-7020-5A56EC030043}"/>
                  </a:ext>
                </a:extLst>
              </p:cNvPr>
              <p:cNvSpPr>
                <a:spLocks noChangeArrowheads="1"/>
              </p:cNvSpPr>
              <p:nvPr/>
            </p:nvSpPr>
            <p:spPr bwMode="auto">
              <a:xfrm>
                <a:off x="3516313" y="4487863"/>
                <a:ext cx="7937"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37" name="Freeform 100">
                <a:extLst>
                  <a:ext uri="{FF2B5EF4-FFF2-40B4-BE49-F238E27FC236}">
                    <a16:creationId xmlns:a16="http://schemas.microsoft.com/office/drawing/2014/main" id="{91981237-5BA1-3F45-AA8D-448928E5C563}"/>
                  </a:ext>
                </a:extLst>
              </p:cNvPr>
              <p:cNvSpPr>
                <a:spLocks noChangeArrowheads="1"/>
              </p:cNvSpPr>
              <p:nvPr/>
            </p:nvSpPr>
            <p:spPr bwMode="auto">
              <a:xfrm>
                <a:off x="3338513" y="4324350"/>
                <a:ext cx="7937"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38" name="Freeform 101">
                <a:extLst>
                  <a:ext uri="{FF2B5EF4-FFF2-40B4-BE49-F238E27FC236}">
                    <a16:creationId xmlns:a16="http://schemas.microsoft.com/office/drawing/2014/main" id="{EA3C0743-EC4D-D380-45C1-46A0D2DB4041}"/>
                  </a:ext>
                </a:extLst>
              </p:cNvPr>
              <p:cNvSpPr>
                <a:spLocks noChangeArrowheads="1"/>
              </p:cNvSpPr>
              <p:nvPr/>
            </p:nvSpPr>
            <p:spPr bwMode="auto">
              <a:xfrm>
                <a:off x="3479800" y="4405313"/>
                <a:ext cx="7938"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39" name="Freeform 102">
                <a:extLst>
                  <a:ext uri="{FF2B5EF4-FFF2-40B4-BE49-F238E27FC236}">
                    <a16:creationId xmlns:a16="http://schemas.microsoft.com/office/drawing/2014/main" id="{8BF48EE3-6770-8495-ADD8-453C710D5079}"/>
                  </a:ext>
                </a:extLst>
              </p:cNvPr>
              <p:cNvSpPr>
                <a:spLocks noChangeArrowheads="1"/>
              </p:cNvSpPr>
              <p:nvPr/>
            </p:nvSpPr>
            <p:spPr bwMode="auto">
              <a:xfrm>
                <a:off x="3516313" y="4405313"/>
                <a:ext cx="7937"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40" name="Freeform 103">
                <a:extLst>
                  <a:ext uri="{FF2B5EF4-FFF2-40B4-BE49-F238E27FC236}">
                    <a16:creationId xmlns:a16="http://schemas.microsoft.com/office/drawing/2014/main" id="{F0796D6D-B471-E7CD-E5A9-0B5D5BB064C4}"/>
                  </a:ext>
                </a:extLst>
              </p:cNvPr>
              <p:cNvSpPr>
                <a:spLocks noChangeArrowheads="1"/>
              </p:cNvSpPr>
              <p:nvPr/>
            </p:nvSpPr>
            <p:spPr bwMode="auto">
              <a:xfrm>
                <a:off x="3373438" y="4324350"/>
                <a:ext cx="7937" cy="1588"/>
              </a:xfrm>
              <a:custGeom>
                <a:avLst/>
                <a:gdLst>
                  <a:gd name="T0" fmla="*/ 0 w 23"/>
                  <a:gd name="T1" fmla="*/ 0 h 1"/>
                  <a:gd name="T2" fmla="*/ 22 w 23"/>
                  <a:gd name="T3" fmla="*/ 0 h 1"/>
                </a:gdLst>
                <a:ahLst/>
                <a:cxnLst>
                  <a:cxn ang="0">
                    <a:pos x="T0" y="T1"/>
                  </a:cxn>
                  <a:cxn ang="0">
                    <a:pos x="T2" y="T3"/>
                  </a:cxn>
                </a:cxnLst>
                <a:rect l="0" t="0" r="r" b="b"/>
                <a:pathLst>
                  <a:path w="23" h="1">
                    <a:moveTo>
                      <a:pt x="0" y="0"/>
                    </a:moveTo>
                    <a:cubicBezTo>
                      <a:pt x="7" y="0"/>
                      <a:pt x="15" y="0"/>
                      <a:pt x="22"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41" name="Freeform 104">
                <a:extLst>
                  <a:ext uri="{FF2B5EF4-FFF2-40B4-BE49-F238E27FC236}">
                    <a16:creationId xmlns:a16="http://schemas.microsoft.com/office/drawing/2014/main" id="{22BB875D-7510-2968-B1E4-3408CB68DBF6}"/>
                  </a:ext>
                </a:extLst>
              </p:cNvPr>
              <p:cNvSpPr>
                <a:spLocks noChangeArrowheads="1"/>
              </p:cNvSpPr>
              <p:nvPr/>
            </p:nvSpPr>
            <p:spPr bwMode="auto">
              <a:xfrm>
                <a:off x="3409950" y="4324350"/>
                <a:ext cx="7938"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42" name="Freeform 105">
                <a:extLst>
                  <a:ext uri="{FF2B5EF4-FFF2-40B4-BE49-F238E27FC236}">
                    <a16:creationId xmlns:a16="http://schemas.microsoft.com/office/drawing/2014/main" id="{06FC0319-16BB-D2C2-731D-075B9FF66FCF}"/>
                  </a:ext>
                </a:extLst>
              </p:cNvPr>
              <p:cNvSpPr>
                <a:spLocks noChangeArrowheads="1"/>
              </p:cNvSpPr>
              <p:nvPr/>
            </p:nvSpPr>
            <p:spPr bwMode="auto">
              <a:xfrm>
                <a:off x="3444875" y="4324350"/>
                <a:ext cx="7938"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43" name="Freeform 106">
                <a:extLst>
                  <a:ext uri="{FF2B5EF4-FFF2-40B4-BE49-F238E27FC236}">
                    <a16:creationId xmlns:a16="http://schemas.microsoft.com/office/drawing/2014/main" id="{B6750C85-8F32-FBC7-F5FA-AE7884D58CE3}"/>
                  </a:ext>
                </a:extLst>
              </p:cNvPr>
              <p:cNvSpPr>
                <a:spLocks noChangeArrowheads="1"/>
              </p:cNvSpPr>
              <p:nvPr/>
            </p:nvSpPr>
            <p:spPr bwMode="auto">
              <a:xfrm>
                <a:off x="3479800" y="4324350"/>
                <a:ext cx="7938"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44" name="Freeform 107">
                <a:extLst>
                  <a:ext uri="{FF2B5EF4-FFF2-40B4-BE49-F238E27FC236}">
                    <a16:creationId xmlns:a16="http://schemas.microsoft.com/office/drawing/2014/main" id="{F1DCCB26-C9F6-9779-8CF7-0EFC4A9280C5}"/>
                  </a:ext>
                </a:extLst>
              </p:cNvPr>
              <p:cNvSpPr>
                <a:spLocks noChangeArrowheads="1"/>
              </p:cNvSpPr>
              <p:nvPr/>
            </p:nvSpPr>
            <p:spPr bwMode="auto">
              <a:xfrm>
                <a:off x="3516313" y="4324350"/>
                <a:ext cx="7937"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45" name="Freeform 108">
                <a:extLst>
                  <a:ext uri="{FF2B5EF4-FFF2-40B4-BE49-F238E27FC236}">
                    <a16:creationId xmlns:a16="http://schemas.microsoft.com/office/drawing/2014/main" id="{44EC2D79-6198-AF94-8DBC-235083A1D5D2}"/>
                  </a:ext>
                </a:extLst>
              </p:cNvPr>
              <p:cNvSpPr>
                <a:spLocks noChangeArrowheads="1"/>
              </p:cNvSpPr>
              <p:nvPr/>
            </p:nvSpPr>
            <p:spPr bwMode="auto">
              <a:xfrm>
                <a:off x="3338513" y="4243388"/>
                <a:ext cx="7937"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46" name="Freeform 109">
                <a:extLst>
                  <a:ext uri="{FF2B5EF4-FFF2-40B4-BE49-F238E27FC236}">
                    <a16:creationId xmlns:a16="http://schemas.microsoft.com/office/drawing/2014/main" id="{D2FFF9CB-2C96-8313-C70E-2D5501CF543C}"/>
                  </a:ext>
                </a:extLst>
              </p:cNvPr>
              <p:cNvSpPr>
                <a:spLocks noChangeArrowheads="1"/>
              </p:cNvSpPr>
              <p:nvPr/>
            </p:nvSpPr>
            <p:spPr bwMode="auto">
              <a:xfrm>
                <a:off x="3373438" y="4243388"/>
                <a:ext cx="7937" cy="1587"/>
              </a:xfrm>
              <a:custGeom>
                <a:avLst/>
                <a:gdLst>
                  <a:gd name="T0" fmla="*/ 0 w 23"/>
                  <a:gd name="T1" fmla="*/ 0 h 1"/>
                  <a:gd name="T2" fmla="*/ 22 w 23"/>
                  <a:gd name="T3" fmla="*/ 0 h 1"/>
                </a:gdLst>
                <a:ahLst/>
                <a:cxnLst>
                  <a:cxn ang="0">
                    <a:pos x="T0" y="T1"/>
                  </a:cxn>
                  <a:cxn ang="0">
                    <a:pos x="T2" y="T3"/>
                  </a:cxn>
                </a:cxnLst>
                <a:rect l="0" t="0" r="r" b="b"/>
                <a:pathLst>
                  <a:path w="23" h="1">
                    <a:moveTo>
                      <a:pt x="0" y="0"/>
                    </a:moveTo>
                    <a:cubicBezTo>
                      <a:pt x="7" y="0"/>
                      <a:pt x="15" y="0"/>
                      <a:pt x="22"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47" name="Freeform 110">
                <a:extLst>
                  <a:ext uri="{FF2B5EF4-FFF2-40B4-BE49-F238E27FC236}">
                    <a16:creationId xmlns:a16="http://schemas.microsoft.com/office/drawing/2014/main" id="{6F81D87B-1539-593C-FA18-235182E0D998}"/>
                  </a:ext>
                </a:extLst>
              </p:cNvPr>
              <p:cNvSpPr>
                <a:spLocks noChangeArrowheads="1"/>
              </p:cNvSpPr>
              <p:nvPr/>
            </p:nvSpPr>
            <p:spPr bwMode="auto">
              <a:xfrm>
                <a:off x="3409950" y="4243388"/>
                <a:ext cx="7938"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48" name="Freeform 111">
                <a:extLst>
                  <a:ext uri="{FF2B5EF4-FFF2-40B4-BE49-F238E27FC236}">
                    <a16:creationId xmlns:a16="http://schemas.microsoft.com/office/drawing/2014/main" id="{7C5FE9F9-A044-EFFA-30BE-7B255504923D}"/>
                  </a:ext>
                </a:extLst>
              </p:cNvPr>
              <p:cNvSpPr>
                <a:spLocks noChangeArrowheads="1"/>
              </p:cNvSpPr>
              <p:nvPr/>
            </p:nvSpPr>
            <p:spPr bwMode="auto">
              <a:xfrm>
                <a:off x="3444875" y="4243388"/>
                <a:ext cx="7938"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50" name="Freeform 112">
                <a:extLst>
                  <a:ext uri="{FF2B5EF4-FFF2-40B4-BE49-F238E27FC236}">
                    <a16:creationId xmlns:a16="http://schemas.microsoft.com/office/drawing/2014/main" id="{5B0BC6CB-90D9-8B34-1BD8-9C09CD957661}"/>
                  </a:ext>
                </a:extLst>
              </p:cNvPr>
              <p:cNvSpPr>
                <a:spLocks noChangeArrowheads="1"/>
              </p:cNvSpPr>
              <p:nvPr/>
            </p:nvSpPr>
            <p:spPr bwMode="auto">
              <a:xfrm>
                <a:off x="3479800" y="4243388"/>
                <a:ext cx="7938"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51" name="Freeform 113">
                <a:extLst>
                  <a:ext uri="{FF2B5EF4-FFF2-40B4-BE49-F238E27FC236}">
                    <a16:creationId xmlns:a16="http://schemas.microsoft.com/office/drawing/2014/main" id="{A5DFDA44-BC5F-B8DF-B928-CF82F1E09054}"/>
                  </a:ext>
                </a:extLst>
              </p:cNvPr>
              <p:cNvSpPr>
                <a:spLocks noChangeArrowheads="1"/>
              </p:cNvSpPr>
              <p:nvPr/>
            </p:nvSpPr>
            <p:spPr bwMode="auto">
              <a:xfrm>
                <a:off x="3516313" y="4243388"/>
                <a:ext cx="7937"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52" name="Freeform 114">
                <a:extLst>
                  <a:ext uri="{FF2B5EF4-FFF2-40B4-BE49-F238E27FC236}">
                    <a16:creationId xmlns:a16="http://schemas.microsoft.com/office/drawing/2014/main" id="{FB32C45B-399F-1C1D-5E86-1F38B4D000A2}"/>
                  </a:ext>
                </a:extLst>
              </p:cNvPr>
              <p:cNvSpPr>
                <a:spLocks noChangeArrowheads="1"/>
              </p:cNvSpPr>
              <p:nvPr/>
            </p:nvSpPr>
            <p:spPr bwMode="auto">
              <a:xfrm>
                <a:off x="3551238" y="4487863"/>
                <a:ext cx="7937" cy="1587"/>
              </a:xfrm>
              <a:custGeom>
                <a:avLst/>
                <a:gdLst>
                  <a:gd name="T0" fmla="*/ 21 w 22"/>
                  <a:gd name="T1" fmla="*/ 0 h 1"/>
                  <a:gd name="T2" fmla="*/ 0 w 22"/>
                  <a:gd name="T3" fmla="*/ 0 h 1"/>
                </a:gdLst>
                <a:ahLst/>
                <a:cxnLst>
                  <a:cxn ang="0">
                    <a:pos x="T0" y="T1"/>
                  </a:cxn>
                  <a:cxn ang="0">
                    <a:pos x="T2" y="T3"/>
                  </a:cxn>
                </a:cxnLst>
                <a:rect l="0" t="0" r="r" b="b"/>
                <a:pathLst>
                  <a:path w="22" h="1">
                    <a:moveTo>
                      <a:pt x="21" y="0"/>
                    </a:moveTo>
                    <a:cubicBezTo>
                      <a:pt x="14" y="0"/>
                      <a:pt x="7"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53" name="Freeform 115">
                <a:extLst>
                  <a:ext uri="{FF2B5EF4-FFF2-40B4-BE49-F238E27FC236}">
                    <a16:creationId xmlns:a16="http://schemas.microsoft.com/office/drawing/2014/main" id="{CC99B48E-0AED-0F5C-9420-2BC402739983}"/>
                  </a:ext>
                </a:extLst>
              </p:cNvPr>
              <p:cNvSpPr>
                <a:spLocks noChangeArrowheads="1"/>
              </p:cNvSpPr>
              <p:nvPr/>
            </p:nvSpPr>
            <p:spPr bwMode="auto">
              <a:xfrm>
                <a:off x="3551238" y="4568825"/>
                <a:ext cx="7937" cy="1588"/>
              </a:xfrm>
              <a:custGeom>
                <a:avLst/>
                <a:gdLst>
                  <a:gd name="T0" fmla="*/ 21 w 22"/>
                  <a:gd name="T1" fmla="*/ 0 h 1"/>
                  <a:gd name="T2" fmla="*/ 0 w 22"/>
                  <a:gd name="T3" fmla="*/ 0 h 1"/>
                </a:gdLst>
                <a:ahLst/>
                <a:cxnLst>
                  <a:cxn ang="0">
                    <a:pos x="T0" y="T1"/>
                  </a:cxn>
                  <a:cxn ang="0">
                    <a:pos x="T2" y="T3"/>
                  </a:cxn>
                </a:cxnLst>
                <a:rect l="0" t="0" r="r" b="b"/>
                <a:pathLst>
                  <a:path w="22" h="1">
                    <a:moveTo>
                      <a:pt x="21" y="0"/>
                    </a:moveTo>
                    <a:cubicBezTo>
                      <a:pt x="14" y="0"/>
                      <a:pt x="7"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54" name="Freeform 116">
                <a:extLst>
                  <a:ext uri="{FF2B5EF4-FFF2-40B4-BE49-F238E27FC236}">
                    <a16:creationId xmlns:a16="http://schemas.microsoft.com/office/drawing/2014/main" id="{B741342D-54EF-2EAB-E244-A41B0389F6FD}"/>
                  </a:ext>
                </a:extLst>
              </p:cNvPr>
              <p:cNvSpPr>
                <a:spLocks noChangeArrowheads="1"/>
              </p:cNvSpPr>
              <p:nvPr/>
            </p:nvSpPr>
            <p:spPr bwMode="auto">
              <a:xfrm>
                <a:off x="3595688" y="4524375"/>
                <a:ext cx="1587" cy="7938"/>
              </a:xfrm>
              <a:custGeom>
                <a:avLst/>
                <a:gdLst>
                  <a:gd name="T0" fmla="*/ 0 w 1"/>
                  <a:gd name="T1" fmla="*/ 21 h 22"/>
                  <a:gd name="T2" fmla="*/ 0 w 1"/>
                  <a:gd name="T3" fmla="*/ 0 h 22"/>
                </a:gdLst>
                <a:ahLst/>
                <a:cxnLst>
                  <a:cxn ang="0">
                    <a:pos x="T0" y="T1"/>
                  </a:cxn>
                  <a:cxn ang="0">
                    <a:pos x="T2" y="T3"/>
                  </a:cxn>
                </a:cxnLst>
                <a:rect l="0" t="0" r="r" b="b"/>
                <a:pathLst>
                  <a:path w="1" h="22">
                    <a:moveTo>
                      <a:pt x="0" y="21"/>
                    </a:moveTo>
                    <a:cubicBezTo>
                      <a:pt x="0" y="14"/>
                      <a:pt x="0" y="7"/>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55" name="Freeform 117">
                <a:extLst>
                  <a:ext uri="{FF2B5EF4-FFF2-40B4-BE49-F238E27FC236}">
                    <a16:creationId xmlns:a16="http://schemas.microsoft.com/office/drawing/2014/main" id="{A4D463E5-5026-8D1F-3663-AC68E8567D12}"/>
                  </a:ext>
                </a:extLst>
              </p:cNvPr>
              <p:cNvSpPr>
                <a:spLocks noChangeArrowheads="1"/>
              </p:cNvSpPr>
              <p:nvPr/>
            </p:nvSpPr>
            <p:spPr bwMode="auto">
              <a:xfrm>
                <a:off x="3581400" y="4554538"/>
                <a:ext cx="6350" cy="6350"/>
              </a:xfrm>
              <a:custGeom>
                <a:avLst/>
                <a:gdLst>
                  <a:gd name="T0" fmla="*/ 15 w 16"/>
                  <a:gd name="T1" fmla="*/ 0 h 16"/>
                  <a:gd name="T2" fmla="*/ 0 w 16"/>
                  <a:gd name="T3" fmla="*/ 15 h 16"/>
                </a:gdLst>
                <a:ahLst/>
                <a:cxnLst>
                  <a:cxn ang="0">
                    <a:pos x="T0" y="T1"/>
                  </a:cxn>
                  <a:cxn ang="0">
                    <a:pos x="T2" y="T3"/>
                  </a:cxn>
                </a:cxnLst>
                <a:rect l="0" t="0" r="r" b="b"/>
                <a:pathLst>
                  <a:path w="16" h="16">
                    <a:moveTo>
                      <a:pt x="15" y="0"/>
                    </a:moveTo>
                    <a:cubicBezTo>
                      <a:pt x="10" y="5"/>
                      <a:pt x="5" y="10"/>
                      <a:pt x="0" y="1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56" name="Freeform 118">
                <a:extLst>
                  <a:ext uri="{FF2B5EF4-FFF2-40B4-BE49-F238E27FC236}">
                    <a16:creationId xmlns:a16="http://schemas.microsoft.com/office/drawing/2014/main" id="{D841ABD2-C9CD-21D9-A77F-39DA282E0981}"/>
                  </a:ext>
                </a:extLst>
              </p:cNvPr>
              <p:cNvSpPr>
                <a:spLocks noChangeArrowheads="1"/>
              </p:cNvSpPr>
              <p:nvPr/>
            </p:nvSpPr>
            <p:spPr bwMode="auto">
              <a:xfrm>
                <a:off x="3581400" y="4495800"/>
                <a:ext cx="6350" cy="6350"/>
              </a:xfrm>
              <a:custGeom>
                <a:avLst/>
                <a:gdLst>
                  <a:gd name="T0" fmla="*/ 15 w 16"/>
                  <a:gd name="T1" fmla="*/ 15 h 16"/>
                  <a:gd name="T2" fmla="*/ 0 w 16"/>
                  <a:gd name="T3" fmla="*/ 0 h 16"/>
                </a:gdLst>
                <a:ahLst/>
                <a:cxnLst>
                  <a:cxn ang="0">
                    <a:pos x="T0" y="T1"/>
                  </a:cxn>
                  <a:cxn ang="0">
                    <a:pos x="T2" y="T3"/>
                  </a:cxn>
                </a:cxnLst>
                <a:rect l="0" t="0" r="r" b="b"/>
                <a:pathLst>
                  <a:path w="16" h="16">
                    <a:moveTo>
                      <a:pt x="15" y="15"/>
                    </a:moveTo>
                    <a:cubicBezTo>
                      <a:pt x="10" y="10"/>
                      <a:pt x="5" y="5"/>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57" name="Freeform 119">
                <a:extLst>
                  <a:ext uri="{FF2B5EF4-FFF2-40B4-BE49-F238E27FC236}">
                    <a16:creationId xmlns:a16="http://schemas.microsoft.com/office/drawing/2014/main" id="{49C52213-4DD0-9C37-4AB6-9F6C264BC9C1}"/>
                  </a:ext>
                </a:extLst>
              </p:cNvPr>
              <p:cNvSpPr>
                <a:spLocks noChangeArrowheads="1"/>
              </p:cNvSpPr>
              <p:nvPr/>
            </p:nvSpPr>
            <p:spPr bwMode="auto">
              <a:xfrm>
                <a:off x="3551238" y="4324350"/>
                <a:ext cx="7937" cy="1588"/>
              </a:xfrm>
              <a:custGeom>
                <a:avLst/>
                <a:gdLst>
                  <a:gd name="T0" fmla="*/ 21 w 22"/>
                  <a:gd name="T1" fmla="*/ 0 h 1"/>
                  <a:gd name="T2" fmla="*/ 0 w 22"/>
                  <a:gd name="T3" fmla="*/ 0 h 1"/>
                </a:gdLst>
                <a:ahLst/>
                <a:cxnLst>
                  <a:cxn ang="0">
                    <a:pos x="T0" y="T1"/>
                  </a:cxn>
                  <a:cxn ang="0">
                    <a:pos x="T2" y="T3"/>
                  </a:cxn>
                </a:cxnLst>
                <a:rect l="0" t="0" r="r" b="b"/>
                <a:pathLst>
                  <a:path w="22" h="1">
                    <a:moveTo>
                      <a:pt x="21" y="0"/>
                    </a:moveTo>
                    <a:cubicBezTo>
                      <a:pt x="14" y="0"/>
                      <a:pt x="7"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58" name="Freeform 120">
                <a:extLst>
                  <a:ext uri="{FF2B5EF4-FFF2-40B4-BE49-F238E27FC236}">
                    <a16:creationId xmlns:a16="http://schemas.microsoft.com/office/drawing/2014/main" id="{8D16537B-6271-5707-556E-CB4303EDAF41}"/>
                  </a:ext>
                </a:extLst>
              </p:cNvPr>
              <p:cNvSpPr>
                <a:spLocks noChangeArrowheads="1"/>
              </p:cNvSpPr>
              <p:nvPr/>
            </p:nvSpPr>
            <p:spPr bwMode="auto">
              <a:xfrm>
                <a:off x="3551238" y="4405313"/>
                <a:ext cx="7937" cy="1587"/>
              </a:xfrm>
              <a:custGeom>
                <a:avLst/>
                <a:gdLst>
                  <a:gd name="T0" fmla="*/ 21 w 22"/>
                  <a:gd name="T1" fmla="*/ 0 h 1"/>
                  <a:gd name="T2" fmla="*/ 0 w 22"/>
                  <a:gd name="T3" fmla="*/ 0 h 1"/>
                </a:gdLst>
                <a:ahLst/>
                <a:cxnLst>
                  <a:cxn ang="0">
                    <a:pos x="T0" y="T1"/>
                  </a:cxn>
                  <a:cxn ang="0">
                    <a:pos x="T2" y="T3"/>
                  </a:cxn>
                </a:cxnLst>
                <a:rect l="0" t="0" r="r" b="b"/>
                <a:pathLst>
                  <a:path w="22" h="1">
                    <a:moveTo>
                      <a:pt x="21" y="0"/>
                    </a:moveTo>
                    <a:cubicBezTo>
                      <a:pt x="14" y="0"/>
                      <a:pt x="7"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59" name="Freeform 121">
                <a:extLst>
                  <a:ext uri="{FF2B5EF4-FFF2-40B4-BE49-F238E27FC236}">
                    <a16:creationId xmlns:a16="http://schemas.microsoft.com/office/drawing/2014/main" id="{B25512FE-B748-E0FF-2D0F-45E448B26756}"/>
                  </a:ext>
                </a:extLst>
              </p:cNvPr>
              <p:cNvSpPr>
                <a:spLocks noChangeArrowheads="1"/>
              </p:cNvSpPr>
              <p:nvPr/>
            </p:nvSpPr>
            <p:spPr bwMode="auto">
              <a:xfrm>
                <a:off x="3595688" y="4362450"/>
                <a:ext cx="1587" cy="7938"/>
              </a:xfrm>
              <a:custGeom>
                <a:avLst/>
                <a:gdLst>
                  <a:gd name="T0" fmla="*/ 0 w 1"/>
                  <a:gd name="T1" fmla="*/ 21 h 22"/>
                  <a:gd name="T2" fmla="*/ 0 w 1"/>
                  <a:gd name="T3" fmla="*/ 0 h 22"/>
                </a:gdLst>
                <a:ahLst/>
                <a:cxnLst>
                  <a:cxn ang="0">
                    <a:pos x="T0" y="T1"/>
                  </a:cxn>
                  <a:cxn ang="0">
                    <a:pos x="T2" y="T3"/>
                  </a:cxn>
                </a:cxnLst>
                <a:rect l="0" t="0" r="r" b="b"/>
                <a:pathLst>
                  <a:path w="1" h="22">
                    <a:moveTo>
                      <a:pt x="0" y="21"/>
                    </a:moveTo>
                    <a:cubicBezTo>
                      <a:pt x="0" y="14"/>
                      <a:pt x="0" y="7"/>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60" name="Freeform 122">
                <a:extLst>
                  <a:ext uri="{FF2B5EF4-FFF2-40B4-BE49-F238E27FC236}">
                    <a16:creationId xmlns:a16="http://schemas.microsoft.com/office/drawing/2014/main" id="{52168C3F-CF63-F5D6-52BF-C54CE42BE607}"/>
                  </a:ext>
                </a:extLst>
              </p:cNvPr>
              <p:cNvSpPr>
                <a:spLocks noChangeArrowheads="1"/>
              </p:cNvSpPr>
              <p:nvPr/>
            </p:nvSpPr>
            <p:spPr bwMode="auto">
              <a:xfrm>
                <a:off x="3581400" y="4391025"/>
                <a:ext cx="6350" cy="6350"/>
              </a:xfrm>
              <a:custGeom>
                <a:avLst/>
                <a:gdLst>
                  <a:gd name="T0" fmla="*/ 15 w 16"/>
                  <a:gd name="T1" fmla="*/ 0 h 16"/>
                  <a:gd name="T2" fmla="*/ 0 w 16"/>
                  <a:gd name="T3" fmla="*/ 15 h 16"/>
                </a:gdLst>
                <a:ahLst/>
                <a:cxnLst>
                  <a:cxn ang="0">
                    <a:pos x="T0" y="T1"/>
                  </a:cxn>
                  <a:cxn ang="0">
                    <a:pos x="T2" y="T3"/>
                  </a:cxn>
                </a:cxnLst>
                <a:rect l="0" t="0" r="r" b="b"/>
                <a:pathLst>
                  <a:path w="16" h="16">
                    <a:moveTo>
                      <a:pt x="15" y="0"/>
                    </a:moveTo>
                    <a:cubicBezTo>
                      <a:pt x="10" y="5"/>
                      <a:pt x="5" y="10"/>
                      <a:pt x="0" y="1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61" name="Freeform 123">
                <a:extLst>
                  <a:ext uri="{FF2B5EF4-FFF2-40B4-BE49-F238E27FC236}">
                    <a16:creationId xmlns:a16="http://schemas.microsoft.com/office/drawing/2014/main" id="{CA1AEB09-1848-B408-3960-33098E80890D}"/>
                  </a:ext>
                </a:extLst>
              </p:cNvPr>
              <p:cNvSpPr>
                <a:spLocks noChangeArrowheads="1"/>
              </p:cNvSpPr>
              <p:nvPr/>
            </p:nvSpPr>
            <p:spPr bwMode="auto">
              <a:xfrm>
                <a:off x="3581400" y="4333875"/>
                <a:ext cx="6350" cy="6350"/>
              </a:xfrm>
              <a:custGeom>
                <a:avLst/>
                <a:gdLst>
                  <a:gd name="T0" fmla="*/ 15 w 16"/>
                  <a:gd name="T1" fmla="*/ 15 h 16"/>
                  <a:gd name="T2" fmla="*/ 0 w 16"/>
                  <a:gd name="T3" fmla="*/ 0 h 16"/>
                </a:gdLst>
                <a:ahLst/>
                <a:cxnLst>
                  <a:cxn ang="0">
                    <a:pos x="T0" y="T1"/>
                  </a:cxn>
                  <a:cxn ang="0">
                    <a:pos x="T2" y="T3"/>
                  </a:cxn>
                </a:cxnLst>
                <a:rect l="0" t="0" r="r" b="b"/>
                <a:pathLst>
                  <a:path w="16" h="16">
                    <a:moveTo>
                      <a:pt x="15" y="15"/>
                    </a:moveTo>
                    <a:cubicBezTo>
                      <a:pt x="10" y="10"/>
                      <a:pt x="5" y="5"/>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62" name="Freeform 124">
                <a:extLst>
                  <a:ext uri="{FF2B5EF4-FFF2-40B4-BE49-F238E27FC236}">
                    <a16:creationId xmlns:a16="http://schemas.microsoft.com/office/drawing/2014/main" id="{64658FDF-7708-1336-01D9-C925BE72D69C}"/>
                  </a:ext>
                </a:extLst>
              </p:cNvPr>
              <p:cNvSpPr>
                <a:spLocks noChangeArrowheads="1"/>
              </p:cNvSpPr>
              <p:nvPr/>
            </p:nvSpPr>
            <p:spPr bwMode="auto">
              <a:xfrm>
                <a:off x="3302000" y="4324350"/>
                <a:ext cx="7938"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63" name="Freeform 125">
                <a:extLst>
                  <a:ext uri="{FF2B5EF4-FFF2-40B4-BE49-F238E27FC236}">
                    <a16:creationId xmlns:a16="http://schemas.microsoft.com/office/drawing/2014/main" id="{D135FEF2-776A-4851-1B04-7DECAA091212}"/>
                  </a:ext>
                </a:extLst>
              </p:cNvPr>
              <p:cNvSpPr>
                <a:spLocks noChangeArrowheads="1"/>
              </p:cNvSpPr>
              <p:nvPr/>
            </p:nvSpPr>
            <p:spPr bwMode="auto">
              <a:xfrm>
                <a:off x="3302000" y="4243388"/>
                <a:ext cx="7938"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64" name="Freeform 126">
                <a:extLst>
                  <a:ext uri="{FF2B5EF4-FFF2-40B4-BE49-F238E27FC236}">
                    <a16:creationId xmlns:a16="http://schemas.microsoft.com/office/drawing/2014/main" id="{C4A21CB7-0BD2-AC30-23F1-2CF676608676}"/>
                  </a:ext>
                </a:extLst>
              </p:cNvPr>
              <p:cNvSpPr>
                <a:spLocks noChangeArrowheads="1"/>
              </p:cNvSpPr>
              <p:nvPr/>
            </p:nvSpPr>
            <p:spPr bwMode="auto">
              <a:xfrm>
                <a:off x="3265488" y="4279900"/>
                <a:ext cx="1587" cy="7938"/>
              </a:xfrm>
              <a:custGeom>
                <a:avLst/>
                <a:gdLst>
                  <a:gd name="T0" fmla="*/ 0 w 1"/>
                  <a:gd name="T1" fmla="*/ 0 h 22"/>
                  <a:gd name="T2" fmla="*/ 0 w 1"/>
                  <a:gd name="T3" fmla="*/ 21 h 22"/>
                </a:gdLst>
                <a:ahLst/>
                <a:cxnLst>
                  <a:cxn ang="0">
                    <a:pos x="T0" y="T1"/>
                  </a:cxn>
                  <a:cxn ang="0">
                    <a:pos x="T2" y="T3"/>
                  </a:cxn>
                </a:cxnLst>
                <a:rect l="0" t="0" r="r" b="b"/>
                <a:pathLst>
                  <a:path w="1" h="22">
                    <a:moveTo>
                      <a:pt x="0" y="0"/>
                    </a:moveTo>
                    <a:cubicBezTo>
                      <a:pt x="0" y="7"/>
                      <a:pt x="0" y="14"/>
                      <a:pt x="0" y="21"/>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65" name="Freeform 127">
                <a:extLst>
                  <a:ext uri="{FF2B5EF4-FFF2-40B4-BE49-F238E27FC236}">
                    <a16:creationId xmlns:a16="http://schemas.microsoft.com/office/drawing/2014/main" id="{9F4CBF11-C556-E409-3C71-9E657EE8D889}"/>
                  </a:ext>
                </a:extLst>
              </p:cNvPr>
              <p:cNvSpPr>
                <a:spLocks noChangeArrowheads="1"/>
              </p:cNvSpPr>
              <p:nvPr/>
            </p:nvSpPr>
            <p:spPr bwMode="auto">
              <a:xfrm>
                <a:off x="3275013" y="4252913"/>
                <a:ext cx="6350" cy="6350"/>
              </a:xfrm>
              <a:custGeom>
                <a:avLst/>
                <a:gdLst>
                  <a:gd name="T0" fmla="*/ 0 w 16"/>
                  <a:gd name="T1" fmla="*/ 15 h 16"/>
                  <a:gd name="T2" fmla="*/ 15 w 16"/>
                  <a:gd name="T3" fmla="*/ 0 h 16"/>
                </a:gdLst>
                <a:ahLst/>
                <a:cxnLst>
                  <a:cxn ang="0">
                    <a:pos x="T0" y="T1"/>
                  </a:cxn>
                  <a:cxn ang="0">
                    <a:pos x="T2" y="T3"/>
                  </a:cxn>
                </a:cxnLst>
                <a:rect l="0" t="0" r="r" b="b"/>
                <a:pathLst>
                  <a:path w="16" h="16">
                    <a:moveTo>
                      <a:pt x="0" y="15"/>
                    </a:moveTo>
                    <a:cubicBezTo>
                      <a:pt x="5" y="10"/>
                      <a:pt x="10" y="5"/>
                      <a:pt x="15"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66" name="Freeform 128">
                <a:extLst>
                  <a:ext uri="{FF2B5EF4-FFF2-40B4-BE49-F238E27FC236}">
                    <a16:creationId xmlns:a16="http://schemas.microsoft.com/office/drawing/2014/main" id="{3CAA7101-8983-BA04-7C46-1B58564D2FBF}"/>
                  </a:ext>
                </a:extLst>
              </p:cNvPr>
              <p:cNvSpPr>
                <a:spLocks noChangeArrowheads="1"/>
              </p:cNvSpPr>
              <p:nvPr/>
            </p:nvSpPr>
            <p:spPr bwMode="auto">
              <a:xfrm>
                <a:off x="3275013" y="4310063"/>
                <a:ext cx="6350" cy="6350"/>
              </a:xfrm>
              <a:custGeom>
                <a:avLst/>
                <a:gdLst>
                  <a:gd name="T0" fmla="*/ 0 w 16"/>
                  <a:gd name="T1" fmla="*/ 0 h 16"/>
                  <a:gd name="T2" fmla="*/ 15 w 16"/>
                  <a:gd name="T3" fmla="*/ 15 h 16"/>
                </a:gdLst>
                <a:ahLst/>
                <a:cxnLst>
                  <a:cxn ang="0">
                    <a:pos x="T0" y="T1"/>
                  </a:cxn>
                  <a:cxn ang="0">
                    <a:pos x="T2" y="T3"/>
                  </a:cxn>
                </a:cxnLst>
                <a:rect l="0" t="0" r="r" b="b"/>
                <a:pathLst>
                  <a:path w="16" h="16">
                    <a:moveTo>
                      <a:pt x="0" y="0"/>
                    </a:moveTo>
                    <a:cubicBezTo>
                      <a:pt x="5" y="5"/>
                      <a:pt x="10" y="10"/>
                      <a:pt x="15" y="1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67" name="Freeform 129">
                <a:extLst>
                  <a:ext uri="{FF2B5EF4-FFF2-40B4-BE49-F238E27FC236}">
                    <a16:creationId xmlns:a16="http://schemas.microsoft.com/office/drawing/2014/main" id="{97658AF1-31F9-5EEE-573C-E6549E337F06}"/>
                  </a:ext>
                </a:extLst>
              </p:cNvPr>
              <p:cNvSpPr>
                <a:spLocks noChangeArrowheads="1"/>
              </p:cNvSpPr>
              <p:nvPr/>
            </p:nvSpPr>
            <p:spPr bwMode="auto">
              <a:xfrm>
                <a:off x="3444875" y="4487863"/>
                <a:ext cx="7938"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68" name="Freeform 130">
                <a:extLst>
                  <a:ext uri="{FF2B5EF4-FFF2-40B4-BE49-F238E27FC236}">
                    <a16:creationId xmlns:a16="http://schemas.microsoft.com/office/drawing/2014/main" id="{0D9740DD-336B-C2E8-2644-91982812E201}"/>
                  </a:ext>
                </a:extLst>
              </p:cNvPr>
              <p:cNvSpPr>
                <a:spLocks noChangeArrowheads="1"/>
              </p:cNvSpPr>
              <p:nvPr/>
            </p:nvSpPr>
            <p:spPr bwMode="auto">
              <a:xfrm>
                <a:off x="3444875" y="4405313"/>
                <a:ext cx="7938"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69" name="Freeform 131">
                <a:extLst>
                  <a:ext uri="{FF2B5EF4-FFF2-40B4-BE49-F238E27FC236}">
                    <a16:creationId xmlns:a16="http://schemas.microsoft.com/office/drawing/2014/main" id="{2CCD3F83-8493-AA38-83A7-1DBAA536E0E9}"/>
                  </a:ext>
                </a:extLst>
              </p:cNvPr>
              <p:cNvSpPr>
                <a:spLocks noChangeArrowheads="1"/>
              </p:cNvSpPr>
              <p:nvPr/>
            </p:nvSpPr>
            <p:spPr bwMode="auto">
              <a:xfrm>
                <a:off x="3408363" y="4443413"/>
                <a:ext cx="1587" cy="7937"/>
              </a:xfrm>
              <a:custGeom>
                <a:avLst/>
                <a:gdLst>
                  <a:gd name="T0" fmla="*/ 0 w 1"/>
                  <a:gd name="T1" fmla="*/ 0 h 23"/>
                  <a:gd name="T2" fmla="*/ 0 w 1"/>
                  <a:gd name="T3" fmla="*/ 22 h 23"/>
                </a:gdLst>
                <a:ahLst/>
                <a:cxnLst>
                  <a:cxn ang="0">
                    <a:pos x="T0" y="T1"/>
                  </a:cxn>
                  <a:cxn ang="0">
                    <a:pos x="T2" y="T3"/>
                  </a:cxn>
                </a:cxnLst>
                <a:rect l="0" t="0" r="r" b="b"/>
                <a:pathLst>
                  <a:path w="1" h="23">
                    <a:moveTo>
                      <a:pt x="0" y="0"/>
                    </a:moveTo>
                    <a:cubicBezTo>
                      <a:pt x="0" y="8"/>
                      <a:pt x="0" y="15"/>
                      <a:pt x="0" y="22"/>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70" name="Freeform 132">
                <a:extLst>
                  <a:ext uri="{FF2B5EF4-FFF2-40B4-BE49-F238E27FC236}">
                    <a16:creationId xmlns:a16="http://schemas.microsoft.com/office/drawing/2014/main" id="{E1CE0384-B8FE-BE97-5A48-80036597F8CF}"/>
                  </a:ext>
                </a:extLst>
              </p:cNvPr>
              <p:cNvSpPr>
                <a:spLocks noChangeArrowheads="1"/>
              </p:cNvSpPr>
              <p:nvPr/>
            </p:nvSpPr>
            <p:spPr bwMode="auto">
              <a:xfrm>
                <a:off x="3417888" y="4414838"/>
                <a:ext cx="6350" cy="6350"/>
              </a:xfrm>
              <a:custGeom>
                <a:avLst/>
                <a:gdLst>
                  <a:gd name="T0" fmla="*/ 0 w 16"/>
                  <a:gd name="T1" fmla="*/ 15 h 16"/>
                  <a:gd name="T2" fmla="*/ 15 w 16"/>
                  <a:gd name="T3" fmla="*/ 0 h 16"/>
                </a:gdLst>
                <a:ahLst/>
                <a:cxnLst>
                  <a:cxn ang="0">
                    <a:pos x="T0" y="T1"/>
                  </a:cxn>
                  <a:cxn ang="0">
                    <a:pos x="T2" y="T3"/>
                  </a:cxn>
                </a:cxnLst>
                <a:rect l="0" t="0" r="r" b="b"/>
                <a:pathLst>
                  <a:path w="16" h="16">
                    <a:moveTo>
                      <a:pt x="0" y="15"/>
                    </a:moveTo>
                    <a:cubicBezTo>
                      <a:pt x="5" y="10"/>
                      <a:pt x="10" y="5"/>
                      <a:pt x="15"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71" name="Freeform 133">
                <a:extLst>
                  <a:ext uri="{FF2B5EF4-FFF2-40B4-BE49-F238E27FC236}">
                    <a16:creationId xmlns:a16="http://schemas.microsoft.com/office/drawing/2014/main" id="{60224725-520A-C514-5737-0358BAF645E5}"/>
                  </a:ext>
                </a:extLst>
              </p:cNvPr>
              <p:cNvSpPr>
                <a:spLocks noChangeArrowheads="1"/>
              </p:cNvSpPr>
              <p:nvPr/>
            </p:nvSpPr>
            <p:spPr bwMode="auto">
              <a:xfrm>
                <a:off x="3417888" y="4471988"/>
                <a:ext cx="6350" cy="6350"/>
              </a:xfrm>
              <a:custGeom>
                <a:avLst/>
                <a:gdLst>
                  <a:gd name="T0" fmla="*/ 0 w 16"/>
                  <a:gd name="T1" fmla="*/ 0 h 16"/>
                  <a:gd name="T2" fmla="*/ 15 w 16"/>
                  <a:gd name="T3" fmla="*/ 15 h 16"/>
                </a:gdLst>
                <a:ahLst/>
                <a:cxnLst>
                  <a:cxn ang="0">
                    <a:pos x="T0" y="T1"/>
                  </a:cxn>
                  <a:cxn ang="0">
                    <a:pos x="T2" y="T3"/>
                  </a:cxn>
                </a:cxnLst>
                <a:rect l="0" t="0" r="r" b="b"/>
                <a:pathLst>
                  <a:path w="16" h="16">
                    <a:moveTo>
                      <a:pt x="0" y="0"/>
                    </a:moveTo>
                    <a:cubicBezTo>
                      <a:pt x="5" y="5"/>
                      <a:pt x="10" y="10"/>
                      <a:pt x="15" y="1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grpSp>
      </p:grpSp>
    </p:spTree>
    <p:extLst>
      <p:ext uri="{BB962C8B-B14F-4D97-AF65-F5344CB8AC3E}">
        <p14:creationId xmlns:p14="http://schemas.microsoft.com/office/powerpoint/2010/main" val="21072829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27295F0-FE8C-91EF-6755-9304AB2A573F}"/>
              </a:ext>
            </a:extLst>
          </p:cNvPr>
          <p:cNvSpPr>
            <a:spLocks noGrp="1"/>
          </p:cNvSpPr>
          <p:nvPr>
            <p:ph type="title" idx="4294967295"/>
          </p:nvPr>
        </p:nvSpPr>
        <p:spPr>
          <a:xfrm>
            <a:off x="209550" y="307976"/>
            <a:ext cx="7381875" cy="730250"/>
          </a:xfrm>
        </p:spPr>
        <p:txBody>
          <a:bodyPr/>
          <a:lstStyle/>
          <a:p>
            <a:r>
              <a:rPr lang="en-US" sz="2800"/>
              <a:t>Operating in the cloud is a lifestyle change… </a:t>
            </a:r>
            <a:endParaRPr lang="en-GB" sz="2800"/>
          </a:p>
        </p:txBody>
      </p:sp>
      <p:graphicFrame>
        <p:nvGraphicFramePr>
          <p:cNvPr id="18" name="Table 17">
            <a:extLst>
              <a:ext uri="{FF2B5EF4-FFF2-40B4-BE49-F238E27FC236}">
                <a16:creationId xmlns:a16="http://schemas.microsoft.com/office/drawing/2014/main" id="{035969AF-E27C-C796-27F6-30FCCAE7CE5B}"/>
              </a:ext>
            </a:extLst>
          </p:cNvPr>
          <p:cNvGraphicFramePr>
            <a:graphicFrameLocks noGrp="1"/>
          </p:cNvGraphicFramePr>
          <p:nvPr>
            <p:extLst>
              <p:ext uri="{D42A27DB-BD31-4B8C-83A1-F6EECF244321}">
                <p14:modId xmlns:p14="http://schemas.microsoft.com/office/powerpoint/2010/main" val="3411045299"/>
              </p:ext>
            </p:extLst>
          </p:nvPr>
        </p:nvGraphicFramePr>
        <p:xfrm>
          <a:off x="10335780" y="1220972"/>
          <a:ext cx="1816596" cy="5115166"/>
        </p:xfrm>
        <a:graphic>
          <a:graphicData uri="http://schemas.openxmlformats.org/drawingml/2006/table">
            <a:tbl>
              <a:tblPr firstRow="1" bandRow="1">
                <a:tableStyleId>{21E4AEA4-8DFA-4A89-87EB-49C32662AFE0}</a:tableStyleId>
              </a:tblPr>
              <a:tblGrid>
                <a:gridCol w="1816596">
                  <a:extLst>
                    <a:ext uri="{9D8B030D-6E8A-4147-A177-3AD203B41FA5}">
                      <a16:colId xmlns:a16="http://schemas.microsoft.com/office/drawing/2014/main" val="688394806"/>
                    </a:ext>
                  </a:extLst>
                </a:gridCol>
              </a:tblGrid>
              <a:tr h="406119">
                <a:tc>
                  <a:txBody>
                    <a:bodyPr/>
                    <a:lstStyle/>
                    <a:p>
                      <a:r>
                        <a:rPr lang="en-US" sz="1400"/>
                        <a:t>Elite </a:t>
                      </a:r>
                      <a:endParaRPr lang="en-GB" sz="1400"/>
                    </a:p>
                  </a:txBody>
                  <a:tcPr/>
                </a:tc>
                <a:extLst>
                  <a:ext uri="{0D108BD9-81ED-4DB2-BD59-A6C34878D82A}">
                    <a16:rowId xmlns:a16="http://schemas.microsoft.com/office/drawing/2014/main" val="3041651992"/>
                  </a:ext>
                </a:extLst>
              </a:tr>
              <a:tr h="734883">
                <a:tc>
                  <a:txBody>
                    <a:bodyPr/>
                    <a:lstStyle/>
                    <a:p>
                      <a:r>
                        <a:rPr lang="en-US" sz="1400"/>
                        <a:t>All (Bias to Cloud native) </a:t>
                      </a:r>
                      <a:endParaRPr lang="en-GB" sz="1400"/>
                    </a:p>
                  </a:txBody>
                  <a:tcPr/>
                </a:tc>
                <a:extLst>
                  <a:ext uri="{0D108BD9-81ED-4DB2-BD59-A6C34878D82A}">
                    <a16:rowId xmlns:a16="http://schemas.microsoft.com/office/drawing/2014/main" val="2454261431"/>
                  </a:ext>
                </a:extLst>
              </a:tr>
              <a:tr h="734883">
                <a:tc>
                  <a:txBody>
                    <a:bodyPr/>
                    <a:lstStyle/>
                    <a:p>
                      <a:r>
                        <a:rPr lang="en-US" sz="1400"/>
                        <a:t>Platform as a Service, CI/CD pipelines, immutable</a:t>
                      </a:r>
                      <a:endParaRPr lang="en-GB" sz="1400"/>
                    </a:p>
                  </a:txBody>
                  <a:tcPr/>
                </a:tc>
                <a:extLst>
                  <a:ext uri="{0D108BD9-81ED-4DB2-BD59-A6C34878D82A}">
                    <a16:rowId xmlns:a16="http://schemas.microsoft.com/office/drawing/2014/main" val="3627241111"/>
                  </a:ext>
                </a:extLst>
              </a:tr>
              <a:tr h="522153">
                <a:tc>
                  <a:txBody>
                    <a:bodyPr/>
                    <a:lstStyle/>
                    <a:p>
                      <a:r>
                        <a:rPr lang="en-US" sz="1400"/>
                        <a:t>Microservice, event driven, cloud native</a:t>
                      </a:r>
                      <a:endParaRPr lang="en-GB" sz="1400"/>
                    </a:p>
                  </a:txBody>
                  <a:tcPr/>
                </a:tc>
                <a:extLst>
                  <a:ext uri="{0D108BD9-81ED-4DB2-BD59-A6C34878D82A}">
                    <a16:rowId xmlns:a16="http://schemas.microsoft.com/office/drawing/2014/main" val="1491443199"/>
                  </a:ext>
                </a:extLst>
              </a:tr>
              <a:tr h="396449">
                <a:tc>
                  <a:txBody>
                    <a:bodyPr/>
                    <a:lstStyle/>
                    <a:p>
                      <a:r>
                        <a:rPr lang="en-US" sz="1400"/>
                        <a:t>High</a:t>
                      </a:r>
                      <a:endParaRPr lang="en-GB" sz="1400"/>
                    </a:p>
                  </a:txBody>
                  <a:tcPr/>
                </a:tc>
                <a:extLst>
                  <a:ext uri="{0D108BD9-81ED-4DB2-BD59-A6C34878D82A}">
                    <a16:rowId xmlns:a16="http://schemas.microsoft.com/office/drawing/2014/main" val="673177563"/>
                  </a:ext>
                </a:extLst>
              </a:tr>
              <a:tr h="396449">
                <a:tc>
                  <a:txBody>
                    <a:bodyPr/>
                    <a:lstStyle/>
                    <a:p>
                      <a:r>
                        <a:rPr lang="en-US" sz="1400"/>
                        <a:t>On-demand </a:t>
                      </a:r>
                      <a:endParaRPr lang="en-GB" sz="1400"/>
                    </a:p>
                  </a:txBody>
                  <a:tcPr/>
                </a:tc>
                <a:extLst>
                  <a:ext uri="{0D108BD9-81ED-4DB2-BD59-A6C34878D82A}">
                    <a16:rowId xmlns:a16="http://schemas.microsoft.com/office/drawing/2014/main" val="1484954649"/>
                  </a:ext>
                </a:extLst>
              </a:tr>
              <a:tr h="396449">
                <a:tc>
                  <a:txBody>
                    <a:bodyPr/>
                    <a:lstStyle/>
                    <a:p>
                      <a:r>
                        <a:rPr lang="en-US" sz="1400"/>
                        <a:t>On-demand </a:t>
                      </a:r>
                      <a:endParaRPr lang="en-GB" sz="1400"/>
                    </a:p>
                  </a:txBody>
                  <a:tcPr/>
                </a:tc>
                <a:extLst>
                  <a:ext uri="{0D108BD9-81ED-4DB2-BD59-A6C34878D82A}">
                    <a16:rowId xmlns:a16="http://schemas.microsoft.com/office/drawing/2014/main" val="230328680"/>
                  </a:ext>
                </a:extLst>
              </a:tr>
              <a:tr h="396449">
                <a:tc>
                  <a:txBody>
                    <a:bodyPr/>
                    <a:lstStyle/>
                    <a:p>
                      <a:r>
                        <a:rPr lang="en-US" sz="1400"/>
                        <a:t>&lt;5%</a:t>
                      </a:r>
                      <a:endParaRPr lang="en-GB" sz="1400"/>
                    </a:p>
                  </a:txBody>
                  <a:tcPr/>
                </a:tc>
                <a:extLst>
                  <a:ext uri="{0D108BD9-81ED-4DB2-BD59-A6C34878D82A}">
                    <a16:rowId xmlns:a16="http://schemas.microsoft.com/office/drawing/2014/main" val="4184572553"/>
                  </a:ext>
                </a:extLst>
              </a:tr>
              <a:tr h="396449">
                <a:tc>
                  <a:txBody>
                    <a:bodyPr/>
                    <a:lstStyle/>
                    <a:p>
                      <a:r>
                        <a:rPr lang="en-US" sz="1400"/>
                        <a:t>Critical</a:t>
                      </a:r>
                      <a:endParaRPr lang="en-GB" sz="1400"/>
                    </a:p>
                  </a:txBody>
                  <a:tcPr/>
                </a:tc>
                <a:extLst>
                  <a:ext uri="{0D108BD9-81ED-4DB2-BD59-A6C34878D82A}">
                    <a16:rowId xmlns:a16="http://schemas.microsoft.com/office/drawing/2014/main" val="190560805"/>
                  </a:ext>
                </a:extLst>
              </a:tr>
              <a:tr h="734883">
                <a:tc>
                  <a:txBody>
                    <a:bodyPr/>
                    <a:lstStyle/>
                    <a:p>
                      <a:r>
                        <a:rPr lang="en-US" sz="1400"/>
                        <a:t>Distributed Ops  / Platform Engineering  </a:t>
                      </a:r>
                      <a:endParaRPr lang="en-GB" sz="1400"/>
                    </a:p>
                  </a:txBody>
                  <a:tcPr/>
                </a:tc>
                <a:extLst>
                  <a:ext uri="{0D108BD9-81ED-4DB2-BD59-A6C34878D82A}">
                    <a16:rowId xmlns:a16="http://schemas.microsoft.com/office/drawing/2014/main" val="3422626081"/>
                  </a:ext>
                </a:extLst>
              </a:tr>
            </a:tbl>
          </a:graphicData>
        </a:graphic>
      </p:graphicFrame>
      <p:sp>
        <p:nvSpPr>
          <p:cNvPr id="21" name="Arrow: Right 20">
            <a:extLst>
              <a:ext uri="{FF2B5EF4-FFF2-40B4-BE49-F238E27FC236}">
                <a16:creationId xmlns:a16="http://schemas.microsoft.com/office/drawing/2014/main" id="{311C694A-7361-7B98-BCB9-AF99CCA7FA3E}"/>
              </a:ext>
            </a:extLst>
          </p:cNvPr>
          <p:cNvSpPr/>
          <p:nvPr/>
        </p:nvSpPr>
        <p:spPr>
          <a:xfrm>
            <a:off x="2002154" y="6275910"/>
            <a:ext cx="9477375" cy="548227"/>
          </a:xfrm>
          <a:prstGeom prst="rightArrow">
            <a:avLst/>
          </a:prstGeom>
          <a:solidFill>
            <a:schemeClr val="accent5">
              <a:lumMod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800">
                <a:ln w="0"/>
                <a:solidFill>
                  <a:schemeClr val="tx1"/>
                </a:solidFill>
                <a:effectLst>
                  <a:outerShdw blurRad="38100" dist="19050" dir="2700000" algn="tl" rotWithShape="0">
                    <a:schemeClr val="dk1">
                      <a:alpha val="40000"/>
                    </a:schemeClr>
                  </a:outerShdw>
                </a:effectLst>
              </a:rPr>
              <a:t>Operational Maturity </a:t>
            </a:r>
            <a:endParaRPr lang="en-GB" sz="1800">
              <a:ln w="0"/>
              <a:solidFill>
                <a:schemeClr val="tx1"/>
              </a:solidFill>
              <a:effectLst>
                <a:outerShdw blurRad="38100" dist="19050" dir="2700000" algn="tl" rotWithShape="0">
                  <a:schemeClr val="dk1">
                    <a:alpha val="40000"/>
                  </a:schemeClr>
                </a:outerShdw>
              </a:effectLst>
            </a:endParaRPr>
          </a:p>
        </p:txBody>
      </p:sp>
      <p:graphicFrame>
        <p:nvGraphicFramePr>
          <p:cNvPr id="2" name="Table 1">
            <a:extLst>
              <a:ext uri="{FF2B5EF4-FFF2-40B4-BE49-F238E27FC236}">
                <a16:creationId xmlns:a16="http://schemas.microsoft.com/office/drawing/2014/main" id="{C0C2692B-ADCC-7524-48E6-C6667D9A073F}"/>
              </a:ext>
            </a:extLst>
          </p:cNvPr>
          <p:cNvGraphicFramePr>
            <a:graphicFrameLocks noGrp="1"/>
          </p:cNvGraphicFramePr>
          <p:nvPr>
            <p:extLst>
              <p:ext uri="{D42A27DB-BD31-4B8C-83A1-F6EECF244321}">
                <p14:modId xmlns:p14="http://schemas.microsoft.com/office/powerpoint/2010/main" val="3254418875"/>
              </p:ext>
            </p:extLst>
          </p:nvPr>
        </p:nvGraphicFramePr>
        <p:xfrm>
          <a:off x="-1" y="1216163"/>
          <a:ext cx="3840113" cy="5120584"/>
        </p:xfrm>
        <a:graphic>
          <a:graphicData uri="http://schemas.openxmlformats.org/drawingml/2006/table">
            <a:tbl>
              <a:tblPr firstRow="1" bandRow="1">
                <a:tableStyleId>{21E4AEA4-8DFA-4A89-87EB-49C32662AFE0}</a:tableStyleId>
              </a:tblPr>
              <a:tblGrid>
                <a:gridCol w="2214026">
                  <a:extLst>
                    <a:ext uri="{9D8B030D-6E8A-4147-A177-3AD203B41FA5}">
                      <a16:colId xmlns:a16="http://schemas.microsoft.com/office/drawing/2014/main" val="3187372974"/>
                    </a:ext>
                  </a:extLst>
                </a:gridCol>
                <a:gridCol w="1626087">
                  <a:extLst>
                    <a:ext uri="{9D8B030D-6E8A-4147-A177-3AD203B41FA5}">
                      <a16:colId xmlns:a16="http://schemas.microsoft.com/office/drawing/2014/main" val="4262169593"/>
                    </a:ext>
                  </a:extLst>
                </a:gridCol>
              </a:tblGrid>
              <a:tr h="419518">
                <a:tc>
                  <a:txBody>
                    <a:bodyPr/>
                    <a:lstStyle/>
                    <a:p>
                      <a:r>
                        <a:rPr lang="en-US" sz="1400"/>
                        <a:t>Aspect </a:t>
                      </a:r>
                      <a:endParaRPr lang="en-GB" sz="1400"/>
                    </a:p>
                  </a:txBody>
                  <a:tcPr/>
                </a:tc>
                <a:tc>
                  <a:txBody>
                    <a:bodyPr/>
                    <a:lstStyle/>
                    <a:p>
                      <a:r>
                        <a:rPr lang="en-US" sz="1400"/>
                        <a:t>Traditional</a:t>
                      </a:r>
                      <a:endParaRPr lang="en-GB" sz="1400"/>
                    </a:p>
                  </a:txBody>
                  <a:tcPr/>
                </a:tc>
                <a:extLst>
                  <a:ext uri="{0D108BD9-81ED-4DB2-BD59-A6C34878D82A}">
                    <a16:rowId xmlns:a16="http://schemas.microsoft.com/office/drawing/2014/main" val="3668196605"/>
                  </a:ext>
                </a:extLst>
              </a:tr>
              <a:tr h="740326">
                <a:tc>
                  <a:txBody>
                    <a:bodyPr/>
                    <a:lstStyle/>
                    <a:p>
                      <a:r>
                        <a:rPr lang="en-US" sz="1400"/>
                        <a:t>Infrastructure</a:t>
                      </a:r>
                      <a:endParaRPr lang="en-GB" sz="1400"/>
                    </a:p>
                  </a:txBody>
                  <a:tcPr/>
                </a:tc>
                <a:tc>
                  <a:txBody>
                    <a:bodyPr/>
                    <a:lstStyle/>
                    <a:p>
                      <a:r>
                        <a:rPr lang="en-US" sz="1400"/>
                        <a:t>Dedicated </a:t>
                      </a:r>
                      <a:endParaRPr lang="en-GB" sz="1400"/>
                    </a:p>
                  </a:txBody>
                  <a:tcPr/>
                </a:tc>
                <a:extLst>
                  <a:ext uri="{0D108BD9-81ED-4DB2-BD59-A6C34878D82A}">
                    <a16:rowId xmlns:a16="http://schemas.microsoft.com/office/drawing/2014/main" val="3736237481"/>
                  </a:ext>
                </a:extLst>
              </a:tr>
              <a:tr h="740326">
                <a:tc>
                  <a:txBody>
                    <a:bodyPr/>
                    <a:lstStyle/>
                    <a:p>
                      <a:r>
                        <a:rPr lang="en-US" sz="1400"/>
                        <a:t>Deployment mechanism </a:t>
                      </a:r>
                      <a:endParaRPr lang="en-GB" sz="1400"/>
                    </a:p>
                  </a:txBody>
                  <a:tcPr/>
                </a:tc>
                <a:tc>
                  <a:txBody>
                    <a:bodyPr/>
                    <a:lstStyle/>
                    <a:p>
                      <a:r>
                        <a:rPr lang="en-US" sz="1400"/>
                        <a:t>Manual/Config management </a:t>
                      </a:r>
                      <a:endParaRPr lang="en-GB" sz="1400"/>
                    </a:p>
                  </a:txBody>
                  <a:tcPr/>
                </a:tc>
                <a:extLst>
                  <a:ext uri="{0D108BD9-81ED-4DB2-BD59-A6C34878D82A}">
                    <a16:rowId xmlns:a16="http://schemas.microsoft.com/office/drawing/2014/main" val="2097921603"/>
                  </a:ext>
                </a:extLst>
              </a:tr>
              <a:tr h="518228">
                <a:tc>
                  <a:txBody>
                    <a:bodyPr/>
                    <a:lstStyle/>
                    <a:p>
                      <a:r>
                        <a:rPr lang="en-US" sz="1400"/>
                        <a:t>Architecture patterns</a:t>
                      </a:r>
                      <a:endParaRPr lang="en-GB" sz="1400"/>
                    </a:p>
                  </a:txBody>
                  <a:tcPr/>
                </a:tc>
                <a:tc>
                  <a:txBody>
                    <a:bodyPr/>
                    <a:lstStyle/>
                    <a:p>
                      <a:r>
                        <a:rPr lang="en-US" sz="1400"/>
                        <a:t>Monolithic</a:t>
                      </a:r>
                      <a:endParaRPr lang="en-GB" sz="1400"/>
                    </a:p>
                  </a:txBody>
                  <a:tcPr/>
                </a:tc>
                <a:extLst>
                  <a:ext uri="{0D108BD9-81ED-4DB2-BD59-A6C34878D82A}">
                    <a16:rowId xmlns:a16="http://schemas.microsoft.com/office/drawing/2014/main" val="1387513970"/>
                  </a:ext>
                </a:extLst>
              </a:tr>
              <a:tr h="394840">
                <a:tc>
                  <a:txBody>
                    <a:bodyPr/>
                    <a:lstStyle/>
                    <a:p>
                      <a:r>
                        <a:rPr lang="en-US" sz="1400"/>
                        <a:t>Complexity </a:t>
                      </a:r>
                      <a:endParaRPr lang="en-GB" sz="1400"/>
                    </a:p>
                  </a:txBody>
                  <a:tcPr/>
                </a:tc>
                <a:tc>
                  <a:txBody>
                    <a:bodyPr/>
                    <a:lstStyle/>
                    <a:p>
                      <a:r>
                        <a:rPr lang="en-US" sz="1400"/>
                        <a:t>Low</a:t>
                      </a:r>
                      <a:endParaRPr lang="en-GB" sz="1400"/>
                    </a:p>
                  </a:txBody>
                  <a:tcPr/>
                </a:tc>
                <a:extLst>
                  <a:ext uri="{0D108BD9-81ED-4DB2-BD59-A6C34878D82A}">
                    <a16:rowId xmlns:a16="http://schemas.microsoft.com/office/drawing/2014/main" val="1171947202"/>
                  </a:ext>
                </a:extLst>
              </a:tr>
              <a:tr h="394840">
                <a:tc>
                  <a:txBody>
                    <a:bodyPr/>
                    <a:lstStyle/>
                    <a:p>
                      <a:r>
                        <a:rPr lang="en-US" sz="1400"/>
                        <a:t>Provisioning lead times </a:t>
                      </a:r>
                      <a:endParaRPr lang="en-GB" sz="1400"/>
                    </a:p>
                  </a:txBody>
                  <a:tcPr/>
                </a:tc>
                <a:tc>
                  <a:txBody>
                    <a:bodyPr/>
                    <a:lstStyle/>
                    <a:p>
                      <a:r>
                        <a:rPr lang="en-US" sz="1400"/>
                        <a:t>Weeks / Months </a:t>
                      </a:r>
                      <a:endParaRPr lang="en-GB" sz="1400"/>
                    </a:p>
                  </a:txBody>
                  <a:tcPr/>
                </a:tc>
                <a:extLst>
                  <a:ext uri="{0D108BD9-81ED-4DB2-BD59-A6C34878D82A}">
                    <a16:rowId xmlns:a16="http://schemas.microsoft.com/office/drawing/2014/main" val="4105692231"/>
                  </a:ext>
                </a:extLst>
              </a:tr>
              <a:tr h="394840">
                <a:tc>
                  <a:txBody>
                    <a:bodyPr/>
                    <a:lstStyle/>
                    <a:p>
                      <a:r>
                        <a:rPr lang="en-US" sz="1400"/>
                        <a:t>Change lead time  </a:t>
                      </a:r>
                      <a:endParaRPr lang="en-GB" sz="1400"/>
                    </a:p>
                  </a:txBody>
                  <a:tcPr/>
                </a:tc>
                <a:tc>
                  <a:txBody>
                    <a:bodyPr/>
                    <a:lstStyle/>
                    <a:p>
                      <a:r>
                        <a:rPr lang="en-US" sz="1400"/>
                        <a:t>Days / Weeks</a:t>
                      </a:r>
                      <a:endParaRPr lang="en-GB" sz="1400"/>
                    </a:p>
                  </a:txBody>
                  <a:tcPr/>
                </a:tc>
                <a:extLst>
                  <a:ext uri="{0D108BD9-81ED-4DB2-BD59-A6C34878D82A}">
                    <a16:rowId xmlns:a16="http://schemas.microsoft.com/office/drawing/2014/main" val="626550461"/>
                  </a:ext>
                </a:extLst>
              </a:tr>
              <a:tr h="394840">
                <a:tc>
                  <a:txBody>
                    <a:bodyPr/>
                    <a:lstStyle/>
                    <a:p>
                      <a:r>
                        <a:rPr lang="en-US" sz="1400"/>
                        <a:t>Change failure rate </a:t>
                      </a:r>
                      <a:endParaRPr lang="en-GB" sz="1400"/>
                    </a:p>
                  </a:txBody>
                  <a:tcPr/>
                </a:tc>
                <a:tc>
                  <a:txBody>
                    <a:bodyPr/>
                    <a:lstStyle/>
                    <a:p>
                      <a:r>
                        <a:rPr lang="en-US" sz="1400"/>
                        <a:t>60%+ </a:t>
                      </a:r>
                      <a:endParaRPr lang="en-GB" sz="1400"/>
                    </a:p>
                  </a:txBody>
                  <a:tcPr/>
                </a:tc>
                <a:extLst>
                  <a:ext uri="{0D108BD9-81ED-4DB2-BD59-A6C34878D82A}">
                    <a16:rowId xmlns:a16="http://schemas.microsoft.com/office/drawing/2014/main" val="2754256375"/>
                  </a:ext>
                </a:extLst>
              </a:tr>
              <a:tr h="394840">
                <a:tc>
                  <a:txBody>
                    <a:bodyPr/>
                    <a:lstStyle/>
                    <a:p>
                      <a:r>
                        <a:rPr lang="en-US" sz="1400"/>
                        <a:t>Business Relevance </a:t>
                      </a:r>
                      <a:endParaRPr lang="en-GB" sz="1400"/>
                    </a:p>
                  </a:txBody>
                  <a:tcPr/>
                </a:tc>
                <a:tc>
                  <a:txBody>
                    <a:bodyPr/>
                    <a:lstStyle/>
                    <a:p>
                      <a:r>
                        <a:rPr lang="en-US" sz="1400"/>
                        <a:t>Supporting</a:t>
                      </a:r>
                      <a:endParaRPr lang="en-GB" sz="1400"/>
                    </a:p>
                  </a:txBody>
                  <a:tcPr/>
                </a:tc>
                <a:extLst>
                  <a:ext uri="{0D108BD9-81ED-4DB2-BD59-A6C34878D82A}">
                    <a16:rowId xmlns:a16="http://schemas.microsoft.com/office/drawing/2014/main" val="1935854298"/>
                  </a:ext>
                </a:extLst>
              </a:tr>
              <a:tr h="727986">
                <a:tc>
                  <a:txBody>
                    <a:bodyPr/>
                    <a:lstStyle/>
                    <a:p>
                      <a:r>
                        <a:rPr lang="en-US" sz="1400"/>
                        <a:t>Operation Model </a:t>
                      </a:r>
                      <a:endParaRPr lang="en-GB" sz="1400"/>
                    </a:p>
                  </a:txBody>
                  <a:tcPr/>
                </a:tc>
                <a:tc>
                  <a:txBody>
                    <a:bodyPr/>
                    <a:lstStyle/>
                    <a:p>
                      <a:r>
                        <a:rPr lang="en-US" sz="1400"/>
                        <a:t>Infrastructure  / centralized </a:t>
                      </a:r>
                      <a:endParaRPr lang="en-GB" sz="1400"/>
                    </a:p>
                  </a:txBody>
                  <a:tcPr/>
                </a:tc>
                <a:extLst>
                  <a:ext uri="{0D108BD9-81ED-4DB2-BD59-A6C34878D82A}">
                    <a16:rowId xmlns:a16="http://schemas.microsoft.com/office/drawing/2014/main" val="1505034928"/>
                  </a:ext>
                </a:extLst>
              </a:tr>
            </a:tbl>
          </a:graphicData>
        </a:graphic>
      </p:graphicFrame>
      <p:graphicFrame>
        <p:nvGraphicFramePr>
          <p:cNvPr id="3" name="Table 2">
            <a:extLst>
              <a:ext uri="{FF2B5EF4-FFF2-40B4-BE49-F238E27FC236}">
                <a16:creationId xmlns:a16="http://schemas.microsoft.com/office/drawing/2014/main" id="{75D9BB76-414B-23F9-9F28-226523C130E7}"/>
              </a:ext>
            </a:extLst>
          </p:cNvPr>
          <p:cNvGraphicFramePr>
            <a:graphicFrameLocks noGrp="1"/>
          </p:cNvGraphicFramePr>
          <p:nvPr>
            <p:extLst>
              <p:ext uri="{D42A27DB-BD31-4B8C-83A1-F6EECF244321}">
                <p14:modId xmlns:p14="http://schemas.microsoft.com/office/powerpoint/2010/main" val="2349538287"/>
              </p:ext>
            </p:extLst>
          </p:nvPr>
        </p:nvGraphicFramePr>
        <p:xfrm>
          <a:off x="3840112" y="1224922"/>
          <a:ext cx="2149312" cy="5115795"/>
        </p:xfrm>
        <a:graphic>
          <a:graphicData uri="http://schemas.openxmlformats.org/drawingml/2006/table">
            <a:tbl>
              <a:tblPr firstRow="1" bandRow="1">
                <a:tableStyleId>{21E4AEA4-8DFA-4A89-87EB-49C32662AFE0}</a:tableStyleId>
              </a:tblPr>
              <a:tblGrid>
                <a:gridCol w="2149312">
                  <a:extLst>
                    <a:ext uri="{9D8B030D-6E8A-4147-A177-3AD203B41FA5}">
                      <a16:colId xmlns:a16="http://schemas.microsoft.com/office/drawing/2014/main" val="2446583294"/>
                    </a:ext>
                  </a:extLst>
                </a:gridCol>
              </a:tblGrid>
              <a:tr h="411872">
                <a:tc>
                  <a:txBody>
                    <a:bodyPr/>
                    <a:lstStyle/>
                    <a:p>
                      <a:r>
                        <a:rPr lang="en-US" sz="1400"/>
                        <a:t>Starter  </a:t>
                      </a:r>
                      <a:endParaRPr lang="en-GB" sz="1400"/>
                    </a:p>
                  </a:txBody>
                  <a:tcPr/>
                </a:tc>
                <a:extLst>
                  <a:ext uri="{0D108BD9-81ED-4DB2-BD59-A6C34878D82A}">
                    <a16:rowId xmlns:a16="http://schemas.microsoft.com/office/drawing/2014/main" val="4203401407"/>
                  </a:ext>
                </a:extLst>
              </a:tr>
              <a:tr h="747117">
                <a:tc>
                  <a:txBody>
                    <a:bodyPr/>
                    <a:lstStyle/>
                    <a:p>
                      <a:r>
                        <a:rPr lang="en-US" sz="1400"/>
                        <a:t>Cloud (VMs + some PaaS) </a:t>
                      </a:r>
                      <a:endParaRPr lang="en-GB" sz="1400"/>
                    </a:p>
                  </a:txBody>
                  <a:tcPr/>
                </a:tc>
                <a:extLst>
                  <a:ext uri="{0D108BD9-81ED-4DB2-BD59-A6C34878D82A}">
                    <a16:rowId xmlns:a16="http://schemas.microsoft.com/office/drawing/2014/main" val="3740620018"/>
                  </a:ext>
                </a:extLst>
              </a:tr>
              <a:tr h="737538">
                <a:tc>
                  <a:txBody>
                    <a:bodyPr/>
                    <a:lstStyle/>
                    <a:p>
                      <a:r>
                        <a:rPr lang="en-US" sz="1400"/>
                        <a:t>Infrastructure as code, config management, CI/CD pipelines</a:t>
                      </a:r>
                      <a:endParaRPr lang="en-GB" sz="1400"/>
                    </a:p>
                  </a:txBody>
                  <a:tcPr/>
                </a:tc>
                <a:extLst>
                  <a:ext uri="{0D108BD9-81ED-4DB2-BD59-A6C34878D82A}">
                    <a16:rowId xmlns:a16="http://schemas.microsoft.com/office/drawing/2014/main" val="2332377483"/>
                  </a:ext>
                </a:extLst>
              </a:tr>
              <a:tr h="517235">
                <a:tc>
                  <a:txBody>
                    <a:bodyPr/>
                    <a:lstStyle/>
                    <a:p>
                      <a:r>
                        <a:rPr lang="en-US" sz="1400"/>
                        <a:t>Monolithic / Domain-based</a:t>
                      </a:r>
                      <a:endParaRPr lang="en-GB" sz="1400"/>
                    </a:p>
                  </a:txBody>
                  <a:tcPr/>
                </a:tc>
                <a:extLst>
                  <a:ext uri="{0D108BD9-81ED-4DB2-BD59-A6C34878D82A}">
                    <a16:rowId xmlns:a16="http://schemas.microsoft.com/office/drawing/2014/main" val="3072112197"/>
                  </a:ext>
                </a:extLst>
              </a:tr>
              <a:tr h="392714">
                <a:tc>
                  <a:txBody>
                    <a:bodyPr/>
                    <a:lstStyle/>
                    <a:p>
                      <a:r>
                        <a:rPr lang="en-US" sz="1400"/>
                        <a:t>Low</a:t>
                      </a:r>
                      <a:endParaRPr lang="en-GB" sz="1400"/>
                    </a:p>
                  </a:txBody>
                  <a:tcPr/>
                </a:tc>
                <a:extLst>
                  <a:ext uri="{0D108BD9-81ED-4DB2-BD59-A6C34878D82A}">
                    <a16:rowId xmlns:a16="http://schemas.microsoft.com/office/drawing/2014/main" val="3164313754"/>
                  </a:ext>
                </a:extLst>
              </a:tr>
              <a:tr h="392714">
                <a:tc>
                  <a:txBody>
                    <a:bodyPr/>
                    <a:lstStyle/>
                    <a:p>
                      <a:r>
                        <a:rPr lang="en-US" sz="1400"/>
                        <a:t>Days / Weeks</a:t>
                      </a:r>
                      <a:endParaRPr lang="en-GB" sz="1400"/>
                    </a:p>
                  </a:txBody>
                  <a:tcPr/>
                </a:tc>
                <a:extLst>
                  <a:ext uri="{0D108BD9-81ED-4DB2-BD59-A6C34878D82A}">
                    <a16:rowId xmlns:a16="http://schemas.microsoft.com/office/drawing/2014/main" val="2869896880"/>
                  </a:ext>
                </a:extLst>
              </a:tr>
              <a:tr h="392714">
                <a:tc>
                  <a:txBody>
                    <a:bodyPr/>
                    <a:lstStyle/>
                    <a:p>
                      <a:r>
                        <a:rPr lang="en-US" sz="1400"/>
                        <a:t>Days / Weeks </a:t>
                      </a:r>
                      <a:endParaRPr lang="en-GB" sz="1400"/>
                    </a:p>
                  </a:txBody>
                  <a:tcPr/>
                </a:tc>
                <a:extLst>
                  <a:ext uri="{0D108BD9-81ED-4DB2-BD59-A6C34878D82A}">
                    <a16:rowId xmlns:a16="http://schemas.microsoft.com/office/drawing/2014/main" val="3731586365"/>
                  </a:ext>
                </a:extLst>
              </a:tr>
              <a:tr h="392714">
                <a:tc>
                  <a:txBody>
                    <a:bodyPr/>
                    <a:lstStyle/>
                    <a:p>
                      <a:r>
                        <a:rPr lang="en-US" sz="1400"/>
                        <a:t>40-60%</a:t>
                      </a:r>
                      <a:endParaRPr lang="en-GB" sz="1400"/>
                    </a:p>
                  </a:txBody>
                  <a:tcPr/>
                </a:tc>
                <a:extLst>
                  <a:ext uri="{0D108BD9-81ED-4DB2-BD59-A6C34878D82A}">
                    <a16:rowId xmlns:a16="http://schemas.microsoft.com/office/drawing/2014/main" val="3145572678"/>
                  </a:ext>
                </a:extLst>
              </a:tr>
              <a:tr h="392714">
                <a:tc>
                  <a:txBody>
                    <a:bodyPr/>
                    <a:lstStyle/>
                    <a:p>
                      <a:r>
                        <a:rPr lang="en-US" sz="1400"/>
                        <a:t>Supporting / digital twin</a:t>
                      </a:r>
                      <a:endParaRPr lang="en-GB" sz="1400"/>
                    </a:p>
                  </a:txBody>
                  <a:tcPr/>
                </a:tc>
                <a:extLst>
                  <a:ext uri="{0D108BD9-81ED-4DB2-BD59-A6C34878D82A}">
                    <a16:rowId xmlns:a16="http://schemas.microsoft.com/office/drawing/2014/main" val="2141463419"/>
                  </a:ext>
                </a:extLst>
              </a:tr>
              <a:tr h="737538">
                <a:tc>
                  <a:txBody>
                    <a:bodyPr/>
                    <a:lstStyle/>
                    <a:p>
                      <a:r>
                        <a:rPr lang="en-US" sz="1400"/>
                        <a:t>Centralized IT / Ticket Driven, Cloud Management Office </a:t>
                      </a:r>
                      <a:endParaRPr lang="en-GB" sz="1400"/>
                    </a:p>
                  </a:txBody>
                  <a:tcPr/>
                </a:tc>
                <a:extLst>
                  <a:ext uri="{0D108BD9-81ED-4DB2-BD59-A6C34878D82A}">
                    <a16:rowId xmlns:a16="http://schemas.microsoft.com/office/drawing/2014/main" val="1778329139"/>
                  </a:ext>
                </a:extLst>
              </a:tr>
            </a:tbl>
          </a:graphicData>
        </a:graphic>
      </p:graphicFrame>
      <p:graphicFrame>
        <p:nvGraphicFramePr>
          <p:cNvPr id="4" name="Table 3">
            <a:extLst>
              <a:ext uri="{FF2B5EF4-FFF2-40B4-BE49-F238E27FC236}">
                <a16:creationId xmlns:a16="http://schemas.microsoft.com/office/drawing/2014/main" id="{4857F7F7-97CC-FE20-1B31-B0B2D32F02FF}"/>
              </a:ext>
            </a:extLst>
          </p:cNvPr>
          <p:cNvGraphicFramePr>
            <a:graphicFrameLocks noGrp="1"/>
          </p:cNvGraphicFramePr>
          <p:nvPr>
            <p:extLst>
              <p:ext uri="{D42A27DB-BD31-4B8C-83A1-F6EECF244321}">
                <p14:modId xmlns:p14="http://schemas.microsoft.com/office/powerpoint/2010/main" val="2780935627"/>
              </p:ext>
            </p:extLst>
          </p:nvPr>
        </p:nvGraphicFramePr>
        <p:xfrm>
          <a:off x="5989424" y="1216163"/>
          <a:ext cx="1964874" cy="5095771"/>
        </p:xfrm>
        <a:graphic>
          <a:graphicData uri="http://schemas.openxmlformats.org/drawingml/2006/table">
            <a:tbl>
              <a:tblPr firstRow="1" bandRow="1">
                <a:tableStyleId>{21E4AEA4-8DFA-4A89-87EB-49C32662AFE0}</a:tableStyleId>
              </a:tblPr>
              <a:tblGrid>
                <a:gridCol w="1964874">
                  <a:extLst>
                    <a:ext uri="{9D8B030D-6E8A-4147-A177-3AD203B41FA5}">
                      <a16:colId xmlns:a16="http://schemas.microsoft.com/office/drawing/2014/main" val="3860849263"/>
                    </a:ext>
                  </a:extLst>
                </a:gridCol>
              </a:tblGrid>
              <a:tr h="402297">
                <a:tc>
                  <a:txBody>
                    <a:bodyPr/>
                    <a:lstStyle/>
                    <a:p>
                      <a:r>
                        <a:rPr lang="en-US" sz="1400"/>
                        <a:t>Mid</a:t>
                      </a:r>
                      <a:endParaRPr lang="en-GB" sz="1400"/>
                    </a:p>
                  </a:txBody>
                  <a:tcPr/>
                </a:tc>
                <a:extLst>
                  <a:ext uri="{0D108BD9-81ED-4DB2-BD59-A6C34878D82A}">
                    <a16:rowId xmlns:a16="http://schemas.microsoft.com/office/drawing/2014/main" val="598515643"/>
                  </a:ext>
                </a:extLst>
              </a:tr>
              <a:tr h="747124">
                <a:tc>
                  <a:txBody>
                    <a:bodyPr/>
                    <a:lstStyle/>
                    <a:p>
                      <a:r>
                        <a:rPr lang="en-US" sz="1400"/>
                        <a:t>Cloud (VMs, PaaS, SaaS)  </a:t>
                      </a:r>
                      <a:endParaRPr lang="en-GB" sz="1400"/>
                    </a:p>
                  </a:txBody>
                  <a:tcPr/>
                </a:tc>
                <a:extLst>
                  <a:ext uri="{0D108BD9-81ED-4DB2-BD59-A6C34878D82A}">
                    <a16:rowId xmlns:a16="http://schemas.microsoft.com/office/drawing/2014/main" val="1935849940"/>
                  </a:ext>
                </a:extLst>
              </a:tr>
              <a:tr h="756703">
                <a:tc>
                  <a:txBody>
                    <a:bodyPr/>
                    <a:lstStyle/>
                    <a:p>
                      <a:r>
                        <a:rPr lang="en-US" sz="1400"/>
                        <a:t>Infrastructure as code, config management, CI/CD pipelines </a:t>
                      </a:r>
                      <a:endParaRPr lang="en-GB" sz="1400"/>
                    </a:p>
                  </a:txBody>
                  <a:tcPr/>
                </a:tc>
                <a:extLst>
                  <a:ext uri="{0D108BD9-81ED-4DB2-BD59-A6C34878D82A}">
                    <a16:rowId xmlns:a16="http://schemas.microsoft.com/office/drawing/2014/main" val="1371668844"/>
                  </a:ext>
                </a:extLst>
              </a:tr>
              <a:tr h="545975">
                <a:tc>
                  <a:txBody>
                    <a:bodyPr/>
                    <a:lstStyle/>
                    <a:p>
                      <a:r>
                        <a:rPr lang="en-US" sz="1400"/>
                        <a:t>Domain-based, Service Based </a:t>
                      </a:r>
                      <a:endParaRPr lang="en-GB" sz="1400"/>
                    </a:p>
                  </a:txBody>
                  <a:tcPr/>
                </a:tc>
                <a:extLst>
                  <a:ext uri="{0D108BD9-81ED-4DB2-BD59-A6C34878D82A}">
                    <a16:rowId xmlns:a16="http://schemas.microsoft.com/office/drawing/2014/main" val="895134617"/>
                  </a:ext>
                </a:extLst>
              </a:tr>
              <a:tr h="383141">
                <a:tc>
                  <a:txBody>
                    <a:bodyPr/>
                    <a:lstStyle/>
                    <a:p>
                      <a:r>
                        <a:rPr lang="en-US" sz="1400"/>
                        <a:t>Medium</a:t>
                      </a:r>
                      <a:endParaRPr lang="en-GB" sz="1400"/>
                    </a:p>
                  </a:txBody>
                  <a:tcPr/>
                </a:tc>
                <a:extLst>
                  <a:ext uri="{0D108BD9-81ED-4DB2-BD59-A6C34878D82A}">
                    <a16:rowId xmlns:a16="http://schemas.microsoft.com/office/drawing/2014/main" val="2103906219"/>
                  </a:ext>
                </a:extLst>
              </a:tr>
              <a:tr h="383141">
                <a:tc>
                  <a:txBody>
                    <a:bodyPr/>
                    <a:lstStyle/>
                    <a:p>
                      <a:r>
                        <a:rPr lang="en-US" sz="1400"/>
                        <a:t>Days / Weeks </a:t>
                      </a:r>
                      <a:endParaRPr lang="en-GB" sz="1400"/>
                    </a:p>
                  </a:txBody>
                  <a:tcPr/>
                </a:tc>
                <a:extLst>
                  <a:ext uri="{0D108BD9-81ED-4DB2-BD59-A6C34878D82A}">
                    <a16:rowId xmlns:a16="http://schemas.microsoft.com/office/drawing/2014/main" val="1445233060"/>
                  </a:ext>
                </a:extLst>
              </a:tr>
              <a:tr h="383141">
                <a:tc>
                  <a:txBody>
                    <a:bodyPr/>
                    <a:lstStyle/>
                    <a:p>
                      <a:r>
                        <a:rPr lang="en-US" sz="1400"/>
                        <a:t>Days</a:t>
                      </a:r>
                      <a:endParaRPr lang="en-GB" sz="1400"/>
                    </a:p>
                  </a:txBody>
                  <a:tcPr/>
                </a:tc>
                <a:extLst>
                  <a:ext uri="{0D108BD9-81ED-4DB2-BD59-A6C34878D82A}">
                    <a16:rowId xmlns:a16="http://schemas.microsoft.com/office/drawing/2014/main" val="3204280720"/>
                  </a:ext>
                </a:extLst>
              </a:tr>
              <a:tr h="383141">
                <a:tc>
                  <a:txBody>
                    <a:bodyPr/>
                    <a:lstStyle/>
                    <a:p>
                      <a:r>
                        <a:rPr lang="en-US" sz="1400"/>
                        <a:t>20-40%</a:t>
                      </a:r>
                      <a:endParaRPr lang="en-GB" sz="1400"/>
                    </a:p>
                  </a:txBody>
                  <a:tcPr/>
                </a:tc>
                <a:extLst>
                  <a:ext uri="{0D108BD9-81ED-4DB2-BD59-A6C34878D82A}">
                    <a16:rowId xmlns:a16="http://schemas.microsoft.com/office/drawing/2014/main" val="1400920918"/>
                  </a:ext>
                </a:extLst>
              </a:tr>
              <a:tr h="383141">
                <a:tc>
                  <a:txBody>
                    <a:bodyPr/>
                    <a:lstStyle/>
                    <a:p>
                      <a:r>
                        <a:rPr lang="en-US" sz="1400"/>
                        <a:t>Core</a:t>
                      </a:r>
                      <a:endParaRPr lang="en-GB" sz="1400"/>
                    </a:p>
                  </a:txBody>
                  <a:tcPr/>
                </a:tc>
                <a:extLst>
                  <a:ext uri="{0D108BD9-81ED-4DB2-BD59-A6C34878D82A}">
                    <a16:rowId xmlns:a16="http://schemas.microsoft.com/office/drawing/2014/main" val="1067252760"/>
                  </a:ext>
                </a:extLst>
              </a:tr>
              <a:tr h="727967">
                <a:tc>
                  <a:txBody>
                    <a:bodyPr/>
                    <a:lstStyle/>
                    <a:p>
                      <a:r>
                        <a:rPr lang="en-US" sz="1400"/>
                        <a:t>Cloud Management Office / Centralized</a:t>
                      </a:r>
                      <a:endParaRPr lang="en-GB" sz="1400"/>
                    </a:p>
                  </a:txBody>
                  <a:tcPr/>
                </a:tc>
                <a:extLst>
                  <a:ext uri="{0D108BD9-81ED-4DB2-BD59-A6C34878D82A}">
                    <a16:rowId xmlns:a16="http://schemas.microsoft.com/office/drawing/2014/main" val="627919502"/>
                  </a:ext>
                </a:extLst>
              </a:tr>
            </a:tbl>
          </a:graphicData>
        </a:graphic>
      </p:graphicFrame>
      <p:graphicFrame>
        <p:nvGraphicFramePr>
          <p:cNvPr id="6" name="Table 5">
            <a:extLst>
              <a:ext uri="{FF2B5EF4-FFF2-40B4-BE49-F238E27FC236}">
                <a16:creationId xmlns:a16="http://schemas.microsoft.com/office/drawing/2014/main" id="{8E4BDF57-AA19-3CA2-07BC-B348DCF03DC2}"/>
              </a:ext>
            </a:extLst>
          </p:cNvPr>
          <p:cNvGraphicFramePr>
            <a:graphicFrameLocks noGrp="1"/>
          </p:cNvGraphicFramePr>
          <p:nvPr>
            <p:extLst>
              <p:ext uri="{D42A27DB-BD31-4B8C-83A1-F6EECF244321}">
                <p14:modId xmlns:p14="http://schemas.microsoft.com/office/powerpoint/2010/main" val="1957123863"/>
              </p:ext>
            </p:extLst>
          </p:nvPr>
        </p:nvGraphicFramePr>
        <p:xfrm>
          <a:off x="7957346" y="1216163"/>
          <a:ext cx="2357086" cy="5124675"/>
        </p:xfrm>
        <a:graphic>
          <a:graphicData uri="http://schemas.openxmlformats.org/drawingml/2006/table">
            <a:tbl>
              <a:tblPr firstRow="1" bandRow="1">
                <a:tableStyleId>{21E4AEA4-8DFA-4A89-87EB-49C32662AFE0}</a:tableStyleId>
              </a:tblPr>
              <a:tblGrid>
                <a:gridCol w="2357086">
                  <a:extLst>
                    <a:ext uri="{9D8B030D-6E8A-4147-A177-3AD203B41FA5}">
                      <a16:colId xmlns:a16="http://schemas.microsoft.com/office/drawing/2014/main" val="396118475"/>
                    </a:ext>
                  </a:extLst>
                </a:gridCol>
              </a:tblGrid>
              <a:tr h="406874">
                <a:tc>
                  <a:txBody>
                    <a:bodyPr/>
                    <a:lstStyle/>
                    <a:p>
                      <a:r>
                        <a:rPr lang="en-US" sz="1400"/>
                        <a:t>Experienced </a:t>
                      </a:r>
                      <a:endParaRPr lang="en-GB" sz="1400"/>
                    </a:p>
                  </a:txBody>
                  <a:tcPr/>
                </a:tc>
                <a:extLst>
                  <a:ext uri="{0D108BD9-81ED-4DB2-BD59-A6C34878D82A}">
                    <a16:rowId xmlns:a16="http://schemas.microsoft.com/office/drawing/2014/main" val="1508056373"/>
                  </a:ext>
                </a:extLst>
              </a:tr>
              <a:tr h="73624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a:t>Cloud (VMs, PaaS, SaaS, Cloud native) </a:t>
                      </a:r>
                      <a:endParaRPr lang="en-GB" sz="1400"/>
                    </a:p>
                    <a:p>
                      <a:endParaRPr lang="en-GB" sz="1400"/>
                    </a:p>
                  </a:txBody>
                  <a:tcPr/>
                </a:tc>
                <a:extLst>
                  <a:ext uri="{0D108BD9-81ED-4DB2-BD59-A6C34878D82A}">
                    <a16:rowId xmlns:a16="http://schemas.microsoft.com/office/drawing/2014/main" val="2406756394"/>
                  </a:ext>
                </a:extLst>
              </a:tr>
              <a:tr h="736249">
                <a:tc>
                  <a:txBody>
                    <a:bodyPr/>
                    <a:lstStyle/>
                    <a:p>
                      <a:r>
                        <a:rPr lang="en-US" sz="1400"/>
                        <a:t>Infrastructure as code, config management, CI/CD pipelines, immutable</a:t>
                      </a:r>
                      <a:endParaRPr lang="en-GB" sz="1400"/>
                    </a:p>
                  </a:txBody>
                  <a:tcPr/>
                </a:tc>
                <a:extLst>
                  <a:ext uri="{0D108BD9-81ED-4DB2-BD59-A6C34878D82A}">
                    <a16:rowId xmlns:a16="http://schemas.microsoft.com/office/drawing/2014/main" val="937123629"/>
                  </a:ext>
                </a:extLst>
              </a:tr>
              <a:tr h="523124">
                <a:tc>
                  <a:txBody>
                    <a:bodyPr/>
                    <a:lstStyle/>
                    <a:p>
                      <a:r>
                        <a:rPr lang="en-US" sz="1400"/>
                        <a:t>Domain, Service, Microservice </a:t>
                      </a:r>
                      <a:endParaRPr lang="en-GB" sz="1400"/>
                    </a:p>
                  </a:txBody>
                  <a:tcPr/>
                </a:tc>
                <a:extLst>
                  <a:ext uri="{0D108BD9-81ED-4DB2-BD59-A6C34878D82A}">
                    <a16:rowId xmlns:a16="http://schemas.microsoft.com/office/drawing/2014/main" val="2135480591"/>
                  </a:ext>
                </a:extLst>
              </a:tr>
              <a:tr h="397186">
                <a:tc>
                  <a:txBody>
                    <a:bodyPr/>
                    <a:lstStyle/>
                    <a:p>
                      <a:r>
                        <a:rPr lang="en-US" sz="1400"/>
                        <a:t>Medium / High</a:t>
                      </a:r>
                      <a:endParaRPr lang="en-GB" sz="1400"/>
                    </a:p>
                  </a:txBody>
                  <a:tcPr/>
                </a:tc>
                <a:extLst>
                  <a:ext uri="{0D108BD9-81ED-4DB2-BD59-A6C34878D82A}">
                    <a16:rowId xmlns:a16="http://schemas.microsoft.com/office/drawing/2014/main" val="2019633702"/>
                  </a:ext>
                </a:extLst>
              </a:tr>
              <a:tr h="397186">
                <a:tc>
                  <a:txBody>
                    <a:bodyPr/>
                    <a:lstStyle/>
                    <a:p>
                      <a:r>
                        <a:rPr lang="en-US" sz="1400"/>
                        <a:t>Hours / Days</a:t>
                      </a:r>
                      <a:endParaRPr lang="en-GB" sz="1400"/>
                    </a:p>
                  </a:txBody>
                  <a:tcPr/>
                </a:tc>
                <a:extLst>
                  <a:ext uri="{0D108BD9-81ED-4DB2-BD59-A6C34878D82A}">
                    <a16:rowId xmlns:a16="http://schemas.microsoft.com/office/drawing/2014/main" val="611639897"/>
                  </a:ext>
                </a:extLst>
              </a:tr>
              <a:tr h="397186">
                <a:tc>
                  <a:txBody>
                    <a:bodyPr/>
                    <a:lstStyle/>
                    <a:p>
                      <a:r>
                        <a:rPr lang="en-US" sz="1400"/>
                        <a:t>Hours</a:t>
                      </a:r>
                      <a:endParaRPr lang="en-GB" sz="1400"/>
                    </a:p>
                  </a:txBody>
                  <a:tcPr/>
                </a:tc>
                <a:extLst>
                  <a:ext uri="{0D108BD9-81ED-4DB2-BD59-A6C34878D82A}">
                    <a16:rowId xmlns:a16="http://schemas.microsoft.com/office/drawing/2014/main" val="1772435727"/>
                  </a:ext>
                </a:extLst>
              </a:tr>
              <a:tr h="397186">
                <a:tc>
                  <a:txBody>
                    <a:bodyPr/>
                    <a:lstStyle/>
                    <a:p>
                      <a:r>
                        <a:rPr lang="en-US" sz="1400"/>
                        <a:t>&lt;10%</a:t>
                      </a:r>
                      <a:endParaRPr lang="en-GB" sz="1400"/>
                    </a:p>
                  </a:txBody>
                  <a:tcPr/>
                </a:tc>
                <a:extLst>
                  <a:ext uri="{0D108BD9-81ED-4DB2-BD59-A6C34878D82A}">
                    <a16:rowId xmlns:a16="http://schemas.microsoft.com/office/drawing/2014/main" val="2643909451"/>
                  </a:ext>
                </a:extLst>
              </a:tr>
              <a:tr h="397186">
                <a:tc>
                  <a:txBody>
                    <a:bodyPr/>
                    <a:lstStyle/>
                    <a:p>
                      <a:r>
                        <a:rPr lang="en-US" sz="1400"/>
                        <a:t>Critical</a:t>
                      </a:r>
                      <a:endParaRPr lang="en-GB" sz="1400"/>
                    </a:p>
                  </a:txBody>
                  <a:tcPr/>
                </a:tc>
                <a:extLst>
                  <a:ext uri="{0D108BD9-81ED-4DB2-BD59-A6C34878D82A}">
                    <a16:rowId xmlns:a16="http://schemas.microsoft.com/office/drawing/2014/main" val="1950493809"/>
                  </a:ext>
                </a:extLst>
              </a:tr>
              <a:tr h="736249">
                <a:tc>
                  <a:txBody>
                    <a:bodyPr/>
                    <a:lstStyle/>
                    <a:p>
                      <a:r>
                        <a:rPr lang="en-US" sz="1400" err="1"/>
                        <a:t>CCoE</a:t>
                      </a:r>
                      <a:r>
                        <a:rPr lang="en-US" sz="1400"/>
                        <a:t> / Distributed Ops </a:t>
                      </a:r>
                      <a:endParaRPr lang="en-GB" sz="1400"/>
                    </a:p>
                  </a:txBody>
                  <a:tcPr/>
                </a:tc>
                <a:extLst>
                  <a:ext uri="{0D108BD9-81ED-4DB2-BD59-A6C34878D82A}">
                    <a16:rowId xmlns:a16="http://schemas.microsoft.com/office/drawing/2014/main" val="478286646"/>
                  </a:ext>
                </a:extLst>
              </a:tr>
            </a:tbl>
          </a:graphicData>
        </a:graphic>
      </p:graphicFrame>
    </p:spTree>
    <p:extLst>
      <p:ext uri="{BB962C8B-B14F-4D97-AF65-F5344CB8AC3E}">
        <p14:creationId xmlns:p14="http://schemas.microsoft.com/office/powerpoint/2010/main" val="6025921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03C2FAB-61B1-7C66-23F8-0811BEE22FEB}"/>
              </a:ext>
            </a:extLst>
          </p:cNvPr>
          <p:cNvSpPr>
            <a:spLocks noGrp="1"/>
          </p:cNvSpPr>
          <p:nvPr>
            <p:ph type="sldNum" sz="quarter" idx="11"/>
          </p:nvPr>
        </p:nvSpPr>
        <p:spPr/>
        <p:txBody>
          <a:bodyPr/>
          <a:lstStyle/>
          <a:p>
            <a:fld id="{762E77F0-FB5B-4E8E-9BC9-34F14560A017}" type="slidenum">
              <a:rPr lang="en-US" smtClean="0"/>
              <a:pPr/>
              <a:t>4</a:t>
            </a:fld>
            <a:endParaRPr lang="en-US"/>
          </a:p>
        </p:txBody>
      </p:sp>
      <p:sp>
        <p:nvSpPr>
          <p:cNvPr id="3" name="TextBox 2">
            <a:extLst>
              <a:ext uri="{FF2B5EF4-FFF2-40B4-BE49-F238E27FC236}">
                <a16:creationId xmlns:a16="http://schemas.microsoft.com/office/drawing/2014/main" id="{BD83974F-624B-675B-A54F-11A0055C0442}"/>
              </a:ext>
            </a:extLst>
          </p:cNvPr>
          <p:cNvSpPr txBox="1"/>
          <p:nvPr/>
        </p:nvSpPr>
        <p:spPr>
          <a:xfrm>
            <a:off x="164592" y="255026"/>
            <a:ext cx="9559027" cy="523220"/>
          </a:xfrm>
          <a:prstGeom prst="rect">
            <a:avLst/>
          </a:prstGeom>
          <a:noFill/>
        </p:spPr>
        <p:txBody>
          <a:bodyPr wrap="none" rtlCol="0">
            <a:spAutoFit/>
          </a:bodyPr>
          <a:lstStyle/>
          <a:p>
            <a:pPr algn="l"/>
            <a:r>
              <a:rPr lang="en-US" sz="2800">
                <a:solidFill>
                  <a:schemeClr val="bg1"/>
                </a:solidFill>
              </a:rPr>
              <a:t>What are the key influences factors for going to the cloud? </a:t>
            </a:r>
            <a:endParaRPr lang="en-GB" sz="2800" err="1">
              <a:solidFill>
                <a:schemeClr val="bg1"/>
              </a:solidFill>
            </a:endParaRPr>
          </a:p>
        </p:txBody>
      </p:sp>
      <p:sp>
        <p:nvSpPr>
          <p:cNvPr id="5" name="AutoShape 2" descr="A minimalist map with typographic contour lines and hiking paths. The background is light, in muted tones like gray or beige, with contour lines curving smoothly to represent elevation. Hiking paths are marked with subtle dashed or dotted lines, weaving through the map. An arrow labeled 'You Are Here' in bold red should be moved to the top right area of the map, clearly pointing to a specific point on the trails. The overall design remains clean, with the focus on the hiking paths, contour lines, and the relocated 'You Are Here' label.">
            <a:extLst>
              <a:ext uri="{FF2B5EF4-FFF2-40B4-BE49-F238E27FC236}">
                <a16:creationId xmlns:a16="http://schemas.microsoft.com/office/drawing/2014/main" id="{4A94B50E-4F6C-D194-6101-6AB744158192}"/>
              </a:ext>
            </a:extLst>
          </p:cNvPr>
          <p:cNvSpPr>
            <a:spLocks noChangeAspect="1" noChangeArrowheads="1"/>
          </p:cNvSpPr>
          <p:nvPr/>
        </p:nvSpPr>
        <p:spPr bwMode="auto">
          <a:xfrm>
            <a:off x="5943600" y="3328416"/>
            <a:ext cx="304800" cy="252984"/>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a:p>
        </p:txBody>
      </p:sp>
      <p:sp>
        <p:nvSpPr>
          <p:cNvPr id="6" name="TextBox 5">
            <a:extLst>
              <a:ext uri="{FF2B5EF4-FFF2-40B4-BE49-F238E27FC236}">
                <a16:creationId xmlns:a16="http://schemas.microsoft.com/office/drawing/2014/main" id="{BD3F4EAF-FBC9-B03F-97BF-20589F9DBFD3}"/>
              </a:ext>
            </a:extLst>
          </p:cNvPr>
          <p:cNvSpPr txBox="1"/>
          <p:nvPr/>
        </p:nvSpPr>
        <p:spPr>
          <a:xfrm>
            <a:off x="163830" y="1320546"/>
            <a:ext cx="11518511" cy="4524315"/>
          </a:xfrm>
          <a:prstGeom prst="rect">
            <a:avLst/>
          </a:prstGeom>
          <a:noFill/>
        </p:spPr>
        <p:txBody>
          <a:bodyPr wrap="square" lIns="91440" tIns="45720" rIns="91440" bIns="45720" rtlCol="0" anchor="t">
            <a:spAutoFit/>
          </a:bodyPr>
          <a:lstStyle/>
          <a:p>
            <a:pPr marL="285750" indent="-285750">
              <a:buFont typeface="Arial,Sans-Serif" panose="020B0604020202020204" pitchFamily="34" charset="0"/>
              <a:buChar char="•"/>
            </a:pPr>
            <a:r>
              <a:rPr lang="en-US" sz="1800" dirty="0"/>
              <a:t>What key business outcomes are you targeting in the next 12 months? </a:t>
            </a:r>
            <a:endParaRPr lang="en-US" sz="1800" dirty="0">
              <a:cs typeface="Aktiv Grotesk"/>
            </a:endParaRPr>
          </a:p>
          <a:p>
            <a:pPr marL="285750" indent="-285750" algn="l">
              <a:buFont typeface="Arial,Sans-Serif" panose="020B0604020202020204" pitchFamily="34" charset="0"/>
              <a:buChar char="•"/>
            </a:pPr>
            <a:endParaRPr lang="en-US" sz="1800" dirty="0">
              <a:cs typeface="Aktiv Grotesk"/>
            </a:endParaRPr>
          </a:p>
          <a:p>
            <a:pPr marL="285750" indent="-285750">
              <a:buFont typeface="Arial,Sans-Serif" panose="020B0604020202020204" pitchFamily="34" charset="0"/>
              <a:buChar char="•"/>
            </a:pPr>
            <a:r>
              <a:rPr lang="en-US" sz="1800" dirty="0"/>
              <a:t>How does your IT strategy support those business goals? </a:t>
            </a:r>
            <a:endParaRPr lang="en-US" sz="1800" dirty="0">
              <a:cs typeface="Aktiv Grotesk"/>
            </a:endParaRPr>
          </a:p>
          <a:p>
            <a:pPr marL="285750" indent="-285750" algn="l">
              <a:buFont typeface="Arial,Sans-Serif" panose="020B0604020202020204" pitchFamily="34" charset="0"/>
              <a:buChar char="•"/>
            </a:pPr>
            <a:endParaRPr lang="en-US" sz="1800" dirty="0">
              <a:cs typeface="Aktiv Grotesk"/>
            </a:endParaRPr>
          </a:p>
          <a:p>
            <a:pPr marL="285750" indent="-285750">
              <a:buFont typeface="Arial,Sans-Serif" panose="020B0604020202020204" pitchFamily="34" charset="0"/>
              <a:buChar char="•"/>
            </a:pPr>
            <a:r>
              <a:rPr lang="en-US" sz="1800" dirty="0"/>
              <a:t>Where are the skills strong versus where do you rely on external help? </a:t>
            </a:r>
            <a:endParaRPr lang="en-US" sz="1800" dirty="0">
              <a:cs typeface="Aktiv Grotesk"/>
            </a:endParaRPr>
          </a:p>
          <a:p>
            <a:pPr marL="285750" indent="-285750" algn="l">
              <a:buFont typeface="Arial,Sans-Serif" panose="020B0604020202020204" pitchFamily="34" charset="0"/>
              <a:buChar char="•"/>
            </a:pPr>
            <a:endParaRPr lang="en-US" sz="1800" dirty="0">
              <a:cs typeface="Aktiv Grotesk"/>
            </a:endParaRPr>
          </a:p>
          <a:p>
            <a:pPr marL="285750" indent="-285750">
              <a:buFont typeface="Arial,Sans-Serif" panose="020B0604020202020204" pitchFamily="34" charset="0"/>
              <a:buChar char="•"/>
            </a:pPr>
            <a:r>
              <a:rPr lang="en-US" sz="1800" dirty="0"/>
              <a:t>What goals or changes are planned for your technology and operations teams?</a:t>
            </a:r>
            <a:endParaRPr lang="en-US" sz="1800" dirty="0">
              <a:cs typeface="Aktiv Grotesk"/>
            </a:endParaRPr>
          </a:p>
          <a:p>
            <a:pPr marL="285750" indent="-285750" algn="l">
              <a:buFont typeface="Arial,Sans-Serif" panose="020B0604020202020204" pitchFamily="34" charset="0"/>
              <a:buChar char="•"/>
            </a:pPr>
            <a:endParaRPr lang="en-US" sz="1800" dirty="0">
              <a:cs typeface="Aktiv Grotesk"/>
            </a:endParaRPr>
          </a:p>
          <a:p>
            <a:pPr marL="285750" indent="-285750">
              <a:buFont typeface="Arial,Sans-Serif" panose="020B0604020202020204" pitchFamily="34" charset="0"/>
              <a:buChar char="•"/>
            </a:pPr>
            <a:r>
              <a:rPr lang="en-US" sz="1800" dirty="0"/>
              <a:t>What delivery and governance processes are in place today (e.g., agile, ITIL, DevOps)</a:t>
            </a:r>
          </a:p>
          <a:p>
            <a:pPr marL="285750" indent="-285750" algn="l">
              <a:buFont typeface="Arial,Sans-Serif" panose="020B0604020202020204" pitchFamily="34" charset="0"/>
              <a:buChar char="•"/>
            </a:pPr>
            <a:endParaRPr lang="en-US" sz="1800" dirty="0">
              <a:cs typeface="Aktiv Grotesk"/>
            </a:endParaRPr>
          </a:p>
          <a:p>
            <a:pPr marL="285750" indent="-285750">
              <a:buFont typeface="Arial,Sans-Serif" panose="020B0604020202020204" pitchFamily="34" charset="0"/>
              <a:buChar char="•"/>
            </a:pPr>
            <a:r>
              <a:rPr lang="en-US" sz="1800" dirty="0"/>
              <a:t>What challenges exist in your current structure or ways of working?</a:t>
            </a:r>
            <a:endParaRPr lang="en-US" sz="1800" dirty="0">
              <a:cs typeface="Aktiv Grotesk"/>
            </a:endParaRPr>
          </a:p>
          <a:p>
            <a:pPr marL="285750" indent="-285750">
              <a:buFont typeface="Arial,Sans-Serif" panose="020B0604020202020204" pitchFamily="34" charset="0"/>
              <a:buChar char="•"/>
            </a:pPr>
            <a:endParaRPr lang="en-US" sz="1800" dirty="0">
              <a:cs typeface="Aktiv Grotesk"/>
            </a:endParaRPr>
          </a:p>
          <a:p>
            <a:pPr marL="285750" indent="-285750">
              <a:buFont typeface="Arial,Sans-Serif" panose="020B0604020202020204" pitchFamily="34" charset="0"/>
              <a:buChar char="•"/>
            </a:pPr>
            <a:r>
              <a:rPr lang="en-US" sz="1800" dirty="0"/>
              <a:t>What commercial drivers are influencing cloud adoption (e.g., hardware refresh, licensing pressure,</a:t>
            </a:r>
            <a:br>
              <a:rPr lang="en-US" sz="1800" dirty="0">
                <a:cs typeface="Aktiv Grotesk"/>
              </a:rPr>
            </a:br>
            <a:r>
              <a:rPr lang="en-US" sz="1800" dirty="0"/>
              <a:t>vendor contracts)?</a:t>
            </a:r>
            <a:endParaRPr lang="en-US" sz="1800" dirty="0">
              <a:cs typeface="Aktiv Grotesk"/>
            </a:endParaRPr>
          </a:p>
          <a:p>
            <a:pPr marL="285750" indent="-285750">
              <a:buFont typeface="Arial,Sans-Serif" panose="020B0604020202020204" pitchFamily="34" charset="0"/>
              <a:buChar char="•"/>
            </a:pPr>
            <a:endParaRPr lang="en-US" sz="1800" dirty="0">
              <a:cs typeface="Aktiv Grotesk"/>
            </a:endParaRPr>
          </a:p>
          <a:p>
            <a:pPr marL="285750" indent="-285750">
              <a:buFont typeface="Arial,Sans-Serif" panose="020B0604020202020204" pitchFamily="34" charset="0"/>
              <a:buChar char="•"/>
            </a:pPr>
            <a:r>
              <a:rPr lang="en-US" sz="1800" dirty="0"/>
              <a:t>How do you currently manage risk and compliance?</a:t>
            </a:r>
            <a:endParaRPr lang="en-US" dirty="0">
              <a:cs typeface="Aktiv Grotesk"/>
            </a:endParaRPr>
          </a:p>
        </p:txBody>
      </p:sp>
    </p:spTree>
    <p:extLst>
      <p:ext uri="{BB962C8B-B14F-4D97-AF65-F5344CB8AC3E}">
        <p14:creationId xmlns:p14="http://schemas.microsoft.com/office/powerpoint/2010/main" val="363445661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7913E1D-E307-1C32-A54C-ED834C3B3AAC}"/>
              </a:ext>
            </a:extLst>
          </p:cNvPr>
          <p:cNvSpPr>
            <a:spLocks noGrp="1"/>
          </p:cNvSpPr>
          <p:nvPr>
            <p:ph type="sldNum" sz="quarter" idx="11"/>
          </p:nvPr>
        </p:nvSpPr>
        <p:spPr/>
        <p:txBody>
          <a:bodyPr/>
          <a:lstStyle/>
          <a:p>
            <a:fld id="{762E77F0-FB5B-4E8E-9BC9-34F14560A017}" type="slidenum">
              <a:rPr lang="en-US" smtClean="0"/>
              <a:pPr/>
              <a:t>5</a:t>
            </a:fld>
            <a:endParaRPr lang="en-US"/>
          </a:p>
        </p:txBody>
      </p:sp>
      <p:sp>
        <p:nvSpPr>
          <p:cNvPr id="3" name="TextBox 2">
            <a:extLst>
              <a:ext uri="{FF2B5EF4-FFF2-40B4-BE49-F238E27FC236}">
                <a16:creationId xmlns:a16="http://schemas.microsoft.com/office/drawing/2014/main" id="{07A7B0DE-30A3-0D5B-BAEF-4B2A2E7CC170}"/>
              </a:ext>
            </a:extLst>
          </p:cNvPr>
          <p:cNvSpPr txBox="1"/>
          <p:nvPr/>
        </p:nvSpPr>
        <p:spPr>
          <a:xfrm>
            <a:off x="274320" y="379218"/>
            <a:ext cx="8587607" cy="461665"/>
          </a:xfrm>
          <a:prstGeom prst="rect">
            <a:avLst/>
          </a:prstGeom>
          <a:noFill/>
        </p:spPr>
        <p:txBody>
          <a:bodyPr wrap="none" rtlCol="0">
            <a:spAutoFit/>
          </a:bodyPr>
          <a:lstStyle/>
          <a:p>
            <a:pPr algn="l"/>
            <a:r>
              <a:rPr lang="en-US" sz="2400">
                <a:solidFill>
                  <a:schemeClr val="bg1"/>
                </a:solidFill>
              </a:rPr>
              <a:t>Why are you going to the cloud again?   Prioritization Matters!</a:t>
            </a:r>
            <a:endParaRPr lang="en-GB" sz="2400">
              <a:solidFill>
                <a:schemeClr val="bg1"/>
              </a:solidFill>
            </a:endParaRPr>
          </a:p>
        </p:txBody>
      </p:sp>
      <p:pic>
        <p:nvPicPr>
          <p:cNvPr id="1032" name="Picture 8">
            <a:extLst>
              <a:ext uri="{FF2B5EF4-FFF2-40B4-BE49-F238E27FC236}">
                <a16:creationId xmlns:a16="http://schemas.microsoft.com/office/drawing/2014/main" id="{7A7B3DDA-D80E-94C2-706C-08114F59DED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1151263"/>
            <a:ext cx="12192000" cy="51835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1710779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4F47A5D-05E6-A2B9-ECD6-E4CB89778858}"/>
              </a:ext>
            </a:extLst>
          </p:cNvPr>
          <p:cNvSpPr>
            <a:spLocks noGrp="1"/>
          </p:cNvSpPr>
          <p:nvPr>
            <p:ph type="sldNum" sz="quarter" idx="11"/>
          </p:nvPr>
        </p:nvSpPr>
        <p:spPr/>
        <p:txBody>
          <a:bodyPr/>
          <a:lstStyle/>
          <a:p>
            <a:fld id="{762E77F0-FB5B-4E8E-9BC9-34F14560A017}" type="slidenum">
              <a:rPr lang="en-US" smtClean="0"/>
              <a:pPr/>
              <a:t>6</a:t>
            </a:fld>
            <a:endParaRPr lang="en-US"/>
          </a:p>
        </p:txBody>
      </p:sp>
      <p:sp>
        <p:nvSpPr>
          <p:cNvPr id="3" name="TextBox 2">
            <a:extLst>
              <a:ext uri="{FF2B5EF4-FFF2-40B4-BE49-F238E27FC236}">
                <a16:creationId xmlns:a16="http://schemas.microsoft.com/office/drawing/2014/main" id="{7521AB20-3460-2860-F4BC-0361CC42C6DF}"/>
              </a:ext>
            </a:extLst>
          </p:cNvPr>
          <p:cNvSpPr txBox="1"/>
          <p:nvPr/>
        </p:nvSpPr>
        <p:spPr>
          <a:xfrm>
            <a:off x="310896" y="256032"/>
            <a:ext cx="6417141" cy="369332"/>
          </a:xfrm>
          <a:prstGeom prst="rect">
            <a:avLst/>
          </a:prstGeom>
          <a:noFill/>
        </p:spPr>
        <p:txBody>
          <a:bodyPr wrap="none" rtlCol="0">
            <a:spAutoFit/>
          </a:bodyPr>
          <a:lstStyle/>
          <a:p>
            <a:pPr algn="l"/>
            <a:r>
              <a:rPr lang="en-US" sz="1800">
                <a:solidFill>
                  <a:schemeClr val="bg1"/>
                </a:solidFill>
              </a:rPr>
              <a:t>Traditional Operating Model with Dedicated Infrastructure… 	</a:t>
            </a:r>
            <a:endParaRPr lang="en-GB" sz="1800" err="1">
              <a:solidFill>
                <a:schemeClr val="bg1"/>
              </a:solidFill>
            </a:endParaRPr>
          </a:p>
        </p:txBody>
      </p:sp>
      <p:pic>
        <p:nvPicPr>
          <p:cNvPr id="1026" name="Picture 2" descr="Traditional model diagram">
            <a:extLst>
              <a:ext uri="{FF2B5EF4-FFF2-40B4-BE49-F238E27FC236}">
                <a16:creationId xmlns:a16="http://schemas.microsoft.com/office/drawing/2014/main" id="{141CC19B-6C3F-5659-0B15-E0A5FE68C6E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22196" y="1416718"/>
            <a:ext cx="10147607" cy="477232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982038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113E5A51-CA8B-5FCF-BFAE-179D6B62F528}"/>
              </a:ext>
            </a:extLst>
          </p:cNvPr>
          <p:cNvSpPr>
            <a:spLocks noGrp="1"/>
          </p:cNvSpPr>
          <p:nvPr>
            <p:ph type="sldNum" sz="quarter" idx="11"/>
          </p:nvPr>
        </p:nvSpPr>
        <p:spPr/>
        <p:txBody>
          <a:bodyPr/>
          <a:lstStyle/>
          <a:p>
            <a:fld id="{762E77F0-FB5B-4E8E-9BC9-34F14560A017}" type="slidenum">
              <a:rPr lang="en-US" smtClean="0"/>
              <a:pPr/>
              <a:t>7</a:t>
            </a:fld>
            <a:endParaRPr lang="en-US"/>
          </a:p>
        </p:txBody>
      </p:sp>
      <p:sp>
        <p:nvSpPr>
          <p:cNvPr id="3" name="TextBox 2">
            <a:extLst>
              <a:ext uri="{FF2B5EF4-FFF2-40B4-BE49-F238E27FC236}">
                <a16:creationId xmlns:a16="http://schemas.microsoft.com/office/drawing/2014/main" id="{C8DDB45A-79A1-8F92-A859-9E1A6695D591}"/>
              </a:ext>
            </a:extLst>
          </p:cNvPr>
          <p:cNvSpPr txBox="1"/>
          <p:nvPr/>
        </p:nvSpPr>
        <p:spPr>
          <a:xfrm>
            <a:off x="185286" y="303196"/>
            <a:ext cx="2852063" cy="369332"/>
          </a:xfrm>
          <a:prstGeom prst="rect">
            <a:avLst/>
          </a:prstGeom>
          <a:noFill/>
        </p:spPr>
        <p:txBody>
          <a:bodyPr wrap="none" rtlCol="0">
            <a:spAutoFit/>
          </a:bodyPr>
          <a:lstStyle/>
          <a:p>
            <a:pPr algn="l"/>
            <a:r>
              <a:rPr lang="en-US" sz="1800">
                <a:solidFill>
                  <a:schemeClr val="bg1"/>
                </a:solidFill>
              </a:rPr>
              <a:t>Cloud Operating Model… </a:t>
            </a:r>
            <a:endParaRPr lang="en-GB" sz="1800" err="1">
              <a:solidFill>
                <a:schemeClr val="bg1"/>
              </a:solidFill>
            </a:endParaRPr>
          </a:p>
        </p:txBody>
      </p:sp>
      <p:pic>
        <p:nvPicPr>
          <p:cNvPr id="2052" name="Picture 4" descr="DevOps with cloud managed service provider">
            <a:extLst>
              <a:ext uri="{FF2B5EF4-FFF2-40B4-BE49-F238E27FC236}">
                <a16:creationId xmlns:a16="http://schemas.microsoft.com/office/drawing/2014/main" id="{0D803E9A-7BC5-ED98-F5B4-88883D6856E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380022" y="1344228"/>
            <a:ext cx="4965081" cy="51316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894054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7607A2C-04D4-CDAD-404F-3C6B5CDA525F}"/>
              </a:ext>
            </a:extLst>
          </p:cNvPr>
          <p:cNvSpPr>
            <a:spLocks noGrp="1"/>
          </p:cNvSpPr>
          <p:nvPr>
            <p:ph type="sldNum" sz="quarter" idx="11"/>
          </p:nvPr>
        </p:nvSpPr>
        <p:spPr/>
        <p:txBody>
          <a:bodyPr/>
          <a:lstStyle/>
          <a:p>
            <a:fld id="{762E77F0-FB5B-4E8E-9BC9-34F14560A017}" type="slidenum">
              <a:rPr lang="en-US" smtClean="0"/>
              <a:pPr/>
              <a:t>8</a:t>
            </a:fld>
            <a:endParaRPr lang="en-US"/>
          </a:p>
        </p:txBody>
      </p:sp>
      <p:pic>
        <p:nvPicPr>
          <p:cNvPr id="3" name="Picture 2">
            <a:extLst>
              <a:ext uri="{FF2B5EF4-FFF2-40B4-BE49-F238E27FC236}">
                <a16:creationId xmlns:a16="http://schemas.microsoft.com/office/drawing/2014/main" id="{251A5ACA-AB9E-4C3A-B830-D2C8119AE44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66172" y="1469118"/>
            <a:ext cx="10536599" cy="482601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37A23879-34B2-CF44-E060-496A081B6D1E}"/>
              </a:ext>
            </a:extLst>
          </p:cNvPr>
          <p:cNvSpPr txBox="1"/>
          <p:nvPr/>
        </p:nvSpPr>
        <p:spPr>
          <a:xfrm>
            <a:off x="411480" y="228600"/>
            <a:ext cx="3749809" cy="369332"/>
          </a:xfrm>
          <a:prstGeom prst="rect">
            <a:avLst/>
          </a:prstGeom>
          <a:noFill/>
        </p:spPr>
        <p:txBody>
          <a:bodyPr wrap="none" rtlCol="0">
            <a:spAutoFit/>
          </a:bodyPr>
          <a:lstStyle/>
          <a:p>
            <a:pPr algn="l"/>
            <a:r>
              <a:rPr lang="en-US" sz="1800">
                <a:solidFill>
                  <a:schemeClr val="bg1"/>
                </a:solidFill>
              </a:rPr>
              <a:t>The Chasm and Cloud Adoption….</a:t>
            </a:r>
            <a:endParaRPr lang="en-GB" sz="1800" err="1">
              <a:solidFill>
                <a:schemeClr val="bg1"/>
              </a:solidFill>
            </a:endParaRPr>
          </a:p>
        </p:txBody>
      </p:sp>
    </p:spTree>
    <p:extLst>
      <p:ext uri="{BB962C8B-B14F-4D97-AF65-F5344CB8AC3E}">
        <p14:creationId xmlns:p14="http://schemas.microsoft.com/office/powerpoint/2010/main" val="5980099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22858F4-4C4E-03BA-A7B5-57988A79E2AE}"/>
              </a:ext>
            </a:extLst>
          </p:cNvPr>
          <p:cNvSpPr>
            <a:spLocks noGrp="1"/>
          </p:cNvSpPr>
          <p:nvPr>
            <p:ph type="sldNum" sz="quarter" idx="11"/>
          </p:nvPr>
        </p:nvSpPr>
        <p:spPr/>
        <p:txBody>
          <a:bodyPr/>
          <a:lstStyle/>
          <a:p>
            <a:fld id="{762E77F0-FB5B-4E8E-9BC9-34F14560A017}" type="slidenum">
              <a:rPr lang="en-US" smtClean="0"/>
              <a:pPr/>
              <a:t>9</a:t>
            </a:fld>
            <a:endParaRPr lang="en-US"/>
          </a:p>
        </p:txBody>
      </p:sp>
      <p:pic>
        <p:nvPicPr>
          <p:cNvPr id="4" name="Picture 3">
            <a:extLst>
              <a:ext uri="{FF2B5EF4-FFF2-40B4-BE49-F238E27FC236}">
                <a16:creationId xmlns:a16="http://schemas.microsoft.com/office/drawing/2014/main" id="{9982DDC3-2C47-27A6-4F2F-D9B81AB3DE60}"/>
              </a:ext>
            </a:extLst>
          </p:cNvPr>
          <p:cNvPicPr>
            <a:picLocks noChangeAspect="1"/>
          </p:cNvPicPr>
          <p:nvPr/>
        </p:nvPicPr>
        <p:blipFill>
          <a:blip r:embed="rId2"/>
          <a:stretch>
            <a:fillRect/>
          </a:stretch>
        </p:blipFill>
        <p:spPr>
          <a:xfrm>
            <a:off x="4390618" y="1098255"/>
            <a:ext cx="7653899" cy="5645217"/>
          </a:xfrm>
          <a:prstGeom prst="rect">
            <a:avLst/>
          </a:prstGeom>
        </p:spPr>
      </p:pic>
      <p:sp>
        <p:nvSpPr>
          <p:cNvPr id="5" name="TextBox 4">
            <a:extLst>
              <a:ext uri="{FF2B5EF4-FFF2-40B4-BE49-F238E27FC236}">
                <a16:creationId xmlns:a16="http://schemas.microsoft.com/office/drawing/2014/main" id="{9B4ABB64-E33D-ECCD-67A0-37827FC88D51}"/>
              </a:ext>
            </a:extLst>
          </p:cNvPr>
          <p:cNvSpPr txBox="1"/>
          <p:nvPr/>
        </p:nvSpPr>
        <p:spPr>
          <a:xfrm>
            <a:off x="310414" y="346028"/>
            <a:ext cx="3731233" cy="369332"/>
          </a:xfrm>
          <a:prstGeom prst="rect">
            <a:avLst/>
          </a:prstGeom>
          <a:noFill/>
        </p:spPr>
        <p:txBody>
          <a:bodyPr wrap="square" rtlCol="0">
            <a:spAutoFit/>
          </a:bodyPr>
          <a:lstStyle/>
          <a:p>
            <a:pPr algn="l"/>
            <a:r>
              <a:rPr lang="en-US" sz="1800">
                <a:solidFill>
                  <a:schemeClr val="bg1"/>
                </a:solidFill>
              </a:rPr>
              <a:t>Bridging The Chasm….</a:t>
            </a:r>
            <a:endParaRPr lang="en-GB" sz="1800" err="1">
              <a:solidFill>
                <a:schemeClr val="bg1"/>
              </a:solidFill>
            </a:endParaRPr>
          </a:p>
        </p:txBody>
      </p:sp>
      <p:sp>
        <p:nvSpPr>
          <p:cNvPr id="7" name="TextBox 6">
            <a:extLst>
              <a:ext uri="{FF2B5EF4-FFF2-40B4-BE49-F238E27FC236}">
                <a16:creationId xmlns:a16="http://schemas.microsoft.com/office/drawing/2014/main" id="{05019E2B-CE4D-5C63-359E-0AE5CB070EC8}"/>
              </a:ext>
            </a:extLst>
          </p:cNvPr>
          <p:cNvSpPr txBox="1"/>
          <p:nvPr/>
        </p:nvSpPr>
        <p:spPr>
          <a:xfrm>
            <a:off x="310414" y="1493520"/>
            <a:ext cx="3520922" cy="4524315"/>
          </a:xfrm>
          <a:prstGeom prst="rect">
            <a:avLst/>
          </a:prstGeom>
          <a:noFill/>
        </p:spPr>
        <p:txBody>
          <a:bodyPr wrap="square" rtlCol="0">
            <a:spAutoFit/>
          </a:bodyPr>
          <a:lstStyle/>
          <a:p>
            <a:pPr algn="l"/>
            <a:r>
              <a:rPr lang="en-US" sz="1800" b="1"/>
              <a:t>What is your Engine to propel you across the chasm? </a:t>
            </a:r>
            <a:br>
              <a:rPr lang="en-US" sz="1800" b="1"/>
            </a:br>
            <a:br>
              <a:rPr lang="en-US" sz="1800" b="1"/>
            </a:br>
            <a:r>
              <a:rPr lang="en-US" sz="1800"/>
              <a:t>What is working well within your migration today? </a:t>
            </a:r>
            <a:br>
              <a:rPr lang="en-US" sz="1800"/>
            </a:br>
            <a:br>
              <a:rPr lang="en-US" sz="1800"/>
            </a:br>
            <a:r>
              <a:rPr lang="en-US" sz="1800"/>
              <a:t>What strengths do you have within the team? </a:t>
            </a:r>
            <a:br>
              <a:rPr lang="en-US" sz="1800"/>
            </a:br>
            <a:br>
              <a:rPr lang="en-US" sz="1800"/>
            </a:br>
            <a:r>
              <a:rPr lang="en-US" sz="1800"/>
              <a:t>What capabilities do you have in abundance? </a:t>
            </a:r>
          </a:p>
          <a:p>
            <a:pPr algn="l"/>
            <a:endParaRPr lang="en-US" sz="1800"/>
          </a:p>
          <a:p>
            <a:pPr algn="l"/>
            <a:r>
              <a:rPr lang="en-US" sz="1800"/>
              <a:t>What can you leverage or capitalize on to increase probability of success? </a:t>
            </a:r>
          </a:p>
          <a:p>
            <a:pPr algn="l"/>
            <a:endParaRPr lang="en-US" sz="1800" b="1"/>
          </a:p>
        </p:txBody>
      </p:sp>
    </p:spTree>
    <p:extLst>
      <p:ext uri="{BB962C8B-B14F-4D97-AF65-F5344CB8AC3E}">
        <p14:creationId xmlns:p14="http://schemas.microsoft.com/office/powerpoint/2010/main" val="16419891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C41AE3-270E-53B2-195C-C3B1A8399B9E}"/>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05E2AFB-6463-6837-7CBD-B52FD5B737B9}"/>
              </a:ext>
            </a:extLst>
          </p:cNvPr>
          <p:cNvSpPr>
            <a:spLocks noGrp="1"/>
          </p:cNvSpPr>
          <p:nvPr>
            <p:ph type="sldNum" sz="quarter" idx="11"/>
          </p:nvPr>
        </p:nvSpPr>
        <p:spPr/>
        <p:txBody>
          <a:bodyPr/>
          <a:lstStyle/>
          <a:p>
            <a:fld id="{762E77F0-FB5B-4E8E-9BC9-34F14560A017}" type="slidenum">
              <a:rPr lang="en-US" smtClean="0"/>
              <a:pPr/>
              <a:t>10</a:t>
            </a:fld>
            <a:endParaRPr lang="en-US"/>
          </a:p>
        </p:txBody>
      </p:sp>
      <p:pic>
        <p:nvPicPr>
          <p:cNvPr id="4" name="Picture 3">
            <a:extLst>
              <a:ext uri="{FF2B5EF4-FFF2-40B4-BE49-F238E27FC236}">
                <a16:creationId xmlns:a16="http://schemas.microsoft.com/office/drawing/2014/main" id="{01004BD0-1D13-32AA-E3BE-0CEEE603923A}"/>
              </a:ext>
            </a:extLst>
          </p:cNvPr>
          <p:cNvPicPr>
            <a:picLocks noChangeAspect="1"/>
          </p:cNvPicPr>
          <p:nvPr/>
        </p:nvPicPr>
        <p:blipFill>
          <a:blip r:embed="rId2"/>
          <a:stretch>
            <a:fillRect/>
          </a:stretch>
        </p:blipFill>
        <p:spPr>
          <a:xfrm>
            <a:off x="4390618" y="1098255"/>
            <a:ext cx="7653899" cy="5645217"/>
          </a:xfrm>
          <a:prstGeom prst="rect">
            <a:avLst/>
          </a:prstGeom>
        </p:spPr>
      </p:pic>
      <p:sp>
        <p:nvSpPr>
          <p:cNvPr id="5" name="TextBox 4">
            <a:extLst>
              <a:ext uri="{FF2B5EF4-FFF2-40B4-BE49-F238E27FC236}">
                <a16:creationId xmlns:a16="http://schemas.microsoft.com/office/drawing/2014/main" id="{B48103F9-6260-0A29-4DCB-D68271E5FF41}"/>
              </a:ext>
            </a:extLst>
          </p:cNvPr>
          <p:cNvSpPr txBox="1"/>
          <p:nvPr/>
        </p:nvSpPr>
        <p:spPr>
          <a:xfrm>
            <a:off x="310414" y="346028"/>
            <a:ext cx="3731233" cy="369332"/>
          </a:xfrm>
          <a:prstGeom prst="rect">
            <a:avLst/>
          </a:prstGeom>
          <a:noFill/>
        </p:spPr>
        <p:txBody>
          <a:bodyPr wrap="square" rtlCol="0">
            <a:spAutoFit/>
          </a:bodyPr>
          <a:lstStyle/>
          <a:p>
            <a:pPr algn="l"/>
            <a:r>
              <a:rPr lang="en-US" sz="1800">
                <a:solidFill>
                  <a:schemeClr val="bg1"/>
                </a:solidFill>
              </a:rPr>
              <a:t>Bridging The Chasm….</a:t>
            </a:r>
            <a:endParaRPr lang="en-GB" sz="1800" err="1">
              <a:solidFill>
                <a:schemeClr val="bg1"/>
              </a:solidFill>
            </a:endParaRPr>
          </a:p>
        </p:txBody>
      </p:sp>
      <p:sp>
        <p:nvSpPr>
          <p:cNvPr id="7" name="TextBox 6">
            <a:extLst>
              <a:ext uri="{FF2B5EF4-FFF2-40B4-BE49-F238E27FC236}">
                <a16:creationId xmlns:a16="http://schemas.microsoft.com/office/drawing/2014/main" id="{98F21C85-5ACA-7BBE-134C-C060A1B5D2B7}"/>
              </a:ext>
            </a:extLst>
          </p:cNvPr>
          <p:cNvSpPr txBox="1"/>
          <p:nvPr/>
        </p:nvSpPr>
        <p:spPr>
          <a:xfrm>
            <a:off x="310414" y="1493520"/>
            <a:ext cx="3520922" cy="3693319"/>
          </a:xfrm>
          <a:prstGeom prst="rect">
            <a:avLst/>
          </a:prstGeom>
          <a:noFill/>
        </p:spPr>
        <p:txBody>
          <a:bodyPr wrap="square" rtlCol="0">
            <a:spAutoFit/>
          </a:bodyPr>
          <a:lstStyle/>
          <a:p>
            <a:pPr algn="l"/>
            <a:r>
              <a:rPr lang="en-US" sz="1800" b="1"/>
              <a:t>What are your parachutes? </a:t>
            </a:r>
            <a:br>
              <a:rPr lang="en-US" sz="1800" b="1"/>
            </a:br>
            <a:br>
              <a:rPr lang="en-US" sz="1800" b="1"/>
            </a:br>
            <a:endParaRPr lang="en-US" sz="1800" b="1"/>
          </a:p>
          <a:p>
            <a:pPr algn="l"/>
            <a:r>
              <a:rPr lang="en-US" sz="1800"/>
              <a:t>Backups and/or safety needs to avoid failure? </a:t>
            </a:r>
          </a:p>
          <a:p>
            <a:pPr algn="l"/>
            <a:endParaRPr lang="en-US" sz="1800"/>
          </a:p>
          <a:p>
            <a:pPr algn="l"/>
            <a:endParaRPr lang="en-US" sz="1800"/>
          </a:p>
          <a:p>
            <a:pPr algn="l"/>
            <a:endParaRPr lang="en-US" sz="1800"/>
          </a:p>
          <a:p>
            <a:pPr algn="l"/>
            <a:r>
              <a:rPr lang="en-US" sz="1800"/>
              <a:t>Potential quick fixes or fallback strategies? </a:t>
            </a:r>
          </a:p>
          <a:p>
            <a:pPr algn="l"/>
            <a:endParaRPr lang="en-US" sz="1800"/>
          </a:p>
          <a:p>
            <a:pPr algn="l"/>
            <a:endParaRPr lang="en-US" sz="1800"/>
          </a:p>
          <a:p>
            <a:pPr algn="l"/>
            <a:endParaRPr lang="en-US" sz="1800" b="1"/>
          </a:p>
        </p:txBody>
      </p:sp>
    </p:spTree>
    <p:extLst>
      <p:ext uri="{BB962C8B-B14F-4D97-AF65-F5344CB8AC3E}">
        <p14:creationId xmlns:p14="http://schemas.microsoft.com/office/powerpoint/2010/main" val="108568100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5A64A5-3AFD-4053-A9BE-C7285FE72405}"/>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26E338C4-ED5E-7DF1-C43A-EE8A93B82E7F}"/>
              </a:ext>
            </a:extLst>
          </p:cNvPr>
          <p:cNvSpPr>
            <a:spLocks noGrp="1"/>
          </p:cNvSpPr>
          <p:nvPr>
            <p:ph type="sldNum" sz="quarter" idx="11"/>
          </p:nvPr>
        </p:nvSpPr>
        <p:spPr/>
        <p:txBody>
          <a:bodyPr/>
          <a:lstStyle/>
          <a:p>
            <a:fld id="{762E77F0-FB5B-4E8E-9BC9-34F14560A017}" type="slidenum">
              <a:rPr lang="en-US" smtClean="0"/>
              <a:pPr/>
              <a:t>11</a:t>
            </a:fld>
            <a:endParaRPr lang="en-US"/>
          </a:p>
        </p:txBody>
      </p:sp>
      <p:pic>
        <p:nvPicPr>
          <p:cNvPr id="4" name="Picture 3">
            <a:extLst>
              <a:ext uri="{FF2B5EF4-FFF2-40B4-BE49-F238E27FC236}">
                <a16:creationId xmlns:a16="http://schemas.microsoft.com/office/drawing/2014/main" id="{705BEE2C-27E9-19A6-3176-AAAD7A1714CB}"/>
              </a:ext>
            </a:extLst>
          </p:cNvPr>
          <p:cNvPicPr>
            <a:picLocks noChangeAspect="1"/>
          </p:cNvPicPr>
          <p:nvPr/>
        </p:nvPicPr>
        <p:blipFill>
          <a:blip r:embed="rId2"/>
          <a:stretch>
            <a:fillRect/>
          </a:stretch>
        </p:blipFill>
        <p:spPr>
          <a:xfrm>
            <a:off x="4390618" y="1098255"/>
            <a:ext cx="7653899" cy="5645217"/>
          </a:xfrm>
          <a:prstGeom prst="rect">
            <a:avLst/>
          </a:prstGeom>
        </p:spPr>
      </p:pic>
      <p:sp>
        <p:nvSpPr>
          <p:cNvPr id="5" name="TextBox 4">
            <a:extLst>
              <a:ext uri="{FF2B5EF4-FFF2-40B4-BE49-F238E27FC236}">
                <a16:creationId xmlns:a16="http://schemas.microsoft.com/office/drawing/2014/main" id="{88128664-5E42-4F35-D155-2905F4DA616C}"/>
              </a:ext>
            </a:extLst>
          </p:cNvPr>
          <p:cNvSpPr txBox="1"/>
          <p:nvPr/>
        </p:nvSpPr>
        <p:spPr>
          <a:xfrm>
            <a:off x="310414" y="346028"/>
            <a:ext cx="3731233" cy="369332"/>
          </a:xfrm>
          <a:prstGeom prst="rect">
            <a:avLst/>
          </a:prstGeom>
          <a:noFill/>
        </p:spPr>
        <p:txBody>
          <a:bodyPr wrap="square" rtlCol="0">
            <a:spAutoFit/>
          </a:bodyPr>
          <a:lstStyle/>
          <a:p>
            <a:pPr algn="l"/>
            <a:r>
              <a:rPr lang="en-US" sz="1800">
                <a:solidFill>
                  <a:schemeClr val="bg1"/>
                </a:solidFill>
              </a:rPr>
              <a:t>Bridging The Chasm….</a:t>
            </a:r>
            <a:endParaRPr lang="en-GB" sz="1800" err="1">
              <a:solidFill>
                <a:schemeClr val="bg1"/>
              </a:solidFill>
            </a:endParaRPr>
          </a:p>
        </p:txBody>
      </p:sp>
      <p:sp>
        <p:nvSpPr>
          <p:cNvPr id="7" name="TextBox 6">
            <a:extLst>
              <a:ext uri="{FF2B5EF4-FFF2-40B4-BE49-F238E27FC236}">
                <a16:creationId xmlns:a16="http://schemas.microsoft.com/office/drawing/2014/main" id="{34E3FE68-101E-84D9-A222-CA2D44268867}"/>
              </a:ext>
            </a:extLst>
          </p:cNvPr>
          <p:cNvSpPr txBox="1"/>
          <p:nvPr/>
        </p:nvSpPr>
        <p:spPr>
          <a:xfrm>
            <a:off x="310414" y="1493520"/>
            <a:ext cx="3520922" cy="4247317"/>
          </a:xfrm>
          <a:prstGeom prst="rect">
            <a:avLst/>
          </a:prstGeom>
          <a:noFill/>
        </p:spPr>
        <p:txBody>
          <a:bodyPr wrap="square" rtlCol="0">
            <a:spAutoFit/>
          </a:bodyPr>
          <a:lstStyle/>
          <a:p>
            <a:pPr algn="l"/>
            <a:r>
              <a:rPr lang="en-US" sz="1800" b="1"/>
              <a:t>Abyss… </a:t>
            </a:r>
          </a:p>
          <a:p>
            <a:pPr algn="l"/>
            <a:endParaRPr lang="en-US" sz="1800" b="1"/>
          </a:p>
          <a:p>
            <a:pPr algn="l"/>
            <a:r>
              <a:rPr lang="en-US" sz="1800"/>
              <a:t>What are the big risks which need to be mitigated? </a:t>
            </a:r>
          </a:p>
          <a:p>
            <a:pPr algn="l"/>
            <a:endParaRPr lang="en-US" sz="1800"/>
          </a:p>
          <a:p>
            <a:pPr algn="l"/>
            <a:r>
              <a:rPr lang="en-US" sz="1800"/>
              <a:t>What are the unknowns that need qualification? </a:t>
            </a:r>
          </a:p>
          <a:p>
            <a:pPr algn="l"/>
            <a:endParaRPr lang="en-US" sz="1800"/>
          </a:p>
          <a:p>
            <a:pPr algn="l"/>
            <a:r>
              <a:rPr lang="en-US" sz="1800"/>
              <a:t>What are the threats (internal/external) that could disrupt crossing the chasm? </a:t>
            </a:r>
          </a:p>
          <a:p>
            <a:pPr algn="l"/>
            <a:endParaRPr lang="en-US" sz="1800"/>
          </a:p>
          <a:p>
            <a:pPr algn="l"/>
            <a:endParaRPr lang="en-US" sz="1800"/>
          </a:p>
          <a:p>
            <a:pPr algn="l"/>
            <a:endParaRPr lang="en-US" sz="1800"/>
          </a:p>
          <a:p>
            <a:pPr algn="l"/>
            <a:endParaRPr lang="en-US" sz="1800" b="1"/>
          </a:p>
        </p:txBody>
      </p:sp>
    </p:spTree>
    <p:extLst>
      <p:ext uri="{BB962C8B-B14F-4D97-AF65-F5344CB8AC3E}">
        <p14:creationId xmlns:p14="http://schemas.microsoft.com/office/powerpoint/2010/main" val="268060188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CA2DE6-740C-E695-E526-C4503CC0A625}"/>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85BBFD7-99B3-1F5A-184C-3AF70AC408E2}"/>
              </a:ext>
            </a:extLst>
          </p:cNvPr>
          <p:cNvSpPr>
            <a:spLocks noGrp="1"/>
          </p:cNvSpPr>
          <p:nvPr>
            <p:ph type="sldNum" sz="quarter" idx="11"/>
          </p:nvPr>
        </p:nvSpPr>
        <p:spPr/>
        <p:txBody>
          <a:bodyPr/>
          <a:lstStyle/>
          <a:p>
            <a:fld id="{762E77F0-FB5B-4E8E-9BC9-34F14560A017}" type="slidenum">
              <a:rPr lang="en-US" smtClean="0"/>
              <a:pPr/>
              <a:t>12</a:t>
            </a:fld>
            <a:endParaRPr lang="en-US"/>
          </a:p>
        </p:txBody>
      </p:sp>
      <p:pic>
        <p:nvPicPr>
          <p:cNvPr id="4" name="Picture 3">
            <a:extLst>
              <a:ext uri="{FF2B5EF4-FFF2-40B4-BE49-F238E27FC236}">
                <a16:creationId xmlns:a16="http://schemas.microsoft.com/office/drawing/2014/main" id="{6404D2C2-B8DA-0407-4D89-4477605FC4D4}"/>
              </a:ext>
            </a:extLst>
          </p:cNvPr>
          <p:cNvPicPr>
            <a:picLocks noChangeAspect="1"/>
          </p:cNvPicPr>
          <p:nvPr/>
        </p:nvPicPr>
        <p:blipFill>
          <a:blip r:embed="rId2"/>
          <a:stretch>
            <a:fillRect/>
          </a:stretch>
        </p:blipFill>
        <p:spPr>
          <a:xfrm>
            <a:off x="4390618" y="1098255"/>
            <a:ext cx="7653899" cy="5645217"/>
          </a:xfrm>
          <a:prstGeom prst="rect">
            <a:avLst/>
          </a:prstGeom>
        </p:spPr>
      </p:pic>
      <p:sp>
        <p:nvSpPr>
          <p:cNvPr id="5" name="TextBox 4">
            <a:extLst>
              <a:ext uri="{FF2B5EF4-FFF2-40B4-BE49-F238E27FC236}">
                <a16:creationId xmlns:a16="http://schemas.microsoft.com/office/drawing/2014/main" id="{1E150ED1-605B-DE59-61E3-6D06B0E87E13}"/>
              </a:ext>
            </a:extLst>
          </p:cNvPr>
          <p:cNvSpPr txBox="1"/>
          <p:nvPr/>
        </p:nvSpPr>
        <p:spPr>
          <a:xfrm>
            <a:off x="310414" y="346028"/>
            <a:ext cx="3731233" cy="369332"/>
          </a:xfrm>
          <a:prstGeom prst="rect">
            <a:avLst/>
          </a:prstGeom>
          <a:noFill/>
        </p:spPr>
        <p:txBody>
          <a:bodyPr wrap="square" rtlCol="0">
            <a:spAutoFit/>
          </a:bodyPr>
          <a:lstStyle/>
          <a:p>
            <a:pPr algn="l"/>
            <a:r>
              <a:rPr lang="en-US" sz="1800">
                <a:solidFill>
                  <a:schemeClr val="bg1"/>
                </a:solidFill>
              </a:rPr>
              <a:t>Bridging The Chasm….</a:t>
            </a:r>
            <a:endParaRPr lang="en-GB" sz="1800" err="1">
              <a:solidFill>
                <a:schemeClr val="bg1"/>
              </a:solidFill>
            </a:endParaRPr>
          </a:p>
        </p:txBody>
      </p:sp>
      <p:sp>
        <p:nvSpPr>
          <p:cNvPr id="7" name="TextBox 6">
            <a:extLst>
              <a:ext uri="{FF2B5EF4-FFF2-40B4-BE49-F238E27FC236}">
                <a16:creationId xmlns:a16="http://schemas.microsoft.com/office/drawing/2014/main" id="{F3CA468E-2615-9B71-7693-3632199DF92B}"/>
              </a:ext>
            </a:extLst>
          </p:cNvPr>
          <p:cNvSpPr txBox="1"/>
          <p:nvPr/>
        </p:nvSpPr>
        <p:spPr>
          <a:xfrm>
            <a:off x="415569" y="1636395"/>
            <a:ext cx="3520922" cy="3693319"/>
          </a:xfrm>
          <a:prstGeom prst="rect">
            <a:avLst/>
          </a:prstGeom>
          <a:noFill/>
        </p:spPr>
        <p:txBody>
          <a:bodyPr wrap="square" rtlCol="0">
            <a:spAutoFit/>
          </a:bodyPr>
          <a:lstStyle/>
          <a:p>
            <a:pPr algn="l"/>
            <a:r>
              <a:rPr lang="en-US" sz="1800" b="1"/>
              <a:t>The Bridge</a:t>
            </a:r>
          </a:p>
          <a:p>
            <a:pPr algn="l"/>
            <a:endParaRPr lang="en-US" sz="1800" b="1"/>
          </a:p>
          <a:p>
            <a:pPr algn="l"/>
            <a:r>
              <a:rPr lang="en-US" sz="1800"/>
              <a:t>What is the strategy to approach the chasm? </a:t>
            </a:r>
          </a:p>
          <a:p>
            <a:pPr algn="l"/>
            <a:endParaRPr lang="en-US" sz="1800"/>
          </a:p>
          <a:p>
            <a:pPr algn="l"/>
            <a:r>
              <a:rPr lang="en-US" sz="1800"/>
              <a:t>Are there potential solutions or approaches which have been considered? </a:t>
            </a:r>
          </a:p>
          <a:p>
            <a:pPr algn="l"/>
            <a:endParaRPr lang="en-US" sz="1800"/>
          </a:p>
          <a:p>
            <a:pPr algn="l"/>
            <a:r>
              <a:rPr lang="en-US" sz="1800"/>
              <a:t>What do you still need to create solutions? </a:t>
            </a:r>
          </a:p>
          <a:p>
            <a:pPr algn="l"/>
            <a:endParaRPr lang="en-US" sz="1800"/>
          </a:p>
          <a:p>
            <a:pPr algn="l"/>
            <a:endParaRPr lang="en-US" sz="1800" b="1"/>
          </a:p>
        </p:txBody>
      </p:sp>
    </p:spTree>
    <p:extLst>
      <p:ext uri="{BB962C8B-B14F-4D97-AF65-F5344CB8AC3E}">
        <p14:creationId xmlns:p14="http://schemas.microsoft.com/office/powerpoint/2010/main" val="361148008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Straight Connector 1">
            <a:extLst>
              <a:ext uri="{FF2B5EF4-FFF2-40B4-BE49-F238E27FC236}">
                <a16:creationId xmlns:a16="http://schemas.microsoft.com/office/drawing/2014/main" id="{0377D0D1-48EB-0D4D-D290-DA0AE85A287E}"/>
              </a:ext>
            </a:extLst>
          </p:cNvPr>
          <p:cNvCxnSpPr>
            <a:cxnSpLocks/>
          </p:cNvCxnSpPr>
          <p:nvPr/>
        </p:nvCxnSpPr>
        <p:spPr>
          <a:xfrm>
            <a:off x="7107320" y="2492461"/>
            <a:ext cx="0" cy="2606040"/>
          </a:xfrm>
          <a:prstGeom prst="line">
            <a:avLst/>
          </a:prstGeom>
          <a:ln w="254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701A56EC-7664-7A49-199B-8606F5D406CE}"/>
              </a:ext>
            </a:extLst>
          </p:cNvPr>
          <p:cNvCxnSpPr>
            <a:cxnSpLocks/>
          </p:cNvCxnSpPr>
          <p:nvPr/>
        </p:nvCxnSpPr>
        <p:spPr>
          <a:xfrm>
            <a:off x="5657891" y="2492461"/>
            <a:ext cx="0" cy="2606040"/>
          </a:xfrm>
          <a:prstGeom prst="line">
            <a:avLst/>
          </a:prstGeom>
          <a:ln w="254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F045BFA6-0DA2-7470-5C51-C6DB7DA06A96}"/>
              </a:ext>
            </a:extLst>
          </p:cNvPr>
          <p:cNvCxnSpPr>
            <a:cxnSpLocks/>
          </p:cNvCxnSpPr>
          <p:nvPr/>
        </p:nvCxnSpPr>
        <p:spPr>
          <a:xfrm>
            <a:off x="4209951" y="2492461"/>
            <a:ext cx="0" cy="2606040"/>
          </a:xfrm>
          <a:prstGeom prst="line">
            <a:avLst/>
          </a:prstGeom>
          <a:ln w="254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D6CFAE43-4716-73A7-7552-A9F8220A5178}"/>
              </a:ext>
            </a:extLst>
          </p:cNvPr>
          <p:cNvCxnSpPr>
            <a:cxnSpLocks/>
          </p:cNvCxnSpPr>
          <p:nvPr/>
        </p:nvCxnSpPr>
        <p:spPr>
          <a:xfrm>
            <a:off x="1233377" y="3358092"/>
            <a:ext cx="6824382" cy="0"/>
          </a:xfrm>
          <a:prstGeom prst="line">
            <a:avLst/>
          </a:prstGeom>
          <a:ln w="25400">
            <a:solidFill>
              <a:schemeClr val="accent1">
                <a:lumMod val="75000"/>
              </a:schemeClr>
            </a:solidFill>
            <a:tailEnd type="triangle" w="lg" len="med"/>
          </a:ln>
        </p:spPr>
        <p:style>
          <a:lnRef idx="1">
            <a:schemeClr val="accent1"/>
          </a:lnRef>
          <a:fillRef idx="0">
            <a:schemeClr val="accent1"/>
          </a:fillRef>
          <a:effectRef idx="0">
            <a:schemeClr val="accent1"/>
          </a:effectRef>
          <a:fontRef idx="minor">
            <a:schemeClr val="tx1"/>
          </a:fontRef>
        </p:style>
      </p:cxnSp>
      <p:graphicFrame>
        <p:nvGraphicFramePr>
          <p:cNvPr id="4" name="Object 3" hidden="1">
            <a:extLst>
              <a:ext uri="{FF2B5EF4-FFF2-40B4-BE49-F238E27FC236}">
                <a16:creationId xmlns:a16="http://schemas.microsoft.com/office/drawing/2014/main" id="{293CEC54-7977-439A-8203-74DE7C824005}"/>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4" imgW="404" imgH="405" progId="TCLayout.ActiveDocument.1">
                  <p:embed/>
                </p:oleObj>
              </mc:Choice>
              <mc:Fallback>
                <p:oleObj name="think-cell Slide" r:id="rId4" imgW="404" imgH="405" progId="TCLayout.ActiveDocument.1">
                  <p:embed/>
                  <p:pic>
                    <p:nvPicPr>
                      <p:cNvPr id="4" name="Object 3" hidden="1">
                        <a:extLst>
                          <a:ext uri="{FF2B5EF4-FFF2-40B4-BE49-F238E27FC236}">
                            <a16:creationId xmlns:a16="http://schemas.microsoft.com/office/drawing/2014/main" id="{293CEC54-7977-439A-8203-74DE7C824005}"/>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126" name="Title 1">
            <a:extLst>
              <a:ext uri="{FF2B5EF4-FFF2-40B4-BE49-F238E27FC236}">
                <a16:creationId xmlns:a16="http://schemas.microsoft.com/office/drawing/2014/main" id="{33E1058D-E4F0-2CD5-38D7-6AE7A4F44F67}"/>
              </a:ext>
            </a:extLst>
          </p:cNvPr>
          <p:cNvSpPr>
            <a:spLocks noGrp="1"/>
          </p:cNvSpPr>
          <p:nvPr>
            <p:ph type="title"/>
          </p:nvPr>
        </p:nvSpPr>
        <p:spPr>
          <a:xfrm>
            <a:off x="323249" y="311442"/>
            <a:ext cx="11495554" cy="852669"/>
          </a:xfrm>
        </p:spPr>
        <p:txBody>
          <a:bodyPr anchor="ctr"/>
          <a:lstStyle/>
          <a:p>
            <a:r>
              <a:rPr lang="en-US">
                <a:solidFill>
                  <a:schemeClr val="bg1"/>
                </a:solidFill>
              </a:rPr>
              <a:t>Rackspace Public Cloud Solutions</a:t>
            </a:r>
            <a:br>
              <a:rPr lang="en-US">
                <a:solidFill>
                  <a:schemeClr val="bg1"/>
                </a:solidFill>
              </a:rPr>
            </a:br>
            <a:r>
              <a:rPr lang="en-US" sz="2100">
                <a:solidFill>
                  <a:schemeClr val="bg1"/>
                </a:solidFill>
              </a:rPr>
              <a:t>We offer a wide array of solutions and continue to expand our portfolio</a:t>
            </a:r>
          </a:p>
        </p:txBody>
      </p:sp>
      <p:sp>
        <p:nvSpPr>
          <p:cNvPr id="119" name="Slide Number Placeholder 5">
            <a:extLst>
              <a:ext uri="{FF2B5EF4-FFF2-40B4-BE49-F238E27FC236}">
                <a16:creationId xmlns:a16="http://schemas.microsoft.com/office/drawing/2014/main" id="{703D6705-D296-14F0-3F7C-2A5DD58FE49C}"/>
              </a:ext>
            </a:extLst>
          </p:cNvPr>
          <p:cNvSpPr>
            <a:spLocks noGrp="1"/>
          </p:cNvSpPr>
          <p:nvPr>
            <p:ph type="sldNum" sz="quarter" idx="4"/>
          </p:nvPr>
        </p:nvSpPr>
        <p:spPr/>
        <p:txBody>
          <a:bodyPr/>
          <a:lstStyle>
            <a:defPPr>
              <a:defRPr lang="en-US"/>
            </a:defPPr>
            <a:lvl1pPr marL="0" algn="r" defTabSz="228600" rtl="0" eaLnBrk="1" latinLnBrk="0" hangingPunct="1">
              <a:defRPr sz="700" kern="1200">
                <a:solidFill>
                  <a:schemeClr val="tx1"/>
                </a:solidFill>
                <a:latin typeface="+mn-lt"/>
                <a:ea typeface="+mn-ea"/>
                <a:cs typeface="+mn-cs"/>
              </a:defRPr>
            </a:lvl1pPr>
            <a:lvl2pPr marL="228600" algn="l" defTabSz="228600" rtl="0" eaLnBrk="1" latinLnBrk="0" hangingPunct="1">
              <a:defRPr sz="900" kern="1200">
                <a:solidFill>
                  <a:schemeClr val="tx1"/>
                </a:solidFill>
                <a:latin typeface="+mn-lt"/>
                <a:ea typeface="+mn-ea"/>
                <a:cs typeface="+mn-cs"/>
              </a:defRPr>
            </a:lvl2pPr>
            <a:lvl3pPr marL="457200" algn="l" defTabSz="228600" rtl="0" eaLnBrk="1" latinLnBrk="0" hangingPunct="1">
              <a:defRPr sz="900" kern="1200">
                <a:solidFill>
                  <a:schemeClr val="tx1"/>
                </a:solidFill>
                <a:latin typeface="+mn-lt"/>
                <a:ea typeface="+mn-ea"/>
                <a:cs typeface="+mn-cs"/>
              </a:defRPr>
            </a:lvl3pPr>
            <a:lvl4pPr marL="685800" algn="l" defTabSz="228600" rtl="0" eaLnBrk="1" latinLnBrk="0" hangingPunct="1">
              <a:defRPr sz="900" kern="1200">
                <a:solidFill>
                  <a:schemeClr val="tx1"/>
                </a:solidFill>
                <a:latin typeface="+mn-lt"/>
                <a:ea typeface="+mn-ea"/>
                <a:cs typeface="+mn-cs"/>
              </a:defRPr>
            </a:lvl4pPr>
            <a:lvl5pPr marL="914400" algn="l" defTabSz="228600" rtl="0" eaLnBrk="1" latinLnBrk="0" hangingPunct="1">
              <a:defRPr sz="900" kern="1200">
                <a:solidFill>
                  <a:schemeClr val="tx1"/>
                </a:solidFill>
                <a:latin typeface="+mn-lt"/>
                <a:ea typeface="+mn-ea"/>
                <a:cs typeface="+mn-cs"/>
              </a:defRPr>
            </a:lvl5pPr>
            <a:lvl6pPr marL="1143000" algn="l" defTabSz="228600" rtl="0" eaLnBrk="1" latinLnBrk="0" hangingPunct="1">
              <a:defRPr sz="900" kern="1200">
                <a:solidFill>
                  <a:schemeClr val="tx1"/>
                </a:solidFill>
                <a:latin typeface="+mn-lt"/>
                <a:ea typeface="+mn-ea"/>
                <a:cs typeface="+mn-cs"/>
              </a:defRPr>
            </a:lvl6pPr>
            <a:lvl7pPr marL="1371600" algn="l" defTabSz="228600" rtl="0" eaLnBrk="1" latinLnBrk="0" hangingPunct="1">
              <a:defRPr sz="900" kern="1200">
                <a:solidFill>
                  <a:schemeClr val="tx1"/>
                </a:solidFill>
                <a:latin typeface="+mn-lt"/>
                <a:ea typeface="+mn-ea"/>
                <a:cs typeface="+mn-cs"/>
              </a:defRPr>
            </a:lvl7pPr>
            <a:lvl8pPr marL="1600200" algn="l" defTabSz="228600" rtl="0" eaLnBrk="1" latinLnBrk="0" hangingPunct="1">
              <a:defRPr sz="900" kern="1200">
                <a:solidFill>
                  <a:schemeClr val="tx1"/>
                </a:solidFill>
                <a:latin typeface="+mn-lt"/>
                <a:ea typeface="+mn-ea"/>
                <a:cs typeface="+mn-cs"/>
              </a:defRPr>
            </a:lvl8pPr>
            <a:lvl9pPr marL="1828800" algn="l" defTabSz="228600" rtl="0" eaLnBrk="1" latinLnBrk="0" hangingPunct="1">
              <a:defRPr sz="900" kern="1200">
                <a:solidFill>
                  <a:schemeClr val="tx1"/>
                </a:solidFill>
                <a:latin typeface="+mn-lt"/>
                <a:ea typeface="+mn-ea"/>
                <a:cs typeface="+mn-cs"/>
              </a:defRPr>
            </a:lvl9pPr>
          </a:lstStyle>
          <a:p>
            <a:pPr lvl="0"/>
            <a:fld id="{762E77F0-FB5B-4E8E-9BC9-34F14560A017}" type="slidenum">
              <a:rPr lang="en-US" noProof="0" smtClean="0"/>
              <a:pPr lvl="0"/>
              <a:t>13</a:t>
            </a:fld>
            <a:endParaRPr lang="en-US" noProof="0"/>
          </a:p>
        </p:txBody>
      </p:sp>
      <p:sp>
        <p:nvSpPr>
          <p:cNvPr id="91" name="Title 4">
            <a:extLst>
              <a:ext uri="{FF2B5EF4-FFF2-40B4-BE49-F238E27FC236}">
                <a16:creationId xmlns:a16="http://schemas.microsoft.com/office/drawing/2014/main" id="{45CA4B75-317F-964E-AD8A-433199B1FD86}"/>
              </a:ext>
            </a:extLst>
          </p:cNvPr>
          <p:cNvSpPr txBox="1">
            <a:spLocks/>
          </p:cNvSpPr>
          <p:nvPr/>
        </p:nvSpPr>
        <p:spPr>
          <a:xfrm>
            <a:off x="334496" y="268589"/>
            <a:ext cx="11494008" cy="484043"/>
          </a:xfrm>
          <a:prstGeom prst="rect">
            <a:avLst/>
          </a:prstGeom>
        </p:spPr>
        <p:txBody>
          <a:bodyPr lIns="0" tIns="0" rIns="0" bIns="0"/>
          <a:lstStyle>
            <a:lvl1pPr algn="l" defTabSz="914400" rtl="0" eaLnBrk="1" fontAlgn="base" latinLnBrk="0" hangingPunct="1">
              <a:lnSpc>
                <a:spcPct val="110000"/>
              </a:lnSpc>
              <a:spcBef>
                <a:spcPct val="0"/>
              </a:spcBef>
              <a:buNone/>
              <a:defRPr sz="3100" kern="1200">
                <a:ln w="9525">
                  <a:noFill/>
                </a:ln>
                <a:solidFill>
                  <a:schemeClr val="tx2"/>
                </a:solidFill>
                <a:latin typeface="+mj-lt"/>
                <a:ea typeface="+mj-ea"/>
                <a:cs typeface="+mj-cs"/>
              </a:defRPr>
            </a:lvl1pPr>
          </a:lstStyle>
          <a:p>
            <a:pPr marL="0" marR="0" lvl="0" indent="0" algn="l" defTabSz="914400" rtl="0" eaLnBrk="1" fontAlgn="base" latinLnBrk="0" hangingPunct="1">
              <a:lnSpc>
                <a:spcPct val="110000"/>
              </a:lnSpc>
              <a:spcBef>
                <a:spcPct val="0"/>
              </a:spcBef>
              <a:spcAft>
                <a:spcPts val="0"/>
              </a:spcAft>
              <a:buClrTx/>
              <a:buSzTx/>
              <a:buFontTx/>
              <a:buNone/>
              <a:tabLst/>
              <a:defRPr/>
            </a:pPr>
            <a:endParaRPr kumimoji="0" lang="en-US" sz="3100" b="0" i="0" u="none" strike="noStrike" kern="1200" cap="none" spc="0" normalizeH="0" baseline="0" noProof="0">
              <a:ln w="9525">
                <a:noFill/>
              </a:ln>
              <a:solidFill>
                <a:srgbClr val="EB0000"/>
              </a:solidFill>
              <a:effectLst/>
              <a:uLnTx/>
              <a:uFillTx/>
              <a:latin typeface="Aktiv Grotesk"/>
              <a:ea typeface="+mj-ea"/>
              <a:cs typeface="+mj-cs"/>
              <a:sym typeface="Aktiv Grotesk"/>
            </a:endParaRPr>
          </a:p>
        </p:txBody>
      </p:sp>
      <p:cxnSp>
        <p:nvCxnSpPr>
          <p:cNvPr id="60" name="Straight Connector 59">
            <a:extLst>
              <a:ext uri="{FF2B5EF4-FFF2-40B4-BE49-F238E27FC236}">
                <a16:creationId xmlns:a16="http://schemas.microsoft.com/office/drawing/2014/main" id="{FE0266C9-D464-7456-63A3-71F99E87E46B}"/>
              </a:ext>
            </a:extLst>
          </p:cNvPr>
          <p:cNvCxnSpPr>
            <a:cxnSpLocks/>
          </p:cNvCxnSpPr>
          <p:nvPr/>
        </p:nvCxnSpPr>
        <p:spPr>
          <a:xfrm>
            <a:off x="1720937" y="1931260"/>
            <a:ext cx="9855908" cy="0"/>
          </a:xfrm>
          <a:prstGeom prst="line">
            <a:avLst/>
          </a:prstGeom>
          <a:ln w="25400" cmpd="sng">
            <a:solidFill>
              <a:schemeClr val="tx1"/>
            </a:solidFill>
            <a:prstDash val="solid"/>
            <a:headEnd type="oval"/>
            <a:tailEnd type="triangle" w="lg" len="med"/>
          </a:ln>
        </p:spPr>
        <p:style>
          <a:lnRef idx="1">
            <a:schemeClr val="accent1"/>
          </a:lnRef>
          <a:fillRef idx="0">
            <a:schemeClr val="accent1"/>
          </a:fillRef>
          <a:effectRef idx="0">
            <a:schemeClr val="accent1"/>
          </a:effectRef>
          <a:fontRef idx="minor">
            <a:schemeClr val="tx1"/>
          </a:fontRef>
        </p:style>
      </p:cxnSp>
      <p:sp>
        <p:nvSpPr>
          <p:cNvPr id="92" name="Text Placeholder 35">
            <a:extLst>
              <a:ext uri="{FF2B5EF4-FFF2-40B4-BE49-F238E27FC236}">
                <a16:creationId xmlns:a16="http://schemas.microsoft.com/office/drawing/2014/main" id="{9EF429B6-BE48-EE4D-A44F-5B9AD3108AEE}"/>
              </a:ext>
            </a:extLst>
          </p:cNvPr>
          <p:cNvSpPr txBox="1">
            <a:spLocks/>
          </p:cNvSpPr>
          <p:nvPr/>
        </p:nvSpPr>
        <p:spPr>
          <a:xfrm>
            <a:off x="2141780" y="1817924"/>
            <a:ext cx="761666" cy="230832"/>
          </a:xfrm>
          <a:prstGeom prst="rect">
            <a:avLst/>
          </a:prstGeom>
          <a:solidFill>
            <a:schemeClr val="bg1"/>
          </a:solidFill>
        </p:spPr>
        <p:txBody>
          <a:bodyPr vert="horz" wrap="square" lIns="0" tIns="0" rIns="0" bIns="0" rtlCol="0">
            <a:spAutoFit/>
          </a:bodyPr>
          <a:lstStyle>
            <a:lvl1pPr marL="0" marR="0" indent="0" algn="l" defTabSz="914400" rtl="0" eaLnBrk="1" fontAlgn="base" latinLnBrk="0" hangingPunct="1">
              <a:lnSpc>
                <a:spcPct val="100000"/>
              </a:lnSpc>
              <a:spcBef>
                <a:spcPts val="0"/>
              </a:spcBef>
              <a:spcAft>
                <a:spcPts val="700"/>
              </a:spcAft>
              <a:buClr>
                <a:srgbClr val="EB0000"/>
              </a:buClr>
              <a:buSzTx/>
              <a:buFont typeface="Aktiv Grotesk" panose="020B0604020202020204" pitchFamily="34" charset="0"/>
              <a:buNone/>
              <a:tabLst/>
              <a:defRPr lang="en-US" sz="1900" kern="1200" dirty="0">
                <a:ln w="3175">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9pPr>
          </a:lstStyle>
          <a:p>
            <a:pPr marL="0" marR="0" lvl="0" indent="0" algn="ctr" defTabSz="914400" rtl="0" eaLnBrk="1" fontAlgn="base" latinLnBrk="0" hangingPunct="1">
              <a:lnSpc>
                <a:spcPct val="100000"/>
              </a:lnSpc>
              <a:spcBef>
                <a:spcPts val="0"/>
              </a:spcBef>
              <a:spcAft>
                <a:spcPts val="700"/>
              </a:spcAft>
              <a:buClr>
                <a:srgbClr val="EB0000"/>
              </a:buClr>
              <a:buSzTx/>
              <a:buFont typeface="Aktiv Grotesk" panose="020B0604020202020204" pitchFamily="34" charset="0"/>
              <a:buNone/>
              <a:tabLst/>
              <a:defRPr/>
            </a:pPr>
            <a:r>
              <a:rPr kumimoji="0" lang="en-US" sz="1500" b="0" i="0" u="none" strike="noStrike" kern="1200" cap="none" spc="0" normalizeH="0" baseline="0" noProof="0">
                <a:ln w="3175">
                  <a:noFill/>
                </a:ln>
                <a:solidFill>
                  <a:prstClr val="black"/>
                </a:solidFill>
                <a:effectLst/>
                <a:uLnTx/>
                <a:uFillTx/>
                <a:latin typeface="Aktiv Grotesk"/>
                <a:ea typeface="+mn-ea"/>
                <a:cs typeface="+mn-cs"/>
                <a:sym typeface="Aktiv Grotesk"/>
              </a:rPr>
              <a:t>Advise</a:t>
            </a:r>
          </a:p>
        </p:txBody>
      </p:sp>
      <p:sp>
        <p:nvSpPr>
          <p:cNvPr id="93" name="Text Placeholder 35">
            <a:extLst>
              <a:ext uri="{FF2B5EF4-FFF2-40B4-BE49-F238E27FC236}">
                <a16:creationId xmlns:a16="http://schemas.microsoft.com/office/drawing/2014/main" id="{1BE30479-5A28-5649-BC8C-66DD54FC5502}"/>
              </a:ext>
            </a:extLst>
          </p:cNvPr>
          <p:cNvSpPr txBox="1">
            <a:spLocks/>
          </p:cNvSpPr>
          <p:nvPr/>
        </p:nvSpPr>
        <p:spPr>
          <a:xfrm>
            <a:off x="5121489" y="1816078"/>
            <a:ext cx="1033067" cy="230832"/>
          </a:xfrm>
          <a:prstGeom prst="rect">
            <a:avLst/>
          </a:prstGeom>
          <a:solidFill>
            <a:schemeClr val="bg1"/>
          </a:solidFill>
        </p:spPr>
        <p:txBody>
          <a:bodyPr vert="horz" wrap="square" lIns="0" tIns="0" rIns="0" bIns="0" rtlCol="0">
            <a:spAutoFit/>
          </a:bodyPr>
          <a:lstStyle>
            <a:lvl1pPr marL="0" marR="0" indent="0" algn="l" defTabSz="914400" rtl="0" eaLnBrk="1" fontAlgn="base" latinLnBrk="0" hangingPunct="1">
              <a:lnSpc>
                <a:spcPct val="100000"/>
              </a:lnSpc>
              <a:spcBef>
                <a:spcPts val="0"/>
              </a:spcBef>
              <a:spcAft>
                <a:spcPts val="700"/>
              </a:spcAft>
              <a:buClr>
                <a:srgbClr val="EB0000"/>
              </a:buClr>
              <a:buSzTx/>
              <a:buFont typeface="Aktiv Grotesk" panose="020B0604020202020204" pitchFamily="34" charset="0"/>
              <a:buNone/>
              <a:tabLst/>
              <a:defRPr lang="en-US" sz="1900" kern="1200" dirty="0">
                <a:ln w="3175">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9pPr>
          </a:lstStyle>
          <a:p>
            <a:pPr marL="0" marR="0" lvl="0" indent="0" algn="ctr" defTabSz="914400" rtl="0" eaLnBrk="1" fontAlgn="base" latinLnBrk="0" hangingPunct="1">
              <a:lnSpc>
                <a:spcPct val="100000"/>
              </a:lnSpc>
              <a:spcBef>
                <a:spcPts val="0"/>
              </a:spcBef>
              <a:spcAft>
                <a:spcPts val="700"/>
              </a:spcAft>
              <a:buClr>
                <a:srgbClr val="EB0000"/>
              </a:buClr>
              <a:buSzTx/>
              <a:buFont typeface="Aktiv Grotesk" panose="020B0604020202020204" pitchFamily="34" charset="0"/>
              <a:buNone/>
              <a:tabLst/>
              <a:defRPr/>
            </a:pPr>
            <a:r>
              <a:rPr kumimoji="0" lang="en-US" sz="1500" b="0" i="0" u="none" strike="noStrike" kern="1200" cap="none" spc="0" normalizeH="0" baseline="0" noProof="0">
                <a:ln w="3175">
                  <a:noFill/>
                </a:ln>
                <a:solidFill>
                  <a:prstClr val="black"/>
                </a:solidFill>
                <a:effectLst/>
                <a:uLnTx/>
                <a:uFillTx/>
                <a:latin typeface="Aktiv Grotesk"/>
                <a:ea typeface="+mn-ea"/>
                <a:cs typeface="+mn-cs"/>
                <a:sym typeface="Aktiv Grotesk"/>
              </a:rPr>
              <a:t>Transform</a:t>
            </a:r>
          </a:p>
        </p:txBody>
      </p:sp>
      <p:sp>
        <p:nvSpPr>
          <p:cNvPr id="94" name="Text Placeholder 35">
            <a:extLst>
              <a:ext uri="{FF2B5EF4-FFF2-40B4-BE49-F238E27FC236}">
                <a16:creationId xmlns:a16="http://schemas.microsoft.com/office/drawing/2014/main" id="{32E3D757-F16B-564B-9B0A-BE32EBE6013B}"/>
              </a:ext>
            </a:extLst>
          </p:cNvPr>
          <p:cNvSpPr txBox="1">
            <a:spLocks/>
          </p:cNvSpPr>
          <p:nvPr/>
        </p:nvSpPr>
        <p:spPr>
          <a:xfrm>
            <a:off x="8865555" y="1826564"/>
            <a:ext cx="2076785" cy="230832"/>
          </a:xfrm>
          <a:prstGeom prst="rect">
            <a:avLst/>
          </a:prstGeom>
          <a:solidFill>
            <a:schemeClr val="bg1"/>
          </a:solidFill>
        </p:spPr>
        <p:txBody>
          <a:bodyPr vert="horz" wrap="square" lIns="0" tIns="0" rIns="0" bIns="0" rtlCol="0">
            <a:spAutoFit/>
          </a:bodyPr>
          <a:lstStyle>
            <a:lvl1pPr marL="0" marR="0" indent="0" algn="l" defTabSz="914400" rtl="0" eaLnBrk="1" fontAlgn="base" latinLnBrk="0" hangingPunct="1">
              <a:lnSpc>
                <a:spcPct val="100000"/>
              </a:lnSpc>
              <a:spcBef>
                <a:spcPts val="0"/>
              </a:spcBef>
              <a:spcAft>
                <a:spcPts val="700"/>
              </a:spcAft>
              <a:buClr>
                <a:srgbClr val="EB0000"/>
              </a:buClr>
              <a:buSzTx/>
              <a:buFont typeface="Aktiv Grotesk" panose="020B0604020202020204" pitchFamily="34" charset="0"/>
              <a:buNone/>
              <a:tabLst/>
              <a:defRPr lang="en-US" sz="1900" kern="1200" dirty="0">
                <a:ln w="3175">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9pPr>
          </a:lstStyle>
          <a:p>
            <a:pPr marL="0" marR="0" lvl="0" indent="0" algn="ctr" defTabSz="914400" rtl="0" eaLnBrk="1" fontAlgn="base" latinLnBrk="0" hangingPunct="1">
              <a:lnSpc>
                <a:spcPct val="100000"/>
              </a:lnSpc>
              <a:spcBef>
                <a:spcPts val="0"/>
              </a:spcBef>
              <a:spcAft>
                <a:spcPts val="700"/>
              </a:spcAft>
              <a:buClr>
                <a:srgbClr val="EB0000"/>
              </a:buClr>
              <a:buSzTx/>
              <a:buFont typeface="Aktiv Grotesk" panose="020B0604020202020204" pitchFamily="34" charset="0"/>
              <a:buNone/>
              <a:tabLst/>
              <a:defRPr/>
            </a:pPr>
            <a:r>
              <a:rPr kumimoji="0" lang="en-US" sz="1500" b="0" i="0" u="none" strike="noStrike" kern="1200" cap="none" spc="0" normalizeH="0" baseline="0" noProof="0">
                <a:ln w="3175">
                  <a:noFill/>
                </a:ln>
                <a:solidFill>
                  <a:prstClr val="black"/>
                </a:solidFill>
                <a:effectLst/>
                <a:uLnTx/>
                <a:uFillTx/>
                <a:latin typeface="Aktiv Grotesk"/>
                <a:ea typeface="+mn-ea"/>
                <a:cs typeface="+mn-cs"/>
                <a:sym typeface="Aktiv Grotesk"/>
              </a:rPr>
              <a:t>Manage and Optimize</a:t>
            </a:r>
          </a:p>
        </p:txBody>
      </p:sp>
      <p:grpSp>
        <p:nvGrpSpPr>
          <p:cNvPr id="139" name="Group 138">
            <a:extLst>
              <a:ext uri="{FF2B5EF4-FFF2-40B4-BE49-F238E27FC236}">
                <a16:creationId xmlns:a16="http://schemas.microsoft.com/office/drawing/2014/main" id="{0A4C6F82-D479-0C16-F7D2-4A759822F629}"/>
              </a:ext>
            </a:extLst>
          </p:cNvPr>
          <p:cNvGrpSpPr/>
          <p:nvPr/>
        </p:nvGrpSpPr>
        <p:grpSpPr>
          <a:xfrm>
            <a:off x="1761199" y="5570026"/>
            <a:ext cx="6126480" cy="86258"/>
            <a:chOff x="1542212" y="5299075"/>
            <a:chExt cx="6601307" cy="86258"/>
          </a:xfrm>
        </p:grpSpPr>
        <p:cxnSp>
          <p:nvCxnSpPr>
            <p:cNvPr id="89" name="Straight Connector 88">
              <a:extLst>
                <a:ext uri="{FF2B5EF4-FFF2-40B4-BE49-F238E27FC236}">
                  <a16:creationId xmlns:a16="http://schemas.microsoft.com/office/drawing/2014/main" id="{5AC1358E-A4EA-36F1-CCD8-E5DC089D2917}"/>
                </a:ext>
              </a:extLst>
            </p:cNvPr>
            <p:cNvCxnSpPr>
              <a:cxnSpLocks/>
            </p:cNvCxnSpPr>
            <p:nvPr/>
          </p:nvCxnSpPr>
          <p:spPr>
            <a:xfrm>
              <a:off x="1542212" y="5382158"/>
              <a:ext cx="6601307" cy="0"/>
            </a:xfrm>
            <a:prstGeom prst="line">
              <a:avLst/>
            </a:prstGeom>
            <a:ln w="12700" cmpd="sng">
              <a:solidFill>
                <a:schemeClr val="tx1"/>
              </a:solidFill>
              <a:prstDash val="solid"/>
              <a:headEnd type="none"/>
              <a:tailEnd type="none" w="lg" len="med"/>
            </a:ln>
          </p:spPr>
          <p:style>
            <a:lnRef idx="1">
              <a:schemeClr val="accent1"/>
            </a:lnRef>
            <a:fillRef idx="0">
              <a:schemeClr val="accent1"/>
            </a:fillRef>
            <a:effectRef idx="0">
              <a:schemeClr val="accent1"/>
            </a:effectRef>
            <a:fontRef idx="minor">
              <a:schemeClr val="tx1"/>
            </a:fontRef>
          </p:style>
        </p:cxnSp>
        <p:cxnSp>
          <p:nvCxnSpPr>
            <p:cNvPr id="133" name="Straight Connector 132">
              <a:extLst>
                <a:ext uri="{FF2B5EF4-FFF2-40B4-BE49-F238E27FC236}">
                  <a16:creationId xmlns:a16="http://schemas.microsoft.com/office/drawing/2014/main" id="{1E17FFBC-6473-2855-B940-D91C6AE48F8E}"/>
                </a:ext>
              </a:extLst>
            </p:cNvPr>
            <p:cNvCxnSpPr>
              <a:cxnSpLocks/>
            </p:cNvCxnSpPr>
            <p:nvPr/>
          </p:nvCxnSpPr>
          <p:spPr>
            <a:xfrm flipV="1">
              <a:off x="8143519" y="5299075"/>
              <a:ext cx="0" cy="86258"/>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7" name="Straight Connector 136">
              <a:extLst>
                <a:ext uri="{FF2B5EF4-FFF2-40B4-BE49-F238E27FC236}">
                  <a16:creationId xmlns:a16="http://schemas.microsoft.com/office/drawing/2014/main" id="{0BC07838-9A67-65EE-4942-BA36785A65B7}"/>
                </a:ext>
              </a:extLst>
            </p:cNvPr>
            <p:cNvCxnSpPr>
              <a:cxnSpLocks/>
            </p:cNvCxnSpPr>
            <p:nvPr/>
          </p:nvCxnSpPr>
          <p:spPr>
            <a:xfrm flipV="1">
              <a:off x="1544866" y="5299075"/>
              <a:ext cx="0" cy="86258"/>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36" name="Group 135">
            <a:extLst>
              <a:ext uri="{FF2B5EF4-FFF2-40B4-BE49-F238E27FC236}">
                <a16:creationId xmlns:a16="http://schemas.microsoft.com/office/drawing/2014/main" id="{CE88C8D8-E20A-D269-BB8F-D695EE7B7B5D}"/>
              </a:ext>
            </a:extLst>
          </p:cNvPr>
          <p:cNvGrpSpPr/>
          <p:nvPr/>
        </p:nvGrpSpPr>
        <p:grpSpPr>
          <a:xfrm>
            <a:off x="8379480" y="5570026"/>
            <a:ext cx="3204063" cy="86258"/>
            <a:chOff x="8420875" y="5299075"/>
            <a:chExt cx="3204063" cy="86258"/>
          </a:xfrm>
        </p:grpSpPr>
        <p:cxnSp>
          <p:nvCxnSpPr>
            <p:cNvPr id="97" name="Straight Connector 96">
              <a:extLst>
                <a:ext uri="{FF2B5EF4-FFF2-40B4-BE49-F238E27FC236}">
                  <a16:creationId xmlns:a16="http://schemas.microsoft.com/office/drawing/2014/main" id="{81EB2D78-7320-559B-3081-3C8868838774}"/>
                </a:ext>
              </a:extLst>
            </p:cNvPr>
            <p:cNvCxnSpPr>
              <a:cxnSpLocks/>
            </p:cNvCxnSpPr>
            <p:nvPr/>
          </p:nvCxnSpPr>
          <p:spPr>
            <a:xfrm>
              <a:off x="8420875" y="5382158"/>
              <a:ext cx="3204063" cy="0"/>
            </a:xfrm>
            <a:prstGeom prst="line">
              <a:avLst/>
            </a:prstGeom>
            <a:ln w="12700" cmpd="sng">
              <a:solidFill>
                <a:schemeClr val="tx1"/>
              </a:solidFill>
              <a:prstDash val="solid"/>
              <a:headEnd type="none"/>
              <a:tailEnd type="none" w="lg" len="med"/>
            </a:ln>
          </p:spPr>
          <p:style>
            <a:lnRef idx="1">
              <a:schemeClr val="accent1"/>
            </a:lnRef>
            <a:fillRef idx="0">
              <a:schemeClr val="accent1"/>
            </a:fillRef>
            <a:effectRef idx="0">
              <a:schemeClr val="accent1"/>
            </a:effectRef>
            <a:fontRef idx="minor">
              <a:schemeClr val="tx1"/>
            </a:fontRef>
          </p:style>
        </p:cxnSp>
        <p:cxnSp>
          <p:nvCxnSpPr>
            <p:cNvPr id="134" name="Straight Connector 133">
              <a:extLst>
                <a:ext uri="{FF2B5EF4-FFF2-40B4-BE49-F238E27FC236}">
                  <a16:creationId xmlns:a16="http://schemas.microsoft.com/office/drawing/2014/main" id="{D58E3FFC-99C6-CD4B-3EAB-B940C285708F}"/>
                </a:ext>
              </a:extLst>
            </p:cNvPr>
            <p:cNvCxnSpPr>
              <a:cxnSpLocks/>
            </p:cNvCxnSpPr>
            <p:nvPr/>
          </p:nvCxnSpPr>
          <p:spPr>
            <a:xfrm flipV="1">
              <a:off x="8426804" y="5299075"/>
              <a:ext cx="0" cy="86258"/>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5" name="Straight Connector 134">
              <a:extLst>
                <a:ext uri="{FF2B5EF4-FFF2-40B4-BE49-F238E27FC236}">
                  <a16:creationId xmlns:a16="http://schemas.microsoft.com/office/drawing/2014/main" id="{87A2F70C-CAFD-CC5A-E48E-9274CAA9B67C}"/>
                </a:ext>
              </a:extLst>
            </p:cNvPr>
            <p:cNvCxnSpPr>
              <a:cxnSpLocks/>
            </p:cNvCxnSpPr>
            <p:nvPr/>
          </p:nvCxnSpPr>
          <p:spPr>
            <a:xfrm flipV="1">
              <a:off x="11618240" y="5299075"/>
              <a:ext cx="0" cy="86258"/>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83" name="Text Placeholder 35">
            <a:extLst>
              <a:ext uri="{FF2B5EF4-FFF2-40B4-BE49-F238E27FC236}">
                <a16:creationId xmlns:a16="http://schemas.microsoft.com/office/drawing/2014/main" id="{B1BA3AFF-29AB-FF44-7F9F-DE2FED318A42}"/>
              </a:ext>
            </a:extLst>
          </p:cNvPr>
          <p:cNvSpPr txBox="1">
            <a:spLocks/>
          </p:cNvSpPr>
          <p:nvPr/>
        </p:nvSpPr>
        <p:spPr>
          <a:xfrm>
            <a:off x="8660026" y="5589230"/>
            <a:ext cx="2651760" cy="123111"/>
          </a:xfrm>
          <a:prstGeom prst="rect">
            <a:avLst/>
          </a:prstGeom>
          <a:solidFill>
            <a:schemeClr val="bg1"/>
          </a:solidFill>
        </p:spPr>
        <p:txBody>
          <a:bodyPr vert="horz" wrap="square" lIns="0" tIns="0" rIns="0" bIns="0" rtlCol="0">
            <a:spAutoFit/>
          </a:bodyPr>
          <a:lstStyle>
            <a:lvl1pPr marL="0" marR="0" indent="0" algn="l" defTabSz="914400" rtl="0" eaLnBrk="1" fontAlgn="base" latinLnBrk="0" hangingPunct="1">
              <a:lnSpc>
                <a:spcPct val="100000"/>
              </a:lnSpc>
              <a:spcBef>
                <a:spcPts val="0"/>
              </a:spcBef>
              <a:spcAft>
                <a:spcPts val="700"/>
              </a:spcAft>
              <a:buClr>
                <a:srgbClr val="EB0000"/>
              </a:buClr>
              <a:buSzTx/>
              <a:buFont typeface="Aktiv Grotesk" panose="020B0604020202020204" pitchFamily="34" charset="0"/>
              <a:buNone/>
              <a:tabLst/>
              <a:defRPr lang="en-US" sz="1900" kern="1200" dirty="0">
                <a:ln w="3175">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9pPr>
          </a:lstStyle>
          <a:p>
            <a:pPr marL="0" marR="0" lvl="0" indent="0" algn="ctr" defTabSz="914400" rtl="0" eaLnBrk="1" fontAlgn="base" latinLnBrk="0" hangingPunct="1">
              <a:lnSpc>
                <a:spcPct val="100000"/>
              </a:lnSpc>
              <a:spcBef>
                <a:spcPts val="0"/>
              </a:spcBef>
              <a:spcAft>
                <a:spcPts val="700"/>
              </a:spcAft>
              <a:buClr>
                <a:srgbClr val="EB0000"/>
              </a:buClr>
              <a:buSzTx/>
              <a:buFont typeface="Aktiv Grotesk" panose="020B0604020202020204" pitchFamily="34" charset="0"/>
              <a:buNone/>
              <a:tabLst/>
              <a:defRPr/>
            </a:pPr>
            <a:r>
              <a:rPr kumimoji="0" lang="en-US" sz="800" b="0" i="0" u="none" strike="noStrike" kern="1200" cap="none" spc="0" normalizeH="0" baseline="0" noProof="0">
                <a:ln w="3175">
                  <a:noFill/>
                </a:ln>
                <a:solidFill>
                  <a:prstClr val="black"/>
                </a:solidFill>
                <a:effectLst/>
                <a:uLnTx/>
                <a:uFillTx/>
                <a:latin typeface="Aktiv Grotesk"/>
                <a:ea typeface="+mn-ea"/>
                <a:cs typeface="+mn-cs"/>
                <a:sym typeface="Aktiv Grotesk"/>
              </a:rPr>
              <a:t>MANAGED SERVICES AND ELASTIC ENGINEERING</a:t>
            </a:r>
          </a:p>
        </p:txBody>
      </p:sp>
      <p:sp>
        <p:nvSpPr>
          <p:cNvPr id="27" name="Text Placeholder 35">
            <a:extLst>
              <a:ext uri="{FF2B5EF4-FFF2-40B4-BE49-F238E27FC236}">
                <a16:creationId xmlns:a16="http://schemas.microsoft.com/office/drawing/2014/main" id="{93F55D4B-C2F8-AF9F-7926-099CB0EAE1E2}"/>
              </a:ext>
            </a:extLst>
          </p:cNvPr>
          <p:cNvSpPr txBox="1">
            <a:spLocks/>
          </p:cNvSpPr>
          <p:nvPr/>
        </p:nvSpPr>
        <p:spPr>
          <a:xfrm>
            <a:off x="4092919" y="5589229"/>
            <a:ext cx="1463040" cy="123111"/>
          </a:xfrm>
          <a:prstGeom prst="rect">
            <a:avLst/>
          </a:prstGeom>
          <a:solidFill>
            <a:schemeClr val="bg1"/>
          </a:solidFill>
        </p:spPr>
        <p:txBody>
          <a:bodyPr vert="horz" wrap="square" lIns="0" tIns="0" rIns="0" bIns="0" rtlCol="0">
            <a:spAutoFit/>
          </a:bodyPr>
          <a:lstStyle>
            <a:lvl1pPr marL="0" marR="0" indent="0" algn="l" defTabSz="914400" rtl="0" eaLnBrk="1" fontAlgn="base" latinLnBrk="0" hangingPunct="1">
              <a:lnSpc>
                <a:spcPct val="100000"/>
              </a:lnSpc>
              <a:spcBef>
                <a:spcPts val="0"/>
              </a:spcBef>
              <a:spcAft>
                <a:spcPts val="700"/>
              </a:spcAft>
              <a:buClr>
                <a:srgbClr val="EB0000"/>
              </a:buClr>
              <a:buSzTx/>
              <a:buFont typeface="Aktiv Grotesk" panose="020B0604020202020204" pitchFamily="34" charset="0"/>
              <a:buNone/>
              <a:tabLst/>
              <a:defRPr lang="en-US" sz="1900" kern="1200" dirty="0">
                <a:ln w="3175">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9pPr>
          </a:lstStyle>
          <a:p>
            <a:pPr marL="0" marR="0" lvl="0" indent="0" algn="ctr" defTabSz="914400" rtl="0" eaLnBrk="1" fontAlgn="base" latinLnBrk="0" hangingPunct="1">
              <a:lnSpc>
                <a:spcPct val="100000"/>
              </a:lnSpc>
              <a:spcBef>
                <a:spcPts val="0"/>
              </a:spcBef>
              <a:spcAft>
                <a:spcPts val="700"/>
              </a:spcAft>
              <a:buClr>
                <a:srgbClr val="EB0000"/>
              </a:buClr>
              <a:buSzTx/>
              <a:buFont typeface="Aktiv Grotesk" panose="020B0604020202020204" pitchFamily="34" charset="0"/>
              <a:buNone/>
              <a:tabLst/>
              <a:defRPr/>
            </a:pPr>
            <a:r>
              <a:rPr kumimoji="0" lang="en-US" sz="800" b="0" i="0" u="none" strike="noStrike" kern="1200" cap="none" spc="0" normalizeH="0" baseline="0" noProof="0">
                <a:ln w="3175">
                  <a:noFill/>
                </a:ln>
                <a:solidFill>
                  <a:prstClr val="black"/>
                </a:solidFill>
                <a:effectLst/>
                <a:uLnTx/>
                <a:uFillTx/>
                <a:latin typeface="Aktiv Grotesk"/>
                <a:ea typeface="+mn-ea"/>
                <a:cs typeface="+mn-cs"/>
                <a:sym typeface="Aktiv Grotesk"/>
              </a:rPr>
              <a:t>PROFESSIONAL SERVICES</a:t>
            </a:r>
          </a:p>
        </p:txBody>
      </p:sp>
      <p:cxnSp>
        <p:nvCxnSpPr>
          <p:cNvPr id="42" name="Straight Connector 41">
            <a:extLst>
              <a:ext uri="{FF2B5EF4-FFF2-40B4-BE49-F238E27FC236}">
                <a16:creationId xmlns:a16="http://schemas.microsoft.com/office/drawing/2014/main" id="{33934AB7-E9B7-C812-B8C0-9614FAEE3242}"/>
              </a:ext>
            </a:extLst>
          </p:cNvPr>
          <p:cNvCxnSpPr>
            <a:cxnSpLocks/>
          </p:cNvCxnSpPr>
          <p:nvPr/>
        </p:nvCxnSpPr>
        <p:spPr>
          <a:xfrm>
            <a:off x="8335983" y="5125325"/>
            <a:ext cx="3247560" cy="0"/>
          </a:xfrm>
          <a:prstGeom prst="line">
            <a:avLst/>
          </a:prstGeom>
          <a:ln w="25400">
            <a:solidFill>
              <a:schemeClr val="accent1">
                <a:lumMod val="75000"/>
              </a:schemeClr>
            </a:solidFill>
            <a:tailEnd type="triangle" w="lg" len="med"/>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2DA16094-E897-0191-A3A1-DCF01065F9FD}"/>
              </a:ext>
            </a:extLst>
          </p:cNvPr>
          <p:cNvCxnSpPr>
            <a:cxnSpLocks/>
          </p:cNvCxnSpPr>
          <p:nvPr/>
        </p:nvCxnSpPr>
        <p:spPr>
          <a:xfrm>
            <a:off x="8061663" y="3768967"/>
            <a:ext cx="274320" cy="0"/>
          </a:xfrm>
          <a:prstGeom prst="line">
            <a:avLst/>
          </a:prstGeom>
          <a:ln w="254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E453505B-E5F8-3B04-336A-B4AA7F13F6C7}"/>
              </a:ext>
            </a:extLst>
          </p:cNvPr>
          <p:cNvCxnSpPr>
            <a:cxnSpLocks/>
          </p:cNvCxnSpPr>
          <p:nvPr/>
        </p:nvCxnSpPr>
        <p:spPr>
          <a:xfrm flipV="1">
            <a:off x="8337145" y="2492461"/>
            <a:ext cx="0" cy="2632864"/>
          </a:xfrm>
          <a:prstGeom prst="line">
            <a:avLst/>
          </a:prstGeom>
          <a:ln w="254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3A7BD302-809F-4D0B-5AD4-C4EAB24AC122}"/>
              </a:ext>
            </a:extLst>
          </p:cNvPr>
          <p:cNvCxnSpPr>
            <a:cxnSpLocks/>
          </p:cNvCxnSpPr>
          <p:nvPr/>
        </p:nvCxnSpPr>
        <p:spPr>
          <a:xfrm>
            <a:off x="8335983" y="2499430"/>
            <a:ext cx="3247560" cy="0"/>
          </a:xfrm>
          <a:prstGeom prst="line">
            <a:avLst/>
          </a:prstGeom>
          <a:ln w="25400">
            <a:solidFill>
              <a:schemeClr val="accent1">
                <a:lumMod val="75000"/>
              </a:schemeClr>
            </a:solidFill>
            <a:tailEnd type="triangle" w="lg" len="med"/>
          </a:ln>
        </p:spPr>
        <p:style>
          <a:lnRef idx="1">
            <a:schemeClr val="accent1"/>
          </a:lnRef>
          <a:fillRef idx="0">
            <a:schemeClr val="accent1"/>
          </a:fillRef>
          <a:effectRef idx="0">
            <a:schemeClr val="accent1"/>
          </a:effectRef>
          <a:fontRef idx="minor">
            <a:schemeClr val="tx1"/>
          </a:fontRef>
        </p:style>
      </p:cxnSp>
      <p:cxnSp>
        <p:nvCxnSpPr>
          <p:cNvPr id="3" name="Straight Connector 2">
            <a:extLst>
              <a:ext uri="{FF2B5EF4-FFF2-40B4-BE49-F238E27FC236}">
                <a16:creationId xmlns:a16="http://schemas.microsoft.com/office/drawing/2014/main" id="{7803C5CE-0597-B386-9A06-E56C193DA74B}"/>
              </a:ext>
            </a:extLst>
          </p:cNvPr>
          <p:cNvCxnSpPr>
            <a:cxnSpLocks/>
          </p:cNvCxnSpPr>
          <p:nvPr/>
        </p:nvCxnSpPr>
        <p:spPr>
          <a:xfrm flipV="1">
            <a:off x="1338928" y="2492461"/>
            <a:ext cx="6718831" cy="6649"/>
          </a:xfrm>
          <a:prstGeom prst="line">
            <a:avLst/>
          </a:prstGeom>
          <a:ln w="25400">
            <a:solidFill>
              <a:schemeClr val="accent1">
                <a:lumMod val="75000"/>
              </a:schemeClr>
            </a:solidFill>
            <a:tailEnd type="triangle" w="lg" len="med"/>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1BA7C5A3-F49C-14F8-464E-E40B58885840}"/>
              </a:ext>
            </a:extLst>
          </p:cNvPr>
          <p:cNvCxnSpPr>
            <a:cxnSpLocks/>
          </p:cNvCxnSpPr>
          <p:nvPr/>
        </p:nvCxnSpPr>
        <p:spPr>
          <a:xfrm>
            <a:off x="1338928" y="4224215"/>
            <a:ext cx="6733044" cy="0"/>
          </a:xfrm>
          <a:prstGeom prst="line">
            <a:avLst/>
          </a:prstGeom>
          <a:ln w="254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CD83AD0B-16C0-A031-6F84-54540AD1EB1C}"/>
              </a:ext>
            </a:extLst>
          </p:cNvPr>
          <p:cNvCxnSpPr>
            <a:cxnSpLocks/>
          </p:cNvCxnSpPr>
          <p:nvPr/>
        </p:nvCxnSpPr>
        <p:spPr>
          <a:xfrm>
            <a:off x="1233377" y="5100908"/>
            <a:ext cx="6824382" cy="0"/>
          </a:xfrm>
          <a:prstGeom prst="line">
            <a:avLst/>
          </a:prstGeom>
          <a:ln w="254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86" name="Straight Connector 85">
            <a:extLst>
              <a:ext uri="{FF2B5EF4-FFF2-40B4-BE49-F238E27FC236}">
                <a16:creationId xmlns:a16="http://schemas.microsoft.com/office/drawing/2014/main" id="{09C8E36D-1E38-C371-4FF4-2918A1B3B6AE}"/>
              </a:ext>
            </a:extLst>
          </p:cNvPr>
          <p:cNvCxnSpPr>
            <a:cxnSpLocks/>
          </p:cNvCxnSpPr>
          <p:nvPr/>
        </p:nvCxnSpPr>
        <p:spPr>
          <a:xfrm>
            <a:off x="3409488" y="2177721"/>
            <a:ext cx="0" cy="3200400"/>
          </a:xfrm>
          <a:prstGeom prst="line">
            <a:avLst/>
          </a:prstGeom>
          <a:ln w="12700">
            <a:solidFill>
              <a:schemeClr val="tx1">
                <a:lumMod val="50000"/>
                <a:lumOff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87" name="Straight Connector 86">
            <a:extLst>
              <a:ext uri="{FF2B5EF4-FFF2-40B4-BE49-F238E27FC236}">
                <a16:creationId xmlns:a16="http://schemas.microsoft.com/office/drawing/2014/main" id="{90C5AD7C-9612-97B0-7BEE-CC2B22343B28}"/>
              </a:ext>
            </a:extLst>
          </p:cNvPr>
          <p:cNvCxnSpPr>
            <a:cxnSpLocks/>
          </p:cNvCxnSpPr>
          <p:nvPr/>
        </p:nvCxnSpPr>
        <p:spPr>
          <a:xfrm>
            <a:off x="8191870" y="2177721"/>
            <a:ext cx="0" cy="3200400"/>
          </a:xfrm>
          <a:prstGeom prst="line">
            <a:avLst/>
          </a:prstGeom>
          <a:ln w="12700">
            <a:solidFill>
              <a:schemeClr val="tx1">
                <a:lumMod val="50000"/>
                <a:lumOff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7FF031B6-E033-30F0-EDED-DFA8C8A61988}"/>
              </a:ext>
            </a:extLst>
          </p:cNvPr>
          <p:cNvCxnSpPr>
            <a:cxnSpLocks/>
          </p:cNvCxnSpPr>
          <p:nvPr/>
        </p:nvCxnSpPr>
        <p:spPr>
          <a:xfrm>
            <a:off x="8057759" y="2492461"/>
            <a:ext cx="0" cy="2608447"/>
          </a:xfrm>
          <a:prstGeom prst="line">
            <a:avLst/>
          </a:prstGeom>
          <a:ln w="254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26" name="Rounded Rectangle 25">
            <a:extLst>
              <a:ext uri="{FF2B5EF4-FFF2-40B4-BE49-F238E27FC236}">
                <a16:creationId xmlns:a16="http://schemas.microsoft.com/office/drawing/2014/main" id="{E90DBBCF-018D-D824-B53A-B4F7CBB40836}"/>
              </a:ext>
            </a:extLst>
          </p:cNvPr>
          <p:cNvSpPr/>
          <p:nvPr/>
        </p:nvSpPr>
        <p:spPr>
          <a:xfrm>
            <a:off x="1882533" y="2175654"/>
            <a:ext cx="1280160" cy="640080"/>
          </a:xfrm>
          <a:prstGeom prst="roundRect">
            <a:avLst>
              <a:gd name="adj" fmla="val 0"/>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91440" rIns="91440" bIns="91440" rtlCol="0" anchor="ctr" anchorCtr="0">
            <a:noAutofit/>
          </a:bodyPr>
          <a:lstStyle/>
          <a:p>
            <a:pPr marL="0" marR="0" lvl="0" indent="0" algn="ctr" defTabSz="228600" rtl="0" eaLnBrk="1" fontAlgn="auto" latinLnBrk="0" hangingPunct="1">
              <a:lnSpc>
                <a:spcPct val="90000"/>
              </a:lnSpc>
              <a:spcBef>
                <a:spcPts val="0"/>
              </a:spcBef>
              <a:spcAft>
                <a:spcPts val="0"/>
              </a:spcAft>
              <a:buClrTx/>
              <a:buSzTx/>
              <a:buFontTx/>
              <a:buNone/>
              <a:tabLst/>
              <a:defRPr/>
            </a:pPr>
            <a:r>
              <a:rPr kumimoji="0" lang="en-US" sz="900" b="1" i="0" u="none" strike="noStrike" kern="1000" cap="none" spc="0" normalizeH="0" baseline="0" noProof="0">
                <a:ln>
                  <a:noFill/>
                </a:ln>
                <a:solidFill>
                  <a:prstClr val="white"/>
                </a:solidFill>
                <a:effectLst/>
                <a:uLnTx/>
                <a:uFillTx/>
                <a:latin typeface="Aktiv Grotesk"/>
                <a:ea typeface="+mn-ea"/>
                <a:cs typeface="+mn-cs"/>
              </a:rPr>
              <a:t>Application Modernization Roadmap</a:t>
            </a:r>
            <a:endParaRPr kumimoji="0" lang="en-US" sz="900" b="0" i="0" u="none" strike="noStrike" kern="1000" cap="none" spc="0" normalizeH="0" baseline="0" noProof="0">
              <a:ln>
                <a:noFill/>
              </a:ln>
              <a:solidFill>
                <a:prstClr val="white"/>
              </a:solidFill>
              <a:effectLst/>
              <a:uLnTx/>
              <a:uFillTx/>
              <a:latin typeface="Aktiv Grotesk"/>
              <a:ea typeface="+mn-ea"/>
              <a:cs typeface="+mn-cs"/>
            </a:endParaRPr>
          </a:p>
        </p:txBody>
      </p:sp>
      <p:sp>
        <p:nvSpPr>
          <p:cNvPr id="28" name="Rounded Rectangle 27">
            <a:extLst>
              <a:ext uri="{FF2B5EF4-FFF2-40B4-BE49-F238E27FC236}">
                <a16:creationId xmlns:a16="http://schemas.microsoft.com/office/drawing/2014/main" id="{BF9585CD-5178-5064-C981-CC94E1C5E57E}"/>
              </a:ext>
            </a:extLst>
          </p:cNvPr>
          <p:cNvSpPr/>
          <p:nvPr/>
        </p:nvSpPr>
        <p:spPr>
          <a:xfrm>
            <a:off x="3553188" y="2175654"/>
            <a:ext cx="1325880" cy="640080"/>
          </a:xfrm>
          <a:prstGeom prst="roundRect">
            <a:avLst>
              <a:gd name="adj" fmla="val 0"/>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91440" rIns="91440" bIns="91440" rtlCol="0" anchor="ctr" anchorCtr="0">
            <a:noAutofit/>
          </a:bodyPr>
          <a:lstStyle/>
          <a:p>
            <a:pPr marL="0" marR="0" lvl="0" indent="0" algn="ctr" defTabSz="228600" rtl="0" eaLnBrk="1" fontAlgn="auto" latinLnBrk="0" hangingPunct="1">
              <a:lnSpc>
                <a:spcPct val="100000"/>
              </a:lnSpc>
              <a:spcBef>
                <a:spcPts val="0"/>
              </a:spcBef>
              <a:spcAft>
                <a:spcPts val="0"/>
              </a:spcAft>
              <a:buClrTx/>
              <a:buSzTx/>
              <a:buFontTx/>
              <a:buNone/>
              <a:tabLst/>
              <a:defRPr/>
            </a:pPr>
            <a:r>
              <a:rPr kumimoji="0" lang="en-US" sz="900" b="1" i="0" u="none" strike="noStrike" kern="1000" cap="none" spc="0" normalizeH="0" baseline="0" noProof="0">
                <a:ln>
                  <a:noFill/>
                </a:ln>
                <a:solidFill>
                  <a:prstClr val="white"/>
                </a:solidFill>
                <a:effectLst/>
                <a:uLnTx/>
                <a:uFillTx/>
                <a:latin typeface="Aktiv Grotesk"/>
                <a:ea typeface="+mn-ea"/>
                <a:cs typeface="+mn-cs"/>
                <a:sym typeface="Aktiv Grotesk"/>
              </a:rPr>
              <a:t>Application Migrations</a:t>
            </a:r>
          </a:p>
        </p:txBody>
      </p:sp>
      <p:sp>
        <p:nvSpPr>
          <p:cNvPr id="31" name="Rounded Rectangle 30">
            <a:extLst>
              <a:ext uri="{FF2B5EF4-FFF2-40B4-BE49-F238E27FC236}">
                <a16:creationId xmlns:a16="http://schemas.microsoft.com/office/drawing/2014/main" id="{1A53024F-0EC8-0E26-9D77-4CF69276B0B2}"/>
              </a:ext>
            </a:extLst>
          </p:cNvPr>
          <p:cNvSpPr/>
          <p:nvPr/>
        </p:nvSpPr>
        <p:spPr>
          <a:xfrm>
            <a:off x="4975083" y="3048973"/>
            <a:ext cx="1325880" cy="640080"/>
          </a:xfrm>
          <a:prstGeom prst="roundRect">
            <a:avLst>
              <a:gd name="adj" fmla="val 0"/>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91440" rIns="91440" bIns="91440" rtlCol="0" anchor="ctr" anchorCtr="0">
            <a:noAutofit/>
          </a:bodyPr>
          <a:lstStyle/>
          <a:p>
            <a:pPr marL="60325" marR="0" lvl="0" indent="0" algn="ctr" defTabSz="228600" rtl="0" eaLnBrk="1" fontAlgn="auto" latinLnBrk="0" hangingPunct="1">
              <a:lnSpc>
                <a:spcPct val="100000"/>
              </a:lnSpc>
              <a:spcBef>
                <a:spcPts val="0"/>
              </a:spcBef>
              <a:spcAft>
                <a:spcPts val="0"/>
              </a:spcAft>
              <a:buClrTx/>
              <a:buSzTx/>
              <a:buFontTx/>
              <a:buNone/>
              <a:tabLst/>
              <a:defRPr/>
            </a:pPr>
            <a:r>
              <a:rPr kumimoji="0" lang="en-US" sz="900" b="1" i="0" u="none" strike="noStrike" kern="1000" cap="none" spc="0" normalizeH="0" baseline="0" noProof="0">
                <a:ln>
                  <a:noFill/>
                </a:ln>
                <a:solidFill>
                  <a:prstClr val="white"/>
                </a:solidFill>
                <a:effectLst/>
                <a:uLnTx/>
                <a:uFillTx/>
                <a:latin typeface="Aktiv Grotesk"/>
                <a:ea typeface="+mn-ea"/>
                <a:cs typeface="+mn-cs"/>
                <a:sym typeface="Aktiv Grotesk"/>
              </a:rPr>
              <a:t>Analytics &amp; </a:t>
            </a:r>
          </a:p>
          <a:p>
            <a:pPr marL="60325" marR="0" lvl="0" indent="0" algn="ctr" defTabSz="228600" rtl="0" eaLnBrk="1" fontAlgn="auto" latinLnBrk="0" hangingPunct="1">
              <a:lnSpc>
                <a:spcPct val="100000"/>
              </a:lnSpc>
              <a:spcBef>
                <a:spcPts val="0"/>
              </a:spcBef>
              <a:spcAft>
                <a:spcPts val="0"/>
              </a:spcAft>
              <a:buClrTx/>
              <a:buSzTx/>
              <a:buFontTx/>
              <a:buNone/>
              <a:tabLst/>
              <a:defRPr/>
            </a:pPr>
            <a:r>
              <a:rPr kumimoji="0" lang="en-US" sz="900" b="1" i="0" u="none" strike="noStrike" kern="1000" cap="none" spc="0" normalizeH="0" baseline="0" noProof="0">
                <a:ln>
                  <a:noFill/>
                </a:ln>
                <a:solidFill>
                  <a:prstClr val="white"/>
                </a:solidFill>
                <a:effectLst/>
                <a:uLnTx/>
                <a:uFillTx/>
                <a:latin typeface="Aktiv Grotesk"/>
                <a:ea typeface="+mn-ea"/>
                <a:cs typeface="+mn-cs"/>
                <a:sym typeface="Aktiv Grotesk"/>
              </a:rPr>
              <a:t>Applied AI</a:t>
            </a:r>
          </a:p>
        </p:txBody>
      </p:sp>
      <p:sp>
        <p:nvSpPr>
          <p:cNvPr id="32" name="Rounded Rectangle 31">
            <a:extLst>
              <a:ext uri="{FF2B5EF4-FFF2-40B4-BE49-F238E27FC236}">
                <a16:creationId xmlns:a16="http://schemas.microsoft.com/office/drawing/2014/main" id="{86BD4FA3-7DD7-A304-EA35-450DC7F51D50}"/>
              </a:ext>
            </a:extLst>
          </p:cNvPr>
          <p:cNvSpPr/>
          <p:nvPr/>
        </p:nvSpPr>
        <p:spPr>
          <a:xfrm>
            <a:off x="1882533" y="3909871"/>
            <a:ext cx="1280160" cy="640080"/>
          </a:xfrm>
          <a:prstGeom prst="roundRect">
            <a:avLst>
              <a:gd name="adj"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91440" rIns="91440" bIns="91440" rtlCol="0" anchor="ctr" anchorCtr="0">
            <a:noAutofit/>
          </a:bodyPr>
          <a:lstStyle/>
          <a:p>
            <a:pPr marL="0" marR="0" lvl="0" indent="0" algn="ctr" defTabSz="228600" rtl="0" eaLnBrk="1" fontAlgn="auto" latinLnBrk="0" hangingPunct="1">
              <a:lnSpc>
                <a:spcPct val="90000"/>
              </a:lnSpc>
              <a:spcBef>
                <a:spcPts val="0"/>
              </a:spcBef>
              <a:spcAft>
                <a:spcPts val="0"/>
              </a:spcAft>
              <a:buClrTx/>
              <a:buSzTx/>
              <a:buFontTx/>
              <a:buNone/>
              <a:tabLst/>
              <a:defRPr/>
            </a:pPr>
            <a:r>
              <a:rPr kumimoji="0" lang="en-US" sz="900" b="1" i="0" u="none" strike="noStrike" kern="1000" cap="none" spc="0" normalizeH="0" baseline="0" noProof="0">
                <a:ln>
                  <a:noFill/>
                </a:ln>
                <a:solidFill>
                  <a:prstClr val="white"/>
                </a:solidFill>
                <a:effectLst/>
                <a:uLnTx/>
                <a:uFillTx/>
                <a:latin typeface="Aktiv Grotesk"/>
                <a:ea typeface="+mn-ea"/>
                <a:cs typeface="+mn-cs"/>
              </a:rPr>
              <a:t>Cloud Strategy, Architecture Roadmap</a:t>
            </a:r>
          </a:p>
        </p:txBody>
      </p:sp>
      <p:sp>
        <p:nvSpPr>
          <p:cNvPr id="34" name="Rounded Rectangle 33">
            <a:extLst>
              <a:ext uri="{FF2B5EF4-FFF2-40B4-BE49-F238E27FC236}">
                <a16:creationId xmlns:a16="http://schemas.microsoft.com/office/drawing/2014/main" id="{3090E139-7768-1FCA-57EF-059D19F99CF8}"/>
              </a:ext>
            </a:extLst>
          </p:cNvPr>
          <p:cNvSpPr/>
          <p:nvPr/>
        </p:nvSpPr>
        <p:spPr>
          <a:xfrm>
            <a:off x="1882533" y="4798019"/>
            <a:ext cx="1280160" cy="640080"/>
          </a:xfrm>
          <a:prstGeom prst="roundRect">
            <a:avLst>
              <a:gd name="adj" fmla="val 0"/>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91440" rIns="91440" bIns="91440" rtlCol="0" anchor="ctr" anchorCtr="0">
            <a:noAutofit/>
          </a:bodyPr>
          <a:lstStyle/>
          <a:p>
            <a:pPr marL="0" marR="0" lvl="0" indent="0" algn="ctr" defTabSz="228600" rtl="0" eaLnBrk="1" fontAlgn="auto" latinLnBrk="0" hangingPunct="1">
              <a:lnSpc>
                <a:spcPct val="90000"/>
              </a:lnSpc>
              <a:spcBef>
                <a:spcPts val="0"/>
              </a:spcBef>
              <a:spcAft>
                <a:spcPts val="0"/>
              </a:spcAft>
              <a:buClrTx/>
              <a:buSzTx/>
              <a:buFontTx/>
              <a:buNone/>
              <a:tabLst/>
              <a:defRPr/>
            </a:pPr>
            <a:r>
              <a:rPr kumimoji="0" lang="en-US" sz="900" b="1" i="0" u="none" strike="noStrike" kern="1000" cap="none" spc="0" normalizeH="0" baseline="0" noProof="0">
                <a:ln>
                  <a:noFill/>
                </a:ln>
                <a:solidFill>
                  <a:prstClr val="white"/>
                </a:solidFill>
                <a:effectLst/>
                <a:uLnTx/>
                <a:uFillTx/>
                <a:latin typeface="Aktiv Grotesk"/>
                <a:ea typeface="+mn-ea"/>
                <a:cs typeface="+mn-cs"/>
              </a:rPr>
              <a:t>Cloud Security </a:t>
            </a:r>
            <a:br>
              <a:rPr kumimoji="0" lang="en-US" sz="900" b="1" i="0" u="none" strike="noStrike" kern="1000" cap="none" spc="0" normalizeH="0" baseline="0" noProof="0">
                <a:ln>
                  <a:noFill/>
                </a:ln>
                <a:solidFill>
                  <a:prstClr val="white"/>
                </a:solidFill>
                <a:effectLst/>
                <a:uLnTx/>
                <a:uFillTx/>
                <a:latin typeface="Aktiv Grotesk"/>
                <a:ea typeface="+mn-ea"/>
                <a:cs typeface="+mn-cs"/>
              </a:rPr>
            </a:br>
            <a:r>
              <a:rPr kumimoji="0" lang="en-US" sz="900" b="1" i="0" u="none" strike="noStrike" kern="1000" cap="none" spc="0" normalizeH="0" baseline="0" noProof="0">
                <a:ln>
                  <a:noFill/>
                </a:ln>
                <a:solidFill>
                  <a:prstClr val="white"/>
                </a:solidFill>
                <a:effectLst/>
                <a:uLnTx/>
                <a:uFillTx/>
                <a:latin typeface="Aktiv Grotesk"/>
                <a:ea typeface="+mn-ea"/>
                <a:cs typeface="+mn-cs"/>
              </a:rPr>
              <a:t>Advisory &amp; Assurance</a:t>
            </a:r>
            <a:endParaRPr kumimoji="0" lang="en-US" sz="900" b="0" i="0" u="none" strike="noStrike" kern="1000" cap="none" spc="0" normalizeH="0" baseline="0" noProof="0">
              <a:ln>
                <a:noFill/>
              </a:ln>
              <a:solidFill>
                <a:prstClr val="white"/>
              </a:solidFill>
              <a:effectLst/>
              <a:uLnTx/>
              <a:uFillTx/>
              <a:latin typeface="Aktiv Grotesk"/>
              <a:ea typeface="+mn-ea"/>
              <a:cs typeface="+mn-cs"/>
            </a:endParaRPr>
          </a:p>
        </p:txBody>
      </p:sp>
      <p:sp>
        <p:nvSpPr>
          <p:cNvPr id="35" name="Rounded Rectangle 34">
            <a:extLst>
              <a:ext uri="{FF2B5EF4-FFF2-40B4-BE49-F238E27FC236}">
                <a16:creationId xmlns:a16="http://schemas.microsoft.com/office/drawing/2014/main" id="{7564EC4C-BDFA-49C7-14D9-FC72B695048E}"/>
              </a:ext>
            </a:extLst>
          </p:cNvPr>
          <p:cNvSpPr/>
          <p:nvPr/>
        </p:nvSpPr>
        <p:spPr>
          <a:xfrm>
            <a:off x="4975083" y="2175654"/>
            <a:ext cx="1325880" cy="640080"/>
          </a:xfrm>
          <a:prstGeom prst="roundRect">
            <a:avLst>
              <a:gd name="adj" fmla="val 0"/>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91440" rIns="91440" bIns="91440" rtlCol="0" anchor="ctr" anchorCtr="0">
            <a:noAutofit/>
          </a:bodyPr>
          <a:lstStyle/>
          <a:p>
            <a:pPr marL="0" marR="0" lvl="0" indent="0" algn="ctr" defTabSz="228600" rtl="0" eaLnBrk="1" fontAlgn="auto" latinLnBrk="0" hangingPunct="1">
              <a:lnSpc>
                <a:spcPct val="100000"/>
              </a:lnSpc>
              <a:spcBef>
                <a:spcPts val="0"/>
              </a:spcBef>
              <a:spcAft>
                <a:spcPts val="0"/>
              </a:spcAft>
              <a:buClrTx/>
              <a:buSzTx/>
              <a:buFontTx/>
              <a:buNone/>
              <a:tabLst/>
              <a:defRPr/>
            </a:pPr>
            <a:r>
              <a:rPr kumimoji="0" lang="en-US" sz="900" b="1" i="0" u="none" strike="noStrike" kern="1000" cap="none" spc="0" normalizeH="0" baseline="0" noProof="0">
                <a:ln>
                  <a:noFill/>
                </a:ln>
                <a:solidFill>
                  <a:prstClr val="white"/>
                </a:solidFill>
                <a:effectLst/>
                <a:uLnTx/>
                <a:uFillTx/>
                <a:latin typeface="Aktiv Grotesk"/>
                <a:ea typeface="+mn-ea"/>
                <a:cs typeface="+mn-cs"/>
                <a:sym typeface="Aktiv Grotesk"/>
              </a:rPr>
              <a:t>Cloud Native Application Development</a:t>
            </a:r>
          </a:p>
        </p:txBody>
      </p:sp>
      <p:sp>
        <p:nvSpPr>
          <p:cNvPr id="36" name="Rounded Rectangle 35">
            <a:extLst>
              <a:ext uri="{FF2B5EF4-FFF2-40B4-BE49-F238E27FC236}">
                <a16:creationId xmlns:a16="http://schemas.microsoft.com/office/drawing/2014/main" id="{08E0AE9E-F206-FF1C-F7D0-599E15F899DB}"/>
              </a:ext>
            </a:extLst>
          </p:cNvPr>
          <p:cNvSpPr/>
          <p:nvPr/>
        </p:nvSpPr>
        <p:spPr>
          <a:xfrm>
            <a:off x="3553188" y="3048973"/>
            <a:ext cx="1325880" cy="640080"/>
          </a:xfrm>
          <a:prstGeom prst="roundRect">
            <a:avLst>
              <a:gd name="adj" fmla="val 0"/>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91440" rIns="91440" bIns="91440" rtlCol="0" anchor="ctr" anchorCtr="0">
            <a:noAutofit/>
          </a:bodyPr>
          <a:lstStyle/>
          <a:p>
            <a:pPr marL="0" marR="0" lvl="0" indent="0" algn="ctr" defTabSz="228600" rtl="0" eaLnBrk="1" fontAlgn="auto" latinLnBrk="0" hangingPunct="1">
              <a:lnSpc>
                <a:spcPct val="90000"/>
              </a:lnSpc>
              <a:spcBef>
                <a:spcPts val="0"/>
              </a:spcBef>
              <a:spcAft>
                <a:spcPts val="0"/>
              </a:spcAft>
              <a:buClrTx/>
              <a:buSzTx/>
              <a:buFontTx/>
              <a:buNone/>
              <a:tabLst/>
              <a:defRPr/>
            </a:pPr>
            <a:r>
              <a:rPr kumimoji="0" lang="en-US" sz="900" b="1" i="0" u="none" strike="noStrike" kern="1000" cap="none" spc="0" normalizeH="0" baseline="0" noProof="0">
                <a:ln>
                  <a:noFill/>
                </a:ln>
                <a:solidFill>
                  <a:prstClr val="white"/>
                </a:solidFill>
                <a:effectLst/>
                <a:uLnTx/>
                <a:uFillTx/>
                <a:latin typeface="Aktiv Grotesk"/>
                <a:ea typeface="+mn-ea"/>
                <a:cs typeface="+mn-cs"/>
              </a:rPr>
              <a:t>Cloud Data Migrations</a:t>
            </a:r>
            <a:endParaRPr kumimoji="0" lang="en-US" sz="900" b="0" i="0" u="none" strike="noStrike" kern="1000" cap="none" spc="0" normalizeH="0" baseline="0" noProof="0">
              <a:ln>
                <a:noFill/>
              </a:ln>
              <a:solidFill>
                <a:prstClr val="white"/>
              </a:solidFill>
              <a:effectLst/>
              <a:uLnTx/>
              <a:uFillTx/>
              <a:latin typeface="Aktiv Grotesk"/>
              <a:ea typeface="+mn-ea"/>
              <a:cs typeface="+mn-cs"/>
            </a:endParaRPr>
          </a:p>
        </p:txBody>
      </p:sp>
      <p:sp>
        <p:nvSpPr>
          <p:cNvPr id="37" name="Rounded Rectangle 36">
            <a:extLst>
              <a:ext uri="{FF2B5EF4-FFF2-40B4-BE49-F238E27FC236}">
                <a16:creationId xmlns:a16="http://schemas.microsoft.com/office/drawing/2014/main" id="{DAD647CF-8E95-D4DA-85C1-78A6CF841FF8}"/>
              </a:ext>
            </a:extLst>
          </p:cNvPr>
          <p:cNvSpPr/>
          <p:nvPr/>
        </p:nvSpPr>
        <p:spPr>
          <a:xfrm>
            <a:off x="3553188" y="3909871"/>
            <a:ext cx="1325880" cy="640080"/>
          </a:xfrm>
          <a:prstGeom prst="roundRect">
            <a:avLst>
              <a:gd name="adj"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91440" rIns="91440" bIns="91440" rtlCol="0" anchor="ctr" anchorCtr="0">
            <a:noAutofit/>
          </a:bodyPr>
          <a:lstStyle/>
          <a:p>
            <a:pPr marL="0" marR="0" lvl="0" indent="0" algn="ctr" defTabSz="228600" rtl="0" eaLnBrk="1" fontAlgn="auto" latinLnBrk="0" hangingPunct="1">
              <a:lnSpc>
                <a:spcPct val="90000"/>
              </a:lnSpc>
              <a:spcBef>
                <a:spcPts val="0"/>
              </a:spcBef>
              <a:spcAft>
                <a:spcPts val="0"/>
              </a:spcAft>
              <a:buClrTx/>
              <a:buSzTx/>
              <a:buFontTx/>
              <a:buNone/>
              <a:tabLst/>
              <a:defRPr/>
            </a:pPr>
            <a:r>
              <a:rPr kumimoji="0" lang="en-US" sz="900" b="1" i="0" u="none" strike="noStrike" kern="1000" cap="none" spc="0" normalizeH="0" baseline="0" noProof="0">
                <a:ln>
                  <a:noFill/>
                </a:ln>
                <a:solidFill>
                  <a:prstClr val="white"/>
                </a:solidFill>
                <a:effectLst/>
                <a:uLnTx/>
                <a:uFillTx/>
                <a:latin typeface="Aktiv Grotesk"/>
                <a:ea typeface="+mn-ea"/>
                <a:cs typeface="+mn-cs"/>
              </a:rPr>
              <a:t>Platform </a:t>
            </a:r>
            <a:br>
              <a:rPr kumimoji="0" lang="en-US" sz="900" b="1" i="0" u="none" strike="noStrike" kern="1000" cap="none" spc="0" normalizeH="0" baseline="0" noProof="0">
                <a:ln>
                  <a:noFill/>
                </a:ln>
                <a:solidFill>
                  <a:prstClr val="white"/>
                </a:solidFill>
                <a:effectLst/>
                <a:uLnTx/>
                <a:uFillTx/>
                <a:latin typeface="Aktiv Grotesk"/>
                <a:ea typeface="+mn-ea"/>
                <a:cs typeface="+mn-cs"/>
              </a:rPr>
            </a:br>
            <a:r>
              <a:rPr kumimoji="0" lang="en-US" sz="900" b="1" i="0" u="none" strike="noStrike" kern="1000" cap="none" spc="0" normalizeH="0" baseline="0" noProof="0">
                <a:ln>
                  <a:noFill/>
                </a:ln>
                <a:solidFill>
                  <a:prstClr val="white"/>
                </a:solidFill>
                <a:effectLst/>
                <a:uLnTx/>
                <a:uFillTx/>
                <a:latin typeface="Aktiv Grotesk"/>
                <a:ea typeface="+mn-ea"/>
                <a:cs typeface="+mn-cs"/>
              </a:rPr>
              <a:t>Migrations</a:t>
            </a:r>
            <a:endParaRPr kumimoji="0" lang="en-US" sz="900" b="0" i="0" u="none" strike="noStrike" kern="1000" cap="none" spc="0" normalizeH="0" baseline="0" noProof="0">
              <a:ln>
                <a:noFill/>
              </a:ln>
              <a:solidFill>
                <a:prstClr val="white"/>
              </a:solidFill>
              <a:effectLst/>
              <a:uLnTx/>
              <a:uFillTx/>
              <a:latin typeface="Aktiv Grotesk"/>
              <a:ea typeface="+mn-ea"/>
              <a:cs typeface="+mn-cs"/>
            </a:endParaRPr>
          </a:p>
        </p:txBody>
      </p:sp>
      <p:sp>
        <p:nvSpPr>
          <p:cNvPr id="38" name="Rounded Rectangle 37">
            <a:extLst>
              <a:ext uri="{FF2B5EF4-FFF2-40B4-BE49-F238E27FC236}">
                <a16:creationId xmlns:a16="http://schemas.microsoft.com/office/drawing/2014/main" id="{B87E4A8A-132D-EA4B-58F0-35939CCC010D}"/>
              </a:ext>
            </a:extLst>
          </p:cNvPr>
          <p:cNvSpPr/>
          <p:nvPr/>
        </p:nvSpPr>
        <p:spPr>
          <a:xfrm>
            <a:off x="4975083" y="3909871"/>
            <a:ext cx="1325880" cy="640080"/>
          </a:xfrm>
          <a:prstGeom prst="roundRect">
            <a:avLst>
              <a:gd name="adj"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91440" rIns="91440" bIns="91440" rtlCol="0" anchor="ctr" anchorCtr="0">
            <a:noAutofit/>
          </a:bodyPr>
          <a:lstStyle/>
          <a:p>
            <a:pPr marL="60325" marR="0" lvl="0" indent="0" algn="ctr" defTabSz="228600" rtl="0" eaLnBrk="1" fontAlgn="auto" latinLnBrk="0" hangingPunct="1">
              <a:lnSpc>
                <a:spcPct val="100000"/>
              </a:lnSpc>
              <a:spcBef>
                <a:spcPts val="0"/>
              </a:spcBef>
              <a:spcAft>
                <a:spcPts val="0"/>
              </a:spcAft>
              <a:buClrTx/>
              <a:buSzTx/>
              <a:buFontTx/>
              <a:buNone/>
              <a:tabLst/>
              <a:defRPr/>
            </a:pPr>
            <a:r>
              <a:rPr kumimoji="0" lang="en-US" sz="900" b="1" i="0" u="none" strike="noStrike" kern="1000" cap="none" spc="0" normalizeH="0" baseline="0" noProof="0">
                <a:ln>
                  <a:noFill/>
                </a:ln>
                <a:solidFill>
                  <a:prstClr val="white"/>
                </a:solidFill>
                <a:effectLst/>
                <a:uLnTx/>
                <a:uFillTx/>
                <a:latin typeface="Aktiv Grotesk"/>
                <a:ea typeface="+mn-ea"/>
                <a:cs typeface="+mn-cs"/>
                <a:sym typeface="Aktiv Grotesk"/>
              </a:rPr>
              <a:t>Cloud Platform Architecture </a:t>
            </a:r>
            <a:r>
              <a:rPr kumimoji="0" lang="en-US" sz="900" b="1" i="0" u="none" strike="noStrike" kern="1000" cap="none" spc="0" normalizeH="0" baseline="0" noProof="0">
                <a:ln>
                  <a:noFill/>
                </a:ln>
                <a:solidFill>
                  <a:prstClr val="white"/>
                </a:solidFill>
                <a:effectLst/>
                <a:uLnTx/>
                <a:uFillTx/>
                <a:latin typeface="Aktiv Grotesk"/>
                <a:ea typeface="+mn-ea"/>
                <a:cs typeface="+mn-cs"/>
              </a:rPr>
              <a:t>&amp;</a:t>
            </a:r>
            <a:r>
              <a:rPr kumimoji="0" lang="en-US" sz="900" b="1" i="0" u="none" strike="noStrike" kern="1000" cap="none" spc="0" normalizeH="0" baseline="0" noProof="0">
                <a:ln>
                  <a:noFill/>
                </a:ln>
                <a:solidFill>
                  <a:prstClr val="white"/>
                </a:solidFill>
                <a:effectLst/>
                <a:uLnTx/>
                <a:uFillTx/>
                <a:latin typeface="Aktiv Grotesk"/>
                <a:ea typeface="+mn-ea"/>
                <a:cs typeface="+mn-cs"/>
                <a:sym typeface="Aktiv Grotesk"/>
              </a:rPr>
              <a:t> Engineering</a:t>
            </a:r>
          </a:p>
        </p:txBody>
      </p:sp>
      <p:sp>
        <p:nvSpPr>
          <p:cNvPr id="39" name="Rounded Rectangle 38">
            <a:extLst>
              <a:ext uri="{FF2B5EF4-FFF2-40B4-BE49-F238E27FC236}">
                <a16:creationId xmlns:a16="http://schemas.microsoft.com/office/drawing/2014/main" id="{1A80DD5D-7CA4-301A-4EF8-0890B99F3435}"/>
              </a:ext>
            </a:extLst>
          </p:cNvPr>
          <p:cNvSpPr/>
          <p:nvPr/>
        </p:nvSpPr>
        <p:spPr>
          <a:xfrm>
            <a:off x="3553188" y="4798019"/>
            <a:ext cx="1325880" cy="640080"/>
          </a:xfrm>
          <a:prstGeom prst="roundRect">
            <a:avLst>
              <a:gd name="adj" fmla="val 0"/>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91440" rIns="91440" bIns="91440" rtlCol="0" anchor="ctr" anchorCtr="0">
            <a:noAutofit/>
          </a:bodyPr>
          <a:lstStyle/>
          <a:p>
            <a:pPr marL="0" marR="0" lvl="0" indent="0" algn="ctr" defTabSz="228600" rtl="0" eaLnBrk="1" fontAlgn="auto" latinLnBrk="0" hangingPunct="1">
              <a:lnSpc>
                <a:spcPct val="100000"/>
              </a:lnSpc>
              <a:spcBef>
                <a:spcPts val="0"/>
              </a:spcBef>
              <a:spcAft>
                <a:spcPts val="0"/>
              </a:spcAft>
              <a:buClrTx/>
              <a:buSzTx/>
              <a:buFontTx/>
              <a:buNone/>
              <a:tabLst/>
              <a:defRPr/>
            </a:pPr>
            <a:r>
              <a:rPr kumimoji="0" lang="en-US" sz="900" b="1" i="0" u="none" strike="noStrike" kern="1000" cap="none" spc="0" normalizeH="0" baseline="0" noProof="0">
                <a:ln>
                  <a:noFill/>
                </a:ln>
                <a:solidFill>
                  <a:prstClr val="white"/>
                </a:solidFill>
                <a:effectLst/>
                <a:uLnTx/>
                <a:uFillTx/>
                <a:latin typeface="Aktiv Grotesk"/>
                <a:ea typeface="+mn-ea"/>
                <a:cs typeface="+mn-cs"/>
                <a:sym typeface="Aktiv Grotesk"/>
              </a:rPr>
              <a:t>Identity </a:t>
            </a:r>
            <a:br>
              <a:rPr kumimoji="0" lang="en-US" sz="900" b="1" i="0" u="none" strike="noStrike" kern="1000" cap="none" spc="0" normalizeH="0" baseline="0" noProof="0">
                <a:ln>
                  <a:noFill/>
                </a:ln>
                <a:solidFill>
                  <a:prstClr val="white"/>
                </a:solidFill>
                <a:effectLst/>
                <a:uLnTx/>
                <a:uFillTx/>
                <a:latin typeface="Aktiv Grotesk"/>
                <a:ea typeface="+mn-ea"/>
                <a:cs typeface="+mn-cs"/>
                <a:sym typeface="Aktiv Grotesk"/>
              </a:rPr>
            </a:br>
            <a:r>
              <a:rPr kumimoji="0" lang="en-US" sz="900" b="1" i="0" u="none" strike="noStrike" kern="1000" cap="none" spc="0" normalizeH="0" baseline="0" noProof="0">
                <a:ln>
                  <a:noFill/>
                </a:ln>
                <a:solidFill>
                  <a:prstClr val="white"/>
                </a:solidFill>
                <a:effectLst/>
                <a:uLnTx/>
                <a:uFillTx/>
                <a:latin typeface="Aktiv Grotesk"/>
                <a:ea typeface="+mn-ea"/>
                <a:cs typeface="+mn-cs"/>
              </a:rPr>
              <a:t>&amp;</a:t>
            </a:r>
            <a:r>
              <a:rPr kumimoji="0" lang="en-US" sz="900" b="1" i="0" u="none" strike="noStrike" kern="1000" cap="none" spc="0" normalizeH="0" baseline="0" noProof="0">
                <a:ln>
                  <a:noFill/>
                </a:ln>
                <a:solidFill>
                  <a:prstClr val="white"/>
                </a:solidFill>
                <a:effectLst/>
                <a:uLnTx/>
                <a:uFillTx/>
                <a:latin typeface="Aktiv Grotesk"/>
                <a:ea typeface="+mn-ea"/>
                <a:cs typeface="+mn-cs"/>
                <a:sym typeface="Aktiv Grotesk"/>
              </a:rPr>
              <a:t> Access Management</a:t>
            </a:r>
          </a:p>
        </p:txBody>
      </p:sp>
      <p:sp>
        <p:nvSpPr>
          <p:cNvPr id="40" name="Rounded Rectangle 39">
            <a:extLst>
              <a:ext uri="{FF2B5EF4-FFF2-40B4-BE49-F238E27FC236}">
                <a16:creationId xmlns:a16="http://schemas.microsoft.com/office/drawing/2014/main" id="{BA386224-5578-4727-C2E4-1B09117BE23F}"/>
              </a:ext>
            </a:extLst>
          </p:cNvPr>
          <p:cNvSpPr/>
          <p:nvPr/>
        </p:nvSpPr>
        <p:spPr>
          <a:xfrm>
            <a:off x="6399489" y="4798019"/>
            <a:ext cx="1325880" cy="640080"/>
          </a:xfrm>
          <a:prstGeom prst="roundRect">
            <a:avLst>
              <a:gd name="adj" fmla="val 0"/>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91440" rIns="91440" bIns="91440" rtlCol="0" anchor="ctr" anchorCtr="0">
            <a:noAutofit/>
          </a:bodyPr>
          <a:lstStyle/>
          <a:p>
            <a:pPr marL="0" marR="0" lvl="0" indent="0" algn="ctr" defTabSz="228600" rtl="0" eaLnBrk="1" fontAlgn="auto" latinLnBrk="0" hangingPunct="1">
              <a:lnSpc>
                <a:spcPct val="100000"/>
              </a:lnSpc>
              <a:spcBef>
                <a:spcPts val="0"/>
              </a:spcBef>
              <a:spcAft>
                <a:spcPts val="0"/>
              </a:spcAft>
              <a:buClrTx/>
              <a:buSzTx/>
              <a:buFontTx/>
              <a:buNone/>
              <a:tabLst/>
              <a:defRPr/>
            </a:pPr>
            <a:r>
              <a:rPr kumimoji="0" lang="en-US" sz="900" b="1" i="0" u="none" strike="noStrike" kern="1000" cap="none" spc="0" normalizeH="0" baseline="0" noProof="0">
                <a:ln>
                  <a:noFill/>
                </a:ln>
                <a:solidFill>
                  <a:prstClr val="white"/>
                </a:solidFill>
                <a:effectLst/>
                <a:uLnTx/>
                <a:uFillTx/>
                <a:latin typeface="Aktiv Grotesk"/>
                <a:ea typeface="+mn-ea"/>
                <a:cs typeface="+mn-cs"/>
                <a:sym typeface="Aktiv Grotesk"/>
              </a:rPr>
              <a:t>Zero Trust &amp; Next Gen Networking</a:t>
            </a:r>
          </a:p>
        </p:txBody>
      </p:sp>
      <p:sp>
        <p:nvSpPr>
          <p:cNvPr id="43" name="Rounded Rectangle 42">
            <a:extLst>
              <a:ext uri="{FF2B5EF4-FFF2-40B4-BE49-F238E27FC236}">
                <a16:creationId xmlns:a16="http://schemas.microsoft.com/office/drawing/2014/main" id="{109E69F1-99D5-9975-0251-7B51854CFED9}"/>
              </a:ext>
            </a:extLst>
          </p:cNvPr>
          <p:cNvSpPr/>
          <p:nvPr/>
        </p:nvSpPr>
        <p:spPr>
          <a:xfrm>
            <a:off x="6399489" y="2175654"/>
            <a:ext cx="1325880" cy="640080"/>
          </a:xfrm>
          <a:prstGeom prst="roundRect">
            <a:avLst>
              <a:gd name="adj" fmla="val 0"/>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91440" rIns="91440" bIns="91440" rtlCol="0" anchor="ctr" anchorCtr="0">
            <a:noAutofit/>
          </a:bodyPr>
          <a:lstStyle/>
          <a:p>
            <a:pPr marL="0" marR="0" lvl="0" indent="0" algn="ctr" defTabSz="228600" rtl="0" eaLnBrk="1" fontAlgn="auto" latinLnBrk="0" hangingPunct="1">
              <a:lnSpc>
                <a:spcPct val="90000"/>
              </a:lnSpc>
              <a:spcBef>
                <a:spcPts val="0"/>
              </a:spcBef>
              <a:spcAft>
                <a:spcPts val="0"/>
              </a:spcAft>
              <a:buClrTx/>
              <a:buSzTx/>
              <a:buFontTx/>
              <a:buNone/>
              <a:tabLst/>
              <a:defRPr/>
            </a:pPr>
            <a:r>
              <a:rPr kumimoji="0" lang="en-US" sz="900" b="1" i="0" u="none" strike="noStrike" kern="1000" cap="none" spc="0" normalizeH="0" baseline="0" noProof="0">
                <a:ln>
                  <a:noFill/>
                </a:ln>
                <a:solidFill>
                  <a:prstClr val="white"/>
                </a:solidFill>
                <a:effectLst/>
                <a:uLnTx/>
                <a:uFillTx/>
                <a:latin typeface="Aktiv Grotesk"/>
                <a:ea typeface="+mn-ea"/>
                <a:cs typeface="+mn-cs"/>
              </a:rPr>
              <a:t>IoT Platform Design </a:t>
            </a:r>
            <a:br>
              <a:rPr kumimoji="0" lang="en-US" sz="900" b="1" i="0" u="none" strike="noStrike" kern="1000" cap="none" spc="0" normalizeH="0" baseline="0" noProof="0">
                <a:ln>
                  <a:noFill/>
                </a:ln>
                <a:solidFill>
                  <a:prstClr val="white"/>
                </a:solidFill>
                <a:effectLst/>
                <a:uLnTx/>
                <a:uFillTx/>
                <a:latin typeface="Aktiv Grotesk"/>
                <a:ea typeface="+mn-ea"/>
                <a:cs typeface="+mn-cs"/>
              </a:rPr>
            </a:br>
            <a:r>
              <a:rPr kumimoji="0" lang="en-US" sz="900" b="1" i="0" u="none" strike="noStrike" kern="1000" cap="none" spc="0" normalizeH="0" baseline="0" noProof="0">
                <a:ln>
                  <a:noFill/>
                </a:ln>
                <a:solidFill>
                  <a:prstClr val="white"/>
                </a:solidFill>
                <a:effectLst/>
                <a:uLnTx/>
                <a:uFillTx/>
                <a:latin typeface="Aktiv Grotesk"/>
                <a:ea typeface="+mn-ea"/>
                <a:cs typeface="+mn-cs"/>
              </a:rPr>
              <a:t>&amp; Development</a:t>
            </a:r>
            <a:endParaRPr kumimoji="0" lang="en-US" sz="900" b="0" i="0" u="none" strike="noStrike" kern="1000" cap="none" spc="0" normalizeH="0" baseline="0" noProof="0">
              <a:ln>
                <a:noFill/>
              </a:ln>
              <a:solidFill>
                <a:prstClr val="white"/>
              </a:solidFill>
              <a:effectLst/>
              <a:uLnTx/>
              <a:uFillTx/>
              <a:latin typeface="Aktiv Grotesk"/>
              <a:ea typeface="+mn-ea"/>
              <a:cs typeface="+mn-cs"/>
            </a:endParaRPr>
          </a:p>
        </p:txBody>
      </p:sp>
      <p:sp>
        <p:nvSpPr>
          <p:cNvPr id="44" name="Rounded Rectangle 43">
            <a:extLst>
              <a:ext uri="{FF2B5EF4-FFF2-40B4-BE49-F238E27FC236}">
                <a16:creationId xmlns:a16="http://schemas.microsoft.com/office/drawing/2014/main" id="{3F9231C7-4CC7-3AD3-5F67-D50FDA26CC9F}"/>
              </a:ext>
            </a:extLst>
          </p:cNvPr>
          <p:cNvSpPr/>
          <p:nvPr/>
        </p:nvSpPr>
        <p:spPr>
          <a:xfrm>
            <a:off x="1896747" y="3048973"/>
            <a:ext cx="1280160" cy="640080"/>
          </a:xfrm>
          <a:prstGeom prst="roundRect">
            <a:avLst>
              <a:gd name="adj" fmla="val 0"/>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91440" rIns="91440" bIns="91440" rtlCol="0" anchor="ctr" anchorCtr="0">
            <a:noAutofit/>
          </a:bodyPr>
          <a:lstStyle/>
          <a:p>
            <a:pPr marL="7938" marR="0" lvl="0" indent="0" algn="ctr" defTabSz="228600" rtl="0" eaLnBrk="1" fontAlgn="auto" latinLnBrk="0" hangingPunct="1">
              <a:lnSpc>
                <a:spcPct val="100000"/>
              </a:lnSpc>
              <a:spcBef>
                <a:spcPts val="0"/>
              </a:spcBef>
              <a:spcAft>
                <a:spcPts val="0"/>
              </a:spcAft>
              <a:buClrTx/>
              <a:buSzTx/>
              <a:buFontTx/>
              <a:buNone/>
              <a:tabLst/>
              <a:defRPr/>
            </a:pPr>
            <a:r>
              <a:rPr kumimoji="0" lang="en-US" sz="900" b="1" i="0" u="none" strike="noStrike" kern="1000" cap="none" spc="0" normalizeH="0" baseline="0" noProof="0">
                <a:ln>
                  <a:noFill/>
                </a:ln>
                <a:solidFill>
                  <a:prstClr val="white"/>
                </a:solidFill>
                <a:effectLst/>
                <a:uLnTx/>
                <a:uFillTx/>
                <a:latin typeface="Aktiv Grotesk"/>
                <a:ea typeface="+mn-ea"/>
                <a:cs typeface="+mn-cs"/>
                <a:sym typeface="Aktiv Grotesk"/>
              </a:rPr>
              <a:t>Data &amp; AI Strategy </a:t>
            </a:r>
            <a:br>
              <a:rPr kumimoji="0" lang="en-US" sz="900" b="1" i="0" u="none" strike="noStrike" kern="1000" cap="none" spc="0" normalizeH="0" baseline="0" noProof="0">
                <a:ln>
                  <a:noFill/>
                </a:ln>
                <a:solidFill>
                  <a:prstClr val="white"/>
                </a:solidFill>
                <a:effectLst/>
                <a:uLnTx/>
                <a:uFillTx/>
                <a:latin typeface="Aktiv Grotesk"/>
                <a:ea typeface="+mn-ea"/>
                <a:cs typeface="+mn-cs"/>
                <a:sym typeface="Aktiv Grotesk"/>
              </a:rPr>
            </a:br>
            <a:r>
              <a:rPr kumimoji="0" lang="en-US" sz="900" b="1" i="0" u="none" strike="noStrike" kern="1000" cap="none" spc="0" normalizeH="0" baseline="0" noProof="0">
                <a:ln>
                  <a:noFill/>
                </a:ln>
                <a:solidFill>
                  <a:prstClr val="white"/>
                </a:solidFill>
                <a:effectLst/>
                <a:uLnTx/>
                <a:uFillTx/>
                <a:latin typeface="Aktiv Grotesk"/>
                <a:ea typeface="+mn-ea"/>
                <a:cs typeface="+mn-cs"/>
              </a:rPr>
              <a:t>&amp;</a:t>
            </a:r>
            <a:r>
              <a:rPr kumimoji="0" lang="en-US" sz="900" b="1" i="0" u="none" strike="noStrike" kern="1000" cap="none" spc="0" normalizeH="0" baseline="0" noProof="0">
                <a:ln>
                  <a:noFill/>
                </a:ln>
                <a:solidFill>
                  <a:prstClr val="white"/>
                </a:solidFill>
                <a:effectLst/>
                <a:uLnTx/>
                <a:uFillTx/>
                <a:latin typeface="Aktiv Grotesk"/>
                <a:ea typeface="+mn-ea"/>
                <a:cs typeface="+mn-cs"/>
                <a:sym typeface="Aktiv Grotesk"/>
              </a:rPr>
              <a:t> Roadmap</a:t>
            </a:r>
          </a:p>
        </p:txBody>
      </p:sp>
      <p:sp>
        <p:nvSpPr>
          <p:cNvPr id="45" name="Rounded Rectangle 44">
            <a:extLst>
              <a:ext uri="{FF2B5EF4-FFF2-40B4-BE49-F238E27FC236}">
                <a16:creationId xmlns:a16="http://schemas.microsoft.com/office/drawing/2014/main" id="{22720412-CBDB-0032-CCB5-F415924A8EEC}"/>
              </a:ext>
            </a:extLst>
          </p:cNvPr>
          <p:cNvSpPr/>
          <p:nvPr/>
        </p:nvSpPr>
        <p:spPr>
          <a:xfrm>
            <a:off x="4975083" y="4798019"/>
            <a:ext cx="1325880" cy="640080"/>
          </a:xfrm>
          <a:prstGeom prst="roundRect">
            <a:avLst>
              <a:gd name="adj" fmla="val 0"/>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91440" rIns="91440" bIns="91440" rtlCol="0" anchor="ctr" anchorCtr="0">
            <a:noAutofit/>
          </a:bodyPr>
          <a:lstStyle/>
          <a:p>
            <a:pPr marL="0" marR="0" lvl="0" indent="0" algn="ctr" defTabSz="228600" rtl="0" eaLnBrk="1" fontAlgn="auto" latinLnBrk="0" hangingPunct="1">
              <a:lnSpc>
                <a:spcPct val="100000"/>
              </a:lnSpc>
              <a:spcBef>
                <a:spcPts val="0"/>
              </a:spcBef>
              <a:spcAft>
                <a:spcPts val="0"/>
              </a:spcAft>
              <a:buClrTx/>
              <a:buSzTx/>
              <a:buFontTx/>
              <a:buNone/>
              <a:tabLst/>
              <a:defRPr/>
            </a:pPr>
            <a:r>
              <a:rPr kumimoji="0" lang="en-US" sz="900" b="1" i="0" u="none" strike="noStrike" kern="1000" cap="none" spc="0" normalizeH="0" baseline="0" noProof="0">
                <a:ln>
                  <a:noFill/>
                </a:ln>
                <a:solidFill>
                  <a:prstClr val="white"/>
                </a:solidFill>
                <a:effectLst/>
                <a:uLnTx/>
                <a:uFillTx/>
                <a:latin typeface="Aktiv Grotesk"/>
                <a:ea typeface="+mn-ea"/>
                <a:cs typeface="+mn-cs"/>
                <a:sym typeface="Aktiv Grotesk"/>
              </a:rPr>
              <a:t>Application Security </a:t>
            </a:r>
            <a:br>
              <a:rPr kumimoji="0" lang="en-US" sz="900" b="1" i="0" u="none" strike="noStrike" kern="1000" cap="none" spc="0" normalizeH="0" baseline="0" noProof="0">
                <a:ln>
                  <a:noFill/>
                </a:ln>
                <a:solidFill>
                  <a:prstClr val="white"/>
                </a:solidFill>
                <a:effectLst/>
                <a:uLnTx/>
                <a:uFillTx/>
                <a:latin typeface="Aktiv Grotesk"/>
                <a:ea typeface="+mn-ea"/>
                <a:cs typeface="+mn-cs"/>
                <a:sym typeface="Aktiv Grotesk"/>
              </a:rPr>
            </a:br>
            <a:r>
              <a:rPr kumimoji="0" lang="en-US" sz="900" b="1" i="0" u="none" strike="noStrike" kern="1000" cap="none" spc="0" normalizeH="0" baseline="0" noProof="0">
                <a:ln>
                  <a:noFill/>
                </a:ln>
                <a:solidFill>
                  <a:prstClr val="white"/>
                </a:solidFill>
                <a:effectLst/>
                <a:uLnTx/>
                <a:uFillTx/>
                <a:latin typeface="Aktiv Grotesk"/>
                <a:ea typeface="+mn-ea"/>
                <a:cs typeface="+mn-cs"/>
              </a:rPr>
              <a:t>&amp;</a:t>
            </a:r>
            <a:r>
              <a:rPr kumimoji="0" lang="en-US" sz="900" b="1" i="0" u="none" strike="noStrike" kern="1000" cap="none" spc="0" normalizeH="0" baseline="0" noProof="0">
                <a:ln>
                  <a:noFill/>
                </a:ln>
                <a:solidFill>
                  <a:prstClr val="white"/>
                </a:solidFill>
                <a:effectLst/>
                <a:uLnTx/>
                <a:uFillTx/>
                <a:latin typeface="Aktiv Grotesk"/>
                <a:ea typeface="+mn-ea"/>
                <a:cs typeface="+mn-cs"/>
                <a:sym typeface="Aktiv Grotesk"/>
              </a:rPr>
              <a:t> DevSecOps</a:t>
            </a:r>
          </a:p>
        </p:txBody>
      </p:sp>
      <p:sp>
        <p:nvSpPr>
          <p:cNvPr id="46" name="Rounded Rectangle 45">
            <a:extLst>
              <a:ext uri="{FF2B5EF4-FFF2-40B4-BE49-F238E27FC236}">
                <a16:creationId xmlns:a16="http://schemas.microsoft.com/office/drawing/2014/main" id="{27F2F5B3-F97A-86D9-C57D-CDBEF7EBC3EA}"/>
              </a:ext>
            </a:extLst>
          </p:cNvPr>
          <p:cNvSpPr/>
          <p:nvPr/>
        </p:nvSpPr>
        <p:spPr>
          <a:xfrm>
            <a:off x="6399489" y="3048973"/>
            <a:ext cx="1325880" cy="640080"/>
          </a:xfrm>
          <a:prstGeom prst="roundRect">
            <a:avLst>
              <a:gd name="adj" fmla="val 0"/>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91440" rIns="91440" bIns="91440" rtlCol="0" anchor="ctr" anchorCtr="0">
            <a:noAutofit/>
          </a:bodyPr>
          <a:lstStyle/>
          <a:p>
            <a:pPr marL="60325" marR="0" lvl="0" indent="0" algn="ctr" defTabSz="228600" rtl="0" eaLnBrk="1" fontAlgn="auto" latinLnBrk="0" hangingPunct="1">
              <a:lnSpc>
                <a:spcPct val="100000"/>
              </a:lnSpc>
              <a:spcBef>
                <a:spcPts val="0"/>
              </a:spcBef>
              <a:spcAft>
                <a:spcPts val="0"/>
              </a:spcAft>
              <a:buClrTx/>
              <a:buSzTx/>
              <a:buFontTx/>
              <a:buNone/>
              <a:tabLst/>
              <a:defRPr/>
            </a:pPr>
            <a:r>
              <a:rPr kumimoji="0" lang="en-US" sz="900" b="1" i="0" u="none" strike="noStrike" kern="1000" cap="none" spc="0" normalizeH="0" baseline="0" noProof="0">
                <a:ln>
                  <a:noFill/>
                </a:ln>
                <a:solidFill>
                  <a:prstClr val="white"/>
                </a:solidFill>
                <a:effectLst/>
                <a:uLnTx/>
                <a:uFillTx/>
                <a:latin typeface="Aktiv Grotesk"/>
                <a:ea typeface="+mn-ea"/>
                <a:cs typeface="+mn-cs"/>
                <a:sym typeface="Aktiv Grotesk"/>
              </a:rPr>
              <a:t>Cloud Data Platform </a:t>
            </a:r>
          </a:p>
        </p:txBody>
      </p:sp>
      <p:grpSp>
        <p:nvGrpSpPr>
          <p:cNvPr id="88" name="Group 87">
            <a:extLst>
              <a:ext uri="{FF2B5EF4-FFF2-40B4-BE49-F238E27FC236}">
                <a16:creationId xmlns:a16="http://schemas.microsoft.com/office/drawing/2014/main" id="{8DD4C3C8-A56E-1EAA-7CDF-D94D3DBDE87F}"/>
              </a:ext>
            </a:extLst>
          </p:cNvPr>
          <p:cNvGrpSpPr/>
          <p:nvPr/>
        </p:nvGrpSpPr>
        <p:grpSpPr>
          <a:xfrm>
            <a:off x="3239934" y="2427969"/>
            <a:ext cx="86913" cy="2742140"/>
            <a:chOff x="3208035" y="2141380"/>
            <a:chExt cx="86913" cy="2742140"/>
          </a:xfrm>
        </p:grpSpPr>
        <p:sp>
          <p:nvSpPr>
            <p:cNvPr id="61" name="Triangle 60">
              <a:extLst>
                <a:ext uri="{FF2B5EF4-FFF2-40B4-BE49-F238E27FC236}">
                  <a16:creationId xmlns:a16="http://schemas.microsoft.com/office/drawing/2014/main" id="{DBE8E419-8BA7-8CDF-5AA8-550FCC013E1E}"/>
                </a:ext>
              </a:extLst>
            </p:cNvPr>
            <p:cNvSpPr>
              <a:spLocks noChangeAspect="1"/>
            </p:cNvSpPr>
            <p:nvPr/>
          </p:nvSpPr>
          <p:spPr>
            <a:xfrm rot="5400000">
              <a:off x="3182912" y="2166503"/>
              <a:ext cx="137160" cy="86913"/>
            </a:xfrm>
            <a:prstGeom prst="triangl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600" b="0" i="0" u="none" strike="noStrike" kern="1200" cap="none" spc="0" normalizeH="0" baseline="0" noProof="0">
                <a:ln>
                  <a:noFill/>
                </a:ln>
                <a:solidFill>
                  <a:prstClr val="white"/>
                </a:solidFill>
                <a:effectLst/>
                <a:uLnTx/>
                <a:uFillTx/>
                <a:latin typeface="Aktiv Grotesk"/>
                <a:ea typeface="+mn-ea"/>
                <a:cs typeface="+mn-cs"/>
              </a:endParaRPr>
            </a:p>
          </p:txBody>
        </p:sp>
        <p:sp>
          <p:nvSpPr>
            <p:cNvPr id="62" name="Triangle 61">
              <a:extLst>
                <a:ext uri="{FF2B5EF4-FFF2-40B4-BE49-F238E27FC236}">
                  <a16:creationId xmlns:a16="http://schemas.microsoft.com/office/drawing/2014/main" id="{A5587543-93BB-096D-6E1D-32BBFD550391}"/>
                </a:ext>
              </a:extLst>
            </p:cNvPr>
            <p:cNvSpPr>
              <a:spLocks noChangeAspect="1"/>
            </p:cNvSpPr>
            <p:nvPr/>
          </p:nvSpPr>
          <p:spPr>
            <a:xfrm rot="5400000">
              <a:off x="3182912" y="3027741"/>
              <a:ext cx="137160" cy="86913"/>
            </a:xfrm>
            <a:prstGeom prst="triangl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600" b="0" i="0" u="none" strike="noStrike" kern="1200" cap="none" spc="0" normalizeH="0" baseline="0" noProof="0">
                <a:ln>
                  <a:noFill/>
                </a:ln>
                <a:solidFill>
                  <a:prstClr val="white"/>
                </a:solidFill>
                <a:effectLst/>
                <a:uLnTx/>
                <a:uFillTx/>
                <a:latin typeface="Aktiv Grotesk"/>
                <a:ea typeface="+mn-ea"/>
                <a:cs typeface="+mn-cs"/>
              </a:endParaRPr>
            </a:p>
          </p:txBody>
        </p:sp>
        <p:sp>
          <p:nvSpPr>
            <p:cNvPr id="63" name="Triangle 62">
              <a:extLst>
                <a:ext uri="{FF2B5EF4-FFF2-40B4-BE49-F238E27FC236}">
                  <a16:creationId xmlns:a16="http://schemas.microsoft.com/office/drawing/2014/main" id="{4FAA46FD-0656-0BDC-D2B7-0CFD6AE4E351}"/>
                </a:ext>
              </a:extLst>
            </p:cNvPr>
            <p:cNvSpPr>
              <a:spLocks noChangeAspect="1"/>
            </p:cNvSpPr>
            <p:nvPr/>
          </p:nvSpPr>
          <p:spPr>
            <a:xfrm rot="5400000">
              <a:off x="3182912" y="3899612"/>
              <a:ext cx="137160" cy="86913"/>
            </a:xfrm>
            <a:prstGeom prst="triangl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600" b="0" i="0" u="none" strike="noStrike" kern="1200" cap="none" spc="0" normalizeH="0" baseline="0" noProof="0">
                <a:ln>
                  <a:noFill/>
                </a:ln>
                <a:solidFill>
                  <a:prstClr val="white"/>
                </a:solidFill>
                <a:effectLst/>
                <a:uLnTx/>
                <a:uFillTx/>
                <a:latin typeface="Aktiv Grotesk"/>
                <a:ea typeface="+mn-ea"/>
                <a:cs typeface="+mn-cs"/>
              </a:endParaRPr>
            </a:p>
          </p:txBody>
        </p:sp>
        <p:sp>
          <p:nvSpPr>
            <p:cNvPr id="64" name="Triangle 63">
              <a:extLst>
                <a:ext uri="{FF2B5EF4-FFF2-40B4-BE49-F238E27FC236}">
                  <a16:creationId xmlns:a16="http://schemas.microsoft.com/office/drawing/2014/main" id="{A91F71CC-69D1-9768-733D-CBE0BD67ABD8}"/>
                </a:ext>
              </a:extLst>
            </p:cNvPr>
            <p:cNvSpPr>
              <a:spLocks noChangeAspect="1"/>
            </p:cNvSpPr>
            <p:nvPr/>
          </p:nvSpPr>
          <p:spPr>
            <a:xfrm rot="5400000">
              <a:off x="3182912" y="4771483"/>
              <a:ext cx="137160" cy="86913"/>
            </a:xfrm>
            <a:prstGeom prst="triangl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600" b="0" i="0" u="none" strike="noStrike" kern="1200" cap="none" spc="0" normalizeH="0" baseline="0" noProof="0">
                <a:ln>
                  <a:noFill/>
                </a:ln>
                <a:solidFill>
                  <a:prstClr val="white"/>
                </a:solidFill>
                <a:effectLst/>
                <a:uLnTx/>
                <a:uFillTx/>
                <a:latin typeface="Aktiv Grotesk"/>
                <a:ea typeface="+mn-ea"/>
                <a:cs typeface="+mn-cs"/>
              </a:endParaRPr>
            </a:p>
          </p:txBody>
        </p:sp>
      </p:grpSp>
      <p:sp>
        <p:nvSpPr>
          <p:cNvPr id="67" name="Triangle 66">
            <a:extLst>
              <a:ext uri="{FF2B5EF4-FFF2-40B4-BE49-F238E27FC236}">
                <a16:creationId xmlns:a16="http://schemas.microsoft.com/office/drawing/2014/main" id="{1B48049D-D2E1-ADFF-A308-EEC5F7FC01A6}"/>
              </a:ext>
            </a:extLst>
          </p:cNvPr>
          <p:cNvSpPr>
            <a:spLocks noChangeAspect="1"/>
          </p:cNvSpPr>
          <p:nvPr/>
        </p:nvSpPr>
        <p:spPr>
          <a:xfrm rot="5400000">
            <a:off x="7950087" y="4186203"/>
            <a:ext cx="137160" cy="86913"/>
          </a:xfrm>
          <a:prstGeom prst="triangl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600" b="0" i="0" u="none" strike="noStrike" kern="1200" cap="none" spc="0" normalizeH="0" baseline="0" noProof="0">
              <a:ln>
                <a:noFill/>
              </a:ln>
              <a:solidFill>
                <a:prstClr val="white"/>
              </a:solidFill>
              <a:effectLst/>
              <a:uLnTx/>
              <a:uFillTx/>
              <a:latin typeface="Aktiv Grotesk"/>
              <a:ea typeface="+mn-ea"/>
              <a:cs typeface="+mn-cs"/>
            </a:endParaRPr>
          </a:p>
        </p:txBody>
      </p:sp>
      <p:sp>
        <p:nvSpPr>
          <p:cNvPr id="68" name="Triangle 67">
            <a:extLst>
              <a:ext uri="{FF2B5EF4-FFF2-40B4-BE49-F238E27FC236}">
                <a16:creationId xmlns:a16="http://schemas.microsoft.com/office/drawing/2014/main" id="{176DC5DD-A0BA-DA38-F83C-BB626A91149D}"/>
              </a:ext>
            </a:extLst>
          </p:cNvPr>
          <p:cNvSpPr>
            <a:spLocks noChangeAspect="1"/>
          </p:cNvSpPr>
          <p:nvPr/>
        </p:nvSpPr>
        <p:spPr>
          <a:xfrm rot="5400000">
            <a:off x="7954452" y="5058074"/>
            <a:ext cx="137160" cy="86913"/>
          </a:xfrm>
          <a:prstGeom prst="triangl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600" b="0" i="0" u="none" strike="noStrike" kern="1200" cap="none" spc="0" normalizeH="0" baseline="0" noProof="0">
              <a:ln>
                <a:noFill/>
              </a:ln>
              <a:solidFill>
                <a:prstClr val="white"/>
              </a:solidFill>
              <a:effectLst/>
              <a:uLnTx/>
              <a:uFillTx/>
              <a:latin typeface="Aktiv Grotesk"/>
              <a:ea typeface="+mn-ea"/>
              <a:cs typeface="+mn-cs"/>
            </a:endParaRPr>
          </a:p>
        </p:txBody>
      </p:sp>
      <p:grpSp>
        <p:nvGrpSpPr>
          <p:cNvPr id="5" name="Group 4">
            <a:extLst>
              <a:ext uri="{FF2B5EF4-FFF2-40B4-BE49-F238E27FC236}">
                <a16:creationId xmlns:a16="http://schemas.microsoft.com/office/drawing/2014/main" id="{7594D0DC-A163-FC52-21BD-2648BD0FCA7D}"/>
              </a:ext>
            </a:extLst>
          </p:cNvPr>
          <p:cNvGrpSpPr/>
          <p:nvPr/>
        </p:nvGrpSpPr>
        <p:grpSpPr>
          <a:xfrm>
            <a:off x="334496" y="5570026"/>
            <a:ext cx="1168244" cy="82296"/>
            <a:chOff x="8420875" y="5299075"/>
            <a:chExt cx="2971800" cy="86258"/>
          </a:xfrm>
        </p:grpSpPr>
        <p:cxnSp>
          <p:nvCxnSpPr>
            <p:cNvPr id="8" name="Straight Connector 7">
              <a:extLst>
                <a:ext uri="{FF2B5EF4-FFF2-40B4-BE49-F238E27FC236}">
                  <a16:creationId xmlns:a16="http://schemas.microsoft.com/office/drawing/2014/main" id="{55ADBDD3-014C-2802-09A1-429D09BEC45B}"/>
                </a:ext>
              </a:extLst>
            </p:cNvPr>
            <p:cNvCxnSpPr>
              <a:cxnSpLocks/>
            </p:cNvCxnSpPr>
            <p:nvPr/>
          </p:nvCxnSpPr>
          <p:spPr>
            <a:xfrm>
              <a:off x="8420875" y="5382158"/>
              <a:ext cx="2971800" cy="0"/>
            </a:xfrm>
            <a:prstGeom prst="line">
              <a:avLst/>
            </a:prstGeom>
            <a:ln w="12700" cmpd="sng">
              <a:solidFill>
                <a:schemeClr val="tx1"/>
              </a:solidFill>
              <a:prstDash val="solid"/>
              <a:headEnd type="none"/>
              <a:tailEnd type="none" w="lg" len="med"/>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2198E6DF-7FFA-46BB-5154-1A41648954DE}"/>
                </a:ext>
              </a:extLst>
            </p:cNvPr>
            <p:cNvCxnSpPr>
              <a:cxnSpLocks/>
            </p:cNvCxnSpPr>
            <p:nvPr/>
          </p:nvCxnSpPr>
          <p:spPr>
            <a:xfrm flipV="1">
              <a:off x="8422255" y="5299075"/>
              <a:ext cx="0" cy="86258"/>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1EA8BDC8-7F30-DEB5-C923-45D4F084EF3E}"/>
                </a:ext>
              </a:extLst>
            </p:cNvPr>
            <p:cNvCxnSpPr>
              <a:cxnSpLocks/>
            </p:cNvCxnSpPr>
            <p:nvPr/>
          </p:nvCxnSpPr>
          <p:spPr>
            <a:xfrm flipV="1">
              <a:off x="11390780" y="5299075"/>
              <a:ext cx="0" cy="86258"/>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53" name="Text Placeholder 35">
            <a:extLst>
              <a:ext uri="{FF2B5EF4-FFF2-40B4-BE49-F238E27FC236}">
                <a16:creationId xmlns:a16="http://schemas.microsoft.com/office/drawing/2014/main" id="{A866D103-DA56-776F-4E2E-55CFED8174B6}"/>
              </a:ext>
            </a:extLst>
          </p:cNvPr>
          <p:cNvSpPr txBox="1">
            <a:spLocks/>
          </p:cNvSpPr>
          <p:nvPr/>
        </p:nvSpPr>
        <p:spPr>
          <a:xfrm>
            <a:off x="515968" y="5585267"/>
            <a:ext cx="822960" cy="123111"/>
          </a:xfrm>
          <a:prstGeom prst="rect">
            <a:avLst/>
          </a:prstGeom>
          <a:solidFill>
            <a:schemeClr val="bg1"/>
          </a:solidFill>
        </p:spPr>
        <p:txBody>
          <a:bodyPr vert="horz" wrap="square" lIns="0" tIns="0" rIns="0" bIns="0" rtlCol="0">
            <a:spAutoFit/>
          </a:bodyPr>
          <a:lstStyle>
            <a:lvl1pPr marL="0" marR="0" indent="0" algn="l" defTabSz="914400" rtl="0" eaLnBrk="1" fontAlgn="base" latinLnBrk="0" hangingPunct="1">
              <a:lnSpc>
                <a:spcPct val="100000"/>
              </a:lnSpc>
              <a:spcBef>
                <a:spcPts val="0"/>
              </a:spcBef>
              <a:spcAft>
                <a:spcPts val="700"/>
              </a:spcAft>
              <a:buClr>
                <a:srgbClr val="EB0000"/>
              </a:buClr>
              <a:buSzTx/>
              <a:buFont typeface="Aktiv Grotesk" panose="020B0604020202020204" pitchFamily="34" charset="0"/>
              <a:buNone/>
              <a:tabLst/>
              <a:defRPr lang="en-US" sz="1900" kern="1200" dirty="0">
                <a:ln w="3175">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9pPr>
          </a:lstStyle>
          <a:p>
            <a:pPr marL="0" marR="0" lvl="0" indent="0" algn="ctr" defTabSz="914400" rtl="0" eaLnBrk="1" fontAlgn="base" latinLnBrk="0" hangingPunct="1">
              <a:lnSpc>
                <a:spcPct val="100000"/>
              </a:lnSpc>
              <a:spcBef>
                <a:spcPts val="0"/>
              </a:spcBef>
              <a:spcAft>
                <a:spcPts val="700"/>
              </a:spcAft>
              <a:buClr>
                <a:srgbClr val="EB0000"/>
              </a:buClr>
              <a:buSzTx/>
              <a:buFont typeface="Aktiv Grotesk" panose="020B0604020202020204" pitchFamily="34" charset="0"/>
              <a:buNone/>
              <a:tabLst/>
              <a:defRPr/>
            </a:pPr>
            <a:r>
              <a:rPr kumimoji="0" lang="en-US" sz="800" b="0" i="0" u="none" strike="noStrike" kern="1200" cap="none" spc="0" normalizeH="0" baseline="0" noProof="0">
                <a:ln w="3175">
                  <a:noFill/>
                </a:ln>
                <a:solidFill>
                  <a:prstClr val="black"/>
                </a:solidFill>
                <a:effectLst/>
                <a:uLnTx/>
                <a:uFillTx/>
                <a:latin typeface="Aktiv Grotesk"/>
                <a:ea typeface="+mn-ea"/>
                <a:cs typeface="+mn-cs"/>
                <a:sym typeface="Aktiv Grotesk"/>
              </a:rPr>
              <a:t>SERVICE LINES</a:t>
            </a:r>
          </a:p>
        </p:txBody>
      </p:sp>
      <p:sp>
        <p:nvSpPr>
          <p:cNvPr id="54" name="Rectangle 53">
            <a:extLst>
              <a:ext uri="{FF2B5EF4-FFF2-40B4-BE49-F238E27FC236}">
                <a16:creationId xmlns:a16="http://schemas.microsoft.com/office/drawing/2014/main" id="{67F5D705-D88A-DFC8-E9D2-6DE077A1D091}"/>
              </a:ext>
            </a:extLst>
          </p:cNvPr>
          <p:cNvSpPr/>
          <p:nvPr/>
        </p:nvSpPr>
        <p:spPr>
          <a:xfrm>
            <a:off x="334495" y="3047893"/>
            <a:ext cx="1280160" cy="640080"/>
          </a:xfrm>
          <a:prstGeom prst="rect">
            <a:avLst/>
          </a:prstGeom>
          <a:solidFill>
            <a:schemeClr val="accent4"/>
          </a:solidFill>
          <a:ln w="95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600" b="0" i="0" u="none" strike="noStrike" kern="1200" cap="none" spc="0" normalizeH="0" baseline="0" noProof="0">
              <a:ln>
                <a:noFill/>
              </a:ln>
              <a:solidFill>
                <a:prstClr val="white"/>
              </a:solidFill>
              <a:effectLst/>
              <a:uLnTx/>
              <a:uFillTx/>
              <a:latin typeface="Aktiv Grotesk"/>
              <a:ea typeface="+mn-ea"/>
              <a:cs typeface="+mn-cs"/>
            </a:endParaRPr>
          </a:p>
        </p:txBody>
      </p:sp>
      <p:sp>
        <p:nvSpPr>
          <p:cNvPr id="55" name="Rectangle 54">
            <a:extLst>
              <a:ext uri="{FF2B5EF4-FFF2-40B4-BE49-F238E27FC236}">
                <a16:creationId xmlns:a16="http://schemas.microsoft.com/office/drawing/2014/main" id="{F6C9CFDF-C057-7E09-EB7D-971060188C89}"/>
              </a:ext>
            </a:extLst>
          </p:cNvPr>
          <p:cNvSpPr/>
          <p:nvPr/>
        </p:nvSpPr>
        <p:spPr>
          <a:xfrm>
            <a:off x="334495" y="3908303"/>
            <a:ext cx="1280160" cy="640080"/>
          </a:xfrm>
          <a:prstGeom prst="rect">
            <a:avLst/>
          </a:prstGeom>
          <a:solidFill>
            <a:schemeClr val="accent2"/>
          </a:solidFill>
          <a:ln w="95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600" b="0" i="0" u="none" strike="noStrike" kern="1200" cap="none" spc="0" normalizeH="0" baseline="0" noProof="0">
              <a:ln>
                <a:noFill/>
              </a:ln>
              <a:solidFill>
                <a:prstClr val="white"/>
              </a:solidFill>
              <a:effectLst/>
              <a:uLnTx/>
              <a:uFillTx/>
              <a:latin typeface="Aktiv Grotesk"/>
              <a:ea typeface="+mn-ea"/>
              <a:cs typeface="+mn-cs"/>
            </a:endParaRPr>
          </a:p>
        </p:txBody>
      </p:sp>
      <p:sp>
        <p:nvSpPr>
          <p:cNvPr id="56" name="Rectangle 55">
            <a:extLst>
              <a:ext uri="{FF2B5EF4-FFF2-40B4-BE49-F238E27FC236}">
                <a16:creationId xmlns:a16="http://schemas.microsoft.com/office/drawing/2014/main" id="{6214AE1D-27C6-FE99-14C1-8B1FC4967FBB}"/>
              </a:ext>
            </a:extLst>
          </p:cNvPr>
          <p:cNvSpPr/>
          <p:nvPr/>
        </p:nvSpPr>
        <p:spPr>
          <a:xfrm>
            <a:off x="334495" y="4791942"/>
            <a:ext cx="1280160" cy="640080"/>
          </a:xfrm>
          <a:prstGeom prst="rect">
            <a:avLst/>
          </a:prstGeom>
          <a:solidFill>
            <a:schemeClr val="bg2"/>
          </a:solidFill>
          <a:ln w="95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600" b="0" i="0" u="none" strike="noStrike" kern="1200" cap="none" spc="0" normalizeH="0" baseline="0" noProof="0">
              <a:ln>
                <a:noFill/>
              </a:ln>
              <a:solidFill>
                <a:prstClr val="white"/>
              </a:solidFill>
              <a:effectLst/>
              <a:uLnTx/>
              <a:uFillTx/>
              <a:latin typeface="Aktiv Grotesk"/>
              <a:ea typeface="+mn-ea"/>
              <a:cs typeface="+mn-cs"/>
            </a:endParaRPr>
          </a:p>
        </p:txBody>
      </p:sp>
      <p:sp>
        <p:nvSpPr>
          <p:cNvPr id="59" name="Text Placeholder 35">
            <a:extLst>
              <a:ext uri="{FF2B5EF4-FFF2-40B4-BE49-F238E27FC236}">
                <a16:creationId xmlns:a16="http://schemas.microsoft.com/office/drawing/2014/main" id="{9BE21E63-AF3D-6B68-D09F-BF3DCF5C21A6}"/>
              </a:ext>
            </a:extLst>
          </p:cNvPr>
          <p:cNvSpPr txBox="1">
            <a:spLocks/>
          </p:cNvSpPr>
          <p:nvPr/>
        </p:nvSpPr>
        <p:spPr>
          <a:xfrm>
            <a:off x="901625" y="3243416"/>
            <a:ext cx="674682" cy="320088"/>
          </a:xfrm>
          <a:prstGeom prst="rect">
            <a:avLst/>
          </a:prstGeom>
          <a:noFill/>
        </p:spPr>
        <p:txBody>
          <a:bodyPr vert="horz" wrap="square" lIns="0" tIns="0" rIns="0" bIns="0" rtlCol="0">
            <a:spAutoFit/>
          </a:bodyPr>
          <a:lstStyle>
            <a:lvl1pPr marL="0" marR="0" indent="0" algn="l" defTabSz="914400" rtl="0" eaLnBrk="1" fontAlgn="base" latinLnBrk="0" hangingPunct="1">
              <a:lnSpc>
                <a:spcPct val="100000"/>
              </a:lnSpc>
              <a:spcBef>
                <a:spcPts val="0"/>
              </a:spcBef>
              <a:spcAft>
                <a:spcPts val="700"/>
              </a:spcAft>
              <a:buClr>
                <a:srgbClr val="EB0000"/>
              </a:buClr>
              <a:buSzTx/>
              <a:buFont typeface="Aktiv Grotesk" panose="020B0604020202020204" pitchFamily="34" charset="0"/>
              <a:buNone/>
              <a:tabLst/>
              <a:defRPr lang="en-US" sz="1900" kern="1200" dirty="0">
                <a:ln w="3175">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base" latinLnBrk="0" hangingPunct="1">
              <a:lnSpc>
                <a:spcPct val="80000"/>
              </a:lnSpc>
              <a:spcBef>
                <a:spcPts val="0"/>
              </a:spcBef>
              <a:spcAft>
                <a:spcPts val="0"/>
              </a:spcAft>
              <a:buClr>
                <a:srgbClr val="EB0000"/>
              </a:buClr>
              <a:buSzTx/>
              <a:buFont typeface="Aktiv Grotesk" panose="020B0604020202020204" pitchFamily="34" charset="0"/>
              <a:buNone/>
              <a:tabLst/>
              <a:defRPr/>
            </a:pPr>
            <a:r>
              <a:rPr kumimoji="0" lang="en-US" sz="1300" b="0" i="0" u="none" strike="noStrike" kern="1200" cap="none" spc="0" normalizeH="0" baseline="0" noProof="0">
                <a:ln w="3175">
                  <a:noFill/>
                </a:ln>
                <a:solidFill>
                  <a:schemeClr val="bg1"/>
                </a:solidFill>
                <a:effectLst/>
                <a:uLnTx/>
                <a:uFillTx/>
                <a:latin typeface="Aktiv Grotesk" panose="020B0604020202020204" pitchFamily="34" charset="0"/>
                <a:ea typeface="+mn-ea"/>
                <a:cs typeface="Aktiv Grotesk" panose="020B0604020202020204" pitchFamily="34" charset="0"/>
              </a:rPr>
              <a:t>Cloud</a:t>
            </a:r>
          </a:p>
          <a:p>
            <a:pPr marL="0" marR="0" lvl="0" indent="0" algn="l" defTabSz="914400" rtl="0" eaLnBrk="1" fontAlgn="base" latinLnBrk="0" hangingPunct="1">
              <a:lnSpc>
                <a:spcPct val="80000"/>
              </a:lnSpc>
              <a:spcBef>
                <a:spcPts val="0"/>
              </a:spcBef>
              <a:spcAft>
                <a:spcPts val="0"/>
              </a:spcAft>
              <a:buClr>
                <a:srgbClr val="EB0000"/>
              </a:buClr>
              <a:buSzTx/>
              <a:buFont typeface="Aktiv Grotesk" panose="020B0604020202020204" pitchFamily="34" charset="0"/>
              <a:buNone/>
              <a:tabLst/>
              <a:defRPr/>
            </a:pPr>
            <a:r>
              <a:rPr kumimoji="0" lang="en-US" sz="1300" b="0" i="0" u="none" strike="noStrike" kern="1200" cap="none" spc="0" normalizeH="0" baseline="0" noProof="0">
                <a:ln w="3175">
                  <a:noFill/>
                </a:ln>
                <a:solidFill>
                  <a:schemeClr val="bg1"/>
                </a:solidFill>
                <a:effectLst/>
                <a:uLnTx/>
                <a:uFillTx/>
                <a:latin typeface="Aktiv Grotesk" panose="020B0604020202020204" pitchFamily="34" charset="0"/>
                <a:ea typeface="+mn-ea"/>
                <a:cs typeface="Aktiv Grotesk" panose="020B0604020202020204" pitchFamily="34" charset="0"/>
              </a:rPr>
              <a:t>data</a:t>
            </a:r>
          </a:p>
        </p:txBody>
      </p:sp>
      <p:sp>
        <p:nvSpPr>
          <p:cNvPr id="69" name="Freeform 177">
            <a:extLst>
              <a:ext uri="{FF2B5EF4-FFF2-40B4-BE49-F238E27FC236}">
                <a16:creationId xmlns:a16="http://schemas.microsoft.com/office/drawing/2014/main" id="{B1EA3E93-F8FB-852C-2444-FB6BC8C461EC}"/>
              </a:ext>
            </a:extLst>
          </p:cNvPr>
          <p:cNvSpPr>
            <a:spLocks noChangeAspect="1"/>
          </p:cNvSpPr>
          <p:nvPr/>
        </p:nvSpPr>
        <p:spPr>
          <a:xfrm>
            <a:off x="464622" y="3245034"/>
            <a:ext cx="274319" cy="274320"/>
          </a:xfrm>
          <a:custGeom>
            <a:avLst/>
            <a:gdLst>
              <a:gd name="connsiteX0" fmla="*/ 76200 w 152400"/>
              <a:gd name="connsiteY0" fmla="*/ 0 h 152400"/>
              <a:gd name="connsiteX1" fmla="*/ 152400 w 152400"/>
              <a:gd name="connsiteY1" fmla="*/ 15949 h 152400"/>
              <a:gd name="connsiteX2" fmla="*/ 76200 w 152400"/>
              <a:gd name="connsiteY2" fmla="*/ 31898 h 152400"/>
              <a:gd name="connsiteX3" fmla="*/ 0 w 152400"/>
              <a:gd name="connsiteY3" fmla="*/ 15949 h 152400"/>
              <a:gd name="connsiteX4" fmla="*/ 76200 w 152400"/>
              <a:gd name="connsiteY4" fmla="*/ 0 h 152400"/>
              <a:gd name="connsiteX5" fmla="*/ 0 w 152400"/>
              <a:gd name="connsiteY5" fmla="*/ 112315 h 152400"/>
              <a:gd name="connsiteX6" fmla="*/ 0 w 152400"/>
              <a:gd name="connsiteY6" fmla="*/ 136451 h 152400"/>
              <a:gd name="connsiteX7" fmla="*/ 76200 w 152400"/>
              <a:gd name="connsiteY7" fmla="*/ 152400 h 152400"/>
              <a:gd name="connsiteX8" fmla="*/ 152400 w 152400"/>
              <a:gd name="connsiteY8" fmla="*/ 136451 h 152400"/>
              <a:gd name="connsiteX9" fmla="*/ 152400 w 152400"/>
              <a:gd name="connsiteY9" fmla="*/ 112315 h 152400"/>
              <a:gd name="connsiteX10" fmla="*/ 76200 w 152400"/>
              <a:gd name="connsiteY10" fmla="*/ 124962 h 152400"/>
              <a:gd name="connsiteX11" fmla="*/ 0 w 152400"/>
              <a:gd name="connsiteY11" fmla="*/ 112315 h 152400"/>
              <a:gd name="connsiteX12" fmla="*/ 0 w 152400"/>
              <a:gd name="connsiteY12" fmla="*/ 72147 h 152400"/>
              <a:gd name="connsiteX13" fmla="*/ 0 w 152400"/>
              <a:gd name="connsiteY13" fmla="*/ 96284 h 152400"/>
              <a:gd name="connsiteX14" fmla="*/ 76200 w 152400"/>
              <a:gd name="connsiteY14" fmla="*/ 112233 h 152400"/>
              <a:gd name="connsiteX15" fmla="*/ 152400 w 152400"/>
              <a:gd name="connsiteY15" fmla="*/ 96284 h 152400"/>
              <a:gd name="connsiteX16" fmla="*/ 152400 w 152400"/>
              <a:gd name="connsiteY16" fmla="*/ 72147 h 152400"/>
              <a:gd name="connsiteX17" fmla="*/ 76200 w 152400"/>
              <a:gd name="connsiteY17" fmla="*/ 84795 h 152400"/>
              <a:gd name="connsiteX18" fmla="*/ 0 w 152400"/>
              <a:gd name="connsiteY18" fmla="*/ 72147 h 152400"/>
              <a:gd name="connsiteX19" fmla="*/ 0 w 152400"/>
              <a:gd name="connsiteY19" fmla="*/ 31980 h 152400"/>
              <a:gd name="connsiteX20" fmla="*/ 0 w 152400"/>
              <a:gd name="connsiteY20" fmla="*/ 56116 h 152400"/>
              <a:gd name="connsiteX21" fmla="*/ 76200 w 152400"/>
              <a:gd name="connsiteY21" fmla="*/ 72065 h 152400"/>
              <a:gd name="connsiteX22" fmla="*/ 152400 w 152400"/>
              <a:gd name="connsiteY22" fmla="*/ 56116 h 152400"/>
              <a:gd name="connsiteX23" fmla="*/ 152400 w 152400"/>
              <a:gd name="connsiteY23" fmla="*/ 31980 h 152400"/>
              <a:gd name="connsiteX24" fmla="*/ 76200 w 152400"/>
              <a:gd name="connsiteY24" fmla="*/ 44627 h 152400"/>
              <a:gd name="connsiteX25" fmla="*/ 0 w 152400"/>
              <a:gd name="connsiteY25" fmla="*/ 31980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2400" h="152400">
                <a:moveTo>
                  <a:pt x="76200" y="0"/>
                </a:moveTo>
                <a:cubicBezTo>
                  <a:pt x="125697" y="0"/>
                  <a:pt x="152400" y="11317"/>
                  <a:pt x="152400" y="15949"/>
                </a:cubicBezTo>
                <a:cubicBezTo>
                  <a:pt x="152400" y="20581"/>
                  <a:pt x="125697" y="31898"/>
                  <a:pt x="76200" y="31898"/>
                </a:cubicBezTo>
                <a:cubicBezTo>
                  <a:pt x="26703" y="31898"/>
                  <a:pt x="0" y="20581"/>
                  <a:pt x="0" y="15949"/>
                </a:cubicBezTo>
                <a:cubicBezTo>
                  <a:pt x="0" y="11317"/>
                  <a:pt x="26703" y="0"/>
                  <a:pt x="76200" y="0"/>
                </a:cubicBezTo>
                <a:close/>
                <a:moveTo>
                  <a:pt x="0" y="112315"/>
                </a:moveTo>
                <a:lnTo>
                  <a:pt x="0" y="136451"/>
                </a:lnTo>
                <a:cubicBezTo>
                  <a:pt x="0" y="141083"/>
                  <a:pt x="26703" y="152400"/>
                  <a:pt x="76200" y="152400"/>
                </a:cubicBezTo>
                <a:cubicBezTo>
                  <a:pt x="125697" y="152400"/>
                  <a:pt x="152400" y="141083"/>
                  <a:pt x="152400" y="136451"/>
                </a:cubicBezTo>
                <a:lnTo>
                  <a:pt x="152400" y="112315"/>
                </a:lnTo>
                <a:cubicBezTo>
                  <a:pt x="134416" y="121563"/>
                  <a:pt x="101349" y="124962"/>
                  <a:pt x="76200" y="124962"/>
                </a:cubicBezTo>
                <a:cubicBezTo>
                  <a:pt x="51052" y="124962"/>
                  <a:pt x="17984" y="121563"/>
                  <a:pt x="0" y="112315"/>
                </a:cubicBezTo>
                <a:close/>
                <a:moveTo>
                  <a:pt x="0" y="72147"/>
                </a:moveTo>
                <a:lnTo>
                  <a:pt x="0" y="96284"/>
                </a:lnTo>
                <a:cubicBezTo>
                  <a:pt x="0" y="100915"/>
                  <a:pt x="26703" y="112233"/>
                  <a:pt x="76200" y="112233"/>
                </a:cubicBezTo>
                <a:cubicBezTo>
                  <a:pt x="125697" y="112233"/>
                  <a:pt x="152400" y="100915"/>
                  <a:pt x="152400" y="96284"/>
                </a:cubicBezTo>
                <a:lnTo>
                  <a:pt x="152400" y="72147"/>
                </a:lnTo>
                <a:cubicBezTo>
                  <a:pt x="134416" y="81396"/>
                  <a:pt x="101349" y="84795"/>
                  <a:pt x="76200" y="84795"/>
                </a:cubicBezTo>
                <a:cubicBezTo>
                  <a:pt x="51052" y="84795"/>
                  <a:pt x="17984" y="81396"/>
                  <a:pt x="0" y="72147"/>
                </a:cubicBezTo>
                <a:close/>
                <a:moveTo>
                  <a:pt x="0" y="31980"/>
                </a:moveTo>
                <a:lnTo>
                  <a:pt x="0" y="56116"/>
                </a:lnTo>
                <a:cubicBezTo>
                  <a:pt x="0" y="60748"/>
                  <a:pt x="26703" y="72065"/>
                  <a:pt x="76200" y="72065"/>
                </a:cubicBezTo>
                <a:cubicBezTo>
                  <a:pt x="125697" y="72065"/>
                  <a:pt x="152400" y="60748"/>
                  <a:pt x="152400" y="56116"/>
                </a:cubicBezTo>
                <a:lnTo>
                  <a:pt x="152400" y="31980"/>
                </a:lnTo>
                <a:cubicBezTo>
                  <a:pt x="134416" y="41228"/>
                  <a:pt x="101349" y="44627"/>
                  <a:pt x="76200" y="44627"/>
                </a:cubicBezTo>
                <a:cubicBezTo>
                  <a:pt x="51052" y="44627"/>
                  <a:pt x="17984" y="41228"/>
                  <a:pt x="0" y="31980"/>
                </a:cubicBezTo>
                <a:close/>
              </a:path>
            </a:pathLst>
          </a:custGeom>
          <a:noFill/>
          <a:ln w="9525" cap="flat">
            <a:solidFill>
              <a:schemeClr val="bg1"/>
            </a:solidFill>
            <a:prstDash val="solid"/>
            <a:miter/>
          </a:ln>
        </p:spPr>
        <p:txBody>
          <a:bodyPr rtlCol="0" anchor="ctr"/>
          <a:lstStyle/>
          <a:p>
            <a:pPr marL="0" marR="0" lvl="0" indent="0" algn="l" defTabSz="2286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chemeClr val="bg1"/>
              </a:solidFill>
              <a:effectLst/>
              <a:uLnTx/>
              <a:uFillTx/>
              <a:latin typeface="Aktiv Grotesk"/>
              <a:ea typeface="+mn-ea"/>
              <a:cs typeface="+mn-cs"/>
            </a:endParaRPr>
          </a:p>
        </p:txBody>
      </p:sp>
      <p:sp>
        <p:nvSpPr>
          <p:cNvPr id="70" name="Text Placeholder 35">
            <a:extLst>
              <a:ext uri="{FF2B5EF4-FFF2-40B4-BE49-F238E27FC236}">
                <a16:creationId xmlns:a16="http://schemas.microsoft.com/office/drawing/2014/main" id="{AEA0F8DE-DD8B-8493-8F68-052773DFE8FF}"/>
              </a:ext>
            </a:extLst>
          </p:cNvPr>
          <p:cNvSpPr txBox="1">
            <a:spLocks/>
          </p:cNvSpPr>
          <p:nvPr/>
        </p:nvSpPr>
        <p:spPr>
          <a:xfrm>
            <a:off x="901625" y="4088099"/>
            <a:ext cx="674682" cy="320088"/>
          </a:xfrm>
          <a:prstGeom prst="rect">
            <a:avLst/>
          </a:prstGeom>
          <a:noFill/>
        </p:spPr>
        <p:txBody>
          <a:bodyPr vert="horz" wrap="square" lIns="0" tIns="0" rIns="0" bIns="0" rtlCol="0">
            <a:spAutoFit/>
          </a:bodyPr>
          <a:lstStyle>
            <a:lvl1pPr marL="0" marR="0" indent="0" algn="l" defTabSz="914400" rtl="0" eaLnBrk="1" fontAlgn="base" latinLnBrk="0" hangingPunct="1">
              <a:lnSpc>
                <a:spcPct val="100000"/>
              </a:lnSpc>
              <a:spcBef>
                <a:spcPts val="0"/>
              </a:spcBef>
              <a:spcAft>
                <a:spcPts val="700"/>
              </a:spcAft>
              <a:buClr>
                <a:srgbClr val="EB0000"/>
              </a:buClr>
              <a:buSzTx/>
              <a:buFont typeface="Aktiv Grotesk" panose="020B0604020202020204" pitchFamily="34" charset="0"/>
              <a:buNone/>
              <a:tabLst/>
              <a:defRPr lang="en-US" sz="1900" kern="1200" dirty="0">
                <a:ln w="3175">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base" latinLnBrk="0" hangingPunct="1">
              <a:lnSpc>
                <a:spcPct val="80000"/>
              </a:lnSpc>
              <a:spcBef>
                <a:spcPts val="0"/>
              </a:spcBef>
              <a:spcAft>
                <a:spcPts val="0"/>
              </a:spcAft>
              <a:buClr>
                <a:srgbClr val="EB0000"/>
              </a:buClr>
              <a:buSzTx/>
              <a:buFont typeface="Aktiv Grotesk" panose="020B0604020202020204" pitchFamily="34" charset="0"/>
              <a:buNone/>
              <a:tabLst/>
              <a:defRPr/>
            </a:pPr>
            <a:r>
              <a:rPr kumimoji="0" lang="en-US" sz="1300" b="0" i="0" u="none" strike="noStrike" kern="1200" cap="none" spc="0" normalizeH="0" baseline="0" noProof="0">
                <a:ln w="3175">
                  <a:noFill/>
                </a:ln>
                <a:solidFill>
                  <a:schemeClr val="bg1"/>
                </a:solidFill>
                <a:effectLst/>
                <a:uLnTx/>
                <a:uFillTx/>
                <a:latin typeface="Aktiv Grotesk" panose="020B0604020202020204" pitchFamily="34" charset="0"/>
                <a:ea typeface="+mn-ea"/>
                <a:cs typeface="Aktiv Grotesk" panose="020B0604020202020204" pitchFamily="34" charset="0"/>
              </a:rPr>
              <a:t>Cloud</a:t>
            </a:r>
          </a:p>
          <a:p>
            <a:pPr marL="0" marR="0" lvl="0" indent="0" algn="l" defTabSz="914400" rtl="0" eaLnBrk="1" fontAlgn="base" latinLnBrk="0" hangingPunct="1">
              <a:lnSpc>
                <a:spcPct val="80000"/>
              </a:lnSpc>
              <a:spcBef>
                <a:spcPts val="0"/>
              </a:spcBef>
              <a:spcAft>
                <a:spcPts val="0"/>
              </a:spcAft>
              <a:buClr>
                <a:srgbClr val="EB0000"/>
              </a:buClr>
              <a:buSzTx/>
              <a:buFont typeface="Aktiv Grotesk" panose="020B0604020202020204" pitchFamily="34" charset="0"/>
              <a:buNone/>
              <a:tabLst/>
              <a:defRPr/>
            </a:pPr>
            <a:r>
              <a:rPr kumimoji="0" lang="en-US" sz="1300" b="0" i="0" u="none" strike="noStrike" kern="1200" cap="none" spc="0" normalizeH="0" baseline="0" noProof="0">
                <a:ln w="3175">
                  <a:noFill/>
                </a:ln>
                <a:solidFill>
                  <a:schemeClr val="bg1"/>
                </a:solidFill>
                <a:effectLst/>
                <a:uLnTx/>
                <a:uFillTx/>
                <a:latin typeface="Aktiv Grotesk" panose="020B0604020202020204" pitchFamily="34" charset="0"/>
                <a:ea typeface="+mn-ea"/>
                <a:cs typeface="Aktiv Grotesk" panose="020B0604020202020204" pitchFamily="34" charset="0"/>
              </a:rPr>
              <a:t>platform</a:t>
            </a:r>
          </a:p>
        </p:txBody>
      </p:sp>
      <p:sp>
        <p:nvSpPr>
          <p:cNvPr id="71" name="Freeform 193">
            <a:extLst>
              <a:ext uri="{FF2B5EF4-FFF2-40B4-BE49-F238E27FC236}">
                <a16:creationId xmlns:a16="http://schemas.microsoft.com/office/drawing/2014/main" id="{2BD59081-B0E9-4D44-9231-CCB4DFA90484}"/>
              </a:ext>
            </a:extLst>
          </p:cNvPr>
          <p:cNvSpPr>
            <a:spLocks noChangeAspect="1"/>
          </p:cNvSpPr>
          <p:nvPr/>
        </p:nvSpPr>
        <p:spPr>
          <a:xfrm>
            <a:off x="423718" y="4089717"/>
            <a:ext cx="356773" cy="274320"/>
          </a:xfrm>
          <a:custGeom>
            <a:avLst/>
            <a:gdLst>
              <a:gd name="connsiteX0" fmla="*/ 380274 w 457200"/>
              <a:gd name="connsiteY0" fmla="*/ 185728 h 352425"/>
              <a:gd name="connsiteX1" fmla="*/ 457200 w 457200"/>
              <a:gd name="connsiteY1" fmla="*/ 268951 h 352425"/>
              <a:gd name="connsiteX2" fmla="*/ 373726 w 457200"/>
              <a:gd name="connsiteY2" fmla="*/ 352425 h 352425"/>
              <a:gd name="connsiteX3" fmla="*/ 94338 w 457200"/>
              <a:gd name="connsiteY3" fmla="*/ 352425 h 352425"/>
              <a:gd name="connsiteX4" fmla="*/ 0 w 457200"/>
              <a:gd name="connsiteY4" fmla="*/ 258087 h 352425"/>
              <a:gd name="connsiteX5" fmla="*/ 62973 w 457200"/>
              <a:gd name="connsiteY5" fmla="*/ 169088 h 352425"/>
              <a:gd name="connsiteX6" fmla="*/ 45746 w 457200"/>
              <a:gd name="connsiteY6" fmla="*/ 109984 h 352425"/>
              <a:gd name="connsiteX7" fmla="*/ 155739 w 457200"/>
              <a:gd name="connsiteY7" fmla="*/ 0 h 352425"/>
              <a:gd name="connsiteX8" fmla="*/ 263203 w 457200"/>
              <a:gd name="connsiteY8" fmla="*/ 86488 h 352425"/>
              <a:gd name="connsiteX9" fmla="*/ 308707 w 457200"/>
              <a:gd name="connsiteY9" fmla="*/ 72144 h 352425"/>
              <a:gd name="connsiteX10" fmla="*/ 388032 w 457200"/>
              <a:gd name="connsiteY10" fmla="*/ 151470 h 352425"/>
              <a:gd name="connsiteX11" fmla="*/ 380274 w 457200"/>
              <a:gd name="connsiteY11" fmla="*/ 185728 h 352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57200" h="352425">
                <a:moveTo>
                  <a:pt x="380274" y="185728"/>
                </a:moveTo>
                <a:cubicBezTo>
                  <a:pt x="423314" y="189068"/>
                  <a:pt x="457200" y="225047"/>
                  <a:pt x="457200" y="268951"/>
                </a:cubicBezTo>
                <a:cubicBezTo>
                  <a:pt x="457200" y="315051"/>
                  <a:pt x="419826" y="352425"/>
                  <a:pt x="373726" y="352425"/>
                </a:cubicBezTo>
                <a:lnTo>
                  <a:pt x="94338" y="352425"/>
                </a:lnTo>
                <a:cubicBezTo>
                  <a:pt x="42230" y="352425"/>
                  <a:pt x="0" y="310195"/>
                  <a:pt x="0" y="258087"/>
                </a:cubicBezTo>
                <a:cubicBezTo>
                  <a:pt x="0" y="216982"/>
                  <a:pt x="26287" y="182017"/>
                  <a:pt x="62973" y="169088"/>
                </a:cubicBezTo>
                <a:cubicBezTo>
                  <a:pt x="52071" y="152019"/>
                  <a:pt x="45746" y="131741"/>
                  <a:pt x="45746" y="109984"/>
                </a:cubicBezTo>
                <a:cubicBezTo>
                  <a:pt x="45746" y="49243"/>
                  <a:pt x="94999" y="0"/>
                  <a:pt x="155739" y="0"/>
                </a:cubicBezTo>
                <a:cubicBezTo>
                  <a:pt x="208415" y="0"/>
                  <a:pt x="252431" y="37030"/>
                  <a:pt x="263203" y="86488"/>
                </a:cubicBezTo>
                <a:cubicBezTo>
                  <a:pt x="276076" y="77447"/>
                  <a:pt x="291778" y="72144"/>
                  <a:pt x="308707" y="72144"/>
                </a:cubicBezTo>
                <a:cubicBezTo>
                  <a:pt x="352518" y="72144"/>
                  <a:pt x="388032" y="107658"/>
                  <a:pt x="388032" y="151470"/>
                </a:cubicBezTo>
                <a:cubicBezTo>
                  <a:pt x="388032" y="163739"/>
                  <a:pt x="385242" y="175357"/>
                  <a:pt x="380274" y="185728"/>
                </a:cubicBezTo>
                <a:close/>
              </a:path>
            </a:pathLst>
          </a:custGeom>
          <a:noFill/>
          <a:ln w="9525" cap="flat">
            <a:solidFill>
              <a:schemeClr val="bg1"/>
            </a:solidFill>
            <a:prstDash val="solid"/>
            <a:miter/>
          </a:ln>
        </p:spPr>
        <p:txBody>
          <a:bodyPr rtlCol="0" anchor="ctr"/>
          <a:lstStyle/>
          <a:p>
            <a:pPr marL="0" marR="0" lvl="0" indent="0" algn="l" defTabSz="2286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chemeClr val="bg1"/>
              </a:solidFill>
              <a:effectLst/>
              <a:uLnTx/>
              <a:uFillTx/>
              <a:latin typeface="Aktiv Grotesk"/>
              <a:ea typeface="+mn-ea"/>
              <a:cs typeface="+mn-cs"/>
            </a:endParaRPr>
          </a:p>
        </p:txBody>
      </p:sp>
      <p:sp>
        <p:nvSpPr>
          <p:cNvPr id="72" name="Text Placeholder 35">
            <a:extLst>
              <a:ext uri="{FF2B5EF4-FFF2-40B4-BE49-F238E27FC236}">
                <a16:creationId xmlns:a16="http://schemas.microsoft.com/office/drawing/2014/main" id="{92C6C775-4385-5490-6679-D0DE1895DF06}"/>
              </a:ext>
            </a:extLst>
          </p:cNvPr>
          <p:cNvSpPr txBox="1">
            <a:spLocks/>
          </p:cNvSpPr>
          <p:nvPr/>
        </p:nvSpPr>
        <p:spPr>
          <a:xfrm>
            <a:off x="901625" y="4961311"/>
            <a:ext cx="674682" cy="320088"/>
          </a:xfrm>
          <a:prstGeom prst="rect">
            <a:avLst/>
          </a:prstGeom>
          <a:noFill/>
        </p:spPr>
        <p:txBody>
          <a:bodyPr vert="horz" wrap="square" lIns="0" tIns="0" rIns="0" bIns="0" rtlCol="0">
            <a:spAutoFit/>
          </a:bodyPr>
          <a:lstStyle>
            <a:lvl1pPr marL="0" marR="0" indent="0" algn="l" defTabSz="914400" rtl="0" eaLnBrk="1" fontAlgn="base" latinLnBrk="0" hangingPunct="1">
              <a:lnSpc>
                <a:spcPct val="100000"/>
              </a:lnSpc>
              <a:spcBef>
                <a:spcPts val="0"/>
              </a:spcBef>
              <a:spcAft>
                <a:spcPts val="700"/>
              </a:spcAft>
              <a:buClr>
                <a:srgbClr val="EB0000"/>
              </a:buClr>
              <a:buSzTx/>
              <a:buFont typeface="Aktiv Grotesk" panose="020B0604020202020204" pitchFamily="34" charset="0"/>
              <a:buNone/>
              <a:tabLst/>
              <a:defRPr lang="en-US" sz="1900" kern="1200" dirty="0">
                <a:ln w="3175">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base" latinLnBrk="0" hangingPunct="1">
              <a:lnSpc>
                <a:spcPct val="80000"/>
              </a:lnSpc>
              <a:spcBef>
                <a:spcPts val="0"/>
              </a:spcBef>
              <a:spcAft>
                <a:spcPts val="0"/>
              </a:spcAft>
              <a:buClr>
                <a:srgbClr val="EB0000"/>
              </a:buClr>
              <a:buSzTx/>
              <a:buFont typeface="Aktiv Grotesk" panose="020B0604020202020204" pitchFamily="34" charset="0"/>
              <a:buNone/>
              <a:tabLst/>
              <a:defRPr/>
            </a:pPr>
            <a:r>
              <a:rPr kumimoji="0" lang="en-US" sz="1300" b="0" i="0" u="none" strike="noStrike" kern="1200" cap="none" spc="0" normalizeH="0" baseline="0" noProof="0">
                <a:ln w="3175">
                  <a:noFill/>
                </a:ln>
                <a:solidFill>
                  <a:schemeClr val="bg1"/>
                </a:solidFill>
                <a:effectLst/>
                <a:uLnTx/>
                <a:uFillTx/>
                <a:latin typeface="Aktiv Grotesk" panose="020B0604020202020204" pitchFamily="34" charset="0"/>
                <a:ea typeface="+mn-ea"/>
                <a:cs typeface="Aktiv Grotesk" panose="020B0604020202020204" pitchFamily="34" charset="0"/>
              </a:rPr>
              <a:t>Cloud</a:t>
            </a:r>
          </a:p>
          <a:p>
            <a:pPr marL="0" marR="0" lvl="0" indent="0" algn="l" defTabSz="914400" rtl="0" eaLnBrk="1" fontAlgn="base" latinLnBrk="0" hangingPunct="1">
              <a:lnSpc>
                <a:spcPct val="80000"/>
              </a:lnSpc>
              <a:spcBef>
                <a:spcPts val="0"/>
              </a:spcBef>
              <a:spcAft>
                <a:spcPts val="0"/>
              </a:spcAft>
              <a:buClr>
                <a:srgbClr val="EB0000"/>
              </a:buClr>
              <a:buSzTx/>
              <a:buFont typeface="Aktiv Grotesk" panose="020B0604020202020204" pitchFamily="34" charset="0"/>
              <a:buNone/>
              <a:tabLst/>
              <a:defRPr/>
            </a:pPr>
            <a:r>
              <a:rPr kumimoji="0" lang="en-US" sz="1300" b="0" i="0" u="none" strike="noStrike" kern="1200" cap="none" spc="0" normalizeH="0" baseline="0" noProof="0">
                <a:ln w="3175">
                  <a:noFill/>
                </a:ln>
                <a:solidFill>
                  <a:schemeClr val="bg1"/>
                </a:solidFill>
                <a:effectLst/>
                <a:uLnTx/>
                <a:uFillTx/>
                <a:latin typeface="Aktiv Grotesk" panose="020B0604020202020204" pitchFamily="34" charset="0"/>
                <a:ea typeface="+mn-ea"/>
                <a:cs typeface="Aktiv Grotesk" panose="020B0604020202020204" pitchFamily="34" charset="0"/>
              </a:rPr>
              <a:t>security</a:t>
            </a:r>
          </a:p>
        </p:txBody>
      </p:sp>
      <p:grpSp>
        <p:nvGrpSpPr>
          <p:cNvPr id="73" name="Group 72">
            <a:extLst>
              <a:ext uri="{FF2B5EF4-FFF2-40B4-BE49-F238E27FC236}">
                <a16:creationId xmlns:a16="http://schemas.microsoft.com/office/drawing/2014/main" id="{DBB62613-F616-1181-E656-D3A87CA6969E}"/>
              </a:ext>
            </a:extLst>
          </p:cNvPr>
          <p:cNvGrpSpPr>
            <a:grpSpLocks noChangeAspect="1"/>
          </p:cNvGrpSpPr>
          <p:nvPr/>
        </p:nvGrpSpPr>
        <p:grpSpPr>
          <a:xfrm>
            <a:off x="446319" y="4927842"/>
            <a:ext cx="312928" cy="365760"/>
            <a:chOff x="664874" y="5113460"/>
            <a:chExt cx="238718" cy="279021"/>
          </a:xfrm>
        </p:grpSpPr>
        <p:sp>
          <p:nvSpPr>
            <p:cNvPr id="74" name="Freeform 226">
              <a:extLst>
                <a:ext uri="{FF2B5EF4-FFF2-40B4-BE49-F238E27FC236}">
                  <a16:creationId xmlns:a16="http://schemas.microsoft.com/office/drawing/2014/main" id="{AA5D2543-FB4B-FF22-5A3C-A4CE6E26B611}"/>
                </a:ext>
              </a:extLst>
            </p:cNvPr>
            <p:cNvSpPr>
              <a:spLocks noChangeArrowheads="1"/>
            </p:cNvSpPr>
            <p:nvPr/>
          </p:nvSpPr>
          <p:spPr bwMode="auto">
            <a:xfrm>
              <a:off x="731012" y="5239536"/>
              <a:ext cx="106441" cy="79573"/>
            </a:xfrm>
            <a:custGeom>
              <a:avLst/>
              <a:gdLst>
                <a:gd name="T0" fmla="*/ 28 w 452"/>
                <a:gd name="T1" fmla="*/ 0 h 339"/>
                <a:gd name="T2" fmla="*/ 0 w 452"/>
                <a:gd name="T3" fmla="*/ 28 h 339"/>
                <a:gd name="T4" fmla="*/ 0 w 452"/>
                <a:gd name="T5" fmla="*/ 310 h 339"/>
                <a:gd name="T6" fmla="*/ 28 w 452"/>
                <a:gd name="T7" fmla="*/ 338 h 339"/>
                <a:gd name="T8" fmla="*/ 423 w 452"/>
                <a:gd name="T9" fmla="*/ 338 h 339"/>
                <a:gd name="T10" fmla="*/ 451 w 452"/>
                <a:gd name="T11" fmla="*/ 310 h 339"/>
                <a:gd name="T12" fmla="*/ 451 w 452"/>
                <a:gd name="T13" fmla="*/ 28 h 339"/>
                <a:gd name="T14" fmla="*/ 443 w 452"/>
                <a:gd name="T15" fmla="*/ 8 h 339"/>
                <a:gd name="T16" fmla="*/ 423 w 452"/>
                <a:gd name="T17" fmla="*/ 0 h 339"/>
                <a:gd name="T18" fmla="*/ 28 w 452"/>
                <a:gd name="T19" fmla="*/ 0 h 3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52" h="339">
                  <a:moveTo>
                    <a:pt x="28" y="0"/>
                  </a:moveTo>
                  <a:cubicBezTo>
                    <a:pt x="12" y="0"/>
                    <a:pt x="0" y="12"/>
                    <a:pt x="0" y="28"/>
                  </a:cubicBezTo>
                  <a:cubicBezTo>
                    <a:pt x="0" y="122"/>
                    <a:pt x="0" y="216"/>
                    <a:pt x="0" y="310"/>
                  </a:cubicBezTo>
                  <a:cubicBezTo>
                    <a:pt x="0" y="326"/>
                    <a:pt x="12" y="338"/>
                    <a:pt x="28" y="338"/>
                  </a:cubicBezTo>
                  <a:cubicBezTo>
                    <a:pt x="160" y="338"/>
                    <a:pt x="292" y="338"/>
                    <a:pt x="423" y="338"/>
                  </a:cubicBezTo>
                  <a:cubicBezTo>
                    <a:pt x="439" y="338"/>
                    <a:pt x="451" y="326"/>
                    <a:pt x="451" y="310"/>
                  </a:cubicBezTo>
                  <a:cubicBezTo>
                    <a:pt x="451" y="216"/>
                    <a:pt x="451" y="122"/>
                    <a:pt x="451" y="28"/>
                  </a:cubicBezTo>
                  <a:cubicBezTo>
                    <a:pt x="451" y="20"/>
                    <a:pt x="448" y="13"/>
                    <a:pt x="443" y="8"/>
                  </a:cubicBezTo>
                  <a:cubicBezTo>
                    <a:pt x="438" y="3"/>
                    <a:pt x="431" y="0"/>
                    <a:pt x="423" y="0"/>
                  </a:cubicBezTo>
                  <a:cubicBezTo>
                    <a:pt x="292" y="0"/>
                    <a:pt x="160" y="0"/>
                    <a:pt x="28" y="0"/>
                  </a:cubicBezTo>
                </a:path>
              </a:pathLst>
            </a:custGeom>
            <a:noFill/>
            <a:ln w="9525" cap="flat">
              <a:solidFill>
                <a:schemeClr val="bg1"/>
              </a:solidFill>
              <a:prstDash val="solid"/>
              <a:miter/>
            </a:ln>
          </p:spPr>
          <p:txBody>
            <a:bodyPr rtlCol="0" anchor="ctr"/>
            <a:lstStyle/>
            <a:p>
              <a:pPr marL="0" marR="0" lvl="0" indent="0" algn="l" defTabSz="2286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chemeClr val="bg1"/>
                </a:solidFill>
                <a:effectLst/>
                <a:uLnTx/>
                <a:uFillTx/>
                <a:latin typeface="Aktiv Grotesk"/>
                <a:ea typeface="+mn-ea"/>
                <a:cs typeface="+mn-cs"/>
              </a:endParaRPr>
            </a:p>
          </p:txBody>
        </p:sp>
        <p:sp>
          <p:nvSpPr>
            <p:cNvPr id="75" name="Freeform 227">
              <a:extLst>
                <a:ext uri="{FF2B5EF4-FFF2-40B4-BE49-F238E27FC236}">
                  <a16:creationId xmlns:a16="http://schemas.microsoft.com/office/drawing/2014/main" id="{A42AE650-3646-5243-E2EE-0C83AA9536E5}"/>
                </a:ext>
              </a:extLst>
            </p:cNvPr>
            <p:cNvSpPr>
              <a:spLocks noChangeArrowheads="1"/>
            </p:cNvSpPr>
            <p:nvPr/>
          </p:nvSpPr>
          <p:spPr bwMode="auto">
            <a:xfrm>
              <a:off x="750647" y="5173398"/>
              <a:ext cx="66138" cy="66139"/>
            </a:xfrm>
            <a:custGeom>
              <a:avLst/>
              <a:gdLst>
                <a:gd name="T0" fmla="*/ 282 w 283"/>
                <a:gd name="T1" fmla="*/ 283 h 284"/>
                <a:gd name="T2" fmla="*/ 282 w 283"/>
                <a:gd name="T3" fmla="*/ 142 h 284"/>
                <a:gd name="T4" fmla="*/ 141 w 283"/>
                <a:gd name="T5" fmla="*/ 0 h 284"/>
                <a:gd name="T6" fmla="*/ 0 w 283"/>
                <a:gd name="T7" fmla="*/ 142 h 284"/>
                <a:gd name="T8" fmla="*/ 0 w 283"/>
                <a:gd name="T9" fmla="*/ 283 h 284"/>
              </a:gdLst>
              <a:ahLst/>
              <a:cxnLst>
                <a:cxn ang="0">
                  <a:pos x="T0" y="T1"/>
                </a:cxn>
                <a:cxn ang="0">
                  <a:pos x="T2" y="T3"/>
                </a:cxn>
                <a:cxn ang="0">
                  <a:pos x="T4" y="T5"/>
                </a:cxn>
                <a:cxn ang="0">
                  <a:pos x="T6" y="T7"/>
                </a:cxn>
                <a:cxn ang="0">
                  <a:pos x="T8" y="T9"/>
                </a:cxn>
              </a:cxnLst>
              <a:rect l="0" t="0" r="r" b="b"/>
              <a:pathLst>
                <a:path w="283" h="284">
                  <a:moveTo>
                    <a:pt x="282" y="283"/>
                  </a:moveTo>
                  <a:cubicBezTo>
                    <a:pt x="282" y="236"/>
                    <a:pt x="282" y="189"/>
                    <a:pt x="282" y="142"/>
                  </a:cubicBezTo>
                  <a:cubicBezTo>
                    <a:pt x="282" y="64"/>
                    <a:pt x="219" y="0"/>
                    <a:pt x="141" y="0"/>
                  </a:cubicBezTo>
                  <a:cubicBezTo>
                    <a:pt x="63" y="0"/>
                    <a:pt x="0" y="64"/>
                    <a:pt x="0" y="142"/>
                  </a:cubicBezTo>
                  <a:cubicBezTo>
                    <a:pt x="0" y="189"/>
                    <a:pt x="0" y="236"/>
                    <a:pt x="0" y="283"/>
                  </a:cubicBezTo>
                </a:path>
              </a:pathLst>
            </a:custGeom>
            <a:noFill/>
            <a:ln w="9525" cap="flat">
              <a:solidFill>
                <a:schemeClr val="bg1"/>
              </a:solidFill>
              <a:prstDash val="solid"/>
              <a:miter/>
            </a:ln>
          </p:spPr>
          <p:txBody>
            <a:bodyPr rtlCol="0" anchor="ctr"/>
            <a:lstStyle/>
            <a:p>
              <a:pPr marL="0" marR="0" lvl="0" indent="0" algn="l" defTabSz="2286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chemeClr val="bg1"/>
                </a:solidFill>
                <a:effectLst/>
                <a:uLnTx/>
                <a:uFillTx/>
                <a:latin typeface="Aktiv Grotesk"/>
                <a:ea typeface="+mn-ea"/>
                <a:cs typeface="+mn-cs"/>
              </a:endParaRPr>
            </a:p>
          </p:txBody>
        </p:sp>
        <p:sp>
          <p:nvSpPr>
            <p:cNvPr id="76" name="Freeform 228">
              <a:extLst>
                <a:ext uri="{FF2B5EF4-FFF2-40B4-BE49-F238E27FC236}">
                  <a16:creationId xmlns:a16="http://schemas.microsoft.com/office/drawing/2014/main" id="{48F94950-C028-C9F3-C01C-51C9AC2068EF}"/>
                </a:ext>
              </a:extLst>
            </p:cNvPr>
            <p:cNvSpPr>
              <a:spLocks noChangeArrowheads="1"/>
            </p:cNvSpPr>
            <p:nvPr/>
          </p:nvSpPr>
          <p:spPr bwMode="auto">
            <a:xfrm>
              <a:off x="756848" y="5212667"/>
              <a:ext cx="106441" cy="78539"/>
            </a:xfrm>
            <a:custGeom>
              <a:avLst/>
              <a:gdLst>
                <a:gd name="T0" fmla="*/ 0 w 453"/>
                <a:gd name="T1" fmla="*/ 226 h 335"/>
                <a:gd name="T2" fmla="*/ 103 w 453"/>
                <a:gd name="T3" fmla="*/ 328 h 335"/>
                <a:gd name="T4" fmla="*/ 123 w 453"/>
                <a:gd name="T5" fmla="*/ 328 h 335"/>
                <a:gd name="T6" fmla="*/ 452 w 453"/>
                <a:gd name="T7" fmla="*/ 0 h 335"/>
              </a:gdLst>
              <a:ahLst/>
              <a:cxnLst>
                <a:cxn ang="0">
                  <a:pos x="T0" y="T1"/>
                </a:cxn>
                <a:cxn ang="0">
                  <a:pos x="T2" y="T3"/>
                </a:cxn>
                <a:cxn ang="0">
                  <a:pos x="T4" y="T5"/>
                </a:cxn>
                <a:cxn ang="0">
                  <a:pos x="T6" y="T7"/>
                </a:cxn>
              </a:cxnLst>
              <a:rect l="0" t="0" r="r" b="b"/>
              <a:pathLst>
                <a:path w="453" h="335">
                  <a:moveTo>
                    <a:pt x="0" y="226"/>
                  </a:moveTo>
                  <a:cubicBezTo>
                    <a:pt x="35" y="260"/>
                    <a:pt x="69" y="294"/>
                    <a:pt x="103" y="328"/>
                  </a:cubicBezTo>
                  <a:cubicBezTo>
                    <a:pt x="109" y="334"/>
                    <a:pt x="118" y="334"/>
                    <a:pt x="123" y="328"/>
                  </a:cubicBezTo>
                  <a:cubicBezTo>
                    <a:pt x="233" y="219"/>
                    <a:pt x="343" y="110"/>
                    <a:pt x="452" y="0"/>
                  </a:cubicBezTo>
                </a:path>
              </a:pathLst>
            </a:custGeom>
            <a:noFill/>
            <a:ln w="9525" cap="flat">
              <a:solidFill>
                <a:schemeClr val="bg1"/>
              </a:solidFill>
              <a:prstDash val="solid"/>
              <a:miter/>
            </a:ln>
          </p:spPr>
          <p:txBody>
            <a:bodyPr rtlCol="0" anchor="ctr"/>
            <a:lstStyle/>
            <a:p>
              <a:pPr marL="0" marR="0" lvl="0" indent="0" algn="l" defTabSz="2286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chemeClr val="bg1"/>
                </a:solidFill>
                <a:effectLst/>
                <a:uLnTx/>
                <a:uFillTx/>
                <a:latin typeface="Aktiv Grotesk"/>
                <a:ea typeface="+mn-ea"/>
                <a:cs typeface="+mn-cs"/>
              </a:endParaRPr>
            </a:p>
          </p:txBody>
        </p:sp>
        <p:sp>
          <p:nvSpPr>
            <p:cNvPr id="77" name="Freeform 229">
              <a:extLst>
                <a:ext uri="{FF2B5EF4-FFF2-40B4-BE49-F238E27FC236}">
                  <a16:creationId xmlns:a16="http://schemas.microsoft.com/office/drawing/2014/main" id="{8037415F-5F12-C6A2-D662-B1D24116CEC7}"/>
                </a:ext>
              </a:extLst>
            </p:cNvPr>
            <p:cNvSpPr>
              <a:spLocks noChangeArrowheads="1"/>
            </p:cNvSpPr>
            <p:nvPr/>
          </p:nvSpPr>
          <p:spPr bwMode="auto">
            <a:xfrm>
              <a:off x="664874" y="5113460"/>
              <a:ext cx="238718" cy="279021"/>
            </a:xfrm>
            <a:custGeom>
              <a:avLst/>
              <a:gdLst>
                <a:gd name="T0" fmla="*/ 506 w 1017"/>
                <a:gd name="T1" fmla="*/ 1189 h 1190"/>
                <a:gd name="T2" fmla="*/ 511 w 1017"/>
                <a:gd name="T3" fmla="*/ 1189 h 1190"/>
                <a:gd name="T4" fmla="*/ 1016 w 1017"/>
                <a:gd name="T5" fmla="*/ 689 h 1190"/>
                <a:gd name="T6" fmla="*/ 1016 w 1017"/>
                <a:gd name="T7" fmla="*/ 168 h 1190"/>
                <a:gd name="T8" fmla="*/ 963 w 1017"/>
                <a:gd name="T9" fmla="*/ 112 h 1190"/>
                <a:gd name="T10" fmla="*/ 532 w 1017"/>
                <a:gd name="T11" fmla="*/ 7 h 1190"/>
                <a:gd name="T12" fmla="*/ 485 w 1017"/>
                <a:gd name="T13" fmla="*/ 7 h 1190"/>
                <a:gd name="T14" fmla="*/ 54 w 1017"/>
                <a:gd name="T15" fmla="*/ 112 h 1190"/>
                <a:gd name="T16" fmla="*/ 0 w 1017"/>
                <a:gd name="T17" fmla="*/ 168 h 1190"/>
                <a:gd name="T18" fmla="*/ 0 w 1017"/>
                <a:gd name="T19" fmla="*/ 689 h 1190"/>
                <a:gd name="T20" fmla="*/ 506 w 1017"/>
                <a:gd name="T21" fmla="*/ 1189 h 11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017" h="1190">
                  <a:moveTo>
                    <a:pt x="506" y="1189"/>
                  </a:moveTo>
                  <a:cubicBezTo>
                    <a:pt x="508" y="1189"/>
                    <a:pt x="509" y="1189"/>
                    <a:pt x="511" y="1189"/>
                  </a:cubicBezTo>
                  <a:cubicBezTo>
                    <a:pt x="860" y="1129"/>
                    <a:pt x="1016" y="864"/>
                    <a:pt x="1016" y="689"/>
                  </a:cubicBezTo>
                  <a:cubicBezTo>
                    <a:pt x="1016" y="516"/>
                    <a:pt x="1016" y="347"/>
                    <a:pt x="1016" y="168"/>
                  </a:cubicBezTo>
                  <a:cubicBezTo>
                    <a:pt x="1016" y="138"/>
                    <a:pt x="993" y="113"/>
                    <a:pt x="963" y="112"/>
                  </a:cubicBezTo>
                  <a:cubicBezTo>
                    <a:pt x="810" y="105"/>
                    <a:pt x="664" y="68"/>
                    <a:pt x="532" y="7"/>
                  </a:cubicBezTo>
                  <a:cubicBezTo>
                    <a:pt x="517" y="0"/>
                    <a:pt x="500" y="0"/>
                    <a:pt x="485" y="7"/>
                  </a:cubicBezTo>
                  <a:cubicBezTo>
                    <a:pt x="352" y="68"/>
                    <a:pt x="207" y="105"/>
                    <a:pt x="54" y="112"/>
                  </a:cubicBezTo>
                  <a:cubicBezTo>
                    <a:pt x="24" y="113"/>
                    <a:pt x="0" y="138"/>
                    <a:pt x="0" y="168"/>
                  </a:cubicBezTo>
                  <a:cubicBezTo>
                    <a:pt x="0" y="342"/>
                    <a:pt x="0" y="516"/>
                    <a:pt x="0" y="689"/>
                  </a:cubicBezTo>
                  <a:cubicBezTo>
                    <a:pt x="0" y="864"/>
                    <a:pt x="156" y="1129"/>
                    <a:pt x="506" y="1189"/>
                  </a:cubicBezTo>
                </a:path>
              </a:pathLst>
            </a:custGeom>
            <a:noFill/>
            <a:ln w="9525" cap="flat">
              <a:solidFill>
                <a:schemeClr val="bg1"/>
              </a:solidFill>
              <a:prstDash val="solid"/>
              <a:miter/>
            </a:ln>
          </p:spPr>
          <p:txBody>
            <a:bodyPr rtlCol="0" anchor="ctr"/>
            <a:lstStyle/>
            <a:p>
              <a:pPr marL="0" marR="0" lvl="0" indent="0" algn="l" defTabSz="2286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chemeClr val="bg1"/>
                </a:solidFill>
                <a:effectLst/>
                <a:uLnTx/>
                <a:uFillTx/>
                <a:latin typeface="Aktiv Grotesk"/>
                <a:ea typeface="+mn-ea"/>
                <a:cs typeface="+mn-cs"/>
              </a:endParaRPr>
            </a:p>
          </p:txBody>
        </p:sp>
      </p:grpSp>
      <p:sp>
        <p:nvSpPr>
          <p:cNvPr id="78" name="Rectangle 77">
            <a:extLst>
              <a:ext uri="{FF2B5EF4-FFF2-40B4-BE49-F238E27FC236}">
                <a16:creationId xmlns:a16="http://schemas.microsoft.com/office/drawing/2014/main" id="{B862F4DE-26D9-A5F4-29EB-4254908E5C12}"/>
              </a:ext>
            </a:extLst>
          </p:cNvPr>
          <p:cNvSpPr/>
          <p:nvPr/>
        </p:nvSpPr>
        <p:spPr>
          <a:xfrm>
            <a:off x="334495" y="2175653"/>
            <a:ext cx="1280160" cy="640080"/>
          </a:xfrm>
          <a:prstGeom prst="rect">
            <a:avLst/>
          </a:prstGeom>
          <a:solidFill>
            <a:schemeClr val="accent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600" b="0" i="0" u="none" strike="noStrike" kern="1200" cap="none" spc="0" normalizeH="0" baseline="0" noProof="0">
              <a:ln>
                <a:noFill/>
              </a:ln>
              <a:solidFill>
                <a:prstClr val="white"/>
              </a:solidFill>
              <a:effectLst/>
              <a:uLnTx/>
              <a:uFillTx/>
              <a:latin typeface="Aktiv Grotesk"/>
              <a:ea typeface="+mn-ea"/>
              <a:cs typeface="+mn-cs"/>
            </a:endParaRPr>
          </a:p>
        </p:txBody>
      </p:sp>
      <p:sp>
        <p:nvSpPr>
          <p:cNvPr id="79" name="Freeform 171">
            <a:extLst>
              <a:ext uri="{FF2B5EF4-FFF2-40B4-BE49-F238E27FC236}">
                <a16:creationId xmlns:a16="http://schemas.microsoft.com/office/drawing/2014/main" id="{32B19FF1-200B-C534-269B-6D013AE80444}"/>
              </a:ext>
            </a:extLst>
          </p:cNvPr>
          <p:cNvSpPr>
            <a:spLocks noChangeAspect="1"/>
          </p:cNvSpPr>
          <p:nvPr/>
        </p:nvSpPr>
        <p:spPr>
          <a:xfrm>
            <a:off x="428111" y="2330852"/>
            <a:ext cx="329971" cy="347472"/>
          </a:xfrm>
          <a:custGeom>
            <a:avLst/>
            <a:gdLst>
              <a:gd name="connsiteX0" fmla="*/ 82787 w 165656"/>
              <a:gd name="connsiteY0" fmla="*/ 98586 h 162800"/>
              <a:gd name="connsiteX1" fmla="*/ 65423 w 165656"/>
              <a:gd name="connsiteY1" fmla="*/ 81441 h 162800"/>
              <a:gd name="connsiteX2" fmla="*/ 82787 w 165656"/>
              <a:gd name="connsiteY2" fmla="*/ 64295 h 162800"/>
              <a:gd name="connsiteX3" fmla="*/ 100233 w 165656"/>
              <a:gd name="connsiteY3" fmla="*/ 81441 h 162800"/>
              <a:gd name="connsiteX4" fmla="*/ 82787 w 165656"/>
              <a:gd name="connsiteY4" fmla="*/ 98586 h 162800"/>
              <a:gd name="connsiteX5" fmla="*/ 152408 w 165656"/>
              <a:gd name="connsiteY5" fmla="*/ 68420 h 162800"/>
              <a:gd name="connsiteX6" fmla="*/ 147223 w 165656"/>
              <a:gd name="connsiteY6" fmla="*/ 68420 h 162800"/>
              <a:gd name="connsiteX7" fmla="*/ 134879 w 165656"/>
              <a:gd name="connsiteY7" fmla="*/ 60252 h 162800"/>
              <a:gd name="connsiteX8" fmla="*/ 137759 w 165656"/>
              <a:gd name="connsiteY8" fmla="*/ 45856 h 162800"/>
              <a:gd name="connsiteX9" fmla="*/ 141380 w 165656"/>
              <a:gd name="connsiteY9" fmla="*/ 42298 h 162800"/>
              <a:gd name="connsiteX10" fmla="*/ 141380 w 165656"/>
              <a:gd name="connsiteY10" fmla="*/ 23858 h 162800"/>
              <a:gd name="connsiteX11" fmla="*/ 122617 w 165656"/>
              <a:gd name="connsiteY11" fmla="*/ 23858 h 162800"/>
              <a:gd name="connsiteX12" fmla="*/ 118996 w 165656"/>
              <a:gd name="connsiteY12" fmla="*/ 27417 h 162800"/>
              <a:gd name="connsiteX13" fmla="*/ 104348 w 165656"/>
              <a:gd name="connsiteY13" fmla="*/ 30328 h 162800"/>
              <a:gd name="connsiteX14" fmla="*/ 96037 w 165656"/>
              <a:gd name="connsiteY14" fmla="*/ 18116 h 162800"/>
              <a:gd name="connsiteX15" fmla="*/ 96037 w 165656"/>
              <a:gd name="connsiteY15" fmla="*/ 13102 h 162800"/>
              <a:gd name="connsiteX16" fmla="*/ 82787 w 165656"/>
              <a:gd name="connsiteY16" fmla="*/ 0 h 162800"/>
              <a:gd name="connsiteX17" fmla="*/ 69538 w 165656"/>
              <a:gd name="connsiteY17" fmla="*/ 13102 h 162800"/>
              <a:gd name="connsiteX18" fmla="*/ 69538 w 165656"/>
              <a:gd name="connsiteY18" fmla="*/ 18116 h 162800"/>
              <a:gd name="connsiteX19" fmla="*/ 61309 w 165656"/>
              <a:gd name="connsiteY19" fmla="*/ 30328 h 162800"/>
              <a:gd name="connsiteX20" fmla="*/ 46660 w 165656"/>
              <a:gd name="connsiteY20" fmla="*/ 27417 h 162800"/>
              <a:gd name="connsiteX21" fmla="*/ 43040 w 165656"/>
              <a:gd name="connsiteY21" fmla="*/ 23858 h 162800"/>
              <a:gd name="connsiteX22" fmla="*/ 24276 w 165656"/>
              <a:gd name="connsiteY22" fmla="*/ 23858 h 162800"/>
              <a:gd name="connsiteX23" fmla="*/ 24276 w 165656"/>
              <a:gd name="connsiteY23" fmla="*/ 42298 h 162800"/>
              <a:gd name="connsiteX24" fmla="*/ 27897 w 165656"/>
              <a:gd name="connsiteY24" fmla="*/ 45856 h 162800"/>
              <a:gd name="connsiteX25" fmla="*/ 30778 w 165656"/>
              <a:gd name="connsiteY25" fmla="*/ 60252 h 162800"/>
              <a:gd name="connsiteX26" fmla="*/ 18351 w 165656"/>
              <a:gd name="connsiteY26" fmla="*/ 68420 h 162800"/>
              <a:gd name="connsiteX27" fmla="*/ 13249 w 165656"/>
              <a:gd name="connsiteY27" fmla="*/ 68420 h 162800"/>
              <a:gd name="connsiteX28" fmla="*/ 0 w 165656"/>
              <a:gd name="connsiteY28" fmla="*/ 81441 h 162800"/>
              <a:gd name="connsiteX29" fmla="*/ 13249 w 165656"/>
              <a:gd name="connsiteY29" fmla="*/ 94462 h 162800"/>
              <a:gd name="connsiteX30" fmla="*/ 18351 w 165656"/>
              <a:gd name="connsiteY30" fmla="*/ 94462 h 162800"/>
              <a:gd name="connsiteX31" fmla="*/ 30778 w 165656"/>
              <a:gd name="connsiteY31" fmla="*/ 102630 h 162800"/>
              <a:gd name="connsiteX32" fmla="*/ 27897 w 165656"/>
              <a:gd name="connsiteY32" fmla="*/ 117026 h 162800"/>
              <a:gd name="connsiteX33" fmla="*/ 24276 w 165656"/>
              <a:gd name="connsiteY33" fmla="*/ 120584 h 162800"/>
              <a:gd name="connsiteX34" fmla="*/ 24276 w 165656"/>
              <a:gd name="connsiteY34" fmla="*/ 138943 h 162800"/>
              <a:gd name="connsiteX35" fmla="*/ 43040 w 165656"/>
              <a:gd name="connsiteY35" fmla="*/ 138943 h 162800"/>
              <a:gd name="connsiteX36" fmla="*/ 46660 w 165656"/>
              <a:gd name="connsiteY36" fmla="*/ 135384 h 162800"/>
              <a:gd name="connsiteX37" fmla="*/ 61309 w 165656"/>
              <a:gd name="connsiteY37" fmla="*/ 132554 h 162800"/>
              <a:gd name="connsiteX38" fmla="*/ 69538 w 165656"/>
              <a:gd name="connsiteY38" fmla="*/ 144766 h 162800"/>
              <a:gd name="connsiteX39" fmla="*/ 69538 w 165656"/>
              <a:gd name="connsiteY39" fmla="*/ 149780 h 162800"/>
              <a:gd name="connsiteX40" fmla="*/ 82787 w 165656"/>
              <a:gd name="connsiteY40" fmla="*/ 162801 h 162800"/>
              <a:gd name="connsiteX41" fmla="*/ 96037 w 165656"/>
              <a:gd name="connsiteY41" fmla="*/ 149780 h 162800"/>
              <a:gd name="connsiteX42" fmla="*/ 96037 w 165656"/>
              <a:gd name="connsiteY42" fmla="*/ 144766 h 162800"/>
              <a:gd name="connsiteX43" fmla="*/ 104348 w 165656"/>
              <a:gd name="connsiteY43" fmla="*/ 132554 h 162800"/>
              <a:gd name="connsiteX44" fmla="*/ 118996 w 165656"/>
              <a:gd name="connsiteY44" fmla="*/ 135384 h 162800"/>
              <a:gd name="connsiteX45" fmla="*/ 122617 w 165656"/>
              <a:gd name="connsiteY45" fmla="*/ 138943 h 162800"/>
              <a:gd name="connsiteX46" fmla="*/ 141380 w 165656"/>
              <a:gd name="connsiteY46" fmla="*/ 138943 h 162800"/>
              <a:gd name="connsiteX47" fmla="*/ 141380 w 165656"/>
              <a:gd name="connsiteY47" fmla="*/ 120584 h 162800"/>
              <a:gd name="connsiteX48" fmla="*/ 137759 w 165656"/>
              <a:gd name="connsiteY48" fmla="*/ 117026 h 162800"/>
              <a:gd name="connsiteX49" fmla="*/ 134879 w 165656"/>
              <a:gd name="connsiteY49" fmla="*/ 102630 h 162800"/>
              <a:gd name="connsiteX50" fmla="*/ 147223 w 165656"/>
              <a:gd name="connsiteY50" fmla="*/ 94462 h 162800"/>
              <a:gd name="connsiteX51" fmla="*/ 152408 w 165656"/>
              <a:gd name="connsiteY51" fmla="*/ 94462 h 162800"/>
              <a:gd name="connsiteX52" fmla="*/ 165657 w 165656"/>
              <a:gd name="connsiteY52" fmla="*/ 81441 h 162800"/>
              <a:gd name="connsiteX53" fmla="*/ 152408 w 165656"/>
              <a:gd name="connsiteY53" fmla="*/ 68420 h 162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Lst>
            <a:rect l="l" t="t" r="r" b="b"/>
            <a:pathLst>
              <a:path w="165656" h="162800">
                <a:moveTo>
                  <a:pt x="82787" y="98586"/>
                </a:moveTo>
                <a:cubicBezTo>
                  <a:pt x="73241" y="98586"/>
                  <a:pt x="65423" y="90903"/>
                  <a:pt x="65423" y="81441"/>
                </a:cubicBezTo>
                <a:cubicBezTo>
                  <a:pt x="65423" y="71978"/>
                  <a:pt x="73159" y="64295"/>
                  <a:pt x="82787" y="64295"/>
                </a:cubicBezTo>
                <a:cubicBezTo>
                  <a:pt x="92333" y="64295"/>
                  <a:pt x="100233" y="71978"/>
                  <a:pt x="100233" y="81441"/>
                </a:cubicBezTo>
                <a:cubicBezTo>
                  <a:pt x="100233" y="90903"/>
                  <a:pt x="92416" y="98586"/>
                  <a:pt x="82787" y="98586"/>
                </a:cubicBezTo>
                <a:close/>
                <a:moveTo>
                  <a:pt x="152408" y="68420"/>
                </a:moveTo>
                <a:lnTo>
                  <a:pt x="147223" y="68420"/>
                </a:lnTo>
                <a:cubicBezTo>
                  <a:pt x="141792" y="68420"/>
                  <a:pt x="136936" y="65185"/>
                  <a:pt x="134879" y="60252"/>
                </a:cubicBezTo>
                <a:cubicBezTo>
                  <a:pt x="132739" y="55318"/>
                  <a:pt x="133892" y="49657"/>
                  <a:pt x="137759" y="45856"/>
                </a:cubicBezTo>
                <a:lnTo>
                  <a:pt x="141380" y="42298"/>
                </a:lnTo>
                <a:cubicBezTo>
                  <a:pt x="146565" y="37202"/>
                  <a:pt x="146565" y="28953"/>
                  <a:pt x="141380" y="23858"/>
                </a:cubicBezTo>
                <a:cubicBezTo>
                  <a:pt x="136196" y="18763"/>
                  <a:pt x="127802" y="18763"/>
                  <a:pt x="122617" y="23858"/>
                </a:cubicBezTo>
                <a:lnTo>
                  <a:pt x="118996" y="27417"/>
                </a:lnTo>
                <a:cubicBezTo>
                  <a:pt x="115211" y="31218"/>
                  <a:pt x="109368" y="32350"/>
                  <a:pt x="104348" y="30328"/>
                </a:cubicBezTo>
                <a:cubicBezTo>
                  <a:pt x="99328" y="28225"/>
                  <a:pt x="96037" y="23454"/>
                  <a:pt x="96037" y="18116"/>
                </a:cubicBezTo>
                <a:lnTo>
                  <a:pt x="96037" y="13102"/>
                </a:lnTo>
                <a:cubicBezTo>
                  <a:pt x="96037" y="5904"/>
                  <a:pt x="90029" y="0"/>
                  <a:pt x="82787" y="0"/>
                </a:cubicBezTo>
                <a:cubicBezTo>
                  <a:pt x="75463" y="0"/>
                  <a:pt x="69538" y="5904"/>
                  <a:pt x="69538" y="13102"/>
                </a:cubicBezTo>
                <a:lnTo>
                  <a:pt x="69538" y="18116"/>
                </a:lnTo>
                <a:cubicBezTo>
                  <a:pt x="69538" y="23454"/>
                  <a:pt x="66246" y="28225"/>
                  <a:pt x="61309" y="30328"/>
                </a:cubicBezTo>
                <a:cubicBezTo>
                  <a:pt x="56289" y="32350"/>
                  <a:pt x="50446" y="31218"/>
                  <a:pt x="46660" y="27417"/>
                </a:cubicBezTo>
                <a:lnTo>
                  <a:pt x="43040" y="23858"/>
                </a:lnTo>
                <a:cubicBezTo>
                  <a:pt x="37855" y="18763"/>
                  <a:pt x="29461" y="18763"/>
                  <a:pt x="24276" y="23858"/>
                </a:cubicBezTo>
                <a:cubicBezTo>
                  <a:pt x="19092" y="28953"/>
                  <a:pt x="19092" y="37202"/>
                  <a:pt x="24276" y="42298"/>
                </a:cubicBezTo>
                <a:lnTo>
                  <a:pt x="27897" y="45856"/>
                </a:lnTo>
                <a:cubicBezTo>
                  <a:pt x="31765" y="49657"/>
                  <a:pt x="32835" y="55318"/>
                  <a:pt x="30778" y="60252"/>
                </a:cubicBezTo>
                <a:cubicBezTo>
                  <a:pt x="28720" y="65185"/>
                  <a:pt x="23783" y="68420"/>
                  <a:pt x="18351" y="68420"/>
                </a:cubicBezTo>
                <a:lnTo>
                  <a:pt x="13249" y="68420"/>
                </a:lnTo>
                <a:cubicBezTo>
                  <a:pt x="5925" y="68420"/>
                  <a:pt x="0" y="74243"/>
                  <a:pt x="0" y="81441"/>
                </a:cubicBezTo>
                <a:cubicBezTo>
                  <a:pt x="0" y="88639"/>
                  <a:pt x="5925" y="94462"/>
                  <a:pt x="13249" y="94462"/>
                </a:cubicBezTo>
                <a:lnTo>
                  <a:pt x="18351" y="94462"/>
                </a:lnTo>
                <a:cubicBezTo>
                  <a:pt x="23783" y="94462"/>
                  <a:pt x="28720" y="97697"/>
                  <a:pt x="30778" y="102630"/>
                </a:cubicBezTo>
                <a:cubicBezTo>
                  <a:pt x="32835" y="107563"/>
                  <a:pt x="31765" y="113224"/>
                  <a:pt x="27897" y="117026"/>
                </a:cubicBezTo>
                <a:lnTo>
                  <a:pt x="24276" y="120584"/>
                </a:lnTo>
                <a:cubicBezTo>
                  <a:pt x="19092" y="125598"/>
                  <a:pt x="19092" y="133929"/>
                  <a:pt x="24276" y="138943"/>
                </a:cubicBezTo>
                <a:cubicBezTo>
                  <a:pt x="29461" y="144038"/>
                  <a:pt x="37855" y="144038"/>
                  <a:pt x="43040" y="138943"/>
                </a:cubicBezTo>
                <a:lnTo>
                  <a:pt x="46660" y="135384"/>
                </a:lnTo>
                <a:cubicBezTo>
                  <a:pt x="50446" y="131664"/>
                  <a:pt x="56289" y="130532"/>
                  <a:pt x="61309" y="132554"/>
                </a:cubicBezTo>
                <a:cubicBezTo>
                  <a:pt x="66246" y="134576"/>
                  <a:pt x="69538" y="139428"/>
                  <a:pt x="69538" y="144766"/>
                </a:cubicBezTo>
                <a:lnTo>
                  <a:pt x="69538" y="149780"/>
                </a:lnTo>
                <a:cubicBezTo>
                  <a:pt x="69538" y="156978"/>
                  <a:pt x="75463" y="162801"/>
                  <a:pt x="82787" y="162801"/>
                </a:cubicBezTo>
                <a:cubicBezTo>
                  <a:pt x="90029" y="162801"/>
                  <a:pt x="96037" y="156978"/>
                  <a:pt x="96037" y="149780"/>
                </a:cubicBezTo>
                <a:lnTo>
                  <a:pt x="96037" y="144766"/>
                </a:lnTo>
                <a:cubicBezTo>
                  <a:pt x="96037" y="139428"/>
                  <a:pt x="99328" y="134576"/>
                  <a:pt x="104348" y="132554"/>
                </a:cubicBezTo>
                <a:cubicBezTo>
                  <a:pt x="109368" y="130532"/>
                  <a:pt x="115211" y="131664"/>
                  <a:pt x="118996" y="135384"/>
                </a:cubicBezTo>
                <a:lnTo>
                  <a:pt x="122617" y="138943"/>
                </a:lnTo>
                <a:cubicBezTo>
                  <a:pt x="127802" y="144038"/>
                  <a:pt x="136196" y="144038"/>
                  <a:pt x="141380" y="138943"/>
                </a:cubicBezTo>
                <a:cubicBezTo>
                  <a:pt x="146565" y="133929"/>
                  <a:pt x="146565" y="125598"/>
                  <a:pt x="141380" y="120584"/>
                </a:cubicBezTo>
                <a:lnTo>
                  <a:pt x="137759" y="117026"/>
                </a:lnTo>
                <a:cubicBezTo>
                  <a:pt x="133892" y="113224"/>
                  <a:pt x="132739" y="107563"/>
                  <a:pt x="134879" y="102630"/>
                </a:cubicBezTo>
                <a:cubicBezTo>
                  <a:pt x="136936" y="97697"/>
                  <a:pt x="141792" y="94462"/>
                  <a:pt x="147223" y="94462"/>
                </a:cubicBezTo>
                <a:lnTo>
                  <a:pt x="152408" y="94462"/>
                </a:lnTo>
                <a:cubicBezTo>
                  <a:pt x="159649" y="94462"/>
                  <a:pt x="165657" y="88639"/>
                  <a:pt x="165657" y="81441"/>
                </a:cubicBezTo>
                <a:cubicBezTo>
                  <a:pt x="165657" y="74243"/>
                  <a:pt x="159649" y="68420"/>
                  <a:pt x="152408" y="68420"/>
                </a:cubicBezTo>
                <a:close/>
              </a:path>
            </a:pathLst>
          </a:custGeom>
          <a:noFill/>
          <a:ln w="9525" cap="flat">
            <a:solidFill>
              <a:schemeClr val="bg1"/>
            </a:solidFill>
            <a:prstDash val="solid"/>
            <a:miter/>
          </a:ln>
        </p:spPr>
        <p:txBody>
          <a:bodyPr rtlCol="0" anchor="ctr"/>
          <a:lstStyle/>
          <a:p>
            <a:pPr marL="0" marR="0" lvl="0" indent="0" algn="l" defTabSz="2286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chemeClr val="bg1"/>
              </a:solidFill>
              <a:effectLst/>
              <a:uLnTx/>
              <a:uFillTx/>
              <a:latin typeface="Aktiv Grotesk"/>
              <a:ea typeface="+mn-ea"/>
              <a:cs typeface="+mn-cs"/>
            </a:endParaRPr>
          </a:p>
        </p:txBody>
      </p:sp>
      <p:sp>
        <p:nvSpPr>
          <p:cNvPr id="80" name="Text Placeholder 35">
            <a:extLst>
              <a:ext uri="{FF2B5EF4-FFF2-40B4-BE49-F238E27FC236}">
                <a16:creationId xmlns:a16="http://schemas.microsoft.com/office/drawing/2014/main" id="{A64089FB-FDEE-9CBC-CAA5-E73691B3AF7C}"/>
              </a:ext>
            </a:extLst>
          </p:cNvPr>
          <p:cNvSpPr txBox="1">
            <a:spLocks/>
          </p:cNvSpPr>
          <p:nvPr/>
        </p:nvSpPr>
        <p:spPr>
          <a:xfrm>
            <a:off x="901625" y="2356855"/>
            <a:ext cx="674682" cy="320088"/>
          </a:xfrm>
          <a:prstGeom prst="rect">
            <a:avLst/>
          </a:prstGeom>
          <a:noFill/>
        </p:spPr>
        <p:txBody>
          <a:bodyPr vert="horz" wrap="square" lIns="0" tIns="0" rIns="0" bIns="0" rtlCol="0">
            <a:spAutoFit/>
          </a:bodyPr>
          <a:lstStyle>
            <a:lvl1pPr marL="0" marR="0" indent="0" algn="l" defTabSz="914400" rtl="0" eaLnBrk="1" fontAlgn="base" latinLnBrk="0" hangingPunct="1">
              <a:lnSpc>
                <a:spcPct val="100000"/>
              </a:lnSpc>
              <a:spcBef>
                <a:spcPts val="0"/>
              </a:spcBef>
              <a:spcAft>
                <a:spcPts val="700"/>
              </a:spcAft>
              <a:buClr>
                <a:srgbClr val="EB0000"/>
              </a:buClr>
              <a:buSzTx/>
              <a:buFont typeface="Aktiv Grotesk" panose="020B0604020202020204" pitchFamily="34" charset="0"/>
              <a:buNone/>
              <a:tabLst/>
              <a:defRPr lang="en-US" sz="1900" kern="1200" dirty="0">
                <a:ln w="3175">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base" latinLnBrk="0" hangingPunct="1">
              <a:lnSpc>
                <a:spcPct val="80000"/>
              </a:lnSpc>
              <a:spcBef>
                <a:spcPts val="0"/>
              </a:spcBef>
              <a:spcAft>
                <a:spcPts val="0"/>
              </a:spcAft>
              <a:buClr>
                <a:srgbClr val="EB0000"/>
              </a:buClr>
              <a:buSzTx/>
              <a:buFont typeface="Aktiv Grotesk" panose="020B0604020202020204" pitchFamily="34" charset="0"/>
              <a:buNone/>
              <a:tabLst/>
              <a:defRPr/>
            </a:pPr>
            <a:r>
              <a:rPr kumimoji="0" lang="en-US" sz="1300" b="0" i="0" u="none" strike="noStrike" kern="1200" cap="none" spc="0" normalizeH="0" baseline="0" noProof="0">
                <a:ln w="3175">
                  <a:noFill/>
                </a:ln>
                <a:solidFill>
                  <a:schemeClr val="bg1"/>
                </a:solidFill>
                <a:effectLst/>
                <a:uLnTx/>
                <a:uFillTx/>
                <a:latin typeface="Aktiv Grotesk" panose="020B0604020202020204" pitchFamily="34" charset="0"/>
                <a:ea typeface="+mn-ea"/>
                <a:cs typeface="Aktiv Grotesk" panose="020B0604020202020204" pitchFamily="34" charset="0"/>
              </a:rPr>
              <a:t>Cloud</a:t>
            </a:r>
          </a:p>
          <a:p>
            <a:pPr marL="0" marR="0" lvl="0" indent="0" algn="l" defTabSz="914400" rtl="0" eaLnBrk="1" fontAlgn="base" latinLnBrk="0" hangingPunct="1">
              <a:lnSpc>
                <a:spcPct val="80000"/>
              </a:lnSpc>
              <a:spcBef>
                <a:spcPts val="0"/>
              </a:spcBef>
              <a:spcAft>
                <a:spcPts val="0"/>
              </a:spcAft>
              <a:buClr>
                <a:srgbClr val="EB0000"/>
              </a:buClr>
              <a:buSzTx/>
              <a:buFont typeface="Aktiv Grotesk" panose="020B0604020202020204" pitchFamily="34" charset="0"/>
              <a:buNone/>
              <a:tabLst/>
              <a:defRPr/>
            </a:pPr>
            <a:r>
              <a:rPr kumimoji="0" lang="en-US" sz="1300" b="0" i="0" u="none" strike="noStrike" kern="1200" cap="none" spc="0" normalizeH="0" baseline="0" noProof="0">
                <a:ln w="3175">
                  <a:noFill/>
                </a:ln>
                <a:solidFill>
                  <a:schemeClr val="bg1"/>
                </a:solidFill>
                <a:effectLst/>
                <a:uLnTx/>
                <a:uFillTx/>
                <a:latin typeface="Aktiv Grotesk" panose="020B0604020202020204" pitchFamily="34" charset="0"/>
                <a:ea typeface="+mn-ea"/>
                <a:cs typeface="Aktiv Grotesk" panose="020B0604020202020204" pitchFamily="34" charset="0"/>
              </a:rPr>
              <a:t>apps</a:t>
            </a:r>
          </a:p>
        </p:txBody>
      </p:sp>
      <p:grpSp>
        <p:nvGrpSpPr>
          <p:cNvPr id="90" name="Group 89">
            <a:extLst>
              <a:ext uri="{FF2B5EF4-FFF2-40B4-BE49-F238E27FC236}">
                <a16:creationId xmlns:a16="http://schemas.microsoft.com/office/drawing/2014/main" id="{EC2EEFAA-315A-1F8A-A047-793397FDD0E9}"/>
              </a:ext>
            </a:extLst>
          </p:cNvPr>
          <p:cNvGrpSpPr/>
          <p:nvPr/>
        </p:nvGrpSpPr>
        <p:grpSpPr>
          <a:xfrm>
            <a:off x="1719478" y="2427969"/>
            <a:ext cx="86913" cy="2742140"/>
            <a:chOff x="3208035" y="2141380"/>
            <a:chExt cx="86913" cy="2742140"/>
          </a:xfrm>
        </p:grpSpPr>
        <p:sp>
          <p:nvSpPr>
            <p:cNvPr id="95" name="Triangle 94">
              <a:extLst>
                <a:ext uri="{FF2B5EF4-FFF2-40B4-BE49-F238E27FC236}">
                  <a16:creationId xmlns:a16="http://schemas.microsoft.com/office/drawing/2014/main" id="{1F08FEE4-B746-78A5-C34E-2208EEF9B10F}"/>
                </a:ext>
              </a:extLst>
            </p:cNvPr>
            <p:cNvSpPr>
              <a:spLocks noChangeAspect="1"/>
            </p:cNvSpPr>
            <p:nvPr/>
          </p:nvSpPr>
          <p:spPr>
            <a:xfrm rot="5400000">
              <a:off x="3182912" y="2166503"/>
              <a:ext cx="137160" cy="86913"/>
            </a:xfrm>
            <a:prstGeom prst="triangl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600" b="0" i="0" u="none" strike="noStrike" kern="1200" cap="none" spc="0" normalizeH="0" baseline="0" noProof="0">
                <a:ln>
                  <a:noFill/>
                </a:ln>
                <a:solidFill>
                  <a:prstClr val="white"/>
                </a:solidFill>
                <a:effectLst/>
                <a:uLnTx/>
                <a:uFillTx/>
                <a:latin typeface="Aktiv Grotesk"/>
                <a:ea typeface="+mn-ea"/>
                <a:cs typeface="+mn-cs"/>
              </a:endParaRPr>
            </a:p>
          </p:txBody>
        </p:sp>
        <p:sp>
          <p:nvSpPr>
            <p:cNvPr id="96" name="Triangle 95">
              <a:extLst>
                <a:ext uri="{FF2B5EF4-FFF2-40B4-BE49-F238E27FC236}">
                  <a16:creationId xmlns:a16="http://schemas.microsoft.com/office/drawing/2014/main" id="{3A941BF5-2012-5F7A-006B-9E6E4EB387D5}"/>
                </a:ext>
              </a:extLst>
            </p:cNvPr>
            <p:cNvSpPr>
              <a:spLocks noChangeAspect="1"/>
            </p:cNvSpPr>
            <p:nvPr/>
          </p:nvSpPr>
          <p:spPr>
            <a:xfrm rot="5400000">
              <a:off x="3182912" y="3027741"/>
              <a:ext cx="137160" cy="86913"/>
            </a:xfrm>
            <a:prstGeom prst="triangl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600" b="0" i="0" u="none" strike="noStrike" kern="1200" cap="none" spc="0" normalizeH="0" baseline="0" noProof="0">
                <a:ln>
                  <a:noFill/>
                </a:ln>
                <a:solidFill>
                  <a:prstClr val="white"/>
                </a:solidFill>
                <a:effectLst/>
                <a:uLnTx/>
                <a:uFillTx/>
                <a:latin typeface="Aktiv Grotesk"/>
                <a:ea typeface="+mn-ea"/>
                <a:cs typeface="+mn-cs"/>
              </a:endParaRPr>
            </a:p>
          </p:txBody>
        </p:sp>
        <p:sp>
          <p:nvSpPr>
            <p:cNvPr id="98" name="Triangle 97">
              <a:extLst>
                <a:ext uri="{FF2B5EF4-FFF2-40B4-BE49-F238E27FC236}">
                  <a16:creationId xmlns:a16="http://schemas.microsoft.com/office/drawing/2014/main" id="{C284AB75-478F-10FF-8543-88D39D151912}"/>
                </a:ext>
              </a:extLst>
            </p:cNvPr>
            <p:cNvSpPr>
              <a:spLocks noChangeAspect="1"/>
            </p:cNvSpPr>
            <p:nvPr/>
          </p:nvSpPr>
          <p:spPr>
            <a:xfrm rot="5400000">
              <a:off x="3182912" y="3899612"/>
              <a:ext cx="137160" cy="86913"/>
            </a:xfrm>
            <a:prstGeom prst="triangl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600" b="0" i="0" u="none" strike="noStrike" kern="1200" cap="none" spc="0" normalizeH="0" baseline="0" noProof="0">
                <a:ln>
                  <a:noFill/>
                </a:ln>
                <a:solidFill>
                  <a:prstClr val="white"/>
                </a:solidFill>
                <a:effectLst/>
                <a:uLnTx/>
                <a:uFillTx/>
                <a:latin typeface="Aktiv Grotesk"/>
                <a:ea typeface="+mn-ea"/>
                <a:cs typeface="+mn-cs"/>
              </a:endParaRPr>
            </a:p>
          </p:txBody>
        </p:sp>
        <p:sp>
          <p:nvSpPr>
            <p:cNvPr id="99" name="Triangle 98">
              <a:extLst>
                <a:ext uri="{FF2B5EF4-FFF2-40B4-BE49-F238E27FC236}">
                  <a16:creationId xmlns:a16="http://schemas.microsoft.com/office/drawing/2014/main" id="{9061881F-3B2B-D751-2C04-307B9E247122}"/>
                </a:ext>
              </a:extLst>
            </p:cNvPr>
            <p:cNvSpPr>
              <a:spLocks noChangeAspect="1"/>
            </p:cNvSpPr>
            <p:nvPr/>
          </p:nvSpPr>
          <p:spPr>
            <a:xfrm rot="5400000">
              <a:off x="3182912" y="4771483"/>
              <a:ext cx="137160" cy="86913"/>
            </a:xfrm>
            <a:prstGeom prst="triangl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600" b="0" i="0" u="none" strike="noStrike" kern="1200" cap="none" spc="0" normalizeH="0" baseline="0" noProof="0">
                <a:ln>
                  <a:noFill/>
                </a:ln>
                <a:solidFill>
                  <a:prstClr val="white"/>
                </a:solidFill>
                <a:effectLst/>
                <a:uLnTx/>
                <a:uFillTx/>
                <a:latin typeface="Aktiv Grotesk"/>
                <a:ea typeface="+mn-ea"/>
                <a:cs typeface="+mn-cs"/>
              </a:endParaRPr>
            </a:p>
          </p:txBody>
        </p:sp>
      </p:grpSp>
      <p:sp>
        <p:nvSpPr>
          <p:cNvPr id="100" name="Triangle 99">
            <a:extLst>
              <a:ext uri="{FF2B5EF4-FFF2-40B4-BE49-F238E27FC236}">
                <a16:creationId xmlns:a16="http://schemas.microsoft.com/office/drawing/2014/main" id="{793D49FF-5B55-869C-4078-B7ABF0D87985}"/>
              </a:ext>
            </a:extLst>
          </p:cNvPr>
          <p:cNvSpPr>
            <a:spLocks noChangeAspect="1"/>
          </p:cNvSpPr>
          <p:nvPr/>
        </p:nvSpPr>
        <p:spPr>
          <a:xfrm rot="5400000">
            <a:off x="8222596" y="3734465"/>
            <a:ext cx="137160" cy="86913"/>
          </a:xfrm>
          <a:prstGeom prst="triangl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600" b="0" i="0" u="none" strike="noStrike" kern="1200" cap="none" spc="0" normalizeH="0" baseline="0" noProof="0">
              <a:ln>
                <a:noFill/>
              </a:ln>
              <a:solidFill>
                <a:prstClr val="white"/>
              </a:solidFill>
              <a:effectLst/>
              <a:uLnTx/>
              <a:uFillTx/>
              <a:latin typeface="Aktiv Grotesk"/>
              <a:ea typeface="+mn-ea"/>
              <a:cs typeface="+mn-cs"/>
            </a:endParaRPr>
          </a:p>
        </p:txBody>
      </p:sp>
      <p:cxnSp>
        <p:nvCxnSpPr>
          <p:cNvPr id="19" name="Straight Connector 18">
            <a:extLst>
              <a:ext uri="{FF2B5EF4-FFF2-40B4-BE49-F238E27FC236}">
                <a16:creationId xmlns:a16="http://schemas.microsoft.com/office/drawing/2014/main" id="{8938337C-4C69-BD1B-E0FA-CDE466B61209}"/>
              </a:ext>
            </a:extLst>
          </p:cNvPr>
          <p:cNvCxnSpPr>
            <a:cxnSpLocks/>
          </p:cNvCxnSpPr>
          <p:nvPr/>
        </p:nvCxnSpPr>
        <p:spPr>
          <a:xfrm>
            <a:off x="8334633" y="4224215"/>
            <a:ext cx="3247560" cy="0"/>
          </a:xfrm>
          <a:prstGeom prst="line">
            <a:avLst/>
          </a:prstGeom>
          <a:ln w="25400">
            <a:solidFill>
              <a:schemeClr val="accent1">
                <a:lumMod val="75000"/>
              </a:schemeClr>
            </a:solidFill>
            <a:tailEnd type="triangle" w="lg" len="med"/>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03BA8A24-DEEC-90F3-E1B3-11FE6B9CF423}"/>
              </a:ext>
            </a:extLst>
          </p:cNvPr>
          <p:cNvCxnSpPr>
            <a:cxnSpLocks/>
            <a:endCxn id="25" idx="2"/>
          </p:cNvCxnSpPr>
          <p:nvPr/>
        </p:nvCxnSpPr>
        <p:spPr>
          <a:xfrm>
            <a:off x="9157634" y="4088099"/>
            <a:ext cx="17701" cy="1340175"/>
          </a:xfrm>
          <a:prstGeom prst="line">
            <a:avLst/>
          </a:prstGeom>
          <a:ln w="254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Rounded Rectangle 12">
            <a:extLst>
              <a:ext uri="{FF2B5EF4-FFF2-40B4-BE49-F238E27FC236}">
                <a16:creationId xmlns:a16="http://schemas.microsoft.com/office/drawing/2014/main" id="{503DD117-DC70-4D7F-E986-2FF03F4DD001}"/>
              </a:ext>
            </a:extLst>
          </p:cNvPr>
          <p:cNvSpPr/>
          <p:nvPr/>
        </p:nvSpPr>
        <p:spPr>
          <a:xfrm>
            <a:off x="9953749" y="2177721"/>
            <a:ext cx="1371600" cy="3250552"/>
          </a:xfrm>
          <a:prstGeom prst="roundRect">
            <a:avLst>
              <a:gd name="adj" fmla="val 0"/>
            </a:avLst>
          </a:prstGeom>
          <a:gradFill>
            <a:gsLst>
              <a:gs pos="0">
                <a:schemeClr val="accent6"/>
              </a:gs>
              <a:gs pos="100000">
                <a:schemeClr val="tx2"/>
              </a:gs>
              <a:gs pos="33000">
                <a:schemeClr val="accent4"/>
              </a:gs>
              <a:gs pos="66000">
                <a:srgbClr val="95098A"/>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91440" rIns="91440" bIns="91440" rtlCol="0" anchor="ctr" anchorCtr="0">
            <a:noAutofit/>
          </a:bodyPr>
          <a:lstStyle/>
          <a:p>
            <a:pPr marL="60325" marR="0" lvl="0" indent="0" algn="ctr" defTabSz="228600" rtl="0" eaLnBrk="1" fontAlgn="auto" latinLnBrk="0" hangingPunct="1">
              <a:lnSpc>
                <a:spcPct val="100000"/>
              </a:lnSpc>
              <a:spcBef>
                <a:spcPts val="0"/>
              </a:spcBef>
              <a:spcAft>
                <a:spcPts val="0"/>
              </a:spcAft>
              <a:buClrTx/>
              <a:buSzTx/>
              <a:buFontTx/>
              <a:buNone/>
              <a:tabLst/>
              <a:defRPr/>
            </a:pPr>
            <a:r>
              <a:rPr kumimoji="0" lang="en-US" sz="900" b="1" i="0" u="none" strike="noStrike" kern="1000" cap="none" spc="0" normalizeH="0" baseline="0" noProof="0">
                <a:ln>
                  <a:noFill/>
                </a:ln>
                <a:solidFill>
                  <a:prstClr val="white"/>
                </a:solidFill>
                <a:effectLst/>
                <a:uLnTx/>
                <a:uFillTx/>
                <a:latin typeface="Aktiv Grotesk"/>
                <a:ea typeface="+mn-ea"/>
                <a:cs typeface="+mn-cs"/>
              </a:rPr>
              <a:t>Multicloud Engineering &amp; Optimization</a:t>
            </a:r>
          </a:p>
        </p:txBody>
      </p:sp>
      <p:sp>
        <p:nvSpPr>
          <p:cNvPr id="14" name="Rounded Rectangle 13">
            <a:extLst>
              <a:ext uri="{FF2B5EF4-FFF2-40B4-BE49-F238E27FC236}">
                <a16:creationId xmlns:a16="http://schemas.microsoft.com/office/drawing/2014/main" id="{72D67F20-D5B0-8BC7-FF28-2D13BA6781C9}"/>
              </a:ext>
            </a:extLst>
          </p:cNvPr>
          <p:cNvSpPr/>
          <p:nvPr/>
        </p:nvSpPr>
        <p:spPr>
          <a:xfrm>
            <a:off x="8489535" y="3916162"/>
            <a:ext cx="1371600" cy="640080"/>
          </a:xfrm>
          <a:prstGeom prst="roundRect">
            <a:avLst>
              <a:gd name="adj"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91440" rIns="91440" bIns="91440" rtlCol="0" anchor="ctr" anchorCtr="0">
            <a:noAutofit/>
          </a:bodyPr>
          <a:lstStyle/>
          <a:p>
            <a:pPr marL="60325" marR="0" lvl="0" indent="0" algn="ctr" defTabSz="228600" rtl="0" eaLnBrk="1" fontAlgn="auto" latinLnBrk="0" hangingPunct="1">
              <a:lnSpc>
                <a:spcPct val="100000"/>
              </a:lnSpc>
              <a:spcBef>
                <a:spcPts val="0"/>
              </a:spcBef>
              <a:spcAft>
                <a:spcPts val="0"/>
              </a:spcAft>
              <a:buClrTx/>
              <a:buSzTx/>
              <a:buFontTx/>
              <a:buNone/>
              <a:tabLst/>
              <a:defRPr/>
            </a:pPr>
            <a:r>
              <a:rPr kumimoji="0" lang="en-US" sz="900" b="1" i="0" u="none" strike="noStrike" kern="1000" cap="none" spc="0" normalizeH="0" baseline="0" noProof="0">
                <a:ln>
                  <a:noFill/>
                </a:ln>
                <a:solidFill>
                  <a:prstClr val="white"/>
                </a:solidFill>
                <a:effectLst/>
                <a:uLnTx/>
                <a:uFillTx/>
                <a:latin typeface="Aktiv Grotesk"/>
                <a:ea typeface="+mn-ea"/>
                <a:cs typeface="+mn-cs"/>
              </a:rPr>
              <a:t>Modern Operations</a:t>
            </a:r>
          </a:p>
        </p:txBody>
      </p:sp>
      <p:sp>
        <p:nvSpPr>
          <p:cNvPr id="25" name="Rounded Rectangle 24">
            <a:extLst>
              <a:ext uri="{FF2B5EF4-FFF2-40B4-BE49-F238E27FC236}">
                <a16:creationId xmlns:a16="http://schemas.microsoft.com/office/drawing/2014/main" id="{7211D910-01B6-AA00-70EE-45C7C2144AA9}"/>
              </a:ext>
            </a:extLst>
          </p:cNvPr>
          <p:cNvSpPr/>
          <p:nvPr/>
        </p:nvSpPr>
        <p:spPr>
          <a:xfrm>
            <a:off x="8489535" y="4788194"/>
            <a:ext cx="1371600" cy="640080"/>
          </a:xfrm>
          <a:prstGeom prst="roundRect">
            <a:avLst>
              <a:gd name="adj" fmla="val 0"/>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91440" rIns="91440" bIns="91440" rtlCol="0" anchor="ctr" anchorCtr="0">
            <a:noAutofit/>
          </a:bodyPr>
          <a:lstStyle/>
          <a:p>
            <a:pPr marL="0" marR="0" lvl="0" indent="0" algn="ctr" defTabSz="228600" rtl="0" eaLnBrk="1" fontAlgn="auto" latinLnBrk="0" hangingPunct="1">
              <a:lnSpc>
                <a:spcPct val="100000"/>
              </a:lnSpc>
              <a:spcBef>
                <a:spcPts val="0"/>
              </a:spcBef>
              <a:spcAft>
                <a:spcPts val="0"/>
              </a:spcAft>
              <a:buClrTx/>
              <a:buSzTx/>
              <a:buFontTx/>
              <a:buNone/>
              <a:tabLst/>
              <a:defRPr/>
            </a:pPr>
            <a:r>
              <a:rPr kumimoji="0" lang="en-US" sz="900" b="1" i="0" u="none" strike="noStrike" kern="1000" cap="none" spc="0" normalizeH="0" baseline="0" noProof="0">
                <a:ln>
                  <a:noFill/>
                </a:ln>
                <a:solidFill>
                  <a:prstClr val="white"/>
                </a:solidFill>
                <a:effectLst/>
                <a:uLnTx/>
                <a:uFillTx/>
                <a:latin typeface="Aktiv Grotesk"/>
                <a:ea typeface="+mn-ea"/>
                <a:cs typeface="+mn-cs"/>
              </a:rPr>
              <a:t>Detection &amp; Response</a:t>
            </a:r>
          </a:p>
        </p:txBody>
      </p:sp>
    </p:spTree>
    <p:extLst>
      <p:ext uri="{BB962C8B-B14F-4D97-AF65-F5344CB8AC3E}">
        <p14:creationId xmlns:p14="http://schemas.microsoft.com/office/powerpoint/2010/main" val="256757420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3DE609D-71B9-3C9F-885A-3A1E368C215F}"/>
              </a:ext>
            </a:extLst>
          </p:cNvPr>
          <p:cNvSpPr>
            <a:spLocks noGrp="1"/>
          </p:cNvSpPr>
          <p:nvPr>
            <p:ph type="sldNum" sz="quarter" idx="11"/>
          </p:nvPr>
        </p:nvSpPr>
        <p:spPr/>
        <p:txBody>
          <a:bodyPr/>
          <a:lstStyle/>
          <a:p>
            <a:fld id="{762E77F0-FB5B-4E8E-9BC9-34F14560A017}" type="slidenum">
              <a:rPr lang="en-US" smtClean="0"/>
              <a:pPr/>
              <a:t>14</a:t>
            </a:fld>
            <a:endParaRPr lang="en-US"/>
          </a:p>
        </p:txBody>
      </p:sp>
      <p:graphicFrame>
        <p:nvGraphicFramePr>
          <p:cNvPr id="4" name="Diagram 3">
            <a:extLst>
              <a:ext uri="{FF2B5EF4-FFF2-40B4-BE49-F238E27FC236}">
                <a16:creationId xmlns:a16="http://schemas.microsoft.com/office/drawing/2014/main" id="{8F96C559-B1C4-D6C4-35F0-07A8D261FF0B}"/>
              </a:ext>
            </a:extLst>
          </p:cNvPr>
          <p:cNvGraphicFramePr/>
          <p:nvPr>
            <p:extLst>
              <p:ext uri="{D42A27DB-BD31-4B8C-83A1-F6EECF244321}">
                <p14:modId xmlns:p14="http://schemas.microsoft.com/office/powerpoint/2010/main" val="3706043136"/>
              </p:ext>
            </p:extLst>
          </p:nvPr>
        </p:nvGraphicFramePr>
        <p:xfrm>
          <a:off x="1353313" y="1371600"/>
          <a:ext cx="10465490" cy="505663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TextBox 4">
            <a:extLst>
              <a:ext uri="{FF2B5EF4-FFF2-40B4-BE49-F238E27FC236}">
                <a16:creationId xmlns:a16="http://schemas.microsoft.com/office/drawing/2014/main" id="{4CE37D0D-6070-FC1B-AEC4-B8114DD14380}"/>
              </a:ext>
            </a:extLst>
          </p:cNvPr>
          <p:cNvSpPr txBox="1"/>
          <p:nvPr/>
        </p:nvSpPr>
        <p:spPr>
          <a:xfrm>
            <a:off x="5742432" y="3602736"/>
            <a:ext cx="2146742" cy="369332"/>
          </a:xfrm>
          <a:prstGeom prst="rect">
            <a:avLst/>
          </a:prstGeom>
          <a:noFill/>
        </p:spPr>
        <p:txBody>
          <a:bodyPr wrap="none" rtlCol="0">
            <a:spAutoFit/>
          </a:bodyPr>
          <a:lstStyle/>
          <a:p>
            <a:pPr algn="l"/>
            <a:r>
              <a:rPr lang="en-US" sz="1800" b="1"/>
              <a:t>Business Priority </a:t>
            </a:r>
            <a:endParaRPr lang="en-GB" sz="1800" b="1" err="1"/>
          </a:p>
        </p:txBody>
      </p:sp>
      <p:sp>
        <p:nvSpPr>
          <p:cNvPr id="7" name="TextBox 6">
            <a:extLst>
              <a:ext uri="{FF2B5EF4-FFF2-40B4-BE49-F238E27FC236}">
                <a16:creationId xmlns:a16="http://schemas.microsoft.com/office/drawing/2014/main" id="{3E19305E-7C15-B7CD-0595-83EB5282C088}"/>
              </a:ext>
            </a:extLst>
          </p:cNvPr>
          <p:cNvSpPr txBox="1"/>
          <p:nvPr/>
        </p:nvSpPr>
        <p:spPr>
          <a:xfrm>
            <a:off x="253838" y="245102"/>
            <a:ext cx="6332220" cy="369332"/>
          </a:xfrm>
          <a:prstGeom prst="rect">
            <a:avLst/>
          </a:prstGeom>
          <a:noFill/>
        </p:spPr>
        <p:txBody>
          <a:bodyPr wrap="square">
            <a:spAutoFit/>
          </a:bodyPr>
          <a:lstStyle/>
          <a:p>
            <a:pPr algn="l"/>
            <a:r>
              <a:rPr lang="en-US" sz="1800">
                <a:solidFill>
                  <a:schemeClr val="bg1"/>
                </a:solidFill>
              </a:rPr>
              <a:t>Cloud Continual Service Improvement Flywheel </a:t>
            </a:r>
            <a:endParaRPr lang="en-GB" sz="2000" err="1">
              <a:solidFill>
                <a:schemeClr val="bg1"/>
              </a:solidFill>
            </a:endParaRPr>
          </a:p>
        </p:txBody>
      </p:sp>
    </p:spTree>
    <p:extLst>
      <p:ext uri="{BB962C8B-B14F-4D97-AF65-F5344CB8AC3E}">
        <p14:creationId xmlns:p14="http://schemas.microsoft.com/office/powerpoint/2010/main" val="20471785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Object 5" hidden="1">
            <a:extLst>
              <a:ext uri="{FF2B5EF4-FFF2-40B4-BE49-F238E27FC236}">
                <a16:creationId xmlns:a16="http://schemas.microsoft.com/office/drawing/2014/main" id="{652EABB5-A975-4085-9F93-B68058B75AC3}"/>
              </a:ext>
            </a:extLst>
          </p:cNvPr>
          <p:cNvGraphicFramePr>
            <a:graphicFrameLocks noChangeAspect="1"/>
          </p:cNvGraphicFramePr>
          <p:nvPr>
            <p:custDataLst>
              <p:tags r:id="rId1"/>
            </p:custDataLst>
          </p:nvPr>
        </p:nvGraphicFramePr>
        <p:xfrm>
          <a:off x="3176" y="1588"/>
          <a:ext cx="1588" cy="1588"/>
        </p:xfrm>
        <a:graphic>
          <a:graphicData uri="http://schemas.openxmlformats.org/presentationml/2006/ole">
            <mc:AlternateContent xmlns:mc="http://schemas.openxmlformats.org/markup-compatibility/2006">
              <mc:Choice xmlns:v="urn:schemas-microsoft-com:vml" Requires="v">
                <p:oleObj name="think-cell Slide" r:id="rId11" imgW="395" imgH="394" progId="TCLayout.ActiveDocument.1">
                  <p:embed/>
                </p:oleObj>
              </mc:Choice>
              <mc:Fallback>
                <p:oleObj name="think-cell Slide" r:id="rId11" imgW="395" imgH="394" progId="TCLayout.ActiveDocument.1">
                  <p:embed/>
                  <p:pic>
                    <p:nvPicPr>
                      <p:cNvPr id="6" name="Object 5" hidden="1">
                        <a:extLst>
                          <a:ext uri="{FF2B5EF4-FFF2-40B4-BE49-F238E27FC236}">
                            <a16:creationId xmlns:a16="http://schemas.microsoft.com/office/drawing/2014/main" id="{652EABB5-A975-4085-9F93-B68058B75AC3}"/>
                          </a:ext>
                        </a:extLst>
                      </p:cNvPr>
                      <p:cNvPicPr/>
                      <p:nvPr/>
                    </p:nvPicPr>
                    <p:blipFill>
                      <a:blip r:embed="rId12"/>
                      <a:stretch>
                        <a:fillRect/>
                      </a:stretch>
                    </p:blipFill>
                    <p:spPr>
                      <a:xfrm>
                        <a:off x="3176" y="1588"/>
                        <a:ext cx="1588" cy="1588"/>
                      </a:xfrm>
                      <a:prstGeom prst="rect">
                        <a:avLst/>
                      </a:prstGeom>
                    </p:spPr>
                  </p:pic>
                </p:oleObj>
              </mc:Fallback>
            </mc:AlternateContent>
          </a:graphicData>
        </a:graphic>
      </p:graphicFrame>
      <p:sp>
        <p:nvSpPr>
          <p:cNvPr id="4" name="2. Slide Title">
            <a:extLst>
              <a:ext uri="{FF2B5EF4-FFF2-40B4-BE49-F238E27FC236}">
                <a16:creationId xmlns:a16="http://schemas.microsoft.com/office/drawing/2014/main" id="{189B8C28-09BF-45CE-B1FD-9E1C902AFBFD}"/>
              </a:ext>
            </a:extLst>
          </p:cNvPr>
          <p:cNvSpPr>
            <a:spLocks noGrp="1"/>
          </p:cNvSpPr>
          <p:nvPr>
            <p:ph type="title"/>
            <p:custDataLst>
              <p:tags r:id="rId2"/>
            </p:custDataLst>
          </p:nvPr>
        </p:nvSpPr>
        <p:spPr>
          <a:noFill/>
          <a:ln>
            <a:noFill/>
          </a:ln>
          <a:extLst>
            <a:ext uri="{909E8E84-426E-40DD-AFC4-6F175D3DCCD1}">
              <a14:hiddenFill xmlns:a14="http://schemas.microsoft.com/office/drawing/2010/main">
                <a:solidFill>
                  <a:srgbClr val="FFFFFF"/>
                </a:solidFill>
              </a14:hiddenFill>
            </a:ext>
          </a:extLst>
        </p:spPr>
        <p:txBody>
          <a:bodyPr vert="horz" wrap="square" anchor="t" anchorCtr="0">
            <a:spAutoFit/>
          </a:bodyPr>
          <a:lstStyle/>
          <a:p>
            <a:r>
              <a:rPr lang="en-US"/>
              <a:t>Our cloud strategy solution offerings can be tailored to your needs</a:t>
            </a:r>
          </a:p>
        </p:txBody>
      </p:sp>
      <p:cxnSp>
        <p:nvCxnSpPr>
          <p:cNvPr id="62" name="LineContentSeparatorDefault 121">
            <a:extLst>
              <a:ext uri="{FF2B5EF4-FFF2-40B4-BE49-F238E27FC236}">
                <a16:creationId xmlns:a16="http://schemas.microsoft.com/office/drawing/2014/main" id="{01C3A8EC-734D-40C3-98CD-7C69B2094703}"/>
              </a:ext>
            </a:extLst>
          </p:cNvPr>
          <p:cNvCxnSpPr>
            <a:cxnSpLocks/>
          </p:cNvCxnSpPr>
          <p:nvPr>
            <p:custDataLst>
              <p:tags r:id="rId3"/>
            </p:custDataLst>
          </p:nvPr>
        </p:nvCxnSpPr>
        <p:spPr>
          <a:xfrm>
            <a:off x="376322" y="4008456"/>
            <a:ext cx="11421575" cy="0"/>
          </a:xfrm>
          <a:prstGeom prst="straightConnector1">
            <a:avLst/>
          </a:prstGeom>
          <a:ln w="6350" cap="flat">
            <a:solidFill>
              <a:srgbClr val="B3B3B3"/>
            </a:solidFill>
            <a:miter lim="800000"/>
            <a:tailEnd type="none"/>
          </a:ln>
        </p:spPr>
        <p:style>
          <a:lnRef idx="1">
            <a:schemeClr val="accent1"/>
          </a:lnRef>
          <a:fillRef idx="0">
            <a:schemeClr val="accent1"/>
          </a:fillRef>
          <a:effectRef idx="0">
            <a:schemeClr val="accent1"/>
          </a:effectRef>
          <a:fontRef idx="minor">
            <a:schemeClr val="tx1"/>
          </a:fontRef>
        </p:style>
      </p:cxnSp>
      <p:sp>
        <p:nvSpPr>
          <p:cNvPr id="57" name="TextBox 56">
            <a:extLst>
              <a:ext uri="{FF2B5EF4-FFF2-40B4-BE49-F238E27FC236}">
                <a16:creationId xmlns:a16="http://schemas.microsoft.com/office/drawing/2014/main" id="{86224640-992E-429A-AF55-1C8159706525}"/>
              </a:ext>
            </a:extLst>
          </p:cNvPr>
          <p:cNvSpPr txBox="1">
            <a:spLocks/>
          </p:cNvSpPr>
          <p:nvPr/>
        </p:nvSpPr>
        <p:spPr>
          <a:xfrm>
            <a:off x="335998" y="3506068"/>
            <a:ext cx="740383" cy="369332"/>
          </a:xfrm>
          <a:prstGeom prst="rect">
            <a:avLst/>
          </a:prstGeom>
        </p:spPr>
        <p:txBody>
          <a:bodyPr vert="horz" wrap="square" lIns="0" tIns="0" rIns="0" bIns="0" rtlCol="0" anchor="t" anchorCtr="0">
            <a:noAutofit/>
          </a:bodyPr>
          <a:lstStyle>
            <a:lvl1pPr lvl="0" indent="0" defTabSz="914126">
              <a:lnSpc>
                <a:spcPct val="100000"/>
              </a:lnSpc>
              <a:spcBef>
                <a:spcPts val="300"/>
              </a:spcBef>
              <a:spcAft>
                <a:spcPts val="300"/>
              </a:spcAft>
              <a:buClr>
                <a:schemeClr val="tx1"/>
              </a:buClr>
              <a:buSzPct val="100000"/>
              <a:buFont typeface="Aktiv Grotesk" panose="020B0502040204020203"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ktiv Grotesk" panose="020B0604020202020204" pitchFamily="34" charset="0"/>
                <a:cs typeface="Aktiv Grotesk" panose="020B0604020202020204" pitchFamily="34" charset="0"/>
                <a:sym typeface="Aktiv Grotesk"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5pPr>
            <a:lvl6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6pPr>
            <a:lvl7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7pPr>
            <a:lvl8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8pPr>
            <a:lvl9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Aktiv Grotesk" panose="020B0502040204020203" pitchFamily="34" charset="0"/>
              <a:buChar char="​"/>
              <a:tabLst/>
              <a:defRPr/>
            </a:pPr>
            <a:r>
              <a:rPr kumimoji="0" lang="en-US" sz="1200" b="1" i="0" u="none" strike="noStrike" kern="1200" cap="none" spc="0" normalizeH="0" baseline="0" noProof="0">
                <a:ln>
                  <a:noFill/>
                </a:ln>
                <a:solidFill>
                  <a:srgbClr val="000000"/>
                </a:solidFill>
                <a:effectLst/>
                <a:uLnTx/>
                <a:uFillTx/>
                <a:latin typeface="Aktiv Grotesk"/>
                <a:ea typeface="+mn-ea"/>
                <a:cs typeface="Aktiv Grotesk" panose="020B0604020202020204" pitchFamily="34" charset="0"/>
                <a:sym typeface="Aktiv Grotesk" panose="020B0604020202020204" pitchFamily="34" charset="0"/>
              </a:rPr>
              <a:t>Main audience</a:t>
            </a:r>
          </a:p>
        </p:txBody>
      </p:sp>
      <p:sp>
        <p:nvSpPr>
          <p:cNvPr id="56" name="TextBox 55">
            <a:extLst>
              <a:ext uri="{FF2B5EF4-FFF2-40B4-BE49-F238E27FC236}">
                <a16:creationId xmlns:a16="http://schemas.microsoft.com/office/drawing/2014/main" id="{4774A6F1-44CD-4869-8F67-A0EEC71B171B}"/>
              </a:ext>
            </a:extLst>
          </p:cNvPr>
          <p:cNvSpPr txBox="1"/>
          <p:nvPr/>
        </p:nvSpPr>
        <p:spPr>
          <a:xfrm>
            <a:off x="335998" y="4203370"/>
            <a:ext cx="740383" cy="369332"/>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Aktiv Grotesk" panose="020B0502040204020203"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ktiv Grotesk" panose="020B0604020202020204" pitchFamily="34" charset="0"/>
                <a:cs typeface="Aktiv Grotesk" panose="020B0604020202020204" pitchFamily="34" charset="0"/>
                <a:sym typeface="Aktiv Grotesk"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5pPr>
            <a:lvl6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6pPr>
            <a:lvl7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7pPr>
            <a:lvl8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8pPr>
            <a:lvl9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Aktiv Grotesk" panose="020B0502040204020203" pitchFamily="34" charset="0"/>
              <a:buChar char="​"/>
              <a:tabLst/>
              <a:defRPr/>
            </a:pPr>
            <a:r>
              <a:rPr kumimoji="0" lang="en-US" sz="1200" b="1" i="0" u="none" strike="noStrike" kern="1200" cap="none" spc="0" normalizeH="0" baseline="0" noProof="0">
                <a:ln>
                  <a:noFill/>
                </a:ln>
                <a:solidFill>
                  <a:srgbClr val="000000"/>
                </a:solidFill>
                <a:effectLst/>
                <a:uLnTx/>
                <a:uFillTx/>
                <a:latin typeface="Aktiv Grotesk"/>
                <a:ea typeface="+mn-ea"/>
                <a:cs typeface="Aktiv Grotesk" panose="020B0604020202020204" pitchFamily="34" charset="0"/>
                <a:sym typeface="Aktiv Grotesk" panose="020B0604020202020204" pitchFamily="34" charset="0"/>
              </a:rPr>
              <a:t>Key benefits</a:t>
            </a:r>
          </a:p>
        </p:txBody>
      </p:sp>
      <p:sp>
        <p:nvSpPr>
          <p:cNvPr id="55" name="TextBox 54">
            <a:extLst>
              <a:ext uri="{FF2B5EF4-FFF2-40B4-BE49-F238E27FC236}">
                <a16:creationId xmlns:a16="http://schemas.microsoft.com/office/drawing/2014/main" id="{34A45D96-6F33-4774-8412-8D0A196EC8E1}"/>
              </a:ext>
            </a:extLst>
          </p:cNvPr>
          <p:cNvSpPr txBox="1"/>
          <p:nvPr/>
        </p:nvSpPr>
        <p:spPr>
          <a:xfrm>
            <a:off x="335998" y="2232441"/>
            <a:ext cx="740383" cy="369332"/>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Aktiv Grotesk" panose="020B0502040204020203"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ktiv Grotesk" panose="020B0604020202020204" pitchFamily="34" charset="0"/>
                <a:cs typeface="Aktiv Grotesk" panose="020B0604020202020204" pitchFamily="34" charset="0"/>
                <a:sym typeface="Aktiv Grotesk"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5pPr>
            <a:lvl6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6pPr>
            <a:lvl7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7pPr>
            <a:lvl8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8pPr>
            <a:lvl9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Aktiv Grotesk" panose="020B0502040204020203" pitchFamily="34" charset="0"/>
              <a:buChar char="​"/>
              <a:tabLst/>
              <a:defRPr/>
            </a:pPr>
            <a:r>
              <a:rPr kumimoji="0" lang="en-US" sz="1200" b="1" i="0" u="none" strike="noStrike" kern="1200" cap="none" spc="0" normalizeH="0" baseline="0" noProof="0">
                <a:ln>
                  <a:noFill/>
                </a:ln>
                <a:solidFill>
                  <a:srgbClr val="000000"/>
                </a:solidFill>
                <a:effectLst/>
                <a:uLnTx/>
                <a:uFillTx/>
                <a:latin typeface="Aktiv Grotesk"/>
                <a:ea typeface="+mn-ea"/>
                <a:cs typeface="Aktiv Grotesk" panose="020B0604020202020204" pitchFamily="34" charset="0"/>
                <a:sym typeface="Aktiv Grotesk" panose="020B0604020202020204" pitchFamily="34" charset="0"/>
              </a:rPr>
              <a:t>When to </a:t>
            </a:r>
            <a:br>
              <a:rPr kumimoji="0" lang="en-US" sz="1200" b="1" i="0" u="none" strike="noStrike" kern="1200" cap="none" spc="0" normalizeH="0" baseline="0" noProof="0">
                <a:ln>
                  <a:noFill/>
                </a:ln>
                <a:solidFill>
                  <a:srgbClr val="000000"/>
                </a:solidFill>
                <a:effectLst/>
                <a:uLnTx/>
                <a:uFillTx/>
                <a:latin typeface="Aktiv Grotesk"/>
                <a:ea typeface="+mn-ea"/>
                <a:cs typeface="Aktiv Grotesk" panose="020B0604020202020204" pitchFamily="34" charset="0"/>
                <a:sym typeface="Aktiv Grotesk" panose="020B0604020202020204" pitchFamily="34" charset="0"/>
              </a:rPr>
            </a:br>
            <a:r>
              <a:rPr kumimoji="0" lang="en-US" sz="1200" b="1" i="0" u="none" strike="noStrike" kern="1200" cap="none" spc="0" normalizeH="0" baseline="0" noProof="0">
                <a:ln>
                  <a:noFill/>
                </a:ln>
                <a:solidFill>
                  <a:srgbClr val="000000"/>
                </a:solidFill>
                <a:effectLst/>
                <a:uLnTx/>
                <a:uFillTx/>
                <a:latin typeface="Aktiv Grotesk"/>
                <a:ea typeface="+mn-ea"/>
                <a:cs typeface="Aktiv Grotesk" panose="020B0604020202020204" pitchFamily="34" charset="0"/>
                <a:sym typeface="Aktiv Grotesk" panose="020B0604020202020204" pitchFamily="34" charset="0"/>
              </a:rPr>
              <a:t>use it</a:t>
            </a:r>
          </a:p>
        </p:txBody>
      </p:sp>
      <p:cxnSp>
        <p:nvCxnSpPr>
          <p:cNvPr id="72" name="LineBasicDefault 151">
            <a:extLst>
              <a:ext uri="{FF2B5EF4-FFF2-40B4-BE49-F238E27FC236}">
                <a16:creationId xmlns:a16="http://schemas.microsoft.com/office/drawing/2014/main" id="{1572F7A4-758A-4AAD-9A53-70241596298A}"/>
              </a:ext>
            </a:extLst>
          </p:cNvPr>
          <p:cNvCxnSpPr>
            <a:cxnSpLocks/>
          </p:cNvCxnSpPr>
          <p:nvPr>
            <p:custDataLst>
              <p:tags r:id="rId4"/>
            </p:custDataLst>
          </p:nvPr>
        </p:nvCxnSpPr>
        <p:spPr>
          <a:xfrm>
            <a:off x="1287403" y="1700216"/>
            <a:ext cx="2461713" cy="0"/>
          </a:xfrm>
          <a:prstGeom prst="straightConnector1">
            <a:avLst/>
          </a:prstGeom>
          <a:ln w="6350" cap="flat">
            <a:solidFill>
              <a:schemeClr val="bg1"/>
            </a:solidFill>
            <a:miter lim="800000"/>
            <a:tailEnd type="none"/>
          </a:ln>
        </p:spPr>
        <p:style>
          <a:lnRef idx="1">
            <a:schemeClr val="accent1"/>
          </a:lnRef>
          <a:fillRef idx="0">
            <a:schemeClr val="accent1"/>
          </a:fillRef>
          <a:effectRef idx="0">
            <a:schemeClr val="accent1"/>
          </a:effectRef>
          <a:fontRef idx="minor">
            <a:schemeClr val="tx1"/>
          </a:fontRef>
        </p:style>
      </p:cxnSp>
      <p:sp>
        <p:nvSpPr>
          <p:cNvPr id="58" name="TextBox 57">
            <a:extLst>
              <a:ext uri="{FF2B5EF4-FFF2-40B4-BE49-F238E27FC236}">
                <a16:creationId xmlns:a16="http://schemas.microsoft.com/office/drawing/2014/main" id="{B545BC32-DEA5-45AC-AF78-9AE8A55CC4F2}"/>
              </a:ext>
            </a:extLst>
          </p:cNvPr>
          <p:cNvSpPr txBox="1"/>
          <p:nvPr/>
        </p:nvSpPr>
        <p:spPr>
          <a:xfrm>
            <a:off x="1403448" y="1828084"/>
            <a:ext cx="2469870" cy="215444"/>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Aktiv Grotesk" panose="020B0502040204020203"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ktiv Grotesk" panose="020B0604020202020204" pitchFamily="34" charset="0"/>
                <a:cs typeface="Aktiv Grotesk" panose="020B0604020202020204" pitchFamily="34" charset="0"/>
                <a:sym typeface="Aktiv Grotesk"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5pPr>
            <a:lvl6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6pPr>
            <a:lvl7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7pPr>
            <a:lvl8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8pPr>
            <a:lvl9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Aktiv Grotesk" panose="020B0502040204020203" pitchFamily="34" charset="0"/>
              <a:buChar char="​"/>
              <a:tabLst/>
              <a:defRPr/>
            </a:pPr>
            <a:r>
              <a:rPr kumimoji="0" lang="en-US" sz="1400" b="1" i="0" u="none" strike="noStrike" kern="1200" cap="none" spc="0" normalizeH="0" baseline="0" noProof="0">
                <a:ln>
                  <a:noFill/>
                </a:ln>
                <a:solidFill>
                  <a:srgbClr val="000000"/>
                </a:solidFill>
                <a:effectLst/>
                <a:uLnTx/>
                <a:uFillTx/>
                <a:latin typeface="Aktiv Grotesk"/>
                <a:ea typeface="+mn-ea"/>
                <a:cs typeface="Aktiv Grotesk" panose="020B0604020202020204" pitchFamily="34" charset="0"/>
                <a:sym typeface="Aktiv Grotesk" panose="020B0604020202020204" pitchFamily="34" charset="0"/>
              </a:rPr>
              <a:t>Cloud Advisory workshop </a:t>
            </a:r>
          </a:p>
        </p:txBody>
      </p:sp>
      <p:sp>
        <p:nvSpPr>
          <p:cNvPr id="66" name="TextBox 65">
            <a:extLst>
              <a:ext uri="{FF2B5EF4-FFF2-40B4-BE49-F238E27FC236}">
                <a16:creationId xmlns:a16="http://schemas.microsoft.com/office/drawing/2014/main" id="{22A136E2-9216-4D38-AFA7-52DADDD73EB9}"/>
              </a:ext>
            </a:extLst>
          </p:cNvPr>
          <p:cNvSpPr txBox="1">
            <a:spLocks/>
          </p:cNvSpPr>
          <p:nvPr/>
        </p:nvSpPr>
        <p:spPr>
          <a:xfrm>
            <a:off x="1411605" y="3609339"/>
            <a:ext cx="2461713" cy="161583"/>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Aktiv Grotesk" panose="020B0502040204020203"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ktiv Grotesk" panose="020B0604020202020204" pitchFamily="34" charset="0"/>
                <a:cs typeface="Aktiv Grotesk" panose="020B0604020202020204" pitchFamily="34" charset="0"/>
                <a:sym typeface="Aktiv Grotesk"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5pPr>
            <a:lvl6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6pPr>
            <a:lvl7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7pPr>
            <a:lvl8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8pPr>
            <a:lvl9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Aktiv Grotesk" panose="020B0502040204020203" pitchFamily="34" charset="0"/>
              <a:buChar char="​"/>
              <a:tabLst/>
              <a:defRPr/>
            </a:pPr>
            <a:r>
              <a:rPr kumimoji="0" lang="en-US" sz="1050" b="0" i="0" u="none" strike="noStrike" kern="1200" cap="none" spc="0" normalizeH="0" baseline="0" noProof="0">
                <a:ln>
                  <a:noFill/>
                </a:ln>
                <a:solidFill>
                  <a:srgbClr val="000000"/>
                </a:solidFill>
                <a:effectLst/>
                <a:uLnTx/>
                <a:uFillTx/>
                <a:latin typeface="Aktiv Grotesk"/>
                <a:ea typeface="+mn-ea"/>
                <a:cs typeface="Aktiv Grotesk" panose="020B0604020202020204" pitchFamily="34" charset="0"/>
                <a:sym typeface="Aktiv Grotesk" panose="020B0604020202020204" pitchFamily="34" charset="0"/>
              </a:rPr>
              <a:t>Executive Stakeholders</a:t>
            </a:r>
          </a:p>
        </p:txBody>
      </p:sp>
      <p:sp>
        <p:nvSpPr>
          <p:cNvPr id="63" name="TextBox 62">
            <a:extLst>
              <a:ext uri="{FF2B5EF4-FFF2-40B4-BE49-F238E27FC236}">
                <a16:creationId xmlns:a16="http://schemas.microsoft.com/office/drawing/2014/main" id="{97A49C81-AE8C-4402-AB5E-9BCCB31807D1}"/>
              </a:ext>
            </a:extLst>
          </p:cNvPr>
          <p:cNvSpPr txBox="1">
            <a:spLocks/>
          </p:cNvSpPr>
          <p:nvPr/>
        </p:nvSpPr>
        <p:spPr>
          <a:xfrm>
            <a:off x="1411605" y="2232443"/>
            <a:ext cx="2461713" cy="868846"/>
          </a:xfrm>
          <a:prstGeom prst="rect">
            <a:avLst/>
          </a:prstGeom>
        </p:spPr>
        <p:txBody>
          <a:bodyPr vert="horz" wrap="square" lIns="0" tIns="0" rIns="0" bIns="0" rtlCol="0" anchor="t" anchorCtr="0">
            <a:noAutofit/>
          </a:bodyPr>
          <a:lstStyle>
            <a:lvl1pPr lvl="0" indent="0" defTabSz="914126">
              <a:lnSpc>
                <a:spcPct val="100000"/>
              </a:lnSpc>
              <a:spcBef>
                <a:spcPts val="300"/>
              </a:spcBef>
              <a:spcAft>
                <a:spcPts val="300"/>
              </a:spcAft>
              <a:buClr>
                <a:schemeClr val="tx1"/>
              </a:buClr>
              <a:buSzPct val="100000"/>
              <a:buFont typeface="Aktiv Grotesk" panose="020B0502040204020203"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ktiv Grotesk" panose="020B0604020202020204" pitchFamily="34" charset="0"/>
                <a:cs typeface="Aktiv Grotesk" panose="020B0604020202020204" pitchFamily="34" charset="0"/>
                <a:sym typeface="Aktiv Grotesk"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5pPr>
            <a:lvl6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6pPr>
            <a:lvl7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7pPr>
            <a:lvl8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8pPr>
            <a:lvl9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000000"/>
              </a:buClr>
              <a:buSzPct val="100000"/>
              <a:buFont typeface="Aktiv Grotesk" panose="020B0502040204020203" pitchFamily="34" charset="0"/>
              <a:buChar char="​"/>
              <a:tabLst/>
              <a:defRPr/>
            </a:pPr>
            <a:r>
              <a:rPr kumimoji="0" lang="en-US" sz="1050" b="0" i="0" u="none" strike="noStrike" kern="1200" cap="none" spc="0" normalizeH="0" baseline="0" noProof="0">
                <a:ln>
                  <a:noFill/>
                </a:ln>
                <a:solidFill>
                  <a:srgbClr val="000000"/>
                </a:solidFill>
                <a:effectLst/>
                <a:uLnTx/>
                <a:uFillTx/>
                <a:latin typeface="Aktiv Grotesk" panose="020B0604020202020204" pitchFamily="34" charset="0"/>
                <a:ea typeface="+mn-ea"/>
                <a:cs typeface="Aktiv Grotesk" panose="020B0604020202020204" pitchFamily="34" charset="0"/>
                <a:sym typeface="Aktiv Grotesk" panose="020B0604020202020204" pitchFamily="34" charset="0"/>
              </a:rPr>
              <a:t>Learn how leading organizations are making shifts across technology, process, and people to drive business solutions using the Public Cloud</a:t>
            </a:r>
          </a:p>
        </p:txBody>
      </p:sp>
      <p:cxnSp>
        <p:nvCxnSpPr>
          <p:cNvPr id="83" name="LineBasicDefault 151">
            <a:extLst>
              <a:ext uri="{FF2B5EF4-FFF2-40B4-BE49-F238E27FC236}">
                <a16:creationId xmlns:a16="http://schemas.microsoft.com/office/drawing/2014/main" id="{BEF13BEF-FB59-427A-A7B7-C350FC03B003}"/>
              </a:ext>
            </a:extLst>
          </p:cNvPr>
          <p:cNvCxnSpPr>
            <a:cxnSpLocks/>
          </p:cNvCxnSpPr>
          <p:nvPr>
            <p:custDataLst>
              <p:tags r:id="rId5"/>
            </p:custDataLst>
          </p:nvPr>
        </p:nvCxnSpPr>
        <p:spPr>
          <a:xfrm>
            <a:off x="4723500" y="2132719"/>
            <a:ext cx="2461713" cy="0"/>
          </a:xfrm>
          <a:prstGeom prst="straightConnector1">
            <a:avLst/>
          </a:prstGeom>
          <a:ln w="6350" cap="flat">
            <a:solidFill>
              <a:schemeClr val="bg1"/>
            </a:solidFill>
            <a:miter lim="800000"/>
            <a:tailEnd type="none"/>
          </a:ln>
        </p:spPr>
        <p:style>
          <a:lnRef idx="1">
            <a:schemeClr val="accent1"/>
          </a:lnRef>
          <a:fillRef idx="0">
            <a:schemeClr val="accent1"/>
          </a:fillRef>
          <a:effectRef idx="0">
            <a:schemeClr val="accent1"/>
          </a:effectRef>
          <a:fontRef idx="minor">
            <a:schemeClr val="tx1"/>
          </a:fontRef>
        </p:style>
      </p:cxnSp>
      <p:sp>
        <p:nvSpPr>
          <p:cNvPr id="59" name="TextBox 58">
            <a:extLst>
              <a:ext uri="{FF2B5EF4-FFF2-40B4-BE49-F238E27FC236}">
                <a16:creationId xmlns:a16="http://schemas.microsoft.com/office/drawing/2014/main" id="{C67E106F-C7BB-48C0-B8EE-3C3B7C31ADCC}"/>
              </a:ext>
            </a:extLst>
          </p:cNvPr>
          <p:cNvSpPr txBox="1"/>
          <p:nvPr/>
        </p:nvSpPr>
        <p:spPr>
          <a:xfrm>
            <a:off x="4868414" y="1828083"/>
            <a:ext cx="2888583" cy="215444"/>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Aktiv Grotesk" panose="020B0502040204020203"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ktiv Grotesk" panose="020B0604020202020204" pitchFamily="34" charset="0"/>
                <a:cs typeface="Aktiv Grotesk" panose="020B0604020202020204" pitchFamily="34" charset="0"/>
                <a:sym typeface="Aktiv Grotesk"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5pPr>
            <a:lvl6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6pPr>
            <a:lvl7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7pPr>
            <a:lvl8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8pPr>
            <a:lvl9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Aktiv Grotesk" panose="020B0502040204020203" pitchFamily="34" charset="0"/>
              <a:buChar char="​"/>
              <a:tabLst/>
              <a:defRPr/>
            </a:pPr>
            <a:r>
              <a:rPr kumimoji="0" lang="en-US" sz="1400" b="1" i="0" u="none" strike="noStrike" kern="1200" cap="none" spc="0" normalizeH="0" baseline="0" noProof="0">
                <a:ln>
                  <a:noFill/>
                </a:ln>
                <a:solidFill>
                  <a:srgbClr val="000000"/>
                </a:solidFill>
                <a:effectLst/>
                <a:uLnTx/>
                <a:uFillTx/>
                <a:latin typeface="Aktiv Grotesk"/>
                <a:ea typeface="+mn-ea"/>
                <a:cs typeface="Aktiv Grotesk" panose="020B0604020202020204" pitchFamily="34" charset="0"/>
                <a:sym typeface="Aktiv Grotesk" panose="020B0604020202020204" pitchFamily="34" charset="0"/>
              </a:rPr>
              <a:t>2. Cloud Readiness Assessment</a:t>
            </a:r>
          </a:p>
        </p:txBody>
      </p:sp>
      <p:sp>
        <p:nvSpPr>
          <p:cNvPr id="68" name="TextBox 67">
            <a:extLst>
              <a:ext uri="{FF2B5EF4-FFF2-40B4-BE49-F238E27FC236}">
                <a16:creationId xmlns:a16="http://schemas.microsoft.com/office/drawing/2014/main" id="{41645246-FC87-4F17-9203-38F068A5E602}"/>
              </a:ext>
            </a:extLst>
          </p:cNvPr>
          <p:cNvSpPr txBox="1">
            <a:spLocks/>
          </p:cNvSpPr>
          <p:nvPr/>
        </p:nvSpPr>
        <p:spPr>
          <a:xfrm>
            <a:off x="4880289" y="3642673"/>
            <a:ext cx="2461713" cy="161583"/>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Aktiv Grotesk" panose="020B0502040204020203"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ktiv Grotesk" panose="020B0604020202020204" pitchFamily="34" charset="0"/>
                <a:cs typeface="Aktiv Grotesk" panose="020B0604020202020204" pitchFamily="34" charset="0"/>
                <a:sym typeface="Aktiv Grotesk"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5pPr>
            <a:lvl6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6pPr>
            <a:lvl7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7pPr>
            <a:lvl8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8pPr>
            <a:lvl9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Aktiv Grotesk" panose="020B0502040204020203" pitchFamily="34" charset="0"/>
              <a:buChar char="​"/>
              <a:tabLst/>
              <a:defRPr/>
            </a:pPr>
            <a:r>
              <a:rPr kumimoji="0" lang="en-US" sz="1050" b="0" i="0" u="none" strike="noStrike" kern="1200" cap="none" spc="0" normalizeH="0" baseline="0" noProof="0">
                <a:ln>
                  <a:noFill/>
                </a:ln>
                <a:solidFill>
                  <a:srgbClr val="000000"/>
                </a:solidFill>
                <a:effectLst/>
                <a:uLnTx/>
                <a:uFillTx/>
                <a:latin typeface="Aktiv Grotesk"/>
                <a:ea typeface="+mn-ea"/>
                <a:cs typeface="Aktiv Grotesk" panose="020B0604020202020204" pitchFamily="34" charset="0"/>
                <a:sym typeface="Aktiv Grotesk" panose="020B0604020202020204" pitchFamily="34" charset="0"/>
              </a:rPr>
              <a:t>Business &amp; Technical stakeholders</a:t>
            </a:r>
          </a:p>
        </p:txBody>
      </p:sp>
      <p:sp>
        <p:nvSpPr>
          <p:cNvPr id="65" name="TextBox 64">
            <a:extLst>
              <a:ext uri="{FF2B5EF4-FFF2-40B4-BE49-F238E27FC236}">
                <a16:creationId xmlns:a16="http://schemas.microsoft.com/office/drawing/2014/main" id="{8F0EDDB7-5EBA-4702-B62C-52F8EEDCC185}"/>
              </a:ext>
            </a:extLst>
          </p:cNvPr>
          <p:cNvSpPr txBox="1">
            <a:spLocks/>
          </p:cNvSpPr>
          <p:nvPr/>
        </p:nvSpPr>
        <p:spPr>
          <a:xfrm>
            <a:off x="4880289" y="2265775"/>
            <a:ext cx="2461713" cy="484748"/>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Aktiv Grotesk" panose="020B0502040204020203"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ktiv Grotesk" panose="020B0604020202020204" pitchFamily="34" charset="0"/>
                <a:cs typeface="Aktiv Grotesk" panose="020B0604020202020204" pitchFamily="34" charset="0"/>
                <a:sym typeface="Aktiv Grotesk"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5pPr>
            <a:lvl6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6pPr>
            <a:lvl7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7pPr>
            <a:lvl8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8pPr>
            <a:lvl9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000000"/>
              </a:buClr>
              <a:buSzPct val="100000"/>
              <a:buFont typeface="Aktiv Grotesk" panose="020B0502040204020203" pitchFamily="34" charset="0"/>
              <a:buChar char="​"/>
              <a:tabLst/>
              <a:defRPr/>
            </a:pPr>
            <a:r>
              <a:rPr kumimoji="0" lang="en-GB" sz="1050" b="0" i="0" u="none" strike="noStrike" kern="1200" cap="none" spc="0" normalizeH="0" baseline="0" noProof="0">
                <a:ln>
                  <a:noFill/>
                </a:ln>
                <a:solidFill>
                  <a:srgbClr val="000000"/>
                </a:solidFill>
                <a:effectLst/>
                <a:uLnTx/>
                <a:uFillTx/>
                <a:latin typeface="Aktiv Grotesk" panose="020B0604020202020204" pitchFamily="34" charset="0"/>
                <a:ea typeface="+mn-ea"/>
                <a:cs typeface="Aktiv Grotesk" panose="020B0604020202020204" pitchFamily="34" charset="0"/>
                <a:sym typeface="Aktiv Grotesk" panose="020B0604020202020204" pitchFamily="34" charset="0"/>
              </a:rPr>
              <a:t>You require a comprehensive assessment to find the right cloud platforms for your unique needs</a:t>
            </a:r>
          </a:p>
        </p:txBody>
      </p:sp>
      <p:cxnSp>
        <p:nvCxnSpPr>
          <p:cNvPr id="20" name="Straight Connector 19">
            <a:extLst>
              <a:ext uri="{FF2B5EF4-FFF2-40B4-BE49-F238E27FC236}">
                <a16:creationId xmlns:a16="http://schemas.microsoft.com/office/drawing/2014/main" id="{96C13998-23BD-4B2A-AF4D-5BEDC03F56E9}"/>
              </a:ext>
            </a:extLst>
          </p:cNvPr>
          <p:cNvCxnSpPr>
            <a:cxnSpLocks/>
          </p:cNvCxnSpPr>
          <p:nvPr/>
        </p:nvCxnSpPr>
        <p:spPr>
          <a:xfrm>
            <a:off x="1181891" y="4203371"/>
            <a:ext cx="0" cy="1246495"/>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99" name="Straight Connector 98">
            <a:extLst>
              <a:ext uri="{FF2B5EF4-FFF2-40B4-BE49-F238E27FC236}">
                <a16:creationId xmlns:a16="http://schemas.microsoft.com/office/drawing/2014/main" id="{9E3CED36-0233-49B8-AF71-5C449C16A724}"/>
              </a:ext>
            </a:extLst>
          </p:cNvPr>
          <p:cNvCxnSpPr>
            <a:cxnSpLocks/>
          </p:cNvCxnSpPr>
          <p:nvPr/>
        </p:nvCxnSpPr>
        <p:spPr>
          <a:xfrm>
            <a:off x="1181891" y="3506068"/>
            <a:ext cx="0" cy="369332"/>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01" name="Straight Connector 100">
            <a:extLst>
              <a:ext uri="{FF2B5EF4-FFF2-40B4-BE49-F238E27FC236}">
                <a16:creationId xmlns:a16="http://schemas.microsoft.com/office/drawing/2014/main" id="{7794A3D9-A29F-466D-8C76-840A90B8EB1C}"/>
              </a:ext>
            </a:extLst>
          </p:cNvPr>
          <p:cNvCxnSpPr>
            <a:cxnSpLocks/>
          </p:cNvCxnSpPr>
          <p:nvPr/>
        </p:nvCxnSpPr>
        <p:spPr>
          <a:xfrm>
            <a:off x="1181891" y="2232442"/>
            <a:ext cx="0" cy="1005840"/>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8B5B2DCF-CD99-D555-1B19-CB5D1623EB93}"/>
              </a:ext>
            </a:extLst>
          </p:cNvPr>
          <p:cNvSpPr txBox="1"/>
          <p:nvPr/>
        </p:nvSpPr>
        <p:spPr>
          <a:xfrm>
            <a:off x="376322" y="1250562"/>
            <a:ext cx="1963458" cy="307777"/>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Aktiv Grotesk" panose="020B0502040204020203"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ktiv Grotesk" panose="020B0604020202020204" pitchFamily="34" charset="0"/>
                <a:cs typeface="Aktiv Grotesk" panose="020B0604020202020204" pitchFamily="34" charset="0"/>
                <a:sym typeface="Aktiv Grotesk"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5pPr>
            <a:lvl6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6pPr>
            <a:lvl7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7pPr>
            <a:lvl8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8pPr>
            <a:lvl9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Aktiv Grotesk" panose="020B0502040204020203" pitchFamily="34" charset="0"/>
              <a:buChar char="​"/>
              <a:tabLst/>
              <a:defRPr/>
            </a:pPr>
            <a:r>
              <a:rPr kumimoji="0" lang="en-US" sz="2000" b="1" i="0" u="none" strike="noStrike" kern="1200" cap="none" spc="0" normalizeH="0" baseline="0" noProof="0">
                <a:ln>
                  <a:noFill/>
                </a:ln>
                <a:solidFill>
                  <a:srgbClr val="EB0000"/>
                </a:solidFill>
                <a:effectLst/>
                <a:uLnTx/>
                <a:uFillTx/>
                <a:latin typeface="Aktiv Grotesk"/>
                <a:ea typeface="+mn-ea"/>
                <a:cs typeface="Aktiv Grotesk" panose="020B0604020202020204" pitchFamily="34" charset="0"/>
                <a:sym typeface="Aktiv Grotesk" panose="020B0604020202020204" pitchFamily="34" charset="0"/>
              </a:rPr>
              <a:t>AT A GLANCE</a:t>
            </a:r>
          </a:p>
        </p:txBody>
      </p:sp>
      <p:cxnSp>
        <p:nvCxnSpPr>
          <p:cNvPr id="2" name="LineBasicDefault 151">
            <a:extLst>
              <a:ext uri="{FF2B5EF4-FFF2-40B4-BE49-F238E27FC236}">
                <a16:creationId xmlns:a16="http://schemas.microsoft.com/office/drawing/2014/main" id="{94D0541C-811F-EC7E-61D1-6859AF64B9F1}"/>
              </a:ext>
            </a:extLst>
          </p:cNvPr>
          <p:cNvCxnSpPr>
            <a:cxnSpLocks/>
          </p:cNvCxnSpPr>
          <p:nvPr>
            <p:custDataLst>
              <p:tags r:id="rId6"/>
            </p:custDataLst>
          </p:nvPr>
        </p:nvCxnSpPr>
        <p:spPr>
          <a:xfrm>
            <a:off x="8442886" y="2123997"/>
            <a:ext cx="2461713" cy="0"/>
          </a:xfrm>
          <a:prstGeom prst="straightConnector1">
            <a:avLst/>
          </a:prstGeom>
          <a:ln w="6350" cap="flat">
            <a:solidFill>
              <a:schemeClr val="bg1"/>
            </a:solidFill>
            <a:miter lim="800000"/>
            <a:tailEnd type="none"/>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684F067E-D047-7FC2-F9E1-DBBEB2A4B9D7}"/>
              </a:ext>
            </a:extLst>
          </p:cNvPr>
          <p:cNvSpPr txBox="1"/>
          <p:nvPr/>
        </p:nvSpPr>
        <p:spPr>
          <a:xfrm>
            <a:off x="8431011" y="1828083"/>
            <a:ext cx="3004925" cy="215444"/>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Aktiv Grotesk" panose="020B0502040204020203"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ktiv Grotesk" panose="020B0604020202020204" pitchFamily="34" charset="0"/>
                <a:cs typeface="Aktiv Grotesk" panose="020B0604020202020204" pitchFamily="34" charset="0"/>
                <a:sym typeface="Aktiv Grotesk"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5pPr>
            <a:lvl6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6pPr>
            <a:lvl7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7pPr>
            <a:lvl8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8pPr>
            <a:lvl9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Aktiv Grotesk" panose="020B0502040204020203" pitchFamily="34" charset="0"/>
              <a:buChar char="​"/>
              <a:tabLst/>
              <a:defRPr/>
            </a:pPr>
            <a:r>
              <a:rPr kumimoji="0" lang="en-US" sz="1400" b="1" i="0" u="none" strike="noStrike" kern="1200" cap="none" spc="0" normalizeH="0" baseline="0" noProof="0">
                <a:ln>
                  <a:noFill/>
                </a:ln>
                <a:solidFill>
                  <a:srgbClr val="000000"/>
                </a:solidFill>
                <a:effectLst/>
                <a:uLnTx/>
                <a:uFillTx/>
                <a:latin typeface="Aktiv Grotesk"/>
                <a:ea typeface="+mn-ea"/>
                <a:cs typeface="Aktiv Grotesk" panose="020B0604020202020204" pitchFamily="34" charset="0"/>
                <a:sym typeface="Aktiv Grotesk" panose="020B0604020202020204" pitchFamily="34" charset="0"/>
              </a:rPr>
              <a:t>3. Cloud Maturity Assessment</a:t>
            </a:r>
          </a:p>
        </p:txBody>
      </p:sp>
      <p:sp>
        <p:nvSpPr>
          <p:cNvPr id="7" name="TextBox 6">
            <a:extLst>
              <a:ext uri="{FF2B5EF4-FFF2-40B4-BE49-F238E27FC236}">
                <a16:creationId xmlns:a16="http://schemas.microsoft.com/office/drawing/2014/main" id="{BB3E7E0A-A26D-D496-BF39-E1630A9CD0CA}"/>
              </a:ext>
            </a:extLst>
          </p:cNvPr>
          <p:cNvSpPr txBox="1">
            <a:spLocks/>
          </p:cNvSpPr>
          <p:nvPr/>
        </p:nvSpPr>
        <p:spPr>
          <a:xfrm>
            <a:off x="8442886" y="3633951"/>
            <a:ext cx="2461713" cy="161583"/>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Aktiv Grotesk" panose="020B0502040204020203"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ktiv Grotesk" panose="020B0604020202020204" pitchFamily="34" charset="0"/>
                <a:cs typeface="Aktiv Grotesk" panose="020B0604020202020204" pitchFamily="34" charset="0"/>
                <a:sym typeface="Aktiv Grotesk"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5pPr>
            <a:lvl6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6pPr>
            <a:lvl7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7pPr>
            <a:lvl8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8pPr>
            <a:lvl9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Aktiv Grotesk" panose="020B0502040204020203" pitchFamily="34" charset="0"/>
              <a:buChar char="​"/>
              <a:tabLst/>
              <a:defRPr/>
            </a:pPr>
            <a:r>
              <a:rPr kumimoji="0" lang="en-US" sz="1050" b="0" i="0" u="none" strike="noStrike" kern="1200" cap="none" spc="0" normalizeH="0" baseline="0" noProof="0">
                <a:ln>
                  <a:noFill/>
                </a:ln>
                <a:solidFill>
                  <a:srgbClr val="000000"/>
                </a:solidFill>
                <a:effectLst/>
                <a:uLnTx/>
                <a:uFillTx/>
                <a:latin typeface="Aktiv Grotesk"/>
                <a:ea typeface="+mn-ea"/>
                <a:cs typeface="Aktiv Grotesk" panose="020B0604020202020204" pitchFamily="34" charset="0"/>
                <a:sym typeface="Aktiv Grotesk" panose="020B0604020202020204" pitchFamily="34" charset="0"/>
              </a:rPr>
              <a:t>Business &amp; Technical stakeholders</a:t>
            </a:r>
          </a:p>
        </p:txBody>
      </p:sp>
      <p:sp>
        <p:nvSpPr>
          <p:cNvPr id="9" name="TextBox 8">
            <a:extLst>
              <a:ext uri="{FF2B5EF4-FFF2-40B4-BE49-F238E27FC236}">
                <a16:creationId xmlns:a16="http://schemas.microsoft.com/office/drawing/2014/main" id="{127DBCF3-B70D-2974-78B0-B2F93C1217AC}"/>
              </a:ext>
            </a:extLst>
          </p:cNvPr>
          <p:cNvSpPr txBox="1">
            <a:spLocks/>
          </p:cNvSpPr>
          <p:nvPr/>
        </p:nvSpPr>
        <p:spPr>
          <a:xfrm>
            <a:off x="8442886" y="2257053"/>
            <a:ext cx="2461713" cy="484748"/>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Aktiv Grotesk" panose="020B0502040204020203"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ktiv Grotesk" panose="020B0604020202020204" pitchFamily="34" charset="0"/>
                <a:cs typeface="Aktiv Grotesk" panose="020B0604020202020204" pitchFamily="34" charset="0"/>
                <a:sym typeface="Aktiv Grotesk"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5pPr>
            <a:lvl6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6pPr>
            <a:lvl7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7pPr>
            <a:lvl8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8pPr>
            <a:lvl9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000000"/>
              </a:buClr>
              <a:buSzPct val="100000"/>
              <a:buFont typeface="Aktiv Grotesk" panose="020B0502040204020203" pitchFamily="34" charset="0"/>
              <a:buChar char="​"/>
              <a:tabLst/>
              <a:defRPr/>
            </a:pPr>
            <a:r>
              <a:rPr kumimoji="0" lang="en-US" sz="1050" b="0" i="0" u="none" strike="noStrike" kern="1200" cap="none" spc="0" normalizeH="0" baseline="0" noProof="0">
                <a:ln>
                  <a:noFill/>
                </a:ln>
                <a:solidFill>
                  <a:srgbClr val="000000"/>
                </a:solidFill>
                <a:effectLst/>
                <a:uLnTx/>
                <a:uFillTx/>
                <a:latin typeface="Aktiv Grotesk" panose="020B0604020202020204" pitchFamily="34" charset="0"/>
                <a:ea typeface="+mn-ea"/>
                <a:cs typeface="Aktiv Grotesk" panose="020B0604020202020204" pitchFamily="34" charset="0"/>
                <a:sym typeface="Aktiv Grotesk" panose="020B0604020202020204" pitchFamily="34" charset="0"/>
              </a:rPr>
              <a:t>Become Cloud Fluent so that your business can properly leverage cloud as an enabler of innovation</a:t>
            </a:r>
          </a:p>
        </p:txBody>
      </p:sp>
      <p:cxnSp>
        <p:nvCxnSpPr>
          <p:cNvPr id="11" name="LineContentSeparatorDefault 121">
            <a:extLst>
              <a:ext uri="{FF2B5EF4-FFF2-40B4-BE49-F238E27FC236}">
                <a16:creationId xmlns:a16="http://schemas.microsoft.com/office/drawing/2014/main" id="{8AFA631E-9DE2-8780-B590-50FA2C85433C}"/>
              </a:ext>
            </a:extLst>
          </p:cNvPr>
          <p:cNvCxnSpPr>
            <a:cxnSpLocks/>
          </p:cNvCxnSpPr>
          <p:nvPr>
            <p:custDataLst>
              <p:tags r:id="rId7"/>
            </p:custDataLst>
          </p:nvPr>
        </p:nvCxnSpPr>
        <p:spPr>
          <a:xfrm>
            <a:off x="376322" y="3355313"/>
            <a:ext cx="11421575" cy="0"/>
          </a:xfrm>
          <a:prstGeom prst="straightConnector1">
            <a:avLst/>
          </a:prstGeom>
          <a:ln w="6350" cap="flat">
            <a:solidFill>
              <a:srgbClr val="B3B3B3"/>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12" name="LineContentSeparatorDefault 121">
            <a:extLst>
              <a:ext uri="{FF2B5EF4-FFF2-40B4-BE49-F238E27FC236}">
                <a16:creationId xmlns:a16="http://schemas.microsoft.com/office/drawing/2014/main" id="{6B150F5D-5BCB-F60E-4A95-1648C73AD9E7}"/>
              </a:ext>
            </a:extLst>
          </p:cNvPr>
          <p:cNvCxnSpPr>
            <a:cxnSpLocks/>
          </p:cNvCxnSpPr>
          <p:nvPr>
            <p:custDataLst>
              <p:tags r:id="rId8"/>
            </p:custDataLst>
          </p:nvPr>
        </p:nvCxnSpPr>
        <p:spPr>
          <a:xfrm>
            <a:off x="376322" y="2088972"/>
            <a:ext cx="11421575" cy="0"/>
          </a:xfrm>
          <a:prstGeom prst="straightConnector1">
            <a:avLst/>
          </a:prstGeom>
          <a:ln w="6350" cap="flat">
            <a:solidFill>
              <a:srgbClr val="B3B3B3"/>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974E41D2-AA49-6C0C-4599-8028990E6F17}"/>
              </a:ext>
            </a:extLst>
          </p:cNvPr>
          <p:cNvCxnSpPr>
            <a:cxnSpLocks/>
          </p:cNvCxnSpPr>
          <p:nvPr/>
        </p:nvCxnSpPr>
        <p:spPr>
          <a:xfrm>
            <a:off x="4601985" y="4203371"/>
            <a:ext cx="0" cy="1246495"/>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B5BD73CB-E02F-43A8-C1E6-0BC89210814A}"/>
              </a:ext>
            </a:extLst>
          </p:cNvPr>
          <p:cNvCxnSpPr>
            <a:cxnSpLocks/>
          </p:cNvCxnSpPr>
          <p:nvPr/>
        </p:nvCxnSpPr>
        <p:spPr>
          <a:xfrm>
            <a:off x="4601985" y="3506068"/>
            <a:ext cx="0" cy="369332"/>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01E73440-6B5B-AC15-8D71-E7287041BBD2}"/>
              </a:ext>
            </a:extLst>
          </p:cNvPr>
          <p:cNvCxnSpPr>
            <a:cxnSpLocks/>
          </p:cNvCxnSpPr>
          <p:nvPr/>
        </p:nvCxnSpPr>
        <p:spPr>
          <a:xfrm>
            <a:off x="4601985" y="2232442"/>
            <a:ext cx="0" cy="1005840"/>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7EBD935-74B1-D58F-98E2-47A4A75659B7}"/>
              </a:ext>
            </a:extLst>
          </p:cNvPr>
          <p:cNvCxnSpPr>
            <a:cxnSpLocks/>
          </p:cNvCxnSpPr>
          <p:nvPr/>
        </p:nvCxnSpPr>
        <p:spPr>
          <a:xfrm>
            <a:off x="8164582" y="4203371"/>
            <a:ext cx="0" cy="1246495"/>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6786C75F-47C1-95BB-4E89-4A371774F652}"/>
              </a:ext>
            </a:extLst>
          </p:cNvPr>
          <p:cNvCxnSpPr>
            <a:cxnSpLocks/>
          </p:cNvCxnSpPr>
          <p:nvPr/>
        </p:nvCxnSpPr>
        <p:spPr>
          <a:xfrm>
            <a:off x="8164582" y="3506068"/>
            <a:ext cx="0" cy="369332"/>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DBA47433-0F28-5516-9605-751212009D11}"/>
              </a:ext>
            </a:extLst>
          </p:cNvPr>
          <p:cNvCxnSpPr>
            <a:cxnSpLocks/>
          </p:cNvCxnSpPr>
          <p:nvPr/>
        </p:nvCxnSpPr>
        <p:spPr>
          <a:xfrm>
            <a:off x="8164582" y="2232442"/>
            <a:ext cx="0" cy="1005840"/>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sp>
        <p:nvSpPr>
          <p:cNvPr id="5" name="Slide Number Placeholder 5">
            <a:extLst>
              <a:ext uri="{FF2B5EF4-FFF2-40B4-BE49-F238E27FC236}">
                <a16:creationId xmlns:a16="http://schemas.microsoft.com/office/drawing/2014/main" id="{8A91747E-3AE7-DE20-AE1D-30F15B50F614}"/>
              </a:ext>
            </a:extLst>
          </p:cNvPr>
          <p:cNvSpPr>
            <a:spLocks noGrp="1"/>
          </p:cNvSpPr>
          <p:nvPr>
            <p:ph type="sldNum" sz="quarter" idx="4"/>
          </p:nvPr>
        </p:nvSpPr>
        <p:spPr>
          <a:xfrm>
            <a:off x="11201401" y="6635750"/>
            <a:ext cx="617402" cy="107722"/>
          </a:xfrm>
        </p:spPr>
        <p:txBody>
          <a:bodyPr/>
          <a:lstStyle>
            <a:defPPr>
              <a:defRPr lang="en-US"/>
            </a:defPPr>
            <a:lvl1pPr marL="0" algn="r" defTabSz="228600" rtl="0" eaLnBrk="1" latinLnBrk="0" hangingPunct="1">
              <a:defRPr sz="700" kern="1200">
                <a:solidFill>
                  <a:schemeClr val="tx1"/>
                </a:solidFill>
                <a:latin typeface="+mn-lt"/>
                <a:ea typeface="+mn-ea"/>
                <a:cs typeface="+mn-cs"/>
              </a:defRPr>
            </a:lvl1pPr>
            <a:lvl2pPr marL="228600" algn="l" defTabSz="228600" rtl="0" eaLnBrk="1" latinLnBrk="0" hangingPunct="1">
              <a:defRPr sz="900" kern="1200">
                <a:solidFill>
                  <a:schemeClr val="tx1"/>
                </a:solidFill>
                <a:latin typeface="+mn-lt"/>
                <a:ea typeface="+mn-ea"/>
                <a:cs typeface="+mn-cs"/>
              </a:defRPr>
            </a:lvl2pPr>
            <a:lvl3pPr marL="457200" algn="l" defTabSz="228600" rtl="0" eaLnBrk="1" latinLnBrk="0" hangingPunct="1">
              <a:defRPr sz="900" kern="1200">
                <a:solidFill>
                  <a:schemeClr val="tx1"/>
                </a:solidFill>
                <a:latin typeface="+mn-lt"/>
                <a:ea typeface="+mn-ea"/>
                <a:cs typeface="+mn-cs"/>
              </a:defRPr>
            </a:lvl3pPr>
            <a:lvl4pPr marL="685800" algn="l" defTabSz="228600" rtl="0" eaLnBrk="1" latinLnBrk="0" hangingPunct="1">
              <a:defRPr sz="900" kern="1200">
                <a:solidFill>
                  <a:schemeClr val="tx1"/>
                </a:solidFill>
                <a:latin typeface="+mn-lt"/>
                <a:ea typeface="+mn-ea"/>
                <a:cs typeface="+mn-cs"/>
              </a:defRPr>
            </a:lvl4pPr>
            <a:lvl5pPr marL="914400" algn="l" defTabSz="228600" rtl="0" eaLnBrk="1" latinLnBrk="0" hangingPunct="1">
              <a:defRPr sz="900" kern="1200">
                <a:solidFill>
                  <a:schemeClr val="tx1"/>
                </a:solidFill>
                <a:latin typeface="+mn-lt"/>
                <a:ea typeface="+mn-ea"/>
                <a:cs typeface="+mn-cs"/>
              </a:defRPr>
            </a:lvl5pPr>
            <a:lvl6pPr marL="1143000" algn="l" defTabSz="228600" rtl="0" eaLnBrk="1" latinLnBrk="0" hangingPunct="1">
              <a:defRPr sz="900" kern="1200">
                <a:solidFill>
                  <a:schemeClr val="tx1"/>
                </a:solidFill>
                <a:latin typeface="+mn-lt"/>
                <a:ea typeface="+mn-ea"/>
                <a:cs typeface="+mn-cs"/>
              </a:defRPr>
            </a:lvl6pPr>
            <a:lvl7pPr marL="1371600" algn="l" defTabSz="228600" rtl="0" eaLnBrk="1" latinLnBrk="0" hangingPunct="1">
              <a:defRPr sz="900" kern="1200">
                <a:solidFill>
                  <a:schemeClr val="tx1"/>
                </a:solidFill>
                <a:latin typeface="+mn-lt"/>
                <a:ea typeface="+mn-ea"/>
                <a:cs typeface="+mn-cs"/>
              </a:defRPr>
            </a:lvl7pPr>
            <a:lvl8pPr marL="1600200" algn="l" defTabSz="228600" rtl="0" eaLnBrk="1" latinLnBrk="0" hangingPunct="1">
              <a:defRPr sz="900" kern="1200">
                <a:solidFill>
                  <a:schemeClr val="tx1"/>
                </a:solidFill>
                <a:latin typeface="+mn-lt"/>
                <a:ea typeface="+mn-ea"/>
                <a:cs typeface="+mn-cs"/>
              </a:defRPr>
            </a:lvl8pPr>
            <a:lvl9pPr marL="1828800" algn="l" defTabSz="228600" rtl="0" eaLnBrk="1" latinLnBrk="0" hangingPunct="1">
              <a:defRPr sz="900" kern="1200">
                <a:solidFill>
                  <a:schemeClr val="tx1"/>
                </a:solidFill>
                <a:latin typeface="+mn-lt"/>
                <a:ea typeface="+mn-ea"/>
                <a:cs typeface="+mn-cs"/>
              </a:defRPr>
            </a:lvl9pPr>
          </a:lstStyle>
          <a:p>
            <a:pPr marL="0" marR="0" lvl="0" indent="0" algn="r" defTabSz="228600" rtl="0" eaLnBrk="1" fontAlgn="auto" latinLnBrk="0" hangingPunct="1">
              <a:lnSpc>
                <a:spcPct val="100000"/>
              </a:lnSpc>
              <a:spcBef>
                <a:spcPts val="0"/>
              </a:spcBef>
              <a:spcAft>
                <a:spcPts val="0"/>
              </a:spcAft>
              <a:buClrTx/>
              <a:buSzTx/>
              <a:buFontTx/>
              <a:buNone/>
              <a:tabLst/>
              <a:defRPr/>
            </a:pPr>
            <a:fld id="{762E77F0-FB5B-4E8E-9BC9-34F14560A017}" type="slidenum">
              <a:rPr kumimoji="0" lang="en-US" sz="700" b="0" i="0" u="none" strike="noStrike" kern="1200" cap="none" spc="0" normalizeH="0" baseline="0" noProof="0" smtClean="0">
                <a:ln>
                  <a:noFill/>
                </a:ln>
                <a:solidFill>
                  <a:srgbClr val="000000"/>
                </a:solidFill>
                <a:effectLst/>
                <a:uLnTx/>
                <a:uFillTx/>
                <a:latin typeface="Aktiv Grotesk"/>
                <a:ea typeface="+mn-ea"/>
                <a:cs typeface="+mn-cs"/>
              </a:rPr>
              <a:pPr marL="0" marR="0" lvl="0" indent="0" algn="r" defTabSz="228600" rtl="0" eaLnBrk="1" fontAlgn="auto" latinLnBrk="0" hangingPunct="1">
                <a:lnSpc>
                  <a:spcPct val="100000"/>
                </a:lnSpc>
                <a:spcBef>
                  <a:spcPts val="0"/>
                </a:spcBef>
                <a:spcAft>
                  <a:spcPts val="0"/>
                </a:spcAft>
                <a:buClrTx/>
                <a:buSzTx/>
                <a:buFontTx/>
                <a:buNone/>
                <a:tabLst/>
                <a:defRPr/>
              </a:pPr>
              <a:t>15</a:t>
            </a:fld>
            <a:endParaRPr kumimoji="0" lang="en-US" sz="700" b="0" i="0" u="none" strike="noStrike" kern="1200" cap="none" spc="0" normalizeH="0" baseline="0" noProof="0">
              <a:ln>
                <a:noFill/>
              </a:ln>
              <a:solidFill>
                <a:srgbClr val="000000"/>
              </a:solidFill>
              <a:effectLst/>
              <a:uLnTx/>
              <a:uFillTx/>
              <a:latin typeface="Aktiv Grotesk"/>
              <a:ea typeface="+mn-ea"/>
              <a:cs typeface="+mn-cs"/>
            </a:endParaRPr>
          </a:p>
        </p:txBody>
      </p:sp>
      <p:sp>
        <p:nvSpPr>
          <p:cNvPr id="10" name="TextBox 9">
            <a:extLst>
              <a:ext uri="{FF2B5EF4-FFF2-40B4-BE49-F238E27FC236}">
                <a16:creationId xmlns:a16="http://schemas.microsoft.com/office/drawing/2014/main" id="{89EA53D2-A5CE-876E-B3B9-F36B8766565B}"/>
              </a:ext>
            </a:extLst>
          </p:cNvPr>
          <p:cNvSpPr txBox="1">
            <a:spLocks/>
          </p:cNvSpPr>
          <p:nvPr/>
        </p:nvSpPr>
        <p:spPr>
          <a:xfrm>
            <a:off x="4851416" y="4203370"/>
            <a:ext cx="2461713" cy="877163"/>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Aktiv Grotesk" panose="020B0502040204020203"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ktiv Grotesk" panose="020B0604020202020204" pitchFamily="34" charset="0"/>
                <a:cs typeface="Aktiv Grotesk" panose="020B0604020202020204" pitchFamily="34" charset="0"/>
                <a:sym typeface="Aktiv Grotesk"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5pPr>
            <a:lvl6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6pPr>
            <a:lvl7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7pPr>
            <a:lvl8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8pPr>
            <a:lvl9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9pPr>
          </a:lstStyle>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ktiv Grotesk"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ktiv Grotesk"/>
                <a:ea typeface="+mn-ea"/>
                <a:cs typeface="Aktiv Grotesk" panose="020B0604020202020204" pitchFamily="34" charset="0"/>
                <a:sym typeface="Aktiv Grotesk" panose="020B0604020202020204" pitchFamily="34" charset="0"/>
              </a:rPr>
              <a:t>Current state assessments</a:t>
            </a:r>
          </a:p>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ktiv Grotesk"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ktiv Grotesk"/>
                <a:ea typeface="+mn-ea"/>
                <a:cs typeface="Aktiv Grotesk" panose="020B0604020202020204" pitchFamily="34" charset="0"/>
                <a:sym typeface="Aktiv Grotesk" panose="020B0604020202020204" pitchFamily="34" charset="0"/>
              </a:rPr>
              <a:t>Strategic  forward-looking plan</a:t>
            </a:r>
          </a:p>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ktiv Grotesk"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ktiv Grotesk"/>
                <a:ea typeface="+mn-ea"/>
                <a:cs typeface="Aktiv Grotesk" panose="020B0604020202020204" pitchFamily="34" charset="0"/>
                <a:sym typeface="Aktiv Grotesk" panose="020B0604020202020204" pitchFamily="34" charset="0"/>
              </a:rPr>
              <a:t>Cloud designs and cost estimates</a:t>
            </a:r>
          </a:p>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ktiv Grotesk"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ktiv Grotesk"/>
                <a:ea typeface="+mn-ea"/>
                <a:cs typeface="Aktiv Grotesk" panose="020B0604020202020204" pitchFamily="34" charset="0"/>
                <a:sym typeface="Aktiv Grotesk" panose="020B0604020202020204" pitchFamily="34" charset="0"/>
              </a:rPr>
              <a:t>Business case and TCO</a:t>
            </a:r>
          </a:p>
        </p:txBody>
      </p:sp>
      <p:sp>
        <p:nvSpPr>
          <p:cNvPr id="16" name="TextBox 15">
            <a:extLst>
              <a:ext uri="{FF2B5EF4-FFF2-40B4-BE49-F238E27FC236}">
                <a16:creationId xmlns:a16="http://schemas.microsoft.com/office/drawing/2014/main" id="{A7327AF9-B053-4DB4-DD6F-4106F01F607E}"/>
              </a:ext>
            </a:extLst>
          </p:cNvPr>
          <p:cNvSpPr txBox="1">
            <a:spLocks/>
          </p:cNvSpPr>
          <p:nvPr/>
        </p:nvSpPr>
        <p:spPr>
          <a:xfrm>
            <a:off x="8403569" y="4108854"/>
            <a:ext cx="3212409" cy="1446550"/>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Aktiv Grotesk" panose="020B0502040204020203"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ktiv Grotesk" panose="020B0604020202020204" pitchFamily="34" charset="0"/>
                <a:cs typeface="Aktiv Grotesk" panose="020B0604020202020204" pitchFamily="34" charset="0"/>
                <a:sym typeface="Aktiv Grotesk"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5pPr>
            <a:lvl6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6pPr>
            <a:lvl7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7pPr>
            <a:lvl8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8pPr>
            <a:lvl9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9pPr>
          </a:lstStyle>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ktiv Grotesk" panose="020B0604020202020204" pitchFamily="34" charset="0"/>
              <a:buChar char="•"/>
              <a:tabLst/>
              <a:defRPr/>
            </a:pPr>
            <a:r>
              <a:rPr kumimoji="0" lang="en-GB" sz="1050" b="0" i="0" u="none" strike="noStrike" kern="1200" cap="none" spc="0" normalizeH="0" baseline="0" noProof="0">
                <a:ln>
                  <a:noFill/>
                </a:ln>
                <a:solidFill>
                  <a:srgbClr val="000000"/>
                </a:solidFill>
                <a:effectLst/>
                <a:uLnTx/>
                <a:uFillTx/>
                <a:latin typeface="Aktiv Grotesk" panose="020B0604020202020204" pitchFamily="34" charset="0"/>
                <a:ea typeface="+mn-ea"/>
                <a:cs typeface="Aktiv Grotesk" panose="020B0604020202020204" pitchFamily="34" charset="0"/>
                <a:sym typeface="Aktiv Grotesk" panose="020B0604020202020204" pitchFamily="34" charset="0"/>
              </a:rPr>
              <a:t>A complete and objective people, process, and technology assessment against Cloud best practices </a:t>
            </a:r>
          </a:p>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ktiv Grotesk" panose="020B0604020202020204" pitchFamily="34" charset="0"/>
              <a:buChar char="•"/>
              <a:tabLst/>
              <a:defRPr/>
            </a:pPr>
            <a:r>
              <a:rPr kumimoji="0" lang="en-GB" sz="1050" b="0" i="0" u="none" strike="noStrike" kern="1200" cap="none" spc="0" normalizeH="0" baseline="0" noProof="0">
                <a:ln>
                  <a:noFill/>
                </a:ln>
                <a:solidFill>
                  <a:srgbClr val="000000"/>
                </a:solidFill>
                <a:effectLst/>
                <a:uLnTx/>
                <a:uFillTx/>
                <a:latin typeface="Aktiv Grotesk" panose="020B0604020202020204" pitchFamily="34" charset="0"/>
                <a:ea typeface="+mn-ea"/>
                <a:cs typeface="Aktiv Grotesk" panose="020B0604020202020204" pitchFamily="34" charset="0"/>
                <a:sym typeface="Aktiv Grotesk" panose="020B0604020202020204" pitchFamily="34" charset="0"/>
              </a:rPr>
              <a:t>Achieve the target maturity levels based on the specific needs of your business. </a:t>
            </a:r>
          </a:p>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ktiv Grotesk"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ktiv Grotesk" panose="020B0604020202020204" pitchFamily="34" charset="0"/>
                <a:ea typeface="+mn-ea"/>
                <a:cs typeface="Aktiv Grotesk" panose="020B0604020202020204" pitchFamily="34" charset="0"/>
                <a:sym typeface="Barlow"/>
              </a:rPr>
              <a:t>Actionable roadmap for that will set your organization on a path to maximize the value of cloud. </a:t>
            </a:r>
            <a:endParaRPr kumimoji="0" lang="en-US" sz="1050" b="0" i="0" u="none" strike="noStrike" kern="1200" cap="none" spc="0" normalizeH="0" baseline="0" noProof="0">
              <a:ln>
                <a:noFill/>
              </a:ln>
              <a:solidFill>
                <a:srgbClr val="000000"/>
              </a:solidFill>
              <a:effectLst/>
              <a:uLnTx/>
              <a:uFillTx/>
              <a:latin typeface="Aktiv Grotesk" panose="020B0604020202020204" pitchFamily="34" charset="0"/>
              <a:ea typeface="+mn-ea"/>
              <a:cs typeface="Aktiv Grotesk" panose="020B0604020202020204" pitchFamily="34" charset="0"/>
              <a:sym typeface="Aktiv Grotesk" panose="020B0604020202020204" pitchFamily="34" charset="0"/>
            </a:endParaRPr>
          </a:p>
        </p:txBody>
      </p:sp>
      <p:sp>
        <p:nvSpPr>
          <p:cNvPr id="21" name="TextBox 20">
            <a:extLst>
              <a:ext uri="{FF2B5EF4-FFF2-40B4-BE49-F238E27FC236}">
                <a16:creationId xmlns:a16="http://schemas.microsoft.com/office/drawing/2014/main" id="{D75DF191-CD27-45ED-447C-9C4199D60AF0}"/>
              </a:ext>
            </a:extLst>
          </p:cNvPr>
          <p:cNvSpPr txBox="1">
            <a:spLocks/>
          </p:cNvSpPr>
          <p:nvPr/>
        </p:nvSpPr>
        <p:spPr>
          <a:xfrm>
            <a:off x="1355747" y="4286581"/>
            <a:ext cx="2461713" cy="323165"/>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Aktiv Grotesk" panose="020B0502040204020203"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ktiv Grotesk" panose="020B0604020202020204" pitchFamily="34" charset="0"/>
                <a:cs typeface="Aktiv Grotesk" panose="020B0604020202020204" pitchFamily="34" charset="0"/>
                <a:sym typeface="Aktiv Grotesk"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5pPr>
            <a:lvl6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6pPr>
            <a:lvl7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7pPr>
            <a:lvl8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8pPr>
            <a:lvl9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9pPr>
          </a:lstStyle>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ktiv Grotesk"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ktiv Grotesk"/>
                <a:ea typeface="+mn-ea"/>
                <a:cs typeface="Aktiv Grotesk" panose="020B0604020202020204" pitchFamily="34" charset="0"/>
                <a:sym typeface="Aktiv Grotesk" panose="020B0604020202020204" pitchFamily="34" charset="0"/>
              </a:rPr>
              <a:t>A complementary 60-minute session to get you started</a:t>
            </a:r>
          </a:p>
        </p:txBody>
      </p:sp>
      <p:sp>
        <p:nvSpPr>
          <p:cNvPr id="8" name="Star: 6 Points 7">
            <a:extLst>
              <a:ext uri="{FF2B5EF4-FFF2-40B4-BE49-F238E27FC236}">
                <a16:creationId xmlns:a16="http://schemas.microsoft.com/office/drawing/2014/main" id="{96E84201-1054-0436-17E9-04DC79C3F862}"/>
              </a:ext>
            </a:extLst>
          </p:cNvPr>
          <p:cNvSpPr/>
          <p:nvPr/>
        </p:nvSpPr>
        <p:spPr>
          <a:xfrm>
            <a:off x="1883663" y="5230367"/>
            <a:ext cx="1417315" cy="1359043"/>
          </a:xfrm>
          <a:prstGeom prst="star6">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800"/>
              <a:t>You are here </a:t>
            </a:r>
            <a:endParaRPr lang="en-GB" sz="1800"/>
          </a:p>
        </p:txBody>
      </p:sp>
    </p:spTree>
    <p:extLst>
      <p:ext uri="{BB962C8B-B14F-4D97-AF65-F5344CB8AC3E}">
        <p14:creationId xmlns:p14="http://schemas.microsoft.com/office/powerpoint/2010/main" val="63247590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Object 5" hidden="1">
            <a:extLst>
              <a:ext uri="{FF2B5EF4-FFF2-40B4-BE49-F238E27FC236}">
                <a16:creationId xmlns:a16="http://schemas.microsoft.com/office/drawing/2014/main" id="{652EABB5-A975-4085-9F93-B68058B75AC3}"/>
              </a:ext>
            </a:extLst>
          </p:cNvPr>
          <p:cNvGraphicFramePr>
            <a:graphicFrameLocks noChangeAspect="1"/>
          </p:cNvGraphicFramePr>
          <p:nvPr>
            <p:custDataLst>
              <p:tags r:id="rId1"/>
            </p:custDataLst>
          </p:nvPr>
        </p:nvGraphicFramePr>
        <p:xfrm>
          <a:off x="3176" y="1588"/>
          <a:ext cx="1588" cy="1588"/>
        </p:xfrm>
        <a:graphic>
          <a:graphicData uri="http://schemas.openxmlformats.org/presentationml/2006/ole">
            <mc:AlternateContent xmlns:mc="http://schemas.openxmlformats.org/markup-compatibility/2006">
              <mc:Choice xmlns:v="urn:schemas-microsoft-com:vml" Requires="v">
                <p:oleObj name="think-cell Slide" r:id="rId12" imgW="395" imgH="394" progId="TCLayout.ActiveDocument.1">
                  <p:embed/>
                </p:oleObj>
              </mc:Choice>
              <mc:Fallback>
                <p:oleObj name="think-cell Slide" r:id="rId12" imgW="395" imgH="394" progId="TCLayout.ActiveDocument.1">
                  <p:embed/>
                  <p:pic>
                    <p:nvPicPr>
                      <p:cNvPr id="6" name="Object 5" hidden="1">
                        <a:extLst>
                          <a:ext uri="{FF2B5EF4-FFF2-40B4-BE49-F238E27FC236}">
                            <a16:creationId xmlns:a16="http://schemas.microsoft.com/office/drawing/2014/main" id="{652EABB5-A975-4085-9F93-B68058B75AC3}"/>
                          </a:ext>
                        </a:extLst>
                      </p:cNvPr>
                      <p:cNvPicPr/>
                      <p:nvPr/>
                    </p:nvPicPr>
                    <p:blipFill>
                      <a:blip r:embed="rId13"/>
                      <a:stretch>
                        <a:fillRect/>
                      </a:stretch>
                    </p:blipFill>
                    <p:spPr>
                      <a:xfrm>
                        <a:off x="3176" y="1588"/>
                        <a:ext cx="1588" cy="1588"/>
                      </a:xfrm>
                      <a:prstGeom prst="rect">
                        <a:avLst/>
                      </a:prstGeom>
                    </p:spPr>
                  </p:pic>
                </p:oleObj>
              </mc:Fallback>
            </mc:AlternateContent>
          </a:graphicData>
        </a:graphic>
      </p:graphicFrame>
      <p:sp>
        <p:nvSpPr>
          <p:cNvPr id="4" name="2. Slide Title">
            <a:extLst>
              <a:ext uri="{FF2B5EF4-FFF2-40B4-BE49-F238E27FC236}">
                <a16:creationId xmlns:a16="http://schemas.microsoft.com/office/drawing/2014/main" id="{189B8C28-09BF-45CE-B1FD-9E1C902AFBFD}"/>
              </a:ext>
            </a:extLst>
          </p:cNvPr>
          <p:cNvSpPr>
            <a:spLocks noGrp="1"/>
          </p:cNvSpPr>
          <p:nvPr>
            <p:ph type="title"/>
            <p:custDataLst>
              <p:tags r:id="rId2"/>
            </p:custDataLst>
          </p:nvPr>
        </p:nvSpPr>
        <p:spPr>
          <a:noFill/>
          <a:ln>
            <a:noFill/>
          </a:ln>
          <a:extLst>
            <a:ext uri="{909E8E84-426E-40DD-AFC4-6F175D3DCCD1}">
              <a14:hiddenFill xmlns:a14="http://schemas.microsoft.com/office/drawing/2010/main">
                <a:solidFill>
                  <a:srgbClr val="FFFFFF"/>
                </a:solidFill>
              </a14:hiddenFill>
            </a:ext>
          </a:extLst>
        </p:spPr>
        <p:txBody>
          <a:bodyPr vert="horz" wrap="square" anchor="t" anchorCtr="0">
            <a:spAutoFit/>
          </a:bodyPr>
          <a:lstStyle/>
          <a:p>
            <a:r>
              <a:rPr lang="en-US"/>
              <a:t>Our cloud strategy solution offerings can be tailored to your needs</a:t>
            </a:r>
          </a:p>
        </p:txBody>
      </p:sp>
      <p:cxnSp>
        <p:nvCxnSpPr>
          <p:cNvPr id="62" name="LineContentSeparatorDefault 121">
            <a:extLst>
              <a:ext uri="{FF2B5EF4-FFF2-40B4-BE49-F238E27FC236}">
                <a16:creationId xmlns:a16="http://schemas.microsoft.com/office/drawing/2014/main" id="{01C3A8EC-734D-40C3-98CD-7C69B2094703}"/>
              </a:ext>
            </a:extLst>
          </p:cNvPr>
          <p:cNvCxnSpPr>
            <a:cxnSpLocks/>
          </p:cNvCxnSpPr>
          <p:nvPr>
            <p:custDataLst>
              <p:tags r:id="rId3"/>
            </p:custDataLst>
          </p:nvPr>
        </p:nvCxnSpPr>
        <p:spPr>
          <a:xfrm>
            <a:off x="376322" y="3543406"/>
            <a:ext cx="11421575" cy="0"/>
          </a:xfrm>
          <a:prstGeom prst="straightConnector1">
            <a:avLst/>
          </a:prstGeom>
          <a:ln w="6350" cap="flat">
            <a:solidFill>
              <a:srgbClr val="B3B3B3"/>
            </a:solidFill>
            <a:miter lim="800000"/>
            <a:tailEnd type="none"/>
          </a:ln>
        </p:spPr>
        <p:style>
          <a:lnRef idx="1">
            <a:schemeClr val="accent1"/>
          </a:lnRef>
          <a:fillRef idx="0">
            <a:schemeClr val="accent1"/>
          </a:fillRef>
          <a:effectRef idx="0">
            <a:schemeClr val="accent1"/>
          </a:effectRef>
          <a:fontRef idx="minor">
            <a:schemeClr val="tx1"/>
          </a:fontRef>
        </p:style>
      </p:cxnSp>
      <p:sp>
        <p:nvSpPr>
          <p:cNvPr id="57" name="TextBox 56">
            <a:extLst>
              <a:ext uri="{FF2B5EF4-FFF2-40B4-BE49-F238E27FC236}">
                <a16:creationId xmlns:a16="http://schemas.microsoft.com/office/drawing/2014/main" id="{86224640-992E-429A-AF55-1C8159706525}"/>
              </a:ext>
            </a:extLst>
          </p:cNvPr>
          <p:cNvSpPr txBox="1">
            <a:spLocks/>
          </p:cNvSpPr>
          <p:nvPr/>
        </p:nvSpPr>
        <p:spPr>
          <a:xfrm>
            <a:off x="335998" y="3041018"/>
            <a:ext cx="740383" cy="369332"/>
          </a:xfrm>
          <a:prstGeom prst="rect">
            <a:avLst/>
          </a:prstGeom>
        </p:spPr>
        <p:txBody>
          <a:bodyPr vert="horz" wrap="square" lIns="0" tIns="0" rIns="0" bIns="0" rtlCol="0" anchor="t" anchorCtr="0">
            <a:noAutofit/>
          </a:bodyPr>
          <a:lstStyle>
            <a:lvl1pPr lvl="0" indent="0" defTabSz="914126">
              <a:lnSpc>
                <a:spcPct val="100000"/>
              </a:lnSpc>
              <a:spcBef>
                <a:spcPts val="300"/>
              </a:spcBef>
              <a:spcAft>
                <a:spcPts val="300"/>
              </a:spcAft>
              <a:buClr>
                <a:schemeClr val="tx1"/>
              </a:buClr>
              <a:buSzPct val="100000"/>
              <a:buFont typeface="Aktiv Grotesk" panose="020B0502040204020203"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ktiv Grotesk" panose="020B0604020202020204" pitchFamily="34" charset="0"/>
                <a:cs typeface="Aktiv Grotesk" panose="020B0604020202020204" pitchFamily="34" charset="0"/>
                <a:sym typeface="Aktiv Grotesk"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5pPr>
            <a:lvl6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6pPr>
            <a:lvl7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7pPr>
            <a:lvl8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8pPr>
            <a:lvl9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Aktiv Grotesk" panose="020B0502040204020203" pitchFamily="34" charset="0"/>
              <a:buChar char="​"/>
              <a:tabLst/>
              <a:defRPr/>
            </a:pPr>
            <a:r>
              <a:rPr kumimoji="0" lang="en-US" sz="1200" b="1" i="0" u="none" strike="noStrike" kern="1200" cap="none" spc="0" normalizeH="0" baseline="0" noProof="0">
                <a:ln>
                  <a:noFill/>
                </a:ln>
                <a:solidFill>
                  <a:srgbClr val="000000"/>
                </a:solidFill>
                <a:effectLst/>
                <a:uLnTx/>
                <a:uFillTx/>
                <a:latin typeface="Aktiv Grotesk"/>
                <a:ea typeface="+mn-ea"/>
                <a:cs typeface="Aktiv Grotesk" panose="020B0604020202020204" pitchFamily="34" charset="0"/>
                <a:sym typeface="Aktiv Grotesk" panose="020B0604020202020204" pitchFamily="34" charset="0"/>
              </a:rPr>
              <a:t>Main audience</a:t>
            </a:r>
          </a:p>
        </p:txBody>
      </p:sp>
      <p:sp>
        <p:nvSpPr>
          <p:cNvPr id="56" name="TextBox 55">
            <a:extLst>
              <a:ext uri="{FF2B5EF4-FFF2-40B4-BE49-F238E27FC236}">
                <a16:creationId xmlns:a16="http://schemas.microsoft.com/office/drawing/2014/main" id="{4774A6F1-44CD-4869-8F67-A0EEC71B171B}"/>
              </a:ext>
            </a:extLst>
          </p:cNvPr>
          <p:cNvSpPr txBox="1"/>
          <p:nvPr/>
        </p:nvSpPr>
        <p:spPr>
          <a:xfrm>
            <a:off x="335998" y="3708569"/>
            <a:ext cx="740383" cy="369332"/>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Aktiv Grotesk" panose="020B0502040204020203"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ktiv Grotesk" panose="020B0604020202020204" pitchFamily="34" charset="0"/>
                <a:cs typeface="Aktiv Grotesk" panose="020B0604020202020204" pitchFamily="34" charset="0"/>
                <a:sym typeface="Aktiv Grotesk"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5pPr>
            <a:lvl6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6pPr>
            <a:lvl7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7pPr>
            <a:lvl8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8pPr>
            <a:lvl9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Aktiv Grotesk" panose="020B0502040204020203" pitchFamily="34" charset="0"/>
              <a:buChar char="​"/>
              <a:tabLst/>
              <a:defRPr/>
            </a:pPr>
            <a:r>
              <a:rPr kumimoji="0" lang="en-US" sz="1200" b="1" i="0" u="none" strike="noStrike" kern="1200" cap="none" spc="0" normalizeH="0" baseline="0" noProof="0">
                <a:ln>
                  <a:noFill/>
                </a:ln>
                <a:solidFill>
                  <a:srgbClr val="000000"/>
                </a:solidFill>
                <a:effectLst/>
                <a:uLnTx/>
                <a:uFillTx/>
                <a:latin typeface="Aktiv Grotesk"/>
                <a:ea typeface="+mn-ea"/>
                <a:cs typeface="Aktiv Grotesk" panose="020B0604020202020204" pitchFamily="34" charset="0"/>
                <a:sym typeface="Aktiv Grotesk" panose="020B0604020202020204" pitchFamily="34" charset="0"/>
              </a:rPr>
              <a:t>Key benefits</a:t>
            </a:r>
          </a:p>
        </p:txBody>
      </p:sp>
      <p:sp>
        <p:nvSpPr>
          <p:cNvPr id="55" name="TextBox 54">
            <a:extLst>
              <a:ext uri="{FF2B5EF4-FFF2-40B4-BE49-F238E27FC236}">
                <a16:creationId xmlns:a16="http://schemas.microsoft.com/office/drawing/2014/main" id="{34A45D96-6F33-4774-8412-8D0A196EC8E1}"/>
              </a:ext>
            </a:extLst>
          </p:cNvPr>
          <p:cNvSpPr txBox="1"/>
          <p:nvPr/>
        </p:nvSpPr>
        <p:spPr>
          <a:xfrm>
            <a:off x="335998" y="2232441"/>
            <a:ext cx="740383" cy="369332"/>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Aktiv Grotesk" panose="020B0502040204020203"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ktiv Grotesk" panose="020B0604020202020204" pitchFamily="34" charset="0"/>
                <a:cs typeface="Aktiv Grotesk" panose="020B0604020202020204" pitchFamily="34" charset="0"/>
                <a:sym typeface="Aktiv Grotesk"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5pPr>
            <a:lvl6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6pPr>
            <a:lvl7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7pPr>
            <a:lvl8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8pPr>
            <a:lvl9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Aktiv Grotesk" panose="020B0502040204020203" pitchFamily="34" charset="0"/>
              <a:buChar char="​"/>
              <a:tabLst/>
              <a:defRPr/>
            </a:pPr>
            <a:r>
              <a:rPr kumimoji="0" lang="en-US" sz="1200" b="1" i="0" u="none" strike="noStrike" kern="1200" cap="none" spc="0" normalizeH="0" baseline="0" noProof="0">
                <a:ln>
                  <a:noFill/>
                </a:ln>
                <a:solidFill>
                  <a:srgbClr val="000000"/>
                </a:solidFill>
                <a:effectLst/>
                <a:uLnTx/>
                <a:uFillTx/>
                <a:latin typeface="Aktiv Grotesk"/>
                <a:ea typeface="+mn-ea"/>
                <a:cs typeface="Aktiv Grotesk" panose="020B0604020202020204" pitchFamily="34" charset="0"/>
                <a:sym typeface="Aktiv Grotesk" panose="020B0604020202020204" pitchFamily="34" charset="0"/>
              </a:rPr>
              <a:t>When to </a:t>
            </a:r>
            <a:br>
              <a:rPr kumimoji="0" lang="en-US" sz="1200" b="1" i="0" u="none" strike="noStrike" kern="1200" cap="none" spc="0" normalizeH="0" baseline="0" noProof="0">
                <a:ln>
                  <a:noFill/>
                </a:ln>
                <a:solidFill>
                  <a:srgbClr val="000000"/>
                </a:solidFill>
                <a:effectLst/>
                <a:uLnTx/>
                <a:uFillTx/>
                <a:latin typeface="Aktiv Grotesk"/>
                <a:ea typeface="+mn-ea"/>
                <a:cs typeface="Aktiv Grotesk" panose="020B0604020202020204" pitchFamily="34" charset="0"/>
                <a:sym typeface="Aktiv Grotesk" panose="020B0604020202020204" pitchFamily="34" charset="0"/>
              </a:rPr>
            </a:br>
            <a:r>
              <a:rPr kumimoji="0" lang="en-US" sz="1200" b="1" i="0" u="none" strike="noStrike" kern="1200" cap="none" spc="0" normalizeH="0" baseline="0" noProof="0">
                <a:ln>
                  <a:noFill/>
                </a:ln>
                <a:solidFill>
                  <a:srgbClr val="000000"/>
                </a:solidFill>
                <a:effectLst/>
                <a:uLnTx/>
                <a:uFillTx/>
                <a:latin typeface="Aktiv Grotesk"/>
                <a:ea typeface="+mn-ea"/>
                <a:cs typeface="Aktiv Grotesk" panose="020B0604020202020204" pitchFamily="34" charset="0"/>
                <a:sym typeface="Aktiv Grotesk" panose="020B0604020202020204" pitchFamily="34" charset="0"/>
              </a:rPr>
              <a:t>use it</a:t>
            </a:r>
          </a:p>
        </p:txBody>
      </p:sp>
      <p:cxnSp>
        <p:nvCxnSpPr>
          <p:cNvPr id="72" name="LineBasicDefault 151">
            <a:extLst>
              <a:ext uri="{FF2B5EF4-FFF2-40B4-BE49-F238E27FC236}">
                <a16:creationId xmlns:a16="http://schemas.microsoft.com/office/drawing/2014/main" id="{1572F7A4-758A-4AAD-9A53-70241596298A}"/>
              </a:ext>
            </a:extLst>
          </p:cNvPr>
          <p:cNvCxnSpPr>
            <a:cxnSpLocks/>
          </p:cNvCxnSpPr>
          <p:nvPr>
            <p:custDataLst>
              <p:tags r:id="rId4"/>
            </p:custDataLst>
          </p:nvPr>
        </p:nvCxnSpPr>
        <p:spPr>
          <a:xfrm>
            <a:off x="1287403" y="1700216"/>
            <a:ext cx="2461713" cy="0"/>
          </a:xfrm>
          <a:prstGeom prst="straightConnector1">
            <a:avLst/>
          </a:prstGeom>
          <a:ln w="6350" cap="flat">
            <a:solidFill>
              <a:schemeClr val="bg1"/>
            </a:solidFill>
            <a:miter lim="800000"/>
            <a:tailEnd type="none"/>
          </a:ln>
        </p:spPr>
        <p:style>
          <a:lnRef idx="1">
            <a:schemeClr val="accent1"/>
          </a:lnRef>
          <a:fillRef idx="0">
            <a:schemeClr val="accent1"/>
          </a:fillRef>
          <a:effectRef idx="0">
            <a:schemeClr val="accent1"/>
          </a:effectRef>
          <a:fontRef idx="minor">
            <a:schemeClr val="tx1"/>
          </a:fontRef>
        </p:style>
      </p:cxnSp>
      <p:sp>
        <p:nvSpPr>
          <p:cNvPr id="58" name="TextBox 57">
            <a:extLst>
              <a:ext uri="{FF2B5EF4-FFF2-40B4-BE49-F238E27FC236}">
                <a16:creationId xmlns:a16="http://schemas.microsoft.com/office/drawing/2014/main" id="{B545BC32-DEA5-45AC-AF78-9AE8A55CC4F2}"/>
              </a:ext>
            </a:extLst>
          </p:cNvPr>
          <p:cNvSpPr txBox="1"/>
          <p:nvPr/>
        </p:nvSpPr>
        <p:spPr>
          <a:xfrm>
            <a:off x="1403447" y="1828083"/>
            <a:ext cx="3235528" cy="215444"/>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Aktiv Grotesk" panose="020B0502040204020203"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ktiv Grotesk" panose="020B0604020202020204" pitchFamily="34" charset="0"/>
                <a:cs typeface="Aktiv Grotesk" panose="020B0604020202020204" pitchFamily="34" charset="0"/>
                <a:sym typeface="Aktiv Grotesk"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5pPr>
            <a:lvl6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6pPr>
            <a:lvl7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7pPr>
            <a:lvl8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8pPr>
            <a:lvl9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Aktiv Grotesk" panose="020B0502040204020203" pitchFamily="34" charset="0"/>
              <a:buChar char="​"/>
              <a:tabLst/>
              <a:defRPr/>
            </a:pPr>
            <a:r>
              <a:rPr kumimoji="0" lang="en-US" sz="1400" b="1" i="0" u="none" strike="noStrike" kern="1200" cap="none" spc="0" normalizeH="0" baseline="0" noProof="0">
                <a:ln>
                  <a:noFill/>
                </a:ln>
                <a:solidFill>
                  <a:srgbClr val="000000"/>
                </a:solidFill>
                <a:effectLst/>
                <a:uLnTx/>
                <a:uFillTx/>
                <a:latin typeface="Aktiv Grotesk"/>
                <a:ea typeface="+mn-ea"/>
                <a:cs typeface="Aktiv Grotesk" panose="020B0604020202020204" pitchFamily="34" charset="0"/>
                <a:sym typeface="Aktiv Grotesk" panose="020B0604020202020204" pitchFamily="34" charset="0"/>
              </a:rPr>
              <a:t>4. FinOps Assessment Workshop</a:t>
            </a:r>
          </a:p>
        </p:txBody>
      </p:sp>
      <p:sp>
        <p:nvSpPr>
          <p:cNvPr id="66" name="TextBox 65">
            <a:extLst>
              <a:ext uri="{FF2B5EF4-FFF2-40B4-BE49-F238E27FC236}">
                <a16:creationId xmlns:a16="http://schemas.microsoft.com/office/drawing/2014/main" id="{22A136E2-9216-4D38-AFA7-52DADDD73EB9}"/>
              </a:ext>
            </a:extLst>
          </p:cNvPr>
          <p:cNvSpPr txBox="1">
            <a:spLocks/>
          </p:cNvSpPr>
          <p:nvPr/>
        </p:nvSpPr>
        <p:spPr>
          <a:xfrm>
            <a:off x="1411605" y="3144289"/>
            <a:ext cx="2461713" cy="161583"/>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Aktiv Grotesk" panose="020B0502040204020203"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ktiv Grotesk" panose="020B0604020202020204" pitchFamily="34" charset="0"/>
                <a:cs typeface="Aktiv Grotesk" panose="020B0604020202020204" pitchFamily="34" charset="0"/>
                <a:sym typeface="Aktiv Grotesk"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5pPr>
            <a:lvl6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6pPr>
            <a:lvl7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7pPr>
            <a:lvl8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8pPr>
            <a:lvl9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Aktiv Grotesk" panose="020B0502040204020203" pitchFamily="34" charset="0"/>
              <a:buChar char="​"/>
              <a:tabLst/>
              <a:defRPr/>
            </a:pPr>
            <a:r>
              <a:rPr kumimoji="0" lang="en-US" sz="1050" b="0" i="0" u="none" strike="noStrike" kern="1200" cap="none" spc="0" normalizeH="0" baseline="0" noProof="0">
                <a:ln>
                  <a:noFill/>
                </a:ln>
                <a:solidFill>
                  <a:srgbClr val="000000"/>
                </a:solidFill>
                <a:effectLst/>
                <a:uLnTx/>
                <a:uFillTx/>
                <a:latin typeface="Aktiv Grotesk"/>
                <a:ea typeface="+mn-ea"/>
                <a:cs typeface="Aktiv Grotesk" panose="020B0604020202020204" pitchFamily="34" charset="0"/>
                <a:sym typeface="Aktiv Grotesk" panose="020B0604020202020204" pitchFamily="34" charset="0"/>
              </a:rPr>
              <a:t>Finance &amp; Technical stakeholders</a:t>
            </a:r>
          </a:p>
        </p:txBody>
      </p:sp>
      <p:sp>
        <p:nvSpPr>
          <p:cNvPr id="69" name="TextBox 68">
            <a:extLst>
              <a:ext uri="{FF2B5EF4-FFF2-40B4-BE49-F238E27FC236}">
                <a16:creationId xmlns:a16="http://schemas.microsoft.com/office/drawing/2014/main" id="{8282456C-C423-44D6-B209-128916C3E69C}"/>
              </a:ext>
            </a:extLst>
          </p:cNvPr>
          <p:cNvSpPr txBox="1">
            <a:spLocks/>
          </p:cNvSpPr>
          <p:nvPr/>
        </p:nvSpPr>
        <p:spPr>
          <a:xfrm>
            <a:off x="1411605" y="3791780"/>
            <a:ext cx="2461713" cy="1284967"/>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Aktiv Grotesk" panose="020B0502040204020203"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ktiv Grotesk" panose="020B0604020202020204" pitchFamily="34" charset="0"/>
                <a:cs typeface="Aktiv Grotesk" panose="020B0604020202020204" pitchFamily="34" charset="0"/>
                <a:sym typeface="Aktiv Grotesk"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5pPr>
            <a:lvl6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6pPr>
            <a:lvl7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7pPr>
            <a:lvl8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8pPr>
            <a:lvl9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9pPr>
          </a:lstStyle>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ktiv Grotesk"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ktiv Grotesk"/>
                <a:ea typeface="+mn-ea"/>
                <a:cs typeface="Aktiv Grotesk" panose="020B0604020202020204" pitchFamily="34" charset="0"/>
                <a:sym typeface="Aktiv Grotesk" panose="020B0604020202020204" pitchFamily="34" charset="0"/>
              </a:rPr>
              <a:t>Develop/Review financial governance framework and best-practices</a:t>
            </a:r>
          </a:p>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ktiv Grotesk"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ktiv Grotesk"/>
                <a:ea typeface="+mn-ea"/>
                <a:cs typeface="Aktiv Grotesk" panose="020B0604020202020204" pitchFamily="34" charset="0"/>
                <a:sym typeface="Aktiv Grotesk" panose="020B0604020202020204" pitchFamily="34" charset="0"/>
              </a:rPr>
              <a:t>Automate reporting at scale to deliver cost insights in real time </a:t>
            </a:r>
          </a:p>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ktiv Grotesk"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ktiv Grotesk"/>
                <a:ea typeface="+mn-ea"/>
                <a:cs typeface="Aktiv Grotesk" panose="020B0604020202020204" pitchFamily="34" charset="0"/>
                <a:sym typeface="Aktiv Grotesk" panose="020B0604020202020204" pitchFamily="34" charset="0"/>
              </a:rPr>
              <a:t>Align financial and technical teams on cloud consumption and strategic business goals</a:t>
            </a:r>
          </a:p>
        </p:txBody>
      </p:sp>
      <p:sp>
        <p:nvSpPr>
          <p:cNvPr id="63" name="TextBox 62">
            <a:extLst>
              <a:ext uri="{FF2B5EF4-FFF2-40B4-BE49-F238E27FC236}">
                <a16:creationId xmlns:a16="http://schemas.microsoft.com/office/drawing/2014/main" id="{97A49C81-AE8C-4402-AB5E-9BCCB31807D1}"/>
              </a:ext>
            </a:extLst>
          </p:cNvPr>
          <p:cNvSpPr txBox="1">
            <a:spLocks/>
          </p:cNvSpPr>
          <p:nvPr/>
        </p:nvSpPr>
        <p:spPr>
          <a:xfrm>
            <a:off x="1411605" y="2232443"/>
            <a:ext cx="2461713" cy="868846"/>
          </a:xfrm>
          <a:prstGeom prst="rect">
            <a:avLst/>
          </a:prstGeom>
        </p:spPr>
        <p:txBody>
          <a:bodyPr vert="horz" wrap="square" lIns="0" tIns="0" rIns="0" bIns="0" rtlCol="0" anchor="t" anchorCtr="0">
            <a:noAutofit/>
          </a:bodyPr>
          <a:lstStyle>
            <a:lvl1pPr lvl="0" indent="0" defTabSz="914126">
              <a:lnSpc>
                <a:spcPct val="100000"/>
              </a:lnSpc>
              <a:spcBef>
                <a:spcPts val="300"/>
              </a:spcBef>
              <a:spcAft>
                <a:spcPts val="300"/>
              </a:spcAft>
              <a:buClr>
                <a:schemeClr val="tx1"/>
              </a:buClr>
              <a:buSzPct val="100000"/>
              <a:buFont typeface="Aktiv Grotesk" panose="020B0502040204020203"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ktiv Grotesk" panose="020B0604020202020204" pitchFamily="34" charset="0"/>
                <a:cs typeface="Aktiv Grotesk" panose="020B0604020202020204" pitchFamily="34" charset="0"/>
                <a:sym typeface="Aktiv Grotesk"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5pPr>
            <a:lvl6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6pPr>
            <a:lvl7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7pPr>
            <a:lvl8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8pPr>
            <a:lvl9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000000"/>
              </a:buClr>
              <a:buSzPct val="100000"/>
              <a:buFont typeface="Aktiv Grotesk" panose="020B0502040204020203" pitchFamily="34" charset="0"/>
              <a:buChar char="​"/>
              <a:tabLst/>
              <a:defRPr/>
            </a:pPr>
            <a:r>
              <a:rPr kumimoji="0" lang="en-GB" sz="1050" b="0" i="0" u="none" strike="noStrike" kern="1200" cap="none" spc="0" normalizeH="0" baseline="0" noProof="0">
                <a:ln>
                  <a:noFill/>
                </a:ln>
                <a:solidFill>
                  <a:srgbClr val="000000"/>
                </a:solidFill>
                <a:effectLst/>
                <a:uLnTx/>
                <a:uFillTx/>
                <a:latin typeface="Aktiv Grotesk" panose="020B0604020202020204" pitchFamily="34" charset="0"/>
                <a:ea typeface="+mn-ea"/>
                <a:cs typeface="Aktiv Grotesk" panose="020B0604020202020204" pitchFamily="34" charset="0"/>
                <a:sym typeface="Aktiv Grotesk" panose="020B0604020202020204" pitchFamily="34" charset="0"/>
              </a:rPr>
              <a:t>Refine and optimize your financial operation practices.</a:t>
            </a:r>
          </a:p>
        </p:txBody>
      </p:sp>
      <p:cxnSp>
        <p:nvCxnSpPr>
          <p:cNvPr id="83" name="LineBasicDefault 151">
            <a:extLst>
              <a:ext uri="{FF2B5EF4-FFF2-40B4-BE49-F238E27FC236}">
                <a16:creationId xmlns:a16="http://schemas.microsoft.com/office/drawing/2014/main" id="{BEF13BEF-FB59-427A-A7B7-C350FC03B003}"/>
              </a:ext>
            </a:extLst>
          </p:cNvPr>
          <p:cNvCxnSpPr>
            <a:cxnSpLocks/>
          </p:cNvCxnSpPr>
          <p:nvPr>
            <p:custDataLst>
              <p:tags r:id="rId5"/>
            </p:custDataLst>
          </p:nvPr>
        </p:nvCxnSpPr>
        <p:spPr>
          <a:xfrm>
            <a:off x="4723500" y="2132719"/>
            <a:ext cx="2461713" cy="0"/>
          </a:xfrm>
          <a:prstGeom prst="straightConnector1">
            <a:avLst/>
          </a:prstGeom>
          <a:ln w="6350" cap="flat">
            <a:solidFill>
              <a:schemeClr val="bg1"/>
            </a:solidFill>
            <a:miter lim="800000"/>
            <a:tailEnd type="none"/>
          </a:ln>
        </p:spPr>
        <p:style>
          <a:lnRef idx="1">
            <a:schemeClr val="accent1"/>
          </a:lnRef>
          <a:fillRef idx="0">
            <a:schemeClr val="accent1"/>
          </a:fillRef>
          <a:effectRef idx="0">
            <a:schemeClr val="accent1"/>
          </a:effectRef>
          <a:fontRef idx="minor">
            <a:schemeClr val="tx1"/>
          </a:fontRef>
        </p:style>
      </p:cxnSp>
      <p:sp>
        <p:nvSpPr>
          <p:cNvPr id="59" name="TextBox 58">
            <a:extLst>
              <a:ext uri="{FF2B5EF4-FFF2-40B4-BE49-F238E27FC236}">
                <a16:creationId xmlns:a16="http://schemas.microsoft.com/office/drawing/2014/main" id="{C67E106F-C7BB-48C0-B8EE-3C3B7C31ADCC}"/>
              </a:ext>
            </a:extLst>
          </p:cNvPr>
          <p:cNvSpPr txBox="1"/>
          <p:nvPr/>
        </p:nvSpPr>
        <p:spPr>
          <a:xfrm>
            <a:off x="4868414" y="1828083"/>
            <a:ext cx="2888583" cy="215444"/>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Aktiv Grotesk" panose="020B0502040204020203"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ktiv Grotesk" panose="020B0604020202020204" pitchFamily="34" charset="0"/>
                <a:cs typeface="Aktiv Grotesk" panose="020B0604020202020204" pitchFamily="34" charset="0"/>
                <a:sym typeface="Aktiv Grotesk"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5pPr>
            <a:lvl6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6pPr>
            <a:lvl7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7pPr>
            <a:lvl8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8pPr>
            <a:lvl9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Aktiv Grotesk" panose="020B0502040204020203" pitchFamily="34" charset="0"/>
              <a:buChar char="​"/>
              <a:tabLst/>
              <a:defRPr/>
            </a:pPr>
            <a:r>
              <a:rPr kumimoji="0" lang="en-US" sz="1400" b="1" i="0" u="none" strike="noStrike" kern="1200" cap="none" spc="0" normalizeH="0" baseline="0" noProof="0">
                <a:ln>
                  <a:noFill/>
                </a:ln>
                <a:solidFill>
                  <a:srgbClr val="000000"/>
                </a:solidFill>
                <a:effectLst/>
                <a:uLnTx/>
                <a:uFillTx/>
                <a:latin typeface="Aktiv Grotesk"/>
                <a:ea typeface="+mn-ea"/>
                <a:cs typeface="Aktiv Grotesk" panose="020B0604020202020204" pitchFamily="34" charset="0"/>
                <a:sym typeface="Aktiv Grotesk" panose="020B0604020202020204" pitchFamily="34" charset="0"/>
              </a:rPr>
              <a:t>5. DevOps Assessment</a:t>
            </a:r>
          </a:p>
        </p:txBody>
      </p:sp>
      <p:sp>
        <p:nvSpPr>
          <p:cNvPr id="68" name="TextBox 67">
            <a:extLst>
              <a:ext uri="{FF2B5EF4-FFF2-40B4-BE49-F238E27FC236}">
                <a16:creationId xmlns:a16="http://schemas.microsoft.com/office/drawing/2014/main" id="{41645246-FC87-4F17-9203-38F068A5E602}"/>
              </a:ext>
            </a:extLst>
          </p:cNvPr>
          <p:cNvSpPr txBox="1">
            <a:spLocks/>
          </p:cNvSpPr>
          <p:nvPr/>
        </p:nvSpPr>
        <p:spPr>
          <a:xfrm>
            <a:off x="4880289" y="3177623"/>
            <a:ext cx="2461713" cy="161583"/>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Aktiv Grotesk" panose="020B0502040204020203"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ktiv Grotesk" panose="020B0604020202020204" pitchFamily="34" charset="0"/>
                <a:cs typeface="Aktiv Grotesk" panose="020B0604020202020204" pitchFamily="34" charset="0"/>
                <a:sym typeface="Aktiv Grotesk"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5pPr>
            <a:lvl6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6pPr>
            <a:lvl7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7pPr>
            <a:lvl8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8pPr>
            <a:lvl9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Aktiv Grotesk" panose="020B0502040204020203" pitchFamily="34" charset="0"/>
              <a:buChar char="​"/>
              <a:tabLst/>
              <a:defRPr/>
            </a:pPr>
            <a:r>
              <a:rPr kumimoji="0" lang="en-US" sz="1050" b="0" i="0" u="none" strike="noStrike" kern="1200" cap="none" spc="0" normalizeH="0" baseline="0" noProof="0">
                <a:ln>
                  <a:noFill/>
                </a:ln>
                <a:solidFill>
                  <a:srgbClr val="000000"/>
                </a:solidFill>
                <a:effectLst/>
                <a:uLnTx/>
                <a:uFillTx/>
                <a:latin typeface="Aktiv Grotesk"/>
                <a:ea typeface="+mn-ea"/>
                <a:cs typeface="Aktiv Grotesk" panose="020B0604020202020204" pitchFamily="34" charset="0"/>
                <a:sym typeface="Aktiv Grotesk" panose="020B0604020202020204" pitchFamily="34" charset="0"/>
              </a:rPr>
              <a:t>Business &amp; Technical stakeholders</a:t>
            </a:r>
          </a:p>
        </p:txBody>
      </p:sp>
      <p:sp>
        <p:nvSpPr>
          <p:cNvPr id="65" name="TextBox 64">
            <a:extLst>
              <a:ext uri="{FF2B5EF4-FFF2-40B4-BE49-F238E27FC236}">
                <a16:creationId xmlns:a16="http://schemas.microsoft.com/office/drawing/2014/main" id="{8F0EDDB7-5EBA-4702-B62C-52F8EEDCC185}"/>
              </a:ext>
            </a:extLst>
          </p:cNvPr>
          <p:cNvSpPr txBox="1">
            <a:spLocks/>
          </p:cNvSpPr>
          <p:nvPr/>
        </p:nvSpPr>
        <p:spPr>
          <a:xfrm>
            <a:off x="4880289" y="2265775"/>
            <a:ext cx="2461713" cy="484748"/>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Aktiv Grotesk" panose="020B0502040204020203"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ktiv Grotesk" panose="020B0604020202020204" pitchFamily="34" charset="0"/>
                <a:cs typeface="Aktiv Grotesk" panose="020B0604020202020204" pitchFamily="34" charset="0"/>
                <a:sym typeface="Aktiv Grotesk"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5pPr>
            <a:lvl6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6pPr>
            <a:lvl7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7pPr>
            <a:lvl8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8pPr>
            <a:lvl9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000000"/>
              </a:buClr>
              <a:buSzPct val="100000"/>
              <a:buFont typeface="Aktiv Grotesk" panose="020B0502040204020203" pitchFamily="34" charset="0"/>
              <a:buChar char="​"/>
              <a:tabLst/>
              <a:defRPr/>
            </a:pPr>
            <a:r>
              <a:rPr kumimoji="0" lang="en-GB" sz="1050" b="0" i="0" u="none" strike="noStrike" kern="1200" cap="none" spc="0" normalizeH="0" baseline="0" noProof="0">
                <a:ln>
                  <a:noFill/>
                </a:ln>
                <a:solidFill>
                  <a:srgbClr val="000000"/>
                </a:solidFill>
                <a:effectLst/>
                <a:uLnTx/>
                <a:uFillTx/>
                <a:latin typeface="Aktiv Grotesk" panose="020B0604020202020204" pitchFamily="34" charset="0"/>
                <a:ea typeface="+mn-ea"/>
                <a:cs typeface="Aktiv Grotesk" panose="020B0604020202020204" pitchFamily="34" charset="0"/>
                <a:sym typeface="Aktiv Grotesk" panose="020B0604020202020204" pitchFamily="34" charset="0"/>
              </a:rPr>
              <a:t>You want to review your DevOps readiness, ranging from architecture and coding to team and culture.</a:t>
            </a:r>
          </a:p>
        </p:txBody>
      </p:sp>
      <p:cxnSp>
        <p:nvCxnSpPr>
          <p:cNvPr id="20" name="Straight Connector 19">
            <a:extLst>
              <a:ext uri="{FF2B5EF4-FFF2-40B4-BE49-F238E27FC236}">
                <a16:creationId xmlns:a16="http://schemas.microsoft.com/office/drawing/2014/main" id="{96C13998-23BD-4B2A-AF4D-5BEDC03F56E9}"/>
              </a:ext>
            </a:extLst>
          </p:cNvPr>
          <p:cNvCxnSpPr>
            <a:cxnSpLocks/>
          </p:cNvCxnSpPr>
          <p:nvPr/>
        </p:nvCxnSpPr>
        <p:spPr>
          <a:xfrm>
            <a:off x="1181891" y="3708570"/>
            <a:ext cx="0" cy="1246495"/>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99" name="Straight Connector 98">
            <a:extLst>
              <a:ext uri="{FF2B5EF4-FFF2-40B4-BE49-F238E27FC236}">
                <a16:creationId xmlns:a16="http://schemas.microsoft.com/office/drawing/2014/main" id="{9E3CED36-0233-49B8-AF71-5C449C16A724}"/>
              </a:ext>
            </a:extLst>
          </p:cNvPr>
          <p:cNvCxnSpPr>
            <a:cxnSpLocks/>
          </p:cNvCxnSpPr>
          <p:nvPr/>
        </p:nvCxnSpPr>
        <p:spPr>
          <a:xfrm>
            <a:off x="1181891" y="3041018"/>
            <a:ext cx="0" cy="369332"/>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01" name="Straight Connector 100">
            <a:extLst>
              <a:ext uri="{FF2B5EF4-FFF2-40B4-BE49-F238E27FC236}">
                <a16:creationId xmlns:a16="http://schemas.microsoft.com/office/drawing/2014/main" id="{7794A3D9-A29F-466D-8C76-840A90B8EB1C}"/>
              </a:ext>
            </a:extLst>
          </p:cNvPr>
          <p:cNvCxnSpPr>
            <a:cxnSpLocks/>
          </p:cNvCxnSpPr>
          <p:nvPr/>
        </p:nvCxnSpPr>
        <p:spPr>
          <a:xfrm>
            <a:off x="1181891" y="2232442"/>
            <a:ext cx="0" cy="509359"/>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8B5B2DCF-CD99-D555-1B19-CB5D1623EB93}"/>
              </a:ext>
            </a:extLst>
          </p:cNvPr>
          <p:cNvSpPr txBox="1"/>
          <p:nvPr/>
        </p:nvSpPr>
        <p:spPr>
          <a:xfrm>
            <a:off x="376322" y="1250562"/>
            <a:ext cx="1963458" cy="307777"/>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Aktiv Grotesk" panose="020B0502040204020203"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ktiv Grotesk" panose="020B0604020202020204" pitchFamily="34" charset="0"/>
                <a:cs typeface="Aktiv Grotesk" panose="020B0604020202020204" pitchFamily="34" charset="0"/>
                <a:sym typeface="Aktiv Grotesk"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5pPr>
            <a:lvl6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6pPr>
            <a:lvl7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7pPr>
            <a:lvl8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8pPr>
            <a:lvl9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Aktiv Grotesk" panose="020B0502040204020203" pitchFamily="34" charset="0"/>
              <a:buChar char="​"/>
              <a:tabLst/>
              <a:defRPr/>
            </a:pPr>
            <a:r>
              <a:rPr kumimoji="0" lang="en-US" sz="2000" b="1" i="0" u="none" strike="noStrike" kern="1200" cap="none" spc="0" normalizeH="0" baseline="0" noProof="0">
                <a:ln>
                  <a:noFill/>
                </a:ln>
                <a:solidFill>
                  <a:srgbClr val="EB0000"/>
                </a:solidFill>
                <a:effectLst/>
                <a:uLnTx/>
                <a:uFillTx/>
                <a:latin typeface="Aktiv Grotesk"/>
                <a:ea typeface="+mn-ea"/>
                <a:cs typeface="Aktiv Grotesk" panose="020B0604020202020204" pitchFamily="34" charset="0"/>
                <a:sym typeface="Aktiv Grotesk" panose="020B0604020202020204" pitchFamily="34" charset="0"/>
              </a:rPr>
              <a:t>AT A GLANCE</a:t>
            </a:r>
          </a:p>
        </p:txBody>
      </p:sp>
      <p:cxnSp>
        <p:nvCxnSpPr>
          <p:cNvPr id="2" name="LineBasicDefault 151">
            <a:extLst>
              <a:ext uri="{FF2B5EF4-FFF2-40B4-BE49-F238E27FC236}">
                <a16:creationId xmlns:a16="http://schemas.microsoft.com/office/drawing/2014/main" id="{94D0541C-811F-EC7E-61D1-6859AF64B9F1}"/>
              </a:ext>
            </a:extLst>
          </p:cNvPr>
          <p:cNvCxnSpPr>
            <a:cxnSpLocks/>
          </p:cNvCxnSpPr>
          <p:nvPr>
            <p:custDataLst>
              <p:tags r:id="rId6"/>
            </p:custDataLst>
          </p:nvPr>
        </p:nvCxnSpPr>
        <p:spPr>
          <a:xfrm>
            <a:off x="8442886" y="2123997"/>
            <a:ext cx="2461713" cy="0"/>
          </a:xfrm>
          <a:prstGeom prst="straightConnector1">
            <a:avLst/>
          </a:prstGeom>
          <a:ln w="6350" cap="flat">
            <a:solidFill>
              <a:schemeClr val="bg1"/>
            </a:solidFill>
            <a:miter lim="800000"/>
            <a:tailEnd type="none"/>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684F067E-D047-7FC2-F9E1-DBBEB2A4B9D7}"/>
              </a:ext>
            </a:extLst>
          </p:cNvPr>
          <p:cNvSpPr txBox="1"/>
          <p:nvPr/>
        </p:nvSpPr>
        <p:spPr>
          <a:xfrm>
            <a:off x="8431011" y="1828083"/>
            <a:ext cx="3366886" cy="215444"/>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Aktiv Grotesk" panose="020B0502040204020203"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ktiv Grotesk" panose="020B0604020202020204" pitchFamily="34" charset="0"/>
                <a:cs typeface="Aktiv Grotesk" panose="020B0604020202020204" pitchFamily="34" charset="0"/>
                <a:sym typeface="Aktiv Grotesk"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5pPr>
            <a:lvl6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6pPr>
            <a:lvl7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7pPr>
            <a:lvl8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8pPr>
            <a:lvl9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Aktiv Grotesk" panose="020B0502040204020203" pitchFamily="34" charset="0"/>
              <a:buChar char="​"/>
              <a:tabLst/>
              <a:defRPr/>
            </a:pPr>
            <a:r>
              <a:rPr kumimoji="0" lang="en-US" sz="1400" b="1" i="0" u="none" strike="noStrike" kern="1200" cap="none" spc="0" normalizeH="0" baseline="0" noProof="0">
                <a:ln>
                  <a:noFill/>
                </a:ln>
                <a:solidFill>
                  <a:srgbClr val="000000"/>
                </a:solidFill>
                <a:effectLst/>
                <a:uLnTx/>
                <a:uFillTx/>
                <a:latin typeface="Aktiv Grotesk"/>
                <a:ea typeface="+mn-ea"/>
                <a:cs typeface="Aktiv Grotesk" panose="020B0604020202020204" pitchFamily="34" charset="0"/>
                <a:sym typeface="Aktiv Grotesk" panose="020B0604020202020204" pitchFamily="34" charset="0"/>
              </a:rPr>
              <a:t>6. Service Management Assessment</a:t>
            </a:r>
          </a:p>
        </p:txBody>
      </p:sp>
      <p:sp>
        <p:nvSpPr>
          <p:cNvPr id="7" name="TextBox 6">
            <a:extLst>
              <a:ext uri="{FF2B5EF4-FFF2-40B4-BE49-F238E27FC236}">
                <a16:creationId xmlns:a16="http://schemas.microsoft.com/office/drawing/2014/main" id="{BB3E7E0A-A26D-D496-BF39-E1630A9CD0CA}"/>
              </a:ext>
            </a:extLst>
          </p:cNvPr>
          <p:cNvSpPr txBox="1">
            <a:spLocks/>
          </p:cNvSpPr>
          <p:nvPr/>
        </p:nvSpPr>
        <p:spPr>
          <a:xfrm>
            <a:off x="8442886" y="3168901"/>
            <a:ext cx="2461713" cy="161583"/>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Aktiv Grotesk" panose="020B0502040204020203"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ktiv Grotesk" panose="020B0604020202020204" pitchFamily="34" charset="0"/>
                <a:cs typeface="Aktiv Grotesk" panose="020B0604020202020204" pitchFamily="34" charset="0"/>
                <a:sym typeface="Aktiv Grotesk"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5pPr>
            <a:lvl6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6pPr>
            <a:lvl7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7pPr>
            <a:lvl8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8pPr>
            <a:lvl9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Aktiv Grotesk" panose="020B0502040204020203" pitchFamily="34" charset="0"/>
              <a:buChar char="​"/>
              <a:tabLst/>
              <a:defRPr/>
            </a:pPr>
            <a:r>
              <a:rPr kumimoji="0" lang="en-US" sz="1050" b="0" i="0" u="none" strike="noStrike" kern="1200" cap="none" spc="0" normalizeH="0" baseline="0" noProof="0">
                <a:ln>
                  <a:noFill/>
                </a:ln>
                <a:solidFill>
                  <a:srgbClr val="000000"/>
                </a:solidFill>
                <a:effectLst/>
                <a:uLnTx/>
                <a:uFillTx/>
                <a:latin typeface="Aktiv Grotesk"/>
                <a:ea typeface="+mn-ea"/>
                <a:cs typeface="Aktiv Grotesk" panose="020B0604020202020204" pitchFamily="34" charset="0"/>
                <a:sym typeface="Aktiv Grotesk" panose="020B0604020202020204" pitchFamily="34" charset="0"/>
              </a:rPr>
              <a:t>Business &amp; Technical stakeholders</a:t>
            </a:r>
          </a:p>
        </p:txBody>
      </p:sp>
      <p:sp>
        <p:nvSpPr>
          <p:cNvPr id="8" name="TextBox 7">
            <a:extLst>
              <a:ext uri="{FF2B5EF4-FFF2-40B4-BE49-F238E27FC236}">
                <a16:creationId xmlns:a16="http://schemas.microsoft.com/office/drawing/2014/main" id="{72D280D9-F071-C63E-43A0-A14F2C6FEDEC}"/>
              </a:ext>
            </a:extLst>
          </p:cNvPr>
          <p:cNvSpPr txBox="1">
            <a:spLocks/>
          </p:cNvSpPr>
          <p:nvPr/>
        </p:nvSpPr>
        <p:spPr>
          <a:xfrm>
            <a:off x="8442886" y="3646712"/>
            <a:ext cx="3277589" cy="1446550"/>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Aktiv Grotesk" panose="020B0502040204020203"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ktiv Grotesk" panose="020B0604020202020204" pitchFamily="34" charset="0"/>
                <a:cs typeface="Aktiv Grotesk" panose="020B0604020202020204" pitchFamily="34" charset="0"/>
                <a:sym typeface="Aktiv Grotesk"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5pPr>
            <a:lvl6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6pPr>
            <a:lvl7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7pPr>
            <a:lvl8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8pPr>
            <a:lvl9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9pPr>
          </a:lstStyle>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ktiv Grotesk"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ktiv Grotesk" panose="020B0604020202020204" pitchFamily="34" charset="0"/>
                <a:ea typeface="+mn-ea"/>
                <a:cs typeface="Aktiv Grotesk" panose="020B0604020202020204" pitchFamily="34" charset="0"/>
                <a:sym typeface="Aktiv Grotesk" panose="020B0604020202020204" pitchFamily="34" charset="0"/>
              </a:rPr>
              <a:t>Conduct an IT Service Management Maturity Assessment of key ITIL processes</a:t>
            </a:r>
          </a:p>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ktiv Grotesk"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ktiv Grotesk" panose="020B0604020202020204" pitchFamily="34" charset="0"/>
                <a:ea typeface="+mn-ea"/>
                <a:cs typeface="Aktiv Grotesk" panose="020B0604020202020204" pitchFamily="34" charset="0"/>
                <a:sym typeface="Aktiv Grotesk" panose="020B0604020202020204" pitchFamily="34" charset="0"/>
              </a:rPr>
              <a:t>Gap analysis from your current state to the targeted best practices recommendations, proposed actions, and benefits</a:t>
            </a:r>
          </a:p>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ktiv Grotesk"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ktiv Grotesk" panose="020B0604020202020204" pitchFamily="34" charset="0"/>
                <a:ea typeface="+mn-ea"/>
                <a:cs typeface="Aktiv Grotesk" panose="020B0604020202020204" pitchFamily="34" charset="0"/>
                <a:sym typeface="Aktiv Grotesk" panose="020B0604020202020204" pitchFamily="34" charset="0"/>
              </a:rPr>
              <a:t>Perform a people, process, and technology analysis of your service management landscape capturing your Current Operating Model</a:t>
            </a:r>
          </a:p>
        </p:txBody>
      </p:sp>
      <p:sp>
        <p:nvSpPr>
          <p:cNvPr id="9" name="TextBox 8">
            <a:extLst>
              <a:ext uri="{FF2B5EF4-FFF2-40B4-BE49-F238E27FC236}">
                <a16:creationId xmlns:a16="http://schemas.microsoft.com/office/drawing/2014/main" id="{127DBCF3-B70D-2974-78B0-B2F93C1217AC}"/>
              </a:ext>
            </a:extLst>
          </p:cNvPr>
          <p:cNvSpPr txBox="1">
            <a:spLocks/>
          </p:cNvSpPr>
          <p:nvPr/>
        </p:nvSpPr>
        <p:spPr>
          <a:xfrm>
            <a:off x="8442886" y="2257053"/>
            <a:ext cx="2461713" cy="484748"/>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Aktiv Grotesk" panose="020B0502040204020203"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ktiv Grotesk" panose="020B0604020202020204" pitchFamily="34" charset="0"/>
                <a:cs typeface="Aktiv Grotesk" panose="020B0604020202020204" pitchFamily="34" charset="0"/>
                <a:sym typeface="Aktiv Grotesk"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5pPr>
            <a:lvl6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6pPr>
            <a:lvl7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7pPr>
            <a:lvl8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8pPr>
            <a:lvl9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000000"/>
              </a:buClr>
              <a:buSzPct val="100000"/>
              <a:buFont typeface="Aktiv Grotesk" panose="020B0502040204020203" pitchFamily="34" charset="0"/>
              <a:buChar char="​"/>
              <a:tabLst/>
              <a:defRPr/>
            </a:pPr>
            <a:r>
              <a:rPr kumimoji="0" lang="en-GB" sz="1050" b="0" i="0" u="none" strike="noStrike" kern="1200" cap="none" spc="0" normalizeH="0" baseline="0" noProof="0">
                <a:ln>
                  <a:noFill/>
                </a:ln>
                <a:solidFill>
                  <a:srgbClr val="000000"/>
                </a:solidFill>
                <a:effectLst/>
                <a:uLnTx/>
                <a:uFillTx/>
                <a:latin typeface="Aktiv Grotesk" panose="020B0604020202020204" pitchFamily="34" charset="0"/>
                <a:ea typeface="+mn-ea"/>
                <a:cs typeface="Aktiv Grotesk" panose="020B0604020202020204" pitchFamily="34" charset="0"/>
                <a:sym typeface="Aktiv Grotesk" panose="020B0604020202020204" pitchFamily="34" charset="0"/>
              </a:rPr>
              <a:t>You require a assessment to find the operating model in the Cloud using ITIL methods</a:t>
            </a:r>
          </a:p>
        </p:txBody>
      </p:sp>
      <p:cxnSp>
        <p:nvCxnSpPr>
          <p:cNvPr id="11" name="LineContentSeparatorDefault 121">
            <a:extLst>
              <a:ext uri="{FF2B5EF4-FFF2-40B4-BE49-F238E27FC236}">
                <a16:creationId xmlns:a16="http://schemas.microsoft.com/office/drawing/2014/main" id="{8AFA631E-9DE2-8780-B590-50FA2C85433C}"/>
              </a:ext>
            </a:extLst>
          </p:cNvPr>
          <p:cNvCxnSpPr>
            <a:cxnSpLocks/>
          </p:cNvCxnSpPr>
          <p:nvPr>
            <p:custDataLst>
              <p:tags r:id="rId7"/>
            </p:custDataLst>
          </p:nvPr>
        </p:nvCxnSpPr>
        <p:spPr>
          <a:xfrm>
            <a:off x="376322" y="2870681"/>
            <a:ext cx="11421575" cy="0"/>
          </a:xfrm>
          <a:prstGeom prst="straightConnector1">
            <a:avLst/>
          </a:prstGeom>
          <a:ln w="6350" cap="flat">
            <a:solidFill>
              <a:srgbClr val="B3B3B3"/>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12" name="LineContentSeparatorDefault 121">
            <a:extLst>
              <a:ext uri="{FF2B5EF4-FFF2-40B4-BE49-F238E27FC236}">
                <a16:creationId xmlns:a16="http://schemas.microsoft.com/office/drawing/2014/main" id="{6B150F5D-5BCB-F60E-4A95-1648C73AD9E7}"/>
              </a:ext>
            </a:extLst>
          </p:cNvPr>
          <p:cNvCxnSpPr>
            <a:cxnSpLocks/>
          </p:cNvCxnSpPr>
          <p:nvPr>
            <p:custDataLst>
              <p:tags r:id="rId8"/>
            </p:custDataLst>
          </p:nvPr>
        </p:nvCxnSpPr>
        <p:spPr>
          <a:xfrm>
            <a:off x="376322" y="2088972"/>
            <a:ext cx="11421575" cy="0"/>
          </a:xfrm>
          <a:prstGeom prst="straightConnector1">
            <a:avLst/>
          </a:prstGeom>
          <a:ln w="6350" cap="flat">
            <a:solidFill>
              <a:srgbClr val="B3B3B3"/>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974E41D2-AA49-6C0C-4599-8028990E6F17}"/>
              </a:ext>
            </a:extLst>
          </p:cNvPr>
          <p:cNvCxnSpPr>
            <a:cxnSpLocks/>
          </p:cNvCxnSpPr>
          <p:nvPr/>
        </p:nvCxnSpPr>
        <p:spPr>
          <a:xfrm>
            <a:off x="4601985" y="3708570"/>
            <a:ext cx="0" cy="1246495"/>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B5BD73CB-E02F-43A8-C1E6-0BC89210814A}"/>
              </a:ext>
            </a:extLst>
          </p:cNvPr>
          <p:cNvCxnSpPr>
            <a:cxnSpLocks/>
          </p:cNvCxnSpPr>
          <p:nvPr/>
        </p:nvCxnSpPr>
        <p:spPr>
          <a:xfrm>
            <a:off x="4601985" y="3041018"/>
            <a:ext cx="0" cy="369332"/>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01E73440-6B5B-AC15-8D71-E7287041BBD2}"/>
              </a:ext>
            </a:extLst>
          </p:cNvPr>
          <p:cNvCxnSpPr>
            <a:cxnSpLocks/>
          </p:cNvCxnSpPr>
          <p:nvPr/>
        </p:nvCxnSpPr>
        <p:spPr>
          <a:xfrm>
            <a:off x="4601985" y="2232442"/>
            <a:ext cx="0" cy="518081"/>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7EBD935-74B1-D58F-98E2-47A4A75659B7}"/>
              </a:ext>
            </a:extLst>
          </p:cNvPr>
          <p:cNvCxnSpPr>
            <a:cxnSpLocks/>
          </p:cNvCxnSpPr>
          <p:nvPr/>
        </p:nvCxnSpPr>
        <p:spPr>
          <a:xfrm>
            <a:off x="8164582" y="3708570"/>
            <a:ext cx="0" cy="1246495"/>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6786C75F-47C1-95BB-4E89-4A371774F652}"/>
              </a:ext>
            </a:extLst>
          </p:cNvPr>
          <p:cNvCxnSpPr>
            <a:cxnSpLocks/>
          </p:cNvCxnSpPr>
          <p:nvPr/>
        </p:nvCxnSpPr>
        <p:spPr>
          <a:xfrm>
            <a:off x="8164582" y="3041018"/>
            <a:ext cx="0" cy="369332"/>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DBA47433-0F28-5516-9605-751212009D11}"/>
              </a:ext>
            </a:extLst>
          </p:cNvPr>
          <p:cNvCxnSpPr>
            <a:cxnSpLocks/>
          </p:cNvCxnSpPr>
          <p:nvPr/>
        </p:nvCxnSpPr>
        <p:spPr>
          <a:xfrm>
            <a:off x="8164582" y="2232442"/>
            <a:ext cx="0" cy="518081"/>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sp>
        <p:nvSpPr>
          <p:cNvPr id="5" name="Slide Number Placeholder 5">
            <a:extLst>
              <a:ext uri="{FF2B5EF4-FFF2-40B4-BE49-F238E27FC236}">
                <a16:creationId xmlns:a16="http://schemas.microsoft.com/office/drawing/2014/main" id="{8A91747E-3AE7-DE20-AE1D-30F15B50F614}"/>
              </a:ext>
            </a:extLst>
          </p:cNvPr>
          <p:cNvSpPr>
            <a:spLocks noGrp="1"/>
          </p:cNvSpPr>
          <p:nvPr>
            <p:ph type="sldNum" sz="quarter" idx="4"/>
          </p:nvPr>
        </p:nvSpPr>
        <p:spPr>
          <a:xfrm>
            <a:off x="11147526" y="6053571"/>
            <a:ext cx="617402" cy="107722"/>
          </a:xfrm>
        </p:spPr>
        <p:txBody>
          <a:bodyPr/>
          <a:lstStyle>
            <a:defPPr>
              <a:defRPr lang="en-US"/>
            </a:defPPr>
            <a:lvl1pPr marL="0" algn="r" defTabSz="228600" rtl="0" eaLnBrk="1" latinLnBrk="0" hangingPunct="1">
              <a:defRPr sz="700" kern="1200">
                <a:solidFill>
                  <a:schemeClr val="tx1"/>
                </a:solidFill>
                <a:latin typeface="+mn-lt"/>
                <a:ea typeface="+mn-ea"/>
                <a:cs typeface="+mn-cs"/>
              </a:defRPr>
            </a:lvl1pPr>
            <a:lvl2pPr marL="228600" algn="l" defTabSz="228600" rtl="0" eaLnBrk="1" latinLnBrk="0" hangingPunct="1">
              <a:defRPr sz="900" kern="1200">
                <a:solidFill>
                  <a:schemeClr val="tx1"/>
                </a:solidFill>
                <a:latin typeface="+mn-lt"/>
                <a:ea typeface="+mn-ea"/>
                <a:cs typeface="+mn-cs"/>
              </a:defRPr>
            </a:lvl2pPr>
            <a:lvl3pPr marL="457200" algn="l" defTabSz="228600" rtl="0" eaLnBrk="1" latinLnBrk="0" hangingPunct="1">
              <a:defRPr sz="900" kern="1200">
                <a:solidFill>
                  <a:schemeClr val="tx1"/>
                </a:solidFill>
                <a:latin typeface="+mn-lt"/>
                <a:ea typeface="+mn-ea"/>
                <a:cs typeface="+mn-cs"/>
              </a:defRPr>
            </a:lvl3pPr>
            <a:lvl4pPr marL="685800" algn="l" defTabSz="228600" rtl="0" eaLnBrk="1" latinLnBrk="0" hangingPunct="1">
              <a:defRPr sz="900" kern="1200">
                <a:solidFill>
                  <a:schemeClr val="tx1"/>
                </a:solidFill>
                <a:latin typeface="+mn-lt"/>
                <a:ea typeface="+mn-ea"/>
                <a:cs typeface="+mn-cs"/>
              </a:defRPr>
            </a:lvl4pPr>
            <a:lvl5pPr marL="914400" algn="l" defTabSz="228600" rtl="0" eaLnBrk="1" latinLnBrk="0" hangingPunct="1">
              <a:defRPr sz="900" kern="1200">
                <a:solidFill>
                  <a:schemeClr val="tx1"/>
                </a:solidFill>
                <a:latin typeface="+mn-lt"/>
                <a:ea typeface="+mn-ea"/>
                <a:cs typeface="+mn-cs"/>
              </a:defRPr>
            </a:lvl5pPr>
            <a:lvl6pPr marL="1143000" algn="l" defTabSz="228600" rtl="0" eaLnBrk="1" latinLnBrk="0" hangingPunct="1">
              <a:defRPr sz="900" kern="1200">
                <a:solidFill>
                  <a:schemeClr val="tx1"/>
                </a:solidFill>
                <a:latin typeface="+mn-lt"/>
                <a:ea typeface="+mn-ea"/>
                <a:cs typeface="+mn-cs"/>
              </a:defRPr>
            </a:lvl6pPr>
            <a:lvl7pPr marL="1371600" algn="l" defTabSz="228600" rtl="0" eaLnBrk="1" latinLnBrk="0" hangingPunct="1">
              <a:defRPr sz="900" kern="1200">
                <a:solidFill>
                  <a:schemeClr val="tx1"/>
                </a:solidFill>
                <a:latin typeface="+mn-lt"/>
                <a:ea typeface="+mn-ea"/>
                <a:cs typeface="+mn-cs"/>
              </a:defRPr>
            </a:lvl7pPr>
            <a:lvl8pPr marL="1600200" algn="l" defTabSz="228600" rtl="0" eaLnBrk="1" latinLnBrk="0" hangingPunct="1">
              <a:defRPr sz="900" kern="1200">
                <a:solidFill>
                  <a:schemeClr val="tx1"/>
                </a:solidFill>
                <a:latin typeface="+mn-lt"/>
                <a:ea typeface="+mn-ea"/>
                <a:cs typeface="+mn-cs"/>
              </a:defRPr>
            </a:lvl8pPr>
            <a:lvl9pPr marL="1828800" algn="l" defTabSz="228600" rtl="0" eaLnBrk="1" latinLnBrk="0" hangingPunct="1">
              <a:defRPr sz="900" kern="1200">
                <a:solidFill>
                  <a:schemeClr val="tx1"/>
                </a:solidFill>
                <a:latin typeface="+mn-lt"/>
                <a:ea typeface="+mn-ea"/>
                <a:cs typeface="+mn-cs"/>
              </a:defRPr>
            </a:lvl9pPr>
          </a:lstStyle>
          <a:p>
            <a:pPr marL="0" marR="0" lvl="0" indent="0" algn="r" defTabSz="228600" rtl="0" eaLnBrk="1" fontAlgn="auto" latinLnBrk="0" hangingPunct="1">
              <a:lnSpc>
                <a:spcPct val="100000"/>
              </a:lnSpc>
              <a:spcBef>
                <a:spcPts val="0"/>
              </a:spcBef>
              <a:spcAft>
                <a:spcPts val="0"/>
              </a:spcAft>
              <a:buClrTx/>
              <a:buSzTx/>
              <a:buFontTx/>
              <a:buNone/>
              <a:tabLst/>
              <a:defRPr/>
            </a:pPr>
            <a:fld id="{762E77F0-FB5B-4E8E-9BC9-34F14560A017}" type="slidenum">
              <a:rPr kumimoji="0" lang="en-US" sz="700" b="0" i="0" u="none" strike="noStrike" kern="1200" cap="none" spc="0" normalizeH="0" baseline="0" noProof="0" smtClean="0">
                <a:ln>
                  <a:noFill/>
                </a:ln>
                <a:solidFill>
                  <a:srgbClr val="000000"/>
                </a:solidFill>
                <a:effectLst/>
                <a:uLnTx/>
                <a:uFillTx/>
                <a:latin typeface="Aktiv Grotesk"/>
                <a:ea typeface="+mn-ea"/>
                <a:cs typeface="+mn-cs"/>
              </a:rPr>
              <a:pPr marL="0" marR="0" lvl="0" indent="0" algn="r" defTabSz="228600" rtl="0" eaLnBrk="1" fontAlgn="auto" latinLnBrk="0" hangingPunct="1">
                <a:lnSpc>
                  <a:spcPct val="100000"/>
                </a:lnSpc>
                <a:spcBef>
                  <a:spcPts val="0"/>
                </a:spcBef>
                <a:spcAft>
                  <a:spcPts val="0"/>
                </a:spcAft>
                <a:buClrTx/>
                <a:buSzTx/>
                <a:buFontTx/>
                <a:buNone/>
                <a:tabLst/>
                <a:defRPr/>
              </a:pPr>
              <a:t>16</a:t>
            </a:fld>
            <a:endParaRPr kumimoji="0" lang="en-US" sz="700" b="0" i="0" u="none" strike="noStrike" kern="1200" cap="none" spc="0" normalizeH="0" baseline="0" noProof="0">
              <a:ln>
                <a:noFill/>
              </a:ln>
              <a:solidFill>
                <a:srgbClr val="000000"/>
              </a:solidFill>
              <a:effectLst/>
              <a:uLnTx/>
              <a:uFillTx/>
              <a:latin typeface="Aktiv Grotesk"/>
              <a:ea typeface="+mn-ea"/>
              <a:cs typeface="+mn-cs"/>
            </a:endParaRPr>
          </a:p>
        </p:txBody>
      </p:sp>
      <p:sp>
        <p:nvSpPr>
          <p:cNvPr id="10" name="TextBox 9">
            <a:extLst>
              <a:ext uri="{FF2B5EF4-FFF2-40B4-BE49-F238E27FC236}">
                <a16:creationId xmlns:a16="http://schemas.microsoft.com/office/drawing/2014/main" id="{CD4304E2-496B-F9C8-3321-5E9ED07D99AD}"/>
              </a:ext>
            </a:extLst>
          </p:cNvPr>
          <p:cNvSpPr txBox="1">
            <a:spLocks/>
          </p:cNvSpPr>
          <p:nvPr/>
        </p:nvSpPr>
        <p:spPr>
          <a:xfrm>
            <a:off x="4880289" y="3708569"/>
            <a:ext cx="3141789" cy="1685077"/>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Aktiv Grotesk" panose="020B0502040204020203"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ktiv Grotesk" panose="020B0604020202020204" pitchFamily="34" charset="0"/>
                <a:cs typeface="Aktiv Grotesk" panose="020B0604020202020204" pitchFamily="34" charset="0"/>
                <a:sym typeface="Aktiv Grotesk"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5pPr>
            <a:lvl6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6pPr>
            <a:lvl7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7pPr>
            <a:lvl8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8pPr>
            <a:lvl9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9pPr>
          </a:lstStyle>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ktiv Grotesk"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ktiv Grotesk"/>
                <a:ea typeface="+mn-ea"/>
                <a:cs typeface="Aktiv Grotesk" panose="020B0604020202020204" pitchFamily="34" charset="0"/>
                <a:sym typeface="Aktiv Grotesk" panose="020B0604020202020204" pitchFamily="34" charset="0"/>
              </a:rPr>
              <a:t>Deep research specific to your organization to select the right DevOps approach.</a:t>
            </a:r>
          </a:p>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ktiv Grotesk"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ktiv Grotesk"/>
                <a:ea typeface="+mn-ea"/>
                <a:cs typeface="Aktiv Grotesk" panose="020B0604020202020204" pitchFamily="34" charset="0"/>
                <a:sym typeface="Aktiv Grotesk" panose="020B0604020202020204" pitchFamily="34" charset="0"/>
              </a:rPr>
              <a:t>Training from our DevOps specialists on gaining organizational alignment around your DevOps go forward plan.</a:t>
            </a:r>
          </a:p>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ktiv Grotesk"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ktiv Grotesk"/>
                <a:ea typeface="+mn-ea"/>
                <a:cs typeface="Aktiv Grotesk" panose="020B0604020202020204" pitchFamily="34" charset="0"/>
                <a:sym typeface="Aktiv Grotesk" panose="020B0604020202020204" pitchFamily="34" charset="0"/>
              </a:rPr>
              <a:t>Tangible roadmaps of how to implement desired DevOps end state in your organization.</a:t>
            </a:r>
          </a:p>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ktiv Grotesk"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ktiv Grotesk"/>
                <a:ea typeface="+mn-ea"/>
                <a:cs typeface="Aktiv Grotesk" panose="020B0604020202020204" pitchFamily="34" charset="0"/>
                <a:sym typeface="Aktiv Grotesk" panose="020B0604020202020204" pitchFamily="34" charset="0"/>
              </a:rPr>
              <a:t>Co-creation of value stream mapping for your company</a:t>
            </a:r>
          </a:p>
        </p:txBody>
      </p:sp>
      <p:cxnSp>
        <p:nvCxnSpPr>
          <p:cNvPr id="16" name="LineContentSeparatorDefault 121">
            <a:extLst>
              <a:ext uri="{FF2B5EF4-FFF2-40B4-BE49-F238E27FC236}">
                <a16:creationId xmlns:a16="http://schemas.microsoft.com/office/drawing/2014/main" id="{827BD7B3-63AB-B3D8-AD04-45FE72C8E04F}"/>
              </a:ext>
            </a:extLst>
          </p:cNvPr>
          <p:cNvCxnSpPr>
            <a:cxnSpLocks/>
          </p:cNvCxnSpPr>
          <p:nvPr>
            <p:custDataLst>
              <p:tags r:id="rId9"/>
            </p:custDataLst>
          </p:nvPr>
        </p:nvCxnSpPr>
        <p:spPr>
          <a:xfrm>
            <a:off x="376322" y="5391481"/>
            <a:ext cx="11421575" cy="0"/>
          </a:xfrm>
          <a:prstGeom prst="straightConnector1">
            <a:avLst/>
          </a:prstGeom>
          <a:ln w="6350" cap="flat">
            <a:solidFill>
              <a:srgbClr val="B3B3B3"/>
            </a:solidFill>
            <a:miter lim="800000"/>
            <a:tailEnd type="non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423F8F1C-1BD2-06F8-4F96-C8F0AEBB1B96}"/>
              </a:ext>
            </a:extLst>
          </p:cNvPr>
          <p:cNvSpPr txBox="1"/>
          <p:nvPr/>
        </p:nvSpPr>
        <p:spPr>
          <a:xfrm>
            <a:off x="265307" y="5586396"/>
            <a:ext cx="916583" cy="307777"/>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Aktiv Grotesk" panose="020B0502040204020203"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ktiv Grotesk" panose="020B0604020202020204" pitchFamily="34" charset="0"/>
                <a:cs typeface="Aktiv Grotesk" panose="020B0604020202020204" pitchFamily="34" charset="0"/>
                <a:sym typeface="Aktiv Grotesk"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5pPr>
            <a:lvl6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6pPr>
            <a:lvl7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7pPr>
            <a:lvl8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8pPr>
            <a:lvl9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Aktiv Grotesk" panose="020B0502040204020203" pitchFamily="34" charset="0"/>
              <a:buChar char="​"/>
              <a:tabLst/>
              <a:defRPr/>
            </a:pPr>
            <a:r>
              <a:rPr kumimoji="0" lang="en-US" sz="1000" b="1" i="0" u="none" strike="noStrike" kern="1200" cap="none" spc="0" normalizeH="0" baseline="0" noProof="0">
                <a:ln>
                  <a:noFill/>
                </a:ln>
                <a:solidFill>
                  <a:srgbClr val="000000"/>
                </a:solidFill>
                <a:effectLst/>
                <a:uLnTx/>
                <a:uFillTx/>
                <a:latin typeface="Aktiv Grotesk"/>
                <a:ea typeface="+mn-ea"/>
                <a:cs typeface="Aktiv Grotesk" panose="020B0604020202020204" pitchFamily="34" charset="0"/>
                <a:sym typeface="Aktiv Grotesk" panose="020B0604020202020204" pitchFamily="34" charset="0"/>
              </a:rPr>
              <a:t>Future Opportunities </a:t>
            </a:r>
          </a:p>
        </p:txBody>
      </p:sp>
      <p:cxnSp>
        <p:nvCxnSpPr>
          <p:cNvPr id="22" name="Straight Connector 21">
            <a:extLst>
              <a:ext uri="{FF2B5EF4-FFF2-40B4-BE49-F238E27FC236}">
                <a16:creationId xmlns:a16="http://schemas.microsoft.com/office/drawing/2014/main" id="{0B65C135-E699-1D1A-434A-652109B12B7B}"/>
              </a:ext>
            </a:extLst>
          </p:cNvPr>
          <p:cNvCxnSpPr>
            <a:cxnSpLocks/>
          </p:cNvCxnSpPr>
          <p:nvPr/>
        </p:nvCxnSpPr>
        <p:spPr>
          <a:xfrm>
            <a:off x="1181891" y="5586396"/>
            <a:ext cx="0" cy="679525"/>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76BF5641-B7A2-78B1-5CC7-FE3886879189}"/>
              </a:ext>
            </a:extLst>
          </p:cNvPr>
          <p:cNvCxnSpPr>
            <a:cxnSpLocks/>
          </p:cNvCxnSpPr>
          <p:nvPr/>
        </p:nvCxnSpPr>
        <p:spPr>
          <a:xfrm>
            <a:off x="4601985" y="5586396"/>
            <a:ext cx="0" cy="877162"/>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89DA8BBF-861D-E6B7-F975-21B771EF0603}"/>
              </a:ext>
            </a:extLst>
          </p:cNvPr>
          <p:cNvSpPr txBox="1">
            <a:spLocks/>
          </p:cNvSpPr>
          <p:nvPr/>
        </p:nvSpPr>
        <p:spPr>
          <a:xfrm>
            <a:off x="4851416" y="5586395"/>
            <a:ext cx="2823447" cy="1115690"/>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Aktiv Grotesk" panose="020B0502040204020203"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ktiv Grotesk" panose="020B0604020202020204" pitchFamily="34" charset="0"/>
                <a:cs typeface="Aktiv Grotesk" panose="020B0604020202020204" pitchFamily="34" charset="0"/>
                <a:sym typeface="Aktiv Grotesk"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5pPr>
            <a:lvl6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6pPr>
            <a:lvl7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7pPr>
            <a:lvl8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8pPr>
            <a:lvl9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9pPr>
          </a:lstStyle>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ktiv Grotesk"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ktiv Grotesk"/>
                <a:ea typeface="+mn-ea"/>
                <a:cs typeface="Aktiv Grotesk" panose="020B0604020202020204" pitchFamily="34" charset="0"/>
                <a:sym typeface="Aktiv Grotesk" panose="020B0604020202020204" pitchFamily="34" charset="0"/>
              </a:rPr>
              <a:t>Platform Migration</a:t>
            </a:r>
          </a:p>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ktiv Grotesk"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ktiv Grotesk"/>
                <a:ea typeface="+mn-ea"/>
                <a:cs typeface="Aktiv Grotesk" panose="020B0604020202020204" pitchFamily="34" charset="0"/>
                <a:sym typeface="Aktiv Grotesk" panose="020B0604020202020204" pitchFamily="34" charset="0"/>
              </a:rPr>
              <a:t>DevOps Engagement  </a:t>
            </a:r>
          </a:p>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ktiv Grotesk"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ktiv Grotesk"/>
                <a:ea typeface="+mn-ea"/>
                <a:cs typeface="Aktiv Grotesk" panose="020B0604020202020204" pitchFamily="34" charset="0"/>
                <a:sym typeface="Aktiv Grotesk" panose="020B0604020202020204" pitchFamily="34" charset="0"/>
              </a:rPr>
              <a:t>Service Management Engagement </a:t>
            </a:r>
          </a:p>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ktiv Grotesk" panose="020B0604020202020204" pitchFamily="34" charset="0"/>
              <a:buChar char="•"/>
              <a:tabLst/>
              <a:defRPr/>
            </a:pPr>
            <a:r>
              <a:rPr kumimoji="0" lang="en-US" sz="1050" b="0" i="0" u="none" strike="noStrike" kern="1200" cap="none" spc="0" normalizeH="0" baseline="0" noProof="0" err="1">
                <a:ln>
                  <a:noFill/>
                </a:ln>
                <a:solidFill>
                  <a:srgbClr val="000000"/>
                </a:solidFill>
                <a:effectLst/>
                <a:uLnTx/>
                <a:uFillTx/>
                <a:latin typeface="Aktiv Grotesk"/>
                <a:ea typeface="+mn-ea"/>
                <a:cs typeface="Aktiv Grotesk" panose="020B0604020202020204" pitchFamily="34" charset="0"/>
                <a:sym typeface="Aktiv Grotesk" panose="020B0604020202020204" pitchFamily="34" charset="0"/>
              </a:rPr>
              <a:t>CCoE</a:t>
            </a:r>
            <a:r>
              <a:rPr kumimoji="0" lang="en-US" sz="1050" b="0" i="0" u="none" strike="noStrike" kern="1200" cap="none" spc="0" normalizeH="0" baseline="0" noProof="0">
                <a:ln>
                  <a:noFill/>
                </a:ln>
                <a:solidFill>
                  <a:srgbClr val="000000"/>
                </a:solidFill>
                <a:effectLst/>
                <a:uLnTx/>
                <a:uFillTx/>
                <a:latin typeface="Aktiv Grotesk"/>
                <a:ea typeface="+mn-ea"/>
                <a:cs typeface="Aktiv Grotesk" panose="020B0604020202020204" pitchFamily="34" charset="0"/>
                <a:sym typeface="Aktiv Grotesk" panose="020B0604020202020204" pitchFamily="34" charset="0"/>
              </a:rPr>
              <a:t> Engagement </a:t>
            </a:r>
          </a:p>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ktiv Grotesk" panose="020B0604020202020204" pitchFamily="34" charset="0"/>
              <a:buChar char="•"/>
              <a:tabLst/>
              <a:defRPr/>
            </a:pPr>
            <a:endParaRPr kumimoji="0" lang="en-US" sz="1050" b="0" i="0" u="none" strike="noStrike" kern="1200" cap="none" spc="0" normalizeH="0" baseline="0" noProof="0">
              <a:ln>
                <a:noFill/>
              </a:ln>
              <a:solidFill>
                <a:srgbClr val="000000"/>
              </a:solidFill>
              <a:effectLst/>
              <a:uLnTx/>
              <a:uFillTx/>
              <a:latin typeface="Aktiv Grotesk"/>
              <a:ea typeface="+mn-ea"/>
              <a:cs typeface="Aktiv Grotesk" panose="020B0604020202020204" pitchFamily="34" charset="0"/>
              <a:sym typeface="Aktiv Grotesk" panose="020B0604020202020204" pitchFamily="34" charset="0"/>
            </a:endParaRPr>
          </a:p>
        </p:txBody>
      </p:sp>
      <p:sp>
        <p:nvSpPr>
          <p:cNvPr id="25" name="TextBox 24">
            <a:extLst>
              <a:ext uri="{FF2B5EF4-FFF2-40B4-BE49-F238E27FC236}">
                <a16:creationId xmlns:a16="http://schemas.microsoft.com/office/drawing/2014/main" id="{26256D73-41BD-24EC-E48D-97E5A9D9276C}"/>
              </a:ext>
            </a:extLst>
          </p:cNvPr>
          <p:cNvSpPr txBox="1">
            <a:spLocks/>
          </p:cNvSpPr>
          <p:nvPr/>
        </p:nvSpPr>
        <p:spPr>
          <a:xfrm>
            <a:off x="8403569" y="5491879"/>
            <a:ext cx="3394327" cy="400110"/>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Aktiv Grotesk" panose="020B0502040204020203"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ktiv Grotesk" panose="020B0604020202020204" pitchFamily="34" charset="0"/>
                <a:cs typeface="Aktiv Grotesk" panose="020B0604020202020204" pitchFamily="34" charset="0"/>
                <a:sym typeface="Aktiv Grotesk"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5pPr>
            <a:lvl6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6pPr>
            <a:lvl7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7pPr>
            <a:lvl8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8pPr>
            <a:lvl9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9pPr>
          </a:lstStyle>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ktiv Grotesk"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ktiv Grotesk"/>
                <a:ea typeface="+mn-ea"/>
                <a:cs typeface="Aktiv Grotesk" panose="020B0604020202020204" pitchFamily="34" charset="0"/>
                <a:sym typeface="Aktiv Grotesk" panose="020B0604020202020204" pitchFamily="34" charset="0"/>
              </a:rPr>
              <a:t>Service Management Engagement </a:t>
            </a:r>
          </a:p>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ktiv Grotesk" panose="020B0604020202020204" pitchFamily="34" charset="0"/>
              <a:buChar char="•"/>
              <a:tabLst/>
              <a:defRPr/>
            </a:pPr>
            <a:r>
              <a:rPr kumimoji="0" lang="en-US" sz="1050" b="0" i="0" u="none" strike="noStrike" kern="1200" cap="none" spc="0" normalizeH="0" baseline="0" noProof="0" err="1">
                <a:ln>
                  <a:noFill/>
                </a:ln>
                <a:solidFill>
                  <a:srgbClr val="000000"/>
                </a:solidFill>
                <a:effectLst/>
                <a:uLnTx/>
                <a:uFillTx/>
                <a:latin typeface="Aktiv Grotesk"/>
                <a:ea typeface="+mn-ea"/>
                <a:cs typeface="Aktiv Grotesk" panose="020B0604020202020204" pitchFamily="34" charset="0"/>
                <a:sym typeface="Aktiv Grotesk" panose="020B0604020202020204" pitchFamily="34" charset="0"/>
              </a:rPr>
              <a:t>CCoE</a:t>
            </a:r>
            <a:r>
              <a:rPr kumimoji="0" lang="en-US" sz="1050" b="0" i="0" u="none" strike="noStrike" kern="1200" cap="none" spc="0" normalizeH="0" baseline="0" noProof="0">
                <a:ln>
                  <a:noFill/>
                </a:ln>
                <a:solidFill>
                  <a:srgbClr val="000000"/>
                </a:solidFill>
                <a:effectLst/>
                <a:uLnTx/>
                <a:uFillTx/>
                <a:latin typeface="Aktiv Grotesk"/>
                <a:ea typeface="+mn-ea"/>
                <a:cs typeface="Aktiv Grotesk" panose="020B0604020202020204" pitchFamily="34" charset="0"/>
                <a:sym typeface="Aktiv Grotesk" panose="020B0604020202020204" pitchFamily="34" charset="0"/>
              </a:rPr>
              <a:t> Engagement </a:t>
            </a:r>
          </a:p>
        </p:txBody>
      </p:sp>
      <p:sp>
        <p:nvSpPr>
          <p:cNvPr id="26" name="TextBox 25">
            <a:extLst>
              <a:ext uri="{FF2B5EF4-FFF2-40B4-BE49-F238E27FC236}">
                <a16:creationId xmlns:a16="http://schemas.microsoft.com/office/drawing/2014/main" id="{ACC7F5CE-5611-0774-FD77-4FC676A9EB14}"/>
              </a:ext>
            </a:extLst>
          </p:cNvPr>
          <p:cNvSpPr txBox="1">
            <a:spLocks/>
          </p:cNvSpPr>
          <p:nvPr/>
        </p:nvSpPr>
        <p:spPr>
          <a:xfrm>
            <a:off x="1516224" y="5586395"/>
            <a:ext cx="2919169" cy="638636"/>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Aktiv Grotesk" panose="020B0502040204020203"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ktiv Grotesk" panose="020B0604020202020204" pitchFamily="34" charset="0"/>
                <a:cs typeface="Aktiv Grotesk" panose="020B0604020202020204" pitchFamily="34" charset="0"/>
                <a:sym typeface="Aktiv Grotesk"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ktiv Grotesk" panose="020B0604020202020204" pitchFamily="34" charset="0"/>
              <a:buChar char="̶"/>
              <a:defRPr sz="1600">
                <a:latin typeface="Aktiv Grotesk" panose="020B0604020202020204" pitchFamily="34" charset="0"/>
                <a:cs typeface="Aktiv Grotesk" panose="020B0604020202020204" pitchFamily="34" charset="0"/>
                <a:sym typeface="Aktiv Grotesk" panose="020B0604020202020204" pitchFamily="34" charset="0"/>
              </a:defRPr>
            </a:lvl5pPr>
            <a:lvl6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6pPr>
            <a:lvl7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7pPr>
            <a:lvl8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8pPr>
            <a:lvl9pPr marL="1085524" indent="-171399" defTabSz="914126">
              <a:lnSpc>
                <a:spcPct val="100000"/>
              </a:lnSpc>
              <a:spcBef>
                <a:spcPts val="0"/>
              </a:spcBef>
              <a:spcAft>
                <a:spcPts val="300"/>
              </a:spcAft>
              <a:buSzPct val="100000"/>
              <a:buFont typeface="Aktiv Grotesk" panose="020B0604020202020204" pitchFamily="34" charset="0"/>
              <a:buChar char="▫"/>
              <a:defRPr sz="1600">
                <a:cs typeface="Aktiv Grotesk" panose="020B0604020202020204" pitchFamily="34" charset="0"/>
              </a:defRPr>
            </a:lvl9pPr>
          </a:lstStyle>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ktiv Grotesk"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ktiv Grotesk"/>
                <a:ea typeface="+mn-ea"/>
                <a:cs typeface="Aktiv Grotesk" panose="020B0604020202020204" pitchFamily="34" charset="0"/>
                <a:sym typeface="Aktiv Grotesk" panose="020B0604020202020204" pitchFamily="34" charset="0"/>
              </a:rPr>
              <a:t>FinOps Engagement </a:t>
            </a:r>
          </a:p>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ktiv Grotesk"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ktiv Grotesk"/>
                <a:ea typeface="+mn-ea"/>
                <a:cs typeface="Aktiv Grotesk" panose="020B0604020202020204" pitchFamily="34" charset="0"/>
                <a:sym typeface="Aktiv Grotesk" panose="020B0604020202020204" pitchFamily="34" charset="0"/>
              </a:rPr>
              <a:t>Platform Migration </a:t>
            </a:r>
          </a:p>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ktiv Grotesk"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ktiv Grotesk"/>
                <a:ea typeface="+mn-ea"/>
                <a:cs typeface="Aktiv Grotesk" panose="020B0604020202020204" pitchFamily="34" charset="0"/>
                <a:sym typeface="Aktiv Grotesk" panose="020B0604020202020204" pitchFamily="34" charset="0"/>
              </a:rPr>
              <a:t>Cloud Architecture / DevOps Engagement </a:t>
            </a:r>
          </a:p>
        </p:txBody>
      </p:sp>
      <p:cxnSp>
        <p:nvCxnSpPr>
          <p:cNvPr id="27" name="Straight Connector 26">
            <a:extLst>
              <a:ext uri="{FF2B5EF4-FFF2-40B4-BE49-F238E27FC236}">
                <a16:creationId xmlns:a16="http://schemas.microsoft.com/office/drawing/2014/main" id="{DE90B637-9F67-BB5A-AA71-3ECDDDD7F3AE}"/>
              </a:ext>
            </a:extLst>
          </p:cNvPr>
          <p:cNvCxnSpPr>
            <a:cxnSpLocks/>
          </p:cNvCxnSpPr>
          <p:nvPr/>
        </p:nvCxnSpPr>
        <p:spPr>
          <a:xfrm>
            <a:off x="8273300" y="5491879"/>
            <a:ext cx="0" cy="1118437"/>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0275509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traight Connector 32">
            <a:extLst>
              <a:ext uri="{FF2B5EF4-FFF2-40B4-BE49-F238E27FC236}">
                <a16:creationId xmlns:a16="http://schemas.microsoft.com/office/drawing/2014/main" id="{0D37D6F9-451F-612B-DC4E-4FB0E8F21D32}"/>
              </a:ext>
            </a:extLst>
          </p:cNvPr>
          <p:cNvSpPr/>
          <p:nvPr/>
        </p:nvSpPr>
        <p:spPr>
          <a:xfrm>
            <a:off x="4272524" y="2232718"/>
            <a:ext cx="0" cy="300440"/>
          </a:xfrm>
          <a:prstGeom prst="line">
            <a:avLst/>
          </a:prstGeom>
          <a:ln w="19050">
            <a:solidFill>
              <a:srgbClr val="EB0000"/>
            </a:solidFill>
            <a:miter/>
            <a:head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2" name="Title 3">
            <a:extLst>
              <a:ext uri="{FF2B5EF4-FFF2-40B4-BE49-F238E27FC236}">
                <a16:creationId xmlns:a16="http://schemas.microsoft.com/office/drawing/2014/main" id="{C7EFFFD8-86BF-9223-8CFC-A7E70DEE1F53}"/>
              </a:ext>
            </a:extLst>
          </p:cNvPr>
          <p:cNvSpPr>
            <a:spLocks noGrp="1"/>
          </p:cNvSpPr>
          <p:nvPr>
            <p:ph type="title"/>
          </p:nvPr>
        </p:nvSpPr>
        <p:spPr/>
        <p:txBody>
          <a:bodyPr/>
          <a:lstStyle/>
          <a:p>
            <a:r>
              <a:rPr lang="en-US"/>
              <a:t>Consultancy: Rackspace to Deliver Cloud Transformation … </a:t>
            </a:r>
          </a:p>
        </p:txBody>
      </p:sp>
      <p:sp>
        <p:nvSpPr>
          <p:cNvPr id="7" name="Slide Number Placeholder 6">
            <a:extLst>
              <a:ext uri="{FF2B5EF4-FFF2-40B4-BE49-F238E27FC236}">
                <a16:creationId xmlns:a16="http://schemas.microsoft.com/office/drawing/2014/main" id="{C2AD4665-FFDF-4DED-902D-200CA13E9379}"/>
              </a:ext>
            </a:extLst>
          </p:cNvPr>
          <p:cNvSpPr>
            <a:spLocks noGrp="1"/>
          </p:cNvSpPr>
          <p:nvPr>
            <p:ph type="sldNum" sz="quarter" idx="4"/>
          </p:nvPr>
        </p:nvSpPr>
        <p:spPr/>
        <p:txBody>
          <a:bodyPr/>
          <a:lstStyle/>
          <a:p>
            <a:pPr marL="0" marR="0" lvl="0" indent="0" algn="r" defTabSz="228600" rtl="0" eaLnBrk="1" fontAlgn="auto" latinLnBrk="0" hangingPunct="1">
              <a:lnSpc>
                <a:spcPct val="100000"/>
              </a:lnSpc>
              <a:spcBef>
                <a:spcPts val="0"/>
              </a:spcBef>
              <a:spcAft>
                <a:spcPts val="0"/>
              </a:spcAft>
              <a:buClrTx/>
              <a:buSzTx/>
              <a:buFontTx/>
              <a:buNone/>
              <a:tabLst/>
              <a:defRPr/>
            </a:pPr>
            <a:fld id="{762E77F0-FB5B-4E8E-9BC9-34F14560A017}" type="slidenum">
              <a:rPr kumimoji="0" lang="en-US" sz="700" b="0" i="0" u="none" strike="noStrike" kern="1200" cap="none" spc="0" normalizeH="0" baseline="0" noProof="0" smtClean="0">
                <a:ln>
                  <a:noFill/>
                </a:ln>
                <a:solidFill>
                  <a:srgbClr val="000000"/>
                </a:solidFill>
                <a:effectLst/>
                <a:uLnTx/>
                <a:uFillTx/>
                <a:latin typeface="Aktiv Grotesk"/>
                <a:ea typeface="+mn-ea"/>
                <a:cs typeface="+mn-cs"/>
              </a:rPr>
              <a:pPr marL="0" marR="0" lvl="0" indent="0" algn="r" defTabSz="228600" rtl="0" eaLnBrk="1" fontAlgn="auto" latinLnBrk="0" hangingPunct="1">
                <a:lnSpc>
                  <a:spcPct val="100000"/>
                </a:lnSpc>
                <a:spcBef>
                  <a:spcPts val="0"/>
                </a:spcBef>
                <a:spcAft>
                  <a:spcPts val="0"/>
                </a:spcAft>
                <a:buClrTx/>
                <a:buSzTx/>
                <a:buFontTx/>
                <a:buNone/>
                <a:tabLst/>
                <a:defRPr/>
              </a:pPr>
              <a:t>17</a:t>
            </a:fld>
            <a:endParaRPr kumimoji="0" lang="en-US" sz="700" b="0" i="0" u="none" strike="noStrike" kern="1200" cap="none" spc="0" normalizeH="0" baseline="0" noProof="0">
              <a:ln>
                <a:noFill/>
              </a:ln>
              <a:solidFill>
                <a:srgbClr val="000000"/>
              </a:solidFill>
              <a:effectLst/>
              <a:uLnTx/>
              <a:uFillTx/>
              <a:latin typeface="Aktiv Grotesk"/>
              <a:ea typeface="+mn-ea"/>
              <a:cs typeface="+mn-cs"/>
            </a:endParaRPr>
          </a:p>
        </p:txBody>
      </p:sp>
      <p:grpSp>
        <p:nvGrpSpPr>
          <p:cNvPr id="32" name="Group 31">
            <a:extLst>
              <a:ext uri="{FF2B5EF4-FFF2-40B4-BE49-F238E27FC236}">
                <a16:creationId xmlns:a16="http://schemas.microsoft.com/office/drawing/2014/main" id="{BEF6E1DA-8FD3-9379-36E6-7C91849AA36D}"/>
              </a:ext>
            </a:extLst>
          </p:cNvPr>
          <p:cNvGrpSpPr/>
          <p:nvPr/>
        </p:nvGrpSpPr>
        <p:grpSpPr>
          <a:xfrm>
            <a:off x="297093" y="1235745"/>
            <a:ext cx="9667601" cy="4368421"/>
            <a:chOff x="297093" y="1235745"/>
            <a:chExt cx="9667601" cy="4368421"/>
          </a:xfrm>
        </p:grpSpPr>
        <p:sp>
          <p:nvSpPr>
            <p:cNvPr id="13" name="Straight Connector 62">
              <a:extLst>
                <a:ext uri="{FF2B5EF4-FFF2-40B4-BE49-F238E27FC236}">
                  <a16:creationId xmlns:a16="http://schemas.microsoft.com/office/drawing/2014/main" id="{589681C7-C5CB-8D23-141B-2D8AC7A3A822}"/>
                </a:ext>
              </a:extLst>
            </p:cNvPr>
            <p:cNvSpPr/>
            <p:nvPr/>
          </p:nvSpPr>
          <p:spPr>
            <a:xfrm>
              <a:off x="4994210" y="1869355"/>
              <a:ext cx="5124" cy="1111263"/>
            </a:xfrm>
            <a:prstGeom prst="line">
              <a:avLst/>
            </a:prstGeom>
            <a:ln w="19050">
              <a:solidFill>
                <a:srgbClr val="EB0000"/>
              </a:solidFill>
              <a:miter/>
              <a:head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14" name="Straight Connector 19">
              <a:extLst>
                <a:ext uri="{FF2B5EF4-FFF2-40B4-BE49-F238E27FC236}">
                  <a16:creationId xmlns:a16="http://schemas.microsoft.com/office/drawing/2014/main" id="{6EC3F6BB-2BC2-F075-1768-109D1ADB6D9E}"/>
                </a:ext>
              </a:extLst>
            </p:cNvPr>
            <p:cNvSpPr/>
            <p:nvPr/>
          </p:nvSpPr>
          <p:spPr>
            <a:xfrm flipH="1">
              <a:off x="2635644" y="1869355"/>
              <a:ext cx="7535" cy="1054107"/>
            </a:xfrm>
            <a:prstGeom prst="line">
              <a:avLst/>
            </a:prstGeom>
            <a:ln w="19050">
              <a:solidFill>
                <a:srgbClr val="EB0000"/>
              </a:solidFill>
              <a:miter/>
              <a:head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grpSp>
          <p:nvGrpSpPr>
            <p:cNvPr id="16" name="Group 15">
              <a:extLst>
                <a:ext uri="{FF2B5EF4-FFF2-40B4-BE49-F238E27FC236}">
                  <a16:creationId xmlns:a16="http://schemas.microsoft.com/office/drawing/2014/main" id="{74ED04D2-7AB5-CCD8-44FF-8B079892C616}"/>
                </a:ext>
              </a:extLst>
            </p:cNvPr>
            <p:cNvGrpSpPr/>
            <p:nvPr/>
          </p:nvGrpSpPr>
          <p:grpSpPr>
            <a:xfrm>
              <a:off x="297093" y="1235745"/>
              <a:ext cx="9667601" cy="4368421"/>
              <a:chOff x="297093" y="1235745"/>
              <a:chExt cx="9667601" cy="4368421"/>
            </a:xfrm>
          </p:grpSpPr>
          <p:sp>
            <p:nvSpPr>
              <p:cNvPr id="19" name="Straight Connector 13">
                <a:extLst>
                  <a:ext uri="{FF2B5EF4-FFF2-40B4-BE49-F238E27FC236}">
                    <a16:creationId xmlns:a16="http://schemas.microsoft.com/office/drawing/2014/main" id="{8E4509FE-206E-71EC-CB1A-5B3945C87718}"/>
                  </a:ext>
                </a:extLst>
              </p:cNvPr>
              <p:cNvSpPr/>
              <p:nvPr/>
            </p:nvSpPr>
            <p:spPr>
              <a:xfrm flipH="1">
                <a:off x="1020443" y="1691148"/>
                <a:ext cx="1" cy="991091"/>
              </a:xfrm>
              <a:prstGeom prst="line">
                <a:avLst/>
              </a:prstGeom>
              <a:ln w="19050">
                <a:solidFill>
                  <a:srgbClr val="EB0000"/>
                </a:solidFill>
                <a:miter/>
                <a:head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20" name="TextBox 17">
                <a:extLst>
                  <a:ext uri="{FF2B5EF4-FFF2-40B4-BE49-F238E27FC236}">
                    <a16:creationId xmlns:a16="http://schemas.microsoft.com/office/drawing/2014/main" id="{82A9A1F5-8BA6-9D53-251A-C6D4D828A353}"/>
                  </a:ext>
                </a:extLst>
              </p:cNvPr>
              <p:cNvSpPr txBox="1"/>
              <p:nvPr/>
            </p:nvSpPr>
            <p:spPr>
              <a:xfrm>
                <a:off x="297093" y="1235745"/>
                <a:ext cx="1557266" cy="430887"/>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rPr>
                  <a:t>People and Skills Assessment </a:t>
                </a:r>
                <a:endPar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21" name="TextBox 20">
                <a:extLst>
                  <a:ext uri="{FF2B5EF4-FFF2-40B4-BE49-F238E27FC236}">
                    <a16:creationId xmlns:a16="http://schemas.microsoft.com/office/drawing/2014/main" id="{B9BB49CC-45B8-6DC5-8F06-542DEE907AAA}"/>
                  </a:ext>
                </a:extLst>
              </p:cNvPr>
              <p:cNvSpPr txBox="1"/>
              <p:nvPr/>
            </p:nvSpPr>
            <p:spPr>
              <a:xfrm>
                <a:off x="677820" y="5004002"/>
                <a:ext cx="1140691" cy="60016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solidFill>
                      <a:srgbClr val="000000"/>
                    </a:solidFill>
                    <a:latin typeface="Fira Sans" panose="020B0503050000020004" pitchFamily="34" charset="0"/>
                  </a:rPr>
                  <a:t>Cloud Management Office D</a:t>
                </a:r>
                <a:r>
                  <a:rPr kumimoji="0" sz="1100" b="0" i="0" u="none" strike="noStrike" kern="1200" cap="none" spc="0" normalizeH="0" baseline="0" noProof="0" err="1">
                    <a:ln>
                      <a:noFill/>
                    </a:ln>
                    <a:solidFill>
                      <a:srgbClr val="000000"/>
                    </a:solidFill>
                    <a:effectLst/>
                    <a:uLnTx/>
                    <a:uFillTx/>
                    <a:latin typeface="Fira Sans" panose="020B0503050000020004" pitchFamily="34" charset="0"/>
                    <a:ea typeface="+mn-ea"/>
                    <a:cs typeface="+mn-cs"/>
                  </a:rPr>
                  <a:t>esign</a:t>
                </a:r>
                <a:endPar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22" name="Straight Connector 26">
                <a:extLst>
                  <a:ext uri="{FF2B5EF4-FFF2-40B4-BE49-F238E27FC236}">
                    <a16:creationId xmlns:a16="http://schemas.microsoft.com/office/drawing/2014/main" id="{CBDFBEA1-13C9-89A2-E9D9-E97E2851DD3D}"/>
                  </a:ext>
                </a:extLst>
              </p:cNvPr>
              <p:cNvSpPr/>
              <p:nvPr/>
            </p:nvSpPr>
            <p:spPr>
              <a:xfrm>
                <a:off x="6131185" y="2023066"/>
                <a:ext cx="1" cy="813436"/>
              </a:xfrm>
              <a:prstGeom prst="line">
                <a:avLst/>
              </a:prstGeom>
              <a:ln w="19050">
                <a:solidFill>
                  <a:srgbClr val="EB0000"/>
                </a:solidFill>
                <a:miter/>
                <a:head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24" name="Straight Connector 28">
                <a:extLst>
                  <a:ext uri="{FF2B5EF4-FFF2-40B4-BE49-F238E27FC236}">
                    <a16:creationId xmlns:a16="http://schemas.microsoft.com/office/drawing/2014/main" id="{0A789E9C-E2DA-8279-337F-4033780EA1DD}"/>
                  </a:ext>
                </a:extLst>
              </p:cNvPr>
              <p:cNvSpPr/>
              <p:nvPr/>
            </p:nvSpPr>
            <p:spPr>
              <a:xfrm>
                <a:off x="1766921" y="2032288"/>
                <a:ext cx="1" cy="672351"/>
              </a:xfrm>
              <a:prstGeom prst="line">
                <a:avLst/>
              </a:prstGeom>
              <a:ln w="19050">
                <a:solidFill>
                  <a:srgbClr val="EB0000"/>
                </a:solidFill>
                <a:miter/>
                <a:head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26" name="Straight Connector 32">
                <a:extLst>
                  <a:ext uri="{FF2B5EF4-FFF2-40B4-BE49-F238E27FC236}">
                    <a16:creationId xmlns:a16="http://schemas.microsoft.com/office/drawing/2014/main" id="{1FC00BBB-FA80-11D5-CA92-CEDEBDE5BDB4}"/>
                  </a:ext>
                </a:extLst>
              </p:cNvPr>
              <p:cNvSpPr/>
              <p:nvPr/>
            </p:nvSpPr>
            <p:spPr>
              <a:xfrm>
                <a:off x="3553747" y="1715495"/>
                <a:ext cx="1" cy="850911"/>
              </a:xfrm>
              <a:prstGeom prst="line">
                <a:avLst/>
              </a:prstGeom>
              <a:ln w="19050">
                <a:solidFill>
                  <a:srgbClr val="EB0000"/>
                </a:solidFill>
                <a:miter/>
                <a:head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28" name="Straight Connector 34">
                <a:extLst>
                  <a:ext uri="{FF2B5EF4-FFF2-40B4-BE49-F238E27FC236}">
                    <a16:creationId xmlns:a16="http://schemas.microsoft.com/office/drawing/2014/main" id="{3B559CD1-1E49-AAA8-64A2-9FAFB8C1BF54}"/>
                  </a:ext>
                </a:extLst>
              </p:cNvPr>
              <p:cNvSpPr/>
              <p:nvPr/>
            </p:nvSpPr>
            <p:spPr>
              <a:xfrm>
                <a:off x="7927643" y="1673933"/>
                <a:ext cx="1" cy="1008307"/>
              </a:xfrm>
              <a:prstGeom prst="line">
                <a:avLst/>
              </a:prstGeom>
              <a:ln w="19050">
                <a:solidFill>
                  <a:srgbClr val="EB0000"/>
                </a:solidFill>
                <a:miter/>
                <a:head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29" name="Straight Connector 36">
                <a:extLst>
                  <a:ext uri="{FF2B5EF4-FFF2-40B4-BE49-F238E27FC236}">
                    <a16:creationId xmlns:a16="http://schemas.microsoft.com/office/drawing/2014/main" id="{E034800A-2142-8920-A7F6-64F4988A1C30}"/>
                  </a:ext>
                </a:extLst>
              </p:cNvPr>
              <p:cNvSpPr/>
              <p:nvPr/>
            </p:nvSpPr>
            <p:spPr>
              <a:xfrm>
                <a:off x="9964693" y="1711407"/>
                <a:ext cx="1" cy="813436"/>
              </a:xfrm>
              <a:prstGeom prst="line">
                <a:avLst/>
              </a:prstGeom>
              <a:ln w="19050">
                <a:solidFill>
                  <a:srgbClr val="EB0000"/>
                </a:solidFill>
                <a:miter/>
                <a:head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grpSp>
      </p:grpSp>
      <p:sp>
        <p:nvSpPr>
          <p:cNvPr id="6" name="Rectangle 9">
            <a:extLst>
              <a:ext uri="{FF2B5EF4-FFF2-40B4-BE49-F238E27FC236}">
                <a16:creationId xmlns:a16="http://schemas.microsoft.com/office/drawing/2014/main" id="{9C7E63E0-00E0-301F-FCB0-8B5FAC93F7D8}"/>
              </a:ext>
            </a:extLst>
          </p:cNvPr>
          <p:cNvSpPr/>
          <p:nvPr/>
        </p:nvSpPr>
        <p:spPr>
          <a:xfrm>
            <a:off x="0" y="2368664"/>
            <a:ext cx="12192000" cy="184026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Tx/>
              <a:buNone/>
              <a:tabLst/>
              <a:defRPr/>
            </a:pPr>
            <a:endParaRPr kumimoji="0" sz="1400" b="0" i="0" u="none" strike="noStrike" kern="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34" name="Straight Connector 25">
            <a:extLst>
              <a:ext uri="{FF2B5EF4-FFF2-40B4-BE49-F238E27FC236}">
                <a16:creationId xmlns:a16="http://schemas.microsoft.com/office/drawing/2014/main" id="{2DBF6FA0-8C85-05AF-5649-09F63D2E6C03}"/>
              </a:ext>
            </a:extLst>
          </p:cNvPr>
          <p:cNvSpPr/>
          <p:nvPr/>
        </p:nvSpPr>
        <p:spPr>
          <a:xfrm flipH="1">
            <a:off x="3239506" y="3661957"/>
            <a:ext cx="1" cy="2142711"/>
          </a:xfrm>
          <a:prstGeom prst="line">
            <a:avLst/>
          </a:prstGeom>
          <a:ln w="19050">
            <a:solidFill>
              <a:srgbClr val="EB0000"/>
            </a:solidFill>
            <a:miter/>
            <a:tail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35" name="Straight Connector 45">
            <a:extLst>
              <a:ext uri="{FF2B5EF4-FFF2-40B4-BE49-F238E27FC236}">
                <a16:creationId xmlns:a16="http://schemas.microsoft.com/office/drawing/2014/main" id="{985C2140-60F0-7EDA-33DD-6FA0FCB96E2E}"/>
              </a:ext>
            </a:extLst>
          </p:cNvPr>
          <p:cNvSpPr/>
          <p:nvPr/>
        </p:nvSpPr>
        <p:spPr>
          <a:xfrm>
            <a:off x="4493885" y="4103051"/>
            <a:ext cx="6900" cy="1210373"/>
          </a:xfrm>
          <a:prstGeom prst="line">
            <a:avLst/>
          </a:prstGeom>
          <a:ln w="19050">
            <a:solidFill>
              <a:srgbClr val="EB0000"/>
            </a:solidFill>
            <a:miter/>
            <a:tail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grpSp>
        <p:nvGrpSpPr>
          <p:cNvPr id="36" name="Group 35">
            <a:extLst>
              <a:ext uri="{FF2B5EF4-FFF2-40B4-BE49-F238E27FC236}">
                <a16:creationId xmlns:a16="http://schemas.microsoft.com/office/drawing/2014/main" id="{D0529748-3AAE-870A-DF07-9FE621884960}"/>
              </a:ext>
            </a:extLst>
          </p:cNvPr>
          <p:cNvGrpSpPr/>
          <p:nvPr/>
        </p:nvGrpSpPr>
        <p:grpSpPr>
          <a:xfrm>
            <a:off x="1026144" y="3933950"/>
            <a:ext cx="9772747" cy="2701800"/>
            <a:chOff x="991638" y="3818757"/>
            <a:chExt cx="9772747" cy="2701800"/>
          </a:xfrm>
        </p:grpSpPr>
        <p:sp>
          <p:nvSpPr>
            <p:cNvPr id="49" name="Straight Connector 43">
              <a:extLst>
                <a:ext uri="{FF2B5EF4-FFF2-40B4-BE49-F238E27FC236}">
                  <a16:creationId xmlns:a16="http://schemas.microsoft.com/office/drawing/2014/main" id="{9E5AB2B3-19C1-8B5F-B26F-5F02680F0FAB}"/>
                </a:ext>
              </a:extLst>
            </p:cNvPr>
            <p:cNvSpPr/>
            <p:nvPr/>
          </p:nvSpPr>
          <p:spPr>
            <a:xfrm>
              <a:off x="6429695" y="3953890"/>
              <a:ext cx="10662" cy="1512960"/>
            </a:xfrm>
            <a:prstGeom prst="line">
              <a:avLst/>
            </a:prstGeom>
            <a:ln w="19050">
              <a:solidFill>
                <a:srgbClr val="EB0000"/>
              </a:solidFill>
              <a:miter/>
              <a:tail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45" name="Straight Connector 39">
              <a:extLst>
                <a:ext uri="{FF2B5EF4-FFF2-40B4-BE49-F238E27FC236}">
                  <a16:creationId xmlns:a16="http://schemas.microsoft.com/office/drawing/2014/main" id="{DFB99B02-BAFC-C78D-4C3E-31D898FABD65}"/>
                </a:ext>
              </a:extLst>
            </p:cNvPr>
            <p:cNvSpPr/>
            <p:nvPr/>
          </p:nvSpPr>
          <p:spPr>
            <a:xfrm>
              <a:off x="3525897" y="3818757"/>
              <a:ext cx="1" cy="813436"/>
            </a:xfrm>
            <a:prstGeom prst="line">
              <a:avLst/>
            </a:prstGeom>
            <a:ln w="19050">
              <a:solidFill>
                <a:srgbClr val="EB0000"/>
              </a:solidFill>
              <a:miter/>
              <a:tail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37" name="Straight Connector 57">
              <a:extLst>
                <a:ext uri="{FF2B5EF4-FFF2-40B4-BE49-F238E27FC236}">
                  <a16:creationId xmlns:a16="http://schemas.microsoft.com/office/drawing/2014/main" id="{4392DB7A-788F-9E73-F086-DC8878CD27D3}"/>
                </a:ext>
              </a:extLst>
            </p:cNvPr>
            <p:cNvSpPr/>
            <p:nvPr/>
          </p:nvSpPr>
          <p:spPr>
            <a:xfrm>
              <a:off x="10764384" y="3932582"/>
              <a:ext cx="1" cy="813436"/>
            </a:xfrm>
            <a:prstGeom prst="line">
              <a:avLst/>
            </a:prstGeom>
            <a:ln w="19050">
              <a:solidFill>
                <a:srgbClr val="EB0000"/>
              </a:solidFill>
              <a:miter/>
              <a:tail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38" name="Straight Connector 15">
              <a:extLst>
                <a:ext uri="{FF2B5EF4-FFF2-40B4-BE49-F238E27FC236}">
                  <a16:creationId xmlns:a16="http://schemas.microsoft.com/office/drawing/2014/main" id="{B2B6B91C-D29A-5BD2-3E92-39B4AC74AC6C}"/>
                </a:ext>
              </a:extLst>
            </p:cNvPr>
            <p:cNvSpPr/>
            <p:nvPr/>
          </p:nvSpPr>
          <p:spPr>
            <a:xfrm flipH="1">
              <a:off x="1773557" y="3981613"/>
              <a:ext cx="1" cy="1636396"/>
            </a:xfrm>
            <a:prstGeom prst="line">
              <a:avLst/>
            </a:prstGeom>
            <a:ln w="19050">
              <a:solidFill>
                <a:srgbClr val="EB0000"/>
              </a:solidFill>
              <a:miter/>
              <a:tail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39" name="TextBox 22">
              <a:extLst>
                <a:ext uri="{FF2B5EF4-FFF2-40B4-BE49-F238E27FC236}">
                  <a16:creationId xmlns:a16="http://schemas.microsoft.com/office/drawing/2014/main" id="{EB64C352-21AC-62B0-0949-593C19480576}"/>
                </a:ext>
              </a:extLst>
            </p:cNvPr>
            <p:cNvSpPr txBox="1"/>
            <p:nvPr/>
          </p:nvSpPr>
          <p:spPr>
            <a:xfrm>
              <a:off x="2955551" y="5751116"/>
              <a:ext cx="1140691" cy="76944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rPr>
                <a:t>Reference architectures for PaaS / Containers </a:t>
              </a:r>
              <a:endPar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40" name="Straight Connector 23">
              <a:extLst>
                <a:ext uri="{FF2B5EF4-FFF2-40B4-BE49-F238E27FC236}">
                  <a16:creationId xmlns:a16="http://schemas.microsoft.com/office/drawing/2014/main" id="{BB240247-6F37-D8F3-DADB-305CFDEBA309}"/>
                </a:ext>
              </a:extLst>
            </p:cNvPr>
            <p:cNvSpPr/>
            <p:nvPr/>
          </p:nvSpPr>
          <p:spPr>
            <a:xfrm>
              <a:off x="2252990" y="3981613"/>
              <a:ext cx="1" cy="813436"/>
            </a:xfrm>
            <a:prstGeom prst="line">
              <a:avLst/>
            </a:prstGeom>
            <a:ln w="19050">
              <a:solidFill>
                <a:srgbClr val="EB0000"/>
              </a:solidFill>
              <a:miter/>
              <a:tail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41" name="TextBox 24">
              <a:extLst>
                <a:ext uri="{FF2B5EF4-FFF2-40B4-BE49-F238E27FC236}">
                  <a16:creationId xmlns:a16="http://schemas.microsoft.com/office/drawing/2014/main" id="{9AAF9B8F-9F8E-835A-E5D2-5DC180F270D7}"/>
                </a:ext>
              </a:extLst>
            </p:cNvPr>
            <p:cNvSpPr txBox="1"/>
            <p:nvPr/>
          </p:nvSpPr>
          <p:spPr>
            <a:xfrm>
              <a:off x="2061767" y="4850337"/>
              <a:ext cx="930247" cy="430887"/>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rPr>
                <a:t>Landing Zone Design</a:t>
              </a:r>
            </a:p>
          </p:txBody>
        </p:sp>
        <p:sp>
          <p:nvSpPr>
            <p:cNvPr id="42" name="Straight Connector 30">
              <a:extLst>
                <a:ext uri="{FF2B5EF4-FFF2-40B4-BE49-F238E27FC236}">
                  <a16:creationId xmlns:a16="http://schemas.microsoft.com/office/drawing/2014/main" id="{BFD4DFE0-70F2-C7C5-3D08-1D8FC6881D9D}"/>
                </a:ext>
              </a:extLst>
            </p:cNvPr>
            <p:cNvSpPr/>
            <p:nvPr/>
          </p:nvSpPr>
          <p:spPr>
            <a:xfrm flipH="1">
              <a:off x="991638" y="3981613"/>
              <a:ext cx="1" cy="813436"/>
            </a:xfrm>
            <a:prstGeom prst="line">
              <a:avLst/>
            </a:prstGeom>
            <a:ln w="19050">
              <a:solidFill>
                <a:srgbClr val="EB0000"/>
              </a:solidFill>
              <a:miter/>
              <a:tail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46" name="TextBox 40">
              <a:extLst>
                <a:ext uri="{FF2B5EF4-FFF2-40B4-BE49-F238E27FC236}">
                  <a16:creationId xmlns:a16="http://schemas.microsoft.com/office/drawing/2014/main" id="{B6C780BE-1D71-827A-E066-0C7C41455D63}"/>
                </a:ext>
              </a:extLst>
            </p:cNvPr>
            <p:cNvSpPr txBox="1"/>
            <p:nvPr/>
          </p:nvSpPr>
          <p:spPr>
            <a:xfrm>
              <a:off x="5062558" y="4852951"/>
              <a:ext cx="1140691" cy="76944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rPr>
                <a:t>Cloud Native Platform Frameworks and Automation</a:t>
              </a:r>
            </a:p>
          </p:txBody>
        </p:sp>
        <p:sp>
          <p:nvSpPr>
            <p:cNvPr id="47" name="Straight Connector 41">
              <a:extLst>
                <a:ext uri="{FF2B5EF4-FFF2-40B4-BE49-F238E27FC236}">
                  <a16:creationId xmlns:a16="http://schemas.microsoft.com/office/drawing/2014/main" id="{41EB0719-CE45-6CA2-8CBF-A837329492C0}"/>
                </a:ext>
              </a:extLst>
            </p:cNvPr>
            <p:cNvSpPr/>
            <p:nvPr/>
          </p:nvSpPr>
          <p:spPr>
            <a:xfrm>
              <a:off x="5254697" y="3973552"/>
              <a:ext cx="1" cy="813436"/>
            </a:xfrm>
            <a:prstGeom prst="line">
              <a:avLst/>
            </a:prstGeom>
            <a:ln w="19050">
              <a:solidFill>
                <a:srgbClr val="EB0000"/>
              </a:solidFill>
              <a:miter/>
              <a:tail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52" name="Straight Connector 47">
              <a:extLst>
                <a:ext uri="{FF2B5EF4-FFF2-40B4-BE49-F238E27FC236}">
                  <a16:creationId xmlns:a16="http://schemas.microsoft.com/office/drawing/2014/main" id="{17AF87A3-F038-B8AC-47A6-7A897BBA392C}"/>
                </a:ext>
              </a:extLst>
            </p:cNvPr>
            <p:cNvSpPr/>
            <p:nvPr/>
          </p:nvSpPr>
          <p:spPr>
            <a:xfrm>
              <a:off x="8669048" y="3907305"/>
              <a:ext cx="1" cy="813436"/>
            </a:xfrm>
            <a:prstGeom prst="line">
              <a:avLst/>
            </a:prstGeom>
            <a:ln w="19050">
              <a:solidFill>
                <a:srgbClr val="EB0000"/>
              </a:solidFill>
              <a:miter/>
              <a:tail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54" name="Straight Connector 49">
              <a:extLst>
                <a:ext uri="{FF2B5EF4-FFF2-40B4-BE49-F238E27FC236}">
                  <a16:creationId xmlns:a16="http://schemas.microsoft.com/office/drawing/2014/main" id="{7C85E4DC-734A-DF68-9A65-CA48CDE6A1EB}"/>
                </a:ext>
              </a:extLst>
            </p:cNvPr>
            <p:cNvSpPr/>
            <p:nvPr/>
          </p:nvSpPr>
          <p:spPr>
            <a:xfrm>
              <a:off x="9901750" y="3981613"/>
              <a:ext cx="1" cy="1636396"/>
            </a:xfrm>
            <a:prstGeom prst="line">
              <a:avLst/>
            </a:prstGeom>
            <a:ln w="19050">
              <a:solidFill>
                <a:srgbClr val="EB0000"/>
              </a:solidFill>
              <a:miter/>
              <a:tail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56" name="Straight Connector 51">
              <a:extLst>
                <a:ext uri="{FF2B5EF4-FFF2-40B4-BE49-F238E27FC236}">
                  <a16:creationId xmlns:a16="http://schemas.microsoft.com/office/drawing/2014/main" id="{04E35D72-679E-584C-40FA-56428E3E02E5}"/>
                </a:ext>
              </a:extLst>
            </p:cNvPr>
            <p:cNvSpPr/>
            <p:nvPr/>
          </p:nvSpPr>
          <p:spPr>
            <a:xfrm>
              <a:off x="7686906" y="3922479"/>
              <a:ext cx="1" cy="813436"/>
            </a:xfrm>
            <a:prstGeom prst="line">
              <a:avLst/>
            </a:prstGeom>
            <a:ln w="19050">
              <a:solidFill>
                <a:srgbClr val="EB0000"/>
              </a:solidFill>
              <a:miter/>
              <a:tail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58" name="TextBox 61">
              <a:extLst>
                <a:ext uri="{FF2B5EF4-FFF2-40B4-BE49-F238E27FC236}">
                  <a16:creationId xmlns:a16="http://schemas.microsoft.com/office/drawing/2014/main" id="{D82FFC27-A554-AB7B-A4F7-872DF5D2222C}"/>
                </a:ext>
              </a:extLst>
            </p:cNvPr>
            <p:cNvSpPr txBox="1"/>
            <p:nvPr/>
          </p:nvSpPr>
          <p:spPr>
            <a:xfrm>
              <a:off x="1213660" y="5711769"/>
              <a:ext cx="1598598" cy="26161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grpSp>
      <p:sp>
        <p:nvSpPr>
          <p:cNvPr id="80" name="TextBox 33">
            <a:extLst>
              <a:ext uri="{FF2B5EF4-FFF2-40B4-BE49-F238E27FC236}">
                <a16:creationId xmlns:a16="http://schemas.microsoft.com/office/drawing/2014/main" id="{472C7BCC-99E0-42A9-1A35-ED06A3E0E069}"/>
              </a:ext>
            </a:extLst>
          </p:cNvPr>
          <p:cNvSpPr txBox="1"/>
          <p:nvPr/>
        </p:nvSpPr>
        <p:spPr>
          <a:xfrm>
            <a:off x="9602756" y="5864308"/>
            <a:ext cx="1224512" cy="430887"/>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rPr>
              <a:t>Platform Engineering</a:t>
            </a:r>
            <a:endPar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9" name="TextBox 52">
            <a:extLst>
              <a:ext uri="{FF2B5EF4-FFF2-40B4-BE49-F238E27FC236}">
                <a16:creationId xmlns:a16="http://schemas.microsoft.com/office/drawing/2014/main" id="{7808D7DA-08B9-2259-1FBA-6937A78F9948}"/>
              </a:ext>
            </a:extLst>
          </p:cNvPr>
          <p:cNvSpPr txBox="1"/>
          <p:nvPr/>
        </p:nvSpPr>
        <p:spPr>
          <a:xfrm rot="16200000">
            <a:off x="-249801" y="3008526"/>
            <a:ext cx="1436524" cy="52322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lvl1pPr algn="ctr" defTabSz="914400">
              <a:defRPr sz="1400"/>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000000"/>
                </a:solidFill>
                <a:effectLst/>
                <a:uLnTx/>
                <a:uFillTx/>
                <a:latin typeface="Fira Sans" panose="020B0503050000020004" pitchFamily="34" charset="0"/>
                <a:ea typeface="+mn-ea"/>
                <a:cs typeface="+mn-cs"/>
              </a:rPr>
              <a:t>BUSINESS DRIVERS</a:t>
            </a:r>
          </a:p>
        </p:txBody>
      </p:sp>
      <p:sp>
        <p:nvSpPr>
          <p:cNvPr id="11" name="TextBox 53">
            <a:extLst>
              <a:ext uri="{FF2B5EF4-FFF2-40B4-BE49-F238E27FC236}">
                <a16:creationId xmlns:a16="http://schemas.microsoft.com/office/drawing/2014/main" id="{27CE64EA-76F5-92C8-6AEA-8136A38854B3}"/>
              </a:ext>
            </a:extLst>
          </p:cNvPr>
          <p:cNvSpPr txBox="1"/>
          <p:nvPr/>
        </p:nvSpPr>
        <p:spPr>
          <a:xfrm rot="5400000">
            <a:off x="11015017" y="3039510"/>
            <a:ext cx="1535926" cy="52322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lvl1pPr algn="ctr" defTabSz="914400">
              <a:defRPr sz="1400"/>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000000"/>
                </a:solidFill>
                <a:effectLst/>
                <a:uLnTx/>
                <a:uFillTx/>
                <a:latin typeface="Fira Sans" panose="020B0503050000020004" pitchFamily="34" charset="0"/>
                <a:ea typeface="+mn-ea"/>
                <a:cs typeface="+mn-cs"/>
              </a:rPr>
              <a:t> BUSINESS OUTCOMES</a:t>
            </a:r>
          </a:p>
        </p:txBody>
      </p:sp>
      <p:sp>
        <p:nvSpPr>
          <p:cNvPr id="5" name="Arrow: Right 4">
            <a:extLst>
              <a:ext uri="{FF2B5EF4-FFF2-40B4-BE49-F238E27FC236}">
                <a16:creationId xmlns:a16="http://schemas.microsoft.com/office/drawing/2014/main" id="{10C48893-9120-0152-3730-F87DA0F4EF33}"/>
              </a:ext>
            </a:extLst>
          </p:cNvPr>
          <p:cNvSpPr/>
          <p:nvPr/>
        </p:nvSpPr>
        <p:spPr>
          <a:xfrm>
            <a:off x="856843" y="2452127"/>
            <a:ext cx="10305287" cy="511466"/>
          </a:xfrm>
          <a:prstGeom prst="rightArrow">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800"/>
              <a:t>Increased Velocity (faster innovation cycles) </a:t>
            </a:r>
            <a:endParaRPr lang="en-GB" sz="1800"/>
          </a:p>
        </p:txBody>
      </p:sp>
      <p:sp>
        <p:nvSpPr>
          <p:cNvPr id="8" name="Arrow: Right 7">
            <a:extLst>
              <a:ext uri="{FF2B5EF4-FFF2-40B4-BE49-F238E27FC236}">
                <a16:creationId xmlns:a16="http://schemas.microsoft.com/office/drawing/2014/main" id="{02CBBF54-7BA4-61CA-85C1-EE59CC0DD0C9}"/>
              </a:ext>
            </a:extLst>
          </p:cNvPr>
          <p:cNvSpPr/>
          <p:nvPr/>
        </p:nvSpPr>
        <p:spPr>
          <a:xfrm>
            <a:off x="866879" y="2880413"/>
            <a:ext cx="10305287" cy="511466"/>
          </a:xfrm>
          <a:prstGeom prst="rightArrow">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800"/>
              <a:t>Increased Developer Productivity (happier engineers) </a:t>
            </a:r>
            <a:endParaRPr lang="en-GB" sz="1800"/>
          </a:p>
        </p:txBody>
      </p:sp>
      <p:sp>
        <p:nvSpPr>
          <p:cNvPr id="10" name="Arrow: Right 9">
            <a:extLst>
              <a:ext uri="{FF2B5EF4-FFF2-40B4-BE49-F238E27FC236}">
                <a16:creationId xmlns:a16="http://schemas.microsoft.com/office/drawing/2014/main" id="{88B6AE60-C562-5D0A-48F2-A3EE62E20E48}"/>
              </a:ext>
            </a:extLst>
          </p:cNvPr>
          <p:cNvSpPr/>
          <p:nvPr/>
        </p:nvSpPr>
        <p:spPr>
          <a:xfrm>
            <a:off x="856843" y="3353143"/>
            <a:ext cx="10305287" cy="511466"/>
          </a:xfrm>
          <a:prstGeom prst="rightArrow">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t>Increased Utilization of Cloud Spend (better ROI)</a:t>
            </a:r>
            <a:endParaRPr lang="en-GB" sz="4000"/>
          </a:p>
        </p:txBody>
      </p:sp>
      <p:sp>
        <p:nvSpPr>
          <p:cNvPr id="12" name="Arrow: Right 11">
            <a:extLst>
              <a:ext uri="{FF2B5EF4-FFF2-40B4-BE49-F238E27FC236}">
                <a16:creationId xmlns:a16="http://schemas.microsoft.com/office/drawing/2014/main" id="{CD184D60-B81E-97F6-F981-D6F65E32F94D}"/>
              </a:ext>
            </a:extLst>
          </p:cNvPr>
          <p:cNvSpPr/>
          <p:nvPr/>
        </p:nvSpPr>
        <p:spPr>
          <a:xfrm>
            <a:off x="856843" y="3760199"/>
            <a:ext cx="10305287" cy="511466"/>
          </a:xfrm>
          <a:prstGeom prst="rightArrow">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1800"/>
              <a:t>Increased Cloud Security, Performance and Operational Excellence</a:t>
            </a:r>
            <a:endParaRPr lang="en-GB" sz="4400"/>
          </a:p>
        </p:txBody>
      </p:sp>
      <p:sp>
        <p:nvSpPr>
          <p:cNvPr id="33" name="TextBox 32">
            <a:extLst>
              <a:ext uri="{FF2B5EF4-FFF2-40B4-BE49-F238E27FC236}">
                <a16:creationId xmlns:a16="http://schemas.microsoft.com/office/drawing/2014/main" id="{D2EECA7C-523D-8900-FC9B-75CCC1D7B4F9}"/>
              </a:ext>
            </a:extLst>
          </p:cNvPr>
          <p:cNvSpPr txBox="1"/>
          <p:nvPr/>
        </p:nvSpPr>
        <p:spPr>
          <a:xfrm>
            <a:off x="3423576" y="1228892"/>
            <a:ext cx="1308444" cy="430887"/>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rPr>
              <a:t>People upskilling program </a:t>
            </a:r>
            <a:endPar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60" name="TextBox 59">
            <a:extLst>
              <a:ext uri="{FF2B5EF4-FFF2-40B4-BE49-F238E27FC236}">
                <a16:creationId xmlns:a16="http://schemas.microsoft.com/office/drawing/2014/main" id="{AF258C5E-FDC0-394A-F333-22D30F318683}"/>
              </a:ext>
            </a:extLst>
          </p:cNvPr>
          <p:cNvSpPr txBox="1"/>
          <p:nvPr/>
        </p:nvSpPr>
        <p:spPr>
          <a:xfrm>
            <a:off x="1463821" y="1555607"/>
            <a:ext cx="1140691" cy="430887"/>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rPr>
              <a:t>DevOps Assessment </a:t>
            </a:r>
            <a:endPar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79" name="TextBox 78">
            <a:extLst>
              <a:ext uri="{FF2B5EF4-FFF2-40B4-BE49-F238E27FC236}">
                <a16:creationId xmlns:a16="http://schemas.microsoft.com/office/drawing/2014/main" id="{24E93924-DC2A-2AB5-A20D-03196F564CC3}"/>
              </a:ext>
            </a:extLst>
          </p:cNvPr>
          <p:cNvSpPr txBox="1"/>
          <p:nvPr/>
        </p:nvSpPr>
        <p:spPr>
          <a:xfrm>
            <a:off x="2356311" y="1331471"/>
            <a:ext cx="1140691" cy="430887"/>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rPr>
              <a:t>ITSM Assessment</a:t>
            </a:r>
            <a:endPar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81" name="TextBox 24">
            <a:extLst>
              <a:ext uri="{FF2B5EF4-FFF2-40B4-BE49-F238E27FC236}">
                <a16:creationId xmlns:a16="http://schemas.microsoft.com/office/drawing/2014/main" id="{5A8E1597-4A3B-3F34-F315-20A3F320AB26}"/>
              </a:ext>
            </a:extLst>
          </p:cNvPr>
          <p:cNvSpPr txBox="1"/>
          <p:nvPr/>
        </p:nvSpPr>
        <p:spPr>
          <a:xfrm>
            <a:off x="1501547" y="5872838"/>
            <a:ext cx="930247" cy="76944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rPr>
              <a:t>Identity and access management review</a:t>
            </a:r>
            <a:endPar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82" name="TextBox 24">
            <a:extLst>
              <a:ext uri="{FF2B5EF4-FFF2-40B4-BE49-F238E27FC236}">
                <a16:creationId xmlns:a16="http://schemas.microsoft.com/office/drawing/2014/main" id="{E2C99666-16DD-1CFF-F7ED-08E64F48BDDF}"/>
              </a:ext>
            </a:extLst>
          </p:cNvPr>
          <p:cNvSpPr txBox="1"/>
          <p:nvPr/>
        </p:nvSpPr>
        <p:spPr>
          <a:xfrm>
            <a:off x="3376815" y="4822175"/>
            <a:ext cx="930247" cy="60016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rPr>
              <a:t>Developer environment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solidFill>
                  <a:srgbClr val="000000"/>
                </a:solidFill>
                <a:latin typeface="Fira Sans" panose="020B0503050000020004" pitchFamily="34" charset="0"/>
              </a:rPr>
              <a:t>design </a:t>
            </a:r>
            <a:endPar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83" name="TextBox 24">
            <a:extLst>
              <a:ext uri="{FF2B5EF4-FFF2-40B4-BE49-F238E27FC236}">
                <a16:creationId xmlns:a16="http://schemas.microsoft.com/office/drawing/2014/main" id="{0E0050C6-09C8-841A-5FE2-4EC5460DAD67}"/>
              </a:ext>
            </a:extLst>
          </p:cNvPr>
          <p:cNvSpPr txBox="1"/>
          <p:nvPr/>
        </p:nvSpPr>
        <p:spPr>
          <a:xfrm>
            <a:off x="3902575" y="1627032"/>
            <a:ext cx="930247" cy="60016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rPr>
              <a:t>Automated development environment </a:t>
            </a:r>
            <a:endPar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84" name="TextBox 40">
            <a:extLst>
              <a:ext uri="{FF2B5EF4-FFF2-40B4-BE49-F238E27FC236}">
                <a16:creationId xmlns:a16="http://schemas.microsoft.com/office/drawing/2014/main" id="{CA5EA7BE-0E3F-B809-3457-A8625EAB4BBF}"/>
              </a:ext>
            </a:extLst>
          </p:cNvPr>
          <p:cNvSpPr txBox="1"/>
          <p:nvPr/>
        </p:nvSpPr>
        <p:spPr>
          <a:xfrm>
            <a:off x="4069132" y="5349377"/>
            <a:ext cx="1140691" cy="60016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rPr>
              <a:t>Security and governance framework </a:t>
            </a:r>
            <a:endPar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85" name="TextBox 40">
            <a:extLst>
              <a:ext uri="{FF2B5EF4-FFF2-40B4-BE49-F238E27FC236}">
                <a16:creationId xmlns:a16="http://schemas.microsoft.com/office/drawing/2014/main" id="{27ACBC3C-71DD-8834-2848-964934B87B05}"/>
              </a:ext>
            </a:extLst>
          </p:cNvPr>
          <p:cNvSpPr txBox="1"/>
          <p:nvPr/>
        </p:nvSpPr>
        <p:spPr>
          <a:xfrm>
            <a:off x="4876683" y="1120181"/>
            <a:ext cx="1140691" cy="60016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rPr>
              <a:t>Cloud Centre of excellence design </a:t>
            </a:r>
            <a:endPar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86" name="TextBox 40">
            <a:extLst>
              <a:ext uri="{FF2B5EF4-FFF2-40B4-BE49-F238E27FC236}">
                <a16:creationId xmlns:a16="http://schemas.microsoft.com/office/drawing/2014/main" id="{C030252D-296E-12C5-9611-93AF54514E1E}"/>
              </a:ext>
            </a:extLst>
          </p:cNvPr>
          <p:cNvSpPr txBox="1"/>
          <p:nvPr/>
        </p:nvSpPr>
        <p:spPr>
          <a:xfrm>
            <a:off x="6367662" y="5660660"/>
            <a:ext cx="1140691" cy="60016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rPr>
              <a:t>Cloud Centre of Excellence implementation </a:t>
            </a:r>
            <a:endPar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87" name="TextBox 40">
            <a:extLst>
              <a:ext uri="{FF2B5EF4-FFF2-40B4-BE49-F238E27FC236}">
                <a16:creationId xmlns:a16="http://schemas.microsoft.com/office/drawing/2014/main" id="{D1314034-269F-9479-A0D1-83205D46220D}"/>
              </a:ext>
            </a:extLst>
          </p:cNvPr>
          <p:cNvSpPr txBox="1"/>
          <p:nvPr/>
        </p:nvSpPr>
        <p:spPr>
          <a:xfrm>
            <a:off x="6209674" y="1363798"/>
            <a:ext cx="1140691" cy="76944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rPr>
              <a:t>Establish service objectives and KPIs </a:t>
            </a:r>
            <a:endPar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88" name="TextBox 22">
            <a:extLst>
              <a:ext uri="{FF2B5EF4-FFF2-40B4-BE49-F238E27FC236}">
                <a16:creationId xmlns:a16="http://schemas.microsoft.com/office/drawing/2014/main" id="{A86AE3E9-493D-CA9C-793E-B8074367020C}"/>
              </a:ext>
            </a:extLst>
          </p:cNvPr>
          <p:cNvSpPr txBox="1"/>
          <p:nvPr/>
        </p:nvSpPr>
        <p:spPr>
          <a:xfrm>
            <a:off x="7357297" y="4891219"/>
            <a:ext cx="1140691" cy="76944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rPr>
              <a:t>Implement standard ‘route-to-live’ processes </a:t>
            </a:r>
            <a:endPar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89" name="TextBox 22">
            <a:extLst>
              <a:ext uri="{FF2B5EF4-FFF2-40B4-BE49-F238E27FC236}">
                <a16:creationId xmlns:a16="http://schemas.microsoft.com/office/drawing/2014/main" id="{2BC2A1BF-6E1C-E98F-11C3-A61B552FDF1A}"/>
              </a:ext>
            </a:extLst>
          </p:cNvPr>
          <p:cNvSpPr txBox="1"/>
          <p:nvPr/>
        </p:nvSpPr>
        <p:spPr>
          <a:xfrm>
            <a:off x="7985974" y="1123858"/>
            <a:ext cx="1140691" cy="93871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solidFill>
                  <a:srgbClr val="000000"/>
                </a:solidFill>
                <a:latin typeface="Fira Sans" panose="020B0503050000020004" pitchFamily="34" charset="0"/>
              </a:rPr>
              <a:t>Automated Implement security and governance controls </a:t>
            </a:r>
            <a:endParaRPr kumimoji="0" lang="en-US"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90" name="TextBox 22">
            <a:extLst>
              <a:ext uri="{FF2B5EF4-FFF2-40B4-BE49-F238E27FC236}">
                <a16:creationId xmlns:a16="http://schemas.microsoft.com/office/drawing/2014/main" id="{5EBA9325-96F4-DD0E-2DF4-C4E7FC667EA5}"/>
              </a:ext>
            </a:extLst>
          </p:cNvPr>
          <p:cNvSpPr txBox="1"/>
          <p:nvPr/>
        </p:nvSpPr>
        <p:spPr>
          <a:xfrm>
            <a:off x="8503277" y="4851108"/>
            <a:ext cx="1140691" cy="60016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rPr>
              <a:t>Shared Services platform implementation </a:t>
            </a:r>
            <a:endPar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93" name="TextBox 33">
            <a:extLst>
              <a:ext uri="{FF2B5EF4-FFF2-40B4-BE49-F238E27FC236}">
                <a16:creationId xmlns:a16="http://schemas.microsoft.com/office/drawing/2014/main" id="{CD1D9E68-4A72-CA1B-0DD9-633DFF948341}"/>
              </a:ext>
            </a:extLst>
          </p:cNvPr>
          <p:cNvSpPr txBox="1"/>
          <p:nvPr/>
        </p:nvSpPr>
        <p:spPr>
          <a:xfrm>
            <a:off x="9324000" y="1291020"/>
            <a:ext cx="1224512" cy="261610"/>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rPr>
              <a:t>FinOps </a:t>
            </a:r>
            <a:endPar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94" name="TextBox 33">
            <a:extLst>
              <a:ext uri="{FF2B5EF4-FFF2-40B4-BE49-F238E27FC236}">
                <a16:creationId xmlns:a16="http://schemas.microsoft.com/office/drawing/2014/main" id="{403A1861-19B2-E97B-9DE6-D0B024BB8A5F}"/>
              </a:ext>
            </a:extLst>
          </p:cNvPr>
          <p:cNvSpPr txBox="1"/>
          <p:nvPr/>
        </p:nvSpPr>
        <p:spPr>
          <a:xfrm>
            <a:off x="10712831" y="4965530"/>
            <a:ext cx="1224512" cy="430887"/>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rPr>
              <a:t>Managed Services </a:t>
            </a:r>
            <a:endPar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Tree>
    <p:extLst>
      <p:ext uri="{BB962C8B-B14F-4D97-AF65-F5344CB8AC3E}">
        <p14:creationId xmlns:p14="http://schemas.microsoft.com/office/powerpoint/2010/main" val="2924750061"/>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afterEffect" p14:presetBounceEnd="50000">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14:bounceEnd="50000">
                                          <p:cBhvr additive="base">
                                            <p:cTn id="7" dur="500" fill="hold"/>
                                            <p:tgtEl>
                                              <p:spTgt spid="6"/>
                                            </p:tgtEl>
                                            <p:attrNameLst>
                                              <p:attrName>ppt_x</p:attrName>
                                            </p:attrNameLst>
                                          </p:cBhvr>
                                          <p:tavLst>
                                            <p:tav tm="0">
                                              <p:val>
                                                <p:strVal val="0-#ppt_w/2"/>
                                              </p:val>
                                            </p:tav>
                                            <p:tav tm="100000">
                                              <p:val>
                                                <p:strVal val="#ppt_x"/>
                                              </p:val>
                                            </p:tav>
                                          </p:tavLst>
                                        </p:anim>
                                        <p:anim calcmode="lin" valueType="num" p14:bounceEnd="50000">
                                          <p:cBhvr additive="base">
                                            <p:cTn id="8" dur="500" fill="hold"/>
                                            <p:tgtEl>
                                              <p:spTgt spid="6"/>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14:presetBounceEnd="50000">
                                      <p:stCondLst>
                                        <p:cond delay="0"/>
                                      </p:stCondLst>
                                      <p:childTnLst>
                                        <p:set>
                                          <p:cBhvr>
                                            <p:cTn id="10" dur="1" fill="hold">
                                              <p:stCondLst>
                                                <p:cond delay="0"/>
                                              </p:stCondLst>
                                            </p:cTn>
                                            <p:tgtEl>
                                              <p:spTgt spid="9"/>
                                            </p:tgtEl>
                                            <p:attrNameLst>
                                              <p:attrName>style.visibility</p:attrName>
                                            </p:attrNameLst>
                                          </p:cBhvr>
                                          <p:to>
                                            <p:strVal val="visible"/>
                                          </p:to>
                                        </p:set>
                                        <p:anim calcmode="lin" valueType="num" p14:bounceEnd="50000">
                                          <p:cBhvr additive="base">
                                            <p:cTn id="11" dur="500" fill="hold"/>
                                            <p:tgtEl>
                                              <p:spTgt spid="9"/>
                                            </p:tgtEl>
                                            <p:attrNameLst>
                                              <p:attrName>ppt_x</p:attrName>
                                            </p:attrNameLst>
                                          </p:cBhvr>
                                          <p:tavLst>
                                            <p:tav tm="0">
                                              <p:val>
                                                <p:strVal val="0-#ppt_w/2"/>
                                              </p:val>
                                            </p:tav>
                                            <p:tav tm="100000">
                                              <p:val>
                                                <p:strVal val="#ppt_x"/>
                                              </p:val>
                                            </p:tav>
                                          </p:tavLst>
                                        </p:anim>
                                        <p:anim calcmode="lin" valueType="num" p14:bounceEnd="50000">
                                          <p:cBhvr additive="base">
                                            <p:cTn id="12" dur="500" fill="hold"/>
                                            <p:tgtEl>
                                              <p:spTgt spid="9"/>
                                            </p:tgtEl>
                                            <p:attrNameLst>
                                              <p:attrName>ppt_y</p:attrName>
                                            </p:attrNameLst>
                                          </p:cBhvr>
                                          <p:tavLst>
                                            <p:tav tm="0">
                                              <p:val>
                                                <p:strVal val="#ppt_y"/>
                                              </p:val>
                                            </p:tav>
                                            <p:tav tm="100000">
                                              <p:val>
                                                <p:strVal val="#ppt_y"/>
                                              </p:val>
                                            </p:tav>
                                          </p:tavLst>
                                        </p:anim>
                                      </p:childTnLst>
                                    </p:cTn>
                                  </p:par>
                                  <p:par>
                                    <p:cTn id="13" presetID="2" presetClass="entr" presetSubtype="8" fill="hold" grpId="0" nodeType="withEffect" p14:presetBounceEnd="50000">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14:bounceEnd="50000">
                                          <p:cBhvr additive="base">
                                            <p:cTn id="15" dur="500" fill="hold"/>
                                            <p:tgtEl>
                                              <p:spTgt spid="11"/>
                                            </p:tgtEl>
                                            <p:attrNameLst>
                                              <p:attrName>ppt_x</p:attrName>
                                            </p:attrNameLst>
                                          </p:cBhvr>
                                          <p:tavLst>
                                            <p:tav tm="0">
                                              <p:val>
                                                <p:strVal val="0-#ppt_w/2"/>
                                              </p:val>
                                            </p:tav>
                                            <p:tav tm="100000">
                                              <p:val>
                                                <p:strVal val="#ppt_x"/>
                                              </p:val>
                                            </p:tav>
                                          </p:tavLst>
                                        </p:anim>
                                        <p:anim calcmode="lin" valueType="num" p14:bounceEnd="50000">
                                          <p:cBhvr additive="base">
                                            <p:cTn id="16" dur="500" fill="hold"/>
                                            <p:tgtEl>
                                              <p:spTgt spid="11"/>
                                            </p:tgtEl>
                                            <p:attrNameLst>
                                              <p:attrName>ppt_y</p:attrName>
                                            </p:attrNameLst>
                                          </p:cBhvr>
                                          <p:tavLst>
                                            <p:tav tm="0">
                                              <p:val>
                                                <p:strVal val="#ppt_y"/>
                                              </p:val>
                                            </p:tav>
                                            <p:tav tm="100000">
                                              <p:val>
                                                <p:strVal val="#ppt_y"/>
                                              </p:val>
                                            </p:tav>
                                          </p:tavLst>
                                        </p:anim>
                                      </p:childTnLst>
                                    </p:cTn>
                                  </p:par>
                                </p:childTnLst>
                              </p:cTn>
                            </p:par>
                            <p:par>
                              <p:cTn id="17" fill="hold">
                                <p:stCondLst>
                                  <p:cond delay="500"/>
                                </p:stCondLst>
                                <p:childTnLst>
                                  <p:par>
                                    <p:cTn id="18" presetID="22" presetClass="entr" presetSubtype="4" fill="hold" nodeType="afterEffect">
                                      <p:stCondLst>
                                        <p:cond delay="0"/>
                                      </p:stCondLst>
                                      <p:childTnLst>
                                        <p:set>
                                          <p:cBhvr>
                                            <p:cTn id="19" dur="1" fill="hold">
                                              <p:stCondLst>
                                                <p:cond delay="0"/>
                                              </p:stCondLst>
                                            </p:cTn>
                                            <p:tgtEl>
                                              <p:spTgt spid="32"/>
                                            </p:tgtEl>
                                            <p:attrNameLst>
                                              <p:attrName>style.visibility</p:attrName>
                                            </p:attrNameLst>
                                          </p:cBhvr>
                                          <p:to>
                                            <p:strVal val="visible"/>
                                          </p:to>
                                        </p:set>
                                        <p:animEffect transition="in" filter="wipe(down)">
                                          <p:cBhvr>
                                            <p:cTn id="20"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9" grpId="0" animBg="1"/>
          <p:bldP spid="11" grpId="0" animBg="1"/>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0-#ppt_w/2"/>
                                              </p:val>
                                            </p:tav>
                                            <p:tav tm="100000">
                                              <p:val>
                                                <p:strVal val="#ppt_x"/>
                                              </p:val>
                                            </p:tav>
                                          </p:tavLst>
                                        </p:anim>
                                        <p:anim calcmode="lin" valueType="num">
                                          <p:cBhvr additive="base">
                                            <p:cTn id="8" dur="500" fill="hold"/>
                                            <p:tgtEl>
                                              <p:spTgt spid="6"/>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 calcmode="lin" valueType="num">
                                          <p:cBhvr additive="base">
                                            <p:cTn id="11" dur="500" fill="hold"/>
                                            <p:tgtEl>
                                              <p:spTgt spid="9"/>
                                            </p:tgtEl>
                                            <p:attrNameLst>
                                              <p:attrName>ppt_x</p:attrName>
                                            </p:attrNameLst>
                                          </p:cBhvr>
                                          <p:tavLst>
                                            <p:tav tm="0">
                                              <p:val>
                                                <p:strVal val="0-#ppt_w/2"/>
                                              </p:val>
                                            </p:tav>
                                            <p:tav tm="100000">
                                              <p:val>
                                                <p:strVal val="#ppt_x"/>
                                              </p:val>
                                            </p:tav>
                                          </p:tavLst>
                                        </p:anim>
                                        <p:anim calcmode="lin" valueType="num">
                                          <p:cBhvr additive="base">
                                            <p:cTn id="12" dur="500" fill="hold"/>
                                            <p:tgtEl>
                                              <p:spTgt spid="9"/>
                                            </p:tgtEl>
                                            <p:attrNameLst>
                                              <p:attrName>ppt_y</p:attrName>
                                            </p:attrNameLst>
                                          </p:cBhvr>
                                          <p:tavLst>
                                            <p:tav tm="0">
                                              <p:val>
                                                <p:strVal val="#ppt_y"/>
                                              </p:val>
                                            </p:tav>
                                            <p:tav tm="100000">
                                              <p:val>
                                                <p:strVal val="#ppt_y"/>
                                              </p:val>
                                            </p:tav>
                                          </p:tavLst>
                                        </p:anim>
                                      </p:childTnLst>
                                    </p:cTn>
                                  </p:par>
                                  <p:par>
                                    <p:cTn id="13" presetID="2" presetClass="entr" presetSubtype="8"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0-#ppt_w/2"/>
                                              </p:val>
                                            </p:tav>
                                            <p:tav tm="100000">
                                              <p:val>
                                                <p:strVal val="#ppt_x"/>
                                              </p:val>
                                            </p:tav>
                                          </p:tavLst>
                                        </p:anim>
                                        <p:anim calcmode="lin" valueType="num">
                                          <p:cBhvr additive="base">
                                            <p:cTn id="16" dur="500" fill="hold"/>
                                            <p:tgtEl>
                                              <p:spTgt spid="11"/>
                                            </p:tgtEl>
                                            <p:attrNameLst>
                                              <p:attrName>ppt_y</p:attrName>
                                            </p:attrNameLst>
                                          </p:cBhvr>
                                          <p:tavLst>
                                            <p:tav tm="0">
                                              <p:val>
                                                <p:strVal val="#ppt_y"/>
                                              </p:val>
                                            </p:tav>
                                            <p:tav tm="100000">
                                              <p:val>
                                                <p:strVal val="#ppt_y"/>
                                              </p:val>
                                            </p:tav>
                                          </p:tavLst>
                                        </p:anim>
                                      </p:childTnLst>
                                    </p:cTn>
                                  </p:par>
                                </p:childTnLst>
                              </p:cTn>
                            </p:par>
                            <p:par>
                              <p:cTn id="17" fill="hold">
                                <p:stCondLst>
                                  <p:cond delay="500"/>
                                </p:stCondLst>
                                <p:childTnLst>
                                  <p:par>
                                    <p:cTn id="18" presetID="22" presetClass="entr" presetSubtype="4" fill="hold" nodeType="afterEffect">
                                      <p:stCondLst>
                                        <p:cond delay="0"/>
                                      </p:stCondLst>
                                      <p:childTnLst>
                                        <p:set>
                                          <p:cBhvr>
                                            <p:cTn id="19" dur="1" fill="hold">
                                              <p:stCondLst>
                                                <p:cond delay="0"/>
                                              </p:stCondLst>
                                            </p:cTn>
                                            <p:tgtEl>
                                              <p:spTgt spid="32"/>
                                            </p:tgtEl>
                                            <p:attrNameLst>
                                              <p:attrName>style.visibility</p:attrName>
                                            </p:attrNameLst>
                                          </p:cBhvr>
                                          <p:to>
                                            <p:strVal val="visible"/>
                                          </p:to>
                                        </p:set>
                                        <p:animEffect transition="in" filter="wipe(down)">
                                          <p:cBhvr>
                                            <p:cTn id="20"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9" grpId="0" animBg="1"/>
          <p:bldP spid="11" grpId="0" animBg="1"/>
        </p:bldLst>
      </p:timing>
    </mc:Fallback>
  </mc:AlternateContent>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3BC7A6D-9AF5-5D27-EF1D-C4B56C27D26F}"/>
              </a:ext>
            </a:extLst>
          </p:cNvPr>
          <p:cNvSpPr>
            <a:spLocks noGrp="1"/>
          </p:cNvSpPr>
          <p:nvPr>
            <p:ph type="sldNum" sz="quarter" idx="11"/>
          </p:nvPr>
        </p:nvSpPr>
        <p:spPr/>
        <p:txBody>
          <a:bodyPr/>
          <a:lstStyle/>
          <a:p>
            <a:fld id="{762E77F0-FB5B-4E8E-9BC9-34F14560A017}" type="slidenum">
              <a:rPr lang="en-US" smtClean="0"/>
              <a:pPr/>
              <a:t>18</a:t>
            </a:fld>
            <a:endParaRPr lang="en-US"/>
          </a:p>
        </p:txBody>
      </p:sp>
      <p:graphicFrame>
        <p:nvGraphicFramePr>
          <p:cNvPr id="3" name="Diagram 2">
            <a:extLst>
              <a:ext uri="{FF2B5EF4-FFF2-40B4-BE49-F238E27FC236}">
                <a16:creationId xmlns:a16="http://schemas.microsoft.com/office/drawing/2014/main" id="{29F6E89A-3F19-9B1D-3B37-8F82CFD7E4FF}"/>
              </a:ext>
            </a:extLst>
          </p:cNvPr>
          <p:cNvGraphicFramePr/>
          <p:nvPr>
            <p:extLst>
              <p:ext uri="{D42A27DB-BD31-4B8C-83A1-F6EECF244321}">
                <p14:modId xmlns:p14="http://schemas.microsoft.com/office/powerpoint/2010/main" val="2912430571"/>
              </p:ext>
            </p:extLst>
          </p:nvPr>
        </p:nvGraphicFramePr>
        <p:xfrm>
          <a:off x="0" y="-1176639"/>
          <a:ext cx="11895017" cy="781238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4" name="Title 4">
            <a:extLst>
              <a:ext uri="{FF2B5EF4-FFF2-40B4-BE49-F238E27FC236}">
                <a16:creationId xmlns:a16="http://schemas.microsoft.com/office/drawing/2014/main" id="{5E898BB8-F8BD-94E4-AADF-6B07DACB19D7}"/>
              </a:ext>
            </a:extLst>
          </p:cNvPr>
          <p:cNvSpPr txBox="1">
            <a:spLocks/>
          </p:cNvSpPr>
          <p:nvPr/>
        </p:nvSpPr>
        <p:spPr>
          <a:xfrm>
            <a:off x="209550" y="307976"/>
            <a:ext cx="7381875" cy="437236"/>
          </a:xfrm>
          <a:prstGeom prst="rect">
            <a:avLst/>
          </a:prstGeom>
          <a:ln w="12700">
            <a:noFill/>
          </a:ln>
        </p:spPr>
        <p:txBody>
          <a:bodyPr vert="horz" wrap="square" lIns="0" tIns="0" rIns="0" bIns="0" rtlCol="0" anchor="t" anchorCtr="0">
            <a:spAutoFit/>
          </a:bodyPr>
          <a:lstStyle>
            <a:lvl1pPr algn="l" defTabSz="914400" rtl="0" eaLnBrk="1" fontAlgn="base" latinLnBrk="0" hangingPunct="1">
              <a:lnSpc>
                <a:spcPct val="110000"/>
              </a:lnSpc>
              <a:spcBef>
                <a:spcPct val="0"/>
              </a:spcBef>
              <a:buNone/>
              <a:defRPr sz="3100" kern="1200">
                <a:ln w="9525">
                  <a:noFill/>
                </a:ln>
                <a:solidFill>
                  <a:schemeClr val="bg1"/>
                </a:solidFill>
                <a:latin typeface="+mj-lt"/>
                <a:ea typeface="+mj-ea"/>
                <a:cs typeface="+mj-cs"/>
              </a:defRPr>
            </a:lvl1pPr>
          </a:lstStyle>
          <a:p>
            <a:r>
              <a:rPr lang="en-US" sz="2800"/>
              <a:t>DevOps workflow discovery…. </a:t>
            </a:r>
            <a:endParaRPr lang="en-GB" sz="2800"/>
          </a:p>
        </p:txBody>
      </p:sp>
    </p:spTree>
    <p:extLst>
      <p:ext uri="{BB962C8B-B14F-4D97-AF65-F5344CB8AC3E}">
        <p14:creationId xmlns:p14="http://schemas.microsoft.com/office/powerpoint/2010/main" val="89370939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601900907"/>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37PLjb0JZbjKt1j6ju4VVA"/>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6.xml><?xml version="1.0" encoding="utf-8"?>
<p:tagLst xmlns:a="http://schemas.openxmlformats.org/drawingml/2006/main" xmlns:r="http://schemas.openxmlformats.org/officeDocument/2006/relationships" xmlns:p="http://schemas.openxmlformats.org/presentationml/2006/main">
  <p:tag name="NAME" val="LineContentSeparatorDefault"/>
</p:tagLst>
</file>

<file path=ppt/tags/tag7.xml><?xml version="1.0" encoding="utf-8"?>
<p:tagLst xmlns:a="http://schemas.openxmlformats.org/drawingml/2006/main" xmlns:r="http://schemas.openxmlformats.org/officeDocument/2006/relationships" xmlns:p="http://schemas.openxmlformats.org/presentationml/2006/main">
  <p:tag name="NAME" val="LineBasicDefault"/>
</p:tagLst>
</file>

<file path=ppt/tags/tag8.xml><?xml version="1.0" encoding="utf-8"?>
<p:tagLst xmlns:a="http://schemas.openxmlformats.org/drawingml/2006/main" xmlns:r="http://schemas.openxmlformats.org/officeDocument/2006/relationships" xmlns:p="http://schemas.openxmlformats.org/presentationml/2006/main">
  <p:tag name="NAME" val="LineBasicDefault"/>
</p:tagLst>
</file>

<file path=ppt/tags/tag9.xml><?xml version="1.0" encoding="utf-8"?>
<p:tagLst xmlns:a="http://schemas.openxmlformats.org/drawingml/2006/main" xmlns:r="http://schemas.openxmlformats.org/officeDocument/2006/relationships" xmlns:p="http://schemas.openxmlformats.org/presentationml/2006/main">
  <p:tag name="NAME" val="LineBasicDefault"/>
</p:tagLst>
</file>

<file path=ppt/tags/tag10.xml><?xml version="1.0" encoding="utf-8"?>
<p:tagLst xmlns:a="http://schemas.openxmlformats.org/drawingml/2006/main" xmlns:r="http://schemas.openxmlformats.org/officeDocument/2006/relationships" xmlns:p="http://schemas.openxmlformats.org/presentationml/2006/main">
  <p:tag name="NAME" val="LineContentSeparatorDefault"/>
</p:tagLst>
</file>

<file path=ppt/tags/tag11.xml><?xml version="1.0" encoding="utf-8"?>
<p:tagLst xmlns:a="http://schemas.openxmlformats.org/drawingml/2006/main" xmlns:r="http://schemas.openxmlformats.org/officeDocument/2006/relationships" xmlns:p="http://schemas.openxmlformats.org/presentationml/2006/main">
  <p:tag name="NAME" val="LineContentSeparatorDefault"/>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4.xml><?xml version="1.0" encoding="utf-8"?>
<p:tagLst xmlns:a="http://schemas.openxmlformats.org/drawingml/2006/main" xmlns:r="http://schemas.openxmlformats.org/officeDocument/2006/relationships" xmlns:p="http://schemas.openxmlformats.org/presentationml/2006/main">
  <p:tag name="NAME" val="LineContentSeparatorDefault"/>
</p:tagLst>
</file>

<file path=ppt/tags/tag15.xml><?xml version="1.0" encoding="utf-8"?>
<p:tagLst xmlns:a="http://schemas.openxmlformats.org/drawingml/2006/main" xmlns:r="http://schemas.openxmlformats.org/officeDocument/2006/relationships" xmlns:p="http://schemas.openxmlformats.org/presentationml/2006/main">
  <p:tag name="NAME" val="LineBasicDefault"/>
</p:tagLst>
</file>

<file path=ppt/tags/tag16.xml><?xml version="1.0" encoding="utf-8"?>
<p:tagLst xmlns:a="http://schemas.openxmlformats.org/drawingml/2006/main" xmlns:r="http://schemas.openxmlformats.org/officeDocument/2006/relationships" xmlns:p="http://schemas.openxmlformats.org/presentationml/2006/main">
  <p:tag name="NAME" val="LineBasicDefault"/>
</p:tagLst>
</file>

<file path=ppt/tags/tag17.xml><?xml version="1.0" encoding="utf-8"?>
<p:tagLst xmlns:a="http://schemas.openxmlformats.org/drawingml/2006/main" xmlns:r="http://schemas.openxmlformats.org/officeDocument/2006/relationships" xmlns:p="http://schemas.openxmlformats.org/presentationml/2006/main">
  <p:tag name="NAME" val="LineBasicDefault"/>
</p:tagLst>
</file>

<file path=ppt/tags/tag18.xml><?xml version="1.0" encoding="utf-8"?>
<p:tagLst xmlns:a="http://schemas.openxmlformats.org/drawingml/2006/main" xmlns:r="http://schemas.openxmlformats.org/officeDocument/2006/relationships" xmlns:p="http://schemas.openxmlformats.org/presentationml/2006/main">
  <p:tag name="NAME" val="LineContentSeparatorDefault"/>
</p:tagLst>
</file>

<file path=ppt/tags/tag19.xml><?xml version="1.0" encoding="utf-8"?>
<p:tagLst xmlns:a="http://schemas.openxmlformats.org/drawingml/2006/main" xmlns:r="http://schemas.openxmlformats.org/officeDocument/2006/relationships" xmlns:p="http://schemas.openxmlformats.org/presentationml/2006/main">
  <p:tag name="NAME" val="LineContentSeparatorDefault"/>
</p:tagLst>
</file>

<file path=ppt/tags/tag20.xml><?xml version="1.0" encoding="utf-8"?>
<p:tagLst xmlns:a="http://schemas.openxmlformats.org/drawingml/2006/main" xmlns:r="http://schemas.openxmlformats.org/officeDocument/2006/relationships" xmlns:p="http://schemas.openxmlformats.org/presentationml/2006/main">
  <p:tag name="NAME" val="LineContentSeparatorDefault"/>
</p:tagLst>
</file>

<file path=ppt/theme/theme1.xml><?xml version="1.0" encoding="utf-8"?>
<a:theme xmlns:a="http://schemas.openxmlformats.org/drawingml/2006/main" name="Content Slides">
  <a:themeElements>
    <a:clrScheme name="RXT2020">
      <a:dk1>
        <a:srgbClr val="000000"/>
      </a:dk1>
      <a:lt1>
        <a:srgbClr val="FFFFFF"/>
      </a:lt1>
      <a:dk2>
        <a:srgbClr val="E31C3D"/>
      </a:dk2>
      <a:lt2>
        <a:srgbClr val="E31C3D"/>
      </a:lt2>
      <a:accent1>
        <a:srgbClr val="E6E6E6"/>
      </a:accent1>
      <a:accent2>
        <a:srgbClr val="95008A"/>
      </a:accent2>
      <a:accent3>
        <a:srgbClr val="F6D7F4"/>
      </a:accent3>
      <a:accent4>
        <a:srgbClr val="0059C8"/>
      </a:accent4>
      <a:accent5>
        <a:srgbClr val="D8EBF9"/>
      </a:accent5>
      <a:accent6>
        <a:srgbClr val="00BEBC"/>
      </a:accent6>
      <a:hlink>
        <a:srgbClr val="E31C3D"/>
      </a:hlink>
      <a:folHlink>
        <a:srgbClr val="E31C3D"/>
      </a:folHlink>
    </a:clrScheme>
    <a:fontScheme name="Custom 17">
      <a:majorFont>
        <a:latin typeface="Aktiv Grotesk"/>
        <a:ea typeface=""/>
        <a:cs typeface=""/>
      </a:majorFont>
      <a:minorFont>
        <a:latin typeface="Aktiv Grotesk"/>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0BAECED5-D2FA-4AB6-BDCE-7A4DC20C2143}"/>
    </a:ext>
  </a:extLst>
</a:theme>
</file>

<file path=ppt/theme/theme2.xml><?xml version="1.0" encoding="utf-8"?>
<a:theme xmlns:a="http://schemas.openxmlformats.org/drawingml/2006/main" name="1_Content Slides">
  <a:themeElements>
    <a:clrScheme name="RXT2020">
      <a:dk1>
        <a:srgbClr val="000000"/>
      </a:dk1>
      <a:lt1>
        <a:srgbClr val="FFFFFF"/>
      </a:lt1>
      <a:dk2>
        <a:srgbClr val="E31C3D"/>
      </a:dk2>
      <a:lt2>
        <a:srgbClr val="E31C3D"/>
      </a:lt2>
      <a:accent1>
        <a:srgbClr val="E6E6E6"/>
      </a:accent1>
      <a:accent2>
        <a:srgbClr val="95008A"/>
      </a:accent2>
      <a:accent3>
        <a:srgbClr val="F6D7F4"/>
      </a:accent3>
      <a:accent4>
        <a:srgbClr val="0059C8"/>
      </a:accent4>
      <a:accent5>
        <a:srgbClr val="D8EBF9"/>
      </a:accent5>
      <a:accent6>
        <a:srgbClr val="00BEBC"/>
      </a:accent6>
      <a:hlink>
        <a:srgbClr val="E31C3D"/>
      </a:hlink>
      <a:folHlink>
        <a:srgbClr val="E31C3D"/>
      </a:folHlink>
    </a:clrScheme>
    <a:fontScheme name="Custom 17">
      <a:majorFont>
        <a:latin typeface="Aktiv Grotesk"/>
        <a:ea typeface=""/>
        <a:cs typeface=""/>
      </a:majorFont>
      <a:minorFont>
        <a:latin typeface="Aktiv Grotesk"/>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5E6EA557-0305-46A3-ADF1-D52C877C392A}"/>
    </a:ext>
  </a:extLst>
</a:theme>
</file>

<file path=ppt/theme/theme3.xml><?xml version="1.0" encoding="utf-8"?>
<a:theme xmlns:a="http://schemas.openxmlformats.org/drawingml/2006/main" name="1_Titles and Breakers">
  <a:themeElements>
    <a:clrScheme name="RACKSPACE COLORS">
      <a:dk1>
        <a:sysClr val="windowText" lastClr="000000"/>
      </a:dk1>
      <a:lt1>
        <a:sysClr val="window" lastClr="FFFFFF"/>
      </a:lt1>
      <a:dk2>
        <a:srgbClr val="E31C3D"/>
      </a:dk2>
      <a:lt2>
        <a:srgbClr val="E31C3D"/>
      </a:lt2>
      <a:accent1>
        <a:srgbClr val="E6E6E6"/>
      </a:accent1>
      <a:accent2>
        <a:srgbClr val="95008A"/>
      </a:accent2>
      <a:accent3>
        <a:srgbClr val="F6D7F4"/>
      </a:accent3>
      <a:accent4>
        <a:srgbClr val="3300FC"/>
      </a:accent4>
      <a:accent5>
        <a:srgbClr val="E8F2FD"/>
      </a:accent5>
      <a:accent6>
        <a:srgbClr val="00C8BC"/>
      </a:accent6>
      <a:hlink>
        <a:srgbClr val="E31C3D"/>
      </a:hlink>
      <a:folHlink>
        <a:srgbClr val="4472C4"/>
      </a:folHlink>
    </a:clrScheme>
    <a:fontScheme name="Custom 17">
      <a:majorFont>
        <a:latin typeface="Aktiv Grotesk"/>
        <a:ea typeface=""/>
        <a:cs typeface=""/>
      </a:majorFont>
      <a:minorFont>
        <a:latin typeface="Aktiv Grotesk"/>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3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36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6BC1B7C2-A54B-4E6B-BC00-FBFF31B13FE3}"/>
    </a:ext>
  </a:extLst>
</a:theme>
</file>

<file path=ppt/theme/theme4.xml><?xml version="1.0" encoding="utf-8"?>
<a:theme xmlns:a="http://schemas.openxmlformats.org/drawingml/2006/main" name="2_Content Slides">
  <a:themeElements>
    <a:clrScheme name="RXT2020">
      <a:dk1>
        <a:srgbClr val="000000"/>
      </a:dk1>
      <a:lt1>
        <a:srgbClr val="FFFFFF"/>
      </a:lt1>
      <a:dk2>
        <a:srgbClr val="E31C3D"/>
      </a:dk2>
      <a:lt2>
        <a:srgbClr val="E31C3D"/>
      </a:lt2>
      <a:accent1>
        <a:srgbClr val="E6E6E6"/>
      </a:accent1>
      <a:accent2>
        <a:srgbClr val="95008A"/>
      </a:accent2>
      <a:accent3>
        <a:srgbClr val="F6D7F4"/>
      </a:accent3>
      <a:accent4>
        <a:srgbClr val="0059C8"/>
      </a:accent4>
      <a:accent5>
        <a:srgbClr val="D8EBF9"/>
      </a:accent5>
      <a:accent6>
        <a:srgbClr val="00BEBC"/>
      </a:accent6>
      <a:hlink>
        <a:srgbClr val="E31C3D"/>
      </a:hlink>
      <a:folHlink>
        <a:srgbClr val="E31C3D"/>
      </a:folHlink>
    </a:clrScheme>
    <a:fontScheme name="Custom 17">
      <a:majorFont>
        <a:latin typeface="Aktiv Grotesk"/>
        <a:ea typeface=""/>
        <a:cs typeface=""/>
      </a:majorFont>
      <a:minorFont>
        <a:latin typeface="Aktiv Grotesk"/>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Cloud Strategy and Architecture Roadmap_Sales Deck" id="{F07367CB-CD8B-EB45-A20E-8F7A7E200579}" vid="{3E2442DC-E15A-6B43-8C56-BD7EDE2F9528}"/>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ktiv Grotesk"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ktiv Grotesk"/>
        <a:font script="Bugi" typeface="Leelawadee UI"/>
        <a:font script="Bopo" typeface="Microsoft JhengHei"/>
        <a:font script="Java" typeface="Javanese Text"/>
        <a:font script="Lisu" typeface="Aktiv Grotesk"/>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ktiv Grotesk" panose="020F0502020204030204"/>
        <a:ea typeface=""/>
        <a:cs typeface=""/>
        <a:font script="Jpan" typeface="游ゴシック"/>
        <a:font script="Hang" typeface="맑은 고딕"/>
        <a:font script="Hans" typeface="等线"/>
        <a:font script="Hant" typeface="新細明體"/>
        <a:font script="Arab" typeface="Aktiv Grotesk"/>
        <a:font script="Hebr" typeface="Aktiv Grotesk"/>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ktiv Grotesk"/>
        <a:font script="Uigh" typeface="Microsoft Uighur"/>
        <a:font script="Geor" typeface="Sylfaen"/>
        <a:font script="Armn" typeface="Aktiv Grotesk"/>
        <a:font script="Bugi" typeface="Leelawadee UI"/>
        <a:font script="Bopo" typeface="Microsoft JhengHei"/>
        <a:font script="Java" typeface="Javanese Text"/>
        <a:font script="Lisu" typeface="Aktiv Grotesk"/>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ktiv Grotesk"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ktiv Grotesk"/>
        <a:font script="Bugi" typeface="Leelawadee UI"/>
        <a:font script="Bopo" typeface="Microsoft JhengHei"/>
        <a:font script="Java" typeface="Javanese Text"/>
        <a:font script="Lisu" typeface="Aktiv Grotesk"/>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ktiv Grotesk" panose="020F0502020204030204"/>
        <a:ea typeface=""/>
        <a:cs typeface=""/>
        <a:font script="Jpan" typeface="游ゴシック"/>
        <a:font script="Hang" typeface="맑은 고딕"/>
        <a:font script="Hans" typeface="等线"/>
        <a:font script="Hant" typeface="新細明體"/>
        <a:font script="Arab" typeface="Aktiv Grotesk"/>
        <a:font script="Hebr" typeface="Aktiv Grotesk"/>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ktiv Grotesk"/>
        <a:font script="Uigh" typeface="Microsoft Uighur"/>
        <a:font script="Geor" typeface="Sylfaen"/>
        <a:font script="Armn" typeface="Aktiv Grotesk"/>
        <a:font script="Bugi" typeface="Leelawadee UI"/>
        <a:font script="Bopo" typeface="Microsoft JhengHei"/>
        <a:font script="Java" typeface="Javanese Text"/>
        <a:font script="Lisu" typeface="Aktiv Grotesk"/>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C88EDB08-C564-D545-8C74-F0B6A2375E3B}">
  <we:reference id="wa104379997" version="2.0.0.0" store="en-US" storeType="OMEX"/>
  <we:alternateReferences>
    <we:reference id="wa104379997" version="2.0.0.0" store="WA104379997" storeType="OMEX"/>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TaxCatchAll xmlns="3efab85d-393f-44e4-bd38-84660efa49cd" xsi:nil="true"/>
    <lcf76f155ced4ddcb4097134ff3c332f xmlns="374cb358-5d5b-4c1a-bae8-723e86e5de0d">
      <Terms xmlns="http://schemas.microsoft.com/office/infopath/2007/PartnerControls"/>
    </lcf76f155ced4ddcb4097134ff3c332f>
    <hiddenFolderPath xmlns="374cb358-5d5b-4c1a-bae8-723e86e5de0d" xsi:nil="true"/>
    <Date xmlns="374cb358-5d5b-4c1a-bae8-723e86e5de0d" xsi:nil="true"/>
    <_ip_UnifiedCompliancePolicyUIAction xmlns="http://schemas.microsoft.com/sharepoint/v3" xsi:nil="true"/>
    <_ip_UnifiedCompliancePolicyProperties xmlns="http://schemas.microsoft.com/sharepoint/v3"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D626F7275FAC784480F77C3F6AF5986A" ma:contentTypeVersion="24" ma:contentTypeDescription="Create a new document." ma:contentTypeScope="" ma:versionID="0fdc6e18e0f9f69ed93d4fb3957008ad">
  <xsd:schema xmlns:xsd="http://www.w3.org/2001/XMLSchema" xmlns:xs="http://www.w3.org/2001/XMLSchema" xmlns:p="http://schemas.microsoft.com/office/2006/metadata/properties" xmlns:ns1="http://schemas.microsoft.com/sharepoint/v3" xmlns:ns2="374cb358-5d5b-4c1a-bae8-723e86e5de0d" xmlns:ns3="3efab85d-393f-44e4-bd38-84660efa49cd" targetNamespace="http://schemas.microsoft.com/office/2006/metadata/properties" ma:root="true" ma:fieldsID="aaf6b2ef7510625318411c6c2ae399e7" ns1:_="" ns2:_="" ns3:_="">
    <xsd:import namespace="http://schemas.microsoft.com/sharepoint/v3"/>
    <xsd:import namespace="374cb358-5d5b-4c1a-bae8-723e86e5de0d"/>
    <xsd:import namespace="3efab85d-393f-44e4-bd38-84660efa49cd"/>
    <xsd:element name="properties">
      <xsd:complexType>
        <xsd:sequence>
          <xsd:element name="documentManagement">
            <xsd:complexType>
              <xsd:all>
                <xsd:element ref="ns2:Date" minOccurs="0"/>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lcf76f155ced4ddcb4097134ff3c332f" minOccurs="0"/>
                <xsd:element ref="ns3:TaxCatchAll" minOccurs="0"/>
                <xsd:element ref="ns2:MediaServiceLocation" minOccurs="0"/>
                <xsd:element ref="ns2:MediaServiceGenerationTime" minOccurs="0"/>
                <xsd:element ref="ns2:MediaServiceEventHashCode" minOccurs="0"/>
                <xsd:element ref="ns2:MediaServiceOCR" minOccurs="0"/>
                <xsd:element ref="ns2:MediaServiceObjectDetectorVersions" minOccurs="0"/>
                <xsd:element ref="ns2:MediaServiceSearchProperties" minOccurs="0"/>
                <xsd:element ref="ns1:_ip_UnifiedCompliancePolicyProperties" minOccurs="0"/>
                <xsd:element ref="ns1:_ip_UnifiedCompliancePolicyUIAction" minOccurs="0"/>
                <xsd:element ref="ns2:hiddenFolderPath"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6" nillable="true" ma:displayName="Unified Compliance Policy Properties" ma:hidden="true" ma:internalName="_ip_UnifiedCompliancePolicyProperties">
      <xsd:simpleType>
        <xsd:restriction base="dms:Note"/>
      </xsd:simpleType>
    </xsd:element>
    <xsd:element name="_ip_UnifiedCompliancePolicyUIAction" ma:index="27"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74cb358-5d5b-4c1a-bae8-723e86e5de0d" elementFormDefault="qualified">
    <xsd:import namespace="http://schemas.microsoft.com/office/2006/documentManagement/types"/>
    <xsd:import namespace="http://schemas.microsoft.com/office/infopath/2007/PartnerControls"/>
    <xsd:element name="Date" ma:index="3" nillable="true" ma:displayName="Date" ma:format="DateOnly" ma:internalName="Date" ma:readOnly="false">
      <xsd:simpleType>
        <xsd:restriction base="dms:DateTime"/>
      </xsd:simpleType>
    </xsd:element>
    <xsd:element name="MediaServiceMetadata" ma:index="7" nillable="true" ma:displayName="MediaServiceMetadata" ma:hidden="true" ma:internalName="MediaServiceMetadata" ma:readOnly="true">
      <xsd:simpleType>
        <xsd:restriction base="dms:Note"/>
      </xsd:simpleType>
    </xsd:element>
    <xsd:element name="MediaServiceFastMetadata" ma:index="8" nillable="true" ma:displayName="MediaServiceFastMetadata" ma:hidden="true" ma:internalName="MediaServiceFastMetadata" ma:readOnly="true">
      <xsd:simpleType>
        <xsd:restriction base="dms:Note"/>
      </xsd:simpleType>
    </xsd:element>
    <xsd:element name="MediaServiceAutoKeyPoints" ma:index="9" nillable="true" ma:displayName="MediaServiceAutoKeyPoints" ma:hidden="true" ma:internalName="MediaServiceAutoKeyPoints" ma:readOnly="true">
      <xsd:simpleType>
        <xsd:restriction base="dms:Note"/>
      </xsd:simpleType>
    </xsd:element>
    <xsd:element name="MediaServiceKeyPoints" ma:index="10" nillable="true" ma:displayName="KeyPoints" ma:hidden="true" ma:internalName="MediaServiceKeyPoints" ma:readOnly="true">
      <xsd:simpleType>
        <xsd:restriction base="dms:Note"/>
      </xsd:simpleType>
    </xsd:element>
    <xsd:element name="MediaServiceDateTaken" ma:index="13" nillable="true" ma:displayName="MediaServiceDateTaken" ma:hidden="true" ma:internalName="MediaServiceDateTaken"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2de1bf74-4a37-48ce-b614-74b37de43851" ma:termSetId="09814cd3-568e-fe90-9814-8d621ff8fb84" ma:anchorId="fba54fb3-c3e1-fe81-a776-ca4b69148c4d" ma:open="true" ma:isKeyword="false">
      <xsd:complexType>
        <xsd:sequence>
          <xsd:element ref="pc:Terms" minOccurs="0" maxOccurs="1"/>
        </xsd:sequence>
      </xsd:complexType>
    </xsd:element>
    <xsd:element name="MediaServiceLocation" ma:index="18" nillable="true" ma:displayName="Location" ma:hidden="true" ma:internalName="MediaServiceLocation" ma:readOnly="true">
      <xsd:simpleType>
        <xsd:restriction base="dms:Text"/>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OCR" ma:index="21" nillable="true" ma:displayName="Extracted Text" ma:hidden="true" ma:internalName="MediaServiceOCR" ma:readOnly="true">
      <xsd:simpleType>
        <xsd:restriction base="dms:Note"/>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hiddenFolderPath" ma:index="28" nillable="true" ma:displayName="hiddenFolderPath" ma:format="Dropdown" ma:internalName="hiddenFolderPath">
      <xsd:simpleType>
        <xsd:restriction base="dms:Text">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3efab85d-393f-44e4-bd38-84660efa49cd" elementFormDefault="qualified">
    <xsd:import namespace="http://schemas.microsoft.com/office/2006/documentManagement/types"/>
    <xsd:import namespace="http://schemas.microsoft.com/office/infopath/2007/PartnerControls"/>
    <xsd:element name="SharedWithUsers" ma:index="11"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Shared With Details" ma:hidden="true" ma:internalName="SharedWithDetails" ma:readOnly="true">
      <xsd:simpleType>
        <xsd:restriction base="dms:Note"/>
      </xsd:simpleType>
    </xsd:element>
    <xsd:element name="TaxCatchAll" ma:index="17" nillable="true" ma:displayName="Taxonomy Catch All Column" ma:hidden="true" ma:list="{c2a372a0-0a0b-495c-9071-25b18ddc5976}" ma:internalName="TaxCatchAll" ma:readOnly="false" ma:showField="CatchAllData" ma:web="3efab85d-393f-44e4-bd38-84660efa49cd">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FAAEEFA-AAF2-4C9B-A431-2549B0747BF4}">
  <ds:schemaRefs>
    <ds:schemaRef ds:uri="http://schemas.microsoft.com/sharepoint/v3/contenttype/forms"/>
  </ds:schemaRefs>
</ds:datastoreItem>
</file>

<file path=customXml/itemProps2.xml><?xml version="1.0" encoding="utf-8"?>
<ds:datastoreItem xmlns:ds="http://schemas.openxmlformats.org/officeDocument/2006/customXml" ds:itemID="{B89F961D-86E7-463C-B09D-E3314B2C6EB5}">
  <ds:schemaRefs>
    <ds:schemaRef ds:uri="http://schemas.microsoft.com/office/2006/documentManagement/types"/>
    <ds:schemaRef ds:uri="http://purl.org/dc/dcmitype/"/>
    <ds:schemaRef ds:uri="3efab85d-393f-44e4-bd38-84660efa49cd"/>
    <ds:schemaRef ds:uri="http://purl.org/dc/elements/1.1/"/>
    <ds:schemaRef ds:uri="http://purl.org/dc/terms/"/>
    <ds:schemaRef ds:uri="http://schemas.microsoft.com/office/2006/metadata/properties"/>
    <ds:schemaRef ds:uri="374cb358-5d5b-4c1a-bae8-723e86e5de0d"/>
    <ds:schemaRef ds:uri="http://www.w3.org/XML/1998/namespace"/>
    <ds:schemaRef ds:uri="http://schemas.microsoft.com/office/infopath/2007/PartnerControls"/>
    <ds:schemaRef ds:uri="http://schemas.openxmlformats.org/package/2006/metadata/core-properties"/>
    <ds:schemaRef ds:uri="http://schemas.microsoft.com/sharepoint/v3"/>
  </ds:schemaRefs>
</ds:datastoreItem>
</file>

<file path=customXml/itemProps3.xml><?xml version="1.0" encoding="utf-8"?>
<ds:datastoreItem xmlns:ds="http://schemas.openxmlformats.org/officeDocument/2006/customXml" ds:itemID="{FC1BA5A8-0ADB-4CF5-A95C-D54DC1B4A0D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374cb358-5d5b-4c1a-bae8-723e86e5de0d"/>
    <ds:schemaRef ds:uri="3efab85d-393f-44e4-bd38-84660efa49c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e7f09a8f-df31-4464-b100-d09a5dbff5c8}" enabled="1" method="Privileged" siteId="{570057f4-73ef-41c8-bcbb-08db2fc15c2b}" removed="0"/>
</clbl:labelList>
</file>

<file path=docProps/app.xml><?xml version="1.0" encoding="utf-8"?>
<Properties xmlns="http://schemas.openxmlformats.org/officeDocument/2006/extended-properties" xmlns:vt="http://schemas.openxmlformats.org/officeDocument/2006/docPropsVTypes">
  <Template>Content Slides</Template>
  <TotalTime>2</TotalTime>
  <Words>1701</Words>
  <Application>Microsoft Office PowerPoint</Application>
  <PresentationFormat>Widescreen</PresentationFormat>
  <Paragraphs>336</Paragraphs>
  <Slides>19</Slides>
  <Notes>7</Notes>
  <HiddenSlides>2</HiddenSlides>
  <MMClips>0</MMClips>
  <ScaleCrop>false</ScaleCrop>
  <HeadingPairs>
    <vt:vector size="8" baseType="variant">
      <vt:variant>
        <vt:lpstr>Fonts Used</vt:lpstr>
      </vt:variant>
      <vt:variant>
        <vt:i4>3</vt:i4>
      </vt:variant>
      <vt:variant>
        <vt:lpstr>Theme</vt:lpstr>
      </vt:variant>
      <vt:variant>
        <vt:i4>4</vt:i4>
      </vt:variant>
      <vt:variant>
        <vt:lpstr>Embedded OLE Servers</vt:lpstr>
      </vt:variant>
      <vt:variant>
        <vt:i4>1</vt:i4>
      </vt:variant>
      <vt:variant>
        <vt:lpstr>Slide Titles</vt:lpstr>
      </vt:variant>
      <vt:variant>
        <vt:i4>19</vt:i4>
      </vt:variant>
    </vt:vector>
  </HeadingPairs>
  <TitlesOfParts>
    <vt:vector size="27" baseType="lpstr">
      <vt:lpstr>Aktiv Grotesk</vt:lpstr>
      <vt:lpstr>Arial,Sans-Serif</vt:lpstr>
      <vt:lpstr>Fira Sans</vt:lpstr>
      <vt:lpstr>Content Slides</vt:lpstr>
      <vt:lpstr>1_Content Slides</vt:lpstr>
      <vt:lpstr>1_Titles and Breakers</vt:lpstr>
      <vt:lpstr>2_Content Slides</vt:lpstr>
      <vt:lpstr>think-cell Slide</vt:lpstr>
      <vt:lpstr>Cloud Strategy Workshops </vt:lpstr>
      <vt:lpstr>What we heard…</vt:lpstr>
      <vt:lpstr>Operating in the cloud is a lifestyle change…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Rackspace Public Cloud Solutions We offer a wide array of solutions and continue to expand our portfolio</vt:lpstr>
      <vt:lpstr>PowerPoint Presentation</vt:lpstr>
      <vt:lpstr>Our cloud strategy solution offerings can be tailored to your needs</vt:lpstr>
      <vt:lpstr>Our cloud strategy solution offerings can be tailored to your needs</vt:lpstr>
      <vt:lpstr>Consultancy: Rackspace to Deliver Cloud Transformation … </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Welcome to the Rackspace Technology template</dc:title>
  <dc:subject/>
  <dc:creator/>
  <cp:keywords/>
  <dc:description/>
  <cp:lastModifiedBy>Upendra Kumar</cp:lastModifiedBy>
  <cp:revision>8</cp:revision>
  <dcterms:created xsi:type="dcterms:W3CDTF">2022-08-11T21:20:29Z</dcterms:created>
  <dcterms:modified xsi:type="dcterms:W3CDTF">2026-06-04T05:26:11Z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0x010100D626F7275FAC784480F77C3F6AF5986A</vt:lpwstr>
  </property>
  <property fmtid="{D5CDD505-2E9C-101B-9397-08002B2CF9AE}" pid="3" name="MediaServiceImageTags">
    <vt:lpwstr/>
  </property>
</Properties>
</file>